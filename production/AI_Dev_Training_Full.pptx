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b7a826263b140c7" /><Relationship Type="http://schemas.openxmlformats.org/officeDocument/2006/relationships/extended-properties" Target="/docProps/app.xml" Id="R8eba0f262cb64550" /><Relationship Type="http://schemas.openxmlformats.org/officeDocument/2006/relationships/officeDocument" Target="/ppt/presentation.xml" Id="Rcdaa9e30b1064c67" /></Relationships>
</file>

<file path=ppt/presentation.xml><?xml version="1.0" encoding="utf-8"?>
<p:presentation xmlns:p="http://schemas.openxmlformats.org/presentationml/2006/main">
  <p:sldMasterIdLst>
    <p:sldMasterId xmlns:r="http://schemas.openxmlformats.org/officeDocument/2006/relationships" id="2147483648" r:id="R5c7bed7d134e46d2"/>
  </p:sldMasterIdLst>
  <p:notesMasterIdLst>
    <p:notesMasterId xmlns:r="http://schemas.openxmlformats.org/officeDocument/2006/relationships" r:id="Raa6d16d767a74f07"/>
  </p:notesMasterIdLst>
  <p:sldIdLst>
    <p:sldId xmlns:r="http://schemas.openxmlformats.org/officeDocument/2006/relationships" id="256" r:id="R1cbfd8ef687f4ab7"/>
    <p:sldId xmlns:r="http://schemas.openxmlformats.org/officeDocument/2006/relationships" id="257" r:id="Rf03bfa8a2cf34a1a"/>
    <p:sldId xmlns:r="http://schemas.openxmlformats.org/officeDocument/2006/relationships" id="258" r:id="Rd51173a5b9414dd9"/>
    <p:sldId xmlns:r="http://schemas.openxmlformats.org/officeDocument/2006/relationships" id="259" r:id="R296b7d3b9bb6482f"/>
    <p:sldId xmlns:r="http://schemas.openxmlformats.org/officeDocument/2006/relationships" id="260" r:id="R30c62dd1274c4968"/>
    <p:sldId xmlns:r="http://schemas.openxmlformats.org/officeDocument/2006/relationships" id="261" r:id="R08e5c7f9f7714a6e"/>
    <p:sldId xmlns:r="http://schemas.openxmlformats.org/officeDocument/2006/relationships" id="262" r:id="R38697a7819be4286"/>
    <p:sldId xmlns:r="http://schemas.openxmlformats.org/officeDocument/2006/relationships" id="263" r:id="Rfbcbfa745ad84bc6"/>
    <p:sldId xmlns:r="http://schemas.openxmlformats.org/officeDocument/2006/relationships" id="264" r:id="Rcf19ff75d7c24ae7"/>
    <p:sldId xmlns:r="http://schemas.openxmlformats.org/officeDocument/2006/relationships" id="265" r:id="R007ff70d7c8541a0"/>
    <p:sldId xmlns:r="http://schemas.openxmlformats.org/officeDocument/2006/relationships" id="266" r:id="R31b04d864b28484d"/>
    <p:sldId xmlns:r="http://schemas.openxmlformats.org/officeDocument/2006/relationships" id="267" r:id="R6dfaf498d33a4b7f"/>
    <p:sldId xmlns:r="http://schemas.openxmlformats.org/officeDocument/2006/relationships" id="268" r:id="R10f68927625d46d3"/>
    <p:sldId xmlns:r="http://schemas.openxmlformats.org/officeDocument/2006/relationships" id="269" r:id="R1b37cb21d5244536"/>
    <p:sldId xmlns:r="http://schemas.openxmlformats.org/officeDocument/2006/relationships" id="270" r:id="R37585441d6714e18"/>
    <p:sldId xmlns:r="http://schemas.openxmlformats.org/officeDocument/2006/relationships" id="271" r:id="Rf1e6313c50044ce5"/>
    <p:sldId xmlns:r="http://schemas.openxmlformats.org/officeDocument/2006/relationships" id="272" r:id="R181262b369a54563"/>
    <p:sldId xmlns:r="http://schemas.openxmlformats.org/officeDocument/2006/relationships" id="273" r:id="Rb2675391f2b64c43"/>
    <p:sldId xmlns:r="http://schemas.openxmlformats.org/officeDocument/2006/relationships" id="274" r:id="Re39a64bbcc0743a9"/>
    <p:sldId xmlns:r="http://schemas.openxmlformats.org/officeDocument/2006/relationships" id="275" r:id="R010ae8bb55ba4813"/>
    <p:sldId xmlns:r="http://schemas.openxmlformats.org/officeDocument/2006/relationships" id="276" r:id="Ra2ef86ffc51b4d4f"/>
    <p:sldId xmlns:r="http://schemas.openxmlformats.org/officeDocument/2006/relationships" id="277" r:id="Raaed673dd0ba440e"/>
    <p:sldId xmlns:r="http://schemas.openxmlformats.org/officeDocument/2006/relationships" id="278" r:id="R22794f48e21a442b"/>
    <p:sldId xmlns:r="http://schemas.openxmlformats.org/officeDocument/2006/relationships" id="279" r:id="Re30b6956ff8f44be"/>
    <p:sldId xmlns:r="http://schemas.openxmlformats.org/officeDocument/2006/relationships" id="280" r:id="R7d995c6a52024fec"/>
    <p:sldId xmlns:r="http://schemas.openxmlformats.org/officeDocument/2006/relationships" id="281" r:id="Rb169b058c38648cc"/>
    <p:sldId xmlns:r="http://schemas.openxmlformats.org/officeDocument/2006/relationships" id="282" r:id="R0d3d6496c3074bb8"/>
    <p:sldId xmlns:r="http://schemas.openxmlformats.org/officeDocument/2006/relationships" id="283" r:id="R0b05ab103c394603"/>
    <p:sldId xmlns:r="http://schemas.openxmlformats.org/officeDocument/2006/relationships" id="284" r:id="R666db665ca904fc3"/>
    <p:sldId xmlns:r="http://schemas.openxmlformats.org/officeDocument/2006/relationships" id="285" r:id="R1497279fd03f4242"/>
    <p:sldId xmlns:r="http://schemas.openxmlformats.org/officeDocument/2006/relationships" id="286" r:id="R8b3401dc211e4564"/>
    <p:sldId xmlns:r="http://schemas.openxmlformats.org/officeDocument/2006/relationships" id="287" r:id="R74073e79b95b4b71"/>
    <p:sldId xmlns:r="http://schemas.openxmlformats.org/officeDocument/2006/relationships" id="288" r:id="R8958890ac93a43a9"/>
    <p:sldId xmlns:r="http://schemas.openxmlformats.org/officeDocument/2006/relationships" id="289" r:id="Rb9a7b82741a74134"/>
    <p:sldId xmlns:r="http://schemas.openxmlformats.org/officeDocument/2006/relationships" id="290" r:id="R6ecb05d6040d486e"/>
    <p:sldId xmlns:r="http://schemas.openxmlformats.org/officeDocument/2006/relationships" id="291" r:id="R239c3f7922ca4591"/>
    <p:sldId xmlns:r="http://schemas.openxmlformats.org/officeDocument/2006/relationships" id="292" r:id="R197de4545e424c0d"/>
    <p:sldId xmlns:r="http://schemas.openxmlformats.org/officeDocument/2006/relationships" id="293" r:id="Ra20d751b29134c46"/>
    <p:sldId xmlns:r="http://schemas.openxmlformats.org/officeDocument/2006/relationships" id="294" r:id="R247ce81cbd65424d"/>
    <p:sldId xmlns:r="http://schemas.openxmlformats.org/officeDocument/2006/relationships" id="295" r:id="Rff71c57f24d84d1e"/>
    <p:sldId xmlns:r="http://schemas.openxmlformats.org/officeDocument/2006/relationships" id="296" r:id="R268115e83df1494a"/>
    <p:sldId xmlns:r="http://schemas.openxmlformats.org/officeDocument/2006/relationships" id="297" r:id="Red66b62484384e88"/>
    <p:sldId xmlns:r="http://schemas.openxmlformats.org/officeDocument/2006/relationships" id="298" r:id="R594cde8bed004816"/>
    <p:sldId xmlns:r="http://schemas.openxmlformats.org/officeDocument/2006/relationships" id="299" r:id="R31520d9708494786"/>
    <p:sldId xmlns:r="http://schemas.openxmlformats.org/officeDocument/2006/relationships" id="300" r:id="Ra2009760f38f4ae8"/>
    <p:sldId xmlns:r="http://schemas.openxmlformats.org/officeDocument/2006/relationships" id="301" r:id="R1b961793b0404a9c"/>
    <p:sldId xmlns:r="http://schemas.openxmlformats.org/officeDocument/2006/relationships" id="302" r:id="Ra5e8a31d081c4265"/>
    <p:sldId xmlns:r="http://schemas.openxmlformats.org/officeDocument/2006/relationships" id="303" r:id="Rc65b17c0953a44be"/>
    <p:sldId xmlns:r="http://schemas.openxmlformats.org/officeDocument/2006/relationships" id="304" r:id="Rd0be1aff39d7460b"/>
    <p:sldId xmlns:r="http://schemas.openxmlformats.org/officeDocument/2006/relationships" id="305" r:id="R3ffdd18ba01145c1"/>
    <p:sldId xmlns:r="http://schemas.openxmlformats.org/officeDocument/2006/relationships" id="306" r:id="Rf2986667ee624831"/>
    <p:sldId xmlns:r="http://schemas.openxmlformats.org/officeDocument/2006/relationships" id="307" r:id="R6e3d35ac5e494003"/>
    <p:sldId xmlns:r="http://schemas.openxmlformats.org/officeDocument/2006/relationships" id="308" r:id="R644d1d10834b47c5"/>
    <p:sldId xmlns:r="http://schemas.openxmlformats.org/officeDocument/2006/relationships" id="309" r:id="R7f5b714a22f74539"/>
    <p:sldId xmlns:r="http://schemas.openxmlformats.org/officeDocument/2006/relationships" id="310" r:id="R487d0324674c4179"/>
    <p:sldId xmlns:r="http://schemas.openxmlformats.org/officeDocument/2006/relationships" id="311" r:id="R8a081b0f57414218"/>
    <p:sldId xmlns:r="http://schemas.openxmlformats.org/officeDocument/2006/relationships" id="312" r:id="R6820317558844f12"/>
    <p:sldId xmlns:r="http://schemas.openxmlformats.org/officeDocument/2006/relationships" id="313" r:id="Rd7e9137cc2b142b3"/>
    <p:sldId xmlns:r="http://schemas.openxmlformats.org/officeDocument/2006/relationships" id="314" r:id="R8a9b8f2181e54af4"/>
    <p:sldId xmlns:r="http://schemas.openxmlformats.org/officeDocument/2006/relationships" id="315" r:id="R67ecac0db2d6440c"/>
    <p:sldId xmlns:r="http://schemas.openxmlformats.org/officeDocument/2006/relationships" id="316" r:id="R30f972f8831c4dd7"/>
    <p:sldId xmlns:r="http://schemas.openxmlformats.org/officeDocument/2006/relationships" id="317" r:id="Rf9eabdc5a00847b7"/>
    <p:sldId xmlns:r="http://schemas.openxmlformats.org/officeDocument/2006/relationships" id="318" r:id="R31a84f91757e4283"/>
    <p:sldId xmlns:r="http://schemas.openxmlformats.org/officeDocument/2006/relationships" id="319" r:id="R380b3fd8d2e44324"/>
    <p:sldId xmlns:r="http://schemas.openxmlformats.org/officeDocument/2006/relationships" id="320" r:id="R6ae7c18159e64731"/>
    <p:sldId xmlns:r="http://schemas.openxmlformats.org/officeDocument/2006/relationships" id="321" r:id="R9d0f033ce6214680"/>
    <p:sldId xmlns:r="http://schemas.openxmlformats.org/officeDocument/2006/relationships" id="322" r:id="R3b7527b888d44605"/>
    <p:sldId xmlns:r="http://schemas.openxmlformats.org/officeDocument/2006/relationships" id="323" r:id="R41c3ccd5d11f4332"/>
    <p:sldId xmlns:r="http://schemas.openxmlformats.org/officeDocument/2006/relationships" id="324" r:id="R4331e6e90d3947c5"/>
    <p:sldId xmlns:r="http://schemas.openxmlformats.org/officeDocument/2006/relationships" id="325" r:id="R4b367dee80734a48"/>
    <p:sldId xmlns:r="http://schemas.openxmlformats.org/officeDocument/2006/relationships" id="326" r:id="R86b5232a77144a7e"/>
    <p:sldId xmlns:r="http://schemas.openxmlformats.org/officeDocument/2006/relationships" id="327" r:id="Rb33019617d914144"/>
    <p:sldId xmlns:r="http://schemas.openxmlformats.org/officeDocument/2006/relationships" id="328" r:id="R0236a2b87b1740c4"/>
    <p:sldId xmlns:r="http://schemas.openxmlformats.org/officeDocument/2006/relationships" id="329" r:id="R86e48d3045a74941"/>
    <p:sldId xmlns:r="http://schemas.openxmlformats.org/officeDocument/2006/relationships" id="330" r:id="R31044c8155a3492e"/>
    <p:sldId xmlns:r="http://schemas.openxmlformats.org/officeDocument/2006/relationships" id="331" r:id="R929fc7b5eb4f4a5f"/>
    <p:sldId xmlns:r="http://schemas.openxmlformats.org/officeDocument/2006/relationships" id="332" r:id="Rd7856953f3fc4f4e"/>
    <p:sldId xmlns:r="http://schemas.openxmlformats.org/officeDocument/2006/relationships" id="333" r:id="Rf33f1a6dc2104fa2"/>
    <p:sldId xmlns:r="http://schemas.openxmlformats.org/officeDocument/2006/relationships" id="334" r:id="R4463a09baee542ad"/>
    <p:sldId xmlns:r="http://schemas.openxmlformats.org/officeDocument/2006/relationships" id="335" r:id="R58d24ddd59bf4fae"/>
    <p:sldId xmlns:r="http://schemas.openxmlformats.org/officeDocument/2006/relationships" id="336" r:id="R5ab15c153ddc44ad"/>
    <p:sldId xmlns:r="http://schemas.openxmlformats.org/officeDocument/2006/relationships" id="337" r:id="Rc4da36033d2f4538"/>
    <p:sldId xmlns:r="http://schemas.openxmlformats.org/officeDocument/2006/relationships" id="338" r:id="R188dc8992ae54408"/>
    <p:sldId xmlns:r="http://schemas.openxmlformats.org/officeDocument/2006/relationships" id="339" r:id="Ra1b834e337ff44e2"/>
    <p:sldId xmlns:r="http://schemas.openxmlformats.org/officeDocument/2006/relationships" id="340" r:id="R78a2cc7460e34549"/>
    <p:sldId xmlns:r="http://schemas.openxmlformats.org/officeDocument/2006/relationships" id="341" r:id="R4aade9adc9f240d8"/>
    <p:sldId xmlns:r="http://schemas.openxmlformats.org/officeDocument/2006/relationships" id="342" r:id="R799f761c9dc944b8"/>
    <p:sldId xmlns:r="http://schemas.openxmlformats.org/officeDocument/2006/relationships" id="343" r:id="Reebe4dfeec3d4732"/>
    <p:sldId xmlns:r="http://schemas.openxmlformats.org/officeDocument/2006/relationships" id="344" r:id="R00516bd32d4d46c5"/>
    <p:sldId xmlns:r="http://schemas.openxmlformats.org/officeDocument/2006/relationships" id="345" r:id="Rb8d45b8a251141b9"/>
    <p:sldId xmlns:r="http://schemas.openxmlformats.org/officeDocument/2006/relationships" id="346" r:id="R7c70309c38bc4f33"/>
    <p:sldId xmlns:r="http://schemas.openxmlformats.org/officeDocument/2006/relationships" id="347" r:id="Rd4936e7831024014"/>
    <p:sldId xmlns:r="http://schemas.openxmlformats.org/officeDocument/2006/relationships" id="348" r:id="R6ffe50e2bf5b4be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5549fe104643a5" /><Relationship Type="http://schemas.openxmlformats.org/officeDocument/2006/relationships/slideMaster" Target="/ppt/slideMasters/slideMaster1.xml" Id="R5c7bed7d134e46d2" /><Relationship Type="http://schemas.openxmlformats.org/officeDocument/2006/relationships/notesMaster" Target="/ppt/notesMasters/notesMaster1.xml" Id="Raa6d16d767a74f07" /><Relationship Type="http://schemas.openxmlformats.org/officeDocument/2006/relationships/presProps" Target="/ppt/presProps.xml" Id="R7ec1916d45ea42c3" /><Relationship Type="http://schemas.openxmlformats.org/officeDocument/2006/relationships/tableStyles" Target="/ppt/tableStyles.xml" Id="Rb88b15f4b8a94dc8" /><Relationship Type="http://schemas.openxmlformats.org/officeDocument/2006/relationships/slide" Target="/ppt/slides/slide1.xml" Id="R1cbfd8ef687f4ab7" /><Relationship Type="http://schemas.openxmlformats.org/officeDocument/2006/relationships/slide" Target="/ppt/slides/slide2.xml" Id="Rf03bfa8a2cf34a1a" /><Relationship Type="http://schemas.openxmlformats.org/officeDocument/2006/relationships/slide" Target="/ppt/slides/slide3.xml" Id="Rd51173a5b9414dd9" /><Relationship Type="http://schemas.openxmlformats.org/officeDocument/2006/relationships/slide" Target="/ppt/slides/slide4.xml" Id="R296b7d3b9bb6482f" /><Relationship Type="http://schemas.openxmlformats.org/officeDocument/2006/relationships/slide" Target="/ppt/slides/slide5.xml" Id="R30c62dd1274c4968" /><Relationship Type="http://schemas.openxmlformats.org/officeDocument/2006/relationships/slide" Target="/ppt/slides/slide6.xml" Id="R08e5c7f9f7714a6e" /><Relationship Type="http://schemas.openxmlformats.org/officeDocument/2006/relationships/slide" Target="/ppt/slides/slide7.xml" Id="R38697a7819be4286" /><Relationship Type="http://schemas.openxmlformats.org/officeDocument/2006/relationships/slide" Target="/ppt/slides/slide8.xml" Id="Rfbcbfa745ad84bc6" /><Relationship Type="http://schemas.openxmlformats.org/officeDocument/2006/relationships/slide" Target="/ppt/slides/slide9.xml" Id="Rcf19ff75d7c24ae7" /><Relationship Type="http://schemas.openxmlformats.org/officeDocument/2006/relationships/slide" Target="/ppt/slides/slide10.xml" Id="R007ff70d7c8541a0" /><Relationship Type="http://schemas.openxmlformats.org/officeDocument/2006/relationships/slide" Target="/ppt/slides/slide11.xml" Id="R31b04d864b28484d" /><Relationship Type="http://schemas.openxmlformats.org/officeDocument/2006/relationships/slide" Target="/ppt/slides/slide12.xml" Id="R6dfaf498d33a4b7f" /><Relationship Type="http://schemas.openxmlformats.org/officeDocument/2006/relationships/slide" Target="/ppt/slides/slide13.xml" Id="R10f68927625d46d3" /><Relationship Type="http://schemas.openxmlformats.org/officeDocument/2006/relationships/slide" Target="/ppt/slides/slide14.xml" Id="R1b37cb21d5244536" /><Relationship Type="http://schemas.openxmlformats.org/officeDocument/2006/relationships/slide" Target="/ppt/slides/slide15.xml" Id="R37585441d6714e18" /><Relationship Type="http://schemas.openxmlformats.org/officeDocument/2006/relationships/slide" Target="/ppt/slides/slide16.xml" Id="Rf1e6313c50044ce5" /><Relationship Type="http://schemas.openxmlformats.org/officeDocument/2006/relationships/slide" Target="/ppt/slides/slide17.xml" Id="R181262b369a54563" /><Relationship Type="http://schemas.openxmlformats.org/officeDocument/2006/relationships/slide" Target="/ppt/slides/slide18.xml" Id="Rb2675391f2b64c43" /><Relationship Type="http://schemas.openxmlformats.org/officeDocument/2006/relationships/slide" Target="/ppt/slides/slide19.xml" Id="Re39a64bbcc0743a9" /><Relationship Type="http://schemas.openxmlformats.org/officeDocument/2006/relationships/slide" Target="/ppt/slides/slide20.xml" Id="R010ae8bb55ba4813" /><Relationship Type="http://schemas.openxmlformats.org/officeDocument/2006/relationships/slide" Target="/ppt/slides/slide21.xml" Id="Ra2ef86ffc51b4d4f" /><Relationship Type="http://schemas.openxmlformats.org/officeDocument/2006/relationships/slide" Target="/ppt/slides/slide22.xml" Id="Raaed673dd0ba440e" /><Relationship Type="http://schemas.openxmlformats.org/officeDocument/2006/relationships/slide" Target="/ppt/slides/slide23.xml" Id="R22794f48e21a442b" /><Relationship Type="http://schemas.openxmlformats.org/officeDocument/2006/relationships/slide" Target="/ppt/slides/slide24.xml" Id="Re30b6956ff8f44be" /><Relationship Type="http://schemas.openxmlformats.org/officeDocument/2006/relationships/slide" Target="/ppt/slides/slide25.xml" Id="R7d995c6a52024fec" /><Relationship Type="http://schemas.openxmlformats.org/officeDocument/2006/relationships/slide" Target="/ppt/slides/slide26.xml" Id="Rb169b058c38648cc" /><Relationship Type="http://schemas.openxmlformats.org/officeDocument/2006/relationships/slide" Target="/ppt/slides/slide27.xml" Id="R0d3d6496c3074bb8" /><Relationship Type="http://schemas.openxmlformats.org/officeDocument/2006/relationships/slide" Target="/ppt/slides/slide28.xml" Id="R0b05ab103c394603" /><Relationship Type="http://schemas.openxmlformats.org/officeDocument/2006/relationships/slide" Target="/ppt/slides/slide29.xml" Id="R666db665ca904fc3" /><Relationship Type="http://schemas.openxmlformats.org/officeDocument/2006/relationships/slide" Target="/ppt/slides/slide30.xml" Id="R1497279fd03f4242" /><Relationship Type="http://schemas.openxmlformats.org/officeDocument/2006/relationships/slide" Target="/ppt/slides/slide31.xml" Id="R8b3401dc211e4564" /><Relationship Type="http://schemas.openxmlformats.org/officeDocument/2006/relationships/slide" Target="/ppt/slides/slide32.xml" Id="R74073e79b95b4b71" /><Relationship Type="http://schemas.openxmlformats.org/officeDocument/2006/relationships/slide" Target="/ppt/slides/slide33.xml" Id="R8958890ac93a43a9" /><Relationship Type="http://schemas.openxmlformats.org/officeDocument/2006/relationships/slide" Target="/ppt/slides/slide34.xml" Id="Rb9a7b82741a74134" /><Relationship Type="http://schemas.openxmlformats.org/officeDocument/2006/relationships/slide" Target="/ppt/slides/slide35.xml" Id="R6ecb05d6040d486e" /><Relationship Type="http://schemas.openxmlformats.org/officeDocument/2006/relationships/slide" Target="/ppt/slides/slide36.xml" Id="R239c3f7922ca4591" /><Relationship Type="http://schemas.openxmlformats.org/officeDocument/2006/relationships/slide" Target="/ppt/slides/slide37.xml" Id="R197de4545e424c0d" /><Relationship Type="http://schemas.openxmlformats.org/officeDocument/2006/relationships/slide" Target="/ppt/slides/slide38.xml" Id="Ra20d751b29134c46" /><Relationship Type="http://schemas.openxmlformats.org/officeDocument/2006/relationships/slide" Target="/ppt/slides/slide39.xml" Id="R247ce81cbd65424d" /><Relationship Type="http://schemas.openxmlformats.org/officeDocument/2006/relationships/slide" Target="/ppt/slides/slide40.xml" Id="Rff71c57f24d84d1e" /><Relationship Type="http://schemas.openxmlformats.org/officeDocument/2006/relationships/slide" Target="/ppt/slides/slide41.xml" Id="R268115e83df1494a" /><Relationship Type="http://schemas.openxmlformats.org/officeDocument/2006/relationships/slide" Target="/ppt/slides/slide42.xml" Id="Red66b62484384e88" /><Relationship Type="http://schemas.openxmlformats.org/officeDocument/2006/relationships/slide" Target="/ppt/slides/slide43.xml" Id="R594cde8bed004816" /><Relationship Type="http://schemas.openxmlformats.org/officeDocument/2006/relationships/slide" Target="/ppt/slides/slide44.xml" Id="R31520d9708494786" /><Relationship Type="http://schemas.openxmlformats.org/officeDocument/2006/relationships/slide" Target="/ppt/slides/slide45.xml" Id="Ra2009760f38f4ae8" /><Relationship Type="http://schemas.openxmlformats.org/officeDocument/2006/relationships/slide" Target="/ppt/slides/slide46.xml" Id="R1b961793b0404a9c" /><Relationship Type="http://schemas.openxmlformats.org/officeDocument/2006/relationships/slide" Target="/ppt/slides/slide47.xml" Id="Ra5e8a31d081c4265" /><Relationship Type="http://schemas.openxmlformats.org/officeDocument/2006/relationships/slide" Target="/ppt/slides/slide48.xml" Id="Rc65b17c0953a44be" /><Relationship Type="http://schemas.openxmlformats.org/officeDocument/2006/relationships/slide" Target="/ppt/slides/slide49.xml" Id="Rd0be1aff39d7460b" /><Relationship Type="http://schemas.openxmlformats.org/officeDocument/2006/relationships/slide" Target="/ppt/slides/slide50.xml" Id="R3ffdd18ba01145c1" /><Relationship Type="http://schemas.openxmlformats.org/officeDocument/2006/relationships/slide" Target="/ppt/slides/slide51.xml" Id="Rf2986667ee624831" /><Relationship Type="http://schemas.openxmlformats.org/officeDocument/2006/relationships/slide" Target="/ppt/slides/slide52.xml" Id="R6e3d35ac5e494003" /><Relationship Type="http://schemas.openxmlformats.org/officeDocument/2006/relationships/slide" Target="/ppt/slides/slide53.xml" Id="R644d1d10834b47c5" /><Relationship Type="http://schemas.openxmlformats.org/officeDocument/2006/relationships/slide" Target="/ppt/slides/slide54.xml" Id="R7f5b714a22f74539" /><Relationship Type="http://schemas.openxmlformats.org/officeDocument/2006/relationships/slide" Target="/ppt/slides/slide55.xml" Id="R487d0324674c4179" /><Relationship Type="http://schemas.openxmlformats.org/officeDocument/2006/relationships/slide" Target="/ppt/slides/slide56.xml" Id="R8a081b0f57414218" /><Relationship Type="http://schemas.openxmlformats.org/officeDocument/2006/relationships/slide" Target="/ppt/slides/slide57.xml" Id="R6820317558844f12" /><Relationship Type="http://schemas.openxmlformats.org/officeDocument/2006/relationships/slide" Target="/ppt/slides/slide58.xml" Id="Rd7e9137cc2b142b3" /><Relationship Type="http://schemas.openxmlformats.org/officeDocument/2006/relationships/slide" Target="/ppt/slides/slide59.xml" Id="R8a9b8f2181e54af4" /><Relationship Type="http://schemas.openxmlformats.org/officeDocument/2006/relationships/slide" Target="/ppt/slides/slide60.xml" Id="R67ecac0db2d6440c" /><Relationship Type="http://schemas.openxmlformats.org/officeDocument/2006/relationships/slide" Target="/ppt/slides/slide61.xml" Id="R30f972f8831c4dd7" /><Relationship Type="http://schemas.openxmlformats.org/officeDocument/2006/relationships/slide" Target="/ppt/slides/slide62.xml" Id="Rf9eabdc5a00847b7" /><Relationship Type="http://schemas.openxmlformats.org/officeDocument/2006/relationships/slide" Target="/ppt/slides/slide63.xml" Id="R31a84f91757e4283" /><Relationship Type="http://schemas.openxmlformats.org/officeDocument/2006/relationships/slide" Target="/ppt/slides/slide64.xml" Id="R380b3fd8d2e44324" /><Relationship Type="http://schemas.openxmlformats.org/officeDocument/2006/relationships/slide" Target="/ppt/slides/slide65.xml" Id="R6ae7c18159e64731" /><Relationship Type="http://schemas.openxmlformats.org/officeDocument/2006/relationships/slide" Target="/ppt/slides/slide66.xml" Id="R9d0f033ce6214680" /><Relationship Type="http://schemas.openxmlformats.org/officeDocument/2006/relationships/slide" Target="/ppt/slides/slide67.xml" Id="R3b7527b888d44605" /><Relationship Type="http://schemas.openxmlformats.org/officeDocument/2006/relationships/slide" Target="/ppt/slides/slide68.xml" Id="R41c3ccd5d11f4332" /><Relationship Type="http://schemas.openxmlformats.org/officeDocument/2006/relationships/slide" Target="/ppt/slides/slide69.xml" Id="R4331e6e90d3947c5" /><Relationship Type="http://schemas.openxmlformats.org/officeDocument/2006/relationships/slide" Target="/ppt/slides/slide70.xml" Id="R4b367dee80734a48" /><Relationship Type="http://schemas.openxmlformats.org/officeDocument/2006/relationships/slide" Target="/ppt/slides/slide71.xml" Id="R86b5232a77144a7e" /><Relationship Type="http://schemas.openxmlformats.org/officeDocument/2006/relationships/slide" Target="/ppt/slides/slide72.xml" Id="Rb33019617d914144" /><Relationship Type="http://schemas.openxmlformats.org/officeDocument/2006/relationships/slide" Target="/ppt/slides/slide73.xml" Id="R0236a2b87b1740c4" /><Relationship Type="http://schemas.openxmlformats.org/officeDocument/2006/relationships/slide" Target="/ppt/slides/slide74.xml" Id="R86e48d3045a74941" /><Relationship Type="http://schemas.openxmlformats.org/officeDocument/2006/relationships/slide" Target="/ppt/slides/slide75.xml" Id="R31044c8155a3492e" /><Relationship Type="http://schemas.openxmlformats.org/officeDocument/2006/relationships/slide" Target="/ppt/slides/slide76.xml" Id="R929fc7b5eb4f4a5f" /><Relationship Type="http://schemas.openxmlformats.org/officeDocument/2006/relationships/slide" Target="/ppt/slides/slide77.xml" Id="Rd7856953f3fc4f4e" /><Relationship Type="http://schemas.openxmlformats.org/officeDocument/2006/relationships/slide" Target="/ppt/slides/slide78.xml" Id="Rf33f1a6dc2104fa2" /><Relationship Type="http://schemas.openxmlformats.org/officeDocument/2006/relationships/slide" Target="/ppt/slides/slide79.xml" Id="R4463a09baee542ad" /><Relationship Type="http://schemas.openxmlformats.org/officeDocument/2006/relationships/slide" Target="/ppt/slides/slide80.xml" Id="R58d24ddd59bf4fae" /><Relationship Type="http://schemas.openxmlformats.org/officeDocument/2006/relationships/slide" Target="/ppt/slides/slide81.xml" Id="R5ab15c153ddc44ad" /><Relationship Type="http://schemas.openxmlformats.org/officeDocument/2006/relationships/slide" Target="/ppt/slides/slide82.xml" Id="Rc4da36033d2f4538" /><Relationship Type="http://schemas.openxmlformats.org/officeDocument/2006/relationships/slide" Target="/ppt/slides/slide83.xml" Id="R188dc8992ae54408" /><Relationship Type="http://schemas.openxmlformats.org/officeDocument/2006/relationships/slide" Target="/ppt/slides/slide84.xml" Id="Ra1b834e337ff44e2" /><Relationship Type="http://schemas.openxmlformats.org/officeDocument/2006/relationships/slide" Target="/ppt/slides/slide85.xml" Id="R78a2cc7460e34549" /><Relationship Type="http://schemas.openxmlformats.org/officeDocument/2006/relationships/slide" Target="/ppt/slides/slide86.xml" Id="R4aade9adc9f240d8" /><Relationship Type="http://schemas.openxmlformats.org/officeDocument/2006/relationships/slide" Target="/ppt/slides/slide87.xml" Id="R799f761c9dc944b8" /><Relationship Type="http://schemas.openxmlformats.org/officeDocument/2006/relationships/slide" Target="/ppt/slides/slide88.xml" Id="Reebe4dfeec3d4732" /><Relationship Type="http://schemas.openxmlformats.org/officeDocument/2006/relationships/slide" Target="/ppt/slides/slide89.xml" Id="R00516bd32d4d46c5" /><Relationship Type="http://schemas.openxmlformats.org/officeDocument/2006/relationships/slide" Target="/ppt/slides/slide90.xml" Id="Rb8d45b8a251141b9" /><Relationship Type="http://schemas.openxmlformats.org/officeDocument/2006/relationships/slide" Target="/ppt/slides/slide91.xml" Id="R7c70309c38bc4f33" /><Relationship Type="http://schemas.openxmlformats.org/officeDocument/2006/relationships/slide" Target="/ppt/slides/slide92.xml" Id="Rd4936e7831024014" /><Relationship Type="http://schemas.openxmlformats.org/officeDocument/2006/relationships/slide" Target="/ppt/slides/slide93.xml" Id="R6ffe50e2bf5b4b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ad34493fed24cd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1315c6f2924433" /><Relationship Type="http://schemas.openxmlformats.org/officeDocument/2006/relationships/notesMaster" Target="/ppt/notesMasters/notesMaster1.xml" Id="R7773d2e757474c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d00d2ac65254396" /><Relationship Type="http://schemas.openxmlformats.org/officeDocument/2006/relationships/notesMaster" Target="/ppt/notesMasters/notesMaster1.xml" Id="Rd8370c6be02540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ad5f679a2c4c18" /><Relationship Type="http://schemas.openxmlformats.org/officeDocument/2006/relationships/notesMaster" Target="/ppt/notesMasters/notesMaster1.xml" Id="Rd80da519426249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30a272306f497b" /><Relationship Type="http://schemas.openxmlformats.org/officeDocument/2006/relationships/notesMaster" Target="/ppt/notesMasters/notesMaster1.xml" Id="R6ee3ca33419e47d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d9061af9384c64" /><Relationship Type="http://schemas.openxmlformats.org/officeDocument/2006/relationships/notesMaster" Target="/ppt/notesMasters/notesMaster1.xml" Id="R4ec6958522ec4e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516677b7e246a6" /><Relationship Type="http://schemas.openxmlformats.org/officeDocument/2006/relationships/notesMaster" Target="/ppt/notesMasters/notesMaster1.xml" Id="R2d96a0db096548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0eab44ac294186" /><Relationship Type="http://schemas.openxmlformats.org/officeDocument/2006/relationships/notesMaster" Target="/ppt/notesMasters/notesMaster1.xml" Id="Re07c424af7c747d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21e27463134e2d" /><Relationship Type="http://schemas.openxmlformats.org/officeDocument/2006/relationships/notesMaster" Target="/ppt/notesMasters/notesMaster1.xml" Id="R1f7d3254767f44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684024e860f4ab0" /><Relationship Type="http://schemas.openxmlformats.org/officeDocument/2006/relationships/notesMaster" Target="/ppt/notesMasters/notesMaster1.xml" Id="R17e5d2224a5b468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d6888fdefa4a13" /><Relationship Type="http://schemas.openxmlformats.org/officeDocument/2006/relationships/notesMaster" Target="/ppt/notesMasters/notesMaster1.xml" Id="R12c87e935772469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b01b72b2c374051" /><Relationship Type="http://schemas.openxmlformats.org/officeDocument/2006/relationships/notesMaster" Target="/ppt/notesMasters/notesMaster1.xml" Id="Rce99588d091f404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94f279a2b246b4" /><Relationship Type="http://schemas.openxmlformats.org/officeDocument/2006/relationships/notesMaster" Target="/ppt/notesMasters/notesMaster1.xml" Id="R30a1ea97f297479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126e21e49e04ad4" /><Relationship Type="http://schemas.openxmlformats.org/officeDocument/2006/relationships/notesMaster" Target="/ppt/notesMasters/notesMaster1.xml" Id="R58b641f5a16740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1bdf31145544d4b" /><Relationship Type="http://schemas.openxmlformats.org/officeDocument/2006/relationships/notesMaster" Target="/ppt/notesMasters/notesMaster1.xml" Id="R59ea9a1517af4c8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2c46ceaa3784b60" /><Relationship Type="http://schemas.openxmlformats.org/officeDocument/2006/relationships/notesMaster" Target="/ppt/notesMasters/notesMaster1.xml" Id="R184f6112c56847e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d61ed49d542489c" /><Relationship Type="http://schemas.openxmlformats.org/officeDocument/2006/relationships/notesMaster" Target="/ppt/notesMasters/notesMaster1.xml" Id="R553b40b926b748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a9ab33cbd954e94" /><Relationship Type="http://schemas.openxmlformats.org/officeDocument/2006/relationships/notesMaster" Target="/ppt/notesMasters/notesMaster1.xml" Id="R4814f4b58e1f421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94af0f4f1a4a48" /><Relationship Type="http://schemas.openxmlformats.org/officeDocument/2006/relationships/notesMaster" Target="/ppt/notesMasters/notesMaster1.xml" Id="R076e8777705d4a3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8d29834ea3b489f" /><Relationship Type="http://schemas.openxmlformats.org/officeDocument/2006/relationships/notesMaster" Target="/ppt/notesMasters/notesMaster1.xml" Id="R85ae8fa174534e7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a6a8ea6e8ed4ecd" /><Relationship Type="http://schemas.openxmlformats.org/officeDocument/2006/relationships/notesMaster" Target="/ppt/notesMasters/notesMaster1.xml" Id="R42227b6f465b4b1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e5f035a2c184f77" /><Relationship Type="http://schemas.openxmlformats.org/officeDocument/2006/relationships/notesMaster" Target="/ppt/notesMasters/notesMaster1.xml" Id="R5301ffff27de4b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a9b79e89d9d4b54" /><Relationship Type="http://schemas.openxmlformats.org/officeDocument/2006/relationships/notesMaster" Target="/ppt/notesMasters/notesMaster1.xml" Id="R8df39ab6ded7431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e15dec024b24f08" /><Relationship Type="http://schemas.openxmlformats.org/officeDocument/2006/relationships/notesMaster" Target="/ppt/notesMasters/notesMaster1.xml" Id="R1e4e05434c4c4f9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824bf32bb8844cc" /><Relationship Type="http://schemas.openxmlformats.org/officeDocument/2006/relationships/notesMaster" Target="/ppt/notesMasters/notesMaster1.xml" Id="R94b5991f51b7451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5e86ef5e4ac4c78" /><Relationship Type="http://schemas.openxmlformats.org/officeDocument/2006/relationships/notesMaster" Target="/ppt/notesMasters/notesMaster1.xml" Id="Rd7e5c0f1db514ac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b48a3fb73c4f7c" /><Relationship Type="http://schemas.openxmlformats.org/officeDocument/2006/relationships/notesMaster" Target="/ppt/notesMasters/notesMaster1.xml" Id="Re526ece424ce4e7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de9dd9044ab4dc7" /><Relationship Type="http://schemas.openxmlformats.org/officeDocument/2006/relationships/notesMaster" Target="/ppt/notesMasters/notesMaster1.xml" Id="R37e10055405f493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3d8561d00c04bdd" /><Relationship Type="http://schemas.openxmlformats.org/officeDocument/2006/relationships/notesMaster" Target="/ppt/notesMasters/notesMaster1.xml" Id="Rf6a4342078fa41f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9bbebd7d5474d63" /><Relationship Type="http://schemas.openxmlformats.org/officeDocument/2006/relationships/notesMaster" Target="/ppt/notesMasters/notesMaster1.xml" Id="R5c359886cf41444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43abac9be4f4440" /><Relationship Type="http://schemas.openxmlformats.org/officeDocument/2006/relationships/notesMaster" Target="/ppt/notesMasters/notesMaster1.xml" Id="Rf589ef7dd01e47a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c5fafa2bc6a4edb" /><Relationship Type="http://schemas.openxmlformats.org/officeDocument/2006/relationships/notesMaster" Target="/ppt/notesMasters/notesMaster1.xml" Id="R3f05699dc7a4402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32a68dbbe1a4d30" /><Relationship Type="http://schemas.openxmlformats.org/officeDocument/2006/relationships/notesMaster" Target="/ppt/notesMasters/notesMaster1.xml" Id="R5b3ea72a93104a3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e9890275a4b408d" /><Relationship Type="http://schemas.openxmlformats.org/officeDocument/2006/relationships/notesMaster" Target="/ppt/notesMasters/notesMaster1.xml" Id="R78ce29695eb2469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9d735d5a0c149ef" /><Relationship Type="http://schemas.openxmlformats.org/officeDocument/2006/relationships/notesMaster" Target="/ppt/notesMasters/notesMaster1.xml" Id="R4e6e37e807e84f5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dfc0b9d95864121" /><Relationship Type="http://schemas.openxmlformats.org/officeDocument/2006/relationships/notesMaster" Target="/ppt/notesMasters/notesMaster1.xml" Id="Rb08095cc29b4442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d74f5eb04e14de6" /><Relationship Type="http://schemas.openxmlformats.org/officeDocument/2006/relationships/notesMaster" Target="/ppt/notesMasters/notesMaster1.xml" Id="R80c63d38da374ab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626459f2e6c4011" /><Relationship Type="http://schemas.openxmlformats.org/officeDocument/2006/relationships/notesMaster" Target="/ppt/notesMasters/notesMaster1.xml" Id="R494eaadeaf46466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90cc1b9c18f4a8e" /><Relationship Type="http://schemas.openxmlformats.org/officeDocument/2006/relationships/notesMaster" Target="/ppt/notesMasters/notesMaster1.xml" Id="Re2a74ae2884c40f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a3ab7858652409a" /><Relationship Type="http://schemas.openxmlformats.org/officeDocument/2006/relationships/notesMaster" Target="/ppt/notesMasters/notesMaster1.xml" Id="R2cbe4bb05532446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0927fd5c8e24423" /><Relationship Type="http://schemas.openxmlformats.org/officeDocument/2006/relationships/notesMaster" Target="/ppt/notesMasters/notesMaster1.xml" Id="Rd979f9751473462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69ddbad52a04262" /><Relationship Type="http://schemas.openxmlformats.org/officeDocument/2006/relationships/notesMaster" Target="/ppt/notesMasters/notesMaster1.xml" Id="Ra6f24a11052441e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d820a1da93d4001" /><Relationship Type="http://schemas.openxmlformats.org/officeDocument/2006/relationships/notesMaster" Target="/ppt/notesMasters/notesMaster1.xml" Id="Rf42f636d2ac3488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a732b3a97b24403" /><Relationship Type="http://schemas.openxmlformats.org/officeDocument/2006/relationships/notesMaster" Target="/ppt/notesMasters/notesMaster1.xml" Id="R73b170bccef6464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7e422157b014ccb" /><Relationship Type="http://schemas.openxmlformats.org/officeDocument/2006/relationships/notesMaster" Target="/ppt/notesMasters/notesMaster1.xml" Id="Rbc3f9a2585634e7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7f1cf697d6c411a" /><Relationship Type="http://schemas.openxmlformats.org/officeDocument/2006/relationships/notesMaster" Target="/ppt/notesMasters/notesMaster1.xml" Id="R812d794546f4434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6488879474b46cf" /><Relationship Type="http://schemas.openxmlformats.org/officeDocument/2006/relationships/notesMaster" Target="/ppt/notesMasters/notesMaster1.xml" Id="R77e853585e61491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295b85f22874ed2" /><Relationship Type="http://schemas.openxmlformats.org/officeDocument/2006/relationships/notesMaster" Target="/ppt/notesMasters/notesMaster1.xml" Id="R457abb8a7edd4c3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39819e3e4504694" /><Relationship Type="http://schemas.openxmlformats.org/officeDocument/2006/relationships/notesMaster" Target="/ppt/notesMasters/notesMaster1.xml" Id="R9b70a26505f04c1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024cfde531a4401" /><Relationship Type="http://schemas.openxmlformats.org/officeDocument/2006/relationships/notesMaster" Target="/ppt/notesMasters/notesMaster1.xml" Id="R0d661247b484415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065026769a64912" /><Relationship Type="http://schemas.openxmlformats.org/officeDocument/2006/relationships/notesMaster" Target="/ppt/notesMasters/notesMaster1.xml" Id="R65cda650768f4fd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c1d9b3e03784f74" /><Relationship Type="http://schemas.openxmlformats.org/officeDocument/2006/relationships/notesMaster" Target="/ppt/notesMasters/notesMaster1.xml" Id="Rf2ea34a535aa470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a3829f5219d4d93" /><Relationship Type="http://schemas.openxmlformats.org/officeDocument/2006/relationships/notesMaster" Target="/ppt/notesMasters/notesMaster1.xml" Id="R1a356df9be464f9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05fa26ce07e494c" /><Relationship Type="http://schemas.openxmlformats.org/officeDocument/2006/relationships/notesMaster" Target="/ppt/notesMasters/notesMaster1.xml" Id="R9adcd2c87826439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61b8b24c1474469" /><Relationship Type="http://schemas.openxmlformats.org/officeDocument/2006/relationships/notesMaster" Target="/ppt/notesMasters/notesMaster1.xml" Id="Rfc7a5191547740a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49b1b1c019f4bc5" /><Relationship Type="http://schemas.openxmlformats.org/officeDocument/2006/relationships/notesMaster" Target="/ppt/notesMasters/notesMaster1.xml" Id="R1f9b7a5fbcad45f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7928d5c07b641e1" /><Relationship Type="http://schemas.openxmlformats.org/officeDocument/2006/relationships/notesMaster" Target="/ppt/notesMasters/notesMaster1.xml" Id="R429739c4e18f4d9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df0082c940b4df2" /><Relationship Type="http://schemas.openxmlformats.org/officeDocument/2006/relationships/notesMaster" Target="/ppt/notesMasters/notesMaster1.xml" Id="R5c26fb7f9f64473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58d7df699e14ff3" /><Relationship Type="http://schemas.openxmlformats.org/officeDocument/2006/relationships/notesMaster" Target="/ppt/notesMasters/notesMaster1.xml" Id="Re60777ff16f1497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29aa542dcfe4e32" /><Relationship Type="http://schemas.openxmlformats.org/officeDocument/2006/relationships/notesMaster" Target="/ppt/notesMasters/notesMaster1.xml" Id="Red8dd1732bf44c3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90a5669a2254a9b" /><Relationship Type="http://schemas.openxmlformats.org/officeDocument/2006/relationships/notesMaster" Target="/ppt/notesMasters/notesMaster1.xml" Id="R69588bc6f19548f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1b9c55c71174436" /><Relationship Type="http://schemas.openxmlformats.org/officeDocument/2006/relationships/notesMaster" Target="/ppt/notesMasters/notesMaster1.xml" Id="R0c78993cf8a24ae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e1583671ad9460a" /><Relationship Type="http://schemas.openxmlformats.org/officeDocument/2006/relationships/notesMaster" Target="/ppt/notesMasters/notesMaster1.xml" Id="Rd983f48b3711491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d25df470bfb4d74" /><Relationship Type="http://schemas.openxmlformats.org/officeDocument/2006/relationships/notesMaster" Target="/ppt/notesMasters/notesMaster1.xml" Id="Re81bbc66fcad4c9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a40be7d8dff472f" /><Relationship Type="http://schemas.openxmlformats.org/officeDocument/2006/relationships/notesMaster" Target="/ppt/notesMasters/notesMaster1.xml" Id="Rb93d389108f341c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13c2ed04a5684e92" /><Relationship Type="http://schemas.openxmlformats.org/officeDocument/2006/relationships/notesMaster" Target="/ppt/notesMasters/notesMaster1.xml" Id="Rbc8851251eec4c3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5b371567a9e4d48" /><Relationship Type="http://schemas.openxmlformats.org/officeDocument/2006/relationships/notesMaster" Target="/ppt/notesMasters/notesMaster1.xml" Id="Re4b42e6413bc459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aa29a876185407c" /><Relationship Type="http://schemas.openxmlformats.org/officeDocument/2006/relationships/notesMaster" Target="/ppt/notesMasters/notesMaster1.xml" Id="R19816844658c482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157d8e3a3104021" /><Relationship Type="http://schemas.openxmlformats.org/officeDocument/2006/relationships/notesMaster" Target="/ppt/notesMasters/notesMaster1.xml" Id="R8f3d913401a7434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678b4f1479045cd" /><Relationship Type="http://schemas.openxmlformats.org/officeDocument/2006/relationships/notesMaster" Target="/ppt/notesMasters/notesMaster1.xml" Id="Rf44eda11da9c420a"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c4420ab56424026" /><Relationship Type="http://schemas.openxmlformats.org/officeDocument/2006/relationships/notesMaster" Target="/ppt/notesMasters/notesMaster1.xml" Id="R7870d06e9b7045d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53f8c0639574c6d" /><Relationship Type="http://schemas.openxmlformats.org/officeDocument/2006/relationships/notesMaster" Target="/ppt/notesMasters/notesMaster1.xml" Id="Rab055333b27d4d3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e0b9b8b94b94a82" /><Relationship Type="http://schemas.openxmlformats.org/officeDocument/2006/relationships/notesMaster" Target="/ppt/notesMasters/notesMaster1.xml" Id="Rbaf9ecd897be436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15609123b6c4245" /><Relationship Type="http://schemas.openxmlformats.org/officeDocument/2006/relationships/notesMaster" Target="/ppt/notesMasters/notesMaster1.xml" Id="R2c43af2b82a640c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dc675b34765410f" /><Relationship Type="http://schemas.openxmlformats.org/officeDocument/2006/relationships/notesMaster" Target="/ppt/notesMasters/notesMaster1.xml" Id="R06584071749145c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d2b5911a52e4d21" /><Relationship Type="http://schemas.openxmlformats.org/officeDocument/2006/relationships/notesMaster" Target="/ppt/notesMasters/notesMaster1.xml" Id="R9debaca6c07d47f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09f58db680d4f12" /><Relationship Type="http://schemas.openxmlformats.org/officeDocument/2006/relationships/notesMaster" Target="/ppt/notesMasters/notesMaster1.xml" Id="R96ce9ca29c94453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93d7e2c17a440e0" /><Relationship Type="http://schemas.openxmlformats.org/officeDocument/2006/relationships/notesMaster" Target="/ppt/notesMasters/notesMaster1.xml" Id="R06ba3af941d8462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70ce9624225490f" /><Relationship Type="http://schemas.openxmlformats.org/officeDocument/2006/relationships/notesMaster" Target="/ppt/notesMasters/notesMaster1.xml" Id="R368bc295d0c04ce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089c1ee13cd4c2e" /><Relationship Type="http://schemas.openxmlformats.org/officeDocument/2006/relationships/notesMaster" Target="/ppt/notesMasters/notesMaster1.xml" Id="Re238f5dae54a44e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50e9b24e6c24fa6" /><Relationship Type="http://schemas.openxmlformats.org/officeDocument/2006/relationships/notesMaster" Target="/ppt/notesMasters/notesMaster1.xml" Id="Rf2f5d91f38e64619"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d8ae1d22f68404e" /><Relationship Type="http://schemas.openxmlformats.org/officeDocument/2006/relationships/notesMaster" Target="/ppt/notesMasters/notesMaster1.xml" Id="R39416ad441ae4a5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80f69f1b6774127" /><Relationship Type="http://schemas.openxmlformats.org/officeDocument/2006/relationships/notesMaster" Target="/ppt/notesMasters/notesMaster1.xml" Id="R54f567f1284d4d2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58828da86d14f4c" /><Relationship Type="http://schemas.openxmlformats.org/officeDocument/2006/relationships/notesMaster" Target="/ppt/notesMasters/notesMaster1.xml" Id="R623fa3dbc843402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24f4a7bf4e674bf7" /><Relationship Type="http://schemas.openxmlformats.org/officeDocument/2006/relationships/notesMaster" Target="/ppt/notesMasters/notesMaster1.xml" Id="Ra2e9f144a2b94f80"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19db7d93faa49ac" /><Relationship Type="http://schemas.openxmlformats.org/officeDocument/2006/relationships/notesMaster" Target="/ppt/notesMasters/notesMaster1.xml" Id="R35a09cd71418459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280221dae024f64" /><Relationship Type="http://schemas.openxmlformats.org/officeDocument/2006/relationships/notesMaster" Target="/ppt/notesMasters/notesMaster1.xml" Id="Rcef613b6a81142c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8ac87575a7294f11" /><Relationship Type="http://schemas.openxmlformats.org/officeDocument/2006/relationships/notesMaster" Target="/ppt/notesMasters/notesMaster1.xml" Id="Rf89c517fedd64ed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ffe2b5182c64802" /><Relationship Type="http://schemas.openxmlformats.org/officeDocument/2006/relationships/notesMaster" Target="/ppt/notesMasters/notesMaster1.xml" Id="R5b4e9b40fa4e4be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7ddccac03f74a0d" /><Relationship Type="http://schemas.openxmlformats.org/officeDocument/2006/relationships/notesMaster" Target="/ppt/notesMasters/notesMaster1.xml" Id="Rd5d9c33ccb4744b2"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844cba67439479a" /><Relationship Type="http://schemas.openxmlformats.org/officeDocument/2006/relationships/notesMaster" Target="/ppt/notesMasters/notesMaster1.xml" Id="R6ccb7bcb108449f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0975ad77c4643fe" /><Relationship Type="http://schemas.openxmlformats.org/officeDocument/2006/relationships/notesMaster" Target="/ppt/notesMasters/notesMaster1.xml" Id="Re047b28cf5d9439f"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92ba24da1cb411e" /><Relationship Type="http://schemas.openxmlformats.org/officeDocument/2006/relationships/notesMaster" Target="/ppt/notesMasters/notesMaster1.xml" Id="R68485dbf2e1846d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45c35e22137443ac" /><Relationship Type="http://schemas.openxmlformats.org/officeDocument/2006/relationships/notesMaster" Target="/ppt/notesMasters/notesMaster1.xml" Id="R86c6007ad76742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낮은 할당량만으로 고르지 않았다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낮은 할당량만으로 고르지 않았다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“두 후보 모두 결과를 지키고 할당량도 낮다면, 무엇을 더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‘이번 근거로 어떤 구현을 선택할까?’를 회수한다. 이제 밝기 통계 작업에서 실제로 선택한 후보를 본다.</a:t>
            </a:r>
          </a:p>
          <a:p xmlns:a="http://schemas.openxmlformats.org/drawingml/2006/main">
            <a:r>
              <a:t>2. (0:45–1:45) 위쪽 공통 조건만 가리킨다. 후보 비교에서 두 구현 모두 결과 6항목을 보존했고, 기존 평탄화 구현보다 traced Python 할당 피크가 낮았다. 낮은 할당량만으로 선택을 끝내지 않았다.</a:t>
            </a:r>
          </a:p>
          <a:p xmlns:a="http://schemas.openxmlformats.org/drawingml/2006/main">
            <a:r>
              <a:t>3. (1:45–3:15) 위쪽 수동 순회 행을 왼쪽에서 오른쪽으로 짚은 뒤 아래 선택한 행을 읽는다. 두 후보의 실행시간은 달랐고, 느린 수동 순회를 제외하고 더 빠른 행 단위 내장 연산을 골랐다. 색과 함께 ‘제외’/‘선택’ 단어가 판단을 표시한다.</a:t>
            </a:r>
          </a:p>
          <a:p xmlns:a="http://schemas.openxmlformats.org/drawingml/2006/main">
            <a:r>
              <a:t>4. (3:15–4:15) 수동 순회는 Python 코드로 픽셀을 하나씩 계산하는 후보이고, 선택한 후보는 각 행에 내장 min/max/sum을 사용한다. 세 차례 행 순회를 유지하면서 큰 임시 리스트를 없앤 trade-off다. 알고리즘 강의나 다른 언어의 성능 법칙으로 확장하지 않는다.</a:t>
            </a:r>
          </a:p>
          <a:p xmlns:a="http://schemas.openxmlformats.org/drawingml/2006/main">
            <a:r>
              <a:t>5. (4:15–5:00) 이 장은 TRIAL-008의 후보 선택 기록이다. Skill의 단독 효과를 입증한 비교가 아니다. 다음 S58에서 실제 제품 상태에 반영한 변경을 별도 기준으로 확인한다.</a:t>
            </a:r>
          </a:p>
          <a:p xmlns:a="http://schemas.openxmlformats.org/drawingml/2006/main">
            <a:r>
              <a:t/>
            </a:r>
          </a:p>
          <a:p xmlns:a="http://schemas.openxmlformats.org/drawingml/2006/main">
            <a:r>
              <a:t>Evidence / Source: `plan/DEMO_MATRIX.md` TRIAL-008의 Investigation, Plan, Decision, Implementation 및 `plan/CLAIM_FREEZE.md`의 후보 비교 범위. 대상은 image_statistics, deterministic synthetic 1024×768 image (786,432 pixels, max255), CPython3.9.6 / macOS26.6.2 arm64. 같은 여섯 결과(width, height, pixel_count, minimum, maximum, mean)를 대조했다. 원자료는 기존 평탄화, row reductions, manual Python single pass를 비교한다. 화면은 선택 판단에 필요한 두 변경 후보를 요약하고 기존 구현을 할당량 비교 기준으로 둔다. 기존 수치·raw record는 원자료에 보존한다.</a:t>
            </a:r>
          </a:p>
          <a:p xmlns:a="http://schemas.openxmlformats.org/drawingml/2006/main">
            <a:r>
              <a:t/>
            </a:r>
          </a:p>
          <a:p xmlns:a="http://schemas.openxmlformats.org/drawingml/2006/main">
            <a:r>
              <a:t>Claim Boundary: 정확한 후보 시간·할당량 수치는 이 장에 표시하지 않는다. ‘더 느림/더 빠름’은 화면의 두 후보 사이 비교이고 ‘기존보다 낮은 할당 피크’는 기존 평탄화 구현과의 비교다. Python tracemalloc 관찰 피크는 process RSS나 전체 시스템 메모리가 아니다. 후보 비교를 S58의 formal STATE-04/STATE-04-PERF 측정과 섞지 않는다. Skill이 알고리즘을 공급했거나 단독으로 결과를 일으켰다고 말하지 않는다. 현재 제품 재현·일반적 성능 보장·새 Trial 주장은 없다.</a:t>
            </a:r>
          </a:p>
          <a:p xmlns:a="http://schemas.openxmlformats.org/drawingml/2006/main">
            <a:r>
              <a:t/>
            </a:r>
          </a:p>
          <a:p xmlns:a="http://schemas.openxmlformats.org/drawingml/2006/main">
            <a:r>
              <a:t>Beginner Explanation: 결과가 같은지와 할당량을 확인한 뒤에도 실행시간을 비교해야 했다. 같은 기준을 통과한 후보 중 이번 근거가 뒷받침하는 구현을 선택했다.</a:t>
            </a:r>
          </a:p>
          <a:p xmlns:a="http://schemas.openxmlformats.org/drawingml/2006/main">
            <a:r>
              <a:t/>
            </a:r>
          </a:p>
          <a:p xmlns:a="http://schemas.openxmlformats.org/drawingml/2006/main">
            <a:r>
              <a:t>Advanced Insight: 수동 단일 순회의 낮은 할당량만으로는 변경을 정당화하지 못했다. Python 내장 연산의 행 단위 반복과 직접 루프의 trade-off를 이 workload에서 측정했다. Candidate comparison과 제품 상태 전후 측정은 별도 Evidence다.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기록 요약 — 공통 조건, 위쪽 수동 순회, 아래쪽 선택한 후보 순으로 가리킨다. 동등한 길이의 연결선은 관찰 요약과 판단의 관계이며 비율이나 실행시간을 나타내는 막대가 아니다. 구현 코드·정확한 후보 수치·현재 제품 실행을 추가하지 않는다. Case5분은 DEMO-03의8 Demo분에 포함하지 않는다.</a:t>
            </a:r>
          </a:p>
          <a:p xmlns:a="http://schemas.openxmlformats.org/drawingml/2006/main">
            <a:r>
              <a:t/>
            </a:r>
          </a:p>
          <a:p xmlns:a="http://schemas.openxmlformats.org/drawingml/2006/main">
            <a:r>
              <a:t>Audience Interaction: 위쪽 공통 조건에서 Opening Question을 던지고 잠깐 생각할 시간을 둔다. 화면에 이미 선택이 보이므로 숨긴 결과를 맞히는 퀴즈로 진행하지 않는다. 공개 답변·실습·추가 Q&amp;A 시간은 요구하지 않는다.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S56 회수0.75, 공통 조건1, 두 후보·선택1.5, trade-off1, 범위·S58 전환0.75. 지연 시 함수명·결과 여섯 필드 낭독을 생략한다. 두 비교 기준과 후보/제품 상태 구분은 유지하고5분에 S58로 이동한다.</a:t>
            </a:r>
          </a:p>
          <a:p xmlns:a="http://schemas.openxmlformats.org/drawingml/2006/main">
            <a:r>
              <a:t/>
            </a:r>
          </a:p>
          <a:p xmlns:a="http://schemas.openxmlformats.org/drawingml/2006/main">
            <a:r>
              <a:t>Fallback: LOCAL STATIC ARTIFACT — production/ACT_3.pptx의 S57, production/preview/act3/S57.png 및 production/preview/full/S57.png. 실제 실행 화면이 아닌 보존된 후보 비교 기록의 시각적 요약이다. 현재 제품·Demo repository를 실행하지 않는다. 최신 파일·내장 Notes 대조는 production/evaluation/S57_CANDIDATE_SELECTION_REVISION.md를 따른다.</a:t>
            </a:r>
          </a:p>
          <a:p xmlns:a="http://schemas.openxmlformats.org/drawingml/2006/main">
            <a:r>
              <a:t/>
            </a:r>
          </a:p>
          <a:p xmlns:a="http://schemas.openxmlformats.org/drawingml/2006/main">
            <a:r>
              <a:t>Validation Status: ALIGNED — DEC-0069의19필드·Case5분·후보 비교 범위를 정렬했다. 최종 로컬 렌더와 Notes 대조는 production/evaluation/S57_CANDIDATE_SELECTION_REVISION.md에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9babe4a5ea406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eaa104d2af5430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8e85b97037429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97e8d230792440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dd3c7c8e8b94c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dd7400e47854e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07695F-37AE-4F3A-90DA-F9BF248AF16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37FB3BF-11DF-40AE-8554-077E7ACA7EB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A81CA0C-0ED1-4C78-8AD1-A03D3C8E9CC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DD6855-775F-4541-ABAB-312A96FBA5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E2205AC-DB7C-4B73-B815-A5CA03E610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E19B91D-4ABC-4143-A387-54C61B883F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CF58D1-F74E-41C1-AC80-5305CCDFD2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7883C23-B96B-4CCA-9A96-08F10C400CF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4CD9E0-3214-4F48-AA57-C50AFDEF69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48B158-BA1E-4F97-BDBD-C5D1DF3FC58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a393145e83467c" /><Relationship Type="http://schemas.openxmlformats.org/officeDocument/2006/relationships/slideLayout" Target="/ppt/slideLayouts/slideLayout1.xml" Id="Rbb0edeff996746d2" /><Relationship Type="http://schemas.openxmlformats.org/officeDocument/2006/relationships/slideLayout" Target="/ppt/slideLayouts/slideLayout2.xml" Id="R3918ac5b0fa043b0" /><Relationship Type="http://schemas.openxmlformats.org/officeDocument/2006/relationships/slideLayout" Target="/ppt/slideLayouts/slideLayout3.xml" Id="Rfc4b16171b8b4307" /><Relationship Type="http://schemas.openxmlformats.org/officeDocument/2006/relationships/slideLayout" Target="/ppt/slideLayouts/slideLayout4.xml" Id="Rcdf8e3e15b7f41ea" /><Relationship Type="http://schemas.openxmlformats.org/officeDocument/2006/relationships/slideLayout" Target="/ppt/slideLayouts/slideLayout5.xml" Id="Rf393afaedccf4924" /><Relationship Type="http://schemas.openxmlformats.org/officeDocument/2006/relationships/slideLayout" Target="/ppt/slideLayouts/slideLayout6.xml" Id="R338f85c5e3ba44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0edeff996746d2"/>
    <p:sldLayoutId xmlns:r="http://schemas.openxmlformats.org/officeDocument/2006/relationships" id="2147483650" r:id="R3918ac5b0fa043b0"/>
    <p:sldLayoutId xmlns:r="http://schemas.openxmlformats.org/officeDocument/2006/relationships" id="2147483651" r:id="Rfc4b16171b8b4307"/>
    <p:sldLayoutId xmlns:r="http://schemas.openxmlformats.org/officeDocument/2006/relationships" id="2147483652" r:id="Rcdf8e3e15b7f41ea"/>
    <p:sldLayoutId xmlns:r="http://schemas.openxmlformats.org/officeDocument/2006/relationships" id="2147483653" r:id="Rf393afaedccf4924"/>
    <p:sldLayoutId xmlns:r="http://schemas.openxmlformats.org/officeDocument/2006/relationships" id="2147483654" r:id="R338f85c5e3ba44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3d6162258904218" /><Relationship Type="http://schemas.openxmlformats.org/officeDocument/2006/relationships/image" Target="/ppt/media/image.png" Id="Re47ecf469803491c" /><Relationship Type="http://schemas.openxmlformats.org/officeDocument/2006/relationships/notesSlide" Target="/ppt/notesSlides/notesSlide1.xml" Id="R9b1c872dd39d4b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b79261d8673416a" /><Relationship Type="http://schemas.openxmlformats.org/officeDocument/2006/relationships/notesSlide" Target="/ppt/notesSlides/notesSlide2.xml" Id="R08e10f534d024f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51c3fde79ab428f" /><Relationship Type="http://schemas.openxmlformats.org/officeDocument/2006/relationships/notesSlide" Target="/ppt/notesSlides/notesSlide3.xml" Id="R7c6d728c46e44bc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bd57c100dea4fd5" /><Relationship Type="http://schemas.openxmlformats.org/officeDocument/2006/relationships/image" Target="/ppt/media/image2.png" Id="Rd0af62f0d4ec4aa4" /><Relationship Type="http://schemas.openxmlformats.org/officeDocument/2006/relationships/notesSlide" Target="/ppt/notesSlides/notesSlide4.xml" Id="Rf3d004a8eaac41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aa1586f9d4a4f5d" /><Relationship Type="http://schemas.openxmlformats.org/officeDocument/2006/relationships/notesSlide" Target="/ppt/notesSlides/notesSlide5.xml" Id="Rc4d71d790cfc457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48fdc312c6e4d4b" /><Relationship Type="http://schemas.openxmlformats.org/officeDocument/2006/relationships/notesSlide" Target="/ppt/notesSlides/notesSlide6.xml" Id="Reaba08f3466443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167a7a6ed6a430e" /><Relationship Type="http://schemas.openxmlformats.org/officeDocument/2006/relationships/image" Target="/ppt/media/image3.png" Id="R6ba28256948a48ab" /><Relationship Type="http://schemas.openxmlformats.org/officeDocument/2006/relationships/notesSlide" Target="/ppt/notesSlides/notesSlide7.xml" Id="R3113e806a8e946b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45438bb7371459e" /><Relationship Type="http://schemas.openxmlformats.org/officeDocument/2006/relationships/notesSlide" Target="/ppt/notesSlides/notesSlide8.xml" Id="Rf6df7094178246c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a988c3b19b8412d" /><Relationship Type="http://schemas.openxmlformats.org/officeDocument/2006/relationships/image" Target="/ppt/media/image4.png" Id="R129bfd86d46f4637" /><Relationship Type="http://schemas.openxmlformats.org/officeDocument/2006/relationships/image" Target="/ppt/media/image5.png" Id="R6b1e93c898314fa4" /><Relationship Type="http://schemas.openxmlformats.org/officeDocument/2006/relationships/image" Target="/ppt/media/image6.png" Id="Rb0296ee8a01b49c8" /><Relationship Type="http://schemas.openxmlformats.org/officeDocument/2006/relationships/notesSlide" Target="/ppt/notesSlides/notesSlide9.xml" Id="Rc6d77d01d1b74d8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42441c7734e43bd" /><Relationship Type="http://schemas.openxmlformats.org/officeDocument/2006/relationships/notesSlide" Target="/ppt/notesSlides/notesSlide10.xml" Id="R0e470f45f678447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408e1022a7a4493" /><Relationship Type="http://schemas.openxmlformats.org/officeDocument/2006/relationships/image" Target="/ppt/media/image7.png" Id="Rd60a3dc25e874ee4" /><Relationship Type="http://schemas.openxmlformats.org/officeDocument/2006/relationships/image" Target="/ppt/media/image8.png" Id="Rbe22903702904585" /><Relationship Type="http://schemas.openxmlformats.org/officeDocument/2006/relationships/image" Target="/ppt/media/image9.png" Id="R0d6fd205145044fc" /><Relationship Type="http://schemas.openxmlformats.org/officeDocument/2006/relationships/notesSlide" Target="/ppt/notesSlides/notesSlide11.xml" Id="R564751930cbd40b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b5d4cd7522344db" /><Relationship Type="http://schemas.openxmlformats.org/officeDocument/2006/relationships/image" Target="/ppt/media/image10.png" Id="R93374c8a74374137" /><Relationship Type="http://schemas.openxmlformats.org/officeDocument/2006/relationships/notesSlide" Target="/ppt/notesSlides/notesSlide12.xml" Id="R1be126e41fc842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fecce26993946d5" /><Relationship Type="http://schemas.openxmlformats.org/officeDocument/2006/relationships/image" Target="/ppt/media/image11.png" Id="R86eff5ab4cdf4b66" /><Relationship Type="http://schemas.openxmlformats.org/officeDocument/2006/relationships/notesSlide" Target="/ppt/notesSlides/notesSlide13.xml" Id="Rd24b73c7bf5a46f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e7d9e1e89474521" /><Relationship Type="http://schemas.openxmlformats.org/officeDocument/2006/relationships/notesSlide" Target="/ppt/notesSlides/notesSlide14.xml" Id="R74acf8b73b8346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d5a3ab988424d52" /><Relationship Type="http://schemas.openxmlformats.org/officeDocument/2006/relationships/notesSlide" Target="/ppt/notesSlides/notesSlide15.xml" Id="R21658ae788e043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1b2a89022234633" /><Relationship Type="http://schemas.openxmlformats.org/officeDocument/2006/relationships/notesSlide" Target="/ppt/notesSlides/notesSlide16.xml" Id="R3117f489454745f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4b37ebee2d0423d" /><Relationship Type="http://schemas.openxmlformats.org/officeDocument/2006/relationships/notesSlide" Target="/ppt/notesSlides/notesSlide17.xml" Id="R5f4e15dc7c5b42c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4ab025527434181" /><Relationship Type="http://schemas.openxmlformats.org/officeDocument/2006/relationships/notesSlide" Target="/ppt/notesSlides/notesSlide18.xml" Id="Rf87b893c40cf4c5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a9688f551fd40b3" /><Relationship Type="http://schemas.openxmlformats.org/officeDocument/2006/relationships/notesSlide" Target="/ppt/notesSlides/notesSlide19.xml" Id="R0aa4e4c6f3cb4be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a143e609b7244c9" /><Relationship Type="http://schemas.openxmlformats.org/officeDocument/2006/relationships/notesSlide" Target="/ppt/notesSlides/notesSlide20.xml" Id="R0e2628c372764f8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aaef05d33e1442f" /><Relationship Type="http://schemas.openxmlformats.org/officeDocument/2006/relationships/notesSlide" Target="/ppt/notesSlides/notesSlide21.xml" Id="Rb22fecae6237427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335dfaccc7e45f1" /><Relationship Type="http://schemas.openxmlformats.org/officeDocument/2006/relationships/notesSlide" Target="/ppt/notesSlides/notesSlide22.xml" Id="R42bfddcff49a4ed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fcdab863c0d4994" /><Relationship Type="http://schemas.openxmlformats.org/officeDocument/2006/relationships/notesSlide" Target="/ppt/notesSlides/notesSlide23.xml" Id="R6185c12c7b884a1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4e2c33617644437" /><Relationship Type="http://schemas.openxmlformats.org/officeDocument/2006/relationships/notesSlide" Target="/ppt/notesSlides/notesSlide24.xml" Id="R58dce1f93220459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f1bbef92a184781" /><Relationship Type="http://schemas.openxmlformats.org/officeDocument/2006/relationships/notesSlide" Target="/ppt/notesSlides/notesSlide25.xml" Id="Rdaa1e4b89fc7455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5aa27d985c9499e" /><Relationship Type="http://schemas.openxmlformats.org/officeDocument/2006/relationships/notesSlide" Target="/ppt/notesSlides/notesSlide26.xml" Id="R225b46c47d5d4b7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1a14d83d6ae4f78" /><Relationship Type="http://schemas.openxmlformats.org/officeDocument/2006/relationships/notesSlide" Target="/ppt/notesSlides/notesSlide27.xml" Id="R4b2c8fb5417646d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4b4dbe498ba4ef0" /><Relationship Type="http://schemas.openxmlformats.org/officeDocument/2006/relationships/notesSlide" Target="/ppt/notesSlides/notesSlide28.xml" Id="R19a1c7951e95455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cbc48436ef9467e" /><Relationship Type="http://schemas.openxmlformats.org/officeDocument/2006/relationships/notesSlide" Target="/ppt/notesSlides/notesSlide29.xml" Id="R0fd82c97e39a4d9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c93158642b34695" /><Relationship Type="http://schemas.openxmlformats.org/officeDocument/2006/relationships/notesSlide" Target="/ppt/notesSlides/notesSlide30.xml" Id="Rda21ffb4352b44d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3876d21f2644ae8" /><Relationship Type="http://schemas.openxmlformats.org/officeDocument/2006/relationships/notesSlide" Target="/ppt/notesSlides/notesSlide31.xml" Id="R964dd10e0f3a4a6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48c3601a95f416e" /><Relationship Type="http://schemas.openxmlformats.org/officeDocument/2006/relationships/notesSlide" Target="/ppt/notesSlides/notesSlide32.xml" Id="R884af4635af5487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23af1b66e824131" /><Relationship Type="http://schemas.openxmlformats.org/officeDocument/2006/relationships/notesSlide" Target="/ppt/notesSlides/notesSlide33.xml" Id="Rc611adcc6d6c484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9f11db597cc4b6e" /><Relationship Type="http://schemas.openxmlformats.org/officeDocument/2006/relationships/notesSlide" Target="/ppt/notesSlides/notesSlide34.xml" Id="Rd291cddcbca244f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274822b2a9f474b" /><Relationship Type="http://schemas.openxmlformats.org/officeDocument/2006/relationships/image" Target="/ppt/media/image12.png" Id="R277e93f9b6044af7" /><Relationship Type="http://schemas.openxmlformats.org/officeDocument/2006/relationships/image" Target="/ppt/media/image13.png" Id="R6bc47e9795b944a5" /><Relationship Type="http://schemas.openxmlformats.org/officeDocument/2006/relationships/notesSlide" Target="/ppt/notesSlides/notesSlide35.xml" Id="R697a5f5d055b450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8b0363e7d2c4ea0" /><Relationship Type="http://schemas.openxmlformats.org/officeDocument/2006/relationships/image" Target="/ppt/media/image14.png" Id="Reb28696ed4674d82" /><Relationship Type="http://schemas.openxmlformats.org/officeDocument/2006/relationships/notesSlide" Target="/ppt/notesSlides/notesSlide36.xml" Id="Rc133baee31b5400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b598a46f7194ff1" /><Relationship Type="http://schemas.openxmlformats.org/officeDocument/2006/relationships/notesSlide" Target="/ppt/notesSlides/notesSlide37.xml" Id="R2133636cb641440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2b7e00f27af4dd2" /><Relationship Type="http://schemas.openxmlformats.org/officeDocument/2006/relationships/notesSlide" Target="/ppt/notesSlides/notesSlide38.xml" Id="R603a49bdd69d4d4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666b379e99a4d34" /><Relationship Type="http://schemas.openxmlformats.org/officeDocument/2006/relationships/notesSlide" Target="/ppt/notesSlides/notesSlide39.xml" Id="R94257f318e844c9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76a577bdc1a4428" /><Relationship Type="http://schemas.openxmlformats.org/officeDocument/2006/relationships/notesSlide" Target="/ppt/notesSlides/notesSlide40.xml" Id="R3e1b86c29bac48e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a479c1b9d3c4e53" /><Relationship Type="http://schemas.openxmlformats.org/officeDocument/2006/relationships/notesSlide" Target="/ppt/notesSlides/notesSlide41.xml" Id="R3b01b4c327424b6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f2eff900dc943ad" /><Relationship Type="http://schemas.openxmlformats.org/officeDocument/2006/relationships/notesSlide" Target="/ppt/notesSlides/notesSlide42.xml" Id="Rac7e1c24de8a400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961554d6f6c4b4c" /><Relationship Type="http://schemas.openxmlformats.org/officeDocument/2006/relationships/notesSlide" Target="/ppt/notesSlides/notesSlide43.xml" Id="R78f71a5c4d7c48e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27cdda2e8ec45da" /><Relationship Type="http://schemas.openxmlformats.org/officeDocument/2006/relationships/notesSlide" Target="/ppt/notesSlides/notesSlide44.xml" Id="Rff9e3849e4cb4ef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9973a87576184366" /><Relationship Type="http://schemas.openxmlformats.org/officeDocument/2006/relationships/notesSlide" Target="/ppt/notesSlides/notesSlide45.xml" Id="Raa5d7327521445b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00aa92ed8d84a33" /><Relationship Type="http://schemas.openxmlformats.org/officeDocument/2006/relationships/notesSlide" Target="/ppt/notesSlides/notesSlide46.xml" Id="R224a21e508254dd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da84a56b99d40c1" /><Relationship Type="http://schemas.openxmlformats.org/officeDocument/2006/relationships/notesSlide" Target="/ppt/notesSlides/notesSlide47.xml" Id="R5a96e9d1e95845a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bd3b84916e2a4ab3" /><Relationship Type="http://schemas.openxmlformats.org/officeDocument/2006/relationships/notesSlide" Target="/ppt/notesSlides/notesSlide48.xml" Id="R47bb56b6605c47d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0d94ea856e44c79" /><Relationship Type="http://schemas.openxmlformats.org/officeDocument/2006/relationships/notesSlide" Target="/ppt/notesSlides/notesSlide49.xml" Id="Rf51211a576464f5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ce475e30c804daf" /><Relationship Type="http://schemas.openxmlformats.org/officeDocument/2006/relationships/image" Target="/ppt/media/image15.png" Id="R2f94c8ebed7e48c9" /><Relationship Type="http://schemas.openxmlformats.org/officeDocument/2006/relationships/image" Target="/ppt/media/image16.png" Id="R5763c0bbccb84cc9" /><Relationship Type="http://schemas.openxmlformats.org/officeDocument/2006/relationships/notesSlide" Target="/ppt/notesSlides/notesSlide50.xml" Id="R98bd367f56334a5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48d6e1c41334e14" /><Relationship Type="http://schemas.openxmlformats.org/officeDocument/2006/relationships/notesSlide" Target="/ppt/notesSlides/notesSlide51.xml" Id="R3e5b2e8f6cc44b8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cbd5268cf7044340" /><Relationship Type="http://schemas.openxmlformats.org/officeDocument/2006/relationships/notesSlide" Target="/ppt/notesSlides/notesSlide52.xml" Id="R01470868c4e14d6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7234b90936e14de7" /><Relationship Type="http://schemas.openxmlformats.org/officeDocument/2006/relationships/notesSlide" Target="/ppt/notesSlides/notesSlide53.xml" Id="R33603816ab694c4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8aa981a6e064660" /><Relationship Type="http://schemas.openxmlformats.org/officeDocument/2006/relationships/notesSlide" Target="/ppt/notesSlides/notesSlide54.xml" Id="Rdf31c733d4c94fb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8c2fa0707f2403a" /><Relationship Type="http://schemas.openxmlformats.org/officeDocument/2006/relationships/notesSlide" Target="/ppt/notesSlides/notesSlide55.xml" Id="R426f6fe303214fe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910ceb1ce16445a" /><Relationship Type="http://schemas.openxmlformats.org/officeDocument/2006/relationships/notesSlide" Target="/ppt/notesSlides/notesSlide56.xml" Id="R8a6d05f7f15f4ec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e855f0ae44c94834" /><Relationship Type="http://schemas.openxmlformats.org/officeDocument/2006/relationships/notesSlide" Target="/ppt/notesSlides/notesSlide57.xml" Id="Rcb15635761674dc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9a60a16b3ae4f97" /><Relationship Type="http://schemas.openxmlformats.org/officeDocument/2006/relationships/chart" Target="/ppt/slides/charts/chart1.xml" Id="R412080a39e324551" /><Relationship Type="http://schemas.openxmlformats.org/officeDocument/2006/relationships/notesSlide" Target="/ppt/notesSlides/notesSlide58.xml" Id="R29372950c2db486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328a418d7b814019" /><Relationship Type="http://schemas.openxmlformats.org/officeDocument/2006/relationships/notesSlide" Target="/ppt/notesSlides/notesSlide59.xml" Id="Rf94c2ece64fb4f5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53414d11d3f64d1d" /><Relationship Type="http://schemas.openxmlformats.org/officeDocument/2006/relationships/notesSlide" Target="/ppt/notesSlides/notesSlide60.xml" Id="R6768d44de5bb401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0c66816b8054770" /><Relationship Type="http://schemas.openxmlformats.org/officeDocument/2006/relationships/notesSlide" Target="/ppt/notesSlides/notesSlide61.xml" Id="R63ded17e6b5444d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3fcd94c527e44a9e" /><Relationship Type="http://schemas.openxmlformats.org/officeDocument/2006/relationships/notesSlide" Target="/ppt/notesSlides/notesSlide62.xml" Id="R2bee6584f494432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24272395de9b4b01" /><Relationship Type="http://schemas.openxmlformats.org/officeDocument/2006/relationships/notesSlide" Target="/ppt/notesSlides/notesSlide63.xml" Id="Rf7a6e1884df5446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ffdf2ae431c4c9c" /><Relationship Type="http://schemas.openxmlformats.org/officeDocument/2006/relationships/notesSlide" Target="/ppt/notesSlides/notesSlide64.xml" Id="Re9e4c14efe0d43c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fc9dae9a54574392" /><Relationship Type="http://schemas.openxmlformats.org/officeDocument/2006/relationships/notesSlide" Target="/ppt/notesSlides/notesSlide65.xml" Id="R45a56f678985400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17ebd6616e4449fd" /><Relationship Type="http://schemas.openxmlformats.org/officeDocument/2006/relationships/image" Target="/ppt/media/image17.png" Id="R94f81e9f4ba94c08" /><Relationship Type="http://schemas.openxmlformats.org/officeDocument/2006/relationships/notesSlide" Target="/ppt/notesSlides/notesSlide66.xml" Id="Rfdbfa81f7ea2434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108490c4e57a4cb0" /><Relationship Type="http://schemas.openxmlformats.org/officeDocument/2006/relationships/notesSlide" Target="/ppt/notesSlides/notesSlide67.xml" Id="Rb9e130fed46b43c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17610095216466e" /><Relationship Type="http://schemas.openxmlformats.org/officeDocument/2006/relationships/notesSlide" Target="/ppt/notesSlides/notesSlide68.xml" Id="R5276175e59a4454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94decf7ae6b5451d" /><Relationship Type="http://schemas.openxmlformats.org/officeDocument/2006/relationships/notesSlide" Target="/ppt/notesSlides/notesSlide69.xml" Id="R858fd87ea2f946d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6f6a8dd1334499d" /><Relationship Type="http://schemas.openxmlformats.org/officeDocument/2006/relationships/notesSlide" Target="/ppt/notesSlides/notesSlide70.xml" Id="Rcfcad7d0a5414a1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9f4b5e18e3cd4848" /><Relationship Type="http://schemas.openxmlformats.org/officeDocument/2006/relationships/notesSlide" Target="/ppt/notesSlides/notesSlide71.xml" Id="R993544e82281424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7b96896d816a4017" /><Relationship Type="http://schemas.openxmlformats.org/officeDocument/2006/relationships/notesSlide" Target="/ppt/notesSlides/notesSlide72.xml" Id="R26b37955471b4b89"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904387ffd614fab" /><Relationship Type="http://schemas.openxmlformats.org/officeDocument/2006/relationships/notesSlide" Target="/ppt/notesSlides/notesSlide73.xml" Id="R2d1b3623c2024a6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a662944098f48bf" /><Relationship Type="http://schemas.openxmlformats.org/officeDocument/2006/relationships/notesSlide" Target="/ppt/notesSlides/notesSlide74.xml" Id="R0f20afdd7af14e3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9ef32ada11e040b0" /><Relationship Type="http://schemas.openxmlformats.org/officeDocument/2006/relationships/notesSlide" Target="/ppt/notesSlides/notesSlide75.xml" Id="Rf6a966c5971a465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2594c919e84e4dc2" /><Relationship Type="http://schemas.openxmlformats.org/officeDocument/2006/relationships/notesSlide" Target="/ppt/notesSlides/notesSlide76.xml" Id="R30f57230147d478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a5de099a46f44ba6" /><Relationship Type="http://schemas.openxmlformats.org/officeDocument/2006/relationships/notesSlide" Target="/ppt/notesSlides/notesSlide77.xml" Id="R0f6a3fd8c8404c8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d16b8700d65490b" /><Relationship Type="http://schemas.openxmlformats.org/officeDocument/2006/relationships/notesSlide" Target="/ppt/notesSlides/notesSlide78.xml" Id="Rb8c6e030c0e0486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abb0a51fbb1f4498" /><Relationship Type="http://schemas.openxmlformats.org/officeDocument/2006/relationships/notesSlide" Target="/ppt/notesSlides/notesSlide79.xml" Id="R54293ebc1bd6463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c08b42ed746f46c1" /><Relationship Type="http://schemas.openxmlformats.org/officeDocument/2006/relationships/notesSlide" Target="/ppt/notesSlides/notesSlide80.xml" Id="R29665e930876415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7d74029dc07947a3" /><Relationship Type="http://schemas.openxmlformats.org/officeDocument/2006/relationships/notesSlide" Target="/ppt/notesSlides/notesSlide81.xml" Id="R1e824ed63b7044e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3ea74f8213b848f2" /><Relationship Type="http://schemas.openxmlformats.org/officeDocument/2006/relationships/notesSlide" Target="/ppt/notesSlides/notesSlide82.xml" Id="R0f054611a1bd40a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27bf9c90373245f9" /><Relationship Type="http://schemas.openxmlformats.org/officeDocument/2006/relationships/notesSlide" Target="/ppt/notesSlides/notesSlide83.xml" Id="Rc074580661be420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1270bbfd8a814cf2" /><Relationship Type="http://schemas.openxmlformats.org/officeDocument/2006/relationships/notesSlide" Target="/ppt/notesSlides/notesSlide84.xml" Id="Rbc899bad76034d06"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d240594f2a5145d8" /><Relationship Type="http://schemas.openxmlformats.org/officeDocument/2006/relationships/image" Target="/ppt/media/image18.png" Id="R744680d03a7b4ebd" /><Relationship Type="http://schemas.openxmlformats.org/officeDocument/2006/relationships/notesSlide" Target="/ppt/notesSlides/notesSlide85.xml" Id="R0cf2b815f6dc4f4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b21b7ff4335a4a2b" /><Relationship Type="http://schemas.openxmlformats.org/officeDocument/2006/relationships/notesSlide" Target="/ppt/notesSlides/notesSlide86.xml" Id="R85919180bc6f4555"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bf2b67edd0e04fd0" /><Relationship Type="http://schemas.openxmlformats.org/officeDocument/2006/relationships/image" Target="/ppt/media/image19.png" Id="Rbbedf031b1084375" /><Relationship Type="http://schemas.openxmlformats.org/officeDocument/2006/relationships/image" Target="/ppt/media/image20.png" Id="R0baa9887ff2349f9" /><Relationship Type="http://schemas.openxmlformats.org/officeDocument/2006/relationships/image" Target="/ppt/media/image21.png" Id="Rec6ae789dd064211" /><Relationship Type="http://schemas.openxmlformats.org/officeDocument/2006/relationships/notesSlide" Target="/ppt/notesSlides/notesSlide87.xml" Id="R3bc29e05b8044b48"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273f56cae1974355" /><Relationship Type="http://schemas.openxmlformats.org/officeDocument/2006/relationships/notesSlide" Target="/ppt/notesSlides/notesSlide88.xml" Id="R2eb5250933a7459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2acd9a8ce1ea45d1" /><Relationship Type="http://schemas.openxmlformats.org/officeDocument/2006/relationships/notesSlide" Target="/ppt/notesSlides/notesSlide89.xml" Id="R2db8947d16c8468d"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b6261b53bec74775" /><Relationship Type="http://schemas.openxmlformats.org/officeDocument/2006/relationships/notesSlide" Target="/ppt/notesSlides/notesSlide90.xml" Id="Rb55ad6fbf5f94799"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ec2f84e8316544b3" /><Relationship Type="http://schemas.openxmlformats.org/officeDocument/2006/relationships/notesSlide" Target="/ppt/notesSlides/notesSlide91.xml" Id="Rcba3772c7e724ed2"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5b95f19ce80c41d6" /><Relationship Type="http://schemas.openxmlformats.org/officeDocument/2006/relationships/notesSlide" Target="/ppt/notesSlides/notesSlide92.xml" Id="Re45dce569b0141e3"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481a85aff79b4bbe" /><Relationship Type="http://schemas.openxmlformats.org/officeDocument/2006/relationships/notesSlide" Target="/ppt/notesSlides/notesSlide93.xml" Id="R2ab90fbbcb0e4f2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A646CD3B-A41B-4CA1-B9A2-0CF7FEC2AB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329551A8-59C4-4392-B8C7-E95DC5ECB2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80FEEC1-1494-45AC-B4BF-E5958D14FA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74924F6-1860-4A5F-8AFF-E8A9070683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F74F331-46A9-4BAD-AA84-FC2CC35073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34C3E209-CEBB-408D-805F-471B3118C2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A4A014BB-63B8-4858-B377-D50CB69EC558}"/>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4C38D5CA-8171-4942-A4EE-C08C474CDADA}"/>
              </a:ext>
            </a:extLst>
          </p:cNvPr>
          <p:cNvPicPr>
            <a:picLocks xmlns:a="http://schemas.openxmlformats.org/drawingml/2006/main" noChangeAspect="1"/>
          </p:cNvPicPr>
          <p:nvPr/>
        </p:nvPicPr>
        <p:blipFill>
          <a:blip xmlns:r="http://schemas.openxmlformats.org/officeDocument/2006/relationships" xmlns:a="http://schemas.openxmlformats.org/drawingml/2006/main" r:embed="Re47ecf469803491c"/>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EB56EB8E-1003-4ED1-BA62-9FD58CE5C94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304F78D7-8D02-4218-BDD2-CF3D0E432EA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9065C0DA-8A88-4DF3-8898-AD5809ABC1D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2CEFE481-DE6C-466C-872F-D5FEDB9787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7893173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11F20121-BB06-41A6-BC26-CEF0302969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A5A07F79-34F8-4033-B4DD-B46DAC8B4C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34A90BB3-2051-47B6-AF27-83D1E07C1A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059791C-989C-42B4-935E-CBD91A9F20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E896AD30-7A9E-4277-BDE5-85C6B36EEE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24C94424-825A-4032-A14D-ACB3E00CCB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356C92B1-DF38-4C46-BA80-5EA62974908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6E34F5E2-3E4C-43A0-AA10-EECEBDE47093}"/>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5F117A01-7F72-4848-899E-B6DAB01B6466}"/>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9A8CBDD7-E893-4C72-95D8-C20D6118A6F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385D8A3-6E92-4485-A457-ABA080137FBF}"/>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4B815533-00AF-40B5-B823-C58958D747D1}"/>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36C6DCBA-B176-4022-ADD9-0FDAB3E29CB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04FFB80E-A6AD-4452-910E-C86F2B010CC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68C61CB-35EA-4995-9421-E964DACF483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842723C-C418-4811-A95C-81387E19B1C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F7AFE81-256F-46B4-98D3-FC3F460B8C8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50CC439A-4163-47E5-BF0A-D8D539ACF334}"/>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B586ABF-AA07-4FAA-917E-C4BA1C4A5B3C}"/>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2D732184-01CC-4120-AFD2-23E9C0953A5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7524AE4-E644-47C0-BFE7-95C06837728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6AB8A405-8A5F-439B-8692-2A54B675400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EA8E6D9B-3A4A-4FE6-85A1-3E34DCED6FF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2CEF578-5094-4AFA-A271-EE0A0815FF0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93032EA5-7D0F-4DA5-83C8-9614338A9A11}"/>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850BCA78-4043-475B-87B0-76B602B4B1A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3F64C1B2-DBF2-4C89-8DF4-C8D49467D30C}"/>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C04AACB9-714C-414D-9FD6-521C4EF9442C}"/>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683EE6D2-4478-4EE7-B4BE-27D64008EB0B}"/>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21107137-02AF-4100-9D4F-FB921F64D836}"/>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B500AC0-0BD2-4973-A0A6-538947550520}"/>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F16B4228-1AFF-4032-9A07-78225681734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9FD040F-3AE7-4E4C-92DC-2DB03D133FEC}"/>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F72864CA-8513-4FBD-A35B-E0661FCB3848}"/>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1B24A673-B36D-4750-9A0C-A4B6459477E5}"/>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3EC4672-799F-455F-904F-90E62626E839}"/>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01BFB1D0-EC10-4A6C-8F20-59DA2B8D05D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8B8C7348-EDD7-47FA-89A0-77055E0CCD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6881500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3E1D6DE9-74E1-4AC3-ADB9-34FF556B09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FF0CBD1A-3205-4859-81DC-F94742203B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021AFDAD-CB8E-47FB-88D5-7064CA102E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2713C85E-9615-4F61-809A-4A3F7FFC8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944BBCCF-2153-4FF7-975A-4E0D089113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97192132-BB23-476A-B640-251122F0B2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667DF52-8760-4FDB-9A14-DC781AB71CF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D6DA3D39-723D-48BB-9B00-FB2E7A298A52}"/>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7F21A6DA-2545-4137-B1D3-F1FB84961959}"/>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9DD68357-5C5B-4279-B36F-361C2AB4A2D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14478D6-8FC8-462E-8482-E3CA2984355B}"/>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59183198-DC34-46BA-8E77-6994B7116847}"/>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A78C7320-FF82-43B7-BE50-D672D0D55028}"/>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3F3036E-356A-4AEE-80B9-0445931A5F8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7BD399CE-9551-4A81-9990-D22ED422317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64A3843E-E25E-4E8A-A180-286C559E03D1}"/>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E4D50F77-7866-44B6-B3A9-601BFB15A3B3}"/>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9558C71F-F343-4950-B6ED-711488EF4DE6}"/>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1FDE58F6-96F0-433E-855B-39A713D2C18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95D57006-CD9D-4CD4-A3EA-21814714BA52}"/>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368E875-2304-45A3-AE50-E08B69BB5F43}"/>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C813FEA-01D9-4B55-A07F-3BF625FC34AB}"/>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7C1A88C8-ECD9-44EC-A3E3-FCF9213FDE6C}"/>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9789194E-4ACE-4816-8802-6D87B3344779}"/>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E4BA12AC-2DD3-4D6E-9D72-9A1EB46CFD3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4E69E12-91E6-45ED-9105-1C9EE6E9692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92643D40-ED68-44C7-A1E2-F27D94C67A4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8D60EA6-DE89-4F99-AC5F-19D146761C2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568247E-C632-419C-8C15-BDF472813098}"/>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C8DCE715-08CD-4CB6-A7B5-FDABBC819FC6}"/>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CEFFCC41-56A1-44C2-AB20-909B9DA7CC55}"/>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7041DC8-C08E-4155-98FE-251A49DE561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F3D8469A-C9E1-4322-A292-CB17CAD911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82153934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F73C13EA-5073-4EB7-B309-3A609E45DA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3F3B49BD-A0B1-432F-9A5D-BF94799762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50DF4F8A-AA9D-458C-8D7F-DE58D4C1B9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DAB4D793-AFD4-42F2-8CEC-5A18AC6987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57465C50-3B40-4E3B-94A4-8A4B36BDBF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08CAC603-C1EB-4F81-AF14-2FD4AFFCCA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C77E53E0-6760-4340-84AE-A45A8E06ABF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05E4929-2C6C-46A9-9B1B-CD41D07149FD}"/>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80A73D5-A08C-4984-B739-CAC5CC1C85F8}"/>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714725A-5941-4CC7-AFE4-8A18BE9DE538}"/>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A029379E-2E25-4442-90EB-B196F6C77C3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B4244B3B-2520-4487-B79A-4504FBF3C17D}"/>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116FF6F-0BF1-4CFB-88D7-FC81F0859E0C}"/>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48D1905-7536-43B6-83E0-F432B18E739B}"/>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3A787B1-26D1-42B3-B1AA-23278DED7C1F}"/>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56B2B46-3CD0-4CE8-88ED-20A05412E1A3}"/>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B76BE368-16FD-4A05-87FF-9F155313817A}"/>
              </a:ext>
            </a:extLst>
          </p:cNvPr>
          <p:cNvPicPr>
            <a:picLocks xmlns:a="http://schemas.openxmlformats.org/drawingml/2006/main" noChangeAspect="1"/>
          </p:cNvPicPr>
          <p:nvPr/>
        </p:nvPicPr>
        <p:blipFill>
          <a:blip xmlns:r="http://schemas.openxmlformats.org/officeDocument/2006/relationships" xmlns:a="http://schemas.openxmlformats.org/drawingml/2006/main" r:embed="Rd0af62f0d4ec4aa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C2C2437-4B4F-4893-A13D-8249B3A8AE50}"/>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2471B4F-3C2D-497E-8D73-F3EC0C928B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9273294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E567D81-93E3-4B93-B578-09A525C5F6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B9F5BA53-84A9-416D-8294-E4C6AC5705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0823DC55-7992-4815-8632-C225196E12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54DB0F66-914B-4D43-AA74-E2641C6A3C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81860F17-0D79-4C3D-B6D9-ADB38652EF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1CAE2749-04C0-4B8A-A879-A2FB5EA13C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EAD4A062-5BFC-452F-9462-925ACDE6CCDB}"/>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E35E71C6-5733-4145-B8B2-E8665B25E4F3}"/>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B293B8CA-70FB-43C8-91E0-466C7AB2CF26}"/>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554D9D75-D465-47E5-A6D1-8CFC1A212E24}"/>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4D25C3F8-01AC-4A25-9B6C-C898E93CE380}"/>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54B73BB6-291B-4E56-BD17-828DDAEAABEB}"/>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1AEE8D89-8A07-4B4E-BD69-E8620E668B41}"/>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6E32AD3-16E7-41E9-8E64-46E2FF1D7F89}"/>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59D245E1-1D24-4ECE-898F-BFB6FCA56AE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A4D2C446-C7F7-4474-994D-B910B95F8BB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937715B0-EDFD-43EA-B5F1-8F7DC1B74336}"/>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3576539F-6BD5-4609-AF91-EA104F057D50}"/>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A656806D-3CEF-47CA-9BCA-B5C7C88396DC}"/>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0195FDAC-C751-407A-95CD-9FADBD364FD6}"/>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4653DCC1-BFB3-48CA-AE99-C9937DC3A10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F625C8DE-BC74-4357-8788-2F50A789A31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EFBDD6F4-3557-407B-AAEB-87CF8AFA9AEF}"/>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53517227-926F-4EB5-866F-EBAFB9EE1EB9}"/>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39CEE4FA-F2BF-4B09-A091-EE508F0C9E40}"/>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C2A276D0-1304-4149-AC1B-82B71EFA937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56709648-9863-4B50-863E-1DF48164CC13}"/>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A2094AD0-3EE7-4486-AF75-E9E913FC8085}"/>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93243813-0849-490E-B65C-1927DB554185}"/>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81A9559D-D7CB-430B-8B8C-C23A9098BF4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5756357F-D7E5-4DFF-9AC0-32DB2694EF8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FB500FC1-7A5E-4850-A51E-218BA0AC2443}"/>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F5D8E1C6-1230-4CB5-83E0-CC7979C6720E}"/>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A39FDC99-E719-4C2F-B152-D75F14CF39FF}"/>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E818B075-B0B7-4964-8A91-3609B8BF08EF}"/>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B218EA54-F32D-4C73-A97D-5A515F236D9F}"/>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52AD66C0-918A-40E1-BD6C-7E66DB303237}"/>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C8C40B88-35EE-47B2-8ECB-8DC0C06B75C5}"/>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D75340B4-220F-4D16-B1B7-0BEB4D052A9D}"/>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0681928A-1A88-47F0-A2E5-0D387324DCF0}"/>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5DA54067-27B4-4341-B0DE-105FC81A94F9}"/>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06428E94-680B-4B45-96EF-85099B61E0FD}"/>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0541B8AC-D174-409C-B57F-7275F439A123}"/>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6D84FEED-CE76-44CE-9DE6-B6766DF7A5A9}"/>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A850C6D4-7B39-4A40-88E7-3057A54C04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8738709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0A193D61-FB11-4A21-BF55-451A182C61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F2454527-68D0-4A77-AA9A-7D1F3E9753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349DCBF8-5F52-49A7-B80A-F7336DADA7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D8DB0665-56B8-4EB9-B360-97BCD2E5F1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3DC821F8-D6B2-4D1A-AEB3-296207BE81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2E14B69C-0CCF-4A0E-8C8A-A275D5CF69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55628742-239F-4BF7-B237-B331F2952E0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732E9638-0FFA-4250-B93D-E3BF1C66D452}"/>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83DD540F-4F15-4EAB-AD5F-817BD884F476}"/>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267A52CE-ED99-4A7B-AE83-E8299F4E0506}"/>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EB56573F-9276-448D-8651-3BD78F497C40}"/>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B107E831-4165-413B-80D6-0F718A60288A}"/>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1D0A2668-4845-4A05-8D19-2193607522F3}"/>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0ED44E5C-8D01-47E9-BD81-1CF433A26FF9}"/>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2BC4F765-757A-4CA3-86E8-1F8F548FFD5B}"/>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EA2702DD-558A-43FD-A7C2-833C81AAD5C1}"/>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EC6FCCA6-BC91-4838-BAC9-C2D9E784EED4}"/>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3A81CE2F-E494-4B74-B68E-E6C0C7538543}"/>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42095E5E-4D51-41E2-8DA1-89CAEAB83105}"/>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1F6A8931-B80A-4826-8706-6C1D78F44F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221532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1B980626-0516-4938-829C-B6B051BF74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B02D1EC-98D9-46B5-B2A4-EC70C0886B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C5CBDB96-7BDE-4B08-9A96-BD4365FA8BE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184150F2-6CF0-4B0D-9B77-288D95B02A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52993461-983A-4FFF-AF39-F0E76B7B6C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B22953B2-0F8F-41EA-A8FD-AA9528D387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3507AD04-1E43-423D-9181-9638AEF38FA3}"/>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004A9A91-05D7-410D-BC66-A1921564FEF0}"/>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42F098D3-A2A0-46BA-8E59-8AF750DF915A}"/>
              </a:ext>
            </a:extLst>
          </p:cNvPr>
          <p:cNvPicPr>
            <a:picLocks xmlns:a="http://schemas.openxmlformats.org/drawingml/2006/main" noChangeAspect="1"/>
          </p:cNvPicPr>
          <p:nvPr/>
        </p:nvPicPr>
        <p:blipFill>
          <a:blip xmlns:r="http://schemas.openxmlformats.org/officeDocument/2006/relationships" xmlns:a="http://schemas.openxmlformats.org/drawingml/2006/main" r:embed="R6ba28256948a48ab"/>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4D22CBA8-5F02-4382-8F8A-25AA35304903}"/>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2E45293-E993-4CB1-8ED8-F3447CA45E81}"/>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CD4890AC-D8D0-45E6-9EB4-8E93FBE159BB}"/>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9239227-1D71-45E1-AFB4-733B45F5BB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0223321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2EA9502C-E99E-4429-86BA-E213E9BECA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448254B7-64A7-4DC4-888F-457DD4D49D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5427A7B4-6CE7-413C-8C65-5489EBBE61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B02832F0-4C75-4819-9377-3317AAA8A7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84A29458-776C-4B34-A094-9D58D2CE71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892E9594-E768-4B9C-AC41-3D8D08D4D1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1EEEB657-B136-4A26-BFDE-E1A9B232970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41D6ADC1-E6DE-4652-AD13-4A228C3147D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AA951E0-8C9B-4261-AA8E-B57813F7451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AF8047C-A840-4BBE-AFD0-D863D06522D6}"/>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884823E2-5243-4459-B47B-7263C9432AAB}"/>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88C1802B-B416-4CB5-ADC1-8FA8EC04D61C}"/>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3DF3980-EC53-4F61-BB67-C55BCE865F48}"/>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586DB3A1-BA01-468C-8D33-4CC5CF87ED33}"/>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8614B40A-0B57-4959-AD6B-A5E620E63E85}"/>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80D95D46-4790-437E-82EC-6F73E0EC02E2}"/>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47452E8-B16E-43B4-BC32-3A43FC33484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34E61B6-DBB9-4195-9E7A-FB72BFC709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C4449A5-504B-4461-B31F-798DB439C047}"/>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9D317C06-EDE0-4E20-A719-D2E667C341F1}"/>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F696427B-485A-46D4-B0CB-D4D06B0853B1}"/>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400AA669-32C8-47DE-94CF-BADA4E1C3D5F}"/>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74459A8-AC54-4836-9AEC-7BC499B58931}"/>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19EF1D4A-88FF-4BB8-A6F0-137C1D657CD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57112B41-00BD-41F2-8EC8-F7323CB1BF26}"/>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72F911B4-A419-4E5C-A8B3-28C3E91165BC}"/>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594E60C6-F822-4C0E-9E93-FE716D4334DA}"/>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8543C59E-8B2C-4D61-AE37-C70C96D046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2766847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2F3BD904-FA0A-4A25-8ED7-A0295744D3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D707C7FF-2CBB-4CE5-A4DE-2F13FF94F4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75EBA70D-A288-49C4-B1A2-BED1729E13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EAE5DACB-2858-4066-901E-E7597907EB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AEC56CFE-36F1-45D4-94BE-26E10479D3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6C094BA5-27F2-483A-9F3C-5C95673024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F37A9660-EBBC-4FDC-87DE-BB77B8C32B53}"/>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A119442D-EA15-419F-9459-595377A94B69}"/>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E5A9D1F1-67C7-4AD3-B5F2-CBE2480D1D11}"/>
              </a:ext>
            </a:extLst>
          </p:cNvPr>
          <p:cNvPicPr>
            <a:picLocks xmlns:a="http://schemas.openxmlformats.org/drawingml/2006/main" noChangeAspect="1"/>
          </p:cNvPicPr>
          <p:nvPr/>
        </p:nvPicPr>
        <p:blipFill>
          <a:blip xmlns:r="http://schemas.openxmlformats.org/officeDocument/2006/relationships" xmlns:a="http://schemas.openxmlformats.org/drawingml/2006/main" r:embed="R129bfd86d46f463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247D9782-BF7C-4E48-9FCB-20C538CF37D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B32001F7-D4C0-4CC4-9CD9-B19F3B46EAD9}"/>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CEABFF00-C383-48B0-9188-BB46B5036906}"/>
              </a:ext>
            </a:extLst>
          </p:cNvPr>
          <p:cNvPicPr>
            <a:picLocks xmlns:a="http://schemas.openxmlformats.org/drawingml/2006/main" noChangeAspect="1"/>
          </p:cNvPicPr>
          <p:nvPr/>
        </p:nvPicPr>
        <p:blipFill>
          <a:blip xmlns:r="http://schemas.openxmlformats.org/officeDocument/2006/relationships" xmlns:a="http://schemas.openxmlformats.org/drawingml/2006/main" r:embed="R6b1e93c898314fa4"/>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C15346BD-E791-4599-A71E-460CFB08093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B3919DEB-7281-448A-9C84-F871C31A3A42}"/>
              </a:ext>
            </a:extLst>
          </p:cNvPr>
          <p:cNvPicPr>
            <a:picLocks xmlns:a="http://schemas.openxmlformats.org/drawingml/2006/main" noChangeAspect="1"/>
          </p:cNvPicPr>
          <p:nvPr/>
        </p:nvPicPr>
        <p:blipFill>
          <a:blip xmlns:r="http://schemas.openxmlformats.org/officeDocument/2006/relationships" xmlns:a="http://schemas.openxmlformats.org/drawingml/2006/main" r:embed="Rb0296ee8a01b49c8"/>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EFCE71EE-EE7B-4A37-A7B5-81877188EED1}"/>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1C81F825-8369-4FE9-830A-DD7D26E1438C}"/>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76992027-5F96-4EDA-9099-F6CF8123A12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E407369D-318D-43AF-8A51-7EE7989AAC13}"/>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2A4D181F-DCDC-4291-948B-C975A4145860}"/>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AD6A8668-06FF-499A-8777-283F04C3AF0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0EE4DD4-39C1-43A7-A74E-B3FA82AF0277}"/>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1C752D67-5402-439E-8032-59860CE1BB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786404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BF8B6B50-AD5D-42A4-97F6-C3CD49CBD2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D22CFE8A-7C76-488B-96B3-E800E1ECA1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4F1DDDD7-F89A-444F-85C9-2E430735A0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B868FB2-AC28-457C-AEC2-70FE8EEDE3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88698C99-EF52-4F20-BD2F-E37BCD2A98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609668D1-03DC-4029-BDD0-DEB60F72D9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6280087E-E64F-4171-9C42-5EC5AB814E8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30D49F47-4A80-4E46-B889-6F6D0BF252AE}"/>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B64F174F-6941-4EB1-B9BA-A966B43ECD39}"/>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D9C0A41C-907F-4CDC-92F9-642E71C7FE08}"/>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19E50AE0-E5D8-482C-95C2-2A0570F506D4}"/>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E1D16A2F-9B45-4ACE-BAB5-34CC875EDD30}"/>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074D8F8C-BE89-4C40-BE4B-36F131758354}"/>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45ED4BF-D023-4849-B0FB-72AEB06135D4}"/>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133A4C59-8CC3-4DD0-BB06-F13698BF3CB1}"/>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BC343F91-231E-4A23-A590-9147A8E02B8A}"/>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37AF1651-A80B-45AB-81DB-55CE22D9CB1C}"/>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CB6F7458-D5F4-4C98-B4C1-484B1B47A5A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35E3F26-1F86-4F00-89AA-5171B918087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2D1E05CC-FDDC-49F0-AA5E-9A12D7F2FDA8}"/>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82B73648-FD88-486E-908B-02123A31F99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815CCFCD-DC2E-476F-B9C7-6A6DF2CAA083}"/>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EF3039A7-A27E-498D-BABC-D71DF1F98F5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02BABA9-D80D-4C2B-B14F-B98FBE8A5FF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873C6FA-B822-49C3-9EBA-8E499B619522}"/>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C0C90FDC-181A-42E2-9BDD-9151DB089AC8}"/>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81BAEAE0-E2D0-4C4F-9E13-DC28F4483D9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E842C503-93A7-4F24-AB01-0EBC207DF9EA}"/>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AC79064-FDE6-4C7B-8EE2-C8182284AB9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287DCF0-0EB6-4BEC-9A66-A1B746BA4BB6}"/>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185BCF02-FC9D-416C-94C3-90A67D207939}"/>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11A66450-7685-4883-AE5A-8CBBE8FF65A0}"/>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B27250EA-32C9-4874-B36C-9259422B9F7A}"/>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78D4A11C-DA65-423D-B869-1B283497891D}"/>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AEBD6DEC-7CAC-4BCC-B0E9-9400065931C6}"/>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38DE7D1D-6697-4E26-AB46-004EA360230A}"/>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3FB9D05F-8244-4A7B-96A6-76608D515943}"/>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F35B554A-DEDF-48E0-8BCF-408030A9ADAF}"/>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14FC4DF-A83C-4313-AF6C-3F71F544FEE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0F12883-E661-4D8D-8961-0E75E116A991}"/>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DECE4D1-4FF5-4575-AD27-6C37567CBA54}"/>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A34F6A4F-7786-40C9-86C2-127981F39792}"/>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5A78559-A58A-4EC6-BBF9-ED5B6B3BB85E}"/>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D5B00AF-A259-4F67-8074-C3DE1EB1EDD2}"/>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A918581-C540-44EB-82F9-0319F5828E01}"/>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DAA3F3F1-0893-4470-AB3C-1A844E32129C}"/>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22DFD1DE-BA61-477E-B13E-F044266D727B}"/>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75813898-4AB9-4F5B-B296-743764574CCA}"/>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CFA5F272-A99C-43A8-8130-20997D955A9B}"/>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716DB99-4D6C-4453-901E-C4BC6AC86D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BB0AC84C-7DAD-45FE-B3CF-750281151227}"/>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344DE2F-C876-4416-A1C5-229500AF5C1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1D1EA735-E01B-4832-8F24-5E66000AACD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7284EED-8C74-4FE8-9183-0158C27D11B8}"/>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BE74EB29-A804-4F69-804C-866C49FE49C0}"/>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2933175-D9EE-4702-A926-F550A587B3EF}"/>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FA6BAE9-D276-49E4-B35F-BC3D4E284746}"/>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13A60D-CD2C-45F0-A648-EC0EB396AD3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DCF2FE5-556A-42AC-9832-CBB1B4EE0556}"/>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5DE0A193-1D3D-4186-8105-2FF251CE749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C53DABF7-2C7E-4236-B75D-7FDBAC7293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7793769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826F8A12-8653-4022-8A59-EDA949E107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DB9054E7-4A3A-4715-BD70-07F7A818DA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FE808453-990F-410F-BA1D-AEA9665E97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D9FAEC7A-2DD4-40F4-84D4-26D29686EE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2D94253A-D3EE-4712-9651-4C4174350E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E99E8EE3-3B40-43D0-B1B3-199CEADFBF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AEE15761-0D47-4B45-929A-93AD3FF4649F}"/>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0E6D4A4-57F9-4D92-9AC7-C8C01F7BF1CA}"/>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55D1794-F71F-462A-BECF-818D6C1EF4D0}"/>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7347DF6-D661-4571-B1F5-28EE86572B3A}"/>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59315EC8-DE4E-4BED-8458-551212FF6295}"/>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A4BD69A-5817-420B-88A7-04CF465FDE4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FFAA9029-C99E-4FAA-A0A4-908898F44F5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8EFEF5B-9A20-4453-A088-CA523E2D1B5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89BAB1F5-1756-485E-91CB-BC1A5EA66B2F}"/>
              </a:ext>
            </a:extLst>
          </p:cNvPr>
          <p:cNvPicPr>
            <a:picLocks xmlns:a="http://schemas.openxmlformats.org/drawingml/2006/main" noChangeAspect="1"/>
          </p:cNvPicPr>
          <p:nvPr/>
        </p:nvPicPr>
        <p:blipFill>
          <a:blip xmlns:r="http://schemas.openxmlformats.org/officeDocument/2006/relationships" xmlns:a="http://schemas.openxmlformats.org/drawingml/2006/main" r:embed="Rd60a3dc25e874ee4"/>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4699E0F-918C-4813-AF96-4C43AC8893C5}"/>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A460AE2-EDF7-4159-AC8A-0FA1ACD25A82}"/>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088982CF-6378-43F0-B611-59D78F0F73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E3164018-EA42-48F0-B139-414B040FBCB8}"/>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5116E17-7D6B-4C46-8630-A8688563DDA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59615B7F-C23F-4C2C-A675-665BD92C402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F8EE8D4-DB89-41EC-A818-BE95C26B171F}"/>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09BCD422-A24C-48E2-9C25-AD1CD731C385}"/>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05689039-40FC-4D94-847A-7F2E50886E64}"/>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915D917C-BF7F-4B2D-96C6-D11D47826E1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3387B85C-527B-4E1E-9261-3DC9F351FA93}"/>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B255F72A-38AE-46A7-B556-27144E04646E}"/>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9B619BA8-D1A5-4E21-B09B-6977AC06416F}"/>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199BDDD6-FB87-426F-81C8-203151358938}"/>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EE5AE53F-5B36-4AA9-98B7-95AB0CE38C5B}"/>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A560C47-D963-4DE4-A0B2-B154E56C33F7}"/>
              </a:ext>
            </a:extLst>
          </p:cNvPr>
          <p:cNvPicPr>
            <a:picLocks xmlns:a="http://schemas.openxmlformats.org/drawingml/2006/main" noChangeAspect="1"/>
          </p:cNvPicPr>
          <p:nvPr/>
        </p:nvPicPr>
        <p:blipFill>
          <a:blip xmlns:r="http://schemas.openxmlformats.org/officeDocument/2006/relationships" xmlns:a="http://schemas.openxmlformats.org/drawingml/2006/main" r:embed="Rbe22903702904585"/>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D151B060-C1A2-4EF1-AB3A-B80055A52E2B}"/>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D6C2EDF-B7B4-446B-8F63-6D6D915BFD69}"/>
              </a:ext>
            </a:extLst>
          </p:cNvPr>
          <p:cNvPicPr>
            <a:picLocks xmlns:a="http://schemas.openxmlformats.org/drawingml/2006/main" noChangeAspect="1"/>
          </p:cNvPicPr>
          <p:nvPr/>
        </p:nvPicPr>
        <p:blipFill>
          <a:blip xmlns:r="http://schemas.openxmlformats.org/officeDocument/2006/relationships" xmlns:a="http://schemas.openxmlformats.org/drawingml/2006/main" r:embed="R0d6fd205145044fc"/>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69557A8B-8F51-4094-9E3F-B3EFDA7041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896794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E1B56B4A-7239-407F-A23E-38FF0AB6EC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7FC5D3C3-D866-4FD8-A587-890E68D675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0C102FBA-3BE1-4407-9334-30AD821BB3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146E04F-D155-42F7-9F96-651AECBFF0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CFACD621-B05A-42FE-9B6F-516DC4EC90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B1179841-651B-4377-B0CD-CC234DB155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72F09E6E-3E3B-45E9-AF01-A84EAA94FB30}"/>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B1C6175C-FDC5-436A-A3B5-1325AC3B78EC}"/>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5DD7B75-C2C7-4CDB-9192-6C890C3779B1}"/>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5B50EAD-4658-471D-BFAA-299592BD6279}"/>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AAAF3EA9-8CC3-4071-961E-65702169C7DF}"/>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BC91D4C-A8F0-4FC8-8E8F-400B7A013D0E}"/>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811BE22-8617-4459-9CFD-CC501AE340AA}"/>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084C7BA-949E-4703-BAF6-EDF302776543}"/>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E5E37A4-1DE0-4B6A-B5C5-32E6EF515328}"/>
              </a:ext>
            </a:extLst>
          </p:cNvPr>
          <p:cNvPicPr>
            <a:picLocks xmlns:a="http://schemas.openxmlformats.org/drawingml/2006/main" noChangeAspect="1"/>
          </p:cNvPicPr>
          <p:nvPr/>
        </p:nvPicPr>
        <p:blipFill>
          <a:blip xmlns:r="http://schemas.openxmlformats.org/officeDocument/2006/relationships" xmlns:a="http://schemas.openxmlformats.org/drawingml/2006/main" r:embed="R93374c8a74374137"/>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F251C2C-DE38-4890-80DF-07DA604BFFE4}"/>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9DE0EA0E-EE95-4A52-BAD2-A003171FD48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C72189D7-AE02-413E-8749-32B393B9772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02F832D3-8A54-483B-B4FC-D24A834E6186}"/>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BEC88017-39F8-4B85-858F-1E781EF8ED5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7D743138-C94A-4724-A69A-95EAABA7A4B5}"/>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480B2DF9-6DDC-401D-98AE-B6E0C29D807D}"/>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EB69A676-EB97-4856-BA27-0D4E4A532C6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72BEAE6E-B308-41EB-B54B-C0F56B88B46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F896E603-83F3-4A9A-B68A-336AB4F74D2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440793BF-1682-48FC-BACE-F1EE29294A3E}"/>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2CA3F0F6-5556-4B60-847B-AE21441587F4}"/>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088F2A99-1C07-4A58-A9C5-263CD92CC542}"/>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9A2EF772-B64D-47E7-85BA-11CD4CDEE9A7}"/>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895DC4BC-B3F0-4B0F-A80B-6659B1D4D31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61DD52EF-C4AF-452E-95E2-35B986448122}"/>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4F95F6CE-F811-429D-B5C1-EF4E02737DD6}"/>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42ECE5D9-5C10-4DB4-8A22-C6ED4C9F8036}"/>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EDAB41BB-9891-4227-ABB8-BFD0489ECED3}"/>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1AA87448-E4F0-459D-90E2-3F752D04EB8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F3F4C002-E6B7-486D-9AEF-C80AA4D9090C}"/>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B31F5D58-B3E4-4E68-94B3-177B337062E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43EDDDD1-5697-4A9A-98E0-9370E6C78DE4}"/>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C2D1651E-F176-44E1-99C9-C4410420BD63}"/>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318A2011-7C3E-4601-939F-888DB02DADE5}"/>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40F73A77-330F-48A8-9DBC-CD54F3F418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685213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0EB2C68B-8623-46DF-9BFF-54D7999607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672B3452-DE53-4A9B-ABC4-A81AAEF554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9F49F9F5-CFF6-4C32-98D7-E9EC0FBA8C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584851E5-CD99-47D0-8246-2E334C606B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7AB14CB5-5096-4B11-B006-13AC039FA5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062D3A9-3632-4C49-91D4-D634CF4B1D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F820FC95-863C-4874-A01F-FC5846152CD7}"/>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16101A9B-DF3D-4595-8BB4-B191ACB9FD9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3C753233-5271-4D9C-91B6-F8CDA6470650}"/>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0BB9A397-6D9E-46F4-8172-A86AA7A41ACD}"/>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BD5BE18-F9DF-4D25-829B-F05051079106}"/>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B1E7084B-2C54-4E2F-A03C-4CAA8307A12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D6D41023-243D-4DD8-BDA9-09CF47B957D3}"/>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D653089F-1B28-440E-87B8-9F0D1D8356B0}"/>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BCAD4596-8044-4133-A57F-13CC79C160D1}"/>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E9FDAFAF-9C1C-4DCD-B198-09123E692A00}"/>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114AA55E-A24A-4A9B-B349-80F2A0CE715E}"/>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8478472B-A766-458B-88A9-1496B5619E58}"/>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D85BE36C-0523-43CE-BB4C-A8C437B63944}"/>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F31D15E4-945E-42CC-AFF6-A1ACC6CDAF8A}"/>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A19E3252-A655-4E25-BC44-D898D69ED2D8}"/>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FBA64B75-1B6F-42A9-8BF8-15BB587AA2BE}"/>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87ABFA7-6F2F-4A98-973E-0FB5BAB2C131}"/>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9E2C2B21-0693-4CEE-BB4B-7535C64F34F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ACBD3267-EF94-4637-8E78-70EE6988C5F5}"/>
              </a:ext>
            </a:extLst>
          </p:cNvPr>
          <p:cNvPicPr>
            <a:picLocks xmlns:a="http://schemas.openxmlformats.org/drawingml/2006/main" noChangeAspect="1"/>
          </p:cNvPicPr>
          <p:nvPr/>
        </p:nvPicPr>
        <p:blipFill>
          <a:blip xmlns:r="http://schemas.openxmlformats.org/officeDocument/2006/relationships" xmlns:a="http://schemas.openxmlformats.org/drawingml/2006/main" r:embed="R86eff5ab4cdf4b66"/>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50F0F6A2-DC53-40FB-85D8-92797BBF05B3}"/>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00F4689-482F-49EC-8D5B-A930367EFB34}"/>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4B5A397-ACA4-4C7D-90F9-F6E616B0E1F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E0DE2A1-4A51-48E9-B8AD-0A7D9F8F6BBC}"/>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6668234-9FA8-44EB-927F-DA59AC511CE6}"/>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F5F1AA9D-0A4F-427E-894C-77CEBE05053B}"/>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F5A9E45B-CA66-4AAD-9B25-7E44B2410CDC}"/>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1021631-E780-4134-B5D2-61813496B1B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1926BD9E-2638-4730-804D-6EA52A12A13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52DE4C91-09D3-4FEE-B517-AB9629A56928}"/>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EEF428E1-9F7B-41B3-B83C-FA69B2FB2948}"/>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C820E90C-A413-459A-A53B-94906A29C45B}"/>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D961EEAA-19E8-40A4-B332-A16C1073748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0532E981-FD16-4036-840E-8A7C8FB02FA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14A5A291-2C5F-42A8-BACC-E2EFDB14CC81}"/>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B0EECE09-530A-4D8F-BAFA-56B4B58CE2D6}"/>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14F81F24-DEAE-4192-96F2-44AF945F393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9835FA78-7803-47BB-B296-8B8DC667C97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96319064-777F-469F-8180-0EACFA08EED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D2A2C95-7CDA-4C65-85C0-23BCB2DC55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6921853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C40C6BDB-2632-4C7E-A08C-3985233D4B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E30A472E-6461-422A-BD26-D6F50F34BF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692D901E-3871-4CC1-98EC-0149C958AF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DD022571-E221-49ED-AEDD-AAD2EC1A45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8544D7FC-57E7-4EB7-BDEF-68656AC7D3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238CD9BC-E078-4CC0-B3DD-1C6276FFBF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0D82D49-519F-4D2C-BB5E-11C4EFBC8C9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012C992E-9C3A-4A75-AC1C-69EB91E6EAF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57EE6C-AAFF-4B29-8570-18CE3707E185}"/>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06454F11-9027-4C24-8247-6B3AED7D94F4}"/>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B6DE539-A070-4580-A4BE-7FF9EF68F858}"/>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4A5A721-7187-43F8-8086-9E0A21F32DF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C85D9F0B-F7D6-498D-9D7B-3C5B48FE58E1}"/>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BA4C845-89BB-4B4F-A886-483CD693FE5E}"/>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1EE78CFA-82C3-480F-AB61-5A2E202049D1}"/>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C084904A-838F-494A-BDA9-5BFC9A79A50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47B40FEF-4661-45C2-9056-C41A965703BB}"/>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18F4087-5DA5-4EC5-A598-4257A4569382}"/>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B6277612-2344-4ABC-9ED0-4EA60A8F7189}"/>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33B8F10-0249-44A2-9DFE-B9DE653E0CE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DCFF862-3F37-44F7-A799-5128669A2EE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DCA3C85-5649-4213-BBFB-B82465065A9E}"/>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8B7042AD-B5E4-454C-AB3C-5A82669680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79522596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03F8B3B-FFE9-42E9-A9EE-F4D8B1AFB0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D3DC1AC5-18A2-4563-A825-2855008E2C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6962A9CE-D102-44B7-A666-561A740072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3CA5FB83-1376-4714-8594-464836EC81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790BAFC-2C3B-4E84-A760-1E7F0AA5E3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EC9EB918-75A9-4E96-AD21-F3F09AC0EE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B4311C77-3B7F-4367-834E-E4296A364E21}"/>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A4D180D0-0324-42C0-876F-24A4310FFF68}"/>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E85C1BD-BB03-4C3F-964F-F706F6B820C8}"/>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1B3B33D-886B-4E5B-BDDE-39DC5F9D71E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B12E8768-2307-47B1-AB67-334015F66164}"/>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EB44ED6F-D1B3-4D20-B096-04BDFD81964A}"/>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9F2D09BE-08E4-4BEB-BC3F-6A1AB008BD25}"/>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03A79D39-36DB-4C9A-9AC0-5A94071208D6}"/>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59967A0A-C2C6-4C28-AD40-7EEC344C87DF}"/>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0408EF82-E65D-4593-8107-6A6892625B3D}"/>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1B3ACFB8-4B03-44E3-BD47-4D65A98CC24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86BB9B2-6DCA-43FE-A8E1-E7327451B06E}"/>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59F2142-2934-47F9-9FA9-080169FC9678}"/>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D34E9C53-E1CA-49A6-866F-9DB7B6CD344F}"/>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9B83EAA7-88AE-4079-8D41-00616780D812}"/>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F6EF082E-F2FB-4B9A-8062-29E73E7825D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6549E7A3-B435-4509-9628-46B1516377C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1E9AF31-C407-4926-AE99-3AF73D0E91AD}"/>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B532A6B3-C7F2-425E-91A5-2B6ED4EDB0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9348547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9BB94590-C2CA-4770-9C35-1A557A8952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ECA7293C-6A48-4A9A-BC84-F365FAFC5E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77845579-1B34-4632-941A-F14DD956AD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8A35EBA5-204B-4509-A023-40634819BD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86E515C8-E217-439C-BFD3-71DAEABD05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9BF52491-6060-4546-BDB7-60734A650A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D18B942-A6BF-40F2-A23A-E8A042600A42}"/>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BF5A653F-FEE4-4EFF-ACB9-88B507F778A9}"/>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8479870-757A-4B57-96E6-8962972E9EF7}"/>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1EC62FE5-608C-4C85-B026-660FB8EB0EB2}"/>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D42FE567-705A-4CD3-BE82-8D2BBD87A715}"/>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B13D5718-9AAB-42D8-B872-D3B40C575FC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C1F9866B-C00F-44A2-B7DD-32AAC2D73F19}"/>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144F700E-874C-4890-B3E6-C150304BD740}"/>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AF77954-D04D-4459-98CD-BA25EB410FCD}"/>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5EEBDCBA-FBFC-48DA-AEBC-9DA9672FD37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83E0EA2-8801-4578-91B8-CE4417477E19}"/>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0C31ABF1-DC80-4700-A936-5C61D8BB6184}"/>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1E754E49-677F-4C1B-94A0-3AE23DA66B0C}"/>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5E89ACC2-912F-48ED-9BA2-725A286FB958}"/>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2F463CFA-DB30-4E94-9871-84FB3303B434}"/>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376FD3CD-C856-4B27-8138-831084278063}"/>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33A47F1A-9544-41C2-9CD4-CB47F09B3FFA}"/>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CAB71C21-B22A-4536-99FA-746E4CB29B95}"/>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83C7A111-4063-45BC-AEA7-092617BC97CD}"/>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6B27D31E-87FF-44F4-A97A-1BCCC2C6C1E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51AFE36F-1E0E-45C9-90D5-02CCFFBE492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C9D5570B-6DB4-4D4C-BC9E-582814C9908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1C391FAD-7328-4162-ABDB-F3F063CA1A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662825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69D001EB-45F0-49C3-9DE7-3EB3695FE4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B0B31273-5AF8-4A3E-8A22-D17C9DEACD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E6FE7B4D-1C8C-436D-91C7-8AB56661CE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1CCDDC7-F249-4465-8516-1DFF843A08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2E72492A-4DD9-4B2F-9F3A-8340414654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12B58F8F-B2EB-46B1-B8F4-4CB19CE7C3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F115B1CF-BBAA-4E7B-BE5E-A8C4D06B2B7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27149363-684B-4F0B-8D80-0DC9D797908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E44B58-BB5F-48E6-8448-D9248EAEA99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76DA8C7E-ED12-43D6-AE9D-97894F110AF9}"/>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F05A30DD-2E0B-431F-9051-EC8D7A6FB586}"/>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0366500-592E-4502-9B88-308757974717}"/>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48C99D1-AB24-41B3-A019-1346C31B4E9F}"/>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D08F5A9B-6273-42B2-97C6-142B5A0A2E77}"/>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D68F7995-40D0-4298-919E-10F84045313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B164BE42-75D6-40A6-A268-C05C0C41097D}"/>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727689B6-606F-4C6E-A6B1-AFE6E6B81C75}"/>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9009E4B-7C84-4A7E-ACE6-666985CCD07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9B17C7A-1147-4E5E-A3CD-E7027184809C}"/>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C4DAC9F0-2C73-42B3-B720-443DAB19BAEF}"/>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72AA6A0-050F-4D29-8738-974296A1306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771266B-951D-4241-8958-20339FB3B8B3}"/>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45005F2-9710-40EE-8A34-72B52616C0B5}"/>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B5F67A27-01D0-4CBF-A847-2E882BEC8F8B}"/>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4F6D0ECD-D0D3-4722-BCD7-801F6FE4E0AD}"/>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8B6C5BDA-8926-45CA-90EA-6559950849F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11A519CC-958A-4D9B-9506-FC155C94898D}"/>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91DD26DB-8791-4AE3-BC34-A3CBAE8A83E9}"/>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2FA991B-9DB8-409E-B4B3-1DF8F30397A2}"/>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23C11CAC-DD69-4BE3-9ECE-D1DEF7307889}"/>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0AC8D65F-EC1B-45FE-B698-720E1B3089C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E3D7865D-16CD-4C4B-8980-6D1F72D7B957}"/>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7A5F5DD0-89AC-4C62-A178-15FB1624AC7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23426BB7-9043-44AA-B1DB-73D48699E2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5815237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E3EF252F-BF2D-45AC-8793-B3FF3469D4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A841AAC8-873D-4656-9DD5-9F5BAA31B6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EBD73693-2B30-461A-A042-10CE0413E1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1C77C52-3D7A-494A-B8F6-0475CF4716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42E7E751-929B-4B12-9241-FD0A205311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287BB21-FE75-479A-A7F4-8481D0422E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49F7104E-72A0-4235-8B3F-3FEF4DB352D3}"/>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C1B0EA4D-75B7-4A14-AAC8-B6AB881EE546}"/>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675394AB-726D-4CD2-81D6-F8CDCBD75CF6}"/>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CE4EA62-DCDC-4BEF-A185-76517DEF0426}"/>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D8C1611D-A538-4D59-8624-DAF3258E9896}"/>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78138452-E5EF-4339-99F1-1BF12633B5E4}"/>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7D4E07E-A4CD-4D31-A097-E73FE7371835}"/>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E9435D3A-6B76-4391-BDE0-33F400ACE2D9}"/>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804AF8E9-CDFE-4E01-A1FD-6F481E1A5BBC}"/>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FFD2E0FC-A20B-46F7-990F-21A9D44E102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8D359253-8831-4134-A93B-D49A8B31A603}"/>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87933CCA-C0EE-402A-BE65-48F3BC685FB5}"/>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088B12C8-72EC-4DCB-96A4-9446F06F61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7463821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7C19AF8-A6D2-4788-A34A-BC7A044E4F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B81C28BB-642A-4611-8476-27F76BB5F8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F6E39CC3-AAEA-496C-A06B-CF36E3389F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E19EE302-0D02-4078-B978-FABE0AD459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89C7DA94-E2F4-4F23-8875-1362A3A75B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4FDB9C9E-D6F7-49A7-8284-FE6D3412F7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0E6D2024-1D26-48BC-836D-62F633549940}"/>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1BE6DBB-F1DE-4374-8B68-7114FD4E6CFC}"/>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744DEDC3-7DFC-4343-8410-CB4BA8A2EC3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AD6F1463-8BE9-4417-9EBD-5541E1648D0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CD63B556-FFF5-4DFE-AC24-7C6775B972E3}"/>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BCCE1D2B-C81F-4435-A242-9D820B49AE12}"/>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4E2E4A47-E9FD-4D45-84D5-82BF1CA17E25}"/>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F48E74-29DD-4339-BFF2-D09FE220D05B}"/>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8964212A-73C2-4BBB-84EC-5309CC2762FE}"/>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FEBFC1E-0E28-4C48-A12F-55045535A3BA}"/>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A0E61442-4A13-4AFB-9472-44C2C77AC7D8}"/>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E2F847DC-0371-4CEB-8EA1-501CF50631C8}"/>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B521EAEC-6F3C-4F6E-83FD-6E5200EFE41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2D3CD3D7-2C2E-4E37-AED3-93404D5CA7F9}"/>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06FD2EF9-6D77-4052-BB0E-81094CCC828B}"/>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99FE8B65-F3F3-4C5D-AA9F-6C038474D87F}"/>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D312A838-C2BE-4C6F-9CAE-3A067ECC34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530394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CDEFBD30-60A5-4E3C-AE02-D4E7B208F3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B4EA0D31-E419-452C-8941-DEE45B5F58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8876207E-AB62-40FE-9310-699CB60457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B8BA64A3-5991-4EE7-A856-76AD405B85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1BB4EDC1-5C75-4C8B-A775-E3EC26A42C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19AACB0-BF68-4DCC-A290-13F6D8CF25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BB163B28-0C39-4873-8338-8F6FB1250022}"/>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9BA03448-E98A-4552-A564-85105CA4D852}"/>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14556F8D-A4AC-4A76-8E35-0EEAA293A0B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A06BC592-2A86-4085-9281-93887F16DDC0}"/>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9C89364E-7101-427F-A438-CD239231BCF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351E4314-9EB5-4544-8222-A1AA59FE9902}"/>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564EDDC-1935-4969-868C-7F15B2F8640E}"/>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582FCB4F-EB61-4C14-9C05-CE4FFDF8ABB2}"/>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48EEA817-0FF0-4DC0-AFBD-D34332331676}"/>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F45860A-BB85-48C6-B21A-DB84888F6AC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DE05DAC8-BA49-44E4-B9D5-1872DEC5B03C}"/>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EC922677-7FBB-4846-8928-5B32D850F02E}"/>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776694D8-7273-4658-935E-98719DEE7F3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1F8299A0-B8A9-458C-84ED-FE46A3C9D83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F93F74F9-91BE-4404-AFA8-93C64873B86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A656E82E-CBB6-4CFD-8885-91157645E87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B642507C-E626-4B98-A832-ED97286DE1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893248729"/>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649C032E-F129-40D5-A8A6-CFA3636675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1A620F26-B296-439E-A11C-2DAB5D0B04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8397543C-2473-49DF-962D-11102C7AA2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8BE2A59B-5784-4FFB-BAD3-94402B3CE5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36ABBDC7-E7B2-4D94-AC35-1EA274B897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71C3B6B-624E-48D8-9870-4BCCBBD3D4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200F1FCE-663B-4E33-BE77-F97496C59065}"/>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9CB989F2-2178-4555-A4FA-8D60B9D3AC4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EB93218-92A0-4F3F-B08D-9F9A69D312DF}"/>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CE25664E-585E-4F8C-8EC5-BD074CD1E4E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867D608-68A6-4083-909C-0B771EC85E1F}"/>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AC1F2CC9-EABB-4FFF-A0E5-D0D022C2BE0D}"/>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D81E72FE-BBE1-47F2-BB6B-586B66AA378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CFC36F69-F16D-473D-9BD2-30B24E32B30C}"/>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9DBDC29A-CC94-41B5-814B-EFEDC4F5AC69}"/>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0C1003-39FE-4BE2-95B0-FC91028132FA}"/>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E9A98FC-91A9-44B2-A0FB-492715C6E34F}"/>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0FF4E7B-1B8B-4F66-8EEB-859068EFDCCC}"/>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4FDC757-B332-4879-AB89-80D9B3B639ED}"/>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647D9CFB-EB23-4D27-98E3-24BBA418E24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2DF0FB72-9651-49AF-BE07-A7706079BCF3}"/>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B97E4943-CE16-4720-80CA-68B1ED4C2662}"/>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C60ECFC-3106-486F-99D7-2368619BE591}"/>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23B228F-6288-4B92-A16B-66357E39CE17}"/>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AB7C3C96-2F93-4924-8C7F-CB29FE238B90}"/>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500A78F0-1366-4F64-9CE5-733A3CB5C0A3}"/>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9483D92-5FB1-4890-BBC0-16D8A23CE70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477D6C34-7A3F-4C38-B5AD-8E8A381D58C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3ADFEF08-DA0D-449B-9317-1E683D88091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3B316C3D-FE7A-41A4-A6DF-81CEB3ACFFF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3D1552B-4221-4E40-A7A8-95E36E33978F}"/>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2E455C21-BA23-43E7-8F74-4DEDDA617500}"/>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EC64B969-A7F4-4EAB-8AED-F6CEDD7CDD9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D93991AB-A159-4D69-BE9C-0D39E296EC1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75073D62-BFE0-40CF-935F-CF36C7FA74A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6CAEC84C-F4C6-4CF2-8565-15262E2208F3}"/>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B145D453-1C16-4E8E-AB48-DE61563264F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F7AA7744-43A7-4F00-AB14-A915EA0ACE1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ED8B9D4C-4815-4CCC-B140-8334DA394519}"/>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713C422A-779C-4040-98A5-058AD019E1FE}"/>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FDC0F8E4-23DF-4212-AD64-90427541D73C}"/>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008C5E33-3EBC-4956-8E72-397C74BBAC8B}"/>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0B7BAC90-83BC-490F-84F1-EF26E86FE670}"/>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83DADDC1-DC32-4F22-8BB2-100D90B0E9B1}"/>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03893CA-9DC2-40D2-8B49-FCC65B1E46F9}"/>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CF4350BF-FFED-48FA-8D44-F98C6617D6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50742300"/>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EDA31D01-0F8E-4BB2-ACBD-B61192A5FA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C389CD3A-2CD3-4A30-949D-42D8B96603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BD4C35DE-0E4F-45DD-9E4C-388A2A18A0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EF819334-0D91-4FDA-A81A-A45A4F190C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BAFA827E-095E-404F-A1C2-318E721578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BB0C2379-A61C-430C-90EC-497E131D97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19963FE6-E5FB-4A02-8F70-627AC95AEFF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0F52B7C-89C4-48C6-95F4-6AC5D5B9908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AD528DA4-0623-48B2-847D-31CD9CE4763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E8077B4-CAD1-4D4F-A5E3-45137942D87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49EFD09-4A28-4073-AA31-789FB0CCB56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73B66D7-4718-4368-9531-6953A344E85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1BF449F7-D2E6-4CF7-B55C-5858519CBA3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7BC18693-EB49-4070-A7F8-A772EB25290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508B9076-6D48-4549-B1CF-5434E40A587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D51657A-C33E-4931-99B5-3407C7576B6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311F6A6D-9325-4828-BC55-75BAE2F4E4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FA362DA8-FC4E-4968-89DE-D215683EC75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1214B2CF-80D7-46A2-969E-49EADBB0677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315F929F-5FD1-46B2-A411-0C36AA3112B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8A8D442E-DDE9-4120-A9EE-CC0A86CDC9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852861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F43023EF-FAD3-4D4C-8EDD-B60A3A53B9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352C13D2-B474-41C2-8A79-748FB19B1F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445AC29B-7D6B-45A9-9DFC-575E9FB8EE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AD08174D-5613-4733-8825-035F276903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3EE89E36-07CA-4A9E-BB05-12CAFCE526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D8BAAC74-F2A9-4B49-9C73-5AD3AF8DD5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F05EC5F4-3D67-4F20-BE8A-2D8B13A6794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E97D86F-993F-4415-BA6B-6A34D4E88F6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AA8B951-CB47-4D83-9CFE-5C6D1ADE3FF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ED2F4C48-07C2-4711-BC8B-E4CD75CF8F7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8F5B21A-BD2B-483D-8F34-BF78A7C8F8E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F5D6ABD-D67A-4561-892C-7823E6A2738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81143F63-A52B-4A69-891B-43C93A2F042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01154D83-B5B0-495C-A0F3-D46D7ABF3E2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63099604-272D-414C-9B45-D6A6063290F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4176943D-16D3-45FF-BC09-6EC055F970E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9C047F9F-90BB-44FA-B366-88B2BAD391D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58770B05-5C67-4C04-B87D-A7B610DDCAA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857E7233-5E3E-40ED-A92D-DC2282D5F16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E819D4C0-A173-40A8-8DCF-1D1F53BE1A3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B3E768B9-1830-4425-A79F-87DD26ABB6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878350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6B7A103E-3F16-486B-A1DF-342255D6CA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F8630FF3-C164-46A1-8E0E-8E0C63BE04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06F8A1FF-EDDB-4128-A9A2-9FE66073D9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A16E4F5F-3B62-4218-AA83-239D6B0500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F97622EE-B33B-4457-9982-2C11F67991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533D635D-9368-4369-9C6C-6572BE172D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8C9EAADB-68E8-42D6-8465-A2FD51A8FB4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85A86E3-9594-4DE7-9E71-6F380F8D8E1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F0DD8FCD-CD64-4703-B5BD-AE9ACA46DE5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7EBE57EE-4F3E-4099-93BA-F8BF28D2AAE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F9FBD22-9F5F-410C-80F4-20347C5224F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DD528D2-3A1C-451C-BDC2-9835C9DAA87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D3A48B84-F980-4CFA-A0F9-09D7434118D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6FE71C05-6C31-4CE1-8C3D-BD0046D90D4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31474F8D-FFAD-4923-B295-16DDD474594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0B085340-CE4C-4A66-8D29-30FB2AA8EC1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CCBAA88C-2E62-42EC-BE42-65767125675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F497C985-A508-4AD3-A05A-AC992B0FFB7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BF7B291D-F5FC-4023-BCED-9248169247F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0FCD398B-3A06-4618-BB26-89334F62A88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18F6A831-C16F-4304-A319-3EAC8870D9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5564659"/>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26ABD3FB-2B7E-4E03-9C57-B6F99344F2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0D487411-9B42-4DCB-868B-505597A464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0B655994-6CFA-42C4-962F-A19AEDDC61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1679EED-9836-4B1E-871F-668A2B4396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E6D20151-D302-4D50-8797-5E0D50EAB8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345AC3D5-9310-4F2B-949F-839C8C87A5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871B04F-CA11-4609-8F49-AE35FCCF5EF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3078EF4-B31D-42BB-9DF8-B019E80FEB4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F0FA01F6-E2B9-4AB2-BCC2-3E03AFFCF49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99877B65-3F7E-42A8-B2A0-F17E0576E17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95699D6-BC07-4920-BC56-214EFA19CC3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362C4A6-B800-4652-BC13-AA4FF32434E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3AEA4524-CF78-402A-BEBD-3A0BB873316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02C494B3-87BD-4872-ACCA-510B7CDDD24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12D31D73-EFB1-4A67-BD6F-E37D7329838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840F9762-F5F3-4109-9138-F5DFB9DB1B9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B1F94EFB-D62C-4687-81FF-B9241092ECA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86FC35FF-57A6-479A-8E56-8F7790675A5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0BF042B4-C031-489A-8B8A-400B1603EBB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276F37D7-C0D6-4E19-98B5-5433598A996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B120575C-0770-4317-AA8C-83C288FAE6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560627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B83EE6FF-DAE9-4215-9874-570DE0EDF9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73AE8CCF-D17E-4F1B-A699-4FD1B078ED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763CBE55-F385-426C-8153-99170BC235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20AD7385-1857-4E8A-A8B2-9DE778BB52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25FAA733-859C-4894-AF08-A0486E7DA5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E3A17D4E-E79D-46B5-B8A1-CF49B598D5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1FAADCC8-BE89-4BC7-B534-E96B5A5BC66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6793ACA-B668-42ED-ADF1-E9FB19CA479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2BC172C-413E-43F2-81EF-269F10572E5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6A17BE26-8620-4887-A5B3-2D4D7771C26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107EF4-0F6C-4B5B-A05B-41F604448CB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55309B8-E6F6-4675-B151-CF61FA0F7EE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2FB53BEC-FECB-4EC1-AEBF-F150615F854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52071C7E-7F45-49C0-BC8D-E8FF86DA91C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3572AFF-1610-4CA8-AC41-CF3909DE9D0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C5578749-16EE-4FDD-A319-84B22A16B27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A9068EB4-9A60-490A-A87C-D243D6B0996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BC6A4ED4-A345-4D9A-8388-2AEFC24BB2B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11791CD2-EE67-4C65-92F9-363C2F50466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8E9193B4-24A4-44F7-82D2-6D9353FDC68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7FF62512-3100-48B9-9931-8B5ABBC192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681038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4DF3DE4B-1975-46B7-A341-246561DFB8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4243A470-A19C-4101-9492-E2E2B2B773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E7C05E3F-72F9-422C-AEC1-7F43E4D2C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AA1CBC11-7F34-4A6E-8085-7979BAAAAC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E22D7549-47E0-4F03-A22C-3CFAEB19B0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66E0C8D8-BEC4-40A6-9504-525FBE328E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02E253B5-276F-401E-A75D-C862C0AAD56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92E3C9B-556D-44A8-A1ED-F559C8EF06E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F835DE0A-23A5-4357-A2CA-A9670637465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24D39BC0-9461-4329-A75F-AC9238F8699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A5B4F4B-4A1A-47EE-A12A-8F64BE66815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3A9B4F3-23DC-4819-9C01-51120C8E68C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2EF2F70C-F6CC-4BD7-B9A7-5A830EC9A05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E9BD5D38-1D5D-44B9-AE9E-9108797044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707E31F-21F0-4EE5-B6E8-7469FF9E40F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2D04FE63-8956-486A-A46F-5CC1CD4A24E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2701617A-9461-405C-922D-FDEA57C9DA1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3A459B9-282F-4314-B044-D721F946D6C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D3AA9B7F-EA28-4E8E-93E4-F172050FCD2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B97E3C3D-FD2E-4040-9002-229E0D679C6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865FB8AE-ECB0-4B4A-BAD6-F3FE05DC41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8275526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F2E86FA9-2651-45BD-BFD5-075201D766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0F531144-ABDF-491E-8952-4B4987BB19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21F35765-992C-4A28-84F3-AFF80A126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9DF9363A-4197-48E6-841B-A1DF5B6D02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48A6065-C1B6-4B90-A780-D8AFE6C45E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74434842-143A-4FE6-BD9D-65BEA06612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28E35AF6-1AD4-4EB3-825F-44FE89A6C44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D0ACD6F-C0D2-4257-BF04-138302748C3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A30FF8C7-6875-4DE1-9567-D3CAF1967F4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8E830137-BD36-4DE2-9538-E41D7977B0E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86410D9-24C8-4FD7-A6EB-717768E84A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0BDC0D-7529-4DEE-ACE2-D700AE23F01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9538A772-D5EE-41C6-AC4C-25A74564B01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B3C95460-4F31-47A6-B466-578181E4214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A61D8A7C-1A2B-4DC7-82D0-599B9AA5F52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99D56B94-2742-40CD-8615-280230E5D12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36F71845-AA5D-4793-8547-04FA42D6667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9E25D373-9186-4FF2-9022-8A40DC8B7C9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CFECEB3D-DD0E-4E98-8A6F-8678DB5B70F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6B078BCE-79CA-4328-99CF-8185C6D42D0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599E8992-80CF-4E81-8732-0570A74B26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300426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48ECB7D2-C18F-499E-B00B-04425D331E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8B0BC98E-6031-4A24-9C1C-98232AAE97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F6DD06EE-3152-46E7-BF61-ECFD001B98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164D21F0-C2E1-465C-8322-39831F6CD9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3499C0BB-C137-4660-ADC8-63B21D8B8D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9CF8252-0498-4B85-8B19-29DBD46E84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AFE460A3-EF0A-40B3-83D6-0C580E62AD1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9737513-3021-4140-B32B-BD82C354AA7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37D06F45-BAA4-4759-A4D7-7725D6E3F69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76E70769-26C2-4C55-BAF9-522D95BD34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A5A5A35-0586-4E5F-8C89-EA814492F55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FAF3818-B283-4975-BFD0-F1753BB3341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4D6C6065-193D-418A-89B3-FD54A81F466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55F08C50-019D-460D-9B53-9C6F6C70558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9A897AE9-7870-449B-B5C5-1AC81D39B84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F8AB279E-C2E5-4BC2-BEA5-37AFAA2F63D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0D6DDC2-0A6A-4575-81AB-21A1FA66E02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DA23731A-64AD-4C98-8451-3E73DBB8B0F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1604E9A2-CF46-45E2-A138-AD6C50B2906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72A41771-837B-4359-BED0-E48FF9A308C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4CE9536B-81E8-46E3-8E14-880A62262C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382501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B65576ED-11B0-4F07-9D60-685A8CEBE2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8B1D26D3-73DC-4F85-85A7-3D4E0F2F55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D21A6B28-4C1B-45D8-9767-F2BA5DBEB09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48637124-DA11-4999-A26E-7B3DE0CEA4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3540604A-9B6C-46CB-B5B8-12EB1C5C56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8A84347A-F98A-4503-9D85-76B196FFD4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8329E43C-1B8E-43FE-8D02-10B060798029}"/>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81D31FB-ACB1-42AB-A056-7CA0F9ED51C1}"/>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59C5077F-061A-4BDD-85F4-1A2035E9216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24AC752-0D79-4D18-88D0-7320C0D66333}"/>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3F119E87-4251-4574-9D4D-03E7F81F57EE}"/>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5F109C9-975A-4D40-AFE5-F7245B9FBF6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C0F7C7C-14FE-46FE-879D-0B186173CF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46550223"/>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11D104CA-556F-45F0-B4C9-3AD29776D2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17374986-1995-4E52-8EF2-09BD1B4B8E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0D2F28EC-8914-4A59-90C4-4A3FFCACA6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82241A44-CA02-446C-83CA-1EC8BE66E2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8BCA4B6-F215-4DFC-AA31-43D1153DFD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C847E6CD-62EF-45CD-A729-2A9473C36B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0BDBB782-077A-4FED-B756-200A39A51DB7}"/>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62E93D16-C7B0-452F-B285-0BA8189BBE44}"/>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2C2B9753-DA26-4E96-945C-1C948307D1D2}"/>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E84821F3-ECE2-471D-997B-2C6D904B3043}"/>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A9AEE4AF-7457-4B6D-92BC-955CAB4B8710}"/>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9E4AB92C-39D5-4DAA-A862-B4ED413029E8}"/>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B0EA462F-53F9-458D-9994-7FCD48ACD87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04639ADB-B9E7-45AC-AAC6-A82450D2154E}"/>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8F261314-F7FB-4844-A8DD-BD0D9D0DBF78}"/>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884C8AD9-B448-46DA-A539-42C228A911D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1DB291B8-8076-4AB7-B1E0-09A6124CC7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9050045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D892F35-A309-4E3B-A029-E8F4254CF2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8F95459E-CCF3-47CD-94C7-D5CF48FED0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B2B6FB97-A427-4583-8FB5-3BDFF816F6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7F2DA45-ABB0-4E19-8968-0E8BB2763F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58BA5E3B-D563-49B4-B357-2C4A089E17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83800B0-0E76-4E8E-9D48-BC13847A6D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7C024E46-FFD0-4E18-AE69-7BC7E3DBE669}"/>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9F2AC544-1C4E-4DFF-B44C-E418667CEAB5}"/>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D0382E5-FF8C-4D18-94A5-B2199CBAD07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B43503B-E860-4715-9FCE-FC05AFC2BAF4}"/>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EB01665-7F32-41C8-A5CA-59416E1C5D42}"/>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9FDA18-701D-46D0-BE3A-D3269982EFBA}"/>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4FD93E19-A5B2-4616-90F9-5090519DAA6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ECDF7607-3555-46CA-9801-C843A35A7D9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4252F7E-0F85-447B-B875-266A193B2325}"/>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19F531C-18D0-44FF-9767-D227CA14D1D2}"/>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F338CAB5-C54B-4386-8858-75978E80E1BC}"/>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010656B-D4E9-49B7-AD03-CD83CE93EF1D}"/>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08F9F501-6742-4027-ABF8-9E6DB9D0EEDD}"/>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6628E11-409C-4C70-9EA1-59EF0CD5EAEB}"/>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CC5DDE4-53BD-444F-88D1-D6A75CE5D91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C48D06F8-B33C-4429-9990-986D31F4F39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C9AC2F74-13FD-40E8-8F31-958E5935D2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682997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0C80A889-BBFA-4F33-99C6-9FEB74CF08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35DA6FBA-B6FE-4709-8FF8-F4EE8026F2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9BD4133B-4093-48A1-89B1-C8E56D6917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87D27EF8-4769-4348-9ADC-B84B6BF1F7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E996A4B5-4A45-479D-99E8-B7C63338FD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2BC49D5E-FA7C-4241-9CF0-33EE082778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3A3DDC6-ED08-4AFA-85D7-3183A2FB00E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0C38860-1FB8-446A-B135-C6C40A670BA5}"/>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11A6E0E9-8508-4F78-9DB5-2AADEF1B3631}"/>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616042A-B8D0-4129-9D82-3DAA2F7FA29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2F54EE3-7004-443F-B5B9-DA41BA121CD9}"/>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129F579-128F-47AF-99E2-9453B4F53D38}"/>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502FB711-BB1D-4C2C-804C-57770DF276A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2C81E1D-2740-4865-B5E8-7FC3DDB6467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FD1EE2AF-BC9B-4C1F-9E38-B46EACA8882D}"/>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63CEB4AE-7DC4-4D5C-9ADA-F0E305A5472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DCA83C9-7A46-40FD-80CF-EA50E4841B44}"/>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CE500C4B-8CF0-49D5-A7C4-8D0EFDD9C838}"/>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60AA1446-8CDC-4936-B60A-124A19252FF5}"/>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2FBA2D8D-3D3C-46BB-B55E-22B9DFA1382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AA40CFF1-29E1-441F-9051-62DA4C8F2C7D}"/>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FB07EB2-468E-44ED-9FCB-0AC01434C7E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E659F74-7A51-4AD3-B1F4-B962B4F8F935}"/>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7B935EB4-C7D5-4A55-8AD4-866CFEA1902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57524246-6121-4766-A559-5D94E7992C7C}"/>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C9E804B-EE7E-4AD1-87C8-2D662637AA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003813"/>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B5B1C5A8-9AFF-46FE-A960-86C29BE2F8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32C806DC-B321-4B7C-8AA9-C8FD8C5DC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8CE6985E-97E5-48C7-900B-DBDEE58F45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1337460C-EB2E-4F92-BDD6-D6BC7EE9F0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4EB2FE7A-7C4D-4AD0-A3E5-2C9F0458A5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51E76DCD-5323-4176-99BC-90CCBC7E1A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99AFEAD7-E05F-4577-8AD0-FA8607F32650}"/>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C7DAF102-6FE3-4402-AD02-3010102E59D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D910E0D1-36E4-463E-A04C-FDC6B3472FD7}"/>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19F8181C-5769-4819-83E9-5A413B2D4F24}"/>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232A4A9-BED5-456D-9DEF-89DFBB0F229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98CA97DA-5D51-4657-A937-F77D1FD010E4}"/>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A7636DB-688F-4863-A5D9-2438D484E8F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FAB559AC-061A-480E-8409-2CEF44DD530D}"/>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BCC3AB5E-C6DD-4431-95C9-3E53E4B2535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EF160A2E-757E-47A7-BC0F-F9B53D71073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63AD04E-E69F-4CB1-A440-782932BB949A}"/>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F0154A91-9189-428D-8F1C-3B255BD8A4AB}"/>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94FF0C5-0018-4A34-B003-6F6868396D21}"/>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7366A70D-0FBD-46C7-A860-A0B20C641DFB}"/>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41A304CC-1BFA-4A69-BD58-8E72DCC6E90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8358405E-268E-42C7-BCF1-9121049558B6}"/>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A2643C24-C5CA-4D6C-8775-A1503564190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E9FD0847-06DC-4ED1-A474-090C94547363}"/>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956E5D31-7F5F-4C13-AC9B-FEA9FC41DB18}"/>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2E018C4-52A4-4CB6-843E-6D0FCBA890B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34ABB214-675A-443E-8C79-609EF6E9A94D}"/>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D875BB3F-6B7E-4FD5-B798-342EF4BAE6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96182343"/>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143C4B0C-6166-43FE-8A4B-895167AF48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0D9AAED-CAA0-445B-ADEB-51F2901DD1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5C554468-EE72-490E-B59C-E61CB79AB8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096EFE6B-7757-4316-857C-61EE43FFE6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A5C71A46-AB64-4EF0-BBB8-F5BD5B7BFA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7D3C6C9-44B8-41FB-A90F-A7A569D542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1675A9D1-32EB-4A40-BD73-BAB51D6A2DC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51563103-7F1C-4970-AA33-B15A064C987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E3CE8036-5C88-4494-BB23-2DD961940820}"/>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DFE8EDCE-1F31-46CD-A6AF-2B39F5E95CEB}"/>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AADC9D0-418C-4E7F-85A0-922AA41DE1A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EF4B5A4E-17D9-4BEE-BA84-9278C4E2FAA9}"/>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EDC804D9-B617-46C5-B7EF-95950A202D29}"/>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B55A0E3-E933-445A-A397-6782053920B1}"/>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849EE98-9A95-4BA8-930E-CE11BD1722ED}"/>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19ECA772-AEEE-43BE-99AD-BFB7301B452C}"/>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FCA99AAE-52FF-4D1B-9026-AC906479FDC2}"/>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F9A02C5-D986-4805-901E-52E300777960}"/>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E7570409-80E0-4E45-AE56-3C6E69D1D08C}"/>
              </a:ext>
            </a:extLst>
          </p:cNvPr>
          <p:cNvPicPr>
            <a:picLocks xmlns:a="http://schemas.openxmlformats.org/drawingml/2006/main" noChangeAspect="1"/>
          </p:cNvPicPr>
          <p:nvPr/>
        </p:nvPicPr>
        <p:blipFill>
          <a:blip xmlns:r="http://schemas.openxmlformats.org/officeDocument/2006/relationships" xmlns:a="http://schemas.openxmlformats.org/drawingml/2006/main" r:embed="R277e93f9b6044af7"/>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669477C1-B894-4760-96F4-E6E3ECAFF0D0}"/>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EC27EA47-1FD9-4729-9814-B847ABBE1CDC}"/>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A7F5C535-61CD-471C-853D-B4331CC476F0}"/>
              </a:ext>
            </a:extLst>
          </p:cNvPr>
          <p:cNvPicPr>
            <a:picLocks xmlns:a="http://schemas.openxmlformats.org/drawingml/2006/main" noChangeAspect="1"/>
          </p:cNvPicPr>
          <p:nvPr/>
        </p:nvPicPr>
        <p:blipFill>
          <a:blip xmlns:r="http://schemas.openxmlformats.org/officeDocument/2006/relationships" xmlns:a="http://schemas.openxmlformats.org/drawingml/2006/main" r:embed="R6bc47e9795b944a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6356A8-CC1F-4F5D-B00A-6D64130D6705}"/>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990B0A59-3214-4C42-AC09-88718F165855}"/>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3022E5F-F8A8-411E-9CFC-BD4D4AAD175A}"/>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DF8C1B-9D45-451E-A6F7-BAFDBF4CCBBB}"/>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3422ABCF-D396-422F-B563-2514A70F136E}"/>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50B5B518-2FDC-4265-A61F-3635BE220E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59933399"/>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1650926B-40C8-44F6-8299-39E4723B4F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8F597815-7F63-46A8-AB40-1D2752C1E2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1F9C62FA-0601-46A7-A77A-CC5AEDF4B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588D683F-8A57-4C4B-90DB-9236320867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39DDC60B-D9D2-4F96-BE3B-D84F95D90C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8EA738E4-2D4F-4AEF-886B-562497EDA2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2754530-0B33-46A8-8104-F98DA360DA72}"/>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55E6FE9B-7D47-4157-95B8-8FECFBA32416}"/>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BD3DB4E2-B0DF-4E3A-995D-975783EE6972}"/>
              </a:ext>
            </a:extLst>
          </p:cNvPr>
          <p:cNvPicPr>
            <a:picLocks xmlns:a="http://schemas.openxmlformats.org/drawingml/2006/main" noChangeAspect="1"/>
          </p:cNvPicPr>
          <p:nvPr/>
        </p:nvPicPr>
        <p:blipFill>
          <a:blip xmlns:r="http://schemas.openxmlformats.org/officeDocument/2006/relationships" xmlns:a="http://schemas.openxmlformats.org/drawingml/2006/main" r:embed="Reb28696ed4674d82"/>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DEF627F9-5411-47A7-B0A3-EC2CBB2A83ED}"/>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EA97A845-1E76-4B74-AFB5-4C30BEDC2D9D}"/>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C9BE6CE-11E2-44AA-9C7B-82F01FF2B704}"/>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3D92313D-7359-4F91-944C-2E8A464A8734}"/>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6CE05DA-E0E1-4285-A40D-1D4E02DB618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D7A81AF9-AF32-4283-B327-9DBA416B1315}"/>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1DED5A9-27ED-4A59-AED7-AB2A83CD1AC3}"/>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4FE11240-C6B8-4532-9905-5037C3ED66D8}"/>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D0637C78-17E4-4D5F-85CB-FC2E2A4E1D06}"/>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50BCF91-D6F1-4F53-9147-622ADF3F7879}"/>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B3DA8C7-38DA-4DFC-AD2E-BD08828439F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3B25621D-794F-401E-AFB1-8F44B5C9AF0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5CE224CE-B48D-495E-9CE2-839434C8136E}"/>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FDF41306-B91C-49D9-A59A-64C109808796}"/>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AB67CC13-74DE-4136-8C30-87F9FD9CD7D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FD940925-B222-4CE3-9316-B4F7D235FAE9}"/>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8C8C653D-648A-4498-AB73-D59B6F837444}"/>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BB13942C-9EDF-4B8D-B5CE-A50B46A5177F}"/>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8509D07-1DEC-4C77-800D-9278A8ED2CD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817B9C47-CD0F-4313-8F41-7B1247A6BD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4935"/>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1F2F665-83B8-4980-900C-1DDF894CE1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4D16AADC-6C37-4853-B9A0-C7D14579C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DFD0A5E2-BDB6-4F2A-A5DD-868D588884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8AFE7075-A6B0-4852-B013-B7BFEA7A83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A39D85F2-7255-41D1-85A9-F46767102B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A573C6D7-4F66-4106-8534-986E5FF97A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AD11AD91-6EF3-49DC-8C92-8D9B1964284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28DD00E-D0E3-45AB-95E7-E89A7A479795}"/>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CC4877CF-15C5-44D5-BE4A-DE95E460309E}"/>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636507A-1FA3-4708-BE27-6D6221773DA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043E3AF6-5995-4DC3-B1B2-44D9DB7DB3E9}"/>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8F5398C-67DF-4E6B-AE25-EC29B536549F}"/>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A19917DF-E0D0-4422-91A5-5A338EE054AA}"/>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93B7F34-4AF1-4B22-A1E3-9D4FDB003102}"/>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03249AA6-C1D0-45A6-A35D-06283654611D}"/>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F9A9617-71B6-467B-AE33-DAD8E73FDB36}"/>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1F546A30-50C4-464E-A3BF-2B0162EA26E4}"/>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69120369-3AAF-4000-9037-9209523CFC2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5CCD5999-5064-4FE7-B364-BC334178EAC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F60665FF-A35B-4609-A2E1-D47057B88DD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112B0D9B-EB62-4350-8120-4AB56DB894A6}"/>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D384648-678D-4F42-9B41-EBCE0F487F8F}"/>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3F06941-CF93-4B45-8214-F6DC72110A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0218063"/>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C2476507-6BE5-405D-89DD-0725518C58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FB193CA7-EDF3-4831-8042-C8EDC9EAE1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6ED68314-5F43-4595-A86E-AF791AFF51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F1A6BB3F-DBD6-4B3F-B0A7-F205B82A00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AF4BD6F0-1EB2-49E4-8487-C794859591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377A3EC0-05D0-482D-88FD-6B9A5FB568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C645B5D7-6C89-41BF-8307-713AD233D798}"/>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9A6E9F77-7FF6-4CBD-BA4F-78BB8BE1432D}"/>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4D7FC2CE-EE59-42D7-AC65-F32B2B37D3E9}"/>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38C744DB-B163-4D7E-97D0-0AF631769F25}"/>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56FDFCDE-B6DB-4B02-A719-1FC3583CABB1}"/>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B4AB9D26-025D-4AFD-B0EC-822221E1957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5E7C7C1E-0DEB-408F-AC62-DA6E63F388D7}"/>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6ED59E29-3339-4B4F-AED5-D3A7E443A632}"/>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DE1E6DF0-15F3-462B-BC54-CE3867DFCEFB}"/>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3AFD7377-5507-4B06-B842-D7CF1EBB5350}"/>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CA7F79EB-9422-4F4D-B2C6-5EB2E7116103}"/>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A21EF69C-446B-4DA7-916B-BF07FEB32A9D}"/>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2FA0D22A-5837-411A-B4A8-9B3303A5C059}"/>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4D815C3-418E-492D-AA89-8D75B93EA9E2}"/>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AAD6A63-0F36-48FF-AE3E-21D30E628A48}"/>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1325BD27-4440-4796-AE32-91EC149BBA34}"/>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6F7E222F-7DCF-4654-B246-6B42FB685110}"/>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2FF1F9B-40E0-4563-B1B9-F4A1CF81C4FD}"/>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01C74731-B9E6-4FEC-BF61-53DF838978D6}"/>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0F843C2-FCEA-4B07-839E-B0C745FA6B18}"/>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51E04BF3-E039-4D11-B8DB-9C988F442B61}"/>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FF3019E0-00D4-43C4-B1F0-E2D9C0A24B4F}"/>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A81D1FB-13B4-4CE6-B602-7D55279C6717}"/>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63C48C8A-74A5-4787-A115-16325D70BFF2}"/>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E4C15388-824E-4A0B-A32F-065C16FF8F17}"/>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72642B30-5458-4F87-96BB-03B2B540292A}"/>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A7537187-C3D0-4696-A1EA-570C0B876FA7}"/>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6D7F025A-F3F7-4D3F-9982-F4152B37AA89}"/>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48A1BEBB-AE96-422E-BB27-B2C758109EB3}"/>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E201447A-7F9B-4FD2-B4CE-6BEE5CA4AE88}"/>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8BD254E0-7F02-46A7-8903-0634B3A55D54}"/>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309F3D33-E17F-48A2-B903-E7166A09E3B4}"/>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627C2314-8B16-4A33-BB7C-867E1E879F92}"/>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21E59AD2-78E4-4624-B07C-3B832C614C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963127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AA9C442B-CD9A-41DA-A5F6-8A5C39C153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6B9A64FD-8817-42D2-91FE-2F0DDB884C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CC967709-4FA3-4A4B-8F20-161051AB57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C169A8FE-56C7-4139-8BD7-0D3D76C1CD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88BB3B5F-F510-43D2-B71E-CE97FB3788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E3094C6E-D0A4-4D83-BEF6-95B03A4379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9EDBF369-E64A-45C1-83ED-27C0AE21C236}"/>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8E7B4EC-A9D8-45E3-BBEA-43240847227F}"/>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21F2B67C-E9C4-4FD4-BB1D-35B23970496D}"/>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6E857B4A-EB79-41A1-8FE8-6CB7D2147242}"/>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88EBD67A-BC71-49CA-8005-F4E0BE8F21FA}"/>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35D57829-14AB-40A1-BDD7-82B41DF8D2E7}"/>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B354F2A-91D2-4A64-99D7-213766A2A4C0}"/>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FC3248A-0D63-45C2-9E91-A79CB01154FA}"/>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214AE6A-5811-48C8-A8C9-F763851A1E22}"/>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5A61338F-379B-4DFA-977B-3BE609D48609}"/>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6DBB82D3-0C76-4842-9A57-70B12FD3FBEC}"/>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033F0E4-780F-403C-B1BD-C6D764CE56C3}"/>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C3DABA1-E610-4A00-AFF9-A8A14FC29930}"/>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5721870F-5D4C-4C12-A58E-78010FAAA26B}"/>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83E4FCFA-D0AD-4BEC-BA94-C35135F4774D}"/>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C5DAE5E-CA4B-4B0E-B052-E251ABEDE4BC}"/>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9A5790C7-4FE4-4AD8-8269-8300BA00CC4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882D661B-0AF9-43FA-9B76-C31D0C520142}"/>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9D1ADC64-FFFD-49B5-BE23-303597BE4231}"/>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82140EB4-7071-4249-B1B9-9C72D48ED0A5}"/>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B2F243F-FC8E-4A84-8FF4-741C97E724B2}"/>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F6DB043-FD57-4620-940F-105A26FDF84E}"/>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FA6F348D-43E3-4E3F-BDB3-9D0E03CCF1E1}"/>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89B2D724-DC73-42AC-A81A-2E02C634EF79}"/>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6E73D2A8-C88E-454F-B387-2FD9C4C3B478}"/>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FD5F9D99-597D-4129-896C-0A05A4F048DD}"/>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23990628-7C99-493E-880A-49D0B9CAB9E7}"/>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75E48A5D-082A-45F4-AD84-759C6A29885D}"/>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36740CD5-9B54-41B4-9BCC-892B12F367EC}"/>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2E0B868E-B3B2-421B-89D3-10F69A24BA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0510000"/>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6386FF99-8094-44F3-B3B1-C130D996C7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2D9232DB-7D14-4600-A85A-3C797C924F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CE13D24D-2057-43C4-B98E-79710FEFAB1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349887E6-96C5-48B2-B828-D9DB50CF94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3D00F6AA-B30B-44B7-8E32-8984D09174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632C09AB-C6B4-402D-9F14-DD78C77AC6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7B2E324E-1EF1-43D5-BD57-B71E1F389A82}"/>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22D5611D-5FCC-4490-9380-9E637629103D}"/>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FA1A1922-5D76-4FA6-8B66-7A175811C6D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2032030D-D3C7-4510-B727-D198D3B7FA3F}"/>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82F5C9E-FDEF-462F-8CEC-3BE64C087011}"/>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1A2FFE8-015A-486A-B810-D0D10986F411}"/>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BA4E17AA-9781-4B0B-AB67-48FF1859A6E6}"/>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EA672208-5275-455C-9D57-29C7645B8D6E}"/>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59BEE21E-6EF2-4544-A788-EC839A36C228}"/>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CB57C75-5F19-4C23-A40F-9BED9FEE3360}"/>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156568B-0335-4D01-9B44-29159A66A827}"/>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AD36F822-2365-42D1-B7DF-70D1ACE08FB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0F857E2B-5EEC-4FF8-A7FA-4494FA1A19D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719A3CBA-1FB8-4BB3-BE0A-C2C8413027E8}"/>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93EE383B-FDBC-453B-8FD0-0C0E00359A70}"/>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A00E0465-5340-4DB6-A5CE-2F0AFDF71C32}"/>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8E4701BC-FF04-4FE7-B118-9C92996964E5}"/>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24A45CB0-71B5-488A-9CED-A20E76843F4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7E9F2B4-4A00-4742-81E0-95434E3A18EB}"/>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1D2BE49-6E01-42E4-861A-397386E3A13D}"/>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6DCA8AB2-C341-43E5-A7AF-84984385005C}"/>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B6C33C0D-E7B6-45A4-8E0C-5D478246B512}"/>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83A99059-B7E3-40E2-A8EC-46AA695A5412}"/>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3A19DC44-ED6E-462B-AD5C-68DD944D6CB3}"/>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F3992872-F825-4BC5-B4A9-67A907C0B21A}"/>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59F1F0B1-2C34-4FCB-BA1C-EA9DE4A6B6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568291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4691C63A-60D4-4CAD-BD40-35CEBC0581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7371557D-73C1-482B-A070-EEEFABECDB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93B17EB5-633F-44AC-9DB9-76B492BC4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445A01A6-97D2-4538-A058-5078D7BD6F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4C86D4AA-D2DF-4266-A164-4F0E8CE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F9561DFE-DDFF-4EEA-98B0-ADEB1021C0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01B41024-4AF2-4950-AEE3-C782ECD65EC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B0DC163A-B2BF-46E6-B8DC-C6E4E9B70B3F}"/>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39D7DF13-E537-4965-914D-9CBBFFCEF4F6}"/>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4406A63-194B-4DFE-BE95-9AAAC4B7F393}"/>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45F821A8-6456-4D9B-B0A4-DDD91A7D1BCA}"/>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25112150-DB26-469F-A3FF-F03D1CB8E5D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68507FED-3086-4BBD-AAEE-94B2530A2CC6}"/>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15FC740D-E099-4930-8E95-4EE761B20F62}"/>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88188DF-1224-4269-9486-6F512F7D094F}"/>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10C7AB83-BCC3-4FAC-8FCC-CFF52D6950D7}"/>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59771306-4F9C-49B7-9582-2C2248830E9F}"/>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508F214B-8606-4651-8B9E-C0C52B5B8872}"/>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E1F02764-FCAB-45ED-8525-2AB05AB4642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68F4D2F8-BA85-42AF-BC27-D34650FBB65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FFF77933-C5F1-4223-8B15-CFA170DCC1FE}"/>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A0451EB-8CF2-4875-8BB4-09CCFCF8FF35}"/>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4FF7AFF0-4B86-4D6B-9505-EC13959FC97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E02503D-A031-4E27-A813-13013A626E9A}"/>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8942CE57-7014-4650-9E4A-6E781A82CF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8316268"/>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E02860BC-C939-4194-853A-9E10CA06DD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9AF46D3C-2CF5-4DCB-BB16-F088A4E121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FF3025E8-DA18-4364-8D7F-829C37E8F4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66EB8BA2-64BB-486A-BE7D-AC9A737DF6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0E95CD2D-2780-468F-85C2-F2C139FDC3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63F3FD74-A4D7-45CB-B794-EC2EA80A31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1DFBAF6D-5FEB-4AD9-B5BC-3F34517FA75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907E7546-F9CC-4B9E-8D23-3AF752EA260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7EB93C2-C099-4D4E-9A13-97D81ED7351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BA0F207C-D2C9-47CA-850B-E7B189040CA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BC4D1536-082D-47F2-93EF-FA7495988228}"/>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79640883-AE55-47CE-B9E9-70310B94DC6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E38FD776-88DF-49CF-BB11-A7DCF39131F1}"/>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62D624DC-E3C1-41D3-A7FA-07C4E284E48C}"/>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6D9C0033-36F3-4BDC-976F-505B17B2EF00}"/>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D84BD111-E3F3-43F1-9484-C40B0E56892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6C6689E7-2568-47A1-8CBD-E3BEECF9472B}"/>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765C53D0-6D7A-4E2E-BDD2-B1255CE6B989}"/>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D3FC1FFB-AE4D-4284-B0E1-752A0AB6A664}"/>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3D512092-5530-49E0-8E4C-226FF1163AC5}"/>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764282E-1134-48B0-9849-7FFF6C770B88}"/>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1EFFCA91-9894-45E7-9DEF-88FD54D9AD8E}"/>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BF93C7A2-7656-4A27-ADD8-A0B1D81BE3C2}"/>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7DCBE7CC-A407-4B42-92C4-370A10D50E8E}"/>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33EF493C-49A5-4188-A0AC-85D605E9965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D687046-0E11-4884-A738-D3D702BC2B6C}"/>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27F76E4E-BD34-4AB4-8513-52750826A36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399C4900-F03C-4A3B-90EB-B8F518C6D9A5}"/>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9296CC29-E95C-40DD-AAE0-75B3BD460FE2}"/>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3677CA8F-073E-47D5-8768-07EE2864E2B4}"/>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7D81A433-7D0E-46AF-80C9-39ADF7EDC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959263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B4B176BA-3AAC-4065-AED9-6B9D1DF5EA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81C2205A-027E-483A-A1E8-F1B6AB45FF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067D4AF5-5533-4067-8328-80ECE0E59A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1FD4D305-5E9C-4D46-AA96-FF68ACBA9E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359F6678-9377-4A13-9DB7-A73D12F74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7C9F193E-7698-4F73-9E24-D59716E57E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57E42A8A-BF59-45A0-9482-3874741F121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724FCCBA-0179-4505-A8BB-BF8EC61E30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4D4E5EF1-F52F-44E8-A316-4E6237541628}"/>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10B0FB2D-5875-4928-9577-EFBA43CB65E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969811FC-80A1-4B0B-8F3E-E013F703BF8C}"/>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505005E5-F9EF-45AA-AB4A-760E46C66091}"/>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F804FF53-6A10-4BE4-8EC3-57A8A19FA838}"/>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CA877B1-2847-4FA7-AC14-727937B67FC9}"/>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EE92EF37-9282-4289-8393-E446EFB730BF}"/>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06FAB60-00D5-4CBC-92CE-284CEB547DFB}"/>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604258E2-1BB7-492F-B62E-B8510B4F566C}"/>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D846ABB-75DD-44DB-B66B-CE18248B60E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3D4D4D20-E3CA-4CA3-B2F2-BEF307189EB6}"/>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9CD8C9DE-075A-45BC-B667-CEF193464D1B}"/>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AC15616F-86C0-4DB4-9C64-BC93F7146B87}"/>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04DAB43-2F7A-4E48-B77A-F30B84A062E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61CFFC87-B3C2-4929-AE1B-D8C2FD4263CB}"/>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4E0920B5-94C1-438E-BB3B-97B773C811D3}"/>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AE4532E4-4790-4A3E-8AC0-1261A717F3A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952F2411-65D7-4376-B548-2338D2F03C7E}"/>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6F1B05B4-F9DA-4392-BD99-8B1051ED3BB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927F7B83-3198-452F-ACF0-ADDDB0E0EF4A}"/>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897E075-706C-4FE8-B501-5DA1F1846D7A}"/>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D74B4D40-809F-49A2-9059-89B36A9DDA2F}"/>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7FD6A615-E723-4A6B-A677-1010D23FA936}"/>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A3A75F36-2B18-4937-93D4-C876613F6888}"/>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6CB470A6-6F8E-4773-A3B5-9395BEDCF21B}"/>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47B7FBCF-C35C-4D67-A966-9FD50E60D86C}"/>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D4A4964C-8C92-442B-BBAD-669D505AD445}"/>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EC6AD90-9D7D-426E-9015-B07063562011}"/>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60459233-5AEF-4ACD-AFA8-77202398C42B}"/>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90202A37-69FB-4EB0-B6B9-B7B68A27C0DB}"/>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566C795D-2702-48A2-B2BE-3F0FED92B362}"/>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AE3E02E8-86D5-479C-98B7-6F7A70AC7B7E}"/>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4336487-53A2-4E93-9468-AF0313514F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116816"/>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F7AFB33C-09A3-4D3B-905A-7AC338B2DA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7DD66AA2-1228-4622-944B-836D188C3E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D3B96980-8737-4AA7-A008-7C93A5B71B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33F9DC3-5A6C-4802-A477-662313DD5D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F156B7AD-C902-40C2-AA26-8CA51AB8D5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F311718-6F7D-4FFB-B403-8E741B1D48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341B0DD6-C19C-4BA3-8F1D-CD253DF0273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A6741D9A-FBBC-4F47-B5A9-536A87DA7C51}"/>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F2554401-FAC4-423A-B5DF-433DE1156B48}"/>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52F0D189-23DE-4A0A-A2A0-0682061331E8}"/>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3C8C20DD-9595-40BC-84C2-2DFD66E6D16E}"/>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0472D064-8726-480F-B66A-4ABA63B9C13B}"/>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CF0E54F-36A0-4B71-ACCD-B52BBF267079}"/>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7AE4567-93DA-4DAC-83F0-806E6E72E42E}"/>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84E6BD48-26AB-4842-86F5-6CF9AFC0E81C}"/>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E1EBC401-9A55-4BDF-858F-DECF13C40BE2}"/>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E6FFFCBB-EE89-4DDC-B3CA-23FFCAF6104B}"/>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3285DB-5160-4D36-9E3A-1E59F93D9B21}"/>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7A227C2-09C4-4364-9924-DD73CB1B72C4}"/>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E6960F20-36DA-465E-9F54-4A6903A2227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A5EA72-5088-4909-811E-F7A281EABA1C}"/>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B22E4CD5-A5EB-4765-9842-39E648F3D327}"/>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588FAFF5-83AF-4102-9941-372086762C13}"/>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8FBB9D58-A41A-4F53-B54A-37F24F3ADE7A}"/>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9EB9729A-6B33-4A3F-B94A-E2D6B007F68B}"/>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B668007D-D7A3-48AC-8E2D-DB010665D4C8}"/>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66EB527-166C-4E05-BE7A-D06AED122CD3}"/>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56B1A12A-AFF2-4416-94BF-D2FEBF42B6F9}"/>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5EA5C223-4F7C-4977-982A-F2A829088C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5006251"/>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3367F743-BCA8-4A3E-8EAF-FDE03F430D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B0E76F3E-BEB7-4675-95D0-0ED6059368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5D8534B1-7B9F-45D6-8FFF-24F34EABC6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616C899-C061-4D01-89DF-80CE9EC00F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CFB8334A-B5C4-49CB-9257-47F406E6A2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73EC9EA-D206-4C49-8F73-14B9463BD5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7A12DE75-F3AA-482F-96C6-56EF06F72D2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67C7773E-7B46-4064-B17E-9BFB18BA24DF}"/>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EEB7EA99-E50A-48E8-BB8D-278709E092A4}"/>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F0EB65CD-FEDD-4B63-B3D3-8087DD45EA1F}"/>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55B23106-A901-410D-88CD-2C453E3433E4}"/>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F278EFA-9B05-4689-899B-B07CDAC26EE0}"/>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7B3A14D7-8E99-455B-9A82-09836A41B383}"/>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7CE8F215-38C9-4A9A-B6DD-FC3624034BCC}"/>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42424EB3-6B71-42B6-B9E2-BE84C01BF376}"/>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E92171EE-B9AC-4182-868F-A4D69A03DC95}"/>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DBC4DED9-131A-4F68-B9FD-63E382803617}"/>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F19C3709-C0A9-45B1-9B10-E15DBF8181FE}"/>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C00CC9B-C8F2-40C6-AF54-1E34644E171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19C67BC6-32F8-41DD-BA6A-758943C81932}"/>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54603E22-7615-4463-BA3B-E82C49A2AF4C}"/>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8A99ECF6-0490-4BAE-A30B-1FDC8EBA0092}"/>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65BB5373-AD33-4E5A-92A4-04024ECC4C14}"/>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6C3A11A4-54DE-44BD-A75B-801B4EBE7799}"/>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B567BC9F-8121-4E59-82DF-7B12C3291D4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EE02FB0E-3A56-4692-8567-FD11B17B3CDC}"/>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E64A8560-E9F5-4515-86C5-007A17779F5C}"/>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DA97F7BF-75C2-44AC-B704-A3B5F6023272}"/>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CB30E5CC-6EAC-4137-BE8D-7238BBC74514}"/>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7F78ABF-E3A7-4408-96CB-5B6A345C5DB5}"/>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4E48F2B3-B3EC-410B-A7AB-F38AEB528A8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832C30F9-A6B3-4334-A902-069DFD64ED13}"/>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A1EBB30C-59CA-4840-ADD6-452EA850697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89C3EC71-0319-44F3-94C9-1EAAF9FFCCA8}"/>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1DF414-7E73-4F41-AF81-0FE86BACC65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8AD56C48-B0E9-43FB-9E2D-17A48C1CDB44}"/>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5EC44D93-E9DE-4C7F-9EAA-7117B7AD396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E72CA123-2F74-4126-BEF6-671E8B9CC4A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AF1EE130-A1ED-4E87-B8F5-B0D6C8FFF735}"/>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E21568A0-DA3B-451B-95E0-169B141D1D8C}"/>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EE08EA99-33D1-48EF-BFD7-5BC9E33DE72A}"/>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AB86FB29-625F-45C8-BE4E-D8CC46B75277}"/>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F6DE6DD5-5103-4961-B967-51096119D6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44748926"/>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95EB3F12-3318-49DD-AEAF-B2DAEE3B05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7E2DFB42-9B41-46F6-8421-B3E48C976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6E318D87-F92F-4C87-B987-93542448E7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80F8BCA9-DBAF-43AF-A582-F87C505A6B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CE5E154F-2E43-43FB-B398-971468BFCF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5ED8B551-C21F-48CE-9046-0EC1AE1C3C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30C3BFAC-5941-4340-A556-4F0DB632EC6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39A2773E-6BB8-4536-AEE2-AFE1D283673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E1D90B8A-3572-48FB-8580-6C2349FC1AD8}"/>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2293C37F-2DCB-4522-962C-212A2A9F2EAE}"/>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DB9C95-4F23-4302-AE85-99B6CD3E5AF4}"/>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BBA5E906-7438-46D8-8253-86123282421E}"/>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331A07F3-40AD-40E3-9588-4FE90EB8E87B}"/>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CC20B0F2-5B70-4641-AF9F-7E384E5D1EBB}"/>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DE4DFA0C-F7B3-418B-8FD1-6C76B9AE8E28}"/>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27657E75-9DA1-4114-BFD8-E6F7799A3D19}"/>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B67FA5C1-DBF2-43B5-BF5A-05CCFA28D9A2}"/>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D34FF6B0-E9D6-45AA-8EEF-1143E3D1E7EC}"/>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A0BE51F2-579D-4307-BC81-101EE7EC7FF4}"/>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B4170EB2-10BC-4B0E-95EE-DEE5DCE4D8FD}"/>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731D2C65-F66C-44B1-9504-ADEABC4038C6}"/>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85CC0116-504D-4A8E-B42D-2F8B1A3F799B}"/>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605D4D65-FD4B-4AD8-8A1D-E78C6A0E7E8C}"/>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1A31DDF1-F297-4CFB-B37D-D07675F85EA9}"/>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8C42F74-BB52-4684-A392-4B0C2187CB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684988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6A291699-E05B-4159-BA4A-579B5BFE64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EDC54F39-1232-4E8C-942F-B17663F201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C56B690F-102B-4434-A995-34A50ECD3B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1CDAEB16-CB13-4CC1-9150-9AF7D38602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040A7047-EDF1-4827-AF8A-81047F03FA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9EDFFA0B-3D95-4E69-997D-980643F5C4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86FF26DA-B2AC-4F36-88EB-8966B9ABAED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7B3FCA08-7AE7-4B64-840C-0B97386D0DF3}"/>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ADBD7357-5672-4E06-9744-894F1AE7E281}"/>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31B9A46D-65A1-42EF-B5CC-171A6F246282}"/>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82058527-437B-4B2B-803E-E8D718531AA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E42D02BA-997D-4147-A27F-7432AA001984}"/>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1E621967-433A-480C-A6D2-C4C206E63B84}"/>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8915F156-984B-4C8C-84A2-35E27DB771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310596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2AC995D9-7043-450D-8EE7-EF1D5687F3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03DD19C5-6465-4F26-8D0B-4CEA5861D2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E28FC7D6-EADC-4FD7-B948-6CCE585FAC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E3DE70EB-5173-4829-A114-FEE51963EB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3FA5B2B3-6611-4E5B-AA7E-7B7A69EB49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71FA92F7-AD3D-40A4-BF6C-AC94D157EC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D07782A0-67F9-448F-A4FB-F4C71DA8332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43036BD7-CD22-49B1-95D2-8EF867D493BA}"/>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772D3661-C964-48F0-B1C3-DEAFE3899CD2}"/>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88944DBE-FEE2-429E-83CE-7F17738E86B2}"/>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FB1B173-2F31-481F-9E50-6C5C0BB23BD3}"/>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0B5E58BC-F31D-4CC9-B2CF-28A982AE4C89}"/>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D5199B1D-BD2C-42FE-89C4-7211C5389151}"/>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F882B5F-1174-4B7B-B849-A31BF2DF5C0D}"/>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7630FEB3-93BF-43CD-9E5A-FEE8ADFFEF81}"/>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7162582F-C063-40F4-B6D3-62C20D7A6E9A}"/>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D9860B46-AD9F-413E-9CA0-734261DF0E76}"/>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F718EC9E-A7DC-4973-B4F3-FD1EBFD42388}"/>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F6BC0AE-6CF9-40A5-BD37-86805D37479A}"/>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34DFA34D-1B9C-4247-8124-5C29184AF1CB}"/>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9BF71763-50AC-4CC9-91FF-C665F63DDDFC}"/>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AC665E0A-7C6A-4F28-85E1-65AF7EFFB7D7}"/>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62A531C-77A1-452F-8615-AF5E80DEFDF7}"/>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91439F7C-50AD-40A0-AA9A-DBA2645C9C37}"/>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0E096708-5801-4BC1-8601-6916CD87C4B8}"/>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869A535-BAE1-45D8-BABE-0847567269C2}"/>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BB23DF2D-29AC-4656-91B9-01CC89FF635C}"/>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325CF60E-5BC1-4BF7-B46A-4FDE26F6BB2D}"/>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1FD6FA10-75CD-4C45-962E-7C1BC501E3B8}"/>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21A39D9-7698-4737-9322-1E9A36DEF802}"/>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3CAA1C34-0EC9-4309-B612-823A8651067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04E0968D-DA91-46E1-AB90-6CCF277502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43236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D9E13472-D893-4B92-B0B8-C9EDC465CC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9F0FDF90-FBC8-45A3-A970-7CF4208B00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D4B58EA0-DE43-4ACF-B710-5281683AB9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C5A0D27A-EA18-4DCF-9C36-63DE66BCB8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7976F1C7-377A-4A72-ADB8-BBB9D644A9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31161524-5E98-455C-8F84-37674F41F9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2D6F9819-8E24-429D-ABEF-CD371D6B941C}"/>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5996413-FC71-4D12-8798-AF0F05A30107}"/>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0742D6A-AE3B-4B1B-9A98-964CF0B610DE}"/>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3BEE6B0C-F517-48BC-A563-3D254D3E4E4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05BEE210-0ADB-4FE5-9C3C-0CE2EA617557}"/>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A9F5F491-EEAA-434C-9A13-ACE11938B234}"/>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EF5495CD-49EA-43AF-B756-FFAAF3840DA6}"/>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671518F-0612-47E8-9126-84E7FD5A25D8}"/>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AE77DE75-87AD-4C6E-898F-77B4FAB43951}"/>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429EE3A-FC1D-4162-9673-C0290E69641F}"/>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DB62B0AC-39C2-432A-B0E5-9028C305190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56B1EBF-DED9-4C52-A927-BAE4D4FE64D3}"/>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E16BFA3-1449-42D7-87EE-BA0444F974AB}"/>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9A5D629D-D417-45A4-B2E4-CEB2D0B0729A}"/>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BDB9D945-A4A2-4DA2-A8C1-8A58A5C3323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8FD0E819-C2F9-4403-A840-3E3C07DE6B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3496311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DB4A2130-59FA-4245-BE11-F074D81364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0898B571-1184-4DFC-941C-0DB478F768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02F8FE94-35B7-4CEF-9911-51B5F96DF0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7CA8EE28-F794-4272-89B3-106D71E766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88D4627D-C7C4-4DA5-9CBB-49FAAD17BF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F5AAF3FC-580E-48AC-A891-1E7788A026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FD5BDF35-FBC4-4857-8F65-70E306710176}"/>
              </a:ext>
            </a:extLst>
          </p:cNvPr>
          <p:cNvPicPr>
            <a:picLocks xmlns:a="http://schemas.openxmlformats.org/drawingml/2006/main" noChangeAspect="1"/>
          </p:cNvPicPr>
          <p:nvPr/>
        </p:nvPicPr>
        <p:blipFill>
          <a:blip xmlns:r="http://schemas.openxmlformats.org/officeDocument/2006/relationships" xmlns:a="http://schemas.openxmlformats.org/drawingml/2006/main" r:embed="R2f94c8ebed7e48c9"/>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508A209-E357-4D91-BC71-B8E8CB085617}"/>
              </a:ext>
            </a:extLst>
          </p:cNvPr>
          <p:cNvPicPr>
            <a:picLocks xmlns:a="http://schemas.openxmlformats.org/drawingml/2006/main" noChangeAspect="1"/>
          </p:cNvPicPr>
          <p:nvPr/>
        </p:nvPicPr>
        <p:blipFill>
          <a:blip xmlns:r="http://schemas.openxmlformats.org/officeDocument/2006/relationships" xmlns:a="http://schemas.openxmlformats.org/drawingml/2006/main" r:embed="R5763c0bbccb84cc9"/>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69398E5-C91D-42EF-8205-6A02161DE64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7FA49E78-3695-4E36-9940-49BD936111F7}"/>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2CF3C27D-2C08-46D4-B23D-B571B3DB9EB7}"/>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2D9889A6-C120-451E-94AC-4EE831ACAEE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07BFED7-0D07-4BF7-8C63-54766890084D}"/>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5D69715-A8A3-405E-ABDE-77810B7F60AA}"/>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C9FE1428-3C6B-40DB-B730-CED1F07D9400}"/>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140B2225-063E-438D-B463-452EBB27AED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3C2D294-3AE6-42F1-9D8D-FF19A21F9DFB}"/>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4C325A39-C6AB-42B1-BBBC-5FEC86890C7B}"/>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97A7DFDE-279F-4AC0-9707-A0E9465A138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E1050BD-977A-449C-AE03-B7EB4EAAD104}"/>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1201022A-E0BC-44D5-A0E0-651E0DD1705E}"/>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64553DF6-F77B-43D5-855C-1E019C5D6035}"/>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5F2E5C67-DC08-4512-AA63-B63960C31092}"/>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19982613-68E7-4682-9BB4-62103E6FF42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CDE1206F-FB67-4F50-BAE0-A695F5C1AE1B}"/>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477259EF-D2BE-4EE9-AE42-E223D6F2053F}"/>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00AA8906-20BE-42DD-98F9-4C7EB0D2B695}"/>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B1A1AC98-1EF4-46A2-8F2B-E40E590D36F3}"/>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115C6828-CE1C-43DD-B6C7-A1B6C65360D8}"/>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57048E10-57C3-442B-951B-C8A53BF7DCEE}"/>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B8D4BE08-AC45-476E-A3A9-7DC9FA0CC3C4}"/>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9439B7BA-F862-40C6-B8F4-C6BF3ADCC44F}"/>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0940A23D-1C96-4068-B140-5E211B92C164}"/>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27B2791A-F4A9-4B02-BA93-2F5B85BD1B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29157655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BE2F0D0F-DD06-4AF4-8462-F421CB0AED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AB643308-8BBC-4BE7-9180-68D5D2DF78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E1583A26-9C68-434F-B8DD-EFF88B569C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D8C8B410-C5FD-4526-B155-DC75AA3BD0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1FC221A1-875B-4BAF-AB5D-BCD08CB33E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27F6DB2F-2CCF-46F1-88BE-AB4419078A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99707A0D-09EB-480F-803C-045B24BAF69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357205A7-28A6-4B67-AE42-862BDEB2C3DC}"/>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5AB17D92-AB1F-4492-B06F-146C80EF0765}"/>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4DFA5392-DEE2-460D-9612-47A019D7816B}"/>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745031E6-F6D3-458B-988D-BE6E1418A840}"/>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14525C9D-12DB-471C-8CAB-F4BDA166EED4}"/>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71BDD214-E77D-4440-97D8-C77A325C5543}"/>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1F5EF82-20A5-4684-AD82-60E5A9BCD2F4}"/>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25124656-84ED-434C-82BD-D7E0C695FCC4}"/>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2E2A07BD-C635-4C00-BCE6-843A62D860BC}"/>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75F9F59-0750-4476-8E92-42FDDBCE566E}"/>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BE50C89-1438-4A1F-9492-251244EDC1AB}"/>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17941089-B781-449D-BA8F-2AA50BA538B2}"/>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A46725C7-D13B-4138-AFDD-4661EBBF7709}"/>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AEF6CCA-66B4-40F2-AC6D-908F59F02E7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2187F329-3C80-4449-8DF6-2ABCB92BC24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539E8410-7856-41B6-8F88-55DA19BEAAE1}"/>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03B05A6-B759-4717-BD46-DE171D7E4807}"/>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FACB1163-ED1F-4E6D-9A9A-EAB3AC34EA5D}"/>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AE26AD75-162B-400F-9603-49FF0A4A6561}"/>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A832C0AA-A169-4D29-A0AE-585550C77364}"/>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46EA3C1C-D7F6-4DB0-89C3-0DC93FF2222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5950CA3-07E4-4791-9656-8B8A1F9E4F9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F1247E96-4005-4A82-99A6-EE2F9AD0CE2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AE0CCED8-268E-44A9-8F63-53EE3B9C862D}"/>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DFF2A7FF-EF93-48EA-93B4-7CFFBB3629D5}"/>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CD1CBF85-8528-4130-AEB2-70AC689BD29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07FE72A6-D14A-4615-A200-AB17ADCC3834}"/>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85BDC99A-8F5A-4B62-BAEC-4FE519774A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69B2401C-89D7-4B3F-AD58-240DBA4691D9}"/>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CB71DD50-89F3-4C2F-A682-3853F7AECF8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BEB2C472-DC60-4C97-9D68-CBFAB987A688}"/>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D246B0AB-1F03-4152-A260-8D45451BFE4B}"/>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DF75038D-A3BB-442F-ABFA-6C14200F63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35029535"/>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68176F32-340E-43CE-B717-2C6B058C38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22E32948-A871-43F8-A4EE-6AB01BF76C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6ADDBC44-D308-4246-9BF9-FC04461427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3C65D4E3-8A5F-4CB9-92E3-CB8EA2FFB2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18104D6F-848C-4905-B3E9-4F1E99930A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B9427337-3FB9-40B3-B03D-FB0F8F9310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48D910A-C8EF-471D-B278-37B17DF2EE30}"/>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027F6853-2D06-42A3-90CF-50A77CCD0B98}"/>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ED7D3B43-A4E4-484C-AEFD-2051BAF3D165}"/>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0B1694A9-EE1B-4A36-89A3-A3A95D1A3C32}"/>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CE7E11-3A57-4F75-A4FF-ABDC9E6D013A}"/>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714AE716-BE95-4D9A-91A3-A3000AB0279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678B8112-23A0-4BFA-907B-5A0998A99677}"/>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4DB47F47-6820-422D-A104-EC9151343EA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94918205-8150-4762-81C6-96389FE92DC8}"/>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08D49C1F-CB04-4B22-8B0A-BE410731F32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6F2CE7D5-856D-44B1-B3AF-DCD15A832A88}"/>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02431160-99DA-477B-A605-99DD5B982228}"/>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559684E4-50EE-4353-BAA3-6644B4C23D4C}"/>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8EE98C0-C001-4135-B0A2-D28C50AF8C0D}"/>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8A0866D2-A858-4EC7-AE95-B5E12539162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6A87AF9-FAA5-4796-9304-45DFEF9A1EB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62CAF24D-7D12-4352-8B09-0D7EEBCA4B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8537430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A1C7C84A-1FEF-483D-B562-6448842742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DAC16924-C579-4AFA-B8F9-5C5916F325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DFEBF94C-9084-4002-B33E-F96E2D2332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F2E71566-21DA-45B6-8C17-AEC3836A4B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5D2C5E00-93D0-478D-AE65-53264F27C8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4DE9C13-1419-4936-B719-36CF893F10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5DADE5E4-A3CD-4FA1-93A8-D2DDE8444361}"/>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1DB875A5-0ECE-4382-86BA-FE70539D7E9A}"/>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C3BE2546-3946-413A-BFFA-9C595EF02987}"/>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C58C0930-E854-43E3-9F66-D1A39EC0942D}"/>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B4382C7C-798B-45DA-BE6D-8F19CF46E52E}"/>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029BCAAC-743B-4006-863F-A26202C30F3C}"/>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F1E3B9E0-06C5-4A45-8957-ABDC4F699439}"/>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F543FC7-561E-4FFB-80B5-CE9FF2761C4A}"/>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29E587F2-F4FB-4556-B90B-A3F1014B50CC}"/>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9E1F9F7D-206E-4113-8BA8-B5AA6E47757F}"/>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E234F50F-9A1F-4C57-991D-122162145C42}"/>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B93698D3-0695-4573-AF61-9B8E223A21BE}"/>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6B0F4716-B2C4-4D33-8E3D-ADBB2DA58983}"/>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D7F66EF1-699F-42D3-AA68-EDCC4AA3B4E6}"/>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DE9E4265-EDFD-4ABE-B494-081D2A0BC0FE}"/>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648D7F17-363C-4F27-BD29-CA3329CB611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B7EC67E7-BDDC-4F32-96B6-78D2FEB57B8A}"/>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A80786CB-FFA1-4F09-AAFF-B4DFA9ED8281}"/>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001B34C6-9ED7-4F26-B0EC-E0642589DDFD}"/>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DD29082E-B5EC-4E38-A461-13BA4E0C0A9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B91464C5-F5DE-4ECA-A7E6-E228ADDAED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2986015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A988E1A6-9BA9-48B1-ACD0-E8C86C979D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AD9642C6-5BDA-48FC-AE4E-94D0845572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96382FD5-0C5D-4CFE-B76A-DD1686ECA9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DF6341DA-26E8-49F6-9D36-B7B1209601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B39C91FA-020B-41AC-984F-4E400E4404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CC7C2005-A0C7-4FF7-99A0-1EFAEE7A75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4768A053-B504-4188-A6FB-FA9A2DBC1EAD}"/>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E42473CB-7B64-4F90-96C0-BE25FAF4207A}"/>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37CE3146-108B-44C5-BD13-6A8A3930FEDF}"/>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DB3289B6-7FF1-4D45-A45C-5B1367F7CF7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3CEDF93E-FA4D-468A-A0B8-64E7FEE09413}"/>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EA3245E-7610-47E3-BCA8-F58D71FB079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C801ECE2-2F3D-4ED9-AD68-43D4FBD42E1C}"/>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2E101A33-57DD-48D8-AFD3-C0875D629AC1}"/>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501F785C-29D9-4FBB-BA13-D28A1A1E1E9D}"/>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5B2F4EFE-5D3A-4ADE-9B8F-E013F4B2C4DE}"/>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A1FF71B9-0E2E-48C0-B848-84A6E0F36DBB}"/>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C964142A-AD6A-40A6-BC24-81C8B67DD333}"/>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AB6F5CB2-9057-4E89-B380-78535A2B080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75A83D1E-D724-47A2-B2DF-459E18F6F0D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B517E909-C40F-49D7-936F-B7389CF24404}"/>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E311F373-4F43-45E2-BC52-28BF16E65633}"/>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7159CB43-E3BF-406A-90F9-5EAF6729092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4B0BB73B-56A9-4EAF-9DD2-EBB24E413C67}"/>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D946875-7EE4-43D2-A941-8899FBD13724}"/>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96353DB7-B0C1-423D-9EAB-CD30795B8A0B}"/>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B0A237A5-06B1-4ABE-B0AB-4B8B623392C0}"/>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B4BEA376-9127-479D-AA14-6C613FF7FE65}"/>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8975977E-7B87-49BE-82B2-B0EF99EA8EC6}"/>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BA93211-FED4-4DB4-97BA-71DEC94E13D8}"/>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47F6DA06-561B-4348-B7BE-62232B7129A1}"/>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1E91DD6B-E9EA-4D5D-AE99-9A2E8AF4E1E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560B923C-384B-40EE-916F-4A866261EF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017988"/>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6EC33B22-A160-4AD6-AD4D-09841C262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7198F858-DD1B-4EBB-BA9F-695F80A3D5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8A9E8F8C-1EB0-4DEB-A3F3-5837F79C83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CDF2411C-EC60-47B9-ACF7-9BA3F2B56B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B6AADF11-7D67-49E9-BD85-6AF35770B0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42AEC722-237F-48B3-87DC-3085A95A74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8FF91152-C749-4241-B73D-A1B23DA26DB1}"/>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574500B-CA06-4A69-8448-2DA70FB57A22}"/>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60A5273-A95A-482E-8AD2-4847326D5581}"/>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5AD2861E-C188-4AFC-8771-36C530309C4A}"/>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47B1F566-2E9D-49E7-AC78-E49143618D43}"/>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EADEE091-574D-49CB-8776-9A19EB00665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F64BA18B-5312-48E0-9ADA-967FC9708AE0}"/>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A8B818B1-ABBC-4313-8457-A767567F26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77651527"/>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5BE95A2-10F4-4A0D-9EA6-8283A0526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3C36AB95-BDB0-4B24-8D1E-52E556E9FD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0DF946A4-F4FF-4F88-A5E1-0E16C0A2D6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254EF19A-90ED-49D5-A8C1-D5009A3D39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5D7D9731-45CB-4F75-AA98-1BB6C0ED4F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BD8CB12B-386B-4539-BBEE-4D855A0F3F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DA785B83-6BF4-4700-9136-8BD4085F7322}"/>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2687C89D-A91F-43AB-8E71-61738F91D356}"/>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ACC2028C-FAE3-4040-A675-4ABA25130322}"/>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BE204D0A-409C-494F-BE10-3E618B73F820}"/>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9496ABA-E373-4180-B900-D22E0E58FCA1}"/>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092BBB82-7D41-4760-8CED-AB3D6D5555A0}"/>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B9982C33-7F74-420E-A8CD-468EEFE4C770}"/>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A59181E9-F107-435C-B146-D7B010A2C10B}"/>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01E7879-8793-4ADD-81CF-5C06D94E43E9}"/>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3309ED01-C5E1-4F57-8568-36EC936B4698}"/>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762A15D3-5E96-440D-9D7C-BDDFB20B3522}"/>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70401315-0A33-4960-AA88-A05773F769C4}"/>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7B339B2C-FE84-4DDB-8377-DBF124720E5C}"/>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4EA915FF-1A2B-492E-A2EC-7D93FD8D5DF9}"/>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E1ABEFD-3966-42E0-B831-ADFF03EAEB6A}"/>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A29B12A4-B45D-4C1D-8F08-8BFAB7770439}"/>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5D618B9-632C-4CC0-BB69-624663599EE9}"/>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4EEFDE-8076-4B8C-9FB3-3A17D6569DA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B6838F02-B619-4B21-96AA-4010EB96FB22}"/>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99D95F8A-BA0F-405A-82DC-3EB9DD129DE0}"/>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4F3E4997-97A9-4C83-B418-709269B8405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424CA803-D222-405C-B2E2-748EF1C85BB0}"/>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A592C856-99B5-4217-AD3F-729266D311EF}"/>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B09F9ACB-102B-4A63-B01A-B8E14AAD8337}"/>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0D989A89-3A25-4EA9-8898-0DFA42FF44E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7A01A9FE-42BD-4496-A994-5B5AE7E1A811}"/>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A495FFE-4622-4464-9498-A2FEB8CB6D1D}"/>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0D3ECF92-D109-4D76-9B2B-99F8D18C1D3A}"/>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F1BD8E56-DD05-4826-9B20-7E980B3E5CD8}"/>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4AF61E99-4662-46F5-B1A7-07CA73D178F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18CBB524-5BE1-460A-B3BB-D3D82723E539}"/>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52BD22B-9014-4253-9C45-E40B2BDF2FB9}"/>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A4D4C446-2BE3-4ECF-8164-14858958F313}"/>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E9DC6E65-30EC-4479-95D5-B211BDC719ED}"/>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AFAB6D92-B3C4-4B30-AC7D-A74ED43FD1A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97950ED2-295A-45F0-A94F-DA447B5B7701}"/>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7C6CB249-474E-47FA-B469-03BDE83B6BA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AE769A78-F0CF-41D3-A037-17ED451753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1572369"/>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밝기 통계의 후보 선택">
            <a:extLst xmlns:a="http://schemas.openxmlformats.org/drawingml/2006/main">
              <a:ext uri="{FF2B5EF4-FFF2-40B4-BE49-F238E27FC236}">
                <a16:creationId xmlns:a16="http://schemas.microsoft.com/office/drawing/2014/main" id="{E120432E-EA98-474D-B387-EEA7860F46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통계의 후보 선택</a:t>
            </a:r>
          </a:p>
        </p:txBody>
      </p:sp>
      <p:sp>
        <p:nvSpPr>
          <p:cNvPr id="2" name="S57">
            <a:extLst xmlns:a="http://schemas.openxmlformats.org/drawingml/2006/main">
              <a:ext uri="{FF2B5EF4-FFF2-40B4-BE49-F238E27FC236}">
                <a16:creationId xmlns:a16="http://schemas.microsoft.com/office/drawing/2014/main" id="{684E0BF1-D609-4422-85A4-A85E8C370F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낮은 할당량만으로 고르지 않았다">
            <a:extLst xmlns:a="http://schemas.openxmlformats.org/drawingml/2006/main">
              <a:ext uri="{FF2B5EF4-FFF2-40B4-BE49-F238E27FC236}">
                <a16:creationId xmlns:a16="http://schemas.microsoft.com/office/drawing/2014/main" id="{032E4FB0-A3D6-4B8E-BAA7-646F4B761F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낮은 할당량만으로 고르지 않았다</a:t>
            </a:r>
          </a:p>
        </p:txBody>
      </p:sp>
      <p:sp>
        <p:nvSpPr>
          <p:cNvPr id="4" name="">
            <a:extLst xmlns:a="http://schemas.openxmlformats.org/drawingml/2006/main">
              <a:ext uri="{FF2B5EF4-FFF2-40B4-BE49-F238E27FC236}">
                <a16:creationId xmlns:a16="http://schemas.microsoft.com/office/drawing/2014/main" id="{E0427A76-A239-4CA7-A314-101E83DE4A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후보 비교 요약 · 합성1024×768 · CPython3.9.6 / macOS arm64">
            <a:extLst xmlns:a="http://schemas.openxmlformats.org/drawingml/2006/main">
              <a:ext uri="{FF2B5EF4-FFF2-40B4-BE49-F238E27FC236}">
                <a16:creationId xmlns:a16="http://schemas.microsoft.com/office/drawing/2014/main" id="{06BD5F81-E959-491E-AFE0-9B4618530B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후보 비교 요약 · 합성1024×768 · CPython3.9.6 / macOS arm64</a:t>
            </a:r>
          </a:p>
        </p:txBody>
      </p:sp>
      <p:sp>
        <p:nvSpPr>
          <p:cNvPr id="6" name="이 환경에서 관찰한 비교 · 다음 장의 제품 상태 측정과 구분 · Skill 단독 효과 미입증">
            <a:extLst xmlns:a="http://schemas.openxmlformats.org/drawingml/2006/main">
              <a:ext uri="{FF2B5EF4-FFF2-40B4-BE49-F238E27FC236}">
                <a16:creationId xmlns:a16="http://schemas.microsoft.com/office/drawing/2014/main" id="{8A07AC30-4527-43DC-817B-30A317C5A7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환경에서 관찰한 비교 · 다음 장의 제품 상태 측정과 구분 · Skill 단독 효과 미입증</a:t>
            </a:r>
          </a:p>
        </p:txBody>
      </p:sp>
      <p:sp>
        <p:nvSpPr>
          <p:cNvPr id="7" name="두 후보 모두">
            <a:extLst xmlns:a="http://schemas.openxmlformats.org/drawingml/2006/main">
              <a:ext uri="{FF2B5EF4-FFF2-40B4-BE49-F238E27FC236}">
                <a16:creationId xmlns:a16="http://schemas.microsoft.com/office/drawing/2014/main" id="{E043AC4B-8E32-4F4D-9D4C-3663B576D849}"/>
              </a:ext>
            </a:extLst>
          </p:cNvPr>
          <p:cNvSpPr>
            <a:spLocks xmlns:a="http://schemas.openxmlformats.org/drawingml/2006/main" noGrp="1"/>
          </p:cNvSpPr>
          <p:nvPr/>
        </p:nvSpPr>
        <p:spPr>
          <a:xfrm xmlns:a="http://schemas.openxmlformats.org/drawingml/2006/main">
            <a:off x="609600" y="193357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두 후보 모두</a:t>
            </a:r>
          </a:p>
        </p:txBody>
      </p:sp>
      <p:sp>
        <p:nvSpPr>
          <p:cNvPr id="8" name="결과 6항목 동일 · 기존보다 낮은 Python 할당 피크">
            <a:extLst xmlns:a="http://schemas.openxmlformats.org/drawingml/2006/main">
              <a:ext uri="{FF2B5EF4-FFF2-40B4-BE49-F238E27FC236}">
                <a16:creationId xmlns:a16="http://schemas.microsoft.com/office/drawing/2014/main" id="{E69D21D2-2A19-4B68-B33C-21165E1BD76F}"/>
              </a:ext>
            </a:extLst>
          </p:cNvPr>
          <p:cNvSpPr>
            <a:spLocks xmlns:a="http://schemas.openxmlformats.org/drawingml/2006/main" noGrp="1"/>
          </p:cNvSpPr>
          <p:nvPr/>
        </p:nvSpPr>
        <p:spPr>
          <a:xfrm xmlns:a="http://schemas.openxmlformats.org/drawingml/2006/main">
            <a:off x="2647950" y="1933575"/>
            <a:ext cx="8934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결과 6항목 동일 · 기존보다 낮은 Python 할당 피크</a:t>
            </a:r>
          </a:p>
        </p:txBody>
      </p:sp>
      <p:sp>
        <p:nvSpPr>
          <p:cNvPr id="9" name="">
            <a:extLst xmlns:a="http://schemas.openxmlformats.org/drawingml/2006/main">
              <a:ext uri="{FF2B5EF4-FFF2-40B4-BE49-F238E27FC236}">
                <a16:creationId xmlns:a16="http://schemas.microsoft.com/office/drawing/2014/main" id="{A49D04A0-DA5D-4980-BF76-5E2852D5B231}"/>
              </a:ext>
            </a:extLst>
          </p:cNvPr>
          <p:cNvSpPr>
            <a:spLocks xmlns:a="http://schemas.openxmlformats.org/drawingml/2006/main" noGrp="1"/>
          </p:cNvSpPr>
          <p:nvPr/>
        </p:nvSpPr>
        <p:spPr>
          <a:xfrm xmlns:a="http://schemas.openxmlformats.org/drawingml/2006/main">
            <a:off x="609600" y="2457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후보">
            <a:extLst xmlns:a="http://schemas.openxmlformats.org/drawingml/2006/main">
              <a:ext uri="{FF2B5EF4-FFF2-40B4-BE49-F238E27FC236}">
                <a16:creationId xmlns:a16="http://schemas.microsoft.com/office/drawing/2014/main" id="{9C07B34C-169B-489C-BBE7-5D93D79FE30B}"/>
              </a:ext>
            </a:extLst>
          </p:cNvPr>
          <p:cNvSpPr>
            <a:spLocks xmlns:a="http://schemas.openxmlformats.org/drawingml/2006/main" noGrp="1"/>
          </p:cNvSpPr>
          <p:nvPr/>
        </p:nvSpPr>
        <p:spPr>
          <a:xfrm xmlns:a="http://schemas.openxmlformats.org/drawingml/2006/main">
            <a:off x="838200" y="2628900"/>
            <a:ext cx="4552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후보</a:t>
            </a:r>
          </a:p>
        </p:txBody>
      </p:sp>
      <p:sp>
        <p:nvSpPr>
          <p:cNvPr id="11" name="두 후보의 실행시간 비교">
            <a:extLst xmlns:a="http://schemas.openxmlformats.org/drawingml/2006/main">
              <a:ext uri="{FF2B5EF4-FFF2-40B4-BE49-F238E27FC236}">
                <a16:creationId xmlns:a16="http://schemas.microsoft.com/office/drawing/2014/main" id="{A2F2F611-7452-4E47-9D38-C8EE870D3BB6}"/>
              </a:ext>
            </a:extLst>
          </p:cNvPr>
          <p:cNvSpPr>
            <a:spLocks xmlns:a="http://schemas.openxmlformats.org/drawingml/2006/main" noGrp="1"/>
          </p:cNvSpPr>
          <p:nvPr/>
        </p:nvSpPr>
        <p:spPr>
          <a:xfrm xmlns:a="http://schemas.openxmlformats.org/drawingml/2006/main">
            <a:off x="5657850" y="26289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후보의 실행시간 비교</a:t>
            </a:r>
          </a:p>
        </p:txBody>
      </p:sp>
      <p:sp>
        <p:nvSpPr>
          <p:cNvPr id="12" name="">
            <a:extLst xmlns:a="http://schemas.openxmlformats.org/drawingml/2006/main">
              <a:ext uri="{FF2B5EF4-FFF2-40B4-BE49-F238E27FC236}">
                <a16:creationId xmlns:a16="http://schemas.microsoft.com/office/drawing/2014/main" id="{3E8B2846-C14D-4245-B42C-6178104AC679}"/>
              </a:ext>
            </a:extLst>
          </p:cNvPr>
          <p:cNvSpPr>
            <a:spLocks xmlns:a="http://schemas.openxmlformats.org/drawingml/2006/main" noGrp="1"/>
          </p:cNvSpPr>
          <p:nvPr/>
        </p:nvSpPr>
        <p:spPr>
          <a:xfrm xmlns:a="http://schemas.openxmlformats.org/drawingml/2006/main">
            <a:off x="609600" y="3086100"/>
            <a:ext cx="10972800" cy="1009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 name="수동 순회">
            <a:extLst xmlns:a="http://schemas.openxmlformats.org/drawingml/2006/main">
              <a:ext uri="{FF2B5EF4-FFF2-40B4-BE49-F238E27FC236}">
                <a16:creationId xmlns:a16="http://schemas.microsoft.com/office/drawing/2014/main" id="{8ACD7C67-9252-480F-BF2F-B05B634AA4F5}"/>
              </a:ext>
            </a:extLst>
          </p:cNvPr>
          <p:cNvSpPr>
            <a:spLocks xmlns:a="http://schemas.openxmlformats.org/drawingml/2006/main" noGrp="1"/>
          </p:cNvSpPr>
          <p:nvPr/>
        </p:nvSpPr>
        <p:spPr>
          <a:xfrm xmlns:a="http://schemas.openxmlformats.org/drawingml/2006/main">
            <a:off x="838200" y="3343275"/>
            <a:ext cx="4629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4D5A68"/>
                </a:solidFill>
                <a:latin typeface="Malgun Gothic"/>
                <a:ea typeface="Malgun Gothic"/>
                <a:cs typeface="Malgun Gothic"/>
              </a:defRPr>
            </a:defPPr>
            <a:lvl1pPr algn="l">
              <a:defRPr sz="2550" b="1">
                <a:solidFill>
                  <a:srgbClr val="4D5A68"/>
                </a:solidFill>
                <a:latin typeface="Malgun Gothic"/>
                <a:ea typeface="Malgun Gothic"/>
                <a:cs typeface="Malgun Gothic"/>
              </a:defRPr>
            </a:lvl1pPr>
            <a:lvl2pPr algn="l">
              <a:defRPr sz="2550" b="1">
                <a:solidFill>
                  <a:srgbClr val="4D5A68"/>
                </a:solidFill>
                <a:latin typeface="Malgun Gothic"/>
                <a:ea typeface="Malgun Gothic"/>
                <a:cs typeface="Malgun Gothic"/>
              </a:defRPr>
            </a:lvl2pPr>
            <a:lvl3pPr algn="l">
              <a:defRPr sz="2550" b="1">
                <a:solidFill>
                  <a:srgbClr val="4D5A68"/>
                </a:solidFill>
                <a:latin typeface="Malgun Gothic"/>
                <a:ea typeface="Malgun Gothic"/>
                <a:cs typeface="Malgun Gothic"/>
              </a:defRPr>
            </a:lvl3pPr>
            <a:lvl4pPr algn="l">
              <a:defRPr sz="2550" b="1">
                <a:solidFill>
                  <a:srgbClr val="4D5A68"/>
                </a:solidFill>
                <a:latin typeface="Malgun Gothic"/>
                <a:ea typeface="Malgun Gothic"/>
                <a:cs typeface="Malgun Gothic"/>
              </a:defRPr>
            </a:lvl4pPr>
            <a:lvl5pPr algn="l">
              <a:defRPr sz="2550" b="1">
                <a:solidFill>
                  <a:srgbClr val="4D5A68"/>
                </a:solidFill>
                <a:latin typeface="Malgun Gothic"/>
                <a:ea typeface="Malgun Gothic"/>
                <a:cs typeface="Malgun Gothic"/>
              </a:defRPr>
            </a:lvl5pPr>
            <a:lvl6pPr algn="l">
              <a:defRPr sz="2550" b="1">
                <a:solidFill>
                  <a:srgbClr val="4D5A68"/>
                </a:solidFill>
                <a:latin typeface="Malgun Gothic"/>
                <a:ea typeface="Malgun Gothic"/>
                <a:cs typeface="Malgun Gothic"/>
              </a:defRPr>
            </a:lvl6pPr>
            <a:lvl7pPr algn="l">
              <a:defRPr sz="2550" b="1">
                <a:solidFill>
                  <a:srgbClr val="4D5A68"/>
                </a:solidFill>
                <a:latin typeface="Malgun Gothic"/>
                <a:ea typeface="Malgun Gothic"/>
                <a:cs typeface="Malgun Gothic"/>
              </a:defRPr>
            </a:lvl7pPr>
            <a:lvl8pPr algn="l">
              <a:defRPr sz="2550" b="1">
                <a:solidFill>
                  <a:srgbClr val="4D5A68"/>
                </a:solidFill>
                <a:latin typeface="Malgun Gothic"/>
                <a:ea typeface="Malgun Gothic"/>
                <a:cs typeface="Malgun Gothic"/>
              </a:defRPr>
            </a:lvl8pPr>
            <a:lvl9pPr algn="l">
              <a:defRPr sz="2550" b="1">
                <a:solidFill>
                  <a:srgbClr val="4D5A68"/>
                </a:solidFill>
                <a:latin typeface="Malgun Gothic"/>
                <a:ea typeface="Malgun Gothic"/>
                <a:cs typeface="Malgun Gothic"/>
              </a:defRPr>
            </a:lvl9pPr>
          </a:lstStyle>
          <a:p xmlns:a="http://schemas.openxmlformats.org/drawingml/2006/main">
            <a:pPr algn="l">
              <a:defRPr sz="2550" b="1">
                <a:solidFill>
                  <a:srgbClr val="4D5A68"/>
                </a:solidFill>
                <a:latin typeface="Malgun Gothic"/>
                <a:ea typeface="Malgun Gothic"/>
                <a:cs typeface="Malgun Gothic"/>
              </a:defRPr>
            </a:pPr>
            <a:r>
              <a:rPr sz="2550" b="1">
                <a:solidFill>
                  <a:srgbClr val="4D5A68"/>
                </a:solidFill>
                <a:latin typeface="Malgun Gothic"/>
                <a:ea typeface="Malgun Gothic"/>
                <a:cs typeface="Malgun Gothic"/>
              </a:rPr>
              <a:t>수동 순회</a:t>
            </a:r>
          </a:p>
        </p:txBody>
      </p:sp>
      <p:sp>
        <p:nvSpPr>
          <p:cNvPr id="14" name="더 느림">
            <a:extLst xmlns:a="http://schemas.openxmlformats.org/drawingml/2006/main">
              <a:ext uri="{FF2B5EF4-FFF2-40B4-BE49-F238E27FC236}">
                <a16:creationId xmlns:a16="http://schemas.microsoft.com/office/drawing/2014/main" id="{99975647-D47F-4F10-B3E2-8AB0AE7E9161}"/>
              </a:ext>
            </a:extLst>
          </p:cNvPr>
          <p:cNvSpPr>
            <a:spLocks xmlns:a="http://schemas.openxmlformats.org/drawingml/2006/main" noGrp="1"/>
          </p:cNvSpPr>
          <p:nvPr/>
        </p:nvSpPr>
        <p:spPr>
          <a:xfrm xmlns:a="http://schemas.openxmlformats.org/drawingml/2006/main">
            <a:off x="5657850" y="335280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4D5A68"/>
                </a:solidFill>
                <a:latin typeface="Malgun Gothic"/>
                <a:ea typeface="Malgun Gothic"/>
                <a:cs typeface="Malgun Gothic"/>
              </a:defRPr>
            </a:defPPr>
            <a:lvl1pPr algn="l">
              <a:defRPr sz="2400" b="1">
                <a:solidFill>
                  <a:srgbClr val="4D5A68"/>
                </a:solidFill>
                <a:latin typeface="Malgun Gothic"/>
                <a:ea typeface="Malgun Gothic"/>
                <a:cs typeface="Malgun Gothic"/>
              </a:defRPr>
            </a:lvl1pPr>
            <a:lvl2pPr algn="l">
              <a:defRPr sz="2400" b="1">
                <a:solidFill>
                  <a:srgbClr val="4D5A68"/>
                </a:solidFill>
                <a:latin typeface="Malgun Gothic"/>
                <a:ea typeface="Malgun Gothic"/>
                <a:cs typeface="Malgun Gothic"/>
              </a:defRPr>
            </a:lvl2pPr>
            <a:lvl3pPr algn="l">
              <a:defRPr sz="2400" b="1">
                <a:solidFill>
                  <a:srgbClr val="4D5A68"/>
                </a:solidFill>
                <a:latin typeface="Malgun Gothic"/>
                <a:ea typeface="Malgun Gothic"/>
                <a:cs typeface="Malgun Gothic"/>
              </a:defRPr>
            </a:lvl3pPr>
            <a:lvl4pPr algn="l">
              <a:defRPr sz="2400" b="1">
                <a:solidFill>
                  <a:srgbClr val="4D5A68"/>
                </a:solidFill>
                <a:latin typeface="Malgun Gothic"/>
                <a:ea typeface="Malgun Gothic"/>
                <a:cs typeface="Malgun Gothic"/>
              </a:defRPr>
            </a:lvl4pPr>
            <a:lvl5pPr algn="l">
              <a:defRPr sz="2400" b="1">
                <a:solidFill>
                  <a:srgbClr val="4D5A68"/>
                </a:solidFill>
                <a:latin typeface="Malgun Gothic"/>
                <a:ea typeface="Malgun Gothic"/>
                <a:cs typeface="Malgun Gothic"/>
              </a:defRPr>
            </a:lvl5pPr>
            <a:lvl6pPr algn="l">
              <a:defRPr sz="2400" b="1">
                <a:solidFill>
                  <a:srgbClr val="4D5A68"/>
                </a:solidFill>
                <a:latin typeface="Malgun Gothic"/>
                <a:ea typeface="Malgun Gothic"/>
                <a:cs typeface="Malgun Gothic"/>
              </a:defRPr>
            </a:lvl6pPr>
            <a:lvl7pPr algn="l">
              <a:defRPr sz="2400" b="1">
                <a:solidFill>
                  <a:srgbClr val="4D5A68"/>
                </a:solidFill>
                <a:latin typeface="Malgun Gothic"/>
                <a:ea typeface="Malgun Gothic"/>
                <a:cs typeface="Malgun Gothic"/>
              </a:defRPr>
            </a:lvl7pPr>
            <a:lvl8pPr algn="l">
              <a:defRPr sz="2400" b="1">
                <a:solidFill>
                  <a:srgbClr val="4D5A68"/>
                </a:solidFill>
                <a:latin typeface="Malgun Gothic"/>
                <a:ea typeface="Malgun Gothic"/>
                <a:cs typeface="Malgun Gothic"/>
              </a:defRPr>
            </a:lvl8pPr>
            <a:lvl9pPr algn="l">
              <a:defRPr sz="2400" b="1">
                <a:solidFill>
                  <a:srgbClr val="4D5A68"/>
                </a:solidFill>
                <a:latin typeface="Malgun Gothic"/>
                <a:ea typeface="Malgun Gothic"/>
                <a:cs typeface="Malgun Gothic"/>
              </a:defRPr>
            </a:lvl9pPr>
          </a:lstStyle>
          <a:p xmlns:a="http://schemas.openxmlformats.org/drawingml/2006/main">
            <a:pPr algn="l">
              <a:defRPr sz="2400" b="1">
                <a:solidFill>
                  <a:srgbClr val="4D5A68"/>
                </a:solidFill>
                <a:latin typeface="Malgun Gothic"/>
                <a:ea typeface="Malgun Gothic"/>
                <a:cs typeface="Malgun Gothic"/>
              </a:defRPr>
            </a:pPr>
            <a:r>
              <a:rPr sz="2400" b="1">
                <a:solidFill>
                  <a:srgbClr val="4D5A68"/>
                </a:solidFill>
                <a:latin typeface="Malgun Gothic"/>
                <a:ea typeface="Malgun Gothic"/>
                <a:cs typeface="Malgun Gothic"/>
              </a:rPr>
              <a:t>더 느림</a:t>
            </a:r>
          </a:p>
        </p:txBody>
      </p:sp>
      <p:cxnSp>
        <p:nvCxnSpPr>
          <p:cNvPr id="15" name="">
            <a:extLst xmlns:a="http://schemas.openxmlformats.org/drawingml/2006/main">
              <a:ext uri="{FF2B5EF4-FFF2-40B4-BE49-F238E27FC236}">
                <a16:creationId xmlns:a16="http://schemas.microsoft.com/office/drawing/2014/main" id="{3431BC32-C744-4990-8E2E-99261F32AD68}"/>
              </a:ext>
            </a:extLst>
          </p:cNvPr>
          <p:cNvCxnSpPr/>
          <p:nvPr/>
        </p:nvCxnSpPr>
        <p:spPr>
          <a:xfrm xmlns:a="http://schemas.openxmlformats.org/drawingml/2006/main">
            <a:off x="8343900" y="3600450"/>
            <a:ext cx="81915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16" name="제외">
            <a:extLst xmlns:a="http://schemas.openxmlformats.org/drawingml/2006/main">
              <a:ext uri="{FF2B5EF4-FFF2-40B4-BE49-F238E27FC236}">
                <a16:creationId xmlns:a16="http://schemas.microsoft.com/office/drawing/2014/main" id="{B84CC8E0-3234-4917-9CD3-C5C1C727E8C6}"/>
              </a:ext>
            </a:extLst>
          </p:cNvPr>
          <p:cNvSpPr>
            <a:spLocks xmlns:a="http://schemas.openxmlformats.org/drawingml/2006/main" noGrp="1"/>
          </p:cNvSpPr>
          <p:nvPr/>
        </p:nvSpPr>
        <p:spPr>
          <a:xfrm xmlns:a="http://schemas.openxmlformats.org/drawingml/2006/main">
            <a:off x="9486900" y="3257550"/>
            <a:ext cx="1866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4D5A68"/>
                </a:solidFill>
                <a:latin typeface="Malgun Gothic"/>
                <a:ea typeface="Malgun Gothic"/>
                <a:cs typeface="Malgun Gothic"/>
              </a:defRPr>
            </a:defPPr>
            <a:lvl1pPr algn="ctr">
              <a:defRPr sz="2850" b="1">
                <a:solidFill>
                  <a:srgbClr val="4D5A68"/>
                </a:solidFill>
                <a:latin typeface="Malgun Gothic"/>
                <a:ea typeface="Malgun Gothic"/>
                <a:cs typeface="Malgun Gothic"/>
              </a:defRPr>
            </a:lvl1pPr>
            <a:lvl2pPr algn="ctr">
              <a:defRPr sz="2850" b="1">
                <a:solidFill>
                  <a:srgbClr val="4D5A68"/>
                </a:solidFill>
                <a:latin typeface="Malgun Gothic"/>
                <a:ea typeface="Malgun Gothic"/>
                <a:cs typeface="Malgun Gothic"/>
              </a:defRPr>
            </a:lvl2pPr>
            <a:lvl3pPr algn="ctr">
              <a:defRPr sz="2850" b="1">
                <a:solidFill>
                  <a:srgbClr val="4D5A68"/>
                </a:solidFill>
                <a:latin typeface="Malgun Gothic"/>
                <a:ea typeface="Malgun Gothic"/>
                <a:cs typeface="Malgun Gothic"/>
              </a:defRPr>
            </a:lvl3pPr>
            <a:lvl4pPr algn="ctr">
              <a:defRPr sz="2850" b="1">
                <a:solidFill>
                  <a:srgbClr val="4D5A68"/>
                </a:solidFill>
                <a:latin typeface="Malgun Gothic"/>
                <a:ea typeface="Malgun Gothic"/>
                <a:cs typeface="Malgun Gothic"/>
              </a:defRPr>
            </a:lvl4pPr>
            <a:lvl5pPr algn="ctr">
              <a:defRPr sz="2850" b="1">
                <a:solidFill>
                  <a:srgbClr val="4D5A68"/>
                </a:solidFill>
                <a:latin typeface="Malgun Gothic"/>
                <a:ea typeface="Malgun Gothic"/>
                <a:cs typeface="Malgun Gothic"/>
              </a:defRPr>
            </a:lvl5pPr>
            <a:lvl6pPr algn="ctr">
              <a:defRPr sz="2850" b="1">
                <a:solidFill>
                  <a:srgbClr val="4D5A68"/>
                </a:solidFill>
                <a:latin typeface="Malgun Gothic"/>
                <a:ea typeface="Malgun Gothic"/>
                <a:cs typeface="Malgun Gothic"/>
              </a:defRPr>
            </a:lvl6pPr>
            <a:lvl7pPr algn="ctr">
              <a:defRPr sz="2850" b="1">
                <a:solidFill>
                  <a:srgbClr val="4D5A68"/>
                </a:solidFill>
                <a:latin typeface="Malgun Gothic"/>
                <a:ea typeface="Malgun Gothic"/>
                <a:cs typeface="Malgun Gothic"/>
              </a:defRPr>
            </a:lvl7pPr>
            <a:lvl8pPr algn="ctr">
              <a:defRPr sz="2850" b="1">
                <a:solidFill>
                  <a:srgbClr val="4D5A68"/>
                </a:solidFill>
                <a:latin typeface="Malgun Gothic"/>
                <a:ea typeface="Malgun Gothic"/>
                <a:cs typeface="Malgun Gothic"/>
              </a:defRPr>
            </a:lvl8pPr>
            <a:lvl9pPr algn="ctr">
              <a:defRPr sz="2850" b="1">
                <a:solidFill>
                  <a:srgbClr val="4D5A68"/>
                </a:solidFill>
                <a:latin typeface="Malgun Gothic"/>
                <a:ea typeface="Malgun Gothic"/>
                <a:cs typeface="Malgun Gothic"/>
              </a:defRPr>
            </a:lvl9pPr>
          </a:lstStyle>
          <a:p xmlns:a="http://schemas.openxmlformats.org/drawingml/2006/main">
            <a:pPr algn="ctr">
              <a:defRPr sz="2850" b="1">
                <a:solidFill>
                  <a:srgbClr val="4D5A68"/>
                </a:solidFill>
                <a:latin typeface="Malgun Gothic"/>
                <a:ea typeface="Malgun Gothic"/>
                <a:cs typeface="Malgun Gothic"/>
              </a:defRPr>
            </a:pPr>
            <a:r>
              <a:rPr sz="2850" b="1">
                <a:solidFill>
                  <a:srgbClr val="4D5A68"/>
                </a:solidFill>
                <a:latin typeface="Malgun Gothic"/>
                <a:ea typeface="Malgun Gothic"/>
                <a:cs typeface="Malgun Gothic"/>
              </a:rPr>
              <a:t>제외</a:t>
            </a:r>
          </a:p>
        </p:txBody>
      </p:sp>
      <p:sp>
        <p:nvSpPr>
          <p:cNvPr id="17" name="">
            <a:extLst xmlns:a="http://schemas.openxmlformats.org/drawingml/2006/main">
              <a:ext uri="{FF2B5EF4-FFF2-40B4-BE49-F238E27FC236}">
                <a16:creationId xmlns:a16="http://schemas.microsoft.com/office/drawing/2014/main" id="{B058AEE4-4C8A-4C14-BB39-2E305FCA2185}"/>
              </a:ext>
            </a:extLst>
          </p:cNvPr>
          <p:cNvSpPr>
            <a:spLocks xmlns:a="http://schemas.openxmlformats.org/drawingml/2006/main" noGrp="1"/>
          </p:cNvSpPr>
          <p:nvPr/>
        </p:nvSpPr>
        <p:spPr>
          <a:xfrm xmlns:a="http://schemas.openxmlformats.org/drawingml/2006/main">
            <a:off x="609600" y="4257675"/>
            <a:ext cx="10972800" cy="10096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행 단위 내장 연산">
            <a:extLst xmlns:a="http://schemas.openxmlformats.org/drawingml/2006/main">
              <a:ext uri="{FF2B5EF4-FFF2-40B4-BE49-F238E27FC236}">
                <a16:creationId xmlns:a16="http://schemas.microsoft.com/office/drawing/2014/main" id="{B649A0AB-C394-43D1-854D-32E6FD8E5DDD}"/>
              </a:ext>
            </a:extLst>
          </p:cNvPr>
          <p:cNvSpPr>
            <a:spLocks xmlns:a="http://schemas.openxmlformats.org/drawingml/2006/main" noGrp="1"/>
          </p:cNvSpPr>
          <p:nvPr/>
        </p:nvSpPr>
        <p:spPr>
          <a:xfrm xmlns:a="http://schemas.openxmlformats.org/drawingml/2006/main">
            <a:off x="838200" y="4514850"/>
            <a:ext cx="4629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행 단위 내장 연산</a:t>
            </a:r>
          </a:p>
        </p:txBody>
      </p:sp>
      <p:sp>
        <p:nvSpPr>
          <p:cNvPr id="19" name="더 빠름">
            <a:extLst xmlns:a="http://schemas.openxmlformats.org/drawingml/2006/main">
              <a:ext uri="{FF2B5EF4-FFF2-40B4-BE49-F238E27FC236}">
                <a16:creationId xmlns:a16="http://schemas.microsoft.com/office/drawing/2014/main" id="{C9170ABD-C7B8-4C5E-8176-EAFF3025EE74}"/>
              </a:ext>
            </a:extLst>
          </p:cNvPr>
          <p:cNvSpPr>
            <a:spLocks xmlns:a="http://schemas.openxmlformats.org/drawingml/2006/main" noGrp="1"/>
          </p:cNvSpPr>
          <p:nvPr/>
        </p:nvSpPr>
        <p:spPr>
          <a:xfrm xmlns:a="http://schemas.openxmlformats.org/drawingml/2006/main">
            <a:off x="5657850" y="452437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빠름</a:t>
            </a:r>
          </a:p>
        </p:txBody>
      </p:sp>
      <p:cxnSp>
        <p:nvCxnSpPr>
          <p:cNvPr id="20" name="">
            <a:extLst xmlns:a="http://schemas.openxmlformats.org/drawingml/2006/main">
              <a:ext uri="{FF2B5EF4-FFF2-40B4-BE49-F238E27FC236}">
                <a16:creationId xmlns:a16="http://schemas.microsoft.com/office/drawing/2014/main" id="{CFCACF58-76C2-437D-A79F-98338E9741AA}"/>
              </a:ext>
            </a:extLst>
          </p:cNvPr>
          <p:cNvCxnSpPr/>
          <p:nvPr/>
        </p:nvCxnSpPr>
        <p:spPr>
          <a:xfrm xmlns:a="http://schemas.openxmlformats.org/drawingml/2006/main">
            <a:off x="8343900" y="4772025"/>
            <a:ext cx="81915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21" name="선택">
            <a:extLst xmlns:a="http://schemas.openxmlformats.org/drawingml/2006/main">
              <a:ext uri="{FF2B5EF4-FFF2-40B4-BE49-F238E27FC236}">
                <a16:creationId xmlns:a16="http://schemas.microsoft.com/office/drawing/2014/main" id="{68DCCF11-C633-4588-B46D-D409B447471D}"/>
              </a:ext>
            </a:extLst>
          </p:cNvPr>
          <p:cNvSpPr>
            <a:spLocks xmlns:a="http://schemas.openxmlformats.org/drawingml/2006/main" noGrp="1"/>
          </p:cNvSpPr>
          <p:nvPr/>
        </p:nvSpPr>
        <p:spPr>
          <a:xfrm xmlns:a="http://schemas.openxmlformats.org/drawingml/2006/main">
            <a:off x="9486900" y="4429125"/>
            <a:ext cx="1866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450" b="1">
                <a:solidFill>
                  <a:srgbClr val="0B6172"/>
                </a:solidFill>
                <a:latin typeface="Malgun Gothic"/>
                <a:ea typeface="Malgun Gothic"/>
                <a:cs typeface="Malgun Gothic"/>
              </a:defRPr>
            </a:defPPr>
            <a:lvl1pPr algn="ctr">
              <a:defRPr sz="3450" b="1">
                <a:solidFill>
                  <a:srgbClr val="0B6172"/>
                </a:solidFill>
                <a:latin typeface="Malgun Gothic"/>
                <a:ea typeface="Malgun Gothic"/>
                <a:cs typeface="Malgun Gothic"/>
              </a:defRPr>
            </a:lvl1pPr>
            <a:lvl2pPr algn="ctr">
              <a:defRPr sz="3450" b="1">
                <a:solidFill>
                  <a:srgbClr val="0B6172"/>
                </a:solidFill>
                <a:latin typeface="Malgun Gothic"/>
                <a:ea typeface="Malgun Gothic"/>
                <a:cs typeface="Malgun Gothic"/>
              </a:defRPr>
            </a:lvl2pPr>
            <a:lvl3pPr algn="ctr">
              <a:defRPr sz="3450" b="1">
                <a:solidFill>
                  <a:srgbClr val="0B6172"/>
                </a:solidFill>
                <a:latin typeface="Malgun Gothic"/>
                <a:ea typeface="Malgun Gothic"/>
                <a:cs typeface="Malgun Gothic"/>
              </a:defRPr>
            </a:lvl3pPr>
            <a:lvl4pPr algn="ctr">
              <a:defRPr sz="3450" b="1">
                <a:solidFill>
                  <a:srgbClr val="0B6172"/>
                </a:solidFill>
                <a:latin typeface="Malgun Gothic"/>
                <a:ea typeface="Malgun Gothic"/>
                <a:cs typeface="Malgun Gothic"/>
              </a:defRPr>
            </a:lvl4pPr>
            <a:lvl5pPr algn="ctr">
              <a:defRPr sz="3450" b="1">
                <a:solidFill>
                  <a:srgbClr val="0B6172"/>
                </a:solidFill>
                <a:latin typeface="Malgun Gothic"/>
                <a:ea typeface="Malgun Gothic"/>
                <a:cs typeface="Malgun Gothic"/>
              </a:defRPr>
            </a:lvl5pPr>
            <a:lvl6pPr algn="ctr">
              <a:defRPr sz="3450" b="1">
                <a:solidFill>
                  <a:srgbClr val="0B6172"/>
                </a:solidFill>
                <a:latin typeface="Malgun Gothic"/>
                <a:ea typeface="Malgun Gothic"/>
                <a:cs typeface="Malgun Gothic"/>
              </a:defRPr>
            </a:lvl6pPr>
            <a:lvl7pPr algn="ctr">
              <a:defRPr sz="3450" b="1">
                <a:solidFill>
                  <a:srgbClr val="0B6172"/>
                </a:solidFill>
                <a:latin typeface="Malgun Gothic"/>
                <a:ea typeface="Malgun Gothic"/>
                <a:cs typeface="Malgun Gothic"/>
              </a:defRPr>
            </a:lvl7pPr>
            <a:lvl8pPr algn="ctr">
              <a:defRPr sz="3450" b="1">
                <a:solidFill>
                  <a:srgbClr val="0B6172"/>
                </a:solidFill>
                <a:latin typeface="Malgun Gothic"/>
                <a:ea typeface="Malgun Gothic"/>
                <a:cs typeface="Malgun Gothic"/>
              </a:defRPr>
            </a:lvl8pPr>
            <a:lvl9pPr algn="ctr">
              <a:defRPr sz="3450" b="1">
                <a:solidFill>
                  <a:srgbClr val="0B6172"/>
                </a:solidFill>
                <a:latin typeface="Malgun Gothic"/>
                <a:ea typeface="Malgun Gothic"/>
                <a:cs typeface="Malgun Gothic"/>
              </a:defRPr>
            </a:lvl9pPr>
          </a:lstStyle>
          <a:p xmlns:a="http://schemas.openxmlformats.org/drawingml/2006/main">
            <a:pPr algn="ctr">
              <a:defRPr sz="3450" b="1">
                <a:solidFill>
                  <a:srgbClr val="0B6172"/>
                </a:solidFill>
                <a:latin typeface="Malgun Gothic"/>
                <a:ea typeface="Malgun Gothic"/>
                <a:cs typeface="Malgun Gothic"/>
              </a:defRPr>
            </a:pPr>
            <a:r>
              <a:rPr sz="3450" b="1">
                <a:solidFill>
                  <a:srgbClr val="0B6172"/>
                </a:solidFill>
                <a:latin typeface="Malgun Gothic"/>
                <a:ea typeface="Malgun Gothic"/>
                <a:cs typeface="Malgun Gothic"/>
              </a:rPr>
              <a:t>선택</a:t>
            </a:r>
          </a:p>
        </p:txBody>
      </p:sp>
      <p:sp>
        <p:nvSpPr>
          <p:cNvPr id="22" name="Legacy module connection">
            <a:extLst xmlns:a="http://schemas.openxmlformats.org/drawingml/2006/main">
              <a:ext uri="{FF2B5EF4-FFF2-40B4-BE49-F238E27FC236}">
                <a16:creationId xmlns:a16="http://schemas.microsoft.com/office/drawing/2014/main" id="{C52241D3-610B-4878-8571-316CBDD77B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62416869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2D34D415-2D6D-49F7-8905-B18E636CE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8477E5F8-C4CB-459E-82F2-F16D997AC3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3C1004D6-0AF8-418C-8706-D826312465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3BB7210E-E21A-4C02-A396-40E8074756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C2B8FBE8-81B8-4C96-9A17-1A50828FB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92BBD29D-A3B3-480E-ABAA-197DC200E1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F41589F7-538B-4CA4-8B03-5543053E6CE8}"/>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ECB08AD0-08C6-4728-B0E8-93B77D2E4836}"/>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DAA1DA91-AD3D-4273-90DD-AC3FDA83D1CF}"/>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4BA410FB-5E09-4D53-BA2E-A6FDCFA98CFF}"/>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412080a39e324551"/>
          </a:graphicData>
        </a:graphic>
      </p:graphicFrame>
      <p:sp>
        <p:nvSpPr>
          <p:cNvPr id="11" name="">
            <a:extLst xmlns:a="http://schemas.openxmlformats.org/drawingml/2006/main">
              <a:ext uri="{FF2B5EF4-FFF2-40B4-BE49-F238E27FC236}">
                <a16:creationId xmlns:a16="http://schemas.microsoft.com/office/drawing/2014/main" id="{E43587AD-F57D-482E-9AF2-6C30FD52C1D6}"/>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3BED92BE-AB24-476F-B033-EEA1E6BE6833}"/>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061B3840-708D-4C2F-8F8C-BF75EA7E4C49}"/>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93D4B55B-59C1-49CA-B16A-3F5936447BF3}"/>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F13F1982-E383-4CEA-BB60-A53A0B915EE7}"/>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F64E8909-A13E-45E0-A8EB-57A168E106E6}"/>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EA8EC210-71C9-46F9-BADD-C5AD57E7C53A}"/>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2BE4DB3E-A4DE-4363-AD47-6FFA1C4D2188}"/>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BFE4AF93-DC8E-4719-87C3-2262388E6B6D}"/>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D22C1E06-2435-44F9-BB15-DFE22BBA4A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9743698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2BC5609A-A49B-4E1A-A7BF-7854219589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F589D085-7E8F-42EB-836B-7BA3CB5485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8B265639-86B8-4D7E-AD7F-2F763C07FD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3325A623-F030-462C-AFA7-A8FD43B0C2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E42C98A6-EB99-4566-ACE9-8509DC6E45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57FFE217-597A-4420-8D0E-B053814DA7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8518E9E8-7CBF-4B84-9DE5-22F0AC9CA23F}"/>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E33D907E-BEA0-484E-BF47-C2328058C285}"/>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0969988F-50ED-4048-A647-C14D2BF5635E}"/>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0B20BA78-B666-4B49-8858-DCD6B098D598}"/>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9D322E36-3EB0-4967-AC5F-E122CFBCEA9D}"/>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00191F44-0C7A-4D1F-B426-C56F78C51F3B}"/>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1A834FAE-CF34-41E4-B416-132076821C9C}"/>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646CBCE8-C513-41CD-81DD-B99A7F7CA5BB}"/>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41CC1345-4B5B-4185-8482-7976C30FB552}"/>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BF22F597-5784-409E-AB91-0D7D134DFCF0}"/>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29D5E646-23BD-4CDC-A058-A670F6F08E52}"/>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DB61528-C383-4B26-A1D9-C8D344CB9E38}"/>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BB7CAFB-4F1F-459F-B6AD-0A9CFA5B6B9F}"/>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EDE7FCA-211A-43C4-ACFA-E30B1D22DFEC}"/>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BE484247-F53C-45DD-8766-07889E03AA57}"/>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D3A5D9FD-8304-4DAB-AB6C-09DDCD6620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8989614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D151652C-1417-4F05-9695-956F31D6EB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DDB797FC-D75B-40D8-AA62-EC13976D18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E9B1A499-756A-4814-B749-3C41BE533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A25B36E6-4831-4020-8347-C7DB0897BF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0FEB2F69-DC9A-4DBA-9E1B-0381B36256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50139AE5-B734-4A3C-9D3C-88AFF3C41B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4A27DB84-E4C0-411F-BDDA-541FAE6F2D07}"/>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68E78927-7011-46C9-8892-EA9A2B0DB2CD}"/>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0C2F255D-D25C-4DF4-96AE-A7D702A7DC1A}"/>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7FF1AF9C-63DB-4F9B-A8D6-60247778F2A8}"/>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C7B2123-0AA8-48E4-9F73-4AE121D6470E}"/>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C4389F28-9469-42C3-AA67-4E6C4D9C28F8}"/>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89A2A768-5DD6-433C-855D-FE66564FE261}"/>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49402A16-87AC-41FA-AE6D-F9F66A61BA9A}"/>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CF35A34-4135-4245-8824-910963DD77BA}"/>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1000083C-6412-4DA7-86AD-D04DC37799A9}"/>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DA470D1C-BC8F-4FE0-9C24-9EAF54093993}"/>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703659F4-1524-4B1A-89DD-54CDC215DC5C}"/>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F5AF8156-8FA8-4850-94F2-DD9EF2F36F9C}"/>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F66FD078-75FE-4C4D-9D4B-5BDB4255ADD3}"/>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BFCCB998-0BF1-4023-9512-38A1AEECC6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963392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A7A3D4A5-F818-4D2F-9A9C-261B8B7E72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52C70E52-F76D-4667-8DD2-B658B176B4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7D2F26FD-1C96-4877-A2A9-6FC54B605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88910D79-AC80-4CC8-B701-F536AF3571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8322C426-E24D-427D-A8F0-7D88C0F305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C4269956-2291-4D7C-8305-B878741D6F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50AF5832-E8AD-4A12-92B3-2BE3ED4C4C5D}"/>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1E16319E-BB9A-4EAE-A0BF-AF77CD335725}"/>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C8806068-48BE-4C51-8EEF-E9A5B1D86ED1}"/>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83D747B9-B45E-4C82-A42E-A6C8E1B4B469}"/>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FE0FFCD9-9CA6-4243-A7E4-AF78E5B27355}"/>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C10C2B7-01B2-4E6F-A0C7-7B7B8148E10D}"/>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BD26832B-031E-4A76-A2BF-F7F07189B813}"/>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5327680C-D3AE-489F-BCD4-6E63B100257B}"/>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C320FB8B-3442-4F9B-BDF5-805E0372F8E9}"/>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11564E7-8B55-4FC1-898A-B8849DD716E2}"/>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D786EF30-0268-464F-952D-103CF201B019}"/>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3BBAA5CD-B0FA-4EB2-BEDF-A0B4DB17F50B}"/>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903DC5BB-586C-4C87-B2E4-38E0905C593A}"/>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10808B93-C362-4370-B886-2CDA291D1155}"/>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92D9D27E-9E6D-4D3B-9998-5D10A8896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532925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254A0DFE-3C8E-4D50-BA2B-6739E3C434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E356FE32-E190-4849-BB9B-B48110D4BA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47A5B7EF-CA40-4A4F-924F-8FE0FD76B1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C36DB4C5-B3A4-44FC-90F2-7C88F9EDD3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AD120AC1-A9D9-4412-8B99-867E7FA3E8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AC7B56B3-7CD8-44D7-BEBC-6BF5CADB1A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9676E72D-95A5-44F4-B8D2-1FD516BEE76E}"/>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A66C3248-04CD-43A2-AC4E-C0B2A56B88EC}"/>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46F081D0-ED51-473D-BFA8-C52FE4BDE226}"/>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4B52AF98-FC46-45F5-B789-9EFE0F03BF77}"/>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4D93A7CB-BB70-40EE-829B-E0B7A3A0E586}"/>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CEDD6939-51DD-47C2-9005-0EAED1920B34}"/>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184932F2-4459-4CB4-AAB7-C29232D5B83B}"/>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0B39A2F7-2881-495E-B66A-0FEA8E4B3F14}"/>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A1A62334-7650-42A4-A6EC-CB31323A2028}"/>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30E61A65-272B-438D-8F97-B5B1871D333D}"/>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2ED5EB80-DCBF-46AB-808F-594A0B7AF51F}"/>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592887E1-9F1B-447D-AFED-48F0F67DED0B}"/>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65876FA4-2DEB-4C87-8723-4B879B30AE66}"/>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E27D763B-5650-4D5A-AED7-F0E51A587419}"/>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30DC62B0-BD15-41F4-AE86-5CFF07194DA8}"/>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D0AA31BF-ECCF-4E56-BD84-60CEE067DE52}"/>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327A8A2E-F2B9-40E3-9630-BE09A2C7BF55}"/>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ACAD1689-B4B7-4F78-8638-02038D94B500}"/>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3D840888-AF99-40B0-8463-4D4BEFFEB4C0}"/>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0149D06F-95B2-49EC-B049-F213810D1C23}"/>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5C6521F1-216A-420E-B4DB-C19D3061D8DF}"/>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E10A8AA4-E988-4D06-88FA-39F2A8E0AB7B}"/>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67ACFC1E-7E91-4952-8D82-248DEB9D461D}"/>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B25D6353-0CC0-4015-BFA3-89214749EDE1}"/>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46A277CC-7324-43C5-AA0E-B6FD33E91D63}"/>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1093F227-D0F5-4CC4-A8A1-18AA5FC95B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886551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2B9C1F87-93B7-4C1C-AD02-3309BA9F7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9F82D9C1-8ABC-4974-9FFF-71E3DA4FCA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1CD00771-DFD7-40F9-B57E-4F35439213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48E26D6F-6A02-4F96-8255-A5E2C4D95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2FF8C545-7137-4A0E-8870-422B69DC37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92B65CEC-5B92-4D33-A936-3CE9E55BE6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26D73647-E2DA-4D0C-B0FA-D711C3CDC02B}"/>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BFEEFDCD-363C-4DF5-A1F1-E4E84A46E621}"/>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A8282B2E-B48A-4706-AB24-8AE0C8D4F742}"/>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B48EE4A9-5C95-4D10-B9FB-42129C57013F}"/>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B49A7A39-CA54-4D2C-A682-E0CB759D8C90}"/>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586115CA-941D-47A0-8A36-450C0FE4E86F}"/>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2778DD60-C1A2-4670-9220-8EAF4720B30A}"/>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ED9EC913-1141-45F6-B6B4-241403DD2DD6}"/>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3DC73B24-3F91-467F-B5F1-040E138D7DAC}"/>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72F7B9EF-6A17-4AF9-A50D-8F7771F6CF38}"/>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C6E94C0A-43C0-4B9A-A38B-C272D8FFD00F}"/>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D8389073-2C9F-4384-9D05-E4F54CC4B0E7}"/>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D6EDD375-3A36-4BB9-B1FC-491C05536559}"/>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912A0016-7147-46BA-894D-AC69F11DD765}"/>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EF5742D9-11ED-4CFD-B272-3BA5EA98F3B1}"/>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B703398C-481C-4BB2-B65D-BA49C3A0BA80}"/>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F49993FD-C6C9-4F56-B723-931FDD957434}"/>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E607E7B7-21EA-4130-BD87-AF8C0A2C1A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0401501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F39A9664-7422-4B11-9570-DB5BE6B82D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F9A577F8-C3C2-414A-9ADD-8BEA868F48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FAA29A58-A6B3-4A47-B6FE-D9EB8A60D2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9286627E-77E8-4397-BD50-DA523C4C3F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04346389-E1A5-47A8-BCA5-E11CEFDEE0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1C0E60DA-F931-4BAE-A8D7-F1DF40976A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19A19D1D-1154-4FDB-BDAA-2E909903DD3A}"/>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95D27867-D1F7-4686-91FB-5745D4542317}"/>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AA242EB8-259C-45AB-9989-B5E64824FB0E}"/>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E8C604EF-434D-4F29-91EE-E0FF029AF254}"/>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10B1D2AE-678E-4BD5-811D-FEA3C9F25CDD}"/>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EA04DDD0-14BD-4BBC-B788-85BD880229FE}"/>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FB9416B-3086-477E-BE0C-43822D4623AE}"/>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35461BDE-F6A1-488D-8756-F1D61A1EB73D}"/>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9BBAC27B-0E8E-4D26-BDBE-EED3124CB6F1}"/>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06DDC471-159A-46F8-8D65-2D81A3DD82A7}"/>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60FCF2-AAD0-48EA-AACF-A255F7DA380D}"/>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D2A5D0B3-ECF6-4131-9D3A-FC20369EF9BF}"/>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DE74F79C-2FD6-4DCA-A0D5-85C36BA8771E}"/>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C07403FD-214C-409D-87DF-C6F9262C0524}"/>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57D68506-7CDE-4D18-8257-B5DAB8641DC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08653D5F-A04E-443E-B2C7-9BB2E480E1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545661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EEF9F55E-D49D-4C41-94FB-64E983BB89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570A63E1-B7D7-4AF3-923E-4F298C0E10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4442DE71-A8F5-474D-846E-85708EA15C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51DE04FE-CB04-40A4-A06F-23871B16BF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D403E31-25A5-4406-B123-9D812FF1F29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90EA187B-4C08-4E47-B693-FC1B01AC01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261A6511-1AAD-42D8-9716-3C41A92E93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1AC9CB38-C593-4A4F-A2C6-036838E4706B}"/>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2AAAFC20-98A4-43F6-B849-AF3884F97704}"/>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CFB816FF-BB6B-41DC-8D2D-EA8DE26D7EA5}"/>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54F17168-CC75-477E-A668-1D87A9AC604E}"/>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8AA46CE5-D751-4D5C-BC3A-E97E022CBD43}"/>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B51FC807-79D7-4429-8859-CB803FA27AF9}"/>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E12A895F-C542-43CB-A0EF-C0CA3A18E9D2}"/>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43CA1EAD-957B-4D38-8D3A-BD68517A2A39}"/>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7738104E-2FD4-483D-86A1-7700EF4930FF}"/>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FEA0E639-B48B-4FDB-A288-1731B2DD91BD}"/>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06F74911-6BA5-48D6-85C7-592AAEAB4D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1753169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11226C88-F95C-4CAC-B454-213A5832FC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E7963280-8823-42C8-BB5D-708BCCF02A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5DFD999D-223E-4452-A1AF-1028B65690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E3533CF9-B003-4204-A530-89C7A4BD88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672F040B-B3A1-486C-A8A4-5784A27167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A7987254-D3BF-44C2-ACAE-FE76C5C061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ED1536A2-CFFD-4B77-A561-11B2A0A7B2F8}"/>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BFC189D1-0A77-4ECC-A685-5419A66775AD}"/>
              </a:ext>
            </a:extLst>
          </p:cNvPr>
          <p:cNvPicPr>
            <a:picLocks xmlns:a="http://schemas.openxmlformats.org/drawingml/2006/main" noChangeAspect="1"/>
          </p:cNvPicPr>
          <p:nvPr/>
        </p:nvPicPr>
        <p:blipFill>
          <a:blip xmlns:r="http://schemas.openxmlformats.org/officeDocument/2006/relationships" xmlns:a="http://schemas.openxmlformats.org/drawingml/2006/main" r:embed="R94f81e9f4ba94c08"/>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F240325B-5FF1-4514-915B-C195781D1E6C}"/>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1C6184BB-CEAC-4205-B9DB-76C95058F627}"/>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898A4830-EBE0-4F3F-B7FB-4DDB0BD8AB3D}"/>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560ABD99-D16C-4196-BA64-C856070286F2}"/>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F0411E25-82AC-41E6-931B-CE8BC555E7F2}"/>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361F42A9-093A-4C55-84A8-24603817DA52}"/>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54645DCC-A73D-48C4-AAA8-0D5E8C5E90F3}"/>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B52BB060-F0DB-406F-9820-2CB75C24E922}"/>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9E6E8D92-B68B-4FDB-88E2-D198E906C6B5}"/>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BB42DEAD-4E11-4853-9148-F688AB4EB05D}"/>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94D09B0A-CC49-46D0-8662-71EDC808A1EF}"/>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DDAAE780-DDE5-4259-8ACD-06C61BF0AA93}"/>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BBD3A2EF-B452-4B05-A41F-2720602F3CC3}"/>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F8302575-FF53-4B3D-9FEC-F44918197A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4500337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B3105FC7-4D09-472D-A1C3-A6219B532E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F67A120D-444B-4215-B350-08857B360F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555BCBFF-44F3-4E3C-BB2A-B79BDE7285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D4280639-C28E-4E20-9A9B-EADBD87E6D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D11E3497-D25B-4330-A6E9-DE2382C070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B549C859-485A-4D4E-822F-171EA2842C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86FC08C8-82DB-4A56-88E3-E54C7E576BD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A1BD14AD-61AD-4D5F-B8B4-611BB8CEF107}"/>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A77D0A10-E226-410F-BCCA-0D6B5B02A791}"/>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3EE48758-48C7-46DE-9316-2AD53427CFA6}"/>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AF012687-1880-42BE-8D15-2656D69E92D6}"/>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0EB35BC1-6F2A-4A84-B3EF-2759E452ECA4}"/>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15C8DDCA-63B9-46DA-8B13-614C88578AFA}"/>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3208E3B7-46C8-444E-84CC-1E5DF083903C}"/>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38AEA54C-0787-4C0B-943C-464B6BD54703}"/>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880E1EA1-13C3-4C7B-95D0-062772294AD7}"/>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E07D3907-1E58-4E03-80F1-87416C20F90B}"/>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EA268D7-7E8A-45B2-9EF6-6866CBB7E726}"/>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A96D3E05-7B40-4686-ADBE-729A2D78B0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4544495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D78E8A3E-F287-4789-90B0-E4E6EB201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72D186CD-24F4-4C40-B1AA-96314C21E9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1E2BFD99-10E5-430A-A9F0-A071EFE67F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F7D47CEA-C189-4453-97D6-D1D161834E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ABB0A81F-73AA-4F1E-B1E9-0389F26DC8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F9C76C30-5888-4C62-BD54-46FFE99B84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57A11765-2124-45BD-B73F-2A88466B642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C28B43DF-6561-4B84-A035-543FA1F0EF36}"/>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22BAB524-CFB5-41D1-9B9B-1D620046A737}"/>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93816F9A-A0E9-447D-BAFC-59088226B2D0}"/>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400CA1F9-2E1A-486D-8BA1-FC7D2EFC3721}"/>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C979B8DF-CF4C-4157-A847-6B57D2D359B0}"/>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25A52290-252D-40CB-A6E0-AC1DEC2C9F3F}"/>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E02C964E-F4FC-4744-B828-43776586E762}"/>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556CDCBC-B455-4A52-A0A6-6ED602C40E24}"/>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BBD657F2-A010-4A89-AC27-03BEEB6409D4}"/>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706B3D3C-59BC-460C-952B-73F0E0D019C1}"/>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48ECC4DE-E79C-4E47-8482-62B72BC8F0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66800056"/>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D247BC0F-18AD-44A5-9698-0521F8BA2C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2AB8CDD6-057F-4040-AB88-9E74AAEDCA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798BCB77-770F-4763-8D9E-47FB491990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C27B2332-F89D-4F0A-A8EA-7A35526E1A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44E1130F-99A0-4F06-AFCE-4162EC5BFA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E464351-78AE-4DDE-8211-0BB54C5208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12808510-5B1E-4759-A05B-49282309850A}"/>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21CF5545-23FC-41F0-A14A-8469D6E072DC}"/>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2163939D-4593-4B4C-B42A-D24BB9BC1D18}"/>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DCD90E27-674B-4568-AD04-01543B0491F2}"/>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C7BAEF5-6DFF-4252-B291-8E03B5174057}"/>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486E0C2C-BC99-453E-A2B3-CEDB83A3D37D}"/>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4BDEE691-09F7-43B6-809F-63902065A598}"/>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779B1698-6F8E-4AE7-AEDD-E320ECCB18D4}"/>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71F58A9B-51C0-41F1-B56A-D4DF99210270}"/>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9F917229-FE7A-455D-98B6-6E2F49ECC6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136080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58A7BA3A-8B5B-4E5E-8C4B-A96333430EC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0AC0DD78-3810-4E3B-AE87-BA93E3190A0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105B08F4-76AD-404B-9F55-AEA2E0047A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9E3D74D0-E3C8-4AEA-B313-7620CFEC306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1D314865-8B8E-4DE3-8423-20340F802F2C}"/>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DB2C28EC-208D-4C9D-8EC6-671385EBECF3}"/>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2EDF73F0-AF73-42B1-B8A7-C5F8DDFFDB9D}"/>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3BE8C004-17B9-49CC-87E1-298CB852C212}"/>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650C22C4-DE73-4C09-9C46-8D887E679F3D}"/>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48A1FFA5-DD3A-49BF-8177-4F643722D840}"/>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51ECCECE-2D95-46F5-AB9B-317408517752}"/>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DE547D48-2B85-4D07-9B78-F20D14D9D117}"/>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4E1D556E-4D59-42DE-891F-19B8780F4868}"/>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6708B44D-0B7B-4516-A5AC-039BE900869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08A2F817-D2F4-4820-8020-003D301ECF33}"/>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42C55316-53CD-4FF3-92B1-778DB4B8A66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64903D9-96CD-4B52-A11C-583A086C7A44}"/>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AB630988-C855-40C9-B172-F06AF763C01A}"/>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10729A3-4C85-4160-9993-1AC025EA5649}"/>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36A21F45-05F5-4232-8330-606D89C6AD91}"/>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72CABA1-B17C-4409-B914-B74C69B84639}"/>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0B6EE8ED-B18D-4408-8D90-F84CB52453DF}"/>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14E8950-CCD3-4DA3-9234-D5B05CCF34A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C70375F1-5C4F-42C0-8913-D9A605A22D24}"/>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381E0C58-18D8-4FFB-81DC-7888E5BEC53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EFCED43D-EDED-4F72-9B9E-647998FB4E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31C50C80-6497-4771-85BF-776B130DAB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F30EB61A-082B-489A-8B36-EF0DDEF771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FECBA536-125D-433D-B619-6440534E9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2008194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B211BAE2-CB52-4EDB-8CCE-6DD97EE88C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8B101A0B-32B7-4F10-B629-821BE04BDF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FD41B24D-8350-404A-B20C-AA1D3F6630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7AA65497-9EDB-4F23-8BE2-C6F94A7404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F2B7AE94-F0E3-427A-928E-394761CB5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72E2F25C-A015-482F-B4C9-E5CFAA9663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A04D0714-A76F-41BD-AAD4-B529AAC2CC61}"/>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6F8E34BF-3340-4566-A311-544D43BCBD66}"/>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D739AC28-F9F8-4E7B-9FBB-3C05A9A934F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C8BD2625-71E8-48BD-8B32-A055DD4B8DA1}"/>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A311374-9695-4283-97D8-3A6135FEC3A4}"/>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7E359677-EF44-4957-B19E-D258CD698414}"/>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592D4D98-E1B8-4A1A-A3A5-5901D0866126}"/>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0FA18035-8F37-4CE6-B6F4-0153DF09526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8B6366B1-DC55-4F70-AAD5-8BB124EAB6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4790744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59FF43AE-E45D-4FAD-80BF-FE951A2515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01C84AC1-FF5E-4835-8CB0-343DCD56AA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A865C166-15B0-4295-8B62-981B21C049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6DD2F9E9-1877-41B9-A00E-D413C8F7A0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64C1FB49-12BC-4EC8-9479-1A0241F757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6B84A23B-1A0A-4909-9D5F-4EAE53C49E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1C818A1A-0E20-4C2F-BAA7-4AD068BBB405}"/>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409FC1BF-EB7B-459D-9056-0EBE35330B8C}"/>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F795E67F-01F6-4C8D-BDA3-B851858C2F6B}"/>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C40F3197-9575-4A31-937B-2254403BD1F8}"/>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114C9BA2-ABE2-4259-8A12-A566CB8833FC}"/>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11366EC7-9CF8-4F8E-A827-A6F67F61B746}"/>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C1E98DE6-CDBC-4C9C-9D91-788926EE856C}"/>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277A2501-B776-4ABF-B6C8-DA6D00F1E073}"/>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FAA9826D-381B-48CE-B489-95250CFC1E04}"/>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C74DBF67-AE63-4774-B854-DD420F3B742C}"/>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1DA1E5AD-C865-4181-A361-6E3BD8F29DA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10C97A28-C973-451F-9711-73927A622F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519921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632D2BC8-B356-4014-AF8F-D040879D33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83E70BD7-D05A-4934-A619-4A14D0843B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7C9D149F-75CE-4AF0-9B1C-2739971A44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098E4A77-1CB4-4702-804F-FCA70ED549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04265B60-8310-49A8-AE1E-1E09EA7C6A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0164E3AD-961E-4723-B20B-67B9121951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3F2896BD-63A0-45C5-A2F5-1C34DE7EA8A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68EFA9D3-0FD4-43EE-9C73-5CE34B637DAD}"/>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F59DCDE8-A828-4110-B8E0-4D0F0040FEAF}"/>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ADB33D7E-0C9D-4BDF-A99C-BFDEEC339F4C}"/>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8CB35A88-395F-4EAD-A9AA-9966D0A9D291}"/>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1619837C-746E-4906-961F-8B42DD112E90}"/>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A953FA11-73A3-4720-A0B7-FF9BCA1CC7E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F0BFDB2A-00A3-40FB-AE94-377B97DD7214}"/>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F9DE07AC-0B66-47F5-BFBD-A9EF03479050}"/>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8F6E00FA-F58B-46E0-B79C-435EBAFE6CDA}"/>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E912FC9B-7D83-41B4-BE23-12E313FDCD4A}"/>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8FF1077D-7CFF-443C-8B27-F031CAC4BA69}"/>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2C72E3F6-4443-4BE9-8276-E901FD900483}"/>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B8F1F26D-49EE-4FDC-8FDD-4089E5A27679}"/>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5EA43480-3AC2-47C2-90E5-AB10FDEC196C}"/>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D907070B-F86C-40BC-AD2C-679E6CD9E5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7460224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65EA7EC2-1B96-4E6F-9116-AC72D906F4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39D2E7FB-2989-4D44-8355-D29EEA6EAB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8FA2BAA4-0653-4763-9C68-A83C90F14F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AEA03262-3F65-4F24-BDF2-08C2669F98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43CBBEE4-2A93-49CF-BC8B-A7A0028D76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8206D56-3972-4A34-90B8-D61FA42514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5CFC4F61-EDB9-4D72-B066-707DA8C764AC}"/>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5E86F66B-2F66-4844-B79D-A3F49A529D1E}"/>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28A1A6B6-A502-4835-95A2-A8383EAFB326}"/>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121A294-2CF5-4371-B926-815E56E40408}"/>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D0516193-07D4-44F6-9D97-88B236DC5A94}"/>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40398499-B191-48C6-A165-730A87010362}"/>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6C5C8521-59F4-481C-800A-5C6F154B90D5}"/>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52CF4F61-C1CF-452C-AE6E-975E4D6C28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6852535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1CD3E6F0-3119-431B-AF4A-F7C03233DB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1D80CEC9-6FF6-44D4-8607-C5EA314D0F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D17BE989-B26E-49BC-8EAC-341A0AA07A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17ADEEE5-53DC-4CA2-8D2C-CE8F6FBE23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96EB1ACA-C712-4154-A0F5-095F407E55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BC4D1C83-C42D-4927-8917-DFF797FF28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249EC715-179B-40B1-A964-AC82C158DCD6}"/>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E46F3213-55C7-4B96-A830-C3CF84165A3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6E761770-944D-4757-9C89-E06A8D6811E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68CC5333-9FC8-4433-829F-34BB72E2C6A5}"/>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66DEE1E9-1136-409C-AFC2-C901EB584525}"/>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8DD5581C-F815-45F9-8488-8B065CE3B64E}"/>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14505582-7C1F-4C54-A82E-EAC4E5F8A25B}"/>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80E501FB-434F-461E-A423-9C533BD3FE61}"/>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907B33A2-EC59-4048-A1BA-05992F009A65}"/>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0E593928-5696-448F-A8CA-A9FF5A63D7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16470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40423A3F-C470-4DB3-B64C-041E5E433D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22A983AB-B30A-4A63-92B7-B2582C7942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55E5B580-5E0E-41EC-A260-BF3684CC36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A274E18B-2129-4E10-AEF4-C2A945CE75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28AD46A4-095E-474A-8558-3E19130E0C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EFEBC2C3-8AD3-4F63-B8A6-32DDF7762A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B502235E-A6D3-4E1B-A580-2CA363AD5C1E}"/>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C2A4AFFA-86F7-426A-A3CE-79109445844C}"/>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F39334A5-F3DE-4457-9E2D-F82BFE05A6E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DF1F84A-925D-45FC-BFC3-8C5DA0BC7613}"/>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F00055DE-E1CF-4B42-9060-B41256A857D6}"/>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634AD8EE-E6D0-4341-ADB3-6FF9D88CB708}"/>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F564F49F-138F-4716-8D84-7631C89149AA}"/>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A0BE6BF3-7B86-49C9-96AD-417F05CDE9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74093089"/>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E0D944F0-2F2C-465A-8244-FDB2A797D7C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EA9D61B4-C3B6-48CD-ABFD-658C3F63CA4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F8FCE2B1-64D5-42AB-851B-AB4347B791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38EC5ADA-9CE0-442E-A390-06219AE2AD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9A982F5A-C259-4661-B9F8-48F650FF62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582D7AB1-1F93-422C-874F-D1D3900813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292489EF-3343-45D5-ABD3-64A251E8AFA6}"/>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591F46A7-CFC6-499A-8762-BD1F85A47299}"/>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C68714B2-49E2-48D5-B026-90C8A5B1EF2A}"/>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B5BE9C23-E716-4F2D-B0A5-F7B540699EC6}"/>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4171165E-58E5-4FDB-A6B6-B1D517D598A5}"/>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F1B87F13-4BF9-41A2-BFDB-E804C8A012A8}"/>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5CE3B809-6EC3-4F1C-8071-F3CD12078782}"/>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4A81070A-A247-43B4-B69B-04185E62DC8B}"/>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0C98A504-A1C6-414F-8629-8DDBC4224987}"/>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8B462CAD-16FD-46B9-A9AF-957678FD2CB2}"/>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D7F1E4EB-D74E-4D60-9C7D-D09D86C3794F}"/>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99DB96F0-9B1A-423F-A750-42C88DB87B4B}"/>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A115D4ED-6F45-4839-A68C-6E25356007A7}"/>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72FC6E09-EB83-466A-8C8A-F595A45BE5DB}"/>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1202AE68-06FE-4544-8827-CABFADA54220}"/>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CB0CDF7E-4EC7-4EEE-AE4D-281D77B21154}"/>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D7176931-34F8-412B-8EF4-A6F641411813}"/>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39DEDF94-4545-4366-BFEF-347760FFDD50}"/>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9E10E3EA-996D-44CA-B473-26EED67CBFA9}"/>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2C7E53B3-D4B5-4552-BC71-28156AED1364}"/>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51621AA0-C26E-4EFE-B335-5E10C1F70842}"/>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D2D08C43-E6A5-45D7-B80A-B35BBFBA05FA}"/>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DD61A873-1E91-4B7E-8B01-987DCB5414E4}"/>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48E6D4D9-DD05-47D0-9415-59CC12613592}"/>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32C95624-1635-422D-85FA-CDDE384F9B7C}"/>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90CC9707-65C5-4ACC-8C1F-7D2CA752D93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2C2D03A7-37E3-4047-8570-B22CA277C52D}"/>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FD239C38-4438-4B8B-BDE9-B0BDB4B41BB6}"/>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E1586B6C-91A8-4458-BF1F-C9E54C918A41}"/>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041DF540-219D-438B-91E4-FC43CFC9B174}"/>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7E737C79-EB1A-447F-B90F-4B0987D2C0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32304491"/>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6C525D01-D827-45C4-85BB-6C168D45D9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C41B970A-ACCB-4E47-8E7D-47EC9010D7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AA5EF3C3-14A8-442E-8EF4-6A620BAE839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E74E3E9-93D1-4F16-BE7E-A3B481E60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8FF047AA-92FD-4DB3-B4DB-4127886370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FD173624-B795-4235-8662-3AD6F791B9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01C2F0B6-3328-4888-82D1-AA4B52576FE3}"/>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3D0F30C5-B899-41A8-8A66-3CC442F23B89}"/>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398F3678-E45D-47FE-B836-C2EC942FFEF3}"/>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DDF20C3E-BD68-46E1-8F74-8B892BDCEF4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DA075049-7D9B-44FF-BB60-82D90B86DFB8}"/>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B9F55E35-857A-4287-9FDA-EFC3E76C805E}"/>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BD57E2BC-9D60-4E04-B2D3-7BEF74336159}"/>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2CDC6BDE-00F5-469D-94EC-0EF0ABBFDAF6}"/>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351FD0A7-6201-4631-B51E-CE15192662F5}"/>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1934748C-8168-456F-B1C0-B2E71E51DB80}"/>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A0A5D08F-0B81-43F9-BC5F-D49A769E5AF0}"/>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3F8FB61A-DAB0-48BE-A78D-52A6AD7DF7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66344758"/>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B8EF6F92-1A9A-4601-8E06-DBE9927BBF0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20DA967B-7E4A-48E6-93E8-EF836B0BB32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3C6EA177-F143-42AF-AE6C-B23C8844051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13451703-87C0-49A9-BC19-1193DFD66C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DEAEB7CC-CD48-49B4-9D7F-0D6CDC4DA4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A3691F47-7635-4D10-BBB5-ECA0956146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E6598226-BF9A-41DD-8202-DA7DDFB189CA}"/>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37CA5781-1548-42DF-BE7F-7409AC07F92C}"/>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0B496BF-6C22-4AA3-A569-5F3D66424FA9}"/>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261A152-977B-44FE-A8C9-8435413CC100}"/>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DE622F45-FBD6-4157-98D7-51F8EE0F4E87}"/>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4ABF4C13-2E82-4B0A-8C2A-3AC7B13B16E5}"/>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319C069E-C33B-4485-B459-8321141BD3FD}"/>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DC11EBD9-4A45-4F69-A0C0-B2825108FB04}"/>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B20CEAB8-15DB-44EF-9302-55678196655B}"/>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B8B472CD-C683-40E5-8780-8FC44FDBC1BF}"/>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46FDBA1C-2222-4EDC-B207-34395861BAAE}"/>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8517102B-E8FD-4BBC-9E82-0CC7B7D74469}"/>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6C721F32-04EE-4603-8D69-F005B7B545BD}"/>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E37BE28A-AB26-49B0-B622-F10BAE5A1874}"/>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299096E7-6230-4A16-8E55-6AFE72B3F221}"/>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79AAE362-6C88-49AF-8D04-E6DF1447B077}"/>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432830D-390C-4582-87C3-9F7A534A8646}"/>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4234ED2A-3645-4ABB-A627-37A7559AD79F}"/>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9540A02E-D79F-4588-BD9D-B0C8FA231CC4}"/>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DC0E580E-DB62-43F7-B16C-89ED62575710}"/>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B0148DBA-315A-4075-9A92-749730A470ED}"/>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CD2BFBA1-B39B-4C84-BF1C-DBF356F6439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D117487C-DDC4-4BE4-9149-0D9483868B74}"/>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718B31CB-6BF7-47FE-9DAB-2F4FC80BEB66}"/>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1F71131E-FFCE-4028-87D9-BDC5B9DC04D5}"/>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ABD05CA7-40A4-4777-B1E8-D05ABE20F856}"/>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DAEE22BA-07C4-4970-8485-6C3750268993}"/>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D9952AD9-FB2B-46A5-B2D1-E088C23C19F3}"/>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ADBC4839-48B0-472E-BDDB-8B051DEE451A}"/>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F0C13B9E-A208-4376-9ADB-CF15CA10E065}"/>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BC96C0E-A3CF-4281-AFE4-16BE9DD2C690}"/>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2CDFC523-AED9-431B-B966-78114E0E523F}"/>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DDF7A495-651B-4611-918B-00DFCFBBBF7B}"/>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79CE9578-43FE-48CF-820D-B267444C7767}"/>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4EDE1379-1E7B-44D7-8BB7-E9FE916A4C6D}"/>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A4172F1D-1653-406A-BA03-CDDCDD00F743}"/>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79EB8530-3722-4DD8-BA79-63FD00FFCF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4794014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2D9A0BE1-6454-471A-93A5-27AD667AAB3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5F9711E7-A098-402B-873E-E2FFA042418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C62FC4C3-9564-4DB9-A76B-618785A578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3525032A-CF55-42E1-8DA1-A57991EEE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F695FFD-EB63-4C3D-B194-53D2FFA86ED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9ACC9717-45B3-488B-B062-6CBD9A881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B51D0D37-FE80-4870-A9D4-517B2FC8E0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5FF98E52-0E08-4292-9D71-4D898791C36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9E0D124C-D37C-4BB5-A445-246E62BF5896}"/>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146ECBC5-008D-44F8-BB1E-48113876D3E1}"/>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7CD3EA36-3D74-4FDB-88DB-C5748469DA1C}"/>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13E4E839-CFAE-49BF-8C5F-83BE160E6417}"/>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72E610D1-4E29-4B3C-B34C-AB7ACD11D561}"/>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D1293A91-BB4F-4F60-95A5-D1089C12DD7D}"/>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9B9B95B7-C28B-4786-8CCB-877765854AE3}"/>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C6F755DD-0278-4691-A695-320809C58268}"/>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2481A1EF-D337-4B45-8318-E223B69F4158}"/>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3D285299-FF16-4C10-BF8A-0220F4C6CA1B}"/>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4F697535-6DD5-44F3-BF4D-2FFDE85CE33A}"/>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49397741-58DE-4029-AF45-BEDF2013E00B}"/>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A2D3AFC0-7406-4716-9B49-D460E2762937}"/>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37955A4F-6433-4BE7-886A-37D441CCD22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9E70DD7A-61BE-4FD9-AFD9-155F7ABA76E4}"/>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45F5E35E-B09A-4EA6-9CC8-48B04A1948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17599626"/>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716B92E0-B6B2-4CCA-AC3E-AA182490EEF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43DE96FF-4573-47B7-95AA-2C0B3BFBFDC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62F4ADC4-8B4E-4FFC-BA82-F77903BB6B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B22736E-E4C1-49AB-9E7C-B78CDFB65D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A72B3E6-78C6-4BAA-811F-BCE17FFA7A6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148C577C-ABBE-4792-9D23-E29FA97232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A4A3E30C-1F96-4CE7-B4EB-B1FA46C893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0A45CDB9-3F88-4961-9238-706A8042F40A}"/>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6D8F4275-A859-4D27-B8C6-E475D3C59387}"/>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E8A5F49C-BAD6-4B8F-BD38-3670BDA8C1C1}"/>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B4368BCC-BE60-4C4F-B8A6-8CE44620B90B}"/>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2145C8FB-A5EA-48CE-970D-20CB7EB4DF61}"/>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42D17F9-D20D-4743-A3D7-46DDF989EBC7}"/>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7961C2DF-2968-4BA6-BA37-2FBE120C7BA7}"/>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BC0BBEE1-BF0A-4337-A224-5B93211DBBB4}"/>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7B826167-5BC0-4EE8-ADD7-820B0C6C762C}"/>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FA913FAE-91B6-4E28-B2FE-28404A8CC65F}"/>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E9AD5786-01FF-4490-8386-A5CCE5CE5D54}"/>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86E6922D-8791-42EE-BC25-6E922853F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01193422"/>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3E172E8E-C520-4744-8376-F1395791FF8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875BC705-EA20-4B7E-92A2-809F1FFE895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0DA7EAC0-4D48-4F90-84CC-6646C7227C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9ED71408-70EA-4BBC-BBF0-E617540819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9E20D23-DE94-41A8-B562-691EA54084F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365C3120-F4F4-4281-A8A5-7533AF6B5B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85E3D807-5899-4585-9522-F3FC2444C2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DFD18B3F-014E-4E75-8120-A700482C84D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39612FBD-8546-4EB7-AA28-E9C83EDE42B2}"/>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ACAB8A10-51FB-4FC3-B0FC-61C6BC07D67B}"/>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9087E136-6057-4BEE-8551-F1DFA563450B}"/>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03E4A065-16B1-4E77-ACD9-81AF6D853484}"/>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173D2D40-9E44-4E20-BC37-A0A30480A1D6}"/>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AACDFEC-FD12-4360-85F1-3AD2698639DF}"/>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8EC5EB1E-454F-4A6F-9C42-405E5EF9D808}"/>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869CBEC7-60F1-4F30-AAB6-F1FD12E40881}"/>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39C36EA8-FD46-48E8-8F51-61915127BAA4}"/>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B7F4A0B-62FB-494F-95EB-3D3C30863AD1}"/>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B11A0FF2-1872-47B5-91EA-6F29BF90F15D}"/>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7016AB80-040E-4355-9D34-AEA64552C34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5747FCEB-AFEF-4C6A-926D-BEB8763150EA}"/>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6F16168D-D523-46D7-8A82-C534EA725F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302075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402E7836-2EAE-40BF-97C7-548FAA7DC79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5B593188-AB7C-4924-A0B2-79588D93366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04FCA785-8058-45BA-B707-DE8528F28A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65322B88-1CE4-4A11-BF3C-C4C9C62A0F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F469FF1-93A7-4B17-80D5-24BC0D1573B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CD0621A4-7557-4586-B085-1B6370AF18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0C4A3B04-370C-41F9-83EC-5D1CF5A107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EF896E1D-F181-4079-BC13-D1AC86507449}"/>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FB07052C-282D-43FE-A45E-7A341AE5DA19}"/>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C1F9C075-8B9F-4004-9907-253AC428AF5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289DA8F6-B1BC-4B85-9744-0769CFF80CD9}"/>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1329B935-0C5C-48D7-97F3-4F0C5CB364F7}"/>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44A4A150-2494-4608-B5A8-8FB7BED534B6}"/>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89C46801-3817-4FFD-80AC-F8D2DF9C66DC}"/>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5F915939-0532-4FFB-8BF0-60D7FF043789}"/>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B258A312-D5E5-4640-9672-AB29128D4750}"/>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299258E8-9CE1-4F06-A5E2-0F15AE911DB9}"/>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D237E286-1FDD-4C9F-8101-B2036BFE4ACB}"/>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AC323252-8CB5-48BC-A944-E70CC9AFB8E7}"/>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98E3242C-34A0-4CF1-A17F-7BDEC1003853}"/>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D387FABA-EDC3-403A-AA43-AB951D01DCC1}"/>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EF5951C4-49DC-4361-A4DD-1E0B26945144}"/>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1086F261-05A8-4537-B7E4-D186F8E1151A}"/>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30FF8100-54B4-4827-976D-BCF57E7CF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834225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F520EC6F-A4BE-452F-BD39-F4044C49B46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FE70A64E-9456-480D-BFBB-FA849EFD20B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0FFD2967-D496-4982-8F1D-4C0FB75635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7516E28E-19C6-42D2-ADCB-8A9ACC68AD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C52AAF6-E5BC-472D-8FA7-1373A2F01BE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499E9C76-14A1-493D-8A22-BDE1B125D0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A83EB12F-483A-4035-B188-18F41423B8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6B8D694C-CE8C-48C5-BF54-558224F81BF0}"/>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24CB814B-9AF2-4F63-931F-037DD4415654}"/>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CC743C34-B5D7-4DA5-9518-277153AAC691}"/>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C4163F06-B607-45DD-A6D0-A4A170957A0B}"/>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B7136587-5B75-4CC9-9899-7A62A55CC0C1}"/>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F1EEB8A0-F25D-4518-897C-76552DB6875D}"/>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CF135826-C4CF-474A-9B93-ED82F4765199}"/>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4ACD1246-2C7D-4420-8228-A37C3C4B9C83}"/>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E29FEFBF-8F67-4B24-80A0-6B585E6C1247}"/>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3A1E4723-334B-4FF8-9B12-12B0ADA670B1}"/>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2883D1BE-B701-4AD6-9F8A-51ABE8B1CA9F}"/>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B0C62839-40ED-4DF1-8698-784B6543C1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58296582"/>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AFB2724F-2863-4BF2-A6B9-F268C217B2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7F769EC4-B3D5-4445-948D-58C52EF95A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1FB6B7D2-AB45-4EAB-9851-67386BE4FEE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784D6248-6090-46F6-A415-C69C12DE95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C23E586-A6B4-49B2-AFC0-52D30F8A75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D7E38AA6-82DA-4568-9ED1-E5160D71C1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914F6F9E-1DE6-4B56-8A1C-E662E43049C9}"/>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8B0B18E2-BFC0-47D2-83DC-7A5AA64A5962}"/>
              </a:ext>
            </a:extLst>
          </p:cNvPr>
          <p:cNvPicPr>
            <a:picLocks xmlns:a="http://schemas.openxmlformats.org/drawingml/2006/main" noChangeAspect="1"/>
          </p:cNvPicPr>
          <p:nvPr/>
        </p:nvPicPr>
        <p:blipFill>
          <a:blip xmlns:r="http://schemas.openxmlformats.org/officeDocument/2006/relationships" xmlns:a="http://schemas.openxmlformats.org/drawingml/2006/main" r:embed="R744680d03a7b4eb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0F0E2997-AFEF-4CFD-961E-75E0EACA32D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124C48DE-C8F5-482B-932F-A916CAB3FFEA}"/>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B1A8D0E0-723C-4702-97B9-771BA9D32CE8}"/>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3BAFD17C-3E88-42A5-BA77-9A416846ECF6}"/>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68884F3B-C216-4CE8-9432-BA875B69CA3D}"/>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C9F68EF7-D482-458B-B75A-110E69881477}"/>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3F66298-52B5-4E90-905C-781EADCF8426}"/>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B81EC316-C52E-4D69-AE63-7F14C8672515}"/>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4A1A8C45-A9B1-423C-9EC0-53CAC37A32C8}"/>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9DE1261C-14D3-4CF1-8062-212CAE177F5D}"/>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0D45E17A-F736-494C-8FDB-2F7FF1F7E292}"/>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D84A80B-9F2E-4B69-85E4-265A1C1C0DE7}"/>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03AF450E-EA1C-4F5E-A26D-EBECD0D24A13}"/>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FE64CD26-F941-4186-AE63-FB1113094BFB}"/>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C66A87B6-4B8C-42B9-8267-10F92B6F1E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64934979"/>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8B93E2FB-6AE8-4A1A-8949-DA98E868F4D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E1D39254-326F-4D60-9A19-30AB903542C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10A9A4CE-3300-498C-B08A-0137B926EC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62942A26-F9BB-44D1-9E2D-1B9EA139C3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E503E1E9-F2ED-4773-946C-672C470B85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52DE51B3-FD8F-43A6-9895-802EF6DD84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CC2199ED-0E0D-441B-B97C-3E712DE12E93}"/>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E670B2C7-1568-489B-9FCD-B1EEB1CE4F10}"/>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4935DDBD-1E76-4A78-98DB-EDA97E1C3C47}"/>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6483F401-FF19-4732-A5C8-1F688C0DC408}"/>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7ED32039-4510-4587-8685-79B7E77B5669}"/>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63D6C22F-A898-4E06-96A5-715606F0AE03}"/>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B2E1A52E-CCB6-4C8C-AB95-9FA86730CF30}"/>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60A758FA-ED71-436B-AF5A-7C8F22115B89}"/>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B579D994-69B2-4068-8311-2080EC61268F}"/>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FC4B182D-9BFD-43A9-8A73-DF8A152769A9}"/>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77938622-9B8B-4DC6-BF29-4B4FB459D7E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A0DE770-F1C9-475E-99CE-8A8D01F20286}"/>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9290D140-8959-4451-8336-AC4DE8C25AD1}"/>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66C6D95F-4CBD-4B32-9D43-9475F66AB102}"/>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D000F83B-4DB5-48A7-AEBC-676567F76AF5}"/>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92710781-143E-4F7A-A69E-C7A53DC0D2FE}"/>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CEBA8837-7035-4B4F-8480-8ABAF6B14005}"/>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3D99FC3B-8721-4D2A-B8B9-222511CD9923}"/>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AB13C5CA-AA3A-4EB5-B4F0-639AFCE5EBD7}"/>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3B02831E-9197-40FB-858C-460AA158A4CC}"/>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77EE97F5-B58A-4302-BEAF-3B47D204D06C}"/>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500D34CC-AD37-4B02-91EA-B8DCA66FA605}"/>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137FE59C-645E-4C43-B471-4A5C14E96466}"/>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8356AEBF-0E37-460E-A131-A7874CC554A9}"/>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7B8BDD04-4B82-4171-A875-D4F5EFBDBE47}"/>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5183000C-DDC2-4F09-9606-68A34484EBA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D479C18B-BDBF-46F2-BF84-5FB8C7E5CC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89682612"/>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DE37956C-4DC6-4CFC-B7D3-E428D2899A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D3B6BB46-BC01-40B4-9CD6-940CEBDE7A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A980D4A6-1C30-4F2C-AEB7-29B04DAFD5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B5052EEA-2E4E-475C-844B-7D9DDBC5FA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796C4014-9A50-4E5D-B0E5-35095E192B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B43A7B1F-9687-406F-85B8-FEB5A036E0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77ED0965-33B6-4620-8D0C-670B5C9AA728}"/>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77A1E541-BE01-4425-B017-639013D3F46C}"/>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6549EEED-83E5-4013-A228-B43B08F2CCDD}"/>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372B42DF-E53A-4419-9653-911591BFA9F9}"/>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5E90A7B2-370A-4252-85AB-58A5D36450DB}"/>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9358CB3-35EE-4FA4-83EA-3923A1AEE6B9}"/>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CDD77BB4-5919-4299-8244-9D502AF1754A}"/>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6DBC1BC3-7AA9-476F-B0FC-C824A88CD053}"/>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E5111AF7-E849-4532-8180-519E16F659C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4CEE573F-BF84-4096-8306-45231D217FE0}"/>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6B3DB9-2A99-43C8-940A-62A9CFFD7499}"/>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E54BAE61-514A-4A0A-BCC9-2FCE491B167A}"/>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B15481E2-750A-4884-8E4F-D93DF8658CBF}"/>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A2A57FC1-2751-46C1-90C0-625D7EC3CCEE}"/>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3C70A176-95C3-4744-B7C3-E23EE97B51C4}"/>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7F6F476-6816-4EC6-B4A9-D0AE2014D8C9}"/>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CCB1EB2D-8029-48A1-BE56-09FBBC7494F8}"/>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AE1DB633-889E-49F9-B020-FFD6C8C8F117}"/>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D28C9D3B-C543-492E-9628-7CC568630A65}"/>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A8AD145C-1E58-4C81-AF5D-D68E1E8C23EB}"/>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FF541837-95E4-42C4-BED8-21F81615718D}"/>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EA05976C-880B-4291-80DA-9A2B63A90D61}"/>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6AD7896C-1A6B-4810-A7A0-27546EFD7360}"/>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38197C33-4899-4788-9DAE-41CA3F0550E8}"/>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2F9344E9-9827-4231-905E-438905C224F4}"/>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E29DB901-71AA-4B42-9CEF-EF169636046A}"/>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49F14564-4314-4A3F-B234-4F36AF2769DD}"/>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5739B485-FC6C-4E0D-905A-4ABE4889C976}"/>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E0C8437F-AF57-45D8-BFA0-AA7995A9FAC5}"/>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814356E-E9F5-4AB8-BFD9-BB147B7A1167}"/>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0141F9AB-88C7-4ACC-B6E6-01C0D457F021}"/>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FA7390F-864E-423D-A2B9-9F9C59DC3F2A}"/>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2F66C93D-0796-4B0A-A155-BE3ED792EF42}"/>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E280BBB-A38C-411B-A13D-D0C51FFF9165}"/>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311CC23C-680F-40FF-B435-F97DB5978FF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26DBD221-032A-4CA4-B60B-11D2D1D6C61B}"/>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084257DA-238C-4A0C-9DEF-C56DD958666E}"/>
              </a:ext>
            </a:extLst>
          </p:cNvPr>
          <p:cNvPicPr>
            <a:picLocks xmlns:a="http://schemas.openxmlformats.org/drawingml/2006/main" noChangeAspect="1"/>
          </p:cNvPicPr>
          <p:nvPr/>
        </p:nvPicPr>
        <p:blipFill>
          <a:blip xmlns:r="http://schemas.openxmlformats.org/officeDocument/2006/relationships" xmlns:a="http://schemas.openxmlformats.org/drawingml/2006/main" r:embed="Rbbedf031b1084375"/>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0870EA27-B3BB-4203-9736-483695B1DC58}"/>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30326BE0-8013-429E-BC5D-ADA4B6DA6C12}"/>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B6749521-EB20-4164-BDE8-A0C72DC6C4AF}"/>
              </a:ext>
            </a:extLst>
          </p:cNvPr>
          <p:cNvPicPr>
            <a:picLocks xmlns:a="http://schemas.openxmlformats.org/drawingml/2006/main" noChangeAspect="1"/>
          </p:cNvPicPr>
          <p:nvPr/>
        </p:nvPicPr>
        <p:blipFill>
          <a:blip xmlns:r="http://schemas.openxmlformats.org/officeDocument/2006/relationships" xmlns:a="http://schemas.openxmlformats.org/drawingml/2006/main" r:embed="R0baa9887ff2349f9"/>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53AF7E40-F30B-4B45-BE88-07E41A4FD892}"/>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CC4FB78E-CF46-41A0-9AC9-926759DA6E0B}"/>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BCF39C1A-DAA7-4CBF-8BE2-B3FC43E8EBE4}"/>
              </a:ext>
            </a:extLst>
          </p:cNvPr>
          <p:cNvPicPr>
            <a:picLocks xmlns:a="http://schemas.openxmlformats.org/drawingml/2006/main" noChangeAspect="1"/>
          </p:cNvPicPr>
          <p:nvPr/>
        </p:nvPicPr>
        <p:blipFill>
          <a:blip xmlns:r="http://schemas.openxmlformats.org/officeDocument/2006/relationships" xmlns:a="http://schemas.openxmlformats.org/drawingml/2006/main" r:embed="Rec6ae789dd064211"/>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FB9CEDF0-2EB2-458B-B3AA-371D7C8E8064}"/>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23DD20D2-43D2-494D-A485-940962DFF11A}"/>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BF8B90BF-CDD6-4A34-90F6-2AEEDFD5A5C7}"/>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729166A0-32B9-4B78-BA8A-07A2C8FB77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55547333"/>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32ED5D11-854F-49A0-BDBC-B70C3D8EDA2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77A9CA5D-56DE-45B0-B383-1E85AFD1E08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8789D292-D6C1-4EB5-A2B7-3007B2CA4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4ECE8BCD-5A54-4F12-BA01-F5C4E09F00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E1C85277-CDE1-483B-900D-53AFB9AC95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19DC02F3-CFE7-405F-BD95-AD29BF7E4E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2DDA761-EA14-4C71-BB88-9F6819224737}"/>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D49245D3-A597-480D-B874-5367EA322D91}"/>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57A09510-D2FB-48C5-BDDC-3DFECF6B909D}"/>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594F1BDF-26CA-4B5E-A3E2-88136876CECE}"/>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DF8DA91-F667-4775-9D30-C07C556C13E1}"/>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AD44BBDA-751D-4A5C-8247-023715EAB5F2}"/>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D725AD6D-0C00-4337-86A6-84DC1156B681}"/>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E9383CA0-9309-4EE0-A1D6-B39FCE0D800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301EA5B1-F9F7-4264-BC64-7BA5375371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494687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509C414F-217B-41AB-8A4F-D47772FC84C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09284C59-1D04-4A04-9AE2-E2656D92E0A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CD4B1A6A-AE67-4F7B-BF96-DE80D383E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B98A7E1E-934C-442D-A923-B734D3F61E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152326F2-71E3-447F-BDF2-71F023E80C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9EE519BC-B27B-49DF-A154-E87D0C1EFD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33504859-21F0-48F4-9EAB-C0927A78699A}"/>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47DC297A-8C43-4044-BEC8-FA54ADD1CB4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473F9198-4CC8-431F-B0A8-4D26B82A871A}"/>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E29FE6CE-D93F-40BC-A01F-642E0255A80D}"/>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DEE31F0F-D2F0-4151-A59A-28E876F59A4A}"/>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82F9192D-96C9-45F7-AA2D-E650877A9858}"/>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66854D86-2798-4A0A-BDE1-2DCBC8693BC0}"/>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C26A2997-2EE9-4E6E-B06C-17D064150BBE}"/>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02D8CE05-9187-43AF-8FBB-F4B237B19298}"/>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3746DE88-BA68-4050-BF35-E5F9FEF179BA}"/>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DFFA3DF6-C789-4300-8E35-B9CFF1852635}"/>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203BA231-E35C-4FE3-9D22-52B7D92BCEC9}"/>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88E07DBA-1D00-40C6-9675-50F298E56D5E}"/>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1F55BEEC-F7FA-48B5-9294-470EC739EADD}"/>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1D04102C-0108-47A2-9236-A71178E09DEF}"/>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D9796828-9449-4AEC-9256-9117398CB9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613628177"/>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C1065BC2-40D7-4B00-A73D-4D84C8508AF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56935D6E-2E2B-4D18-AF7B-648A7F42DAB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B87D4E60-93AB-4D4E-80FA-9A1B982E638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73139D95-B61F-4E2E-AA25-E956F85CF2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5EC83F6-18CE-4371-990A-D59784791C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FA748911-8262-4A86-A348-BD9E6DDDE1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21DC5E74-41DB-4DCD-B93C-5B1F78A893D6}"/>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538E9743-9B1A-4430-8C6D-C88EE719B69D}"/>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F5464F2-93FC-40ED-B287-FA964D22E722}"/>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4C806595-BC75-4C32-B5EB-25816033A441}"/>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970EC187-F5DC-431E-A421-299E42E83FA6}"/>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EF37ACE1-7ADA-4137-BB6A-57AD294D2EB4}"/>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B1C51B0B-2D5F-4A1B-AE13-3520B76192DD}"/>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65C6B206-893F-4E48-80C7-C6A2D33E3553}"/>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9A6CDD40-4069-428B-AB48-6DE270CF3C4C}"/>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BC988155-3451-48D0-8B39-01F63D36AB0D}"/>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C5D7B8F-325E-4B1E-A70A-1872E4849E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339035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23864B0D-D74E-492E-8F87-F2D233599C3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8B233954-4F35-4065-84E2-B9658531704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597A575A-9317-4B3A-B236-16984F4C2C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C6F384C1-428E-4AAB-B5FA-3244D519A7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3B94FFD-1F85-4304-8618-36BCCC5E5D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26024C62-C1B1-408C-8B66-0E71ACCC78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4A75C23A-61E5-4E1A-BC45-558ADE28993B}"/>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11463D7F-A059-45A6-B65E-0D32E685BAB0}"/>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8C1039D-3AAE-4945-A3CC-C2485AE6ABA3}"/>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06809FA9-765B-4F06-B3D1-F6655587D4F1}"/>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FACCE8FF-E69C-471B-ACA6-E87A6B64DB10}"/>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5E427880-25C5-45F5-B155-EF3B98A813B8}"/>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C2473C5E-1EFC-430A-A23F-8747246C5F88}"/>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74FE100-E70C-4D84-A819-231D482E7542}"/>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834F00C-7437-4FC7-9BA9-3A1DA9853588}"/>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64D68068-1FE4-4668-90B6-2768C08ADA23}"/>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CAA0DF48-CD5B-4012-B0C9-24724F460284}"/>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9A7D30EE-093B-4687-9497-E86F60938C36}"/>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5574950-24E1-47FC-8A83-FB6640D043B1}"/>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6663615-1D7D-47E7-B1FC-439EF57685B5}"/>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6441BE9E-C2A9-410C-B533-B57ECD6E28BB}"/>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94764CE1-D1B5-4E6A-9624-A045FD47C176}"/>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009C43D9-84C3-4A83-B47C-BF6A84C26380}"/>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E21BA5A3-3759-4F9F-9717-0DF6E2836927}"/>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A94DF5B2-702C-48D3-8684-4917D842A533}"/>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7CA171AB-02B5-4678-AD61-69D2AF132415}"/>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AD8939D3-50F7-4F58-87B0-28309EC096F6}"/>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E0D0C655-9051-402F-8636-F0C391F46CC9}"/>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DF26E9D-23D0-423D-ADAD-61F2C384B84A}"/>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09E252B4-0804-47E9-A55A-2A2E4FA2487C}"/>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C5483336-7CEA-4DA9-86C4-010EB93E6BE3}"/>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F94B1766-080E-48A3-80A6-1E254FC4DA55}"/>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309BE014-0DC3-4E41-B807-7F5F52AFDA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67987683"/>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7DEA5A90-F399-40A5-803A-3418A176B1E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AB117569-31FC-4ED0-B32E-02085498210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FDA7BAF3-B574-47E0-8B58-C3856BF6EB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131AFDA2-1F13-41CF-AFB5-9CBC2476E6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EBBF99FB-97DA-4D22-AE5A-F5CDEFAC82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BF969177-9EDE-4D6B-8E35-AEA4E90A5E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2A0FDBDE-BD6B-4607-8C40-19FBD37FC6A8}"/>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2D63C967-C173-407F-B3F3-DE59A2E1DA66}"/>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E827D2F8-5BB7-4108-9F79-027EA16AE7A2}"/>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8CFC6854-D5A1-484A-95BA-3E07741F43BB}"/>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CA286D50-0793-48EB-906E-68932894AE16}"/>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E4D7B55-A173-450B-95B5-1DF002BE29B6}"/>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97A11C75-0827-49F9-8610-8F86C887A9A2}"/>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47F5D8F0-1AAD-4D46-9262-66810D085680}"/>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8B78B03D-888D-47FC-9B0A-AAC5CDB44084}"/>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24BD26EB-644B-42A8-9B3C-80EA2896B22F}"/>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BC48EFD1-81C0-4722-B1EF-2B3FEE3821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737223162"/>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54DF3A4A-ACFB-47AF-B09B-5A8222A43C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31EAAFC4-183B-4258-BBA9-EAFB1D058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CE6A6621-CAEE-45DF-B4D3-B1D975A91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A88DE1FE-A298-4BCE-9BF1-D1945DA737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8D106CC8-399A-42A9-9EF1-61CA04FA9C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42F4DB8A-84ED-46F3-8608-BC3F0BC2FD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2304AA78-96A1-4ADC-9DB1-8259550BB06E}"/>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3A237708-B236-44AD-B549-9E9089EDEB5B}"/>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FEC0CFC6-FEC9-489B-826C-EA57EF786F9A}"/>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9DEA1879-1C1D-44E1-A620-1212F1FA2014}"/>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60712FCC-34A1-406D-B56E-7555F6803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776120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2026-10-22T11:35:00.9580000Z</dcterms:created>
  <dcterms:modified xsi:type="dcterms:W3CDTF">2026-10-22T11:35:00.9580000Z</dcterms:modified>
</coreProperties>
</file>