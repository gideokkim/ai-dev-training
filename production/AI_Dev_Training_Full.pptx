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1.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3f857c54c144156" /><Relationship Type="http://schemas.openxmlformats.org/officeDocument/2006/relationships/extended-properties" Target="/docProps/app.xml" Id="Rf4feb2f7e67549e6" /><Relationship Type="http://schemas.openxmlformats.org/officeDocument/2006/relationships/officeDocument" Target="/ppt/presentation.xml" Id="Rd2f5b6ae1d934bf1" /></Relationships>
</file>

<file path=ppt/presentation.xml><?xml version="1.0" encoding="utf-8"?>
<p:presentation xmlns:p="http://schemas.openxmlformats.org/presentationml/2006/main">
  <p:sldMasterIdLst>
    <p:sldMasterId xmlns:r="http://schemas.openxmlformats.org/officeDocument/2006/relationships" id="2147483648" r:id="Reca018c536ab448f"/>
  </p:sldMasterIdLst>
  <p:notesMasterIdLst>
    <p:notesMasterId xmlns:r="http://schemas.openxmlformats.org/officeDocument/2006/relationships" r:id="Racd608a646d84d91"/>
  </p:notesMasterIdLst>
  <p:sldIdLst>
    <p:sldId xmlns:r="http://schemas.openxmlformats.org/officeDocument/2006/relationships" id="256" r:id="Raeaa7c5765b14e96"/>
    <p:sldId xmlns:r="http://schemas.openxmlformats.org/officeDocument/2006/relationships" id="257" r:id="R3d0f5442a00b43c4"/>
    <p:sldId xmlns:r="http://schemas.openxmlformats.org/officeDocument/2006/relationships" id="258" r:id="R28f4de32ea3944a9"/>
    <p:sldId xmlns:r="http://schemas.openxmlformats.org/officeDocument/2006/relationships" id="259" r:id="R882c47bac2574f3e"/>
    <p:sldId xmlns:r="http://schemas.openxmlformats.org/officeDocument/2006/relationships" id="260" r:id="Rb9b8ecee0fcb4dcd"/>
    <p:sldId xmlns:r="http://schemas.openxmlformats.org/officeDocument/2006/relationships" id="261" r:id="R0e3acb365c9649ec"/>
    <p:sldId xmlns:r="http://schemas.openxmlformats.org/officeDocument/2006/relationships" id="262" r:id="R3fcb6692dd4441da"/>
    <p:sldId xmlns:r="http://schemas.openxmlformats.org/officeDocument/2006/relationships" id="263" r:id="Rbb4e8b1a16da4735"/>
    <p:sldId xmlns:r="http://schemas.openxmlformats.org/officeDocument/2006/relationships" id="264" r:id="R813c2943a751451b"/>
    <p:sldId xmlns:r="http://schemas.openxmlformats.org/officeDocument/2006/relationships" id="265" r:id="Ra86c984f53194a50"/>
    <p:sldId xmlns:r="http://schemas.openxmlformats.org/officeDocument/2006/relationships" id="266" r:id="R68ebcb78601f4088"/>
    <p:sldId xmlns:r="http://schemas.openxmlformats.org/officeDocument/2006/relationships" id="267" r:id="Rf1f1cf8f4e0740e8"/>
    <p:sldId xmlns:r="http://schemas.openxmlformats.org/officeDocument/2006/relationships" id="268" r:id="R22862e0b1ab249a6"/>
    <p:sldId xmlns:r="http://schemas.openxmlformats.org/officeDocument/2006/relationships" id="269" r:id="Rae82282930cd4b3f"/>
    <p:sldId xmlns:r="http://schemas.openxmlformats.org/officeDocument/2006/relationships" id="270" r:id="R87c182ef1300417a"/>
    <p:sldId xmlns:r="http://schemas.openxmlformats.org/officeDocument/2006/relationships" id="271" r:id="Rd4ce86608a12410a"/>
    <p:sldId xmlns:r="http://schemas.openxmlformats.org/officeDocument/2006/relationships" id="272" r:id="R49963687a4d34d23"/>
    <p:sldId xmlns:r="http://schemas.openxmlformats.org/officeDocument/2006/relationships" id="273" r:id="Rf02ee50204c44122"/>
    <p:sldId xmlns:r="http://schemas.openxmlformats.org/officeDocument/2006/relationships" id="274" r:id="R0b722406dafd4fba"/>
    <p:sldId xmlns:r="http://schemas.openxmlformats.org/officeDocument/2006/relationships" id="275" r:id="Rcbfbea2ba3bd423a"/>
    <p:sldId xmlns:r="http://schemas.openxmlformats.org/officeDocument/2006/relationships" id="276" r:id="Re64cbc9ac62947b3"/>
    <p:sldId xmlns:r="http://schemas.openxmlformats.org/officeDocument/2006/relationships" id="277" r:id="R7aa590659b9b4554"/>
    <p:sldId xmlns:r="http://schemas.openxmlformats.org/officeDocument/2006/relationships" id="278" r:id="R86847ecc734f4ad6"/>
    <p:sldId xmlns:r="http://schemas.openxmlformats.org/officeDocument/2006/relationships" id="279" r:id="Red53733401f944dc"/>
    <p:sldId xmlns:r="http://schemas.openxmlformats.org/officeDocument/2006/relationships" id="280" r:id="R1f09eaf817584172"/>
    <p:sldId xmlns:r="http://schemas.openxmlformats.org/officeDocument/2006/relationships" id="281" r:id="R2c3ea93f5e264d73"/>
    <p:sldId xmlns:r="http://schemas.openxmlformats.org/officeDocument/2006/relationships" id="282" r:id="R91f15850045a4f18"/>
    <p:sldId xmlns:r="http://schemas.openxmlformats.org/officeDocument/2006/relationships" id="283" r:id="Re731048943954e3c"/>
    <p:sldId xmlns:r="http://schemas.openxmlformats.org/officeDocument/2006/relationships" id="284" r:id="Ra3e4ea0f3a6547e8"/>
    <p:sldId xmlns:r="http://schemas.openxmlformats.org/officeDocument/2006/relationships" id="285" r:id="R553a956dd8984876"/>
    <p:sldId xmlns:r="http://schemas.openxmlformats.org/officeDocument/2006/relationships" id="286" r:id="R5d865e3dd958438e"/>
    <p:sldId xmlns:r="http://schemas.openxmlformats.org/officeDocument/2006/relationships" id="287" r:id="Rfefd2be3f32f4bc4"/>
    <p:sldId xmlns:r="http://schemas.openxmlformats.org/officeDocument/2006/relationships" id="288" r:id="Rb2f2981083d04aa7"/>
    <p:sldId xmlns:r="http://schemas.openxmlformats.org/officeDocument/2006/relationships" id="289" r:id="R351f479d0d1841ec"/>
    <p:sldId xmlns:r="http://schemas.openxmlformats.org/officeDocument/2006/relationships" id="290" r:id="R393a8d1abe924778"/>
    <p:sldId xmlns:r="http://schemas.openxmlformats.org/officeDocument/2006/relationships" id="291" r:id="R546f1b8aa52846c4"/>
    <p:sldId xmlns:r="http://schemas.openxmlformats.org/officeDocument/2006/relationships" id="292" r:id="R17490265c87d4bb6"/>
    <p:sldId xmlns:r="http://schemas.openxmlformats.org/officeDocument/2006/relationships" id="293" r:id="Reb589001a98f45d3"/>
    <p:sldId xmlns:r="http://schemas.openxmlformats.org/officeDocument/2006/relationships" id="294" r:id="Rbd13d328045d4e5c"/>
    <p:sldId xmlns:r="http://schemas.openxmlformats.org/officeDocument/2006/relationships" id="295" r:id="Ra37076f32bed4649"/>
    <p:sldId xmlns:r="http://schemas.openxmlformats.org/officeDocument/2006/relationships" id="296" r:id="R6d345f4343fa4eff"/>
    <p:sldId xmlns:r="http://schemas.openxmlformats.org/officeDocument/2006/relationships" id="297" r:id="R3099d5ecdada4283"/>
    <p:sldId xmlns:r="http://schemas.openxmlformats.org/officeDocument/2006/relationships" id="298" r:id="R0b07d709fb29460b"/>
    <p:sldId xmlns:r="http://schemas.openxmlformats.org/officeDocument/2006/relationships" id="299" r:id="Rf438c068957f4fcc"/>
    <p:sldId xmlns:r="http://schemas.openxmlformats.org/officeDocument/2006/relationships" id="300" r:id="R85673531fedd4d49"/>
    <p:sldId xmlns:r="http://schemas.openxmlformats.org/officeDocument/2006/relationships" id="301" r:id="R4be3f4024eb943fb"/>
    <p:sldId xmlns:r="http://schemas.openxmlformats.org/officeDocument/2006/relationships" id="302" r:id="R652e8f1800dd4fe3"/>
    <p:sldId xmlns:r="http://schemas.openxmlformats.org/officeDocument/2006/relationships" id="303" r:id="R3f47e3759b3f49d9"/>
    <p:sldId xmlns:r="http://schemas.openxmlformats.org/officeDocument/2006/relationships" id="304" r:id="Rb5c21b6dae304969"/>
    <p:sldId xmlns:r="http://schemas.openxmlformats.org/officeDocument/2006/relationships" id="305" r:id="R9145219b1d8d49fb"/>
    <p:sldId xmlns:r="http://schemas.openxmlformats.org/officeDocument/2006/relationships" id="306" r:id="R13fd9db2d011496e"/>
    <p:sldId xmlns:r="http://schemas.openxmlformats.org/officeDocument/2006/relationships" id="307" r:id="Re4c946ff070b413a"/>
    <p:sldId xmlns:r="http://schemas.openxmlformats.org/officeDocument/2006/relationships" id="308" r:id="R9744eb6007054cac"/>
    <p:sldId xmlns:r="http://schemas.openxmlformats.org/officeDocument/2006/relationships" id="309" r:id="R10a835b89b844942"/>
    <p:sldId xmlns:r="http://schemas.openxmlformats.org/officeDocument/2006/relationships" id="310" r:id="R015bf568f1a243a8"/>
    <p:sldId xmlns:r="http://schemas.openxmlformats.org/officeDocument/2006/relationships" id="311" r:id="R5c19e92fb54d419e"/>
    <p:sldId xmlns:r="http://schemas.openxmlformats.org/officeDocument/2006/relationships" id="312" r:id="R09c4de212e8b4c2d"/>
    <p:sldId xmlns:r="http://schemas.openxmlformats.org/officeDocument/2006/relationships" id="313" r:id="R7f01a9e8ec92494d"/>
    <p:sldId xmlns:r="http://schemas.openxmlformats.org/officeDocument/2006/relationships" id="314" r:id="R7e725abf20ed40fa"/>
    <p:sldId xmlns:r="http://schemas.openxmlformats.org/officeDocument/2006/relationships" id="315" r:id="Rc44ed8e8ca7e4d2a"/>
    <p:sldId xmlns:r="http://schemas.openxmlformats.org/officeDocument/2006/relationships" id="316" r:id="R09f72cb51a704ae9"/>
    <p:sldId xmlns:r="http://schemas.openxmlformats.org/officeDocument/2006/relationships" id="317" r:id="R2a903d7633774fa7"/>
    <p:sldId xmlns:r="http://schemas.openxmlformats.org/officeDocument/2006/relationships" id="318" r:id="Re65927db45c1466f"/>
    <p:sldId xmlns:r="http://schemas.openxmlformats.org/officeDocument/2006/relationships" id="319" r:id="R0f90c7aabbd9451f"/>
    <p:sldId xmlns:r="http://schemas.openxmlformats.org/officeDocument/2006/relationships" id="320" r:id="Rcf6df6de63624a1b"/>
    <p:sldId xmlns:r="http://schemas.openxmlformats.org/officeDocument/2006/relationships" id="321" r:id="Rc4f4589ae3414161"/>
    <p:sldId xmlns:r="http://schemas.openxmlformats.org/officeDocument/2006/relationships" id="322" r:id="R20975990f7a246ff"/>
    <p:sldId xmlns:r="http://schemas.openxmlformats.org/officeDocument/2006/relationships" id="323" r:id="R97cef06993034839"/>
    <p:sldId xmlns:r="http://schemas.openxmlformats.org/officeDocument/2006/relationships" id="324" r:id="R05feffdf760a41db"/>
    <p:sldId xmlns:r="http://schemas.openxmlformats.org/officeDocument/2006/relationships" id="325" r:id="Radb749becb604b9a"/>
    <p:sldId xmlns:r="http://schemas.openxmlformats.org/officeDocument/2006/relationships" id="326" r:id="R3b739339b89247fd"/>
    <p:sldId xmlns:r="http://schemas.openxmlformats.org/officeDocument/2006/relationships" id="327" r:id="R421af8d2048046e8"/>
    <p:sldId xmlns:r="http://schemas.openxmlformats.org/officeDocument/2006/relationships" id="328" r:id="R590cc00028ef409b"/>
    <p:sldId xmlns:r="http://schemas.openxmlformats.org/officeDocument/2006/relationships" id="329" r:id="R096b2ea1efd74de7"/>
    <p:sldId xmlns:r="http://schemas.openxmlformats.org/officeDocument/2006/relationships" id="330" r:id="R980f2f4ef7a34491"/>
    <p:sldId xmlns:r="http://schemas.openxmlformats.org/officeDocument/2006/relationships" id="331" r:id="R01971cc2b1b8482c"/>
    <p:sldId xmlns:r="http://schemas.openxmlformats.org/officeDocument/2006/relationships" id="332" r:id="R7a3c85dab39f447b"/>
    <p:sldId xmlns:r="http://schemas.openxmlformats.org/officeDocument/2006/relationships" id="333" r:id="R49754dbf680c4c87"/>
    <p:sldId xmlns:r="http://schemas.openxmlformats.org/officeDocument/2006/relationships" id="334" r:id="R94d8fe765cec4738"/>
    <p:sldId xmlns:r="http://schemas.openxmlformats.org/officeDocument/2006/relationships" id="335" r:id="Rb26e07c96efa4af0"/>
    <p:sldId xmlns:r="http://schemas.openxmlformats.org/officeDocument/2006/relationships" id="336" r:id="Rba9d71cea7284aa5"/>
    <p:sldId xmlns:r="http://schemas.openxmlformats.org/officeDocument/2006/relationships" id="337" r:id="R6f9d500880fe403e"/>
    <p:sldId xmlns:r="http://schemas.openxmlformats.org/officeDocument/2006/relationships" id="338" r:id="R9ba10a6fbd46427f"/>
    <p:sldId xmlns:r="http://schemas.openxmlformats.org/officeDocument/2006/relationships" id="339" r:id="R30169c2921e440ed"/>
    <p:sldId xmlns:r="http://schemas.openxmlformats.org/officeDocument/2006/relationships" id="340" r:id="Redddc83a2b4d4d62"/>
    <p:sldId xmlns:r="http://schemas.openxmlformats.org/officeDocument/2006/relationships" id="341" r:id="Rccd7e8fd0fdf45fc"/>
    <p:sldId xmlns:r="http://schemas.openxmlformats.org/officeDocument/2006/relationships" id="342" r:id="R6c858e86852c463c"/>
    <p:sldId xmlns:r="http://schemas.openxmlformats.org/officeDocument/2006/relationships" id="343" r:id="Refccdb09a5b84754"/>
    <p:sldId xmlns:r="http://schemas.openxmlformats.org/officeDocument/2006/relationships" id="344" r:id="Re28026189a8d480f"/>
    <p:sldId xmlns:r="http://schemas.openxmlformats.org/officeDocument/2006/relationships" id="345" r:id="R2bea61efcc0a4ed1"/>
    <p:sldId xmlns:r="http://schemas.openxmlformats.org/officeDocument/2006/relationships" id="346" r:id="Re6b2dd401a074d1c"/>
    <p:sldId xmlns:r="http://schemas.openxmlformats.org/officeDocument/2006/relationships" id="347" r:id="R7faf998cc33f4bed"/>
    <p:sldId xmlns:r="http://schemas.openxmlformats.org/officeDocument/2006/relationships" id="348" r:id="R1ba5717a28204f9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b56f87adfe348e4" /><Relationship Type="http://schemas.openxmlformats.org/officeDocument/2006/relationships/slideMaster" Target="/ppt/slideMasters/slideMaster1.xml" Id="Reca018c536ab448f" /><Relationship Type="http://schemas.openxmlformats.org/officeDocument/2006/relationships/notesMaster" Target="/ppt/notesMasters/notesMaster1.xml" Id="Racd608a646d84d91" /><Relationship Type="http://schemas.openxmlformats.org/officeDocument/2006/relationships/presProps" Target="/ppt/presProps.xml" Id="R1fc12ebfc68f402a" /><Relationship Type="http://schemas.openxmlformats.org/officeDocument/2006/relationships/tableStyles" Target="/ppt/tableStyles.xml" Id="R1c45f16e631e4234" /><Relationship Type="http://schemas.openxmlformats.org/officeDocument/2006/relationships/slide" Target="/ppt/slides/slide1.xml" Id="Raeaa7c5765b14e96" /><Relationship Type="http://schemas.openxmlformats.org/officeDocument/2006/relationships/slide" Target="/ppt/slides/slide2.xml" Id="R3d0f5442a00b43c4" /><Relationship Type="http://schemas.openxmlformats.org/officeDocument/2006/relationships/slide" Target="/ppt/slides/slide3.xml" Id="R28f4de32ea3944a9" /><Relationship Type="http://schemas.openxmlformats.org/officeDocument/2006/relationships/slide" Target="/ppt/slides/slide4.xml" Id="R882c47bac2574f3e" /><Relationship Type="http://schemas.openxmlformats.org/officeDocument/2006/relationships/slide" Target="/ppt/slides/slide5.xml" Id="Rb9b8ecee0fcb4dcd" /><Relationship Type="http://schemas.openxmlformats.org/officeDocument/2006/relationships/slide" Target="/ppt/slides/slide6.xml" Id="R0e3acb365c9649ec" /><Relationship Type="http://schemas.openxmlformats.org/officeDocument/2006/relationships/slide" Target="/ppt/slides/slide7.xml" Id="R3fcb6692dd4441da" /><Relationship Type="http://schemas.openxmlformats.org/officeDocument/2006/relationships/slide" Target="/ppt/slides/slide8.xml" Id="Rbb4e8b1a16da4735" /><Relationship Type="http://schemas.openxmlformats.org/officeDocument/2006/relationships/slide" Target="/ppt/slides/slide9.xml" Id="R813c2943a751451b" /><Relationship Type="http://schemas.openxmlformats.org/officeDocument/2006/relationships/slide" Target="/ppt/slides/slide10.xml" Id="Ra86c984f53194a50" /><Relationship Type="http://schemas.openxmlformats.org/officeDocument/2006/relationships/slide" Target="/ppt/slides/slide11.xml" Id="R68ebcb78601f4088" /><Relationship Type="http://schemas.openxmlformats.org/officeDocument/2006/relationships/slide" Target="/ppt/slides/slide12.xml" Id="Rf1f1cf8f4e0740e8" /><Relationship Type="http://schemas.openxmlformats.org/officeDocument/2006/relationships/slide" Target="/ppt/slides/slide13.xml" Id="R22862e0b1ab249a6" /><Relationship Type="http://schemas.openxmlformats.org/officeDocument/2006/relationships/slide" Target="/ppt/slides/slide14.xml" Id="Rae82282930cd4b3f" /><Relationship Type="http://schemas.openxmlformats.org/officeDocument/2006/relationships/slide" Target="/ppt/slides/slide15.xml" Id="R87c182ef1300417a" /><Relationship Type="http://schemas.openxmlformats.org/officeDocument/2006/relationships/slide" Target="/ppt/slides/slide16.xml" Id="Rd4ce86608a12410a" /><Relationship Type="http://schemas.openxmlformats.org/officeDocument/2006/relationships/slide" Target="/ppt/slides/slide17.xml" Id="R49963687a4d34d23" /><Relationship Type="http://schemas.openxmlformats.org/officeDocument/2006/relationships/slide" Target="/ppt/slides/slide18.xml" Id="Rf02ee50204c44122" /><Relationship Type="http://schemas.openxmlformats.org/officeDocument/2006/relationships/slide" Target="/ppt/slides/slide19.xml" Id="R0b722406dafd4fba" /><Relationship Type="http://schemas.openxmlformats.org/officeDocument/2006/relationships/slide" Target="/ppt/slides/slide20.xml" Id="Rcbfbea2ba3bd423a" /><Relationship Type="http://schemas.openxmlformats.org/officeDocument/2006/relationships/slide" Target="/ppt/slides/slide21.xml" Id="Re64cbc9ac62947b3" /><Relationship Type="http://schemas.openxmlformats.org/officeDocument/2006/relationships/slide" Target="/ppt/slides/slide22.xml" Id="R7aa590659b9b4554" /><Relationship Type="http://schemas.openxmlformats.org/officeDocument/2006/relationships/slide" Target="/ppt/slides/slide23.xml" Id="R86847ecc734f4ad6" /><Relationship Type="http://schemas.openxmlformats.org/officeDocument/2006/relationships/slide" Target="/ppt/slides/slide24.xml" Id="Red53733401f944dc" /><Relationship Type="http://schemas.openxmlformats.org/officeDocument/2006/relationships/slide" Target="/ppt/slides/slide25.xml" Id="R1f09eaf817584172" /><Relationship Type="http://schemas.openxmlformats.org/officeDocument/2006/relationships/slide" Target="/ppt/slides/slide26.xml" Id="R2c3ea93f5e264d73" /><Relationship Type="http://schemas.openxmlformats.org/officeDocument/2006/relationships/slide" Target="/ppt/slides/slide27.xml" Id="R91f15850045a4f18" /><Relationship Type="http://schemas.openxmlformats.org/officeDocument/2006/relationships/slide" Target="/ppt/slides/slide28.xml" Id="Re731048943954e3c" /><Relationship Type="http://schemas.openxmlformats.org/officeDocument/2006/relationships/slide" Target="/ppt/slides/slide29.xml" Id="Ra3e4ea0f3a6547e8" /><Relationship Type="http://schemas.openxmlformats.org/officeDocument/2006/relationships/slide" Target="/ppt/slides/slide30.xml" Id="R553a956dd8984876" /><Relationship Type="http://schemas.openxmlformats.org/officeDocument/2006/relationships/slide" Target="/ppt/slides/slide31.xml" Id="R5d865e3dd958438e" /><Relationship Type="http://schemas.openxmlformats.org/officeDocument/2006/relationships/slide" Target="/ppt/slides/slide32.xml" Id="Rfefd2be3f32f4bc4" /><Relationship Type="http://schemas.openxmlformats.org/officeDocument/2006/relationships/slide" Target="/ppt/slides/slide33.xml" Id="Rb2f2981083d04aa7" /><Relationship Type="http://schemas.openxmlformats.org/officeDocument/2006/relationships/slide" Target="/ppt/slides/slide34.xml" Id="R351f479d0d1841ec" /><Relationship Type="http://schemas.openxmlformats.org/officeDocument/2006/relationships/slide" Target="/ppt/slides/slide35.xml" Id="R393a8d1abe924778" /><Relationship Type="http://schemas.openxmlformats.org/officeDocument/2006/relationships/slide" Target="/ppt/slides/slide36.xml" Id="R546f1b8aa52846c4" /><Relationship Type="http://schemas.openxmlformats.org/officeDocument/2006/relationships/slide" Target="/ppt/slides/slide37.xml" Id="R17490265c87d4bb6" /><Relationship Type="http://schemas.openxmlformats.org/officeDocument/2006/relationships/slide" Target="/ppt/slides/slide38.xml" Id="Reb589001a98f45d3" /><Relationship Type="http://schemas.openxmlformats.org/officeDocument/2006/relationships/slide" Target="/ppt/slides/slide39.xml" Id="Rbd13d328045d4e5c" /><Relationship Type="http://schemas.openxmlformats.org/officeDocument/2006/relationships/slide" Target="/ppt/slides/slide40.xml" Id="Ra37076f32bed4649" /><Relationship Type="http://schemas.openxmlformats.org/officeDocument/2006/relationships/slide" Target="/ppt/slides/slide41.xml" Id="R6d345f4343fa4eff" /><Relationship Type="http://schemas.openxmlformats.org/officeDocument/2006/relationships/slide" Target="/ppt/slides/slide42.xml" Id="R3099d5ecdada4283" /><Relationship Type="http://schemas.openxmlformats.org/officeDocument/2006/relationships/slide" Target="/ppt/slides/slide43.xml" Id="R0b07d709fb29460b" /><Relationship Type="http://schemas.openxmlformats.org/officeDocument/2006/relationships/slide" Target="/ppt/slides/slide44.xml" Id="Rf438c068957f4fcc" /><Relationship Type="http://schemas.openxmlformats.org/officeDocument/2006/relationships/slide" Target="/ppt/slides/slide45.xml" Id="R85673531fedd4d49" /><Relationship Type="http://schemas.openxmlformats.org/officeDocument/2006/relationships/slide" Target="/ppt/slides/slide46.xml" Id="R4be3f4024eb943fb" /><Relationship Type="http://schemas.openxmlformats.org/officeDocument/2006/relationships/slide" Target="/ppt/slides/slide47.xml" Id="R652e8f1800dd4fe3" /><Relationship Type="http://schemas.openxmlformats.org/officeDocument/2006/relationships/slide" Target="/ppt/slides/slide48.xml" Id="R3f47e3759b3f49d9" /><Relationship Type="http://schemas.openxmlformats.org/officeDocument/2006/relationships/slide" Target="/ppt/slides/slide49.xml" Id="Rb5c21b6dae304969" /><Relationship Type="http://schemas.openxmlformats.org/officeDocument/2006/relationships/slide" Target="/ppt/slides/slide50.xml" Id="R9145219b1d8d49fb" /><Relationship Type="http://schemas.openxmlformats.org/officeDocument/2006/relationships/slide" Target="/ppt/slides/slide51.xml" Id="R13fd9db2d011496e" /><Relationship Type="http://schemas.openxmlformats.org/officeDocument/2006/relationships/slide" Target="/ppt/slides/slide52.xml" Id="Re4c946ff070b413a" /><Relationship Type="http://schemas.openxmlformats.org/officeDocument/2006/relationships/slide" Target="/ppt/slides/slide53.xml" Id="R9744eb6007054cac" /><Relationship Type="http://schemas.openxmlformats.org/officeDocument/2006/relationships/slide" Target="/ppt/slides/slide54.xml" Id="R10a835b89b844942" /><Relationship Type="http://schemas.openxmlformats.org/officeDocument/2006/relationships/slide" Target="/ppt/slides/slide55.xml" Id="R015bf568f1a243a8" /><Relationship Type="http://schemas.openxmlformats.org/officeDocument/2006/relationships/slide" Target="/ppt/slides/slide56.xml" Id="R5c19e92fb54d419e" /><Relationship Type="http://schemas.openxmlformats.org/officeDocument/2006/relationships/slide" Target="/ppt/slides/slide57.xml" Id="R09c4de212e8b4c2d" /><Relationship Type="http://schemas.openxmlformats.org/officeDocument/2006/relationships/slide" Target="/ppt/slides/slide58.xml" Id="R7f01a9e8ec92494d" /><Relationship Type="http://schemas.openxmlformats.org/officeDocument/2006/relationships/slide" Target="/ppt/slides/slide59.xml" Id="R7e725abf20ed40fa" /><Relationship Type="http://schemas.openxmlformats.org/officeDocument/2006/relationships/slide" Target="/ppt/slides/slide60.xml" Id="Rc44ed8e8ca7e4d2a" /><Relationship Type="http://schemas.openxmlformats.org/officeDocument/2006/relationships/slide" Target="/ppt/slides/slide61.xml" Id="R09f72cb51a704ae9" /><Relationship Type="http://schemas.openxmlformats.org/officeDocument/2006/relationships/slide" Target="/ppt/slides/slide62.xml" Id="R2a903d7633774fa7" /><Relationship Type="http://schemas.openxmlformats.org/officeDocument/2006/relationships/slide" Target="/ppt/slides/slide63.xml" Id="Re65927db45c1466f" /><Relationship Type="http://schemas.openxmlformats.org/officeDocument/2006/relationships/slide" Target="/ppt/slides/slide64.xml" Id="R0f90c7aabbd9451f" /><Relationship Type="http://schemas.openxmlformats.org/officeDocument/2006/relationships/slide" Target="/ppt/slides/slide65.xml" Id="Rcf6df6de63624a1b" /><Relationship Type="http://schemas.openxmlformats.org/officeDocument/2006/relationships/slide" Target="/ppt/slides/slide66.xml" Id="Rc4f4589ae3414161" /><Relationship Type="http://schemas.openxmlformats.org/officeDocument/2006/relationships/slide" Target="/ppt/slides/slide67.xml" Id="R20975990f7a246ff" /><Relationship Type="http://schemas.openxmlformats.org/officeDocument/2006/relationships/slide" Target="/ppt/slides/slide68.xml" Id="R97cef06993034839" /><Relationship Type="http://schemas.openxmlformats.org/officeDocument/2006/relationships/slide" Target="/ppt/slides/slide69.xml" Id="R05feffdf760a41db" /><Relationship Type="http://schemas.openxmlformats.org/officeDocument/2006/relationships/slide" Target="/ppt/slides/slide70.xml" Id="Radb749becb604b9a" /><Relationship Type="http://schemas.openxmlformats.org/officeDocument/2006/relationships/slide" Target="/ppt/slides/slide71.xml" Id="R3b739339b89247fd" /><Relationship Type="http://schemas.openxmlformats.org/officeDocument/2006/relationships/slide" Target="/ppt/slides/slide72.xml" Id="R421af8d2048046e8" /><Relationship Type="http://schemas.openxmlformats.org/officeDocument/2006/relationships/slide" Target="/ppt/slides/slide73.xml" Id="R590cc00028ef409b" /><Relationship Type="http://schemas.openxmlformats.org/officeDocument/2006/relationships/slide" Target="/ppt/slides/slide74.xml" Id="R096b2ea1efd74de7" /><Relationship Type="http://schemas.openxmlformats.org/officeDocument/2006/relationships/slide" Target="/ppt/slides/slide75.xml" Id="R980f2f4ef7a34491" /><Relationship Type="http://schemas.openxmlformats.org/officeDocument/2006/relationships/slide" Target="/ppt/slides/slide76.xml" Id="R01971cc2b1b8482c" /><Relationship Type="http://schemas.openxmlformats.org/officeDocument/2006/relationships/slide" Target="/ppt/slides/slide77.xml" Id="R7a3c85dab39f447b" /><Relationship Type="http://schemas.openxmlformats.org/officeDocument/2006/relationships/slide" Target="/ppt/slides/slide78.xml" Id="R49754dbf680c4c87" /><Relationship Type="http://schemas.openxmlformats.org/officeDocument/2006/relationships/slide" Target="/ppt/slides/slide79.xml" Id="R94d8fe765cec4738" /><Relationship Type="http://schemas.openxmlformats.org/officeDocument/2006/relationships/slide" Target="/ppt/slides/slide80.xml" Id="Rb26e07c96efa4af0" /><Relationship Type="http://schemas.openxmlformats.org/officeDocument/2006/relationships/slide" Target="/ppt/slides/slide81.xml" Id="Rba9d71cea7284aa5" /><Relationship Type="http://schemas.openxmlformats.org/officeDocument/2006/relationships/slide" Target="/ppt/slides/slide82.xml" Id="R6f9d500880fe403e" /><Relationship Type="http://schemas.openxmlformats.org/officeDocument/2006/relationships/slide" Target="/ppt/slides/slide83.xml" Id="R9ba10a6fbd46427f" /><Relationship Type="http://schemas.openxmlformats.org/officeDocument/2006/relationships/slide" Target="/ppt/slides/slide84.xml" Id="R30169c2921e440ed" /><Relationship Type="http://schemas.openxmlformats.org/officeDocument/2006/relationships/slide" Target="/ppt/slides/slide85.xml" Id="Redddc83a2b4d4d62" /><Relationship Type="http://schemas.openxmlformats.org/officeDocument/2006/relationships/slide" Target="/ppt/slides/slide86.xml" Id="Rccd7e8fd0fdf45fc" /><Relationship Type="http://schemas.openxmlformats.org/officeDocument/2006/relationships/slide" Target="/ppt/slides/slide87.xml" Id="R6c858e86852c463c" /><Relationship Type="http://schemas.openxmlformats.org/officeDocument/2006/relationships/slide" Target="/ppt/slides/slide88.xml" Id="Refccdb09a5b84754" /><Relationship Type="http://schemas.openxmlformats.org/officeDocument/2006/relationships/slide" Target="/ppt/slides/slide89.xml" Id="Re28026189a8d480f" /><Relationship Type="http://schemas.openxmlformats.org/officeDocument/2006/relationships/slide" Target="/ppt/slides/slide90.xml" Id="R2bea61efcc0a4ed1" /><Relationship Type="http://schemas.openxmlformats.org/officeDocument/2006/relationships/slide" Target="/ppt/slides/slide91.xml" Id="Re6b2dd401a074d1c" /><Relationship Type="http://schemas.openxmlformats.org/officeDocument/2006/relationships/slide" Target="/ppt/slides/slide92.xml" Id="R7faf998cc33f4bed" /><Relationship Type="http://schemas.openxmlformats.org/officeDocument/2006/relationships/slide" Target="/ppt/slides/slide93.xml" Id="R1ba5717a28204f9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2bd0fe18db5492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f3a811e8b434c8c" /><Relationship Type="http://schemas.openxmlformats.org/officeDocument/2006/relationships/notesMaster" Target="/ppt/notesMasters/notesMaster1.xml" Id="Rc938ab7d5ccd42b7" /></Relationships>
</file>

<file path=ppt/notesSlides/_rels/notesSlide2.xml.rels>&#65279;<?xml version="1.0" encoding="utf-8"?><Relationships xmlns="http://schemas.openxmlformats.org/package/2006/relationships"><Relationship Type="http://schemas.openxmlformats.org/officeDocument/2006/relationships/slide" Target="/ppt/slides/slide2.xml" Id="R4bddcbd3a7f34c00" /><Relationship Type="http://schemas.openxmlformats.org/officeDocument/2006/relationships/notesMaster" Target="/ppt/notesMasters/notesMaster1.xml" Id="Radd67d4d9f6e43c8" /></Relationships>
</file>

<file path=ppt/notesSlides/_rels/notesSlide3.xml.rels>&#65279;<?xml version="1.0" encoding="utf-8"?><Relationships xmlns="http://schemas.openxmlformats.org/package/2006/relationships"><Relationship Type="http://schemas.openxmlformats.org/officeDocument/2006/relationships/slide" Target="/ppt/slides/slide3.xml" Id="R74d19a6da1ab4e2e" /><Relationship Type="http://schemas.openxmlformats.org/officeDocument/2006/relationships/notesMaster" Target="/ppt/notesMasters/notesMaster1.xml" Id="Ra3a1ddb47d0f45e3" /></Relationships>
</file>

<file path=ppt/notesSlides/_rels/notesSlide4.xml.rels>&#65279;<?xml version="1.0" encoding="utf-8"?><Relationships xmlns="http://schemas.openxmlformats.org/package/2006/relationships"><Relationship Type="http://schemas.openxmlformats.org/officeDocument/2006/relationships/slide" Target="/ppt/slides/slide4.xml" Id="R0f97965abbf54ab6" /><Relationship Type="http://schemas.openxmlformats.org/officeDocument/2006/relationships/notesMaster" Target="/ppt/notesMasters/notesMaster1.xml" Id="R3abbb5c4cafa4813" /></Relationships>
</file>

<file path=ppt/notesSlides/_rels/notesSlide5.xml.rels>&#65279;<?xml version="1.0" encoding="utf-8"?><Relationships xmlns="http://schemas.openxmlformats.org/package/2006/relationships"><Relationship Type="http://schemas.openxmlformats.org/officeDocument/2006/relationships/slide" Target="/ppt/slides/slide5.xml" Id="Rdb8f7d35fa814b79" /><Relationship Type="http://schemas.openxmlformats.org/officeDocument/2006/relationships/notesMaster" Target="/ppt/notesMasters/notesMaster1.xml" Id="Rb2f722eeb6fb47f1" /></Relationships>
</file>

<file path=ppt/notesSlides/_rels/notesSlide6.xml.rels>&#65279;<?xml version="1.0" encoding="utf-8"?><Relationships xmlns="http://schemas.openxmlformats.org/package/2006/relationships"><Relationship Type="http://schemas.openxmlformats.org/officeDocument/2006/relationships/slide" Target="/ppt/slides/slide6.xml" Id="R849a63a76e404ec7" /><Relationship Type="http://schemas.openxmlformats.org/officeDocument/2006/relationships/notesMaster" Target="/ppt/notesMasters/notesMaster1.xml" Id="R6301875f09474d56" /></Relationships>
</file>

<file path=ppt/notesSlides/_rels/notesSlide7.xml.rels>&#65279;<?xml version="1.0" encoding="utf-8"?><Relationships xmlns="http://schemas.openxmlformats.org/package/2006/relationships"><Relationship Type="http://schemas.openxmlformats.org/officeDocument/2006/relationships/slide" Target="/ppt/slides/slide7.xml" Id="Rcff65023a08a4322" /><Relationship Type="http://schemas.openxmlformats.org/officeDocument/2006/relationships/notesMaster" Target="/ppt/notesMasters/notesMaster1.xml" Id="R22ff173945c04220" /></Relationships>
</file>

<file path=ppt/notesSlides/_rels/notesSlide8.xml.rels>&#65279;<?xml version="1.0" encoding="utf-8"?><Relationships xmlns="http://schemas.openxmlformats.org/package/2006/relationships"><Relationship Type="http://schemas.openxmlformats.org/officeDocument/2006/relationships/slide" Target="/ppt/slides/slide8.xml" Id="Rc49dc760c33a4b28" /><Relationship Type="http://schemas.openxmlformats.org/officeDocument/2006/relationships/notesMaster" Target="/ppt/notesMasters/notesMaster1.xml" Id="R3eb385fc3b0a41af" /></Relationships>
</file>

<file path=ppt/notesSlides/_rels/notesSlide9.xml.rels>&#65279;<?xml version="1.0" encoding="utf-8"?><Relationships xmlns="http://schemas.openxmlformats.org/package/2006/relationships"><Relationship Type="http://schemas.openxmlformats.org/officeDocument/2006/relationships/slide" Target="/ppt/slides/slide9.xml" Id="Ra67c6b5e7ec2462f" /><Relationship Type="http://schemas.openxmlformats.org/officeDocument/2006/relationships/notesMaster" Target="/ppt/notesMasters/notesMaster1.xml" Id="R89cf9dba3e4f474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58cc9c012294725" /><Relationship Type="http://schemas.openxmlformats.org/officeDocument/2006/relationships/notesMaster" Target="/ppt/notesMasters/notesMaster1.xml" Id="R723eacb0da8f493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0a30fd4c06c4aba" /><Relationship Type="http://schemas.openxmlformats.org/officeDocument/2006/relationships/notesMaster" Target="/ppt/notesMasters/notesMaster1.xml" Id="R4a8a0a7f4f4046d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4963c5ff20344c0" /><Relationship Type="http://schemas.openxmlformats.org/officeDocument/2006/relationships/notesMaster" Target="/ppt/notesMasters/notesMaster1.xml" Id="R1127d67abab24be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53d780e4c8e4831" /><Relationship Type="http://schemas.openxmlformats.org/officeDocument/2006/relationships/notesMaster" Target="/ppt/notesMasters/notesMaster1.xml" Id="R8eed2f1dde13472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7d5da2695924544" /><Relationship Type="http://schemas.openxmlformats.org/officeDocument/2006/relationships/notesMaster" Target="/ppt/notesMasters/notesMaster1.xml" Id="R8be8f8debc3b405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becb8c3c6a449b0" /><Relationship Type="http://schemas.openxmlformats.org/officeDocument/2006/relationships/notesMaster" Target="/ppt/notesMasters/notesMaster1.xml" Id="R1442d7e3925042c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eae9c52126a4b6c" /><Relationship Type="http://schemas.openxmlformats.org/officeDocument/2006/relationships/notesMaster" Target="/ppt/notesMasters/notesMaster1.xml" Id="R75b20a934de74ee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52befdad87846c1" /><Relationship Type="http://schemas.openxmlformats.org/officeDocument/2006/relationships/notesMaster" Target="/ppt/notesMasters/notesMaster1.xml" Id="R2f0d1bda7690490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ac62786fdd84059" /><Relationship Type="http://schemas.openxmlformats.org/officeDocument/2006/relationships/notesMaster" Target="/ppt/notesMasters/notesMaster1.xml" Id="R8d4d5a57ae01424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8f9db6aed964e8c" /><Relationship Type="http://schemas.openxmlformats.org/officeDocument/2006/relationships/notesMaster" Target="/ppt/notesMasters/notesMaster1.xml" Id="Rb03ba1f9c0d344d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4d1c362e2bb4be8" /><Relationship Type="http://schemas.openxmlformats.org/officeDocument/2006/relationships/notesMaster" Target="/ppt/notesMasters/notesMaster1.xml" Id="Rf59738c45a58499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2a68c46b85f4b85" /><Relationship Type="http://schemas.openxmlformats.org/officeDocument/2006/relationships/notesMaster" Target="/ppt/notesMasters/notesMaster1.xml" Id="Rda8ddf6d12f0453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d3442c5c2c643e1" /><Relationship Type="http://schemas.openxmlformats.org/officeDocument/2006/relationships/notesMaster" Target="/ppt/notesMasters/notesMaster1.xml" Id="Re181624f311d49d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f57bdfcaa414a69" /><Relationship Type="http://schemas.openxmlformats.org/officeDocument/2006/relationships/notesMaster" Target="/ppt/notesMasters/notesMaster1.xml" Id="Rd3f7d8b0b2c542a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e9e86c5aae749f1" /><Relationship Type="http://schemas.openxmlformats.org/officeDocument/2006/relationships/notesMaster" Target="/ppt/notesMasters/notesMaster1.xml" Id="Rce37ef8374da40e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1e67cdc74754070" /><Relationship Type="http://schemas.openxmlformats.org/officeDocument/2006/relationships/notesMaster" Target="/ppt/notesMasters/notesMaster1.xml" Id="Rf2a4db159aa044d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ef5893b33f34597" /><Relationship Type="http://schemas.openxmlformats.org/officeDocument/2006/relationships/notesMaster" Target="/ppt/notesMasters/notesMaster1.xml" Id="Rcd629600aa904cc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6744b6a7e4442b9" /><Relationship Type="http://schemas.openxmlformats.org/officeDocument/2006/relationships/notesMaster" Target="/ppt/notesMasters/notesMaster1.xml" Id="Rfd339dac90524af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fadd240bf444e30" /><Relationship Type="http://schemas.openxmlformats.org/officeDocument/2006/relationships/notesMaster" Target="/ppt/notesMasters/notesMaster1.xml" Id="R79bc9a5545574ae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2e6af324baa455d" /><Relationship Type="http://schemas.openxmlformats.org/officeDocument/2006/relationships/notesMaster" Target="/ppt/notesMasters/notesMaster1.xml" Id="Rae74501363c14fe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153c8b734094d77" /><Relationship Type="http://schemas.openxmlformats.org/officeDocument/2006/relationships/notesMaster" Target="/ppt/notesMasters/notesMaster1.xml" Id="Rb8bfd366360b4a90"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4ff3b7f690546c5" /><Relationship Type="http://schemas.openxmlformats.org/officeDocument/2006/relationships/notesMaster" Target="/ppt/notesMasters/notesMaster1.xml" Id="R85ea43470a3d4f2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e9b475878fa45ed" /><Relationship Type="http://schemas.openxmlformats.org/officeDocument/2006/relationships/notesMaster" Target="/ppt/notesMasters/notesMaster1.xml" Id="R51092fe85bcc44a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190156dbdb046c6" /><Relationship Type="http://schemas.openxmlformats.org/officeDocument/2006/relationships/notesMaster" Target="/ppt/notesMasters/notesMaster1.xml" Id="R70508f82b2594cec"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98022891c52c498f" /><Relationship Type="http://schemas.openxmlformats.org/officeDocument/2006/relationships/notesMaster" Target="/ppt/notesMasters/notesMaster1.xml" Id="R49f328a6a7b542f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043189f56e3414b" /><Relationship Type="http://schemas.openxmlformats.org/officeDocument/2006/relationships/notesMaster" Target="/ppt/notesMasters/notesMaster1.xml" Id="R5cfd021e71af4df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3c63ba79e344803" /><Relationship Type="http://schemas.openxmlformats.org/officeDocument/2006/relationships/notesMaster" Target="/ppt/notesMasters/notesMaster1.xml" Id="R0249542e5acf4b1a"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43d18decdf3a4478" /><Relationship Type="http://schemas.openxmlformats.org/officeDocument/2006/relationships/notesMaster" Target="/ppt/notesMasters/notesMaster1.xml" Id="R4410333d9ff04336"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a68a1f35f1f448c" /><Relationship Type="http://schemas.openxmlformats.org/officeDocument/2006/relationships/notesMaster" Target="/ppt/notesMasters/notesMaster1.xml" Id="R5985b4fc23844cdf"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10adc42332be4ee8" /><Relationship Type="http://schemas.openxmlformats.org/officeDocument/2006/relationships/notesMaster" Target="/ppt/notesMasters/notesMaster1.xml" Id="R42f8e3eb4816433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fdb9597618a4d50" /><Relationship Type="http://schemas.openxmlformats.org/officeDocument/2006/relationships/notesMaster" Target="/ppt/notesMasters/notesMaster1.xml" Id="Rceffad3ac8224f59"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72320a270dc04688" /><Relationship Type="http://schemas.openxmlformats.org/officeDocument/2006/relationships/notesMaster" Target="/ppt/notesMasters/notesMaster1.xml" Id="Rdef60bdb7b18410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b34b733bcee41cc" /><Relationship Type="http://schemas.openxmlformats.org/officeDocument/2006/relationships/notesMaster" Target="/ppt/notesMasters/notesMaster1.xml" Id="Rd7bdd269940d4662"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b8cc26e542ce4225" /><Relationship Type="http://schemas.openxmlformats.org/officeDocument/2006/relationships/notesMaster" Target="/ppt/notesMasters/notesMaster1.xml" Id="Rad98e2287d5341e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cad432f5a7d849b6" /><Relationship Type="http://schemas.openxmlformats.org/officeDocument/2006/relationships/notesMaster" Target="/ppt/notesMasters/notesMaster1.xml" Id="R71e81dfb4e2d4399"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7330eae2e3054f40" /><Relationship Type="http://schemas.openxmlformats.org/officeDocument/2006/relationships/notesMaster" Target="/ppt/notesMasters/notesMaster1.xml" Id="Re44280cda2f948d2"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c861eb3c1b147e8" /><Relationship Type="http://schemas.openxmlformats.org/officeDocument/2006/relationships/notesMaster" Target="/ppt/notesMasters/notesMaster1.xml" Id="Ra480f7dff8a54807"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653fda81557400d" /><Relationship Type="http://schemas.openxmlformats.org/officeDocument/2006/relationships/notesMaster" Target="/ppt/notesMasters/notesMaster1.xml" Id="Rc4443f030bb647ba"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06fa52da67e64a7a" /><Relationship Type="http://schemas.openxmlformats.org/officeDocument/2006/relationships/notesMaster" Target="/ppt/notesMasters/notesMaster1.xml" Id="R0ee1baa9f69c443b"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6d8a2f7c300a4d91" /><Relationship Type="http://schemas.openxmlformats.org/officeDocument/2006/relationships/notesMaster" Target="/ppt/notesMasters/notesMaster1.xml" Id="Rb71a8bfde5e04d80"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e24b9eef243841cd" /><Relationship Type="http://schemas.openxmlformats.org/officeDocument/2006/relationships/notesMaster" Target="/ppt/notesMasters/notesMaster1.xml" Id="R14e97fcc2dba4963"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c38b4a3fd9e04fcd" /><Relationship Type="http://schemas.openxmlformats.org/officeDocument/2006/relationships/notesMaster" Target="/ppt/notesMasters/notesMaster1.xml" Id="R567497ec0e234030"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58d1b89288aa45e9" /><Relationship Type="http://schemas.openxmlformats.org/officeDocument/2006/relationships/notesMaster" Target="/ppt/notesMasters/notesMaster1.xml" Id="Rf59de3eff4114c30"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41aabd89e6134eae" /><Relationship Type="http://schemas.openxmlformats.org/officeDocument/2006/relationships/notesMaster" Target="/ppt/notesMasters/notesMaster1.xml" Id="Rbe9bbbb49c7940bc"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b107cba8289941be" /><Relationship Type="http://schemas.openxmlformats.org/officeDocument/2006/relationships/notesMaster" Target="/ppt/notesMasters/notesMaster1.xml" Id="Ra7788a53c3204781"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f3416a57a491418f" /><Relationship Type="http://schemas.openxmlformats.org/officeDocument/2006/relationships/notesMaster" Target="/ppt/notesMasters/notesMaster1.xml" Id="R85ee27b1dca648a9"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af8289d0fc9f4eb0" /><Relationship Type="http://schemas.openxmlformats.org/officeDocument/2006/relationships/notesMaster" Target="/ppt/notesMasters/notesMaster1.xml" Id="R4843b81dd88c41a1"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3408d6e4f5d04250" /><Relationship Type="http://schemas.openxmlformats.org/officeDocument/2006/relationships/notesMaster" Target="/ppt/notesMasters/notesMaster1.xml" Id="R1bd67663660e421b"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e4fa37e3584445e6" /><Relationship Type="http://schemas.openxmlformats.org/officeDocument/2006/relationships/notesMaster" Target="/ppt/notesMasters/notesMaster1.xml" Id="R11ee04922cfd4416"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f14e1344db3141e8" /><Relationship Type="http://schemas.openxmlformats.org/officeDocument/2006/relationships/notesMaster" Target="/ppt/notesMasters/notesMaster1.xml" Id="R935a473ea2e44ff0"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211ff328700e4371" /><Relationship Type="http://schemas.openxmlformats.org/officeDocument/2006/relationships/notesMaster" Target="/ppt/notesMasters/notesMaster1.xml" Id="R6728120310644ed8"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3bc1c1442e224351" /><Relationship Type="http://schemas.openxmlformats.org/officeDocument/2006/relationships/notesMaster" Target="/ppt/notesMasters/notesMaster1.xml" Id="R6769237ea87e482e"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b4ee13e76b794678" /><Relationship Type="http://schemas.openxmlformats.org/officeDocument/2006/relationships/notesMaster" Target="/ppt/notesMasters/notesMaster1.xml" Id="R73e4ce0e91b04c8c"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ab1907000e684d64" /><Relationship Type="http://schemas.openxmlformats.org/officeDocument/2006/relationships/notesMaster" Target="/ppt/notesMasters/notesMaster1.xml" Id="R58f08316ff804f4b"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2611126cf6c34c84" /><Relationship Type="http://schemas.openxmlformats.org/officeDocument/2006/relationships/notesMaster" Target="/ppt/notesMasters/notesMaster1.xml" Id="R25a440cb3781434f"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c601c7ba6f704fd1" /><Relationship Type="http://schemas.openxmlformats.org/officeDocument/2006/relationships/notesMaster" Target="/ppt/notesMasters/notesMaster1.xml" Id="R2cb1e6d64be44514"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d0f8a4fb8d0c4f5d" /><Relationship Type="http://schemas.openxmlformats.org/officeDocument/2006/relationships/notesMaster" Target="/ppt/notesMasters/notesMaster1.xml" Id="R3f17950d2fc94df1"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1f6c66a9d4f24c42" /><Relationship Type="http://schemas.openxmlformats.org/officeDocument/2006/relationships/notesMaster" Target="/ppt/notesMasters/notesMaster1.xml" Id="R46f9a769777e492e"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6dc9190c45134960" /><Relationship Type="http://schemas.openxmlformats.org/officeDocument/2006/relationships/notesMaster" Target="/ppt/notesMasters/notesMaster1.xml" Id="R48dac3034a744b39"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e414ea4f65f34f92" /><Relationship Type="http://schemas.openxmlformats.org/officeDocument/2006/relationships/notesMaster" Target="/ppt/notesMasters/notesMaster1.xml" Id="Rf71a6a3357224fdc"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fd87ba52116c4c21" /><Relationship Type="http://schemas.openxmlformats.org/officeDocument/2006/relationships/notesMaster" Target="/ppt/notesMasters/notesMaster1.xml" Id="R3aac2c7c824242fa"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8aa47cf3148348d3" /><Relationship Type="http://schemas.openxmlformats.org/officeDocument/2006/relationships/notesMaster" Target="/ppt/notesMasters/notesMaster1.xml" Id="R21b1473ab1694f55"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399b1bbb99ce4aa0" /><Relationship Type="http://schemas.openxmlformats.org/officeDocument/2006/relationships/notesMaster" Target="/ppt/notesMasters/notesMaster1.xml" Id="R4319d54a5b3e4be7"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d848d8b655dd461b" /><Relationship Type="http://schemas.openxmlformats.org/officeDocument/2006/relationships/notesMaster" Target="/ppt/notesMasters/notesMaster1.xml" Id="R212bf803b10040ad"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34f0ba63b2944717" /><Relationship Type="http://schemas.openxmlformats.org/officeDocument/2006/relationships/notesMaster" Target="/ppt/notesMasters/notesMaster1.xml" Id="Rfe4bd84fe99d4a8f"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a14d085f0c4c445e" /><Relationship Type="http://schemas.openxmlformats.org/officeDocument/2006/relationships/notesMaster" Target="/ppt/notesMasters/notesMaster1.xml" Id="R2f9cb1b42a8f43bb"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26b917ea11314e73" /><Relationship Type="http://schemas.openxmlformats.org/officeDocument/2006/relationships/notesMaster" Target="/ppt/notesMasters/notesMaster1.xml" Id="Rfb705b45950b4513"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6b150c420a384fe1" /><Relationship Type="http://schemas.openxmlformats.org/officeDocument/2006/relationships/notesMaster" Target="/ppt/notesMasters/notesMaster1.xml" Id="R09f5200bf0554a07"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59965c9b944048af" /><Relationship Type="http://schemas.openxmlformats.org/officeDocument/2006/relationships/notesMaster" Target="/ppt/notesMasters/notesMaster1.xml" Id="R6d595fe9e73645d0"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88c5a9951b9344ec" /><Relationship Type="http://schemas.openxmlformats.org/officeDocument/2006/relationships/notesMaster" Target="/ppt/notesMasters/notesMaster1.xml" Id="R54815184cd924f8c"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716b4ff94ad94291" /><Relationship Type="http://schemas.openxmlformats.org/officeDocument/2006/relationships/notesMaster" Target="/ppt/notesMasters/notesMaster1.xml" Id="R877238bc67c34c74"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a538926dd22a4d94" /><Relationship Type="http://schemas.openxmlformats.org/officeDocument/2006/relationships/notesMaster" Target="/ppt/notesMasters/notesMaster1.xml" Id="Rb441b419ce454586"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4fff8eed4dcf4b36" /><Relationship Type="http://schemas.openxmlformats.org/officeDocument/2006/relationships/notesMaster" Target="/ppt/notesMasters/notesMaster1.xml" Id="R9c6f3348b8a94b41"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bbe9ce4f5aa94fdb" /><Relationship Type="http://schemas.openxmlformats.org/officeDocument/2006/relationships/notesMaster" Target="/ppt/notesMasters/notesMaster1.xml" Id="R12eb527957ff4eae"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75e172cada5c4e80" /><Relationship Type="http://schemas.openxmlformats.org/officeDocument/2006/relationships/notesMaster" Target="/ppt/notesMasters/notesMaster1.xml" Id="R4b8672ed177e4227"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dd703739688e4c9b" /><Relationship Type="http://schemas.openxmlformats.org/officeDocument/2006/relationships/notesMaster" Target="/ppt/notesMasters/notesMaster1.xml" Id="Rb05109a5c5a34c7d"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caa70a8b56464828" /><Relationship Type="http://schemas.openxmlformats.org/officeDocument/2006/relationships/notesMaster" Target="/ppt/notesMasters/notesMaster1.xml" Id="Rcb05968ab1234d1f"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59514e6f8c9a4cb1" /><Relationship Type="http://schemas.openxmlformats.org/officeDocument/2006/relationships/notesMaster" Target="/ppt/notesMasters/notesMaster1.xml" Id="R0e69174b126c4241"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a99a5054b7c3468a" /><Relationship Type="http://schemas.openxmlformats.org/officeDocument/2006/relationships/notesMaster" Target="/ppt/notesMasters/notesMaster1.xml" Id="Rfa9d444018024f36"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afa5bc05e26d4ace" /><Relationship Type="http://schemas.openxmlformats.org/officeDocument/2006/relationships/notesMaster" Target="/ppt/notesMasters/notesMaster1.xml" Id="R41df418906ab442d"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6be65cca90a94ceb" /><Relationship Type="http://schemas.openxmlformats.org/officeDocument/2006/relationships/notesMaster" Target="/ppt/notesMasters/notesMaster1.xml" Id="R1fbf0d52fb83482b"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f6f44b4734934b00" /><Relationship Type="http://schemas.openxmlformats.org/officeDocument/2006/relationships/notesMaster" Target="/ppt/notesMasters/notesMaster1.xml" Id="Re064f0ae0d67404d"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1ca9a512dda84506" /><Relationship Type="http://schemas.openxmlformats.org/officeDocument/2006/relationships/notesMaster" Target="/ppt/notesMasters/notesMaster1.xml" Id="R2a0ef108f7ab42c8"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e071979029424038" /><Relationship Type="http://schemas.openxmlformats.org/officeDocument/2006/relationships/notesMaster" Target="/ppt/notesMasters/notesMaster1.xml" Id="R7a3806095a9f449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많이 담아도 같은 근거를 똑같이 쓰는가?</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S40으로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S39; production/preview/act2/S39.png.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AI가 필요한 코드를 찾았다는 것을 무엇으로 확인할까?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S39에서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S41의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S41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S40; production/preview/act2/S40.png.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S41; production/preview/act2/S41.png.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밝기 통계 계산의 성능 개선 후보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S58은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S57에는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S58의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S57, production/preview/act3/S57.png 및 production/preview/full/S57.png.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변경의 시간·메모리·동작 확인</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S57에서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S58, production/preview/act3/S58.png 및 production/preview/full/S58.png.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한 Agent 조사와 Subagent 역할 분리</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S58의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S60에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작업을 나누지 않은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“S59의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S59에서는 성능·빌드·테스트 조사가 서로 기다리지 않아도 된다고 가정했다. 이제 S57/S58의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S57에서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S58에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S59의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S59의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Lecture1분(S59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S61로 이동한다.</a:t>
            </a:r>
          </a:p>
          <a:p xmlns:a="http://schemas.openxmlformats.org/drawingml/2006/main">
            <a:r>
              <a:t/>
            </a:r>
          </a:p>
          <a:p xmlns:a="http://schemas.openxmlformats.org/drawingml/2006/main">
            <a:r>
              <a:t>Fallback: LOCAL STATIC ARTIFACT — production/ACT_3.pptx의 S60, production/preview/act3/S60.png 및 production/preview/full/S60.png.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이번 Context와 다시 쓸 지식</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S60에서는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S62에서는 실제 Demo 지식이 이미 어디에 있었는지와 별도 후보 유무를 확인한다.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S62에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S60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S62로 이동한다.</a:t>
            </a:r>
          </a:p>
          <a:p xmlns:a="http://schemas.openxmlformats.org/drawingml/2006/main">
            <a:r>
              <a:t/>
            </a:r>
          </a:p>
          <a:p xmlns:a="http://schemas.openxmlformats.org/drawingml/2006/main">
            <a:r>
              <a:t>Fallback: LOCAL STATIC ARTIFACT — production/ACT_3.pptx의 S61, production/preview/act3/S61.png 및 production/preview/full/S61.png.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실제 Demo 지식의 원래 출처</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“S61의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S61의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작업에 쓰인 구성의 역할</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“S62에서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S62의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S54/S55에서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S58처럼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S62의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S64에서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S54–S58의 지침·수치 설명을 반복하지 않는다. 실제3분 리허설은 UNVERIFIED다.</a:t>
            </a:r>
          </a:p>
          <a:p xmlns:a="http://schemas.openxmlformats.org/drawingml/2006/main">
            <a:r>
              <a:t/>
            </a:r>
          </a:p>
          <a:p xmlns:a="http://schemas.openxmlformats.org/drawingml/2006/main">
            <a:r>
              <a:t>Fallback: LOCAL STATIC ARTIFACT — production/ACT_3.pptx의 S63, production/preview/act3/S63.png 및 production/preview/full/S63.png.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함께 작동하는 작업 환경, Harness</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“S63의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Lecture) S63의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‘Repository 밖에서 적용되는 조건도 있지 않을까요?’로 S65를 연다. 제품이나 새 명령을 실행하지 않는다.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S63의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S66에서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S63/STATE-04-PERF의 AGENTS.md·docs·Skill·tests·benchmark와 기록된 입력/실행 조건을 같은 도식에 대응하는 CAPTURED 정적 요약이다. 실제 실행 캡처가 아니며 제품·Agent·benchmark·Demo repository를 실행하거나 새 Trial을 만들지 않는다. S63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실제 구성 회수0.5, 실행 환경1, 사람의 검토1, 전체 운영 모델·범위1.5. Demo2분: 실제 자료/기록 대응1.5, 저장소 밖 조건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S64, production/preview/act3/S64.png 및 production/preview/full/S64.png.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저장소여도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저장소여도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“S64의 실행 환경은 같은 Repository 파일만으로 모두 정해질까요?”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S64의 실행 조건을 회수한다. 위 도식에서 같은 Repository의 코드·AGENTS.md·문서와 외부의 전역 지침/Skills·모델/설정·권한이 한 실행에 적용되는 관계를 짚는다. 점선의 ‘적용 확인’은 실제 세션에서 무엇이 적용됐는지 확인하라는 뜻이다. 조건 두 개를 비교 실행한 실험이나 과거 Trial의 정확한 파일 트리가 아니다.</a:t>
            </a:r>
          </a:p>
          <a:p xmlns:a="http://schemas.openxmlformats.org/drawingml/2006/main">
            <a:r>
              <a:t>2. (1:00–2:00 / Lecture) TRIAL-006에 전역 Skills4개 포함과 시작 경고가 보존됐다는 관찰만 짧게 회수한다. 경고가 실제 Hook/MCP 실행이나 작업 기여를 증명하지 않으며 전체 설정·권한의 감사도 아니다. 결과를 Prompt만의 효과로 분리할 수 없었다는 한계를 남긴다. 이 관찰로 평가·보고를 어떻게 바꿨는지는 ACT4 S80–S84의 다른 질문으로 남긴다.</a:t>
            </a:r>
          </a:p>
          <a:p xmlns:a="http://schemas.openxmlformats.org/drawingml/2006/main">
            <a:r>
              <a:t>3. (2:00–3:00 / Lecture) 이번 장의 실무 판단은 결과와 함께 실제 적용 지침·입력·설정/권한·실행 조건을 남기자는 것이다. 구체 명령이나 새 환경 설정을 지정하지 않는다. OS/runtime도 기록할 조건이며 각 조건의 독립적 효과는 미입증이다. S66에서 같은 확인 기준을 C++ 검사 업무로 옮긴다.</a:t>
            </a:r>
          </a:p>
          <a:p xmlns:a="http://schemas.openxmlformats.org/drawingml/2006/main">
            <a:r>
              <a:t/>
            </a:r>
          </a:p>
          <a:p xmlns:a="http://schemas.openxmlformats.org/drawingml/2006/main">
            <a:r>
              <a:t>Evidence / Source: plan/DEMO_MATRIX.md의 STEP07 DEMO ENVIRONMENT AUDIT AND DECISION UPDATE / TRIAL-006 Impact 및 Global Harness Inventory, Meta Claim Status Table; plan/CLAIM_FREEZE.md의 TRIAL-006→DEC-0016→TRIAL-007/008 경계; DEC-0016/0021/0062/0077; BEAT-033/036; DEMO-04B. OBSERVED_META / TEACHING_MODEL. 과거 Codex CLI0.154.0 기록이며 현재 호스트 설정을 다시 감사한 것이 아니다. 메인 관찰 줄은 TRIAL-006으로 한정하고 후속007/008 기록은 기존 불일치·부분 범위를 보존한다.; DEC-0080.</a:t>
            </a:r>
          </a:p>
          <a:p xmlns:a="http://schemas.openxmlformats.org/drawingml/2006/main">
            <a:r>
              <a:t/>
            </a:r>
          </a:p>
          <a:p xmlns:a="http://schemas.openxmlformats.org/drawingml/2006/main">
            <a:r>
              <a:t>Claim Boundary: OBSERVED_META / TEACHING_MODEL — 상단은 실행 조건의 관계도, 아래는 보존된 실제 관찰 요약과 해석의 한계다. 동일 저장소의 통제된 두 환경 비교나 인과 실험이 아니다. 전역 지침 파일의 존재·문서화된 발견 규칙과 완전한 주입 원문의 직접 관찰을 구분한다. Hook 경고는 Hook 실행·소스 변경의 증거가 아니며 MCP 시작 오류는 MCP task call/result 사용의 증거가 아니다. TRIAL-007의 보고/stderr 불일치를 해결한 것으로 표현하지 않는다. 전체 환경 inventory·개별 설정/권한의 인과효과·Prompt/Skill 우월성·현재 제품/계정 지원을 확정하지 않는다. 실제 Product State·측정 결과·Demo 역할은 유지한다.</a:t>
            </a:r>
          </a:p>
          <a:p xmlns:a="http://schemas.openxmlformats.org/drawingml/2006/main">
            <a:r>
              <a:t/>
            </a:r>
          </a:p>
          <a:p xmlns:a="http://schemas.openxmlformats.org/drawingml/2006/main">
            <a:r>
              <a:t>Beginner Explanation: 저장소 안의 코드와 프로젝트 안내가 같아도, Agent가 시작할 때 적용된 개인 지침·설정과 허용 범위는 함께 확인해야 한다. 시작 중 경고를 봤다는 사실만으로 그 도구가 일을 했거나 답을 바꿨다고 판단할 수는 없다.</a:t>
            </a:r>
          </a:p>
          <a:p xmlns:a="http://schemas.openxmlformats.org/drawingml/2006/main">
            <a:r>
              <a:t/>
            </a:r>
          </a:p>
          <a:p xmlns:a="http://schemas.openxmlformats.org/drawingml/2006/main">
            <a:r>
              <a:t>Advanced Insight: 적용 지침·모델/설정·권한·OS/runtime을 결과와 함께 기록하고 존재/로딩/실행/결과 기여를 구분한다. TRIAL-006의 bounded correctness·benchmark 관찰은 보존하면서 Prompt-only attribution을 PARTIAL로 유지한다. 현재 설정 파일을 과거 세션의 완전한 snapshot으로 소급하지 않는다. 전역 영향을 알아냈다는 사실만으로 전체 환경을 포착하거나 Trial 품질이 향상됐다고 주장하지 않는다. 세부 보존 범위: TRIAL-006은 전역 Skills4개 포함, Hook 구성 경고, MCP 연결/인증 시작 문제가 있었으나 Hook 실행·소스 변경이나 MCP 작업 결과 기여는 입증하지 않는다. 전역 지침 주입 원문 전체는 별도 보존되지 않았다. TRIAL-007 보고/stderr 불일치와 TRIAL-008의 부분적 영향 기록은 S80–S84에서 다룬다.</a:t>
            </a:r>
          </a:p>
          <a:p xmlns:a="http://schemas.openxmlformats.org/drawingml/2006/main">
            <a:r>
              <a:t/>
            </a:r>
          </a:p>
          <a:p xmlns:a="http://schemas.openxmlformats.org/drawingml/2006/main">
            <a:r>
              <a:t>C++ Vision Bridge: 같은 C++ Repository라도 Toolchain, 권한, runtime 조건이 다를 수 있다는 정도로만 잇는다. 구체적 빌드·검증 도구 선택과 명세 전이는 S66에서 회수한다.</a:t>
            </a:r>
          </a:p>
          <a:p xmlns:a="http://schemas.openxmlformats.org/drawingml/2006/main">
            <a:r>
              <a:t/>
            </a:r>
          </a:p>
          <a:p xmlns:a="http://schemas.openxmlformats.org/drawingml/2006/main">
            <a:r>
              <a:t>Demo Operation: Lecture3분의 정적 보조 도식 — Repository → Agent와 외부 조건 → 적용 확인의 선을 읽고, 아래 실제 관찰 → 해석의 한계로 이동한다. Meta 이중선 프레임을 유지한다. DEMO-04B의 ACT4 상세 Timeline·보고 불일치를 여기서 재강의하거나 추가 Demo 시간으로 계산하지 않는다. 제품·Agent·Demo repository를 실행하지 않으며 현재 설정/권한을 변경하거나 새 Trial을 만들지 않는다.</a:t>
            </a:r>
          </a:p>
          <a:p xmlns:a="http://schemas.openxmlformats.org/drawingml/2006/main">
            <a:r>
              <a:t/>
            </a:r>
          </a:p>
          <a:p xmlns:a="http://schemas.openxmlformats.org/drawingml/2006/main">
            <a:r>
              <a:t>Audience Interaction: ‘코드가 같다는 사실만으로, 같은 조건에서 실행했다고 말할 수 있을까요?’를 잠시 생각하게 한 뒤 외부 조건의 적용 기록으로 회수한다. 필수 실습·공개 답변·별도 Q&amp;A 시간은 추가하지 않는다.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Repository/외부 조건 관계1, 보존 관찰과 인과 한계1, 기록할 조건과 C++ 전이1. Hook/MCP 정의·오류 목록·후속 Trial 연혁은 여기서 열지 않는다. 실제 리허설은 UNVERIFIED다.</a:t>
            </a:r>
          </a:p>
          <a:p xmlns:a="http://schemas.openxmlformats.org/drawingml/2006/main">
            <a:r>
              <a:t/>
            </a:r>
          </a:p>
          <a:p xmlns:a="http://schemas.openxmlformats.org/drawingml/2006/main">
            <a:r>
              <a:t>Fallback: LOCAL STATIC ARTIFACT — production/ACT_3.pptx의 S65, production/preview/act3/S65.png 및 production/preview/full/S65.png. 관계도·보존 기록 요약이며 raw 실행 캡처가 아니다. Lecture 보조 Preview로 기존32개 Demo fallback inventory에 추가하지 않는다. 파일 대조는 production/evaluation/S65_EXTERNAL_CONDITIONS_REVISION.md를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밝기 통계의 판단을 C++ 검사에 적용하기</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밝기 통계의 판단을 C++ 검사에 적용하기</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“S65에서 본 실행 조건까지 고려하면, 밝기 통계 Demo의 세 기준을 우리 C++ 검사 업무에 어떻게 적용할까요?”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S65의 ‘같은 코드여도 실행 조건을 확인한다’를 회수하고 우리 검사 업무로 전이한다. 위의 기존 삽화는 카메라·영상·처리·결과의 교육용 파이프라인이며 실제 회사 장비·C++ 구현 화면이 아니다. 아래 세 행은 이 파이프라인 전체에 적용할 기준이지 그림의 세 단계에 각각 하나씩 배당하는 순서가 아니다.</a:t>
            </a:r>
          </a:p>
          <a:p xmlns:a="http://schemas.openxmlformats.org/drawingml/2006/main">
            <a:r>
              <a:t>2. (0:45–1:45) 명세 행을 왼쪽에서 오른쪽으로 읽는다. 밝기 통계에서는 출력6항목의 동작을 보존했다. C++ 검사에서는 ROI 좌표 범위·픽셀값 범위·입출력 명세를 프로젝트 문서와 코드에서 확인하고 보존할 기준으로 정한다. 구체적 범위·임계값·알고리즘은 이 자료가 새로 확정하지 않는다.</a:t>
            </a:r>
          </a:p>
          <a:p xmlns:a="http://schemas.openxmlformats.org/drawingml/2006/main">
            <a:r>
              <a:t>3. (1:45–2:45) 수행 방법 행을 읽는다. 실제 Demo의 기준선 확보·해당 경로 조사·변경·같은 조건 비교를 검사 모듈에도 적용하는 패턴이다. 바꿀 경로와 가설을 먼저 확인하고 최소 변경 뒤 동작·회귀를 확인해 동일 조건에서 비교한다. 성능 Skill이 답을 주거나 Python 구현을 그대로 복사한다는 의미가 아니다.</a:t>
            </a:r>
          </a:p>
          <a:p xmlns:a="http://schemas.openxmlformats.org/drawingml/2006/main">
            <a:r>
              <a:t>4. (2:45–4:00) 검증 근거 행을 읽는다. Demo의 테스트와 기록된 실행시간·Python 할당 피크를 C++ 업무의 동작·회귀·통합 검사와 적합한 성능 측정 근거에 대응한다. 도구 이름이 아니라 무엇을 확인할지를 먼저 고른다. GoogleTest/CTest·통합 테스트·benchmark/profiler는 예시이며 실제 팀 표준을 확인해야 한다. Python tracemalloc 수치를 C++ 메모리/RSS 기준으로 옮기거나 같은 성능 개선을 보장하지 않는다.</a:t>
            </a:r>
          </a:p>
          <a:p xmlns:a="http://schemas.openxmlformats.org/drawingml/2006/main">
            <a:r>
              <a:t>5. (4:00–4:40) 마지막 입력·빌드·장비 조건을 짚는다. 비교할 입력, 빌드 모드/옵션, 실행 장비와 권한·runtime 같은 조건을 실제 프로젝트에서 확인·기록한다. Release build도 승인된 기존 예시일 뿐 어떤 명령·컴파일러·장비 구성을 여기서 지정하거나 검증한 것은 아니다. S65의 조건 확인을 C++ 작업에 연결한다.</a:t>
            </a:r>
          </a:p>
          <a:p xmlns:a="http://schemas.openxmlformats.org/drawingml/2006/main">
            <a:r>
              <a:t>6. (4:40–5:00) 세 기준을 옮기는 것이며 실제 C++ Trial이나 회사 성과가 아니라는 범위를 회수한다. 다음 S67에서는 이 중 자기 업무에서 먼저 정리할 반복 한 가지와 검토·갱신 책임을 고르게 한다.</a:t>
            </a:r>
          </a:p>
          <a:p xmlns:a="http://schemas.openxmlformats.org/drawingml/2006/main">
            <a:r>
              <a:t/>
            </a:r>
          </a:p>
          <a:p xmlns:a="http://schemas.openxmlformats.org/drawingml/2006/main">
            <a:r>
              <a:t>Evidence / Source: BEAT-036; CLM-0016/0017/0030; OQ-011; DEC-0062/0078; plan/DEMO_MATRIX.md의 TRIAL-008·STATE-04-PERF 실제 동작 보존·수행 절차·검증 기록; repository 성능 Skill. TEACHING_MODEL. 삽화 출처: prototype/image-illustration-pilot/assets/S53.png, built-in image_gen,2026-10-18; 프롬프트: prototype/image-illustration-pilot/PROMPTS.md. 승인된 이미지 bytes·crop(top0.08/bottom0.12)을 유지하고 화면 배치/크기만 조정한다. 실제 화면·현장 사진·C++ 관찰 자료가 아니다.</a:t>
            </a:r>
          </a:p>
          <a:p xmlns:a="http://schemas.openxmlformats.org/drawingml/2006/main">
            <a:r>
              <a:t/>
            </a:r>
          </a:p>
          <a:p xmlns:a="http://schemas.openxmlformats.org/drawingml/2006/main">
            <a:r>
              <a:t>Claim Boundary: TEACHING_MODEL — 왼쪽은 보존된 밝기 통계 Demo의 기준 요약, 오른쪽은 C++ 검사 업무에 대입할 교육용 질문과 적용 방향이다. 실제 C++ 구현·테스트 실행·회사 장비·성능 결과는 없다. ROI·픽셀 명세와 빌드·장비·도구 선택은 팀에서 확인하며 구체적 Windows/shell/IDE/hardware 지시를 추가하려면 별도 검증한다. 측정 수치·알고리즘·Skill 효과를 다른 언어/장비에 그대로 이전하지 않는다. 기존 이미지의 범위와 단독 Harness/Skill 인과효과 미입증 경계를 유지한다.</a:t>
            </a:r>
          </a:p>
          <a:p xmlns:a="http://schemas.openxmlformats.org/drawingml/2006/main">
            <a:r>
              <a:t/>
            </a:r>
          </a:p>
          <a:p xmlns:a="http://schemas.openxmlformats.org/drawingml/2006/main">
            <a:r>
              <a:t>Beginner Explanation: 먼저 무엇을 지킬지 정하고, 어떻게 조사·변경할지 정하며, 무엇을 확인해야 완료인지 정한다. Python 밝기 통계에서 사용한 이 세 기준을 C++ 검사 모듈의 명세·일하는 절차·확인 근거에 대입한다. 입력과 빌드·장비 조건도 함께 확인한다.</a:t>
            </a:r>
          </a:p>
          <a:p xmlns:a="http://schemas.openxmlformats.org/drawingml/2006/main">
            <a:r>
              <a:t/>
            </a:r>
          </a:p>
          <a:p xmlns:a="http://schemas.openxmlformats.org/drawingml/2006/main">
            <a:r>
              <a:t>Advanced Insight: Project Context→알고리즘/입출력 명세·빌드/하드웨어 가정, 반복 절차→대상 경로의 기준선/가설/변경/회귀/동일 조건 비교, unittest·benchmark script→팀의 적합한 동작/통합/성능 근거로 대응한다. 도구와 측정량은 실제 프로젝트에 맞춰 선택하고 동작 동등성·측정 조건·미확인 범위를 함께 검토한다. Python 할당 피크는 C++ 메모리 지표로 직접 이전할 근거가 아니다.</a:t>
            </a:r>
          </a:p>
          <a:p xmlns:a="http://schemas.openxmlformats.org/drawingml/2006/main">
            <a:r>
              <a:t/>
            </a:r>
          </a:p>
          <a:p xmlns:a="http://schemas.openxmlformats.org/drawingml/2006/main">
            <a:r>
              <a:t>C++ Vision Bridge: PRIMARY — 화면 전체가 세 기준의 C++ 적용이다. unittest→GoogleTest/CTest 또는 통합 검사, benchmark script→benchmark/profiler는 기존 예시이며 권장 도구를 새로 확정하지 않는다. 빌드 모드·장비 가정·ROI/픽셀 명세·회귀 기준과 팀 표준을 확인한다.</a:t>
            </a:r>
          </a:p>
          <a:p xmlns:a="http://schemas.openxmlformats.org/drawingml/2006/main">
            <a:r>
              <a:t/>
            </a:r>
          </a:p>
          <a:p xmlns:a="http://schemas.openxmlformats.org/drawingml/2006/main">
            <a:r>
              <a:t>Demo Operation: Lecture5분의 정적 전이 도식 — 기존 승인된 검사 파이프라인 삽화를 짚은 뒤 명세/수행 방법/검증 근거를 각 행의 Demo→C++ 순서로 대응한다. 마지막 실행 조건을 회수하고 S67로 이동한다. 실제 C++ 결과 화면처럼 말하지 않는다. 제품·Agent·Demo repository·컴파일러·테스트·benchmark를 실행하거나 새 Trial을 만들지 않는다. Demo 시간을 추가하지 않는다.</a:t>
            </a:r>
          </a:p>
          <a:p xmlns:a="http://schemas.openxmlformats.org/drawingml/2006/main">
            <a:r>
              <a:t/>
            </a:r>
          </a:p>
          <a:p xmlns:a="http://schemas.openxmlformats.org/drawingml/2006/main">
            <a:r>
              <a:t>Audience Interaction: ‘우리 검사 코드에서 출력6항목 보존에 해당하는 명세는 무엇일까요?’를 짧게 생각하게 하고 ROI·픽셀·입출력 조건의 실제 확인으로 회수한다. 정답이나 팀별 수치를 즉석에서 만들어 주지 않으며 필수 실습·공개 답변·별도 Q&amp;A 시간을 추가하지 않는다.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S65/삽화 연결0.75, 명세1, 수행 방법1, 검증 근거1.25, 실행 조건0.67, 적용 범위/전환0.33. 지연 시 도구 이름과 측정량 상세 설명을 줄이고 세 행의 대응·입력/빌드/장비 조건·교육용 범위는 유지한다.5분에 S67로 이동한다. 실제 리허설은 UNVERIFIED다.</a:t>
            </a:r>
          </a:p>
          <a:p xmlns:a="http://schemas.openxmlformats.org/drawingml/2006/main">
            <a:r>
              <a:t/>
            </a:r>
          </a:p>
          <a:p xmlns:a="http://schemas.openxmlformats.org/drawingml/2006/main">
            <a:r>
              <a:t>Fallback: LOCAL STATIC ARTIFACT — production/ACT_3.pptx의 S66, production/preview/act3/S66.png 및 production/preview/full/S66.png. 교육용 전이 도식·승인된 AI 삽화이며 실제 C++ 실행 캡처가 아니다. Lecture 보조 Preview로 기존32개 Demo fallback inventory에는 추가하지 않는다. 파일 대조는 production/evaluation/S66_CPP_TRANSFER_REVISION.md를 따른다. 실제 발표 PC 재생은 UNVERIFIED다.</a:t>
            </a:r>
          </a:p>
          <a:p xmlns:a="http://schemas.openxmlformats.org/drawingml/2006/main">
            <a:r>
              <a:t/>
            </a:r>
          </a:p>
          <a:p xmlns:a="http://schemas.openxmlformats.org/drawingml/2006/main">
            <a:r>
              <a:t>Validation Status: ALIGNED — DEC-0078의19필드·Lecture5분·TEACHING_MODEL·기존 이미지와 실제/교육용 적용 경계를 정렬했다. 최종 패키지/PNG/내장 Notes 대조는 production/evaluation/S66_CPP_TRANSFER_REVISION.md에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업무에서 먼저 정리할 한 가지</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업무에서 먼저 정리할 한 가지</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“S66의 기준을 우리 업무에 대입하면, 어떤 반복 한 가지를 먼저 정리하고 어디에 두며 누가 유지하면 좋을까요?”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Reflection, R1) S66에서 명세·수행 방법·검증 근거를 C++ 검사 업무에 대입했다. 이제 자기 업무에서 반복되는 정보·절차·검증 근거를 떠올리게 한다. 화면의 세 후보는 같은 비중이며 특정 유형을 정답으로 고르지 않는다. 필기·파일 작성·저장소 수정·발표는 요구하지 않는다.</a:t>
            </a:r>
          </a:p>
          <a:p xmlns:a="http://schemas.openxmlformats.org/drawingml/2006/main">
            <a:r>
              <a:t>2. (0:30–1:30 / Reflection, R1) ‘하나만 선택’을 짚고 현재 반복 비용이나 혼란이 큰 한 가지를 조용히 고르게 한다. 세 후보가 모이는 선은 선택지를 뜻하며 세 종류를 전부 합치거나 새 시스템을 만들라는 뜻이 아니다. 아직 고르지 못해도 강제로 답을 정하지 않는다.</a:t>
            </a:r>
          </a:p>
          <a:p xmlns:a="http://schemas.openxmlformats.org/drawingml/2006/main">
            <a:r>
              <a:t>3. (1:30–2:15 / Reflection, R1) ‘어디에 둘까?’를 짚는다. 이미 관리되는 원래 출처와 팀의 흐름을 먼저 확인한다. 프로젝트 문서·재사용 수행 방법·날짜가 있는 검증 기록은 위치를 생각할 예시이며 정보 종류와 특정 파일을 배타적으로 고정하지 않는다. 이 시간에 새 문서·Skill·Memory를 만들지 않는다.</a:t>
            </a:r>
          </a:p>
          <a:p xmlns:a="http://schemas.openxmlformats.org/drawingml/2006/main">
            <a:r>
              <a:t>4. (2:15–3:00 / Reflection, R1) ‘누가 검토·갱신할까?’를 짚고 역할 또는 사람을 생각하게 한다. 검토자와 갱신 담당은 같은 사람일 수도 있다. 결정할 수 없으면 미확정으로 남기며 청중의 팀 역할을 대신 배정하지 않는다.</a:t>
            </a:r>
          </a:p>
          <a:p xmlns:a="http://schemas.openxmlformats.org/drawingml/2006/main">
            <a:r>
              <a:t>5. (3:00–8:00 / Q&amp;A, R2) 공유는 선택이며 질문을 받는다. 답변은 선택한 반복·둘 위치·검토/갱신 책임으로 회수한다. 기능 개수를 늘리는 방향이나 특정 도구를 정답으로 유도하지 않는다. 질문이 없으면 ‘이미 관리되는 출처가 있나요?’, ‘기준이나 측정 조건이 바뀌면 누가 확인하나요?’로 대화를 열거나 조용히 생각할 시간을 준다.8분에 답변을 마치고 초과 질문은 후속 확인으로 남긴다.</a:t>
            </a:r>
          </a:p>
          <a:p xmlns:a="http://schemas.openxmlformats.org/drawingml/2006/main">
            <a:r>
              <a:t>6. (8:00–10:00 / Transition, R3) ‘위치와 담당을 생각했다면, 다시 확인할 때는?’을 짚는다. 선택한 자료가 다음 작업에도 쓰이는 동안 어떤 기준 변화가 검토를 요구할지 떠올리게 한다. 실제 담당을 정했다고 취급하지 않는다. 실제 STATE-04-PERF 성공은 S68에서 짧게 보존하고, 그다음 별도 가상 사례에서 유지 문제를 살펴본다. 성공을 다시 자세히 설명하거나 가상 변화의 결과를 먼저 말하지 않는다.</a:t>
            </a:r>
          </a:p>
          <a:p xmlns:a="http://schemas.openxmlformats.org/drawingml/2006/main">
            <a:r>
              <a:t/>
            </a:r>
          </a:p>
          <a:p xmlns:a="http://schemas.openxmlformats.org/drawingml/2006/main">
            <a:r>
              <a:t>Evidence / Source: STATE-04-PERF의 보존된 성공; DEC-0018/0021/0062/0079; BEAT-035–038; INV-VERIFY-001; INV-DELIVERY-001. TEACHING_MODEL / 개인 성찰 운영 질문이다. 실제 청중 답변·팀별 운영 결정·추가 기능의 효과를 수집하거나 관찰한 결과가 아니다.; DEC-0080.</a:t>
            </a:r>
          </a:p>
          <a:p xmlns:a="http://schemas.openxmlformats.org/drawingml/2006/main">
            <a:r>
              <a:t/>
            </a:r>
          </a:p>
          <a:p xmlns:a="http://schemas.openxmlformats.org/drawingml/2006/main">
            <a:r>
              <a:t>Claim Boundary: TEACHING_MODEL — 반복 한 가지와 위치·유지 책임을 생각하는 질문이다. 필수 실습·공개 답변·저장소 변경이 아니며 정답이나 팀별 선택을 만들어 주지 않는다. 새 문서·Skill·Subagent·Memory 추가를 전제하지 않는다. 보존된 실제 성공을 실패한 Harness로 재해석하거나 다음 ACT의 개념적 변화를 실제 Product failure로 말하지 않는다. R1/R2/R3는 정적 화면에서 발표자가 초점을 옮기는 운영 구분이며 Native animation·실제 리허설 검증이 아니다.</a:t>
            </a:r>
          </a:p>
          <a:p xmlns:a="http://schemas.openxmlformats.org/drawingml/2006/main">
            <a:r>
              <a:t/>
            </a:r>
          </a:p>
          <a:p xmlns:a="http://schemas.openxmlformats.org/drawingml/2006/main">
            <a:r>
              <a:t>Beginner Explanation: 매번 다시 찾는 정보, 다시 설명하는 순서, 완료를 확인할 근거 중 하나를 고른다. 그것을 어디에서 관리하고 누가 확인·수정할지 생각한다. 지금 직접 만들거나 발표할 필요는 없다.</a:t>
            </a:r>
          </a:p>
          <a:p xmlns:a="http://schemas.openxmlformats.org/drawingml/2006/main">
            <a:r>
              <a:t/>
            </a:r>
          </a:p>
          <a:p xmlns:a="http://schemas.openxmlformats.org/drawingml/2006/main">
            <a:r>
              <a:t>Advanced Insight: 새 구조를 추가하기 전에 원래 출처·재사용 비용·검증 요구를 확인하고 위치와 유지 책임을 함께 본다. 담당은 역할로 생각해도 되며 검토와 갱신을 반드시 다른 사람에게 배정할 필요는 없다. 기능 수를 늘리는 답으로 유도하지 않고 프로젝트 변경 시 가정·내용의 재확인 필요만 연다.</a:t>
            </a:r>
          </a:p>
          <a:p xmlns:a="http://schemas.openxmlformats.org/drawingml/2006/main">
            <a:r>
              <a:t/>
            </a:r>
          </a:p>
          <a:p xmlns:a="http://schemas.openxmlformats.org/drawingml/2006/main">
            <a:r>
              <a:t>C++ Vision Bridge: S66의 프로젝트별 명세·수행 방법·완료 근거를 청중 자신의 업무로 가져오는 contextual cue다. 별도 C++ 삽화나 도구 목록·구현 지시를 추가하지 않는다.</a:t>
            </a:r>
          </a:p>
          <a:p xmlns:a="http://schemas.openxmlformats.org/drawingml/2006/main">
            <a:r>
              <a:t/>
            </a:r>
          </a:p>
          <a:p xmlns:a="http://schemas.openxmlformats.org/drawingml/2006/main">
            <a:r>
              <a:t>Demo Operation: 정적 성찰 화면이다. R1은 세 후보→하나 선택→위치/담당 질문, R2는 선택적 Q&amp;A, R3는 다시 확인할 시점으로 초점을 옮긴다. 정적 화면 전체가 보이며 Native animation·제품 실행·새 Trial은 없다. 실제 성공과 별도 가상 사례의 경계는 유지한다.</a:t>
            </a:r>
          </a:p>
          <a:p xmlns:a="http://schemas.openxmlformats.org/drawingml/2006/main">
            <a:r>
              <a:t/>
            </a:r>
          </a:p>
          <a:p xmlns:a="http://schemas.openxmlformats.org/drawingml/2006/main">
            <a:r>
              <a:t>Audience Interaction: Reflection3분은 개인적으로 생각하고 공유는 선택이다. Q&amp;A5분에는 질문이 없을 때 ‘선택한 한 가지는 이미 어디에 있나요?’, ‘누가 검토하고 어떤 변화가 생기면 갱신하나요?’를 예비 질문으로 쓴다. 답이 없거나 담당이 미정이어도 미확정으로 두며 실습·즉석 산출물을 요구하지 않는다.8분에 cutoff하고 마지막2분을 전환으로 보호한다.</a:t>
            </a:r>
          </a:p>
          <a:p xmlns:a="http://schemas.openxmlformats.org/drawingml/2006/main">
            <a:r>
              <a:t/>
            </a:r>
          </a:p>
          <a:p xmlns:a="http://schemas.openxmlformats.org/drawingml/2006/main">
            <a:r>
              <a:t>Transition: “남길 위치와 검토·갱신 역할을 생각해 봤습니다. 이제 확인한 성공을 기준점으로 두고, 그 방법을 계속 맞게 유지하는 문제로 넘어가겠습니다.”</a:t>
            </a:r>
          </a:p>
          <a:p xmlns:a="http://schemas.openxmlformats.org/drawingml/2006/main">
            <a:r>
              <a:t/>
            </a:r>
          </a:p>
          <a:p xmlns:a="http://schemas.openxmlformats.org/drawingml/2006/main">
            <a:r>
              <a:t>Time Management: Reflection3분(연결0.5, 하나 선택1, 위치0.75, 검토/갱신0.75) → Q&amp;A5분 → Transition2분.8분에 Q&amp;A를 마치고10분에 S68로 이동한다. 지연 시 예시와 도구 설명을 줄이며 선택·위치·책임 및 실제 성공/가상 변화 경계는 유지한다. 실제10분 리허설은 UNVERIFIED다.</a:t>
            </a:r>
          </a:p>
          <a:p xmlns:a="http://schemas.openxmlformats.org/drawingml/2006/main">
            <a:r>
              <a:t/>
            </a:r>
          </a:p>
          <a:p xmlns:a="http://schemas.openxmlformats.org/drawingml/2006/main">
            <a:r>
              <a:t>Fallback: LOCAL STATIC ARTIFACT — production/ACT_3.pptx의 S67, production/preview/act3/S67.png 및 production/preview/full/S67.png. 정적 성찰/대화 화면이며 실제 청중 답변·제품 실행 캡처가 아니다. 기존32개 Demo fallback inventory에는 추가하지 않는다. 파일 대조는 production/evaluation/S67_REFLECTION_OWNERSHIP_REVISION.md를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확인한 성공을 유지하려면</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확인한 성공을 유지하려면</a:t>
            </a:r>
          </a:p>
          <a:p xmlns:a="http://schemas.openxmlformats.org/drawingml/2006/main">
            <a:r>
              <a:t/>
            </a:r>
          </a:p>
          <a:p xmlns:a="http://schemas.openxmlformats.org/drawingml/2006/main">
            <a:r>
              <a:t>ACT / Section: ACT 4 / 4A  WORKING HARNESS CALLBACK</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3분 + Reflection 1분</a:t>
            </a:r>
          </a:p>
          <a:p xmlns:a="http://schemas.openxmlformats.org/drawingml/2006/main">
            <a:r>
              <a:t/>
            </a:r>
          </a:p>
          <a:p xmlns:a="http://schemas.openxmlformats.org/drawingml/2006/main">
            <a:r>
              <a:t>Primary Message: STATE-04-PERF는 bounded task에서 검증된 성공이다. 뒤에 나올 stale 사례는 별도의 개념 사례다.</a:t>
            </a:r>
          </a:p>
          <a:p xmlns:a="http://schemas.openxmlformats.org/drawingml/2006/main">
            <a:r>
              <a:t/>
            </a:r>
          </a:p>
          <a:p xmlns:a="http://schemas.openxmlformats.org/drawingml/2006/main">
            <a:r>
              <a:t>Opening Question: “앞서 정리한 정보와 절차는, 어떤 변화가 생겼을 때 다시 검토해야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 Lecture) S67에서 위치·검토/갱신 역할을 생각했다는 점을 회수한다. 실제 밝기 통계는 출력6항목·전체 테스트11/11·같은 조건의 측정/guard를 확인한 성공으로 마쳤다고 짧게 남긴다. S58의 수치나 명령을 다시 풀어 설명하지 않는다.</a:t>
            </a:r>
          </a:p>
          <a:p xmlns:a="http://schemas.openxmlformats.org/drawingml/2006/main">
            <a:r>
              <a:t>2. (0:45–2:15 / Lecture) 기록된 성공은 그 입력·코드·환경과 검증 조건의 기준점이다. 이후 다른 조건에서도 맞는지까지 검증한 것은 아니다. 현재 성공을 실제 실패나 stale Harness 이력으로 바꾸지 않는다.</a:t>
            </a:r>
          </a:p>
          <a:p xmlns:a="http://schemas.openxmlformats.org/drawingml/2006/main">
            <a:r>
              <a:t>3. (2:15–3:00 / Lecture) 이번 ACT는 현재 기준과 재사용 지침을 계속 맞게 유지하고, 바꿨다면 다시 확인하는 문제를 다룬다고 안내한다. 완성 Loop나 가상 사례의 답을 먼저 제시하지 않는다.</a:t>
            </a:r>
          </a:p>
          <a:p xmlns:a="http://schemas.openxmlformats.org/drawingml/2006/main">
            <a:r>
              <a:t>4. (3:00–4:00 / Reflection) S67에서 떠올린 한 가지에 대해 어떤 기준/환경 변화가 담당자의 재검토를 요구할지 조용히 생각하게 한다. 앞 장의 위치·담당 선택을 다시 시키거나 답변/산출물을 요구하지 않는다. 다음 S69부터 별도 가상 사례가 시작된다.</a:t>
            </a:r>
          </a:p>
          <a:p xmlns:a="http://schemas.openxmlformats.org/drawingml/2006/main">
            <a:r>
              <a:t/>
            </a:r>
          </a:p>
          <a:p xmlns:a="http://schemas.openxmlformats.org/drawingml/2006/main">
            <a:r>
              <a:t>Evidence / Source: STATE-04-PERF / bounded image_statistics evidence; DEC-0021/0062/0080; BEAT-037/038.</a:t>
            </a:r>
          </a:p>
          <a:p xmlns:a="http://schemas.openxmlformats.org/drawingml/2006/main">
            <a:r>
              <a:t/>
            </a:r>
          </a:p>
          <a:p xmlns:a="http://schemas.openxmlformats.org/drawingml/2006/main">
            <a:r>
              <a:t>Claim Boundary: OBSERVED_PRODUCT callback이다. 기록된 task·코드·입력·runtime·host·검증 조건에 한정한다. 이후 변화/실패를 관찰한 것이 아니며 유지 문제의 질문과 실제 결과를 구분한다.</a:t>
            </a:r>
          </a:p>
          <a:p xmlns:a="http://schemas.openxmlformats.org/drawingml/2006/main">
            <a:r>
              <a:t/>
            </a:r>
          </a:p>
          <a:p xmlns:a="http://schemas.openxmlformats.org/drawingml/2006/main">
            <a:r>
              <a:t>Beginner Explanation: 이번 작업의 성공을 기준으로 남기고, 어떤 조건 변화가 다시 확인할 신호가 되는지 생각한다.</a:t>
            </a:r>
          </a:p>
          <a:p xmlns:a="http://schemas.openxmlformats.org/drawingml/2006/main">
            <a:r>
              <a:t/>
            </a:r>
          </a:p>
          <a:p xmlns:a="http://schemas.openxmlformats.org/drawingml/2006/main">
            <a:r>
              <a:t>Advanced Insight: 검증된 한 상태와 지속적인 유효성은 다르다. 이 차이가 별도 개념 사례를 여는 이유이며 실제 Product history는 연장하지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추가 실행 없이 세 성공 근거를 짧게 회수하고 유지 문제로 이동한다. 과거 수치를 성과 발표처럼 반복하지 않는다.</a:t>
            </a:r>
          </a:p>
          <a:p xmlns:a="http://schemas.openxmlformats.org/drawingml/2006/main">
            <a:r>
              <a:t/>
            </a:r>
          </a:p>
          <a:p xmlns:a="http://schemas.openxmlformats.org/drawingml/2006/main">
            <a:r>
              <a:t>Audience Interaction: Reflection1분: 앞에서 고른 자료에 어떤 변화가 생기면 다시 확인할지 생각한다. 기록·공개 답변은 요구하지 않는다.</a:t>
            </a:r>
          </a:p>
          <a:p xmlns:a="http://schemas.openxmlformats.org/drawingml/2006/main">
            <a:r>
              <a:t/>
            </a:r>
          </a:p>
          <a:p xmlns:a="http://schemas.openxmlformats.org/drawingml/2006/main">
            <a:r>
              <a:t>Transition: “이 성공은 그대로 남기겠습니다. 별도의 가상 프로젝트에서 기준과 재사용 절차가 처음에는 맞았던 상태부터 보겠습니다.”</a:t>
            </a:r>
          </a:p>
          <a:p xmlns:a="http://schemas.openxmlformats.org/drawingml/2006/main">
            <a:r>
              <a:t/>
            </a:r>
          </a:p>
          <a:p xmlns:a="http://schemas.openxmlformats.org/drawingml/2006/main">
            <a:r>
              <a:t>Time Management: Lecture3분(성공 회수0.75, 적용 범위1.5, 유지 문제0.75) + Reflection1분. 실제4분 운영은 UNVERIFIED다.</a:t>
            </a:r>
          </a:p>
          <a:p xmlns:a="http://schemas.openxmlformats.org/drawingml/2006/main">
            <a:r>
              <a:t/>
            </a:r>
          </a:p>
          <a:p xmlns:a="http://schemas.openxmlformats.org/drawingml/2006/main">
            <a:r>
              <a:t>Fallback: LOCAL STATIC ARTIFACT — production/ACT_4.pptx의 S68, production/preview/act4/S68.png 및 production/preview/full/S68.png.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처음에는 기준과 재사용 절차가 맞았다</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처음에는 기준과 재사용 절차가 맞았다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(VISUAL)</a:t>
            </a:r>
          </a:p>
          <a:p xmlns:a="http://schemas.openxmlformats.org/drawingml/2006/main">
            <a:r>
              <a:t/>
            </a:r>
          </a:p>
          <a:p xmlns:a="http://schemas.openxmlformats.org/drawingml/2006/main">
            <a:r>
              <a:t>Primary Message: 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 “프로젝트 기준과 다시 읽을 작업 지침은 현재 같은 범위를 말하고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VISUAL Demo) 실제 graypipe 이력과 별개인 가상 사례를 시작한다. Workflow는 재사용할 수행 절차이며 앞에서는 그 역할을 Skill로 관리했다고 연결한다. 같은 graypipe Skill 파일이나 같은 사건이라는 뜻은 아니다.</a:t>
            </a:r>
          </a:p>
          <a:p xmlns:a="http://schemas.openxmlformats.org/drawingml/2006/main">
            <a:r>
              <a:t>2. (0:30–1:30 / VISUAL Demo) 왼쪽 프로젝트 문서의 현재 기준과 오른쪽 다음 작업이 읽을 재사용 지침을 각각 짚는다. 둘 다 단위 테스트를 대상으로 한다는 정상 출발 가정이다. 두 소제목은 서로 다른 출처이며 하나의 문장으로 읽지 않는다.</a:t>
            </a:r>
          </a:p>
          <a:p xmlns:a="http://schemas.openxmlformats.org/drawingml/2006/main">
            <a:r>
              <a:t>3. (1:30–2:00 / VISUAL Demo) 현재 기준에 맞춰 검토해 둔 절차라는 가정을 남긴다. 누가 실제로 파일을 검토했다는 사건을 만들어 넣지 않고 다음 프로젝트 변화로 넘긴다.</a:t>
            </a:r>
          </a:p>
          <a:p xmlns:a="http://schemas.openxmlformats.org/drawingml/2006/main">
            <a:r>
              <a:t/>
            </a:r>
          </a:p>
          <a:p xmlns:a="http://schemas.openxmlformats.org/drawingml/2006/main">
            <a:r>
              <a:t>Evidence / Source: DEMO-04A / constructed starting condition / DEC-0021/0027/0080 / BEAT-038; no Trial.</a:t>
            </a:r>
          </a:p>
          <a:p xmlns:a="http://schemas.openxmlformats.org/drawingml/2006/main">
            <a:r>
              <a:t/>
            </a:r>
          </a:p>
          <a:p xmlns:a="http://schemas.openxmlformats.org/drawingml/2006/main">
            <a:r>
              <a:t>Claim Boundary: CONCEPTUAL. 앞선 Skill과 역할을 연결한 설명이며 동일 파일·동일 사건·실제 검토/실행/테스트 결과가 아니다.</a:t>
            </a:r>
          </a:p>
          <a:p xmlns:a="http://schemas.openxmlformats.org/drawingml/2006/main">
            <a:r>
              <a:t/>
            </a:r>
          </a:p>
          <a:p xmlns:a="http://schemas.openxmlformats.org/drawingml/2006/main">
            <a:r>
              <a:t>Beginner Explanation: 프로젝트에서 지금 요구하는 범위와 다음 작업에 다시 쓸 지침을 나란히 비교한다.</a:t>
            </a:r>
          </a:p>
          <a:p xmlns:a="http://schemas.openxmlformats.org/drawingml/2006/main">
            <a:r>
              <a:t/>
            </a:r>
          </a:p>
          <a:p xmlns:a="http://schemas.openxmlformats.org/drawingml/2006/main">
            <a:r>
              <a:t>Advanced Insight: 구현으로서의 Skill과 일반적인 재사용 Workflow를 구분한다. 원래 맞던 지침도 프로젝트 기준이 바뀌면 다시 검토해야 한다.</a:t>
            </a:r>
          </a:p>
          <a:p xmlns:a="http://schemas.openxmlformats.org/drawingml/2006/main">
            <a:r>
              <a:t/>
            </a:r>
          </a:p>
          <a:p xmlns:a="http://schemas.openxmlformats.org/drawingml/2006/main">
            <a:r>
              <a:t>C++ Vision Bridge: 실제 C++ 프로젝트에서도 검증 기준/구조가 바뀔 수 있다는 맥락만 유지한다. 별도 구현/명령을 추가하지 않는다.</a:t>
            </a:r>
          </a:p>
          <a:p xmlns:a="http://schemas.openxmlformats.org/drawingml/2006/main">
            <a:r>
              <a:t/>
            </a:r>
          </a:p>
          <a:p xmlns:a="http://schemas.openxmlformats.org/drawingml/2006/main">
            <a:r>
              <a:t>Demo Operation: CONCEPTUAL 정적 도식. 용어 연결 한 줄→왼쪽 현재 기준→오른쪽 지침→같다는 관계 순으로 가리킨다. 명령·실행 결과는 없다.</a:t>
            </a:r>
          </a:p>
          <a:p xmlns:a="http://schemas.openxmlformats.org/drawingml/2006/main">
            <a:r>
              <a:t/>
            </a:r>
          </a:p>
          <a:p xmlns:a="http://schemas.openxmlformats.org/drawingml/2006/main">
            <a:r>
              <a:t>Audience Interaction: 두 범위의 일치만 눈으로 비교한다. 응답·실습을 요구하지 않는다.</a:t>
            </a:r>
          </a:p>
          <a:p xmlns:a="http://schemas.openxmlformats.org/drawingml/2006/main">
            <a:r>
              <a:t/>
            </a:r>
          </a:p>
          <a:p xmlns:a="http://schemas.openxmlformats.org/drawingml/2006/main">
            <a:r>
              <a:t>Transition: “현재 기준에 맞춰 둔 절차입니다. 프로젝트의 검증 기준이 넓어지면, 검토·갱신 담당은 무엇을 다시 봐야 할까요?”</a:t>
            </a:r>
          </a:p>
          <a:p xmlns:a="http://schemas.openxmlformats.org/drawingml/2006/main">
            <a:r>
              <a:t/>
            </a:r>
          </a:p>
          <a:p xmlns:a="http://schemas.openxmlformats.org/drawingml/2006/main">
            <a:r>
              <a:t>Time Management: VISUAL Demo2분: 사례/용어0.5, 두 출처와 범위1, 정상 출발/변화 질문0.5. 실제 리허설은 UNVERIFIED다.</a:t>
            </a:r>
          </a:p>
          <a:p xmlns:a="http://schemas.openxmlformats.org/drawingml/2006/main">
            <a:r>
              <a:t/>
            </a:r>
          </a:p>
          <a:p xmlns:a="http://schemas.openxmlformats.org/drawingml/2006/main">
            <a:r>
              <a:t>Fallback: LOCAL STATIC ARTIFACT — production/ACT_4.pptx의 S69, production/preview/act4/S69.png 및 production/preview/full/S69.png.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Project는 바뀌고 Workflow는 남았다</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“프로젝트 기준이 바뀌면, 검토·갱신 담당은 어떤 지침을 다시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정당한 요구 변화와 재사용 지침의 미갱신을 구분한다. S67의 검토·갱신 역할을 회수한다. 기준이 바뀌었다는 신호를 받은 담당이 원래 프로젝트 문서와 이 지침을 대조해야 하는 상황을 생각한다. 실제 회사의 담당자나 발생 사건을 확정하지 않는다.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 DEC-0080.</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S70와 production/preview/act4/S70.png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“차이는 확인했습니다. 이번 요청만 보정하는 것과, 다음 작업이 읽을 지침까지 바꾸는 것은 어떻게 다를까요?”</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이번 요청과 다음 작업의 지침</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이번 요청과 다음 작업의 지침</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Case 3분</a:t>
            </a:r>
          </a:p>
          <a:p xmlns:a="http://schemas.openxmlformats.org/drawingml/2006/main">
            <a:r>
              <a:t/>
            </a:r>
          </a:p>
          <a:p xmlns:a="http://schemas.openxmlformats.org/drawingml/2006/main">
            <a:r>
              <a:t>Primary Message: 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 “이번 요청을 보정하면, 다음 작업이 읽을 지침까지 달라질까요?”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왼쪽 이번 요청에 ‘통합 테스트도 확인해 줘’를 적는 가능한 대응을 읽는다. 실제 실행이나 복구 성공을 보여주는 프롬프트 캡처가 아니다.</a:t>
            </a:r>
          </a:p>
          <a:p xmlns:a="http://schemas.openxmlformats.org/drawingml/2006/main">
            <a:r>
              <a:t>2. (1:00–2:00 / Case) 오른쪽 다음 작업이 읽을 Workflow에는 단위 테스트 지시만 남을 수 있음을 비교한다. 요청 보정과 지침의 검토·갱신은 서로 다른 출처에 대한 조치다.</a:t>
            </a:r>
          </a:p>
          <a:p xmlns:a="http://schemas.openxmlformats.org/drawingml/2006/main">
            <a:r>
              <a:t>3. (2:00–3:00 / Case) 다음 작업까지 바꾸려면 재사용 출처를 검토해야 하지만 어떤 것을 수정할지는 원인을 확인한 뒤 판단한다고 회수한다. S72에서 확인할 기록을 먼저 고른다.</a:t>
            </a:r>
          </a:p>
          <a:p xmlns:a="http://schemas.openxmlformats.org/drawingml/2006/main">
            <a:r>
              <a:t/>
            </a:r>
          </a:p>
          <a:p xmlns:a="http://schemas.openxmlformats.org/drawingml/2006/main">
            <a:r>
              <a:t>Evidence / Source: DEMO-04A / conceptual response comparison / DEC-0080; no execution result.</a:t>
            </a:r>
          </a:p>
          <a:p xmlns:a="http://schemas.openxmlformats.org/drawingml/2006/main">
            <a:r>
              <a:t/>
            </a:r>
          </a:p>
          <a:p xmlns:a="http://schemas.openxmlformats.org/drawingml/2006/main">
            <a:r>
              <a:t>Claim Boundary: 가능한 요청 보정과 남아 있는 지침의 가상 비교다. 실제 실행·복구·누락·PASS/FAIL 결과가 아니다.</a:t>
            </a:r>
          </a:p>
          <a:p xmlns:a="http://schemas.openxmlformats.org/drawingml/2006/main">
            <a:r>
              <a:t/>
            </a:r>
          </a:p>
          <a:p xmlns:a="http://schemas.openxmlformats.org/drawingml/2006/main">
            <a:r>
              <a:t>Beginner Explanation: 이번 요청에 더 쓴 내용은 다른 작업의 기본 지침을 자동으로 고치지 않는다.</a:t>
            </a:r>
          </a:p>
          <a:p xmlns:a="http://schemas.openxmlformats.org/drawingml/2006/main">
            <a:r>
              <a:t/>
            </a:r>
          </a:p>
          <a:p xmlns:a="http://schemas.openxmlformats.org/drawingml/2006/main">
            <a:r>
              <a:t>Advanced Insight: Task-level workaround와 durable instruction change를 구분하고, 원인 확인 없이 파일을 고치지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요청 상자와 별도 재사용 지침 상자를 비교한다. 실제 제품 입력창 캡처나 Agent 실행이 아니다.</a:t>
            </a:r>
          </a:p>
          <a:p xmlns:a="http://schemas.openxmlformats.org/drawingml/2006/main">
            <a:r>
              <a:t/>
            </a:r>
          </a:p>
          <a:p xmlns:a="http://schemas.openxmlformats.org/drawingml/2006/main">
            <a:r>
              <a:t>Audience Interaction: 이번 요청과 다음 지침의 차이를 눈으로 비교한다. 별도 응답·실습은 요구하지 않는다.</a:t>
            </a:r>
          </a:p>
          <a:p xmlns:a="http://schemas.openxmlformats.org/drawingml/2006/main">
            <a:r>
              <a:t/>
            </a:r>
          </a:p>
          <a:p xmlns:a="http://schemas.openxmlformats.org/drawingml/2006/main">
            <a:r>
              <a:t>Transition: “어디를 고치기 전에, 실제로 어떤 기준과 지침을 썼는지부터 확인하겠습니다.”</a:t>
            </a:r>
          </a:p>
          <a:p xmlns:a="http://schemas.openxmlformats.org/drawingml/2006/main">
            <a:r>
              <a:t/>
            </a:r>
          </a:p>
          <a:p xmlns:a="http://schemas.openxmlformats.org/drawingml/2006/main">
            <a:r>
              <a:t>Time Management: Case3분: 요청1, 남은 지침1, 원인 확인으로 연결1. 실제 리허설은 UNVERIFIED다.</a:t>
            </a:r>
          </a:p>
          <a:p xmlns:a="http://schemas.openxmlformats.org/drawingml/2006/main">
            <a:r>
              <a:t/>
            </a:r>
          </a:p>
          <a:p xmlns:a="http://schemas.openxmlformats.org/drawingml/2006/main">
            <a:r>
              <a:t>Fallback: LOCAL STATIC ARTIFACT — production/ACT_4.pptx의 S71, production/preview/act4/S71.png 및 production/preview/full/S71.png.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원인을 고르기 전에 확인할 기록</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원인을 고르기 전에 확인할 기록</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현재 프로젝트 기준·참조한 재사용 지침·실행 환경/권한·제품 코드/검사 기록을 먼저 확인하고 원인을 선택한다. 증상만으로 수정 대상을 확정하지 않는다.</a:t>
            </a:r>
          </a:p>
          <a:p xmlns:a="http://schemas.openxmlformats.org/drawingml/2006/main">
            <a:r>
              <a:t/>
            </a:r>
          </a:p>
          <a:p xmlns:a="http://schemas.openxmlformats.org/drawingml/2006/main">
            <a:r>
              <a:t>Opening Question: “검증이 충분한지 판단하려면 어떤 기록이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CAPTURED Demo) S71의 요청 보정에서 원인 확인으로 이동한다. 화면은 실제 문제라면 확인할 기록을 설계한 개념 도식이며 실행 증거가 아니다.</a:t>
            </a:r>
          </a:p>
          <a:p xmlns:a="http://schemas.openxmlformats.org/drawingml/2006/main">
            <a:r>
              <a:t>2. (0:30–1:30 / CAPTURED Demo) 현재 프로젝트 문서/명세, 실제로 읽은 재사용 지침, 명령·권한·실행 조건, 코드 변경과 검사 결과를 네 조사 대상으로 짚는다. Tool의 실행·실패 여부도 실제 기록이 있어야 판단한다. 고정 진단표나 한 증상/한 원인의 대응표가 아니다.</a:t>
            </a:r>
          </a:p>
          <a:p xmlns:a="http://schemas.openxmlformats.org/drawingml/2006/main">
            <a:r>
              <a:t>3. (1:30–2:00 / CAPTURED Demo) 현재 기준과 실제 실행 경로를 대조해야 한다고 회수한다. 원인이나 변경 대상을 선택하지 않고 S73에서 가정과 원인 가설을 분리한다.</a:t>
            </a:r>
          </a:p>
          <a:p xmlns:a="http://schemas.openxmlformats.org/drawingml/2006/main">
            <a:r>
              <a:t/>
            </a:r>
          </a:p>
          <a:p xmlns:a="http://schemas.openxmlformats.org/drawingml/2006/main">
            <a:r>
              <a:t>Evidence / Source: DEMO-11 / DEMO-04A; BEAT-043/044; CLM-0020/0029; INV-LOOP-001; DEC-0080.</a:t>
            </a:r>
          </a:p>
          <a:p xmlns:a="http://schemas.openxmlformats.org/drawingml/2006/main">
            <a:r>
              <a:t/>
            </a:r>
          </a:p>
          <a:p xmlns:a="http://schemas.openxmlformats.org/drawingml/2006/main">
            <a:r>
              <a:t>Claim Boundary: CONCEPTUAL / TEACHING_MODEL. 확인 대상의 설계이며 실제 실패·실행 로그·관찰 결과가 아니다. 원인은 기록을 대조해 확인해야 한다.</a:t>
            </a:r>
          </a:p>
          <a:p xmlns:a="http://schemas.openxmlformats.org/drawingml/2006/main">
            <a:r>
              <a:t/>
            </a:r>
          </a:p>
          <a:p xmlns:a="http://schemas.openxmlformats.org/drawingml/2006/main">
            <a:r>
              <a:t>Beginner Explanation: 어디를 고칠지 먼저 고르지 않고, 현재 기준과 실제 작업이 참고한 것을 확인한다.</a:t>
            </a:r>
          </a:p>
          <a:p xmlns:a="http://schemas.openxmlformats.org/drawingml/2006/main">
            <a:r>
              <a:t/>
            </a:r>
          </a:p>
          <a:p xmlns:a="http://schemas.openxmlformats.org/drawingml/2006/main">
            <a:r>
              <a:t>Advanced Insight: Context·Workflow·Environment/Permission·Tool·Product code가 각각 원인 후보일 수 있다. 목록 자체가 원인을 판정하지 않는다.</a:t>
            </a:r>
          </a:p>
          <a:p xmlns:a="http://schemas.openxmlformats.org/drawingml/2006/main">
            <a:r>
              <a:t/>
            </a:r>
          </a:p>
          <a:p xmlns:a="http://schemas.openxmlformats.org/drawingml/2006/main">
            <a:r>
              <a:t>C++ Vision Bridge: 빌드·환경·권한·프로젝트 코드도 서로 다른 조사 대상으로 확인하는 맥락만 유지한다.</a:t>
            </a:r>
          </a:p>
          <a:p xmlns:a="http://schemas.openxmlformats.org/drawingml/2006/main">
            <a:r>
              <a:t/>
            </a:r>
          </a:p>
          <a:p xmlns:a="http://schemas.openxmlformats.org/drawingml/2006/main">
            <a:r>
              <a:t>Demo Operation: DEMO-11의2분 정적 설명이다. 왼쪽 판단 질문에서 오른쪽 확인 대상 네 행으로 이동한다. CAPTURED는 보존된 교육용 설명 화면이며 raw execution capture가 아니다. 새 실행은 없다.</a:t>
            </a:r>
          </a:p>
          <a:p xmlns:a="http://schemas.openxmlformats.org/drawingml/2006/main">
            <a:r>
              <a:t/>
            </a:r>
          </a:p>
          <a:p xmlns:a="http://schemas.openxmlformats.org/drawingml/2006/main">
            <a:r>
              <a:t>Audience Interaction: 발표자가 질문을 회수한다. 추가 Q&amp;A·실습 시간을 만들지 않는다.</a:t>
            </a:r>
          </a:p>
          <a:p xmlns:a="http://schemas.openxmlformats.org/drawingml/2006/main">
            <a:r>
              <a:t/>
            </a:r>
          </a:p>
          <a:p xmlns:a="http://schemas.openxmlformats.org/drawingml/2006/main">
            <a:r>
              <a:t>Transition: “확인할 대상은 정했습니다. 이제 사례에 주어진 정보와 아직 확인하지 않은 원인 가설을 나누겠습니다.”</a:t>
            </a:r>
          </a:p>
          <a:p xmlns:a="http://schemas.openxmlformats.org/drawingml/2006/main">
            <a:r>
              <a:t/>
            </a:r>
          </a:p>
          <a:p xmlns:a="http://schemas.openxmlformats.org/drawingml/2006/main">
            <a:r>
              <a:t>Time Management: Demo2분: 조사로 전환0.5, 확인할 네 대상1, 정보/가설 구분으로 연결0.5. 기존 Demo 배정을 유지하며 실제 리허설은 UNVERIFIED다.</a:t>
            </a:r>
          </a:p>
          <a:p xmlns:a="http://schemas.openxmlformats.org/drawingml/2006/main">
            <a:r>
              <a:t/>
            </a:r>
          </a:p>
          <a:p xmlns:a="http://schemas.openxmlformats.org/drawingml/2006/main">
            <a:r>
              <a:t>Fallback: LOCAL STATIC ARTIFACT — production/ACT_4.pptx의 S72, production/preview/act4/S72.png 및 production/preview/full/S72.png.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주어진 정보와 원인 가설을 나눈다</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주어진 정보와 원인 가설을 나눈다</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Demo 1분 (CAPTURED)</a:t>
            </a:r>
          </a:p>
          <a:p xmlns:a="http://schemas.openxmlformats.org/drawingml/2006/main">
            <a:r>
              <a:t/>
            </a:r>
          </a:p>
          <a:p xmlns:a="http://schemas.openxmlformats.org/drawingml/2006/main">
            <a:r>
              <a:t>Primary Message: 가상 사례의 현재 기준과 재사용 지침 차이는 주어진 정보다. 그것이 실제 작업의 원인이라는 가설은 실행 경로와 참조 지침을 대조해 확인해야 한다.</a:t>
            </a:r>
          </a:p>
          <a:p xmlns:a="http://schemas.openxmlformats.org/drawingml/2006/main">
            <a:r>
              <a:t/>
            </a:r>
          </a:p>
          <a:p xmlns:a="http://schemas.openxmlformats.org/drawingml/2006/main">
            <a:r>
              <a:t>Opening Question: “지침이 다르다는 사실만으로 실제 문제의 원인까지 알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S72의 확인 대상 중 현재 기준과 재사용 지침을 사례에 대입한다. 왼쪽 단위+통합 기준과 단위만 지시하는 Workflow는 가상 설정에 주어진 정보다. 실제 Trial을 관찰한 결과가 아니다. 오른쪽 오래된 지침이 원인일 수 있다는 말은 아직 확인할 가설이다.</a:t>
            </a:r>
          </a:p>
          <a:p xmlns:a="http://schemas.openxmlformats.org/drawingml/2006/main">
            <a:r>
              <a:t>2. (1:00–2:00 / CAPTURED Demo) 두 출처의 차이와 원인 판단을 좌우로 분리해 짚는다. 실제 문제에서는 실행 경로와 실제로 읽은 지침을 대조해야 한다. 이 사례의 실행 기록을 만들거나 원인 확인이 끝났다고 주장하지 않는다. 다음 장은 원인이 확인됐다고 가정했을 때의 선택이다.</a:t>
            </a:r>
          </a:p>
          <a:p xmlns:a="http://schemas.openxmlformats.org/drawingml/2006/main">
            <a:r>
              <a:t/>
            </a:r>
          </a:p>
          <a:p xmlns:a="http://schemas.openxmlformats.org/drawingml/2006/main">
            <a:r>
              <a:t>Evidence / Source: DEMO-04A / DEMO-11; BEAT-043/044; CLM-0020/0029; INV-LOOP-001; DEC-0080.</a:t>
            </a:r>
          </a:p>
          <a:p xmlns:a="http://schemas.openxmlformats.org/drawingml/2006/main">
            <a:r>
              <a:t/>
            </a:r>
          </a:p>
          <a:p xmlns:a="http://schemas.openxmlformats.org/drawingml/2006/main">
            <a:r>
              <a:t>Claim Boundary: CONCEPTUAL / TEACHING_MODEL. 가상 전제·원인 가설·실제 확인을 분리한다. 원인 확인 결과나 확정 실패는 없다.</a:t>
            </a:r>
          </a:p>
          <a:p xmlns:a="http://schemas.openxmlformats.org/drawingml/2006/main">
            <a:r>
              <a:t/>
            </a:r>
          </a:p>
          <a:p xmlns:a="http://schemas.openxmlformats.org/drawingml/2006/main">
            <a:r>
              <a:t>Beginner Explanation: 기준이 다르다는 것과, 그것이 이번 작업의 원인이라는 것은 다른 질문이다.</a:t>
            </a:r>
          </a:p>
          <a:p xmlns:a="http://schemas.openxmlformats.org/drawingml/2006/main">
            <a:r>
              <a:t/>
            </a:r>
          </a:p>
          <a:p xmlns:a="http://schemas.openxmlformats.org/drawingml/2006/main">
            <a:r>
              <a:t>Advanced Insight: 증상·출처 간 차이·실제 선택된 instruction의 실행 기여를 구분한다. 확신 수준을 근거에 맞춰 남긴다.</a:t>
            </a:r>
          </a:p>
          <a:p xmlns:a="http://schemas.openxmlformats.org/drawingml/2006/main">
            <a:r>
              <a:t/>
            </a:r>
          </a:p>
          <a:p xmlns:a="http://schemas.openxmlformats.org/drawingml/2006/main">
            <a:r>
              <a:t>C++ Vision Bridge: 환경/권한/코드 문제도 별도 후보로 남긴다. 회사 장비나 제품의 원인을 판정하지 않는다.</a:t>
            </a:r>
          </a:p>
          <a:p xmlns:a="http://schemas.openxmlformats.org/drawingml/2006/main">
            <a:r>
              <a:t/>
            </a:r>
          </a:p>
          <a:p xmlns:a="http://schemas.openxmlformats.org/drawingml/2006/main">
            <a:r>
              <a:t>Demo Operation: Lecture1분 뒤 같은 정적 화면에서 DEMO-11의1분을 사용한다. 원인 확인을 실제로 실행하지 않는다.</a:t>
            </a:r>
          </a:p>
          <a:p xmlns:a="http://schemas.openxmlformats.org/drawingml/2006/main">
            <a:r>
              <a:t/>
            </a:r>
          </a:p>
          <a:p xmlns:a="http://schemas.openxmlformats.org/drawingml/2006/main">
            <a:r>
              <a:t>Audience Interaction: 발표자가 왼쪽 정보와 오른쪽 가설의 차이를 짧게 묻고 회수한다. 응답/실습은 요구하지 않는다.</a:t>
            </a:r>
          </a:p>
          <a:p xmlns:a="http://schemas.openxmlformats.org/drawingml/2006/main">
            <a:r>
              <a:t/>
            </a:r>
          </a:p>
          <a:p xmlns:a="http://schemas.openxmlformats.org/drawingml/2006/main">
            <a:r>
              <a:t>Transition: “실제로 조사해 Workflow가 원인임을 확인했다고 가정하면, 어느 출처를 바꾸는 편이 맞을까요?”</a:t>
            </a:r>
          </a:p>
          <a:p xmlns:a="http://schemas.openxmlformats.org/drawingml/2006/main">
            <a:r>
              <a:t/>
            </a:r>
          </a:p>
          <a:p xmlns:a="http://schemas.openxmlformats.org/drawingml/2006/main">
            <a:r>
              <a:t>Time Management: Lecture1분 + Demo1분(CAPTURED 정적 도식).2분에 다음 Case로 이동하며 실제 리허설은 UNVERIFIED다.</a:t>
            </a:r>
          </a:p>
          <a:p xmlns:a="http://schemas.openxmlformats.org/drawingml/2006/main">
            <a:r>
              <a:t/>
            </a:r>
          </a:p>
          <a:p xmlns:a="http://schemas.openxmlformats.org/drawingml/2006/main">
            <a:r>
              <a:t>Fallback: LOCAL STATIC ARTIFACT — production/ACT_4.pptx의 S73, production/preview/act4/S73.png 및 production/preview/full/S73.png.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확인한 원인에 맞춰 변경 대상을 고른다</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확인한 원인에 맞춰 변경 대상을 고른다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2분</a:t>
            </a:r>
          </a:p>
          <a:p xmlns:a="http://schemas.openxmlformats.org/drawingml/2006/main">
            <a:r>
              <a:t/>
            </a:r>
          </a:p>
          <a:p xmlns:a="http://schemas.openxmlformats.org/drawingml/2006/main">
            <a:r>
              <a:t>Primary Message: Workflow가 원인으로 확인됐다고 가정한 경우, 이번 요청 보정·전역 규칙 추가·원인 Workflow 갱신의 영향 범위를 비교해 원인에 맞는 출처를 선택한다.</a:t>
            </a:r>
          </a:p>
          <a:p xmlns:a="http://schemas.openxmlformats.org/drawingml/2006/main">
            <a:r>
              <a:t/>
            </a:r>
          </a:p>
          <a:p xmlns:a="http://schemas.openxmlformats.org/drawingml/2006/main">
            <a:r>
              <a:t>Opening Question: “원인이 확인됐다면, 어느 위치를 바꿔야 다음 작업에도 반영될까요?”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Case) ‘재사용 Workflow가 원인으로 확인됐다면’이라는 조건을 먼저 읽는다. 앞 장에서 실제 확인 결과를 얻었다는 뜻이 아니며 확인됐다는 조건의 대응 설계다.</a:t>
            </a:r>
          </a:p>
          <a:p xmlns:a="http://schemas.openxmlformats.org/drawingml/2006/main">
            <a:r>
              <a:t>2. (0:30–1:30 / Case) 이번 요청 보정은 현재 Task의 범위, 전역 규칙 추가는 넓은 중복/충돌 가능성, 원인 Workflow 갱신은 다음 작업이 읽을 절차를 바꾸는 조치임을 비교한다. Workflow가 항상 정답이라는 규칙을 만들지 않는다.</a:t>
            </a:r>
          </a:p>
          <a:p xmlns:a="http://schemas.openxmlformats.org/drawingml/2006/main">
            <a:r>
              <a:t>3. (1:30–2:00 / Case) 검토 담당은 확인한 원인과 수정 위치가 맞는지 본다. 그 조건이 지지하는 범위를 S75에서 구체적으로 검토·갱신한다.</a:t>
            </a:r>
          </a:p>
          <a:p xmlns:a="http://schemas.openxmlformats.org/drawingml/2006/main">
            <a:r>
              <a:t/>
            </a:r>
          </a:p>
          <a:p xmlns:a="http://schemas.openxmlformats.org/drawingml/2006/main">
            <a:r>
              <a:t>Evidence / Source: DEMO-04A / DEMO-11 teaching context outside its3 Demo minutes; BEAT-044/045; INV-LOOP-001; CLM-0020/0029; DEC-0080.</a:t>
            </a:r>
          </a:p>
          <a:p xmlns:a="http://schemas.openxmlformats.org/drawingml/2006/main">
            <a:r>
              <a:t/>
            </a:r>
          </a:p>
          <a:p xmlns:a="http://schemas.openxmlformats.org/drawingml/2006/main">
            <a:r>
              <a:t>Claim Boundary: CONCEPTUAL / TEACHING_MODEL. 조건부 대응의 선택 논리다. 실제 Product 수정·원인 확인·일반 정답이 아니다.</a:t>
            </a:r>
          </a:p>
          <a:p xmlns:a="http://schemas.openxmlformats.org/drawingml/2006/main">
            <a:r>
              <a:t/>
            </a:r>
          </a:p>
          <a:p xmlns:a="http://schemas.openxmlformats.org/drawingml/2006/main">
            <a:r>
              <a:t>Beginner Explanation: 이번 요청만 고칠지, 다음 작업도 읽는 지침을 고칠지 수정의 위치를 비교한다.</a:t>
            </a:r>
          </a:p>
          <a:p xmlns:a="http://schemas.openxmlformats.org/drawingml/2006/main">
            <a:r>
              <a:t/>
            </a:r>
          </a:p>
          <a:p xmlns:a="http://schemas.openxmlformats.org/drawingml/2006/main">
            <a:r>
              <a:t>Advanced Insight: 최소한의 원인 일치 변경을 선택한다. 전역 규칙과 stale 지침의 중복은 원인이 지지할 때만 다룬다.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기존 세 대응 비교를 Case2분으로 설명한다. DEMO-11은 S72 2분/S73 1분 그대로이며 S74는 추가 Demo가 아니다.</a:t>
            </a:r>
          </a:p>
          <a:p xmlns:a="http://schemas.openxmlformats.org/drawingml/2006/main">
            <a:r>
              <a:t/>
            </a:r>
          </a:p>
          <a:p xmlns:a="http://schemas.openxmlformats.org/drawingml/2006/main">
            <a:r>
              <a:t>Audience Interaction: 가정과 영향 범위를 가리킨다. 공개 답변이나 실제 수정은 요구하지 않는다.</a:t>
            </a:r>
          </a:p>
          <a:p xmlns:a="http://schemas.openxmlformats.org/drawingml/2006/main">
            <a:r>
              <a:t/>
            </a:r>
          </a:p>
          <a:p xmlns:a="http://schemas.openxmlformats.org/drawingml/2006/main">
            <a:r>
              <a:t>Transition: “바꿀 출처를 골랐다면, 담당자는 어떤 범위까지 수정하고 검토해야 할까요?”</a:t>
            </a:r>
          </a:p>
          <a:p xmlns:a="http://schemas.openxmlformats.org/drawingml/2006/main">
            <a:r>
              <a:t/>
            </a:r>
          </a:p>
          <a:p xmlns:a="http://schemas.openxmlformats.org/drawingml/2006/main">
            <a:r>
              <a:t>Time Management: Case2분: 원인 확인 조건0.5, 세 대응 범위1, 검토/갱신 책임0.5. 실제 리허설은 UNVERIFIED다.</a:t>
            </a:r>
          </a:p>
          <a:p xmlns:a="http://schemas.openxmlformats.org/drawingml/2006/main">
            <a:r>
              <a:t/>
            </a:r>
          </a:p>
          <a:p xmlns:a="http://schemas.openxmlformats.org/drawingml/2006/main">
            <a:r>
              <a:t>Fallback: LOCAL STATIC ARTIFACT — production/ACT_4.pptx의 S74, production/preview/act4/S74.png 및 production/preview/full/S74.png.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확인된 범위만 검토하고 갱신한다</a:t>
            </a:r>
          </a:p>
          <a:p xmlns:a="http://schemas.openxmlformats.org/drawingml/2006/main">
            <a:r>
              <a:t/>
            </a:r>
          </a:p>
          <a:p xmlns:a="http://schemas.openxmlformats.org/drawingml/2006/main">
            <a:r>
              <a:t>Slide ID: S75</a:t>
            </a:r>
          </a:p>
          <a:p xmlns:a="http://schemas.openxmlformats.org/drawingml/2006/main">
            <a:r>
              <a:t/>
            </a:r>
          </a:p>
          <a:p xmlns:a="http://schemas.openxmlformats.org/drawingml/2006/main">
            <a:r>
              <a:t>Working Title: 확인된 범위만 검토하고 갱신한다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Case 1분</a:t>
            </a:r>
          </a:p>
          <a:p xmlns:a="http://schemas.openxmlformats.org/drawingml/2006/main">
            <a:r>
              <a:t/>
            </a:r>
          </a:p>
          <a:p xmlns:a="http://schemas.openxmlformats.org/drawingml/2006/main">
            <a:r>
              <a:t>Primary Message: 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 “갱신 담당과 검토 담당은 무엇을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Workflow가 원인으로 확인됐다는 가정 안에서 기존 단위 테스트 지시를 현재 기준인 단위+통합으로 갱신하는 범위를 짚는다. ‘최소’는 무조건 적게 고치는 뜻이 아니라 원인이 지지하는 범위다. 오래된 중복 지침도 원인일 때만 정리하고 관련 없는 규칙은 임의로 바꾸지 않는다.</a:t>
            </a:r>
          </a:p>
          <a:p xmlns:a="http://schemas.openxmlformats.org/drawingml/2006/main">
            <a:r>
              <a:t>2. (1:00–1:40 / Case) 아래 세 역할을 가리킨다. 갱신 담당은 확인된 지침을 수정하고, 검토 담당은 현재 기준·변경 범위가 맞는지 확인하며, 이후 같은 작업과 대표 작업으로 다시 평가한다. 담당은 예시 역할이고 실제 팀 구성원을 배정한 것이 아니다. 검토·갱신을 같은 사람이 맡을 수도 있으며 자동 자기 수정으로 설명하지 않는다.</a:t>
            </a:r>
          </a:p>
          <a:p xmlns:a="http://schemas.openxmlformats.org/drawingml/2006/main">
            <a:r>
              <a:t>3. (1:40–2:00 / Case) S67의 ‘어디에 두고 누가 유지할까’를 이 가상 유지 문제에서 회수했다고 정리한다. 실제 수정/재평가 결과는 없으며 S76에서 무엇을 확인해야 하는지로 넘어간다.</a:t>
            </a:r>
          </a:p>
          <a:p xmlns:a="http://schemas.openxmlformats.org/drawingml/2006/main">
            <a:r>
              <a:t/>
            </a:r>
          </a:p>
          <a:p xmlns:a="http://schemas.openxmlformats.org/drawingml/2006/main">
            <a:r>
              <a:t>Evidence / Source: DEMO-04A / BEAT-045/046 / INV-LOOP-001 / CLM-0020/0029 / DEC-0080.</a:t>
            </a:r>
          </a:p>
          <a:p xmlns:a="http://schemas.openxmlformats.org/drawingml/2006/main">
            <a:r>
              <a:t/>
            </a:r>
          </a:p>
          <a:p xmlns:a="http://schemas.openxmlformats.org/drawingml/2006/main">
            <a:r>
              <a:t>Claim Boundary: CONCEPTUAL / TEACHING_MODEL. 원인 확인을 가정한 지침 갱신과 역할의 예시다. 실제 담당 배정·Product/Skill 변경·재평가 성공을 만들지 않는다.</a:t>
            </a:r>
          </a:p>
          <a:p xmlns:a="http://schemas.openxmlformats.org/drawingml/2006/main">
            <a:r>
              <a:t/>
            </a:r>
          </a:p>
          <a:p xmlns:a="http://schemas.openxmlformats.org/drawingml/2006/main">
            <a:r>
              <a:t>Beginner Explanation: 바꿀 지침과 바꿀 범위를 정하고, 누가 수정·검토하며 무엇으로 다시 확인할지 연결한다.</a:t>
            </a:r>
          </a:p>
          <a:p xmlns:a="http://schemas.openxmlformats.org/drawingml/2006/main">
            <a:r>
              <a:t/>
            </a:r>
          </a:p>
          <a:p xmlns:a="http://schemas.openxmlformats.org/drawingml/2006/main">
            <a:r>
              <a:t>Advanced Insight: 원인과 변경 범위를 일치시키며 사람의 유지 책임을 남긴다. 도구가 수정에 도움을 주더라도 갱신·검토·수용 책임이 자동으로 사라지지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전후 지침과 아래 역할을 가리킨다. 실제 diff·Agent 실행·테스트 결과는 없다.</a:t>
            </a:r>
          </a:p>
          <a:p xmlns:a="http://schemas.openxmlformats.org/drawingml/2006/main">
            <a:r>
              <a:t/>
            </a:r>
          </a:p>
          <a:p xmlns:a="http://schemas.openxmlformats.org/drawingml/2006/main">
            <a:r>
              <a:t>Audience Interaction: 담당을 직접 정하거나 문서를 작성하게 하지 않는다. 역할 관계만 설명한다.</a:t>
            </a:r>
          </a:p>
          <a:p xmlns:a="http://schemas.openxmlformats.org/drawingml/2006/main">
            <a:r>
              <a:t/>
            </a:r>
          </a:p>
          <a:p xmlns:a="http://schemas.openxmlformats.org/drawingml/2006/main">
            <a:r>
              <a:t>Transition: “이 지침을 바꿨다면, 같은 작업을 다시 확인하는 것만으로 충분할까요?”</a:t>
            </a:r>
          </a:p>
          <a:p xmlns:a="http://schemas.openxmlformats.org/drawingml/2006/main">
            <a:r>
              <a:t/>
            </a:r>
          </a:p>
          <a:p xmlns:a="http://schemas.openxmlformats.org/drawingml/2006/main">
            <a:r>
              <a:t>Time Management: Lecture1분(원인/범위·전후 지침) + Case1분(역할0.67, 재평가 질문0.33). 실제 리허설은 UNVERIFIED다.</a:t>
            </a:r>
          </a:p>
          <a:p xmlns:a="http://schemas.openxmlformats.org/drawingml/2006/main">
            <a:r>
              <a:t/>
            </a:r>
          </a:p>
          <a:p xmlns:a="http://schemas.openxmlformats.org/drawingml/2006/main">
            <a:r>
              <a:t>Fallback: LOCAL STATIC ARTIFACT — production/ACT_4.pptx의 S75, production/preview/act4/S75.png 및 production/preview/full/S75.png.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지침을 고친 뒤, 무엇을 다시 확인할까?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지침을 고친 뒤, 무엇을 다시 확인할까?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단위 테스트 지침을 단위+통합으로 갱신했다고 가정하면, 같은 작업이 요구 범위를 다루는지와 다른 작업을 방해하지 않는지를 각각 확인해야 한다. 결과가 나온 사례가 아니라 평가 질문의 설계다.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“단위+통합으로 지침을 바꿨다면, 그 작업만 다시 확인하면 충분할까요?”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S75의 가상 지침 갱신을 회수한다. 현재 기준에 맞춰 단위+통합 지시로 바꿨다고 가정했지만, 실제 변경이나 재실행을 관찰한 것은 아니다.</a:t>
            </a:r>
          </a:p>
          <a:p xmlns:a="http://schemas.openxmlformats.org/drawingml/2006/main">
            <a:r>
              <a:t>2. (1:00–2:30 / Case) 왼쪽은 같은 작업이 요구했던 검증 범위를 이제 다루는지 묻는다. 오른쪽은 문서만 수정하는 다른 작업에도 불필요한 검증을 강요하는지 묻는다. 테스트 종류와 지침을 적용할 작업 종류를 구분한다.</a:t>
            </a:r>
          </a:p>
          <a:p xmlns:a="http://schemas.openxmlformats.org/drawingml/2006/main">
            <a:r>
              <a:t>3. (2:30–4:00 / Case) 이번 문제의 해결 확인과 주변 작업의 영향 평가는 범위가 다르다고 닫는다. S77에서 서로 다른 위험을 확인할 대표 작업을 고른다. 통과나 안전성이 확인됐다는 결과를 만들지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designed rerun and system evaluation path;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지침 변경이 이번 문제를 다루는지 확인하고, 다른 작업에 불필요한 일을 요구하지 않는지도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Task recovery의 재확인과 Harness 변경의 대표 작업·회귀 위험 평가를 분리한다.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 같은 작업과 오른쪽 문서 수정 작업의 확인 질문을 비교한다. 단위/통합은 검사 종류이고 버그/성능/문서/리팩터링은 지침을 적용할 작업 종류다. 실제 실행·PASS/FAIL은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영역이 서로 다른 위험을 묻는다는 점을 비교한다. 답변·작업 제출은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“이번 작업 외에 어떤 작업을 골라야, 바뀐 지침의 다른 영향을 확인할 수 있을까요?”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Lecture1분+Case3분=4분. 단위/통합 테스트 기술 강의를 다시 열지 않고 두 평가 범위의 차이에 집중한다.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S76와 production/preview/act4/S76.png를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대표 작업은 서로 다른 위험을 확인한다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대표 작업은 서로 다른 위험을 확인한다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대표 작업은 변경된 지침이 닿는 서로 다른 사용 방식과 회귀 위험을 확인하도록 고른다. EVAL-01/02는 별도 과거 사례를 참고한 설계, EVAL-03/04는 설계만 있으며 네 작업 모두 이 지침 변경 뒤의 실행 결과는 없다.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“바뀐 지침을 어떤 작업에 적용해 봐야 서로 다른 위험을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VISUAL Demo) S76의 다른 작업 질문을 회수한다. 여기서는 제품 테스트의 개수를 늘리는 대신 지침을 적용해 볼 작업 종류를 넓힌다. 표는 네 작업의 평가 설계이며 실행 성적표가 아니다.</a:t>
            </a:r>
          </a:p>
          <a:p xmlns:a="http://schemas.openxmlformats.org/drawingml/2006/main">
            <a:r>
              <a:t>2. (1:00–2:15 / VISUAL Demo) 표의 왼쪽 작업 종류와 가운데 확인 질문을 행별로 읽는다. 버그 수정은 동작 명세, 성능 변경은 측정·검증 범위를 놓치지 않는지 확인하기 위한 선택이다. EVAL-01/02의 별도 과거 참고는 TRIAL-002/STATE-04-PERF다.</a:t>
            </a:r>
          </a:p>
          <a:p xmlns:a="http://schemas.openxmlformats.org/drawingml/2006/main">
            <a:r>
              <a:t>3. (2:15–4:00 / VISUAL Demo) 문서만 수정하는 작업에 불필요한 절차가 강요되지 않는지, 작은 리팩터링에 다른 유효한 작업이 방해받지 않는지 묻는다. EVAL-03/04는 설계만 있다. 현재 근거 상태는 오른쪽의 문구로 구분하며 실선/점선의 행 구분을 안내하지 않는다.</a:t>
            </a:r>
          </a:p>
          <a:p xmlns:a="http://schemas.openxmlformats.org/drawingml/2006/main">
            <a:r>
              <a:t>4. (4:00–5:00 / VISUAL Demo) 네 작업 모두 이번 가상 지침 변경 뒤의 실행 결과가 없다고 회수한다. 모든 프로젝트의 고정 세트로 설명하지 않고 변경 범위·흔한 작업·알려진 회귀 위험·관련 없는 작업에 맞춰 선정한다고 닫는다.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DEMO-10  ·  EVAL-01/02 prior Product references; EVAL-03/04 designed;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작업을 많이 모으기보다, 바뀐 지침이 서로 다른 업무에 미칠 영향을 확인하도록 고른다.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영향 표면과 알려진 회귀 위험에 따라 평가 집합을 구성하고 비교 근거가 없는 작업도 설계 대상으로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네 작업·선정 이유·기존 근거 상태를 가진 Native 표를 위에서 아래로 읽는다. 오른쪽의 과거 사례 참고와 평가 설계만 있음은 근거 상태이며 결과 판정이 아니다. 식별자 매핑은 EVAL-01 버그/TRIAL-002, EVAL-02 성능/STATE-04-PERF, EVAL-03 문서, EVAL-04 작은 리팩터링이다. 화면 전체는 Conceptual frame이고 과거 Product 결과를 새 평가 결과에 합치지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가운데 확인 질문이 왜 다른 작업을 필요로 하는지 생각하게 한다. 실제 평가나 응답 제출은 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“문서 작업도 함께 본 이유가 있습니다. 한 작업을 위해 넓힌 규칙이 다른 작업에도 맞을까요?”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Demo5분은 정적 평가 표에 사용한다. 실제 네 EVAL 실행이나 성공 수치를 만들지 않는다. 1분 배경, 3분 행별 위험, 1분 선정 기준·한계로 마감한다.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S77와 production/preview/act4/S77.png를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한 작업에 맞춘 규칙, 다른 작업에도 맞을까?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한 작업에 맞춘 규칙, 다른 작업에도 맞을까?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가상으로 모든 작업에 통합 테스트를 요구하도록 전역 규칙을 넓히면 문서 수정 같은 작업에 불필요한 절차가 될 수 있다. 규칙의 누적·충돌·특정 작업 편중을 평가하고 원인과 범위에 맞춰 정리한다.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“코드 작업 때문에 넓힌 규칙이 문서만 고치는 작업에도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S77의 문서 작업을 회수해 모든 작업에 통합 테스트를 요구하도록 넓혔다는 가정을 읽는다. 실제 전역 지침 변경·Agent 실행·비용 측정은 없다.</a:t>
            </a:r>
          </a:p>
          <a:p xmlns:a="http://schemas.openxmlformats.org/drawingml/2006/main">
            <a:r>
              <a:t>2. (1:00–2:30 / Lecture) 왼쪽 지침에서 오른쪽 코드 변경과 문서 수정으로 갈라지는 관계를 읽는다. 코드 변경은 필요한 검증 범위를 확인하는 대상이며 문서 수정에서는 불필요한 절차가 될 가능성을 묻는다. 코드가 PASS하거나 문서 작업이 실제로 실패한 그림이 아니다.</a:t>
            </a:r>
          </a:p>
          <a:p xmlns:a="http://schemas.openxmlformats.org/drawingml/2006/main">
            <a:r>
              <a:t>3. (2:30–4:00 / Lecture) S74의 수정 위치 선택을 다시 강의하지 않고 변경 후의 규칙 누적·충돌·특정 작업 편중과 유지 비용에 집중한다. 원인을 확인하고 대표 작업으로 평가하며 불필요하거나 오래된 규칙을 제거·단순화한다. 과적합은 보조 비유이며 ML 통계적 과적합과 같다고 설명하지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conceptual regression / maintenance model;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한 작업에서 필요했던 규칙을 모든 작업에 적용하면 불필요한 절차가 생길 수 있다.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변경의 적용 범위, 다른 지침과의 충돌, 읽기·유지 비용과 회귀 위험을 함께 평가한다.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가상 전역 지침에서 두 작업 종류로 갈라지는 교육용 관계도다. 지침이 실제 실행됐거나 비용이 측정됐다는 결과를 만들지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문서만 수정하는 작업에도 같은 절차가 필요한지 생각하게 한다. 고정된 정답·새 규칙을 제시하지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“지금까지 본 기록·원인·변경·평가를 다음 판단으로 어떻게 넘기는지, Loop의 단계로 묶어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Lecture4분. 가정1분, 두 작업의 영향1분30초, 유지 비용과 정리1분30초. 통계적 과적합 강의와 S74의 세 선택지 설명은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S78와 production/preview/act4/S78.png를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관찰을 시스템 개선으로 잇는 Loop</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관찰을 시스템 개선으로 잇는 Loop</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실행의 기록을 현재 기준과 대조하고 원인 가설을 근거로 판단한 뒤, 확인된 출처·범위를 사람이 검토·갱신하고 같은·대표 작업의 영향을 재평가한다. 각 단계의 근거가 다음 판단으로 넘어가는 교육용 운영 모델이다.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“어떤 근거가 있어야 다음 판단으로 넘어갈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R1/R2) 01 실행은 요청·지침에 따라 작업을 수행하는 단계, 02 관찰은 그 기록을 현재 기준과 대조하는 단계로 구분한다. 아래에는 수행 기록과 기준 차이라는 서로 다른 판단 근거가 있다. 앞 가상 사례를 처음부터 재설명하지 않는다.</a:t>
            </a:r>
          </a:p>
          <a:p xmlns:a="http://schemas.openxmlformats.org/drawingml/2006/main">
            <a:r>
              <a:t>2. (2:00–4:30 / Lecture, R3) 03은 차이를 원인이라고 바로 확정하지 않는 판단 지점이다. 실제 읽힌 지침과 수행 기록 같은 근거가 더 필요하면 가설로 남긴다. “근거가 부족하면 변경을 서두를 수 있을까요?”를 수사적으로 묻고 기록·확인을 먼저 한다고 정리한다. 실제 원인을 확인했다는 사건은 없다.</a:t>
            </a:r>
          </a:p>
          <a:p xmlns:a="http://schemas.openxmlformats.org/drawingml/2006/main">
            <a:r>
              <a:t>3. (4:30–6:30 / Lecture, R4) 04는 확인한 원인에 맞는 출처와 범위를 사람이 검토·갱신하는 판단이다. 검토한 출처·변경 범위를 다음 평가에 넘긴다. S74/S75의 전체 선택지·역할 목록을 반복하지 않는다. 자동 학습이나 자율 복구가 아니다.</a:t>
            </a:r>
          </a:p>
          <a:p xmlns:a="http://schemas.openxmlformats.org/drawingml/2006/main">
            <a:r>
              <a:t>4. (6:30–9:00 / Lecture, R5) 05는 같은 작업과 대표 작업에서 영향 근거와 남은 한계를 확인하는 판단이다. 한 작업의 결과를 전체 시스템의 안전성으로 확대하지 않고, 모르는 점을 남겨 다음 작업에서도 관찰한다. 앞의 평가 표를 다시 전부 설명하지 않는다.</a:t>
            </a:r>
          </a:p>
          <a:p xmlns:a="http://schemas.openxmlformats.org/drawingml/2006/main">
            <a:r>
              <a:t>5. (9:00–11:00 / VISUAL Demo) 정적 화면의 번호·단계·질문·아래 근거를 01에서05로 한 번 연결한 뒤 되돌림선을 가리킨다. 가상 사례의 실행·원인 확인·수정·재평가 결과를 채우지 않는다. 다음 장은 실제 교육 Demo의 결과를 평가·보고하던 체계가 개선 대상이 된 별도 사건이라고 예고한다.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DEC-0023  ·  course operational model  ·  no product loop;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 기록을 보고, 원인을 확인하고, 필요한 지침을 바꾼 뒤 다른 작업의 영향도 다시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근거가 부족할 때 가설로 남기는 판단, 원인과 변경 범위를 맞추는 판단, 재평가에서 해석 범위를 제한하는 판단을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LOOP-VISUAL2분이다. 전체가 보이는 정적 화면에서 01 수행 기록→02 기준과 차이→03 원인과 남은 가설→04 검토한 출처/범위→05 영향/한계를 한 번 연결한다. 01의 실행과02의 기록 대조를 구분한다. R1–R5는 발표 초점이며 Native animation·실제 실행 trace가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“근거가 부족하면 어느 판단을 보류해야 할까요?”를 수사적 질문으로 사용한다. 별도 Reflection/Q&amp;A 시간을 추가하거나 응답·실습을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“가상 지침 사례는 여기서 닫겠습니다. 이번에는 실제 교육 Demo의 성능 결과를 평가·보고하던 기준을 바꾼 사례를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Lecture9분(R1/R2 2, R3 2분30초, R4 2, R5 2분30초)+기존 VISUAL Demo2분=11분. 이전 장을 순서대로 재강의하지 않는다. 9분에 강의 설명을 마감하고 한 번의 경로 회수로 전환한다. 실제11분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S79와 production/preview/act4/S79.png를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평가·보고 기준도 개선 대상이다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평가·보고 기준도 개선 대상이다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교육 Demo 제작 중의 Resize 성능 조사에서는 전역 Skill과 시작 경고가 관찰되어 전체 결과를 Prompt만의 효과로 분리할 수 없었다. 이번 개선 대상은 그 조건과 해석 범위를 남길 평가·보고 기준이다.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“성능 조사 결과를 설명하는 보고 기준도 다시 볼 필요가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CAPTURED Demo) OBSERVED_META 표식·이중선으로 실제 교육 Demo 제작 기록을 연다. 당시 작업은 이미지 크기 변경인 Resize 성능 조사이며 밝기 통계나 앞의 가상 지침 복구와 별개다. S65를 기억해야만 이해하도록 넘기지 않는다.</a:t>
            </a:r>
          </a:p>
          <a:p xmlns:a="http://schemas.openxmlformats.org/drawingml/2006/main">
            <a:r>
              <a:t>2. (0:40–1:20 / CAPTURED Demo) 세 영역을 관찰 조건→판단의 한계→바꿀 대상으로 읽는다. 전역 Skill 포함과 시작 경고는 보존됐지만, 경고만으로 도구 실행·결과 기여가 증명되는 것은 아니다. 전체 결과를 Prompt 하나로 설명할 수 없다는 평가의 한계다.</a:t>
            </a:r>
          </a:p>
          <a:p xmlns:a="http://schemas.openxmlformats.org/drawingml/2006/main">
            <a:r>
              <a:t>3. (1:20–2:00 / CAPTURED Demo) 지침의 유지에서 결과를 판단·보고할 기준의 유지로 대상이 넓어졌음을 회수한다. S81은 결과와 원인 해석의 구분, S82는 실제 기록 기준 변경을 맡는다. Product 코드·Demo Skill의 복구 이력으로 합치지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나와도 어떤 조건에서 무엇을 확인했고 무엇은 모르는지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관찰한 실행 조건과 결과의 사용 범위를 기록하는 평가·보고 체계 자체도 Feedback의 변경 대상이 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제작 기록을 재구성한 정적 요약이다. Resize 작업 맥락을 먼저 읽고 세 열을 연결한다. 과거 CLI 관찰이며 새로운 제품 실행·통제 환경 비교·가상 Workflow 수리가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개선 대상이 재사용 지침에서 평가·보고 기준으로 넓어진 이유를 확인한다. 별도 답변은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“측정한 결과의 확인 범위와, 무엇의 효과인지에 대한 해석은 어떻게 따로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CAPTURED Demo2분. 배경40초, 관찰·해석40초, 평가·보고로의 확장40초. 환경 오류 목록과 이전 Harness 강의를 다시 열지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S80와 production/preview/act4/S80.png를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결과 확인과 원인 해석을 따로 기록한다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결과 확인과 원인 해석을 따로 기록한다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TRIAL-006 Resize 측정은 기록된 코드·입력·환경 범위의 결과다. 전역 Skill이 평가 절차에 관여했으므로 전체 Workflow를 Prompt만의 효과로 분리할 수 없다. 결과의 확인 범위와 원인 해석의 한계를 각각 기록한다.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“숫자를 확인했다면, 무엇이 그 결과를 만들었는지도 안다고 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CAPTURED Demo) 상단의 Resize 성능 조사라는 맥락을 짚는다. S58의 밝기 통계 Benchmark와 다른 TRIAL-006 기록이다. 왼쪽 측정 결과의 확인과 오른쪽 무엇의 효과인지의 해석을 나눈다.</a:t>
            </a:r>
          </a:p>
          <a:p xmlns:a="http://schemas.openxmlformats.org/drawingml/2006/main">
            <a:r>
              <a:t>2. (1:00–2:00 / CAPTURED Demo) 왼쪽 input/output hash와 같은 조건의7회 one-call 측정 기록을 확인한다. 144.2→33.5 ms/call median은 보조 근거다. 합성640×480 grayscale(max4095)→960×720, CPython3.9.6, macOS26.6.2 arm64의 단일 변경 전후 쌍이라는 범위를 유지한다.</a:t>
            </a:r>
          </a:p>
          <a:p xmlns:a="http://schemas.openxmlformats.org/drawingml/2006/main">
            <a:r>
              <a:t>3. (2:00–3:15 / CAPTURED Demo) 오른쪽 전역 performance-goal Skill이 evaluator·ledger·threshold에 관여한 기록을 설명한다. 수치 변화의 직접 원인이나 Skill 우월성을 입증한 것은 아니다. PARTIAL은 Prompt만의 효과로 분리하는 인과 해석의 한계이며 모든 결과가 무효라는 판정이 아니다.</a:t>
            </a:r>
          </a:p>
          <a:p xmlns:a="http://schemas.openxmlformats.org/drawingml/2006/main">
            <a:r>
              <a:t>4. (3:15–4:00 / CAPTURED Demo) 결과 확인 범위와 원인 해석 한계를 함께 남긴다고 닫는다. Hook 경고와 실행 효과, MCP 시작 오류와 작업 결과를 분리하는 원칙만 회수하고 오류 목록은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7 one-call samples  ·  disposable worktree;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확인됐다는 것과 무엇의 효과인지 안다는 것은 다른 질문이다.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측정의 입력·출력·설정 범위와 인과 주장의 확신 수준을 별도로 보고한다.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왼쪽의 hash/같은 조건/7회 측정과 오른쪽의 전역 Skill 관여/PARTIAL을 따로 읽는다. 수치는 resize_nearest의 과거 기록이며 밝기 통계·현재 Desktop·일반 성능 결과로 확대하지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왼쪽 질문에 답할 근거와 오른쪽 질문에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“그렇다면 다음 조사에서는 어떤 조건과 해석 범위를 보고에 더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CAPTURED Demo4분. 숫자는 작은 보조 근거로 다루며 효과 배수·비율을 새 Hero metric으로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S81와 production/preview/act4/S81.png를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다음 조사에 남길 기록을 바꿨다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다음 조사에 남길 기록을 바꿨다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DEC-0016은 TRIAL-006을 PARTIAL로 보존하고 환경 격리를 진행 선행조건으로 요구하지 않으며, 후속 조사에 관찰된 지침·실행 조건·경고와 실제 사용 여부·해석 범위를 함께 기록하도록 했다.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“작업과 코드 외에, 다음 보고에는 무엇을 더 남겨야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상단 기존 작업·저장소 중심의 보고와 변경된 실행 조건·해석 범위 기록을 비교한다. Decision ID를 먼저 외우게 하지 않고 실제 변경 내용을 연다.</a:t>
            </a:r>
          </a:p>
          <a:p xmlns:a="http://schemas.openxmlformats.org/drawingml/2006/main">
            <a:r>
              <a:t>2. (1:00–2:15 / CAPTURED Demo) 아래 세 병렬 항목을 위에서 아래로 읽는다. 적용된 Skill/환경 조건, 경고와 실제 실행·결과의 구분, 확인된 결과와 원인 불확실성을 후속 기록에 남기는 기준이다. 세 항목은 순차 실행 절차가 아니다.</a:t>
            </a:r>
          </a:p>
          <a:p xmlns:a="http://schemas.openxmlformats.org/drawingml/2006/main">
            <a:r>
              <a:t>3. (2:15–3:00 / CAPTURED Demo) 하단의 당시 결정을 회수한다. TRIAL-006은 PARTIAL로 보존했고 환경 격리를 진행의 선행조건으로 두지 않았다. 이는 해당 제작 조건에서의 진행 결정이며 격리가 일반적으로 불필요하거나 인과 검증을 완료했다는 뜻이 아니다. Product 코드/Skill 변경이나 격리 환경 구축으로 표현하지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evaluation / reporting policy;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무슨 작업을 했는지에 더해 어떤 지침·조건을 썼고 어디까지 해석할 수 있는지도 기록한다.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작업 진행의 환경 결정과 인과 주장의 검증 요건을 구분하며, 미통제 조건을 숨기지 않고 사용 범위를 제한한다.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평가·보고 기준의 의미 요약이다. 위의 기존/변경 대비 다음 세 기록 항목을 읽고, 하단의 PARTIAL 보존·당시 환경 진행 결정을 보조 맥락으로 다룬다. 실제 원문 Screenshot·인용·코드 diff로 표현하지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다음 기록에 새로 남길 정보가 무엇인지 확인한다. 환경 격리의 보편적 찬반으로 토론을 넓히지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“기록 기준을 바꾼 뒤에도, 다음 기록이 원문과 맞는지 다시 확인해야 합니다.”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Lecture1분+CAPTURED Demo2분=3분. 변경 의미1분, 세 기록 항목1분15초, 당시 진행 결정과 한계45초. 기술 설정 강의는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S82와 production/preview/act4/S82.png를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후속 기록도 원문과 다시 대조했다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후속 기록도 원문과 다시 대조했다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후속 기록 대조에서 TRIAL-007의 보고와 보존된 진단 메시지에 불일치가 남았고, TRIAL-008에서는 저장소 Skill 호출과 전역 영향을 구분해 기록했다. 서로 다른 확인 내용이며 완전한 목록·품질 향상은 입증되지 않았다.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“새 기록 기준이 있어도 보고서와 원문을 다시 봐야 하는 이유는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왼쪽 TRIAL-007의 보고서 MCP 경고 없음과 원문 진단 기록의 인증 필요 경고가 맞지 않음을 짚는다. Nimble AuthRequired는 원문 식별을 위한 작은 근거이며 인증 설정 tutorial로 설명하지 않는다. 경고는 MCP 작업 결과가 아니다.</a:t>
            </a:r>
          </a:p>
          <a:p xmlns:a="http://schemas.openxmlformats.org/drawingml/2006/main">
            <a:r>
              <a:t>2. (1:00–2:00 / Case) 오른쪽 TRIAL-008은 저장소 graypipe-performance Skill의 명시 호출과 전역 지침·Skill의 영향을 서로 구분해 기록했다는 다른 확인 내용이다. 두 Trial을 같은 조건의 개선 전후 실험이나 실패→성공 비교로 읽지 않는다.</a:t>
            </a:r>
          </a:p>
          <a:p xmlns:a="http://schemas.openxmlformats.org/drawingml/2006/main">
            <a:r>
              <a:t>3. (2:00–3:00 / Case) 기록을 나눈 점과 보고/원문 불일치가 남은 점을 모두 보존한다. 원문 대조를 했어도 완전한 환경 목록·품질 효과를 얻었다고 결론 내리지 않는다. 다음 장은 상세를 반복하지 않고 Loop와 실제 기록의 대응만 회수한다.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TRIAL-007 / TRIAL-008  ·  DEC-0016;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보고가 놓친 조건은 원문에 남을 수 있고, 사용한 지침의 출처도 구분해서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보고·진단 기록·지침 사용 경로를 대조하되, 서로 다른 Trial의 기록 특성을 통제 비교나 정량 품질 향상으로 확대하지 않는다.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왼쪽은 TRIAL-007의 보고서와 원문 진단 기록 대조, 오른쪽은 TRIAL-008의 두 지침 사용 경로 구분이다. 위쪽/아래쪽 행으로 안내하지 않는다. 화면은 원문 의미의 재구성 도식이며 실제 로그 Screenshot이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영역에서 확인한 내용이 서로 다르다는 점과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“상세 기록은 여기서 닫고, 실제 바뀐 평가·보고 기준이 Loop의 어느 단계에 해당하는지 연결하겠습니다.”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왼쪽 대조1분, 오른쪽 사용 경로1분, 한계·대응 예고1분. 오류명·인증 해결법 설명은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S83와 production/preview/act4/S83.png를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실제 기록을 Loop의 단계에 대응하면</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실제 기록을 Loop의 단계에 대응하면</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Resize 조사와 전역 영향 관찰은 원인 해석의 한계를 드러내 DEC-0016의 평가·보고 기준 변경으로 이어졌고 후속 기록에서 부분적으로 점검됐다. 이를 교육용 Loop 단계에 대응하되 원인 확정·완전한 재평가·품질 향상을 주장하지 않는다.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“앞에서 본 Loop가 이 실제 기록에서는 어떻게 나타났을까요?”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S79와 같은 다섯 단계 이름을 왼쪽에서 오른쪽으로 짚는다. 실행은 Resize 조사, 관찰은 전역 Skill/시작 경고, 원인 판단은 Prompt만의 효과를 분리할 수 없다는 해석 한계다. 특정 기능이 성능 변화의 원인으로 확정된 것이 아니다.</a:t>
            </a:r>
          </a:p>
          <a:p xmlns:a="http://schemas.openxmlformats.org/drawingml/2006/main">
            <a:r>
              <a:t>2. (1:00–2:00 / Case) 네 번째 시스템 변경은 평가·보고 기준 변경이다. 다섯 번째는 후속 기록 대조와 남은 불일치이며 대표 작업의 정량 성과 평가를 완료했다는 뜻이 아니다. S82의 세 기록 항목과 S83의 오류 세부는 다시 강의하지 않는다.</a:t>
            </a:r>
          </a:p>
          <a:p xmlns:a="http://schemas.openxmlformats.org/drawingml/2006/main">
            <a:r>
              <a:t>3. (2:00–3:00 / Case) 아래 바뀐 것과 미확인 사항을 읽는다. 평가·보고 기준은 바뀌었지만 원인별 효과·환경 목록의 완전성·Trial 품질 향상은 남아 있다. 상단 다섯 열/하단 회수라는 실제 화면 위치에 맞춰 안내한다. C++ 업무의 검증 조건으로 전이한다.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피드백을 받아 바뀌는 대상에는 지침뿐 아니라 평가·보고 기준도 포함된다. 바꾼 뒤에도 모르는 점을 남긴다.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운영 모델과 실제 기록을 대응하되 원인 해석의 제한과 후속 적용 점검의 강도를 보존한다.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상단 다섯 열을 왼쪽→오른쪽으로 읽고 하단의 변경 대상과 미확인 사항으로 닫는다. 변경 대상을 왼쪽, 미확인 사항을 오른쪽이라고 안내하지 않는다. 실제 Product Loop나 DEMO-04A 수리가 아니며 추가 Demo 시간도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가상 모델의 단계와 실제 기록을 대응해 본다. 성공한 모든 단계를 채우거나 결과 제출을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“평가 기준을 바꾼 뒤에도 확인할 점은 남았습니다. 이제 같은 검사 코드의 GPU가 달라졌다면, 어떤 검증 조건을 다시 봐야 할지 생각해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단계 대응1분, 변경/후속점검1분, 한계와 업무 적용1분. 앞의 Timeline과 오류 설명을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S84와 production/preview/act4/S84.png를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GPU 변경 뒤, 검증 조건을 다시 본다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GPU 변경 뒤, 검증 조건을 다시 본다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4G  C++ VISION TRANSFER  /  4H DISCUSSION &amp; TRANSITION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20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Case 7분 + Reflection 2분 + Q&amp;A 7분 + Transition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같은 검사 코드가 새 GPU에서 실행된다는 가정에서 기존 판단의 조건·측정 비교 조건·보존할 동작 명세를 다시 본다. 반복되는 점검은 원인과 근거를 확인한 뒤 관련 지침·검증 기준을 검토·갱신하고 재평가하는 질문으로 닫는다.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“같은 검사 코드라도 GPU가 바뀌면 예전 검증 조건을 그대로 써도 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S84의 확인 과제를 업무의 검증 조건으로 가져온다. 같은 검사 코드가 새 GPU에서 실행된다는 한 가지 가정을 읽고 삽화의 장치·설정 표식을 짚는다. GPU 교체로 실제 오류나 성능 변화가 발생했다는 사건은 만들지 않는다.</a:t>
            </a:r>
          </a:p>
          <a:p xmlns:a="http://schemas.openxmlformats.org/drawingml/2006/main">
            <a:r>
              <a:t>2. (2:00–4:30 / Case) 왼쪽 입력·코드·장치 그림에서 오른쪽 기존 가정과 측정 조건 질문으로 이동한다. 예전 판단이 어떤 장치·조건에 맞았는지, 입력·빌드·측정 조건을 비교 가능하게 다시 확인해야 하는지 묻는다. 실제 환경 버전·Benchmark 수치·원인을 정하지 않는다.</a:t>
            </a:r>
          </a:p>
          <a:p xmlns:a="http://schemas.openxmlformats.org/drawingml/2006/main">
            <a:r>
              <a:t>3. (4:30–7:00 / Case) 출력 그림과 동작 명세 질문에서 장치가 달라도 지킬 출력·동작을 확인한다. 기록과 근거를 보고 필요한 지침·검증 기준을 검토하며, 변경이 필요했다면 Benchmark/Regression으로 다시 확인하는 패턴으로 연결한다. 검증 지침이 항상 원인이라는 정답은 없다.</a:t>
            </a:r>
          </a:p>
          <a:p xmlns:a="http://schemas.openxmlformats.org/drawingml/2006/main">
            <a:r>
              <a:t>4. (7:00–9:00 / Reflection) 하단 질문으로 자기 업무에서 반복해서 확인하는 조건 한 가지와 그 근거를 떠올리게 한다. 다음 작업에도 맞게 유지하려면 어떤 지침·검증 기준을 다시 볼지 생각하되 기록·답변·발표는 요구하지 않는다.</a:t>
            </a:r>
          </a:p>
          <a:p xmlns:a="http://schemas.openxmlformats.org/drawingml/2006/main">
            <a:r>
              <a:t>5. (9:00–16:00 / Q&amp;A) 질문을 받는다. 질문이 없으면 Fallback의 세 질문을 하나씩 골라 세 확인 대상 안에서 해설한다. 실제 회사 환경의 검증되지 않은 해결책·도구 설정을 단정하지 않는다.</a:t>
            </a:r>
          </a:p>
          <a:p xmlns:a="http://schemas.openxmlformats.org/drawingml/2006/main">
            <a:r>
              <a:t>6. (16:00–20:00 / Transition) 16분에 질문을 마감한다. 마지막 질문은 원인을 먼저 확인하고 필요한 출처·검증 기준을 검토한 뒤 결과를 다시 본다는 판단으로 닫는다. 16–18분에는 세 질문이 어떤 근거를 요구하는지, 18–19분에는 반복되는 점검을 유지할 위치·책임이 필요한지 회수한다. 19–20분에 ACT4를 마무리하고 S86에 전체 여정 회수를 넘긴다. 다섯 ACT의 여정을 여기서 미리 재강의하지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BEAT-059 / TRANS-012  ·  teaching transfer, not observed C++ incident 삽화 출처: prototype/image-illustration-pilot/assets/S72.png, built-in image_gen, 2026-10-18. 생성 프롬프트: prototype/image-illustration-pilot/PROMPTS.md. 실제 화면·현장 사진·관찰 자료가 아니다.;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장치가 바뀌면 예전 검증 조건을 다시 확인하고, 반복해서 필요한 기준을 다음 작업에서도 찾을 수 있게 유지한다.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프로젝트·실행 조건 변화에 따라 성능 비교 가정과 동작 명세·검증 절차의 유효성을 재검토하고 원인이 지지하는 출처만 갱신한다.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Primary bridge. 같은 검사 코드가 새 GPU에서 실행된다는 가정으로 기존 가정·측정 조건·동작 명세를 연결한다. GPU/도구 버전·실제 성능 변화·회사 사례는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AI 생성 삽화의 bytes/crop을 유지한 정적 화면이다. 입력→코드→장치→출력을 가리킨 뒤 오른쪽 세 질문, 마지막에 하단 지침·검증 기준 질문으로 이동한다. 황색 표식은 확인할 조건이며 확정 원인·실패 결과가 아니다. Native animation·Live 실행에 의존하지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7–9분은 마음속 성찰, 9–16분은 선택적 Q&amp;A다. 조건과 근거를 확인하는 질문으로 답하고 특정 도구 추가나 담당 배정을 정답으로 주지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“다음 작업에도 맞게 일하도록 근거를 확인하고 기준을 검토하는 것이 이번 ACT의 요점입니다. 이제 전체 교육에서 어떤 문제에 대응해 왔는지는 다음 장에서 한 번에 연결하겠습니다.” ACT5 S86으로 이동한다.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0–7 Case7분, 7–9 Reflection2분, 9–16 Q&amp;A7분, 16–20 Transition4분=20분. 16분 Cutoff: “이 질문은 여기까지 정리하고, 근거를 확인해 기준을 검토한다는 판단으로 마무리하겠습니다.” 마지막4분은 ACT4 적용 질문의 마무리이며 S86의 전체 여정을 반복하지 않는다. 실제20분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정적 PPT/PNG가 기본 경로다. Q&amp;A가 없으면 ①“GPU가 달라졌다는 것 외에 비교 전에 확인할 조건은 무엇일까요?” ②“장치가 달라도 지킬 출력·동작은 무엇일까요?” ③“반복되는 점검을 다음 작업에도 유지하려면 어떤 지침·검증 기준을 다시 볼까요?”를 순서대로 선택해 해설한다. 실제 원인·명령·성능 수치를 만들지 않는다. 파일은 production/preview/act4/S85.png 및 production/preview/full/S85.png다.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문제에 맞춰, 일하는 방식을 넓혔다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답을 구하던 출발점에서 요청의 모호함, 프로젝트 설명 반복, 수행 절차 반복, 조건 변화에 대응하며 Prompt·Context·Harness·Loop를 필요에 따라 더했다. 앞의 방식이 사라지는 필수 성숙도 순서가 아니다.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S85가 닫은 검증 조건·유지 판단에서 전체 여정으로 시야를 넓힌다. 이번 장은 학습자 수준 평가나 새 성찰 시간이 아니라 문제와 대응의 회수다.</a:t>
            </a:r>
          </a:p>
          <a:p xmlns:a="http://schemas.openxmlformats.org/drawingml/2006/main">
            <a:r>
              <a:t>2. (0:30–2:45 / Lecture) 다섯 열을 왼쪽부터 읽는다. Chatbot은 답을 구하던 출발점, 요청이 모호하면 이번 작업 구체화, 설명을 반복하면 프로젝트 지식 출처, 절차를 반복하면 일하는 환경, 조건이 달라지면 근거를 확인한 시스템 개선이다. 이미 다룬 문제만 한 문장씩 회수한다.</a:t>
            </a:r>
          </a:p>
          <a:p xmlns:a="http://schemas.openxmlformats.org/drawingml/2006/main">
            <a:r>
              <a:t>3. (2:45–4:00 / Lecture) 필요한 대응이 더해졌고 모든 프로젝트가 같은 순서로 이동하거나 모든 구성요소를 도입할 필요는 없다고 한정한다. 다음 S87은 이 전체 모델 가운데 실제 Product 이력만 별도로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문제 범위에 맞춘 대응과 고정된 기능 성숙도 평가를 구분한다.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S91/S92에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실제 Demo는 문제에 맞춰 바뀌었다</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제품 변경을 crop 경계 수정, 프로젝트 지침·상세 문서 정리, 재사용 Skill·검증의 세 시간순 묶음으로 회고한다. 일곱 Git State는 모두 유지하며 Loop의 가상 사례·실제 제작 기록은 Product 이력에 합치지 않는다.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상단의 제품 저장소에서 확인한 변화만이라는 범위를 읽는다. 왼쪽 문제와 오른쪽 변경을 위에서 아래로 세 묶음으로 연결한다. 세 묶음은 새 Git State가 아니라 일곱 기존 State를 읽기 쉽게 모은 설명이다.</a:t>
            </a:r>
          </a:p>
          <a:p xmlns:a="http://schemas.openxmlformats.org/drawingml/2006/main">
            <a:r>
              <a:t>2. (1:00–2:30 / VISUAL Demo) 첫째 crop 경계 오류를 끝 좌표 제외 명세에 맞게 고쳤다(STATE-00→STATE-00-FIXED, TRIAL-002/S18). 둘째 지침의 반복·증가를 기본 안내와 상세 문서로 정리했다(STATE-01→STATE-02→STATE-03, TRIAL-003/004/005A/B 및 S43). 셋째 반복 절차를 Skill로 재사용하고 밝기 통계 제품 변경을 검증했다(STATE-04→STATE-04-PERF, TRIAL-008/S58). 각 변화와 문제의 연결만 회수하고 수치·전체 코드·개별 Trial을 다시 읽지 않는다.</a:t>
            </a:r>
          </a:p>
          <a:p xmlns:a="http://schemas.openxmlformats.org/drawingml/2006/main">
            <a:r>
              <a:t>3. (2:30–3:00 / VISUAL Demo) Product endpoint는 STATE-04-PERF다. Loop는 앞 ACT에서 분리한 가상 지침 사례와 실제 교육 제작의 평가·보고 기록에서 보았다. 새 Product State나 성공한 Product Loop를 덧붙이지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TRIAL-002/S18, 지침·문서 재구성은 TRIAL-003/004/005A/B 및 S43, Skill과 제품 성능 검증은 TRIAL-008·STATE-04-PERF/S58에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S18/S43/S58다.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 화면의 세 묶음은 기존 일곱 State의 시간순 요약이며 새 State·실행 캡처가 아니다. Routing 우월성·토큰 절감을 주장하지 않고 성능은 tracemalloc 피크와 해당 코드·입력·환경의 결과로 한정하며 RSS·Harness 단독 인과성으로 확대하지 않는다. 이전 세 발췌의 원본·provenance는 보존한다.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제품 변경 이력과 교육 모델·가상 사례·실제 Meta 이력의 범위를 나누고 bounded Product endpoint를 유지한다.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S87와 production/preview/act5/S87.png를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이번 문제에 필요한 구성만 선택했다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S87의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S89로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S62에서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결과를 수용할지는 사람이 판단한다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S88의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S90에서는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AI가 일할 조건과 확인 경로를 설계한다</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맡길 범위, 프로젝트 지식·재사용 절차, 검증·피드백 경로를 의도적으로 설계·운영하는 방식을 이 교육에서는 AI-Native Development라고 부른다. 새 기능이나 보편 표준의 도입이 아니다.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S89의 사람이 판단할 질문을 이어 받는다. 이번 장은 판단 책임을 다시 나열하지 않고, 판단할 근거가 나올 작업 조건을 설계하는 관점이다.</a:t>
            </a:r>
          </a:p>
          <a:p xmlns:a="http://schemas.openxmlformats.org/drawingml/2006/main">
            <a:r>
              <a:t>2. (0:30–2:20 / Lecture) 가로 세 열을 읽는다. 맡길 범위는 Task boundary(목표·제약·변경 범위), 일할 조건은 Project Context와 Reusable Workflow(프로젝트 지식·재사용 수행 방법), 확인과 피드백은 Verification과 Feedback Loop(검증 근거·다음 작업의 개선)다. 앞에서 배운 다섯 요소를 세 질문으로 묶었으며 새 단계나 필수 도입 순서가 아니다.</a:t>
            </a:r>
          </a:p>
          <a:p xmlns:a="http://schemas.openxmlformats.org/drawingml/2006/main">
            <a:r>
              <a:t>3. (2:20–3:00 / Lecture) 이 설계·운영 방식을 이 과정의 AI-Native Development로 부른다고 이름만 회수한다. 공식·보편 정의 또는 모든 Task의 의무 목록이 아니다. 이제 자신의 반복 마찰 하나를 고르는 S91로 이동한다.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Model capability와 작업 System 설계를 구분하고, 필요한 근거·피드백 경로를 설계한다.</a:t>
            </a:r>
          </a:p>
          <a:p xmlns:a="http://schemas.openxmlformats.org/drawingml/2006/main">
            <a:r>
              <a:t/>
            </a:r>
          </a:p>
          <a:p xmlns:a="http://schemas.openxmlformats.org/drawingml/2006/main">
            <a:r>
              <a:t>**C++ Vision Bridge:**</a:t>
            </a:r>
          </a:p>
          <a:p xmlns:a="http://schemas.openxmlformats.org/drawingml/2006/main">
            <a:r>
              <a:t>다음 S91에서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“이 가운데 내 업무에서 반복해서 막히는 문제 하나는 무엇일까요?”</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내 업무에서는 무엇이 반복해서 막힐까?</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성능 조사·빌드·측정 업무의 반복 마찰을 증상부터 읽고 Task/Context/Workflow/Verification/Feedback 중 가까운 문제 하나를 고른다. 원인 확인 없이 시스템 갱신을 처방하지 않는다.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업무에 비춰 보는 교육용 질문임을 밝힌다. 성능 조사 범위, 빌드·동작 명세·장치 조건, 분석·변경·측정·회귀 확인을 앞의 Demo와 같은 engineering 관점으로 연결한다. 실제 회사 사건이나 검증된 절차가 아니다.</a:t>
            </a:r>
          </a:p>
          <a:p xmlns:a="http://schemas.openxmlformats.org/drawingml/2006/main">
            <a:r>
              <a:t>2. (1:00–3:00 / Transition) A–E의 가운데 증상을 먼저 읽고 오른쪽 분류를 보조로 연결한다. A 요청 범위, B 반복하는 프로젝트 사실, C 반복 수행 방법, D 완료 판단의 검사 기준, E 반복 실패의 원인·기준 재검토다. 다섯 항목은 같은 수준의 적용 후보이지 순서가 아니다.</a:t>
            </a:r>
          </a:p>
          <a:p xmlns:a="http://schemas.openxmlformats.org/drawingml/2006/main">
            <a:r>
              <a:t>3. (3:00–5:00 / Transition) 자기 업무와 가까운 문제 하나만 마음속으로 떠올리게 한다. E는 실패가 반복됐으니 무조건 시스템을 바꾸라는 뜻이 아니라 기록·원인·기준을 다시 보는 출발점이다. S92에서 같은 글자의 다음 행동과 확인 근거를 생각하게 한다. 새 분류 이론·Demo를 열지 않는다.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반복 비용과 위험·확인 근거에 맞는 적용 지점을 고르고, 원인 확인과 시스템 변경을 분리한다.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S92의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고른 문제에서, 다음 행동 하나로</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S91에서 고른 A–E의 문제를 같은 글자의 작은 다음 행동으로 이어 받고, 무엇이 달라졌는지 볼 확인 근거 하나를 개인적으로 생각한다. 다섯 행동을 모두 수행하거나 약속할 필요는 없다.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S91에서 마음속으로 고른 같은 글자의 행동만 생각하도록 안내한다. A 목표·변경 범위를 요청에 적기, B 반복 사실의 출처·검토자, C 절차를 둘 곳·갱신자, D 완료 판단 검사, E 반복 실패의 기록·원인 대조다. 모든 항목을 도입하는 목록이 아니다.</a:t>
            </a:r>
          </a:p>
          <a:p xmlns:a="http://schemas.openxmlformats.org/drawingml/2006/main">
            <a:r>
              <a:t>2. (1:00–2:00 / Lecture) 오른쪽의 확인 근거 질문을 읽는다. 무엇이 달라졌는지 어떤 기록으로 볼지 생각한다. 예를 들어 A 목표와 변경 범위 대조, B 원출처와 참조 경로, C 실제 적용 절차 기록, D 명세와 검사 결과, E 원문과 현재 기준을 볼 수 있다. 이는 앞으로 확인할 자료 후보이며 이미 실행하거나 좋아진 결과가 아니다. 원인에 따라 변경하지 않는 선택도 가능하다.</a:t>
            </a:r>
          </a:p>
          <a:p xmlns:a="http://schemas.openxmlformats.org/drawingml/2006/main">
            <a:r>
              <a:t>3. (2:00–4:00 / Reflection) 두 분 동안 선택한 문제→작은 행동→확인 근거를 조용히 마음속으로 연결하게 한다. 답변·기록·발표·제출·실천 약속은 요구하지 않는다. 도구나 문서를 새로 만드는 과제가 아니며 기존 출처로 충분하면 그대로 쓸 수 있다. 2분 뒤 Q&amp;A로 이동한다.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개선 후보를 근거와 유지 위치·검토 책임에 연결하되 원인 미확인 상태의 시스템 변경을 강요하지 않는다.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S91과 같은 글자로 대응한다. 오른쪽은 모든 선택에 공통인 확인 근거 질문이다. 새 Trial이나 실행 결과·성공 판정은 없다. 선택은 마음속으로 하며 화면상 특정 항목을 강제로 선택하지 않는다.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Lecture2분+Reflection2분=4분. S91의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Q&amp;A와 교육 마무리</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S92에서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S86과 같은 용어이며 Question/Task/System을 새 단계로 소개하지 않는다.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S92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9efff92777d40e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1314084386c4aa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883d4b4f3d547c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7622561820d437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3ea7963391341a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412d84d790545d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9C684ED-EE58-46E1-BC1C-548AB8CC99A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FD8956A-BE54-4636-AEA7-E7A96632915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81AA7E2-D049-42A6-96D3-85326F0BC41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F5A42DE-D41C-4E54-B019-4C43B98E2A2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F20E86E-0976-4B96-8BDC-126A66F5022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1C9BA3A-99E7-4F77-913A-30CC8C9CFE8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C49B0A2-78FD-42DD-A489-F8AC5B5D479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7F6874A-CE81-4694-BBC7-260AAFA7EFB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9CAEDCD-C33F-4C69-90AE-E314D29E2D6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2AC5247-E9C8-4CAF-930C-E123CDFE841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49c88736bb14029" /><Relationship Type="http://schemas.openxmlformats.org/officeDocument/2006/relationships/slideLayout" Target="/ppt/slideLayouts/slideLayout1.xml" Id="R85a9ee4c637e4038" /><Relationship Type="http://schemas.openxmlformats.org/officeDocument/2006/relationships/slideLayout" Target="/ppt/slideLayouts/slideLayout2.xml" Id="Rbd360d8e064a4c9c" /><Relationship Type="http://schemas.openxmlformats.org/officeDocument/2006/relationships/slideLayout" Target="/ppt/slideLayouts/slideLayout3.xml" Id="R4e055adecbe34401" /><Relationship Type="http://schemas.openxmlformats.org/officeDocument/2006/relationships/slideLayout" Target="/ppt/slideLayouts/slideLayout4.xml" Id="R5fd42eee0fa548aa" /><Relationship Type="http://schemas.openxmlformats.org/officeDocument/2006/relationships/slideLayout" Target="/ppt/slideLayouts/slideLayout5.xml" Id="Re37924b052af431e" /><Relationship Type="http://schemas.openxmlformats.org/officeDocument/2006/relationships/slideLayout" Target="/ppt/slideLayouts/slideLayout6.xml" Id="R27867a2bf708496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5a9ee4c637e4038"/>
    <p:sldLayoutId xmlns:r="http://schemas.openxmlformats.org/officeDocument/2006/relationships" id="2147483650" r:id="Rbd360d8e064a4c9c"/>
    <p:sldLayoutId xmlns:r="http://schemas.openxmlformats.org/officeDocument/2006/relationships" id="2147483651" r:id="R4e055adecbe34401"/>
    <p:sldLayoutId xmlns:r="http://schemas.openxmlformats.org/officeDocument/2006/relationships" id="2147483652" r:id="R5fd42eee0fa548aa"/>
    <p:sldLayoutId xmlns:r="http://schemas.openxmlformats.org/officeDocument/2006/relationships" id="2147483653" r:id="Re37924b052af431e"/>
    <p:sldLayoutId xmlns:r="http://schemas.openxmlformats.org/officeDocument/2006/relationships" id="2147483654" r:id="R27867a2bf708496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74b1044cf3949f5" /><Relationship Type="http://schemas.openxmlformats.org/officeDocument/2006/relationships/image" Target="/ppt/media/image.png" Id="R09dfe39ec1ff417e" /><Relationship Type="http://schemas.openxmlformats.org/officeDocument/2006/relationships/notesSlide" Target="/ppt/notesSlides/notesSlide1.xml" Id="R64e163efaefd419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4dff35a71794e1a" /><Relationship Type="http://schemas.openxmlformats.org/officeDocument/2006/relationships/notesSlide" Target="/ppt/notesSlides/notesSlide2.xml" Id="Re2494e8b65d44a7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6b3bb1169984a70" /><Relationship Type="http://schemas.openxmlformats.org/officeDocument/2006/relationships/notesSlide" Target="/ppt/notesSlides/notesSlide3.xml" Id="Rd5ce77dac72047d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b04b62e743d47de" /><Relationship Type="http://schemas.openxmlformats.org/officeDocument/2006/relationships/image" Target="/ppt/media/image2.png" Id="R823d2253d76f4de1" /><Relationship Type="http://schemas.openxmlformats.org/officeDocument/2006/relationships/notesSlide" Target="/ppt/notesSlides/notesSlide4.xml" Id="R67820c0e5a8f478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fbe250faebc4bd7" /><Relationship Type="http://schemas.openxmlformats.org/officeDocument/2006/relationships/notesSlide" Target="/ppt/notesSlides/notesSlide5.xml" Id="R89a9bc0c361a412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292c1a8eeff45b9" /><Relationship Type="http://schemas.openxmlformats.org/officeDocument/2006/relationships/notesSlide" Target="/ppt/notesSlides/notesSlide6.xml" Id="Re6f9ef27d7cc4fc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5906df987724630" /><Relationship Type="http://schemas.openxmlformats.org/officeDocument/2006/relationships/image" Target="/ppt/media/image3.png" Id="R06e0c6c7b77a4e34" /><Relationship Type="http://schemas.openxmlformats.org/officeDocument/2006/relationships/notesSlide" Target="/ppt/notesSlides/notesSlide7.xml" Id="R5166d2a2f3ed443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4d48f2628a84baf" /><Relationship Type="http://schemas.openxmlformats.org/officeDocument/2006/relationships/notesSlide" Target="/ppt/notesSlides/notesSlide8.xml" Id="R940b6f8ceea444f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4a041ca0fb3499c" /><Relationship Type="http://schemas.openxmlformats.org/officeDocument/2006/relationships/image" Target="/ppt/media/image4.png" Id="R643f0679fe194354" /><Relationship Type="http://schemas.openxmlformats.org/officeDocument/2006/relationships/image" Target="/ppt/media/image5.png" Id="Rfbf1c6028737459b" /><Relationship Type="http://schemas.openxmlformats.org/officeDocument/2006/relationships/image" Target="/ppt/media/image6.png" Id="R649bd41b53f743d2" /><Relationship Type="http://schemas.openxmlformats.org/officeDocument/2006/relationships/notesSlide" Target="/ppt/notesSlides/notesSlide9.xml" Id="Rfffd622700844f8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a8c605ac23242e7" /><Relationship Type="http://schemas.openxmlformats.org/officeDocument/2006/relationships/notesSlide" Target="/ppt/notesSlides/notesSlide10.xml" Id="R852e46fa88fe422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ea6dc37f1a4438f" /><Relationship Type="http://schemas.openxmlformats.org/officeDocument/2006/relationships/image" Target="/ppt/media/image7.png" Id="Rd00ab7a7f74f43c8" /><Relationship Type="http://schemas.openxmlformats.org/officeDocument/2006/relationships/image" Target="/ppt/media/image8.png" Id="Rcbb93e03107c49ab" /><Relationship Type="http://schemas.openxmlformats.org/officeDocument/2006/relationships/image" Target="/ppt/media/image9.png" Id="Rccbf6d83b4d54e1f" /><Relationship Type="http://schemas.openxmlformats.org/officeDocument/2006/relationships/notesSlide" Target="/ppt/notesSlides/notesSlide11.xml" Id="Re4da404aa4394db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2108063a10540a2" /><Relationship Type="http://schemas.openxmlformats.org/officeDocument/2006/relationships/image" Target="/ppt/media/image10.png" Id="R99e99d4fc50c497e" /><Relationship Type="http://schemas.openxmlformats.org/officeDocument/2006/relationships/notesSlide" Target="/ppt/notesSlides/notesSlide12.xml" Id="R7b441ea6c3024ee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7f6a1bef73c4553" /><Relationship Type="http://schemas.openxmlformats.org/officeDocument/2006/relationships/image" Target="/ppt/media/image11.png" Id="Ree75112b40464bb2" /><Relationship Type="http://schemas.openxmlformats.org/officeDocument/2006/relationships/notesSlide" Target="/ppt/notesSlides/notesSlide13.xml" Id="Rb70c349d6729438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f4403ac0d824e4f" /><Relationship Type="http://schemas.openxmlformats.org/officeDocument/2006/relationships/notesSlide" Target="/ppt/notesSlides/notesSlide14.xml" Id="Raa0af3071cc2429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a62a0b7aacb4707" /><Relationship Type="http://schemas.openxmlformats.org/officeDocument/2006/relationships/notesSlide" Target="/ppt/notesSlides/notesSlide15.xml" Id="R77942f73c427480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5be3bb574f5426a" /><Relationship Type="http://schemas.openxmlformats.org/officeDocument/2006/relationships/notesSlide" Target="/ppt/notesSlides/notesSlide16.xml" Id="R8d17ef94793e424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e9c9af3a2094d57" /><Relationship Type="http://schemas.openxmlformats.org/officeDocument/2006/relationships/notesSlide" Target="/ppt/notesSlides/notesSlide17.xml" Id="Rc8e23bf56ef14e1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383fd790f3445df" /><Relationship Type="http://schemas.openxmlformats.org/officeDocument/2006/relationships/notesSlide" Target="/ppt/notesSlides/notesSlide18.xml" Id="R2049d17b99d8434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0b52aa041324ab4" /><Relationship Type="http://schemas.openxmlformats.org/officeDocument/2006/relationships/notesSlide" Target="/ppt/notesSlides/notesSlide19.xml" Id="R73e5760dcc16485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13c787736ad4b71" /><Relationship Type="http://schemas.openxmlformats.org/officeDocument/2006/relationships/notesSlide" Target="/ppt/notesSlides/notesSlide20.xml" Id="R3fb87915cc7c468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c861cf3110e44f8" /><Relationship Type="http://schemas.openxmlformats.org/officeDocument/2006/relationships/notesSlide" Target="/ppt/notesSlides/notesSlide21.xml" Id="R4a41ce32d1694b4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340c81552e9432d" /><Relationship Type="http://schemas.openxmlformats.org/officeDocument/2006/relationships/notesSlide" Target="/ppt/notesSlides/notesSlide22.xml" Id="R384797c66a1842c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927ac4c0443c4c2d" /><Relationship Type="http://schemas.openxmlformats.org/officeDocument/2006/relationships/notesSlide" Target="/ppt/notesSlides/notesSlide23.xml" Id="R4548c47a710a4a0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bd86f3f2e824fa6" /><Relationship Type="http://schemas.openxmlformats.org/officeDocument/2006/relationships/notesSlide" Target="/ppt/notesSlides/notesSlide24.xml" Id="R5aa46a1446b14cc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81bcd7b866a64fe0" /><Relationship Type="http://schemas.openxmlformats.org/officeDocument/2006/relationships/notesSlide" Target="/ppt/notesSlides/notesSlide25.xml" Id="R265a92b23e2643c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04caa552370a47ff" /><Relationship Type="http://schemas.openxmlformats.org/officeDocument/2006/relationships/notesSlide" Target="/ppt/notesSlides/notesSlide26.xml" Id="R1563e8cd6b5c42d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4199755de8e346fc" /><Relationship Type="http://schemas.openxmlformats.org/officeDocument/2006/relationships/notesSlide" Target="/ppt/notesSlides/notesSlide27.xml" Id="Rac8d39d318924ae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96fba408ad4b4ffd" /><Relationship Type="http://schemas.openxmlformats.org/officeDocument/2006/relationships/notesSlide" Target="/ppt/notesSlides/notesSlide28.xml" Id="Rd8d4c08cf3b9437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120b919162b04a43" /><Relationship Type="http://schemas.openxmlformats.org/officeDocument/2006/relationships/notesSlide" Target="/ppt/notesSlides/notesSlide29.xml" Id="Rc3a0c631a2174bd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8b995be4ee8d4649" /><Relationship Type="http://schemas.openxmlformats.org/officeDocument/2006/relationships/notesSlide" Target="/ppt/notesSlides/notesSlide30.xml" Id="R640287a62194411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38f4f927d7284002" /><Relationship Type="http://schemas.openxmlformats.org/officeDocument/2006/relationships/notesSlide" Target="/ppt/notesSlides/notesSlide31.xml" Id="R99eb09b6ca3c444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5045c48243744552" /><Relationship Type="http://schemas.openxmlformats.org/officeDocument/2006/relationships/notesSlide" Target="/ppt/notesSlides/notesSlide32.xml" Id="Rf4727d05522446d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ccc79f732dcc4237" /><Relationship Type="http://schemas.openxmlformats.org/officeDocument/2006/relationships/notesSlide" Target="/ppt/notesSlides/notesSlide33.xml" Id="R31e0142519cf47f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7eaec4aa078f4397" /><Relationship Type="http://schemas.openxmlformats.org/officeDocument/2006/relationships/notesSlide" Target="/ppt/notesSlides/notesSlide34.xml" Id="R8f73ee6d929649d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246fb6ee42f14f29" /><Relationship Type="http://schemas.openxmlformats.org/officeDocument/2006/relationships/image" Target="/ppt/media/image12.png" Id="R7ad8eb6baef74167" /><Relationship Type="http://schemas.openxmlformats.org/officeDocument/2006/relationships/image" Target="/ppt/media/image13.png" Id="Ref4f6e5fa1ee4905" /><Relationship Type="http://schemas.openxmlformats.org/officeDocument/2006/relationships/notesSlide" Target="/ppt/notesSlides/notesSlide35.xml" Id="R623bc9456fae4c7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0bf9be71d8ee411b" /><Relationship Type="http://schemas.openxmlformats.org/officeDocument/2006/relationships/image" Target="/ppt/media/image14.png" Id="R917009cb2260418f" /><Relationship Type="http://schemas.openxmlformats.org/officeDocument/2006/relationships/notesSlide" Target="/ppt/notesSlides/notesSlide36.xml" Id="Ra9bcb768dcfb4aa5"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e12217b7720f4580" /><Relationship Type="http://schemas.openxmlformats.org/officeDocument/2006/relationships/notesSlide" Target="/ppt/notesSlides/notesSlide37.xml" Id="R258c1b28ac7f4f0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0b439a3c53c04ba0" /><Relationship Type="http://schemas.openxmlformats.org/officeDocument/2006/relationships/notesSlide" Target="/ppt/notesSlides/notesSlide38.xml" Id="Ref8dd0f350ae415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5a23c5addb2047c6" /><Relationship Type="http://schemas.openxmlformats.org/officeDocument/2006/relationships/notesSlide" Target="/ppt/notesSlides/notesSlide39.xml" Id="R7efbb0f6253048e2"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31a1acd027274c41" /><Relationship Type="http://schemas.openxmlformats.org/officeDocument/2006/relationships/notesSlide" Target="/ppt/notesSlides/notesSlide40.xml" Id="Rf4ba79710ad541d0"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5a11604f95684929" /><Relationship Type="http://schemas.openxmlformats.org/officeDocument/2006/relationships/notesSlide" Target="/ppt/notesSlides/notesSlide41.xml" Id="R2c9e7aca73fd4896"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6bec409c7d1d4b3d" /><Relationship Type="http://schemas.openxmlformats.org/officeDocument/2006/relationships/notesSlide" Target="/ppt/notesSlides/notesSlide42.xml" Id="Rf38fe0cf6f8743e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d26eaf0bae3f4f1a" /><Relationship Type="http://schemas.openxmlformats.org/officeDocument/2006/relationships/notesSlide" Target="/ppt/notesSlides/notesSlide43.xml" Id="Rfc5977e8af3644f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ef54c2e6e9b843ce" /><Relationship Type="http://schemas.openxmlformats.org/officeDocument/2006/relationships/notesSlide" Target="/ppt/notesSlides/notesSlide44.xml" Id="Rd567f1af4a7042b0"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3bfbcaad8f1a4a4a" /><Relationship Type="http://schemas.openxmlformats.org/officeDocument/2006/relationships/notesSlide" Target="/ppt/notesSlides/notesSlide45.xml" Id="R1556457b07924f97"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8e535caf1a144acd" /><Relationship Type="http://schemas.openxmlformats.org/officeDocument/2006/relationships/notesSlide" Target="/ppt/notesSlides/notesSlide46.xml" Id="R41aede9896e946c8"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d41f93c405d9451b" /><Relationship Type="http://schemas.openxmlformats.org/officeDocument/2006/relationships/notesSlide" Target="/ppt/notesSlides/notesSlide47.xml" Id="R947fc28681ca4d57"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4362429cc3984407" /><Relationship Type="http://schemas.openxmlformats.org/officeDocument/2006/relationships/notesSlide" Target="/ppt/notesSlides/notesSlide48.xml" Id="R445e94cb3a6c4eac"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da2beb9f91e345c6" /><Relationship Type="http://schemas.openxmlformats.org/officeDocument/2006/relationships/notesSlide" Target="/ppt/notesSlides/notesSlide49.xml" Id="R7c5490211eaf4ac9"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2380153e3d7a4fd7" /><Relationship Type="http://schemas.openxmlformats.org/officeDocument/2006/relationships/image" Target="/ppt/media/image15.png" Id="R04a403b498624a9c" /><Relationship Type="http://schemas.openxmlformats.org/officeDocument/2006/relationships/image" Target="/ppt/media/image16.png" Id="R6463268361304f62" /><Relationship Type="http://schemas.openxmlformats.org/officeDocument/2006/relationships/notesSlide" Target="/ppt/notesSlides/notesSlide50.xml" Id="Rda97af4c76174e0e"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124852be4aae4690" /><Relationship Type="http://schemas.openxmlformats.org/officeDocument/2006/relationships/notesSlide" Target="/ppt/notesSlides/notesSlide51.xml" Id="R6a509b4196c34d9a"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1b6660df6f5b4918" /><Relationship Type="http://schemas.openxmlformats.org/officeDocument/2006/relationships/notesSlide" Target="/ppt/notesSlides/notesSlide52.xml" Id="Rb809db8dc61440c9"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a08063cc2fdd4733" /><Relationship Type="http://schemas.openxmlformats.org/officeDocument/2006/relationships/notesSlide" Target="/ppt/notesSlides/notesSlide53.xml" Id="R70f13280fd2049a8"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d058e6e8c6154235" /><Relationship Type="http://schemas.openxmlformats.org/officeDocument/2006/relationships/notesSlide" Target="/ppt/notesSlides/notesSlide54.xml" Id="R378b1c3acd9e4189"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08d5a659658b4b72" /><Relationship Type="http://schemas.openxmlformats.org/officeDocument/2006/relationships/notesSlide" Target="/ppt/notesSlides/notesSlide55.xml" Id="R3c38b40cbca841b1"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2361646b7acb4602" /><Relationship Type="http://schemas.openxmlformats.org/officeDocument/2006/relationships/notesSlide" Target="/ppt/notesSlides/notesSlide56.xml" Id="Ree16bbb260924721"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a23f498535fe4069" /><Relationship Type="http://schemas.openxmlformats.org/officeDocument/2006/relationships/notesSlide" Target="/ppt/notesSlides/notesSlide57.xml" Id="R349929c37bba4f7b"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5671e16cd5fd418c" /><Relationship Type="http://schemas.openxmlformats.org/officeDocument/2006/relationships/chart" Target="/ppt/slides/charts/chart1.xml" Id="R2ffe1554468c402a" /><Relationship Type="http://schemas.openxmlformats.org/officeDocument/2006/relationships/notesSlide" Target="/ppt/notesSlides/notesSlide58.xml" Id="Rff3fdd7566ff477f"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77f2860a69014e33" /><Relationship Type="http://schemas.openxmlformats.org/officeDocument/2006/relationships/notesSlide" Target="/ppt/notesSlides/notesSlide59.xml" Id="R12b86aa3e2274cc2"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8a8e3e89f0444ea9" /><Relationship Type="http://schemas.openxmlformats.org/officeDocument/2006/relationships/notesSlide" Target="/ppt/notesSlides/notesSlide60.xml" Id="Rb651764a0b654c92"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0e6c58f56cfe45ad" /><Relationship Type="http://schemas.openxmlformats.org/officeDocument/2006/relationships/notesSlide" Target="/ppt/notesSlides/notesSlide61.xml" Id="R5ced83c4d49440d1"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e40d8082f0514734" /><Relationship Type="http://schemas.openxmlformats.org/officeDocument/2006/relationships/notesSlide" Target="/ppt/notesSlides/notesSlide62.xml" Id="R5e417e2151434f54"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0d6afe2d23194201" /><Relationship Type="http://schemas.openxmlformats.org/officeDocument/2006/relationships/notesSlide" Target="/ppt/notesSlides/notesSlide63.xml" Id="Rf49754f757a94080"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ad405772389f4d50" /><Relationship Type="http://schemas.openxmlformats.org/officeDocument/2006/relationships/notesSlide" Target="/ppt/notesSlides/notesSlide64.xml" Id="R7bafb0601b6b4d8a"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dee5ca160d40494a" /><Relationship Type="http://schemas.openxmlformats.org/officeDocument/2006/relationships/notesSlide" Target="/ppt/notesSlides/notesSlide65.xml" Id="Rcca6981abde542db"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01ac39722fb24a96" /><Relationship Type="http://schemas.openxmlformats.org/officeDocument/2006/relationships/image" Target="/ppt/media/image17.png" Id="R5eef0dc7d1ad470c" /><Relationship Type="http://schemas.openxmlformats.org/officeDocument/2006/relationships/notesSlide" Target="/ppt/notesSlides/notesSlide66.xml" Id="Rc846097ec780450e"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96a24426c79c4c33" /><Relationship Type="http://schemas.openxmlformats.org/officeDocument/2006/relationships/notesSlide" Target="/ppt/notesSlides/notesSlide67.xml" Id="R6c6c758ce7924874"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366147636ffb4201" /><Relationship Type="http://schemas.openxmlformats.org/officeDocument/2006/relationships/notesSlide" Target="/ppt/notesSlides/notesSlide68.xml" Id="Rab2b768178e64166"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fe5cae95bb904578" /><Relationship Type="http://schemas.openxmlformats.org/officeDocument/2006/relationships/notesSlide" Target="/ppt/notesSlides/notesSlide69.xml" Id="R849ca04ae17e433c"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d3d7ddcbe98b4ade" /><Relationship Type="http://schemas.openxmlformats.org/officeDocument/2006/relationships/notesSlide" Target="/ppt/notesSlides/notesSlide70.xml" Id="R0bd0d1cbd9c44d09"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753e29025c0d4bda" /><Relationship Type="http://schemas.openxmlformats.org/officeDocument/2006/relationships/notesSlide" Target="/ppt/notesSlides/notesSlide71.xml" Id="Rad129bb64e9548d5"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0353b444b53e4133" /><Relationship Type="http://schemas.openxmlformats.org/officeDocument/2006/relationships/notesSlide" Target="/ppt/notesSlides/notesSlide72.xml" Id="R02a49c10d2874af1"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52dc5d9816e94e29" /><Relationship Type="http://schemas.openxmlformats.org/officeDocument/2006/relationships/notesSlide" Target="/ppt/notesSlides/notesSlide73.xml" Id="Raec4c096f95240e5"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4417df0d77424fb4" /><Relationship Type="http://schemas.openxmlformats.org/officeDocument/2006/relationships/notesSlide" Target="/ppt/notesSlides/notesSlide74.xml" Id="Rcfa7430b90304deb"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45125f47468e4a41" /><Relationship Type="http://schemas.openxmlformats.org/officeDocument/2006/relationships/notesSlide" Target="/ppt/notesSlides/notesSlide75.xml" Id="R565890024b5f4f24"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3496f6dee70d4954" /><Relationship Type="http://schemas.openxmlformats.org/officeDocument/2006/relationships/notesSlide" Target="/ppt/notesSlides/notesSlide76.xml" Id="Rdb91c259b7844a42"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b07d2d8d92254fab" /><Relationship Type="http://schemas.openxmlformats.org/officeDocument/2006/relationships/notesSlide" Target="/ppt/notesSlides/notesSlide77.xml" Id="Rbf5356c24b904266"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098c8664614741f0" /><Relationship Type="http://schemas.openxmlformats.org/officeDocument/2006/relationships/notesSlide" Target="/ppt/notesSlides/notesSlide78.xml" Id="R48f50eba25c74643"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9e04f221519d4fbe" /><Relationship Type="http://schemas.openxmlformats.org/officeDocument/2006/relationships/notesSlide" Target="/ppt/notesSlides/notesSlide79.xml" Id="R31d2c4313e014159"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9ea4822abc944832" /><Relationship Type="http://schemas.openxmlformats.org/officeDocument/2006/relationships/notesSlide" Target="/ppt/notesSlides/notesSlide80.xml" Id="R303c3a83405c4434"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83adb7c157e24858" /><Relationship Type="http://schemas.openxmlformats.org/officeDocument/2006/relationships/notesSlide" Target="/ppt/notesSlides/notesSlide81.xml" Id="Ra8059f3a26104754"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901f3fae59b94105" /><Relationship Type="http://schemas.openxmlformats.org/officeDocument/2006/relationships/notesSlide" Target="/ppt/notesSlides/notesSlide82.xml" Id="R9361df00516943ce"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a9dc280e6f60498d" /><Relationship Type="http://schemas.openxmlformats.org/officeDocument/2006/relationships/notesSlide" Target="/ppt/notesSlides/notesSlide83.xml" Id="R1d9070ca09c744ca"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9671101d0f224660" /><Relationship Type="http://schemas.openxmlformats.org/officeDocument/2006/relationships/notesSlide" Target="/ppt/notesSlides/notesSlide84.xml" Id="R185054d8a2e34642"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38c7a77a575846df" /><Relationship Type="http://schemas.openxmlformats.org/officeDocument/2006/relationships/image" Target="/ppt/media/image18.png" Id="Re8736aa4f7c54610" /><Relationship Type="http://schemas.openxmlformats.org/officeDocument/2006/relationships/notesSlide" Target="/ppt/notesSlides/notesSlide85.xml" Id="Rc606854ab0fc4026"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733fc4cbde2642db" /><Relationship Type="http://schemas.openxmlformats.org/officeDocument/2006/relationships/notesSlide" Target="/ppt/notesSlides/notesSlide86.xml" Id="Rc686abf725194038"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1ed41748be2e4c52" /><Relationship Type="http://schemas.openxmlformats.org/officeDocument/2006/relationships/notesSlide" Target="/ppt/notesSlides/notesSlide87.xml" Id="R81d1ace506cb47f4"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5b1360862dfc40ce" /><Relationship Type="http://schemas.openxmlformats.org/officeDocument/2006/relationships/notesSlide" Target="/ppt/notesSlides/notesSlide88.xml" Id="R835033700d0b4367"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138d1cd6dfd04233" /><Relationship Type="http://schemas.openxmlformats.org/officeDocument/2006/relationships/notesSlide" Target="/ppt/notesSlides/notesSlide89.xml" Id="Ra41b31cca73542dd"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bd70ba3664d94bf4" /><Relationship Type="http://schemas.openxmlformats.org/officeDocument/2006/relationships/notesSlide" Target="/ppt/notesSlides/notesSlide90.xml" Id="R9089c9b0eadc4254"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6cbfc2df9c634b5d" /><Relationship Type="http://schemas.openxmlformats.org/officeDocument/2006/relationships/notesSlide" Target="/ppt/notesSlides/notesSlide91.xml" Id="Rfa44d43fe9534ee4"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3c3725c8e8b54b89" /><Relationship Type="http://schemas.openxmlformats.org/officeDocument/2006/relationships/notesSlide" Target="/ppt/notesSlides/notesSlide92.xml" Id="Rfbd16901b34f494d"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11e2d7a08de84f18" /><Relationship Type="http://schemas.openxmlformats.org/officeDocument/2006/relationships/notesSlide" Target="/ppt/notesSlides/notesSlide93.xml" Id="Rd9c683a7553b4ad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6D9D7116-99F1-4CAF-8AE1-F2EF628C9D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E9F819B0-6E02-496A-82CA-E2FFB64295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A295DCF5-C4B4-4B30-9E23-E4A8DEADD1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7A237E5C-94A6-42DC-8AA3-5A73FD3656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A969ECBA-339C-45BE-977E-95338CA4A3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5B7011AA-0E64-40B4-AC00-23BBDEC51E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5D40ADE9-808A-4B5D-A4FC-FA4150A66EA4}"/>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F35E53A8-E77B-48C3-8ED9-B4BE05B94583}"/>
              </a:ext>
            </a:extLst>
          </p:cNvPr>
          <p:cNvPicPr>
            <a:picLocks xmlns:a="http://schemas.openxmlformats.org/drawingml/2006/main" noChangeAspect="1"/>
          </p:cNvPicPr>
          <p:nvPr/>
        </p:nvPicPr>
        <p:blipFill>
          <a:blip xmlns:r="http://schemas.openxmlformats.org/officeDocument/2006/relationships" xmlns:a="http://schemas.openxmlformats.org/drawingml/2006/main" r:embed="R09dfe39ec1ff417e"/>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B98800C1-8E74-4DA1-8194-9AB50837161E}"/>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B8F9F18F-7D58-4E28-B332-ED601AE9A100}"/>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CD5D8ADA-B3A4-4050-858A-0E5E4E62EB6B}"/>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217EF8B0-F15B-4D73-85CD-45B6EFB82E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70408160"/>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3D437685-F841-4706-99EF-7A71196C31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0976E2AC-2CCB-49CC-A794-7E92248A19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48D4EFBA-80CC-4B05-9B9E-44B66DDC2C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8648665C-4711-4A3C-BE09-6282B9A9C5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D97B3250-811D-4AC2-BE33-CC49488638E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8D0EB4AE-76C3-41E5-BCA0-F8B8152520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A1DEB7A4-101E-44C3-B54A-4E00F918F3F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CC2DA072-E3F5-4DE2-AE3B-ECC2D2EAD02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70091477-8127-4C6A-8CC2-F5EE7A97EF5B}"/>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8B515873-06EA-4488-9A8C-5486F156E398}"/>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75C4ED3-6EDA-415D-B417-536D46106B14}"/>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08820191-1089-4A91-A6C8-8E938F1F825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E70E2E8E-4B9A-4172-93AE-61333BDA9A8A}"/>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65AF0AFE-AF40-4D50-8770-25D10F6E1613}"/>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257ACB18-36D1-4306-BB8A-0B821769DF49}"/>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45FDE226-57FF-4BF8-A865-1ED9B1043FB1}"/>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4B009287-77A9-4163-A0ED-50A9E1E1A04D}"/>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EDA0F6C0-F631-4F60-9F4D-A51D97341BBE}"/>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09C587F6-6664-41F5-AD48-68879FE40C29}"/>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4EAF367A-248F-447A-82B8-4B5E798B3AFF}"/>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0B39941-DBB4-44DF-A3BF-E6BB43BAFDDF}"/>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EB3E4B5-0A43-4612-AB2A-E04B39395190}"/>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BFC02BA0-0013-4CFE-BEF4-18E4421EE13B}"/>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8D66CDBE-F5FE-44F3-82F9-119DCB52890A}"/>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8CC29C8-0FC2-4D80-B99F-8C06560E9D4B}"/>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0EEF2C0E-BD5F-4469-B1C2-4FEAF364D8D9}"/>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F4B5B0D-509E-41DC-BD16-55732C6D14C1}"/>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1718B535-284E-40EB-96AF-4D2484481876}"/>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9F9931C-C321-4CE3-829D-05A74D4AECF5}"/>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5551CCD3-F0AB-452C-A8EF-FD6A2ABC0D40}"/>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5E12DC09-6199-4CD9-8CAD-D0613A1BD5E4}"/>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EBF33034-6B4A-41F5-8B9C-2CC610D98E0D}"/>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3DB1C150-57BE-41C4-B65D-76AABE1D92A9}"/>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A81F2B14-7251-44B0-B3A8-FA1AEF603F51}"/>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5A2CBEBB-1CDC-4BFC-9B05-6993982A51FB}"/>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D3F2583C-0A4D-4DD4-85BD-AC6C8884287A}"/>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856D85D4-020D-4DB4-87BB-EC02C880364C}"/>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0B12EBD1-1A0A-48A0-97CD-2B75B8CB7B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698188773"/>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13031CDA-CAE2-491B-A1EC-0E4EFE9D14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8D264FF4-5496-4C83-ABB2-F1E6A8EDE3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335CD82F-9649-48CD-BB9C-4A9099665F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2A6249BF-2655-48C4-81AC-BD34E9455B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6DC7A338-4181-4209-8566-FDA4783CC2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EA59648E-D22F-46EE-81B7-FD56D17D13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313C3A8D-CC65-4355-916F-A72F5489DB73}"/>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F7B6E2F-EBF9-4863-89EE-B1CEC62C6298}"/>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88298DCD-3F9C-47E4-8CDF-2BD941FB09A3}"/>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A18D2D6-3A5F-4B32-9DF1-0CD18C2C7733}"/>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A78C6E14-EE65-4BB4-BEAE-5426CF3CC9AC}"/>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22D81F35-5295-4BC6-B194-C1EE96AA1742}"/>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78A3D474-9C37-4F2B-95C9-916758F889A2}"/>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AF6A0224-8966-42C6-9B1E-910C6307C0A1}"/>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C8E1EABD-65E2-41F8-9960-203A76198B7A}"/>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26966D0D-AADE-44DD-AF1C-AADBDA843DF1}"/>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AD786EF5-89A3-44BC-804A-EEB58FEC44FD}"/>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1C55205A-738A-412F-9CBA-1697D52FE254}"/>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895155C0-FF59-4988-92AD-E4AD8E7A66BA}"/>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D7561242-9069-4F24-B5F1-41301A6F34BE}"/>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6B76302A-8D5E-4F96-A2AB-750F4F8E5752}"/>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E8459FCD-B7E0-4254-AABF-72A4EC31208F}"/>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7E3F4139-2CCD-4CDA-A78A-D6EF1A98AD82}"/>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462EB5A-8614-4F64-BCDD-01163309FE14}"/>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7BCE329-4901-4B06-922E-FB98CE447B45}"/>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47D2D5BE-E8EB-4213-8DE0-89236D14015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9BCC8C52-FA01-4F8E-8F5D-D1D7FBB12C9E}"/>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1C596ABA-D825-4E03-9D77-E255F58EF327}"/>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BABDC2A5-40AF-443D-B65C-48A2E335E7AF}"/>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5E93E518-8285-478D-8C11-59F8F73072FF}"/>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582A711-44B5-484C-B204-D87A491D5A5B}"/>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F60161CE-4CF7-4C52-8AFA-B1E979131CE5}"/>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2C65890B-749C-4400-BAD5-44C094E46B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127767825"/>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B354FBDD-360A-4C29-8652-AAA6C2C5227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3F9A782D-8370-4D13-B3E4-B8E63D8183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79714553-A5C0-4101-BFA8-FCCD6DF3D7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87ADB72F-EBC7-447D-BE24-1DD863F32D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62C1B6A3-0D0E-470F-A3F3-033968BE7F1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6124B79E-AFBD-4001-8AD3-898616C99F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986A8C9A-FD0F-4991-9BA8-16FE1C5DBA5F}"/>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26881E05-AB66-4AF1-9A59-772C324CE2F6}"/>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E52B4FAD-6A07-4879-8140-95D32635A6D5}"/>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C794710B-B5F2-4A68-B300-89DBD4B45AC0}"/>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E2DA2F9B-A5AB-4F7B-8C75-9CD2E0AE6195}"/>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0F9A0E94-AC0B-459C-B6D4-C80703DB6E33}"/>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63ACE2A-8F86-42DA-93CB-84B60C577F9E}"/>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320D710D-59C2-4E69-8AB6-6DA7846520F2}"/>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C5D663BB-ABC2-43A1-B7A7-542E71C02C93}"/>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648C7F0-BED5-4CF7-AE00-2F12700EB799}"/>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DE109E3D-8DF0-4D58-925C-AC64DB31F108}"/>
              </a:ext>
            </a:extLst>
          </p:cNvPr>
          <p:cNvPicPr>
            <a:picLocks xmlns:a="http://schemas.openxmlformats.org/drawingml/2006/main" noChangeAspect="1"/>
          </p:cNvPicPr>
          <p:nvPr/>
        </p:nvPicPr>
        <p:blipFill>
          <a:blip xmlns:r="http://schemas.openxmlformats.org/officeDocument/2006/relationships" xmlns:a="http://schemas.openxmlformats.org/drawingml/2006/main" r:embed="R823d2253d76f4de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A3100A4-30A9-4D9B-B7D3-7BA4C02DBCD2}"/>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97038DDB-D449-47AA-8B1A-74157C9258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72791285"/>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3DD76599-2C90-4AE6-9AB0-B2DE50BFD9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F2283473-2CC7-4FE2-AF82-B969EFD7A7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0841AD4F-6773-48AD-B99B-0506E1995B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8217DA82-BCBD-4D5C-BA4F-7CFCCAFFB0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631EB978-8B72-489E-B775-49A576A186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309A2FD5-48EC-4365-979B-226586D04D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6B6A04B1-AAD1-4FE5-8ABE-3B6AA86DC482}"/>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CC6EC30F-2DC1-4F80-866C-D1DEC4613C4C}"/>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E095CC0F-BD0F-48C3-8994-46338A6BE0CE}"/>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8A727D19-96E1-498E-B38F-14840377217C}"/>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7E901B32-AE8F-47BA-92D3-F0DAB2D0CA63}"/>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3E2A6B53-10D0-45B1-B13A-2260C4FFE63B}"/>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758AE4B0-8B0F-489E-937C-5702AE9E2DAD}"/>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39209894-B4CA-4A6E-B45C-D8EA904299D5}"/>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0513B9C6-FA4E-4F63-96CA-D45E274A2367}"/>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73819E94-C163-43C4-AAC6-C7C865D311A9}"/>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3D71BF41-8AC8-4319-B5FB-F9D25312E3E2}"/>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2193CEA2-62BD-4C30-89D5-092094A07553}"/>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655111E3-7590-4BAD-B600-86D30707A732}"/>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D82F4899-B6B2-49BC-A179-F28FB0E26126}"/>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13EE8EBA-EA99-4B31-9B3D-63920E5F6622}"/>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531583D3-19A8-4FDA-9180-CC1FA3F39625}"/>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2DE9FC3A-8398-40BB-B03A-881AE062A9A0}"/>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C07FEB6E-FAD6-4297-A001-566EA846FA3A}"/>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822AD4D1-EBF4-4DD6-8058-9B000A2A8E89}"/>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FE4C06D9-4100-485D-918A-8DC99B086029}"/>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000EF54B-8A0A-4F95-8D92-32B6F83D013D}"/>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946587E8-1D1D-4868-BF08-6A13BE95AE07}"/>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63C2F4B2-344A-453C-901B-D83538B04727}"/>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7AB0CFC3-A95C-4BC5-8D4D-A2914F239C80}"/>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862572DB-65FC-466F-9BB3-7C935F27B7CE}"/>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799E2C8F-A07E-473D-8388-C1473CE37138}"/>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3D1BE662-5047-4006-9DC1-C624FD0DE0B2}"/>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D2E9FE61-2E07-4A78-B6FA-A7DFD1000676}"/>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3CEC3E81-5222-4DA0-B774-26A9EE87A31F}"/>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E06C90C9-8760-4B5B-9935-24EA9C891B7A}"/>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3C7AE71B-B64F-4F5E-BE8B-7870CD0D51C0}"/>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1C709D48-72C0-4CCD-8112-344F80E127B0}"/>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06C25637-10D3-40A0-99B5-65CF3AB26092}"/>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01DD36BF-C57A-4B53-B324-5CA980B4D87A}"/>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2E541427-2748-457D-8B45-4DFAF541B434}"/>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242ED8DB-8B2B-4B28-BAFB-3B30BEBD5741}"/>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239B2687-B8B4-48B5-A524-F25467A9896F}"/>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59099208-3519-4141-B209-4E1FB80FDCC7}"/>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A8959083-10E4-4B98-89C6-1D8640154F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58419062"/>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31E2C37B-9E4E-418C-B993-0C7C15B5FA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7D199420-999A-449A-A89F-69528AF68C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E4BCCFCA-36E8-4190-8D5A-539C9172CD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B6F7A668-7E26-4455-A5C4-C599269815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E6A8C3DF-FA91-45F4-847D-500D22D428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B8552A1E-D68C-411F-B01F-52CDDC3736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53CCFAAB-6AD3-447D-B475-96680A97676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BCD64544-FAD3-403C-8BD3-788B25467085}"/>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1E27DFBC-BF20-457E-BC47-B37C3C781242}"/>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74D08C29-E5E4-4E99-A4BC-F3BA4CDFCA1B}"/>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7561E15D-C115-4409-8BA8-7A36C316F60B}"/>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0DCA0E44-984B-468D-B4C0-CD0EEF01962E}"/>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6EE75E6C-B943-41FD-AF73-1E4B88A45808}"/>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FC005D8B-84A6-4A04-ADA2-B522D720C492}"/>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5D612F27-350C-491D-853D-DEB1D66434D6}"/>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17390C6B-7C60-4BA7-A103-4920F3F122DB}"/>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28E566D6-92D7-4C22-8DF5-B46129A2E0FA}"/>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9B30EF58-8FDB-48B6-AD55-26F85B18DD02}"/>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116A7000-7167-4FF3-92D9-013B3B6A9B36}"/>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5358335B-DDC4-44CA-8C78-6CA24E89EC8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37287997"/>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7069FA60-6874-4694-B123-45EAFD2E8B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6035D0F3-7875-477A-BB3A-8535C2A8A4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1E10FC0F-11A5-4E21-BE13-3E75A87E1DF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F4985055-672D-456F-8A97-9C7506EB84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4B314050-4EB7-4D14-93E0-F51AF75B75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774844D8-CD19-4919-A742-D4BA3DEB83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0AF6EEEB-FC3F-4F36-B107-DF2E42197F57}"/>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CEEEDE89-B1BF-4A3A-8EFB-E1D90C717DFF}"/>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EC1498E3-289C-43AF-9F80-519D942654AE}"/>
              </a:ext>
            </a:extLst>
          </p:cNvPr>
          <p:cNvPicPr>
            <a:picLocks xmlns:a="http://schemas.openxmlformats.org/drawingml/2006/main" noChangeAspect="1"/>
          </p:cNvPicPr>
          <p:nvPr/>
        </p:nvPicPr>
        <p:blipFill>
          <a:blip xmlns:r="http://schemas.openxmlformats.org/officeDocument/2006/relationships" xmlns:a="http://schemas.openxmlformats.org/drawingml/2006/main" r:embed="R06e0c6c7b77a4e34"/>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D6F3082E-8A7C-4C95-8C29-2675F0972A14}"/>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C2D29F3A-7281-4767-86B3-EB5BAED544F0}"/>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B3C18C7A-E714-4061-877E-775F0ECCF248}"/>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E8F94F65-F749-4215-AFAF-0B05622802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17935690"/>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F1DBC606-3C39-4179-B4CF-C3C1E4D10D9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104DE9E4-AD6E-43FF-8756-723A8796F0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1AE59390-753C-4662-B186-E80DEB637A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55115FFB-5E3F-4293-A6C8-B5D16780E5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79212E04-0815-44B4-8633-79DB8FE0EA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3A52DED2-EB8A-4E87-83CB-4B4018EE48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0EF99F42-80DD-437A-984B-4208A2D9B2E0}"/>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0E565C72-A2AB-4F36-B2FA-2517B14D82E9}"/>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32F3804-43A6-405E-904C-11445BF5DE88}"/>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81A4010B-47EC-40B8-A39B-D10E9B6235C1}"/>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6CD46810-C46E-4AD7-86EE-389F98E48ED6}"/>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EE650E88-A079-44C9-82A4-6E18D69097EC}"/>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39F54FF2-DC50-496C-92E5-EF14A081B493}"/>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FCCE3B69-5B81-4BC2-9690-EB92082097C1}"/>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0A4FA5B5-7027-4310-85EE-3B4CED19636F}"/>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689474C8-A313-414F-A0BE-31707C44C652}"/>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9ED39F29-5C19-407A-A7CE-DC5710AE4B0F}"/>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D400524-05DB-4EAD-BFDE-EF77A18E252B}"/>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666126C2-7A1E-4F09-BFD3-9CD67B368FC5}"/>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3C60A995-ADA8-461E-BDC1-86016FD7F591}"/>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9B878CB3-9575-47E1-8F8C-F42447294CC8}"/>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FF5D8CB2-2BBA-494C-8FFF-6E6E3758FB41}"/>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8BE4895D-C31E-4351-9357-855ADAB1F39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BBD34DE2-A630-49E3-B319-1E575C91C9D8}"/>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D8587F40-D236-405A-9884-017BBEB4736E}"/>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727A6A01-39FF-401C-B8F3-D76E3B663E04}"/>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FAADEC8B-7902-4BAF-A746-B61A0B65FC8D}"/>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47F122A0-518A-42DE-A8B1-F2AD1837F1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98205731"/>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AA5A067B-33AF-430E-A11E-6E88CEEFAA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B74AEC3F-1861-4719-94C7-189ACD8981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4E078B54-A58F-4327-932D-51791C9FA8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003AA9F7-E7DB-4C93-B426-FCA839E95C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422FFCBC-A339-4C4A-884D-54A73E9F9A3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166865A7-AB7C-4CDE-8BEC-4A90F194CE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D5CC9694-A4C1-481A-97F8-9A74DE4114B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A100521-40EB-4FBA-A8D4-2008624292B4}"/>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52887CFB-9BB6-460F-8AC7-1E3EFAE2DBC4}"/>
              </a:ext>
            </a:extLst>
          </p:cNvPr>
          <p:cNvPicPr>
            <a:picLocks xmlns:a="http://schemas.openxmlformats.org/drawingml/2006/main" noChangeAspect="1"/>
          </p:cNvPicPr>
          <p:nvPr/>
        </p:nvPicPr>
        <p:blipFill>
          <a:blip xmlns:r="http://schemas.openxmlformats.org/officeDocument/2006/relationships" xmlns:a="http://schemas.openxmlformats.org/drawingml/2006/main" r:embed="R643f0679fe194354"/>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15F5C5E4-9C92-4EF8-BA4E-E4FEDC8ACA82}"/>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1BECD9A3-7935-4D91-9FEB-F977094DE62B}"/>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6F0842E-1BBA-4563-B34F-9E6EC96C980A}"/>
              </a:ext>
            </a:extLst>
          </p:cNvPr>
          <p:cNvPicPr>
            <a:picLocks xmlns:a="http://schemas.openxmlformats.org/drawingml/2006/main" noChangeAspect="1"/>
          </p:cNvPicPr>
          <p:nvPr/>
        </p:nvPicPr>
        <p:blipFill>
          <a:blip xmlns:r="http://schemas.openxmlformats.org/officeDocument/2006/relationships" xmlns:a="http://schemas.openxmlformats.org/drawingml/2006/main" r:embed="Rfbf1c6028737459b"/>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CEB8CA89-E79E-4277-8ACA-BE361BB20264}"/>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96439F1B-0270-435A-A176-8150135C0308}"/>
              </a:ext>
            </a:extLst>
          </p:cNvPr>
          <p:cNvPicPr>
            <a:picLocks xmlns:a="http://schemas.openxmlformats.org/drawingml/2006/main" noChangeAspect="1"/>
          </p:cNvPicPr>
          <p:nvPr/>
        </p:nvPicPr>
        <p:blipFill>
          <a:blip xmlns:r="http://schemas.openxmlformats.org/officeDocument/2006/relationships" xmlns:a="http://schemas.openxmlformats.org/drawingml/2006/main" r:embed="R649bd41b53f743d2"/>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7343293-7E4B-4CAE-BE85-C6AF4562ACBA}"/>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608C4D46-8753-42F2-8A44-123F14ABCD2B}"/>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6BF14350-AA7A-452E-A241-615A2E70C753}"/>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70FE80B1-348C-45CC-9978-247EB2261CFF}"/>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ED2F9EAF-9271-4D0A-907F-E0F067CC3310}"/>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30B861C8-D155-4D36-9ED2-563C57E15718}"/>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C3F93273-EE46-4EE8-9D8E-4A6D0FECF487}"/>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7235A03B-4108-4D07-BD08-F1EB1F509A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706323231"/>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225761FE-273E-42BD-BD25-7C987A2B6F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74912436-7E64-45CC-9463-9633A863E0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90D97CA5-DAC8-45D4-A3FC-761D745409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CAEEF3A3-F66E-4A86-AE3C-95F7F51897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865B76B0-E24A-45AF-8864-458BECE5F8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34C549B6-86D0-441E-B24B-9FF20FECCA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F55549C2-581F-4F57-8342-C5E95D7E3AD2}"/>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62833014-9569-4DC9-ACA9-165FCDB7745E}"/>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5A1FBF11-67E5-4A06-AA32-0967DADDAAA6}"/>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8C1AC3EB-87EB-453C-87F7-0BC1F128E740}"/>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E8916802-938F-4610-9756-58BB930D8087}"/>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4C3D75B8-B989-4604-A6AF-63F2AEC381E6}"/>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6024FC48-432C-4577-81B3-99A17126BDBC}"/>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FF43C6C-5FA4-43A0-80E4-879429A82231}"/>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2E39E24C-BA31-4787-A75F-BDF95F6B36E2}"/>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AF130D0F-2483-465C-AF12-13DB319579A8}"/>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B84957B6-4ACB-4698-A32A-07EBF7470D76}"/>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1819ED84-7F17-4A40-AEB8-92C160B86302}"/>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19E5944F-C9BC-4771-A8DC-B58EA5BC5118}"/>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B2F83628-3311-4462-9D8C-8C9697869DED}"/>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3636A64C-9D90-411B-8A81-385BE1BCF83B}"/>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EF92D06A-37FF-411E-B225-BCD204923B19}"/>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9CFDA766-0A36-4958-99E9-0CFBCBF8A847}"/>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2FC95F78-8206-41BE-AC9F-CEB27F1606AB}"/>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BE20918A-EBEC-48F0-A747-465A44E7841D}"/>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AF4CD8C4-5769-4C19-955F-F68369F59F30}"/>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DFE7ECE4-7A5F-4C4B-BCF0-3B4E3297BA56}"/>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01995890-6C00-4371-BCEF-9ABF77F36D75}"/>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253D648-6F96-4178-A930-BF6569EF5D8B}"/>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4CBFC71C-C3A5-498C-A062-E562D49396AB}"/>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55898ABC-3CD1-451D-9AE6-915BAF8BAD3D}"/>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CEA90B6F-856A-44D8-8920-AAB926BBC264}"/>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BF088D95-F50E-45FB-9900-F974B82AEC3A}"/>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0088816D-15BA-4A2D-AB18-4B150F4772F7}"/>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FB749A5D-7DC8-454F-84DA-D35761ED1640}"/>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C4C88CD0-27AA-4F57-80D7-6B8B4CFB1E82}"/>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730D0239-03AA-4EF7-8C24-E008CA80373A}"/>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F0330618-3869-4F84-B22B-12B0B561DF99}"/>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D00098DC-2AE7-48EF-B7CA-2CAF1082E8FE}"/>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669BB450-5091-4777-998A-CEE5C54CE3AD}"/>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B13BA699-6FBC-4441-A0CB-28D1DD8EFCBB}"/>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27D8F0EE-3C72-45B0-AE56-3AF09189CFE8}"/>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F26BC117-318E-454D-99D4-B693B8729A47}"/>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8566CDAA-ED1A-4C85-9F2F-D9165B8B3191}"/>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286DFD50-B7E2-4C95-B3F8-3F53D87751D0}"/>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D040537A-1D1D-4DEE-9C31-6F986DD605C8}"/>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B52A290A-8387-4431-B584-C54C4B926DDC}"/>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EF64574A-82DB-48B5-9FA9-2CD74773AC71}"/>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219C57F2-CF60-43A6-98ED-6AB7F748C173}"/>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676B8BF5-6D3D-4E38-AF8F-6B42C758E1FF}"/>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06C093D1-2AD8-4B46-9CA9-31DEDE99A39C}"/>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42EF30A8-19CB-4791-9984-677D8512A293}"/>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9C23BBFC-2605-4328-8277-2337A7185345}"/>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22572296-4D45-47DF-B514-E1558360C91A}"/>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9B90E0BA-C44B-44EC-82F7-5F70331AA534}"/>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E659C584-3F5E-40C3-B989-408A3444E608}"/>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7E8667AD-7156-44EF-B750-1434CEEC4A4D}"/>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882BCFB8-BD68-4FBD-90C4-402BD2BD296D}"/>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3258937E-8D77-4DAB-92CE-63C16DAEF930}"/>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C1E01C1C-A0E5-46AF-BD64-8CBC83FB6F67}"/>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4D030AB4-8D4C-422D-B31F-5E4C555B5D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664916794"/>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B4F3229D-70B5-49D2-AF56-DDB2AFA508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F99A7AD6-59DE-4E51-B0F6-FD9FE1483B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B1A037CD-14E6-41B5-A8FC-090E270E69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E93ADDDD-BA59-4C56-B87E-9132A409CA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47DFD68E-8B89-4903-BDCF-C5CB8926830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350006CF-ECC7-472B-988B-07E978D625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CCC81638-F6E0-443F-BE54-C7E8BAD0B2DA}"/>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BC2B6C29-53AB-4A33-9E78-A4881AAA9039}"/>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ADCB7983-0031-443E-9BB8-F6D85E5C9997}"/>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CE0619B3-BD91-4AD6-A8ED-1A32DBF93D81}"/>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EDA53908-B56D-4206-A0D8-90CE4DE7B69D}"/>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DEB0B21E-F265-4469-A392-0D586277C170}"/>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878D76BD-89AA-48EF-88F8-1AE191F6DAA0}"/>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7ADBE71-09B9-45BF-97C7-EC101694FBE6}"/>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4D73598C-B69D-43BF-86E6-D2B360143F2B}"/>
              </a:ext>
            </a:extLst>
          </p:cNvPr>
          <p:cNvPicPr>
            <a:picLocks xmlns:a="http://schemas.openxmlformats.org/drawingml/2006/main" noChangeAspect="1"/>
          </p:cNvPicPr>
          <p:nvPr/>
        </p:nvPicPr>
        <p:blipFill>
          <a:blip xmlns:r="http://schemas.openxmlformats.org/officeDocument/2006/relationships" xmlns:a="http://schemas.openxmlformats.org/drawingml/2006/main" r:embed="Rd00ab7a7f74f43c8"/>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A6993BB1-022F-445E-B145-26618A728508}"/>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1E7CB11B-E663-44FF-8113-D608E7AF854F}"/>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1E9999F3-CF15-4B6F-A184-6DB517829694}"/>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F54230E7-737A-4F76-9535-1386048B4473}"/>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6165E685-39DD-490A-B456-505B1BB609D0}"/>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D572FDBC-F0C7-4C0D-AE61-EC09CB7C2305}"/>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28655D82-9138-4665-B426-3F2FDD093B93}"/>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6C543D33-D377-4FB6-ACE4-4E8AC64EB0D3}"/>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3F48F290-FEE7-4838-B735-EC9C039B992F}"/>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4B5E4EE1-28CC-4F40-B483-29E9B2D093D5}"/>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8B5B55EB-D734-4C64-8224-78814BF99967}"/>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45393C6C-F53F-4EC1-B860-31C46359D031}"/>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BE93017A-4F27-47D8-B5F2-CF76992070CE}"/>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703F0933-9F4D-4783-A455-FDCE198B1E21}"/>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621D51F0-B89F-48D8-8E6B-D2179D8C3A73}"/>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CED765F6-0887-4A3E-A1E0-66405F5FD63A}"/>
              </a:ext>
            </a:extLst>
          </p:cNvPr>
          <p:cNvPicPr>
            <a:picLocks xmlns:a="http://schemas.openxmlformats.org/drawingml/2006/main" noChangeAspect="1"/>
          </p:cNvPicPr>
          <p:nvPr/>
        </p:nvPicPr>
        <p:blipFill>
          <a:blip xmlns:r="http://schemas.openxmlformats.org/officeDocument/2006/relationships" xmlns:a="http://schemas.openxmlformats.org/drawingml/2006/main" r:embed="Rcbb93e03107c49ab"/>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B2B1917F-0610-4BE1-BD1C-6187C5C9AF67}"/>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C2454A24-C676-47D4-A7A7-FE2D5BBED6F0}"/>
              </a:ext>
            </a:extLst>
          </p:cNvPr>
          <p:cNvPicPr>
            <a:picLocks xmlns:a="http://schemas.openxmlformats.org/drawingml/2006/main" noChangeAspect="1"/>
          </p:cNvPicPr>
          <p:nvPr/>
        </p:nvPicPr>
        <p:blipFill>
          <a:blip xmlns:r="http://schemas.openxmlformats.org/officeDocument/2006/relationships" xmlns:a="http://schemas.openxmlformats.org/drawingml/2006/main" r:embed="Rccbf6d83b4d54e1f"/>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9225D0FD-D442-4339-99BF-2143CE8D9A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92937922"/>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1B9289D9-5187-40A2-919B-6EA1E62455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20E98AC4-9622-48BD-8701-98C6559D31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A10C1C81-F56B-4119-9DCE-D4EA8DA91B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68849314-4A94-4AD3-BA8E-A16714C39F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B12D5762-10CA-4910-A0C2-B28063489D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7ADEE168-248A-470A-9626-534B543BB6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3ECBD30C-D97E-43FC-9F1F-93A105CE067B}"/>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AAFFA22D-D5D4-454D-9AFD-E62457AEB751}"/>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37B9771D-8B84-4FBE-87B8-9F6D66FA695A}"/>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8BEC9C2C-C564-486F-AC68-84B53DC16C91}"/>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39EFAE99-23AD-4F5E-A2D1-5B839C79D3FF}"/>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F7DBA2C3-E75F-4963-8C38-163305154926}"/>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56850FA3-3689-4C07-9142-6F47839509C0}"/>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33DE499-CE6A-4030-B8D8-1250B24D5DCD}"/>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A59043D-3FE7-4A72-B25D-13F7226D1CAA}"/>
              </a:ext>
            </a:extLst>
          </p:cNvPr>
          <p:cNvPicPr>
            <a:picLocks xmlns:a="http://schemas.openxmlformats.org/drawingml/2006/main" noChangeAspect="1"/>
          </p:cNvPicPr>
          <p:nvPr/>
        </p:nvPicPr>
        <p:blipFill>
          <a:blip xmlns:r="http://schemas.openxmlformats.org/officeDocument/2006/relationships" xmlns:a="http://schemas.openxmlformats.org/drawingml/2006/main" r:embed="R99e99d4fc50c497e"/>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B24F76E6-CF74-488C-BD86-C9FD92276F49}"/>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0B77FA21-22FC-4C60-9C97-F356C1E505D7}"/>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154537F0-F011-4799-95EF-5DCEF9159794}"/>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9B6F1EEE-B207-4773-95F8-2D638F2166F4}"/>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27D663B4-9D38-4B94-8F96-87EDB8A3C77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0E036385-2752-4C89-AC01-49F65E7FAB0F}"/>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51F484DA-4090-4472-9E0F-FA7F97BB03AC}"/>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2CBE8204-1F7D-41FE-9407-8EDDB1744A31}"/>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AF384229-C85B-44B6-A5B3-A45C660FD79E}"/>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BE0C82FB-CC38-42EF-8C06-928182C78C7D}"/>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BF79FB77-C377-4B2E-AE75-CB2A6950C797}"/>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A322F1ED-601B-4357-8483-0DF6196387C4}"/>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47E0376B-92E5-4397-B4BF-008B7A25E97A}"/>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36CFE7CD-5E21-403B-8813-52401163A3F1}"/>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0B003C2B-6EB8-4262-825B-91C1E4F40D0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E17869FB-E31E-4637-871F-4F8FA37B05B4}"/>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8AF0A53D-3F4C-47EE-A6DF-EF9188BCF6D3}"/>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08697C41-8149-4691-BC70-931B80EDBA03}"/>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F8BCD675-89CB-4C34-A2C7-C7326E110D3B}"/>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CB8E6F5D-9C8F-4ECF-BB12-18F3D1C669E0}"/>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9815D5AA-91BE-4191-93F9-D5BB5EC89FEF}"/>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A31ECBBE-AAEC-4481-A05A-16551452F48D}"/>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8E1F7190-6E9D-49D9-93AC-D53A53C2E8EF}"/>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86746178-FAF2-43EC-A0F3-EB3C2D27829A}"/>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2CACDC59-67FE-4348-B0DD-617BE87A734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634D4BD5-FEE9-4DD7-BA18-41A5DE7A69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44115329"/>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E0954DA8-C8DE-4AE6-A317-3DF7794D11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CB68E9E6-11D0-4197-9579-A58659C776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E58B5834-00AD-445B-BE9B-72600376A9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FCE49698-8034-4F66-8D9B-14C5D1D27C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CE739420-63AE-4184-B576-E00563696F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76E73164-EA1C-4E5C-BCFD-0CAA898373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5EEB787C-A201-4C0F-8606-8310EFF66824}"/>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D22DCF11-07DC-4660-95BD-717D5B51358C}"/>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2BAB4AD7-30A1-44E9-8A33-43FBDEB37DF5}"/>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04426F5B-5651-4C56-A69F-716928031D25}"/>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8400C3D8-5740-41AF-A6BB-7322A25773C6}"/>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D8863977-107E-45F3-9EE3-5357DB54EA27}"/>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F4A2DA16-8956-4B56-A058-C054224BE0DE}"/>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D3BD75ED-594C-4EB3-A54E-AFBFEFD1D2D1}"/>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C10A34AE-8C21-4A6B-9FE9-2251093E8BCD}"/>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C277B6BB-8FE4-49CC-8F13-F0E0EEC5F827}"/>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997CF500-E9ED-4D6C-9C30-5A96CBF10BCD}"/>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CBEE00DC-7886-447B-8315-5FE87F6BD7AC}"/>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E83D5CBD-6D17-4697-9CD1-F2D02A39D7E9}"/>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029857D4-40AE-4C38-93E3-A123788F18A5}"/>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D809B635-3D32-4DD3-B683-2E302D47E2AB}"/>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0A2776FD-A15E-498D-9C93-4986DCA643D6}"/>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72F3539B-B2D1-4CC6-9E57-B29D679D150D}"/>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089C0043-C8B5-4899-A1A7-D1C0A662FBBB}"/>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22FBE0B1-1B90-43F9-B5AF-6CD1A541872E}"/>
              </a:ext>
            </a:extLst>
          </p:cNvPr>
          <p:cNvPicPr>
            <a:picLocks xmlns:a="http://schemas.openxmlformats.org/drawingml/2006/main" noChangeAspect="1"/>
          </p:cNvPicPr>
          <p:nvPr/>
        </p:nvPicPr>
        <p:blipFill>
          <a:blip xmlns:r="http://schemas.openxmlformats.org/officeDocument/2006/relationships" xmlns:a="http://schemas.openxmlformats.org/drawingml/2006/main" r:embed="Ree75112b40464bb2"/>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98CBBC27-748E-43BE-8562-7637ED8FDA59}"/>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87D6D62D-740D-4ED2-BA2D-B8F34F9C7C2B}"/>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0F75468C-352A-45A3-A93A-97E85430BC6D}"/>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7CC0238A-BC23-4B4D-9964-EBCC75C17B02}"/>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B2C37C44-468D-45BA-9BE9-34C58C0C6486}"/>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4B5727A9-EFBA-480D-BCA7-A5858B14416B}"/>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DA3EB4E1-D447-4096-A296-A4BD28EF90BA}"/>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2DA006DD-26A1-49B0-A00B-E16BD20C2C13}"/>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2A91BB75-BC2A-447E-9A5A-4F0858CFCA35}"/>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AAFCC62A-0770-4098-9721-20A291BDC035}"/>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E1ED8FC3-CF13-4D8F-87C8-14FA1B81CD3D}"/>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6A61CFE0-E5D3-430F-ACEF-04967DCD6B05}"/>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26BF7B99-3371-447F-A1A3-B46571DBF4C7}"/>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7D6C591A-D10A-4FA6-9A1A-7926EE43EE01}"/>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1C16FB72-7D71-4874-B34F-C1724CF0F8B7}"/>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872864B9-CFA7-4530-8589-6830F4997953}"/>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E0D8A5A3-04A4-4781-A319-9005994B750F}"/>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9C713F9F-6A02-4E98-B5A9-88A016B633B2}"/>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735A4F79-1765-4EB3-889C-5F0E13E74470}"/>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27D184D6-5E7A-4189-BB31-87A3FDB421C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68669293"/>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A572B0C7-22B0-4AD2-8954-342F4338D2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D9074A3B-EBF5-49FA-8D9D-04D42FDFFC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43DFE555-7B02-405B-9CA5-77D2E66C28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3835B207-E0A8-4C2D-8F23-C49394C911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E8D4A619-9B5E-497F-82F5-D285D56430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72ECED8E-0D46-4C29-A564-2551E16CCE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1118FF7E-AA8D-4854-BDC6-09FFF2DE9B24}"/>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75986E62-B2F9-471B-AA53-B8E3858F04F4}"/>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7D653C52-5E6C-4950-9C66-34634C58230B}"/>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E1431DFB-F5FD-4079-A152-968CF93F369D}"/>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2AD8EDF8-471A-407E-832C-A3113F0D759A}"/>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A7B61AD5-EE15-48C7-A844-43CFB3ED7425}"/>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C456C799-F7D8-4423-BCAC-EE644BE684D0}"/>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4CE8BDE1-C664-4C67-91C2-2E2A9B07F39D}"/>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DA261A2E-44F8-4B67-9458-4163CAD10C6A}"/>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2CE42C6C-D26B-4E4B-A58C-9B52282749F6}"/>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41C4D631-9092-45D5-B480-A4968F28B913}"/>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E7B6BE41-3667-4BF2-9079-2ADF0935143C}"/>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22E3841B-7B9F-4B9B-8D04-C9CDE74DFD9D}"/>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AF93C093-0188-43D2-8B6D-5DA45866DCFB}"/>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B474B0FE-34D7-459B-93F2-2A8F2549BD39}"/>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2A4D7B6B-A928-4CC4-B16E-4751318BDB92}"/>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CDC8C7EB-0F9E-4DA1-B406-CBDD1CC81A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525978525"/>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0B1B84D0-B9D8-4524-8016-B6A1B9F33B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8D5CB394-15B1-46CB-941E-731A60AF79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419B15B7-35B4-4480-8518-80EFBABCE0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8F4B0770-9CD0-405B-8527-EF83B55CF2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A3CE5185-E2A7-4AA7-9B67-ED822DA78A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0BB59155-E55B-4F5E-8410-71DE97FEB9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83D956D5-9D56-4131-BBBC-5C4742F74C16}"/>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B55C8F6F-7BDA-415B-B571-5AC657778E75}"/>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8758C43A-7618-4ABB-842D-D2D4F023C9D3}"/>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A034C730-657F-4A62-89FB-1D623C45EE61}"/>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3446963A-0C16-4D45-B192-E24B67ACA3D6}"/>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CC91D0A5-39CA-4A6D-8A41-EE4B99B885D0}"/>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2A60B40F-E4FF-4FC5-A9C7-FE1AA135A777}"/>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6E8A6B75-4EDB-4DA6-B275-F153FA5F2474}"/>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9B0B92AD-5A45-4D2A-9672-5D31F96203DD}"/>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7BC3CDE5-F756-4388-A3AD-464569C441BA}"/>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C4564B8F-57CE-430E-9148-8FAE783455FD}"/>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9C18CEB8-7344-4591-AE72-7CAB5D5A93CE}"/>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A9FD9DF4-FD0A-4988-827F-FAA74144F62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46B35CF-ACB7-4F75-B8CD-224070AD935E}"/>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3A90EA64-A7E4-46FA-89C2-2E0DC8E241CC}"/>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050751B1-2792-4705-B3AF-961E32AF493A}"/>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EA8946F8-DE70-40B3-BFBD-F244FE0C7D5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A7875C9D-611A-4D62-93D4-3A5F549C88F8}"/>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1E2044EE-984B-4BF7-8D6D-0E1DCE3FB0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70514612"/>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73A00A4D-4020-4074-9F90-54289FD758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974C5151-2F7F-43E2-AC80-AC26CC94CE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5463A6BF-36B4-4AD8-B625-2E8E860AC2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6E36AD04-EB50-462D-A72B-CDE9D11FFF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BE7178D0-965B-4781-9571-ED7ACEEA6B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7DDA2CE1-0DF1-4326-AD03-464CFC8B5DB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819A908E-90BC-4B50-AE10-6FCC97038995}"/>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91422E32-86CA-4626-AA25-680BAFBE1ADC}"/>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02E22A50-424B-413A-8A10-838A1562201A}"/>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7B1B8ED5-4FF7-4F82-8A62-2A02F0CE6584}"/>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11294279-5D37-4E28-B674-4C5A4272D784}"/>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FAC75CDF-2453-4E0E-9CA6-36C23A833800}"/>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8D555C72-7F3A-4483-9081-E06CA4A2ADC3}"/>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F4507047-81B8-403C-9DE6-838240CFC70C}"/>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28059EEE-AF4E-4DED-B9F2-5F359F7893C0}"/>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6E2B1A26-3036-44DD-B1AD-CF46C927FBA1}"/>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C0483F54-51A0-44C2-9C6B-AB4660B1A34A}"/>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D9AC2F24-7078-4F0A-9641-A545D2F56458}"/>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D55D4605-9B90-4C22-A4A6-D5AA66C6B178}"/>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9E63195D-13FD-41A8-8C37-2C3803C03516}"/>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039DAC60-8E10-4714-A1C4-2057A36D44BD}"/>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2FF08605-484D-4E2C-A96D-41F665A71A79}"/>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C3292F99-AC21-4A2E-894F-E763F1D4D43D}"/>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C424BE46-79F7-49F3-882C-524E694F52A9}"/>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9901CC57-2F7F-4138-92A5-A783F6D5F484}"/>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F46E276E-24E1-40F0-9BB3-0B54D3678D55}"/>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AA09800D-6BD9-4347-BE60-1C26B04B6939}"/>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F2C8BAA1-6188-4587-ADA6-E088509E63F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703158DF-F3A9-4A7F-A433-485ECDFD72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34447829"/>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C9F6F946-5ECC-48C4-B2B8-2F25AC0F4D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73F74E67-4BBB-44A1-9381-6E0E492E51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3329CC55-3A91-4B39-8B49-B30BE19D8C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D29E00ED-56FE-438C-8516-ECDE372F97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E8AF6D4D-B7AB-4C2B-81B3-101BEEE0CB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3BEC632F-8363-4D6D-9DC6-B1076B5B79F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BB9D373A-BB4C-46F8-AA97-886208C3AE50}"/>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B391D67C-E617-4FDA-849B-A9A24173CF40}"/>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E61F63CE-58DF-448A-97C7-3BC4174B7FB4}"/>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913B60B3-B51B-4A29-B628-432D6FBB3194}"/>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D6D8FD74-FC67-45A4-A8F9-B1C7CA76424E}"/>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0CD9AAD4-43FD-4E87-BDA2-6738B57E3654}"/>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B38B84DC-861C-463F-87E9-21AFE300C312}"/>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EBB9F1EE-FFE5-4D03-B91C-C961D5CA798A}"/>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08E2CD9E-EAE4-4A4A-ABAA-A3B0B915FAEC}"/>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3C0DF69F-7596-4AEF-A068-61AEAA030C58}"/>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A237ED27-E74A-43C9-94DD-EE9B4939CABD}"/>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A32A3729-2A74-4479-87D0-356B53EA453A}"/>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859830DF-7411-4EC9-A161-502392824322}"/>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7B5D7CAF-A6C4-48F6-B6F8-64C99AE0254F}"/>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57C36198-3CDC-4DA7-9876-7F363A5FDF49}"/>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5128FFD4-89B7-4DEB-9CEA-6A6047825BBA}"/>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26DA4651-1BFE-4D2D-9C69-997DFBFE07A1}"/>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B08F6D96-A498-4214-B21E-FE0E1AFAF1B7}"/>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9C606991-A6D0-4A8A-86A9-A1D3D821184E}"/>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C44A5C77-45BB-4CD4-A0BF-9CC583623A59}"/>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80B5E292-A67C-4F77-9582-D649E7A81F92}"/>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6EFDBF9F-0E17-4AA7-A206-AF40A34AA435}"/>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82656E91-3947-47D4-B0C9-C7DB409087DD}"/>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7ED182B0-904B-457E-933B-4CD4B1B3BEA3}"/>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FD7E0CDB-510F-4F26-AC7F-5D5A6A1F3DF3}"/>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34086160-9D3D-4FC3-9F26-E032E6A5179B}"/>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61D7B274-DE3F-4A32-9A1D-1ACB258C46EE}"/>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14BF418A-2963-4BD3-A6B0-4D21657CC7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56400714"/>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BEF05D2D-90FB-4696-B7CF-2B637905B7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97A15E8D-FF29-4B97-AB5C-EAF29C4981C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B9704463-3872-4A23-A86B-ADA0A1B045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A57BAE64-B61F-44E0-80AD-835F38905D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BC404765-24B5-499B-A52A-B95AD4C3E6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84EB66DE-AC43-4463-8238-FFB99A9B8D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99267099-BEFD-4C07-A579-1D27170CB964}"/>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EDC1B865-C753-469B-88B2-74F3F8BFCECD}"/>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7F0A7550-34B3-4416-9529-370F9006A0A8}"/>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CB5920B-5344-44C4-89E4-D80B3D2FE796}"/>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840D842F-4885-45AB-8209-A11C4DF99AE0}"/>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54B7CCB1-EFDC-4A1B-9280-409A04BB3E2C}"/>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B22C5178-9037-47DC-8BAE-3DD4D20EAD48}"/>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FC89B4AA-8E38-447E-A31D-E71BC58C07DA}"/>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2CF92B78-7E4A-413C-933E-82333D7964A7}"/>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105C1FB9-E359-468B-8A8A-1E5CF57E9B34}"/>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3C063F89-959D-41B5-A86A-C6C5D2A4BE23}"/>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19E9C0F-CED1-4F01-996C-C7BCC039205D}"/>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EC6D727B-C1C1-48D5-8B29-A6C4CB315F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4869501"/>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AA7405C4-731E-436F-802F-18F0DF7598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07939374-2C48-4FCE-B775-2223D1A771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12CB81FD-0CA6-40FE-BC90-4DE702E706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9D43DE9F-0D4C-426D-9473-E571A1563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044A4C13-C6FB-495F-9930-FFADD2300D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CDFE227F-BC52-425C-BE82-17D970A8FC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91A6BDFF-76A8-4A0E-9AEC-B156069BE4AF}"/>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585D524B-9D8A-4E53-8A39-9016E15AACC6}"/>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0AFBAAD5-E7F2-4023-B8BC-80CAC32A3B76}"/>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102EE815-E6C7-4518-B5D7-7714082C7CA2}"/>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DFDC5D75-1682-4CE8-B1ED-06805E299CB9}"/>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FB988B62-BD1F-46AF-8ADB-946CBEF3FE0C}"/>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712F5748-7525-41A2-AC12-D87857F4DE38}"/>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07AF0F62-7007-47DA-A099-4D840E610974}"/>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5729F906-9974-48F3-AE7B-3E1EA1B058E8}"/>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D7E7BF37-9885-4AC0-B9CA-EDB5CFF7F2D3}"/>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4ACC3DBB-A998-4470-9553-D960C93EEF93}"/>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1059240C-128C-4028-9EC7-471DCBC1564C}"/>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54085379-95C0-40FC-8AB3-8A8C17E21EC5}"/>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75118D5B-2F85-4D7D-BD11-9477ACCB8D7B}"/>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C96AF7BE-932F-41B2-97F8-9E8A9DF5A787}"/>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4F9EA7C3-45DD-4BDC-876F-C7B936C38F79}"/>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406ECE87-F8A1-4D8A-A105-0071E8BFD6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29109062"/>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DA81E404-2C1F-4124-BA6C-C3543FA0F3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6CDD16A9-EA85-403E-8701-5A2DE637F2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17E54E88-10BF-42A8-9537-1A7CD782C3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7BBE580C-C8AB-4463-9FE5-6492A9B20F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0CD8C4D5-52BF-4402-BB09-25AE52A279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332B5D1B-45BE-4685-BBF3-083C96D8B1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6D3B6738-F6FF-4E92-B37E-4D651667AF07}"/>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FD97A737-7687-495B-9060-2B085CDA3594}"/>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E6A22A4D-1468-4537-8E91-60DF0C9BDCFE}"/>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1F6F35CE-1D10-4667-86DC-2B3371C95A7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4B71A4D5-0D86-486A-8993-1C1B1B5215E7}"/>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CF96A4DE-984D-43B3-AAA4-E94C5A6F02AD}"/>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3EB7AD8E-82C6-44EB-9C21-EA2D24B4FB6F}"/>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F7F7C902-544E-4EB6-B014-FADDF12E11EC}"/>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91482928-8330-4F25-8842-1EE8FDF9CB22}"/>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98B11A61-AEEA-4CCE-98F5-E33B0BB7FEBC}"/>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A0E0816-7845-4754-9380-66AC95AEFE2A}"/>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EAFB5E4B-CC9D-4C29-BDF4-53FABFF7B941}"/>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0078E59C-A3D8-457B-8D2D-446892F00138}"/>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266CB7B0-B8B8-4E47-B1B7-9A631F66DD51}"/>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E01B8D11-FC7D-4D33-8D47-7DE2A65CB054}"/>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64028E70-8CBE-44B3-9246-95B04FFE1479}"/>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D6A69539-7CFF-4DAE-9D80-4F2989986D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579605777"/>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1A4983F9-656D-4D82-8D39-800BBA1FDE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74720E3C-079B-4C08-B5AB-07F02F2F2E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1ACC41E7-BD7C-4431-A154-D0664C5225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8E0F6FE1-FDFD-428D-9015-81D234A13E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2E0F923F-957F-494B-B689-D9B85BB4DD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F85C01D9-8B14-4557-92EF-D9735E8334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39C06ADF-75F1-4BC2-9A1F-B402B0E7FBED}"/>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314B535D-BB13-4CFF-ADEA-AD853736C08A}"/>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4C4FC63C-D5B8-458F-B9AE-0CFB35B91A0E}"/>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50756708-BA69-4AAB-B7E3-055DDADB3FC9}"/>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47FF9E1D-219F-4E64-97BE-DB642D21A41E}"/>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EEC02FB6-F91D-45C5-BD98-A02E72FCAAFE}"/>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B0C58A64-07DC-4542-BAB0-CF432CABC466}"/>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AAD4A805-BF98-4BDB-9A56-F2C1488150AB}"/>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DD7DA3A9-8634-449C-877A-193CC5B53ADD}"/>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172847FF-75EA-4447-B061-1F0BF314D697}"/>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FAA7B5B0-58CD-43A0-9C7A-95A91ACA2D83}"/>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7074B24E-3BFB-4756-9ADA-2E1097F0B20F}"/>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2D89D69E-F091-4C31-9082-208407B5E8DE}"/>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A7315900-673B-4FC1-833A-6A304068933E}"/>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1488A28A-7747-4C59-9E8D-C85EB3F41D9E}"/>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E70F72F7-DC8D-4402-A82A-DF6B52CDF17A}"/>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2B273FF7-58F1-45A4-AB42-DE91311C9DA5}"/>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392829A1-8067-42C3-B1E6-CEFAB3920A17}"/>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AD95D76E-02FC-4A38-BF6E-09E3B0918934}"/>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160FBFD9-D19D-403E-92E9-EAB4C9895E1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E1181122-FD49-4870-9657-8EBFC65FAE70}"/>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DAFA2A01-92EA-4F2D-BC73-9B6F8FC7FF2D}"/>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E9EEF2CE-49E5-4E5F-B69B-CFE686482D2E}"/>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0C851048-E83A-4012-9729-006E3B3DE09B}"/>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D4E2CFB7-4735-43D4-93FB-8A818588735C}"/>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6A656E27-B141-430B-8C47-FCAD4C9450E3}"/>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636ED7A0-EA0A-41F5-AC60-294F7F652516}"/>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8B30010F-686F-4E74-8B2A-10D2FA7617C1}"/>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0AAEB884-DADD-4C3F-A49C-61FC8269D3F1}"/>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362E3E67-88D6-4822-9D30-0E2BB167C655}"/>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98343A8E-3656-40A3-8ECA-343A644E6251}"/>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E802BF87-1802-4730-9730-1157CA77E3A7}"/>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819AA9E9-1CB6-4997-A25A-2CFC768E7916}"/>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393DB690-9F81-4844-98B1-66D17E1287C6}"/>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BF8D2C9D-BAD6-4C81-B8A1-CDCD80553B6A}"/>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55C5BFD4-9A26-4EB8-8008-F90CB3FBEF51}"/>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5D6BAFF2-10AC-449F-8CAC-B1822FDB1330}"/>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A3BE4618-9A7F-4C83-B806-D43D7A6C493A}"/>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1EFFF59C-5D8B-4724-9042-98A711640356}"/>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DAFA34D4-2B37-459C-B2C7-3AB8C8B1C4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7055130"/>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4FC7D1FC-310D-43F6-8FE5-A17C15FCFF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39216629-7367-4295-B718-CDB3EB65E2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82F00A03-AED9-4D62-B1D4-45234F4741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CCEEA7BA-ECD8-4936-8AE2-3C5165BD1E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756D06E4-311F-408D-ABE2-4B3966E20B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2EE354EE-EAF7-4F75-AA18-9C59B68A56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723667F1-CBC3-4C5D-9A5F-31A4B436527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94F256C-E48D-4CBC-835D-C8424C6221C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71599A72-022B-4AEC-866A-6BBDF0AA658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E7C45E66-6C8A-4DA0-814E-4C496A4579E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C481771-F198-4057-B6F8-36012DC69F8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C212567A-B8AF-461F-B07E-A6961E3B3BD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D0A70AF7-A8AA-426F-BCFD-0B9DF10A473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BC2AB766-1DA5-466B-A904-199723C5378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D26EDABB-0EF2-4109-BF5D-3D7D93D1A34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B7B190D3-5BCB-47F4-8AC1-CB5F77F7AB1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A67B8AD0-FA29-4A01-A5FA-6B10E08329F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C40BCB24-B379-444A-A724-57750489111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5AF7126B-6F92-4F28-A197-83FA6DA91DB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9206258F-8B20-41F7-A856-423E5979110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5726AC17-DFDE-4338-962A-92E248A090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01844325"/>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E750A8D9-61DE-4360-8CFF-863854460E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7018A603-77A6-4F75-8C1B-11B4792D1C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4E7264E2-7901-4F03-A920-1F488F40EB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F91C5DE8-F8FF-4074-8985-D09F5FB9AB8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DCF00DFC-AC53-4494-8DCA-D235FE0775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9C06D497-D45D-4911-86F8-8347C08469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A1F3E92F-7970-43CA-8A68-F4F45800765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FA000695-E06F-42DE-9113-98A30219850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4F5370CA-2E88-454B-B6A6-0C02423868C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D49E1E3A-A13C-49D9-80AA-C4365B527B6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C4D771D-82F2-46FF-B59D-0D340EEA785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FBEA2F2-A926-43EB-877A-5CC56AA37AC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A99BA26D-D959-4C2D-A8DA-BFCB440C27D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4857F61B-9A86-4B84-BA2E-68E2A9FD06B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9EB12166-BDE5-492D-86C4-035325775E1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DAD4737D-7DFD-4492-A3F3-FB328F8249C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04FE60EF-141D-4FE1-BD59-1BAA1EA3230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3EDFD0E6-6F09-4BE0-974B-19D4672E1FD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421C360C-F0CC-4B70-A931-F3A930BB1AA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C7354AF4-0616-4AD3-B679-17775C1E2CA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6B52FE72-36A0-48EE-AF5C-D0175BAD95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13393826"/>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02F3FCF0-9328-46D1-8531-4300FBD7C8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5F3B5D8A-3879-4AC1-9E16-2F6ABE10D0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AE9846F3-4A86-418E-A607-E1A691D212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4ABFA642-ED1A-471F-998B-C53DCE8514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BFE2E6B4-86D7-4522-B315-B05F493B49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E9691FAE-D96C-4CE3-BD4F-5B50BA1258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D6CBF7B7-795F-4880-89B6-DD93D3DE85E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1A6CBFE-2405-4D61-BB5F-F0D683BABB5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D564BF4E-395C-4E46-9748-E6973CEE230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219EB8F7-C6E8-4BCF-B978-0DB907DBC27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81084DA-501F-4DFD-9B94-D2D3CC6F715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256CD98-CC98-47F9-8A90-4F739469A25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CCB66B92-B80E-4977-B481-7998AD31B44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FEC610D5-4193-4770-8776-71DA3C34A29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0FC5DE0C-3DAA-4452-8241-E2D33E485E9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B0F1D9D3-D41C-46DC-B3F5-A735622296A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170095C4-2B89-4189-AEC7-7C241AB705B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A914344A-7B26-4A05-8E15-8CF535D13B3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D332D838-007C-41CE-8930-E75D8F1F23B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E5ABC3D4-4EF0-47AE-8BB2-B00F1F1E4F3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0E3D0A4B-0DD8-4885-A6E2-D5E1419F72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27060172"/>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F45AF11A-D952-4309-B4BE-885AFA0720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1DB66EF0-12A5-4C7F-9419-B72702EF81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03FAD27E-42D7-4EE5-8EF6-6FE6E71EE5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87767811-8403-4012-992E-0B28D6DFBF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86ED1A14-10EF-4F3A-B4F0-C84E79DB61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89859763-7A5F-42BC-AF94-8931EDC3DA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9433E502-243C-4762-80F7-EE54C5AD071F}"/>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03200BB-2525-41FD-8927-8A7213C316F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EBB06953-8918-47E9-8569-DCB430442BE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F3314DE1-275F-4D02-9EC6-5A72E274949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751B0E4-F734-4F9A-A823-D8E5F2D8F1B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61E14EC-2424-4E1F-97C3-0C6A9943495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8A6F24BF-4A47-4C60-A28E-065D6569C7C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009D5C35-9745-4366-BEAB-4480908D600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BBB2F514-DC60-459F-87D7-44428550A88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BD8D1DA8-E2EC-4CC4-8B76-1D581A79654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FCDA3A6-1271-4830-B9DD-00B7CF7D849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CBF4F1C7-D684-4E37-A5A7-AB4034D3407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741E84C1-5194-4CF3-A871-2BA0F962B0C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FEAB319E-E0C9-4D38-8896-E8D24EE1B39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E06B668B-B6FC-4AFD-8B12-0A777A0D50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35858899"/>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0E9C9CC6-95C1-49A1-BE96-D6823E24912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3FB80001-590E-4A71-A737-CA3FF04B4C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F20B791F-F246-47B4-94BC-143F1BDB8B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C2C13162-2C0F-416C-A371-EE9B8A04B4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2861916C-9DCC-4B9B-8319-7D7C3A23AB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4871C2BB-F0B1-469C-BEE3-E2BC2A70E1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6E71ECB8-DD53-459C-950A-5CDAA78EE29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5ECA3B8-E67D-488D-9FA0-78ACC9D41B7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C8FFD233-1D87-46B8-9846-B17AD76ED9F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B7E5A0DB-7456-413D-9F89-C584F5B9ACD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F3E8500-57C6-4E14-89E1-F67F1866F64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49EE346-5F2A-4029-95DC-08056BECE33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9358F746-30A3-4516-B2AB-361DDAEEE72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EDE8052F-8A0B-4593-A699-3551782BA34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82BF6F20-4211-4FEF-9427-28130E13CBD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E56E1A9D-E113-444F-8252-CF40C7DFA3C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BE1F64D5-FEC4-45C8-B0B3-938B404FAA7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8F19BEB1-F670-47BA-8C31-52710D2F999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06B9C5A2-D13B-4189-9BAB-005E585AA0F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0E32C7E5-DD47-4EDF-B1CD-6BE0F63DE64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81FC8016-C07E-474C-9D07-2DAC069B29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26373381"/>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274E26A3-D2FB-4C8E-A21F-0AE6ACAEFBA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2105BF27-C812-42CE-83C8-90DB3FB02E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31CE0667-867A-4D48-A2DD-87CA23E220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CEB87F46-8034-4F68-A6B5-D764C08C28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310134BA-4819-4226-B6EB-C71B54C1CD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723980E7-E629-46C8-B2EC-B3B6B35CEC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D2914490-FFC2-49D1-B22F-D08C2A951D9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8273E13-BD1A-4691-BE42-5A949679368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7A025BBE-A08D-48DF-8746-0E2093D8280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511135E5-1A2C-4A02-B431-155B094091D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B867A5C9-FF13-4C35-8F40-FA6D78D03A6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03035B0-9157-4C6E-86BD-782EA50FCC9B}"/>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92C47D24-4941-496A-A8FC-4128225FC78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31A62B62-BB0D-4A01-AA1C-DFD7462D4AD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D9E63A30-687F-43BE-BDB9-FCBD3650719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35BBD405-C270-4158-BDA7-F24DB1D1CE1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998AE909-A506-46B4-976E-B9D5BFBD608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1C7E041B-5765-47CC-94E3-31EFFCBC0E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5E529FB4-5E78-4797-A18F-A3A17BFCA94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95280021-C48C-46F8-BBF6-C899D019DD0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58195A4E-0F97-4A07-959E-29403D9E07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19810352"/>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E319B2C5-4B8C-4AF0-8788-F59345B9CD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A40AD112-ACFB-4E21-852E-57F4D0C76B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E0C196C9-E832-47D9-A2C8-3B8BB9867C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3DD3D680-77C9-44F0-B948-26200C5749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DDB995D4-8175-45A7-A383-DEE6AE2C0D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BC0F47FF-3184-46FE-86D4-B62579846B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A94A9E39-F5E5-4A4D-94A2-0D0981563EF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0D71C09-1654-49CE-B849-D9A3BC03C92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9F8D3343-C5B4-4E37-BC54-B28FF32DF93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55703975-AE19-4A9B-8A21-88AAC83E523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803016B-81C0-407C-8433-22B9FC4FBB7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03A3387-B9B5-49BD-9DC3-B117BF6285D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A910A03D-BF22-471E-AABB-B35F2BD3C7C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23E66277-DC18-4861-97CF-1BD04EFF71A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45F52D07-E6DC-4B17-B4E7-6B6823DAB0E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6F9AA02F-F830-4DE1-9D92-023E25C81F8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FAAF3AE6-DF61-45C3-A153-8FC8DD9B2B9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8088E216-B80F-4B69-86A4-87F827AA5B9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3267D763-12F3-47EB-8C47-D4F513A3E9C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5C577FD3-1580-4944-B9D3-AC4113B05BF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C7CE1180-F72C-4526-B645-4DEFC35305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2086777"/>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0976AC1F-1E98-4FAB-A5AD-A18FB74A9F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39D74A79-8ED1-4EDA-A761-39C4602F30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E23DED8F-C46B-45A4-84C5-40F8155166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2D5867A9-8DEF-4380-8784-A3737FEAA6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43CDF30F-927D-4FC0-BC3C-5C1DC171A3D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B0B86A3E-1C07-47B1-9F4D-BDCEFDC3E1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7BB825F8-E136-4B5E-A8EC-846AF033A82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CE63FE8-FB58-4070-85E2-080DC1CCE1A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B966BE24-174A-4A4D-AD12-D3A4E6646C5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DCA305D2-7934-4D59-BD75-0080E619E00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63F423E-3139-498F-979A-6AD27876293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48C2697-20BC-423C-AA4E-60E6B2EFDD7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CF2D2992-0D2B-4581-85AE-A34BB243E6C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2CE94147-499A-438F-B673-78C4E8B1495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08E5062E-C088-46F2-8728-703C36B1D27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ECF9B08B-1AFB-4E33-8604-92309E636A4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4A2DCC9F-1C98-4159-88B6-F81735843A1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D67A8882-80B9-4694-9B9A-4009DF9D77F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CACA0F47-3FBD-4397-B08D-9C84AB46882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5F78E61B-71F0-491A-86F3-C60711ABEF5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8838B406-EE62-4772-B1CF-E0AB34822A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47112578"/>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82A272CC-091D-4D22-BF25-8842F08261A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FAB24492-0F2F-4543-9A8F-07CDF6EB8B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4CCB8AB2-0B81-4257-82E6-FC4FF343687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28DAEEC4-B7F6-47C6-958C-FD52ACB7674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7C2AF123-88F2-4DBE-931E-DC71B193E8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B1A899C6-5CE4-454F-9259-4D4CC63D0B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AA638C2C-86B6-4566-B55B-431263E4BDA8}"/>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3822C4E8-FB77-4B72-A60C-DEEE0F565DC8}"/>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6301E01D-C19F-4A8A-9A88-B9ABCF7F6131}"/>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E7351A3F-4746-4ABF-B9AA-C6422366B755}"/>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EF6C3735-F098-41A1-A45E-4FD0A16E9BFA}"/>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8CE7E344-B049-44FC-B870-EB70A224417D}"/>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BBA138B6-F171-4B66-8F4C-9752F7560C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12038968"/>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0C60718A-D386-4FD3-B0B2-0F240B7637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4DB07C29-D585-4F11-A784-957A924676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9224446D-0D99-4EFC-A0ED-4E1E60BF5E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5966F6A5-C0F0-4F44-8F78-A4A5226CD6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EC48F531-4DD2-4AF7-BD3C-B96DCD6D2F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CEE7B969-406B-46AB-88BF-D9CA3AF847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F86B823F-7D9F-4E99-B3CA-7DC7986AA0D1}"/>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3CB085AD-F12D-4169-8C86-CED8BA845A50}"/>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A865F506-902D-44AA-8D5F-3BDE76490C6E}"/>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6F188F03-D8A0-4B13-BEC3-18A418F33318}"/>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CA9413A6-4EE2-4D44-91C2-5CC40471A388}"/>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56711BF1-6242-401A-8700-74F3EB38169C}"/>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7B0770D4-F036-46EA-A579-E89497FF0308}"/>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8C93A132-1158-4694-9AFC-F25759642977}"/>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58FFFDA7-555D-4752-B35F-BF696BBDBCC1}"/>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1371861C-2157-423E-BA48-D7401953E67A}"/>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BCA4883B-CF0C-4740-BC97-67A2CD0686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83892702"/>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0739E030-1951-4F8D-B90E-61F69FA973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7FC06A14-0556-4B27-A00E-A85A8F8A26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E5E994E9-AC09-4491-B873-EC7D595BA5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8F1B411D-81C6-48E6-91C2-B9593761060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0B264252-ECEB-42F8-B49E-C71B2C000F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651DE256-BF91-427F-9856-DFE2CFECDB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C75FC094-6612-4075-B16F-7756FBD5F57F}"/>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566AB922-1AB4-488B-ABCC-8D58F4CFC8EA}"/>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4D8B7135-35FE-4A08-A5D3-6C1190AE2551}"/>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86424219-3808-4B9A-AC89-569012E4C269}"/>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ED94268-2C6C-429A-BEBF-9B63D07D15B9}"/>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40E231E3-79F8-4201-8C31-4501A8E443E7}"/>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EEA648C4-5358-4DD0-AC0E-2E0C9443623C}"/>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C92E895-C867-4C91-8D5F-6FDBB3111264}"/>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8D7E35FD-1ABC-4F8B-B60F-031344FCD709}"/>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65C4D941-4D69-46A6-B68A-DE79A0EF41A8}"/>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D03086F6-2C4A-4D59-8EBC-CD885D71783F}"/>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200941EF-AF7D-4B62-823B-C7176854A59D}"/>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D854221D-5ED4-4EC2-B3AD-8707EF505711}"/>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04A31E0-FDA2-416F-A702-1023441E46DE}"/>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B026BC6D-9C02-4857-A992-4828FEF45B2A}"/>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A5A64B27-2FF6-44AE-A297-6E705F091F8C}"/>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B43C16EC-301F-4336-8785-E33F15DBE8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23619888"/>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71BE13FE-84B5-42D3-BA0F-6FD1D18AC01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11F4ADC9-27A0-44A0-9F80-3E632208D5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D2230913-DD3D-40B1-AB77-85C2B40D38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367FC394-A918-42A8-A989-7EF92E506F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F0025D71-129B-4846-A32E-C0EFDD8E939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2B0F8E9A-5EEE-45F9-B4FF-3058F8938D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33417B00-A3A9-4BC4-8F7C-34392B88A595}"/>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A38F604F-1D60-456F-AA26-F7D7A4A5C1B7}"/>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1A88DC80-885C-44AE-93E7-A7352CA79F96}"/>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154E2745-822F-4C0F-9FC4-F9DBCC6F1778}"/>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AD83F18C-2B69-4B66-A9C9-0CFA2C41666D}"/>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317F3618-422E-4DEF-BC1F-A3EC3EC2854E}"/>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D0F1C7D3-1A82-4D82-84ED-73FAA7441101}"/>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463A2C6B-79B3-42B5-B942-9A2899C923B0}"/>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78DBAD88-768A-4219-9A58-A8F0AA819B2D}"/>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A49CC0BA-3DA2-4C0B-B977-05A63B482E69}"/>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1EB507AD-388E-43A1-AC6E-B25F9A43079A}"/>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F78D3DAF-3E60-451D-9A0C-38BB8BE622DA}"/>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29F1098A-6BA6-43A6-91DA-64E198141927}"/>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2CE62AF5-56DF-4D39-8A1E-E6B9D7D99226}"/>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CA38B84A-884E-4DDE-A892-1C78A6ECC4D5}"/>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9FD70681-4704-4A53-BF29-894BBE7CE204}"/>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F0EDA25B-D1A1-46D6-89E6-E0D2DB5B2ACB}"/>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0B9B3449-932B-4C55-A5D0-3D3DCD638248}"/>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7A995439-253E-4122-A597-816AAC94E66E}"/>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455E461A-36AC-422C-9BF9-4F500E7AF6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30173933"/>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07406EAF-AA34-49F5-BBDE-CBCF4B16A3B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8694A127-6390-4CCC-85CB-24C60CE24C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A751FB72-F44C-468A-B4A7-49515201AD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7DA5FFA7-F838-4F48-9EB3-FCFBD9BF85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E5ECB7E2-DA79-4D13-A2AA-6D35E3BBF1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FB99E46A-35EA-4494-89F4-9B11FADC36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6B055652-D8AB-4D5E-8D61-32F77DAEBB74}"/>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FE8E0554-99D6-4836-9E20-CC7FF11F2D4F}"/>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EAB89477-E1A2-4A18-85FB-64F322F5C819}"/>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01286EA2-2DCA-4F41-8C95-6DFD6B3A4F60}"/>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A5E54FD8-18C6-4844-89AF-EFCAEFF53432}"/>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4924922B-7BF4-41C5-B7D2-2423B28910E6}"/>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8035780-3B31-4D11-861A-FE00F2B38FE2}"/>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609A2CDE-1AB1-40E4-9A7E-091A4C635658}"/>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9C659257-9FEB-40E6-9972-5D1ED409D239}"/>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440B1A6B-5667-4A14-9C1A-B15FC7869294}"/>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04BCCA1-2914-43E9-B548-0C7F880A43AF}"/>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38488DEB-3EDD-48F7-8C02-862E1051D457}"/>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0C6B85A0-0E1E-4CCB-9B7B-4D446DAC8DF4}"/>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984AA832-DF21-445D-89BF-1DFC0D949B0E}"/>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44165599-9333-4EE8-BA5E-2418CE954E6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E3F32A17-8DE8-41E2-97BF-68A42C558CC0}"/>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1562176D-F33F-4BDD-B046-1A9D03F0E2DF}"/>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3B9FF256-B3E9-45CA-B5FC-BAC61389FF99}"/>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5A6CE353-1268-4EC3-AA0C-321C5CBAE0F3}"/>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A0C828E6-180D-4E42-9F73-0B5282EAA63C}"/>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26EEF22C-5FC9-48F7-9C83-6E58ED1C0163}"/>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662DDF3B-036B-4319-8E15-D80BED99630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07871126"/>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2DD42B21-47ED-4817-A96B-FAC5429B68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0354E6BE-5C10-493C-B285-331F8951D9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C1E89543-3A34-4036-A37B-BB90EAB7CB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D1AEDFC1-26DC-42EC-8D02-796D71C8AF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8F627351-A0D4-4B15-9BA7-E20B4C5235E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BCD40199-8E0E-4756-9121-A173983B20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5DFE8A3F-754B-4B57-BDC0-09C29F5222C8}"/>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86C33153-D206-4365-BCC0-81B15E6B45B5}"/>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8079EB09-C266-4633-BB88-F95DE3122C64}"/>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EFEE3A56-1D6C-4D99-9CEC-D4779846EA1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3336F823-AA07-4711-A7E7-B79FD95F528E}"/>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A6F67F10-71B1-4477-9BBC-224B43146E06}"/>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900072F7-3353-406D-AE1D-697940A37DF7}"/>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7BA9E95C-D2F8-46E7-97EB-526DA5FCA128}"/>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57154737-D04B-486E-A34D-B782B9518777}"/>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AC32E11-CDDD-4152-AECA-E77C9CD313EA}"/>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ECBBAEAA-2D53-47EE-86D0-23E1C071FD82}"/>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714BDB91-97D9-445F-89B8-05F77A233B67}"/>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B0575D37-B161-41BC-B67F-DB3F4F8FD53D}"/>
              </a:ext>
            </a:extLst>
          </p:cNvPr>
          <p:cNvPicPr>
            <a:picLocks xmlns:a="http://schemas.openxmlformats.org/drawingml/2006/main" noChangeAspect="1"/>
          </p:cNvPicPr>
          <p:nvPr/>
        </p:nvPicPr>
        <p:blipFill>
          <a:blip xmlns:r="http://schemas.openxmlformats.org/officeDocument/2006/relationships" xmlns:a="http://schemas.openxmlformats.org/drawingml/2006/main" r:embed="R7ad8eb6baef74167"/>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7E5CE869-184B-4CD6-B09F-E04AA3906518}"/>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AA7A69E6-2CBC-4C2B-A69B-EB350B03C59D}"/>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184B890B-EB7E-4634-99D1-8CCD4413230A}"/>
              </a:ext>
            </a:extLst>
          </p:cNvPr>
          <p:cNvPicPr>
            <a:picLocks xmlns:a="http://schemas.openxmlformats.org/drawingml/2006/main" noChangeAspect="1"/>
          </p:cNvPicPr>
          <p:nvPr/>
        </p:nvPicPr>
        <p:blipFill>
          <a:blip xmlns:r="http://schemas.openxmlformats.org/officeDocument/2006/relationships" xmlns:a="http://schemas.openxmlformats.org/drawingml/2006/main" r:embed="Ref4f6e5fa1ee4905"/>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3B778A35-C4CD-47F9-B9A4-4703BBB1F9FA}"/>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226930F6-1D11-4A8F-8991-62462E25A004}"/>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D1E34772-DD95-47F4-B9FB-8CEA7A3A8B39}"/>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D8E87A33-A4C3-422D-8130-FDB61FCCBC62}"/>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0C7F2925-72EE-4B80-9834-CE4E561F6281}"/>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5A132E20-8714-4EB6-B0D6-EC16343B2B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47257061"/>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52EA67D9-5708-40A9-A048-5B34CDA81F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CF63B0FB-FCE7-47BC-813E-E8AC5A66DA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E5788662-9EE6-4D1D-9E32-2CB0E556C0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2CC15507-9336-4217-BE04-AF2D48315AD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C1CA2F40-D637-42D2-89E0-8DC6E4BCB3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B3AF49B6-2FDF-43A7-95E4-06C68A17CD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DA65BF0C-92C8-474F-9D89-45D2580BEE04}"/>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0849BB0D-9CAE-497C-814A-C3DA507E2A90}"/>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C36F1263-EA51-43D7-9B4A-C73D950374D6}"/>
              </a:ext>
            </a:extLst>
          </p:cNvPr>
          <p:cNvPicPr>
            <a:picLocks xmlns:a="http://schemas.openxmlformats.org/drawingml/2006/main" noChangeAspect="1"/>
          </p:cNvPicPr>
          <p:nvPr/>
        </p:nvPicPr>
        <p:blipFill>
          <a:blip xmlns:r="http://schemas.openxmlformats.org/officeDocument/2006/relationships" xmlns:a="http://schemas.openxmlformats.org/drawingml/2006/main" r:embed="R917009cb2260418f"/>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E7E9EC6A-C7FD-41D3-8D84-C7C0DBBD5447}"/>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7DCAC897-23FF-43BD-BC36-18D42561715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D64A814-0AFC-4B80-90CB-4CA7434F0A5A}"/>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764B0D84-E2E1-476A-B197-6DC0D955FD18}"/>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2CCFED09-3608-4108-817D-06D71EFD9683}"/>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D1B7D1F0-545C-4606-9760-786F96DFCE12}"/>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02171F5F-C932-4428-AAA8-A2F691C2A330}"/>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C814A2EB-DB7E-4F63-9270-B8DE34E87278}"/>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5B2C443C-7012-4E01-A011-8D4D74DAF425}"/>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4F4D9C91-4CEA-4449-AF69-3BC27CD0799F}"/>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626A1C22-4361-4B4A-A7F9-821FF065E5B6}"/>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D9DDD4B2-73B7-4BF6-A06C-D63950E025E3}"/>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5A404967-4A28-4ECC-8997-F353ABA35C45}"/>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51506949-8890-4A67-9DB4-98E63EE15D34}"/>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172105C9-0372-48F2-A5FF-9477784CD375}"/>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866C6FF2-4804-4179-BB17-CF853497A11E}"/>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3BB81929-4309-4B44-B6ED-76F129CFBD15}"/>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2EC6E848-384D-4358-AD81-9FBF5AA54ECC}"/>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F6ED3551-C189-4DEE-9E8D-BAC68DD9D908}"/>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054C5F21-A484-462B-B78C-3E9DFAB62F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49358003"/>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D90A8A1-8C1E-4011-9AE2-394EEDDE29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FD937ECC-05B3-476C-BCB7-2146F3870E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815BB0BD-393E-42B5-995A-8F9CB33C99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3E8F4AC-F42B-49DF-ADAD-599B15D86C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418921AE-ECC2-4BF4-BBF3-B3C7E9703B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42B8B44D-A851-4E1F-AC20-B99CADD7C6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9FF1C919-1ACD-4E62-B981-618059295E08}"/>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78347131-EE8A-49AF-838A-506DCF0CC365}"/>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0D7032BD-5F65-472B-97F5-B79A2A4DC155}"/>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0BCBDB07-83EA-4FFB-AD98-E580F6962A53}"/>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5D791DA6-905E-4ABE-98F6-AEAA1BFD26C8}"/>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B4C7CABD-C383-4350-A70E-DF11C81ABE88}"/>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2CE2D003-FED3-477C-87CE-464281D15BF3}"/>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0180B1C-0F95-4624-BA80-6F90C351C31B}"/>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C42272CF-50CB-44BE-9AC0-53731153E420}"/>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E16965FA-5366-4042-8FCD-7FC0E1947157}"/>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24D6EAD4-0423-44C9-A487-1E4E1F02D109}"/>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386358C8-E22F-41CC-BC7C-B58ADFAFCB7E}"/>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5A8C82D5-98F6-4A1D-AC25-39EA0942D5B5}"/>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79456B27-FBFE-4E53-B155-C45D7522A745}"/>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5431B6C4-4701-4E30-B611-6B512C490892}"/>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21ADD977-1619-473F-B77D-4A5BD9F7A8F7}"/>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4C81EEB5-2D8A-43DD-8E27-7D0B93D9C1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0296109"/>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63D2B7CA-FFF8-4D9E-AB01-CAF0D01E87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589D50C1-63C6-422E-ABB1-39E29E316A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24085D40-512D-448F-BC43-165A173777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E5F88088-A0E6-4FAE-9BEC-8DFC926BEC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59A6A188-C907-43EA-ACD4-CD91251807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100BF03A-E3A3-4E20-8DFD-5B40086F20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14077F12-F6BB-4CD2-96F2-8FC5E3150C95}"/>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8B9D1F4-4E5D-41C8-A0D3-1208FE224780}"/>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48A09014-2657-4636-99D8-125F29EC4C8E}"/>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72A9B942-3608-4F8A-94DD-BB359C62FF59}"/>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19C70E70-2EA6-4A0A-99B0-A0901E8B3CC5}"/>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6E09E10C-9E46-4760-8D3C-3FFCDF75C78A}"/>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7ED7C31A-91F7-4A4A-84B0-B5EB98E7E8A5}"/>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D033A92-6EE1-430D-B174-94D204D830AE}"/>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4743D596-D9C9-4997-90ED-28610442EDE1}"/>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B8A07402-F697-413B-8E27-E619214272F4}"/>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6BC14903-5DDE-4361-8ACE-24124954A7D4}"/>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51E3CF9D-754A-4205-90D0-E12EDB99076F}"/>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63CA5153-5C15-4D6E-9551-D4698BD39CEC}"/>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46CB4920-4868-436F-8E19-91AC777C0D0A}"/>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EDA6B9F-644A-4A2A-A93F-7160FD171514}"/>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F679AEE2-C422-4CF9-B922-2353EC36D77A}"/>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A79E63E8-AEAA-4ECE-98A3-396060A97059}"/>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A6F74C0B-0F6E-4B59-8E01-3E49B7E99A47}"/>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6249EDE2-CB91-486E-8E56-A7CCDA92528D}"/>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0DFB5015-CF73-4F0E-BC02-BC99FD0B272E}"/>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38171CC2-130E-4CD0-AE54-1B9950122554}"/>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AA4BFC37-B41F-4122-9D45-C0C6479FA63B}"/>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23C530EA-A4C4-461B-A938-6FCD1E264605}"/>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B0A5DD5-AB56-4A2B-A93B-2F2693D262E6}"/>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0EAF0A63-C4D8-45F7-9F5A-E9B594B47644}"/>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2A97A7E9-BD53-454B-95B8-45825DEC2672}"/>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1F565D26-B054-4AAF-BB60-3EDD895274BF}"/>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E57DAB6C-788B-44E4-91C8-AE921A2572BE}"/>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71ADF600-0B08-45FC-9875-25752D39374D}"/>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8DE35732-B3DF-4FE6-BC1E-36A8615B85AB}"/>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62FE2150-9DBF-40A8-81C9-3877101C3253}"/>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8C81D377-3FD7-4F3D-BFBE-689972F20C53}"/>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B10E33B2-E0DF-4671-86E5-2CDB375AF643}"/>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EB7C73C3-B2FD-4B32-A36A-01D2A53AAE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87018562"/>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25C70992-D8F8-4399-881E-B82ABDFA23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9C580A8E-68CE-4C8E-8EE8-6EE59EB6EE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D008664B-C01F-45C7-92BA-863121D460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99B0E1B2-4BD0-4C69-A4D1-0ADBF0FE22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D0531DAA-4C01-4112-A3C9-AECB1B1883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63BB10C2-9D75-4CF2-8719-5D3A9F379A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C74B9683-994D-47E8-8AA0-2D33DF16F665}"/>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680FF5DA-050C-4888-9CB4-A23BCFB525A9}"/>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CA40F9EC-E355-4DD8-8C6C-05D7C8E1C9DF}"/>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25CA4965-6F06-4B5C-A082-2B949A6143AF}"/>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F03A6B57-F0C2-4780-964F-B0C4E8F4588C}"/>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C2C500CC-C66D-4ECA-B7D5-5B561D29FCD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74FE5C3B-21EA-4F3B-AA70-FF975CDC337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E366969D-619A-4EB2-BBAB-711039FFF7CC}"/>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13BCA2B-C41C-4E49-B4B4-0E3E7F652B9D}"/>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044AE01D-B418-4CEC-BD71-1508BD602C6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1BFB8EB0-8981-4139-BDAD-29571466A855}"/>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D051AD0B-7F5C-4A2B-BA71-DF9EE5D94D8E}"/>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8EC1AE81-4ADE-472D-877D-DF1327D2405D}"/>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99A6C00A-9C73-4CBB-9042-944C5DD0DBBB}"/>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193EEEE5-8D7B-4B03-B7C7-C6FD26061957}"/>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3581D57D-8977-4720-866A-B553E1CDAEC9}"/>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A5393ABC-7341-42D2-9E68-255152161931}"/>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1A7124AD-5267-49AB-881D-99B3152219B1}"/>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172F22F-978B-4CB7-AAFA-094722C7FBB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BCD1F0C6-1688-4E76-BB03-27E8BEC4CA3A}"/>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D75312D0-3BEB-471F-9EB6-FB099C83840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F52FEC8C-0958-4E1B-876C-9000549F64FE}"/>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9D8F48B5-E831-4476-A255-5A393FAA55A2}"/>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4B7A9636-6AB3-4A36-B66D-9930C8BD3E8D}"/>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1F74B881-6CD6-49C4-86E8-0C2B97E74D0C}"/>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17A3F8A3-62D9-40BE-A78E-C7D6955871B8}"/>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0BDCCEB5-BCA6-48B5-8EA2-3E9FE17D4259}"/>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CEE79671-128A-49E1-A1EE-6CD6530CD143}"/>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F386AE84-AC25-4383-97D0-6732DC6897E9}"/>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D1F136F0-D11A-45B4-9D79-D94AC8385F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43971975"/>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26C60BB6-2840-42BC-90A0-D46B13F822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0">
            <a:extLst xmlns:a="http://schemas.openxmlformats.org/drawingml/2006/main">
              <a:ext uri="{FF2B5EF4-FFF2-40B4-BE49-F238E27FC236}">
                <a16:creationId xmlns:a16="http://schemas.microsoft.com/office/drawing/2014/main" id="{FF945085-C950-4BF9-8673-812698CE07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8FC02646-DAAF-4A84-A1E8-B7F36444E3C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9D2F7813-C189-494C-8ADB-654DAE7EB8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19790139-8D9C-4DE6-A0D5-8DFEA7EDCF1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631F3D30-6590-492A-8796-496D8D5346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D81512F5-62E1-4415-BFBD-9D9D59A39198}"/>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63643ADD-91DE-467B-8C28-6B87CA3273AA}"/>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A6F2EECB-1600-46E4-BE56-C9C01FB2F6B3}"/>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30FBFB73-3FF0-4210-9E22-CC6D9E5F0BAE}"/>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3679FC05-4EF2-4614-8A03-F2ADED5ED779}"/>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1B8088E-505F-4D1C-8989-3D0EAECB4D11}"/>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95FFE1FE-D813-4F2E-835D-9A8566C063A4}"/>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21750994-797C-4404-8E8E-F066B5B425C3}"/>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AAAAD586-8474-430C-A22C-4929724A65EF}"/>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31239DD8-0C69-4388-A507-76C210795C2B}"/>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EDDA2BF6-8965-4E05-B333-3949DE8374B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5B03BC55-2462-4B9B-8D83-D2A2F8BC962F}"/>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16F230A8-4137-4726-9CBC-405EC6498A6D}"/>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6DF9F36E-43D7-47F8-8247-451F8C9768C0}"/>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68EC6C12-9035-4593-80DA-7AE4D755B8CF}"/>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C5A1A731-4D24-4F1D-89D7-66391FAD1C23}"/>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01FBA464-929E-401A-8A22-3D4B232913DF}"/>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9242F664-245A-40EA-AE3F-E54F117DBC06}"/>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5EDE266A-F25B-4C51-85C8-B9683166EE5A}"/>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3D282416-3BB0-488B-B23B-FC94B46F26FE}"/>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550A6AC9-A714-4E7D-A5F3-A6D693A5F1A0}"/>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FC492E61-4FDD-4497-AC16-6013DFC1FF6F}"/>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0E0256A2-0CD6-4207-AD27-01FB4193EF1A}"/>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56355045-F815-4BC2-A6A1-127C8C3929C6}"/>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56590344-37CD-4D1D-83D2-5EBAFA4FE679}"/>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4D525BDB-41E4-4783-BC32-71E488E76B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61950120"/>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69E45A7B-0FF2-454B-AF40-A67454A4F0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2B7F1F5C-7359-4C69-A2A0-0A8B42C104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A4991EAF-0501-44C3-8549-8CEC9757AC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B88D759E-FAFB-4145-A133-F36B5C8E85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9B70FC13-1C0A-4CDB-8F45-3BDE2E592D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49BAAC08-A5FB-4563-86BA-B072F8AAC5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B73DA70D-84BB-41D7-97F7-326002ACAB26}"/>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025E7FF-3C6F-42C4-A849-A18E48388A70}"/>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87DD7FF2-287D-465E-99CB-55810BC7449B}"/>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8B8281C9-3379-49FA-9486-31144DD87206}"/>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A8C92BA6-A1C3-4D8A-8786-5FE96B65891F}"/>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24E31A31-A55A-4EBB-B4A4-BD2F2EACC531}"/>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A490411F-4572-4CDC-B9AA-5F45058C49F0}"/>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C8529436-2150-4FEF-AC7D-0D0A8C102CE6}"/>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3870964A-F5E0-470B-81E4-B3B84B4BD5DF}"/>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0C79DE0C-9488-48B5-847F-0C2ED10C2DCD}"/>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0481F2F5-903E-4895-B57D-784A1CAF2301}"/>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71676EB0-40BC-403B-8066-31A5AF5D6718}"/>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17BBDDCF-9FEF-4D4A-979A-222E22E4C517}"/>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5A4428C-0452-4C1C-BFF2-6E532C7F15D7}"/>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C9A25F47-53F6-4077-9431-8FCD86B418E4}"/>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3A29C77-6659-41B1-807E-2CF6D99F331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3192B08F-C11B-4E43-9397-968FAD41D650}"/>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E42DB077-0B12-4FAD-8802-40782A43D4AE}"/>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2281BD7B-7BE7-45C6-ACB0-8853C228D5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79337381"/>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F8396ACB-DB68-43C9-8BD0-7D53E15830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235D19E6-398D-48F0-B893-8DE4C94486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AD90EFE9-E472-4B69-81C9-29642400F3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745BB370-BF65-4CE3-9D53-B52FBE57B0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FE1436FE-620B-4E55-8CAC-E59AAB1D49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0C45B970-8F80-4406-AEE7-ABA28A2028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713605C9-B8ED-4093-90FD-DE889C7EA22B}"/>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A34B331E-85A6-42F8-A60F-B09A86B2054F}"/>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A89D6F69-84AD-4DE9-906C-66C4F8B9A4AF}"/>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19B3226B-BC4D-4AFF-8E0B-7A4B300EBFF8}"/>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DC44C139-CDAF-41EA-B4AD-A4DDB1EB245E}"/>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DCFA7B00-40EE-40E8-9962-F41E1693CC02}"/>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C6B99BA1-A7CD-4EDA-B23F-50B148B8B1CF}"/>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5D6E731E-A70D-43B4-A708-E8D52C630EC8}"/>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CDDB6F9B-C433-47CE-94C6-BAF5A1F8E185}"/>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993BE38E-D068-49A6-A257-B6B375142111}"/>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EACF8197-7425-458D-A8F2-8B1F965D24BB}"/>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53E42336-6C0C-4B1E-8ED8-6B492F408B6F}"/>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37382967-0B32-44E9-8C44-5C537BA62FC1}"/>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E9C6BD86-9326-4309-932D-5D6C9194833C}"/>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572DD53F-4E97-4FA0-8326-3543482F3E15}"/>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BB58AFA5-6924-4D00-9EB5-5B467478FCE7}"/>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64CDEE61-CD0E-4FA9-B60C-46AE6D2D0973}"/>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A03865DF-77C6-4073-A21E-1B1977D01D6F}"/>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DEA8257F-F208-4B3A-BC19-0C315BEB35C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C4DC3F18-B820-4C4F-B703-F2780EB3EEA6}"/>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B3ECDE29-2FB6-4BE9-AA09-4FBBD09F33DF}"/>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79B841D0-0A3B-494C-A282-D0E08646ABBE}"/>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DB5423C3-0113-4D9E-B78E-FB5D1B258520}"/>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71C56B09-E1EC-4F7B-9AC0-D89D1FAD9B17}"/>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CFE0D099-B01C-431A-A824-ABA250BACE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54886424"/>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DC33F4B4-9B3B-41CC-8B83-704CF2C10D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628A4499-150B-42AE-A84D-662CAFCF5D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9EEB046C-45F6-4499-A332-8C872C9F06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D7D43EF0-D0D9-4DF4-BFA2-4B9EE24945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BD3B1E9A-B344-496B-9F6E-272EF0C3A2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884461DB-45E4-4A30-9291-622B6FDFD3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EE458A19-FD80-4520-985D-7204135A260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88F48472-7F59-4432-9AB5-FD59FBEC9FBD}"/>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80E0FB6A-FAAC-482B-89B0-A39D0E6CC514}"/>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8646AB1E-4FB7-4233-9F89-57722D754EF3}"/>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4FE927D3-1F85-4E63-8120-2971FA24625E}"/>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CC3189B0-7843-4E55-8F20-D5A403EDAD7B}"/>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46616051-D086-4BC1-93E6-6F3B05C576F8}"/>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EEF15D4E-877F-4B9E-9938-090819EF4C8D}"/>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3F77B9F2-E32B-4294-AAAB-8464F85668EC}"/>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888F99D6-AAF0-4866-9157-056BCA7D2AD4}"/>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E496730C-CCC0-4873-8C38-B6359FA36ADB}"/>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65E78C1-A248-4886-A443-339A9CA2DDAA}"/>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91DD861-125F-4CCF-B815-6F2B625F64AB}"/>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58DE9EBC-21BF-4290-8A9E-DC0807B2823C}"/>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403ED70D-AD59-452E-8267-7767BBFA438E}"/>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7988AE3-1A34-467A-8763-0558AB1AA118}"/>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AD3423AE-0DE8-455B-B03D-691E05BEFF78}"/>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2A130477-B532-4A66-83AC-D3FA62E002E1}"/>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00B7E0EF-9D1C-49A5-BD7F-E20755FF7755}"/>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AA1362B1-C42D-41F3-88E9-B61294817224}"/>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9302DDAE-9C28-44B3-871C-2D27A9254321}"/>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47BB129D-02F0-4528-B59E-21375D528BDD}"/>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2B0A254-90A8-4780-95BE-70025142C84C}"/>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2003D157-CC17-49E7-AB65-5D91A869509B}"/>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41224529-9E4A-4E92-B88C-251276A65BB3}"/>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E69082DF-1856-44DB-A150-565AB1398A1D}"/>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707D6240-0741-495F-BA85-6EDAECF5AE42}"/>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92503BA3-3D35-44C1-83F2-DC3DD88ADED0}"/>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81642B79-53B2-4CCA-BBDE-05D183A5092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3B290CCD-A4EA-460A-AA1F-720BE0535B2D}"/>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53FC6075-D0F4-4E88-AC26-03A5895BCAD9}"/>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5BDC6A95-DAEB-45DE-A111-58150557303F}"/>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3CA0F955-0E19-4977-8378-27A38C2C70F4}"/>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AAE47CF7-DD2C-48F6-A6EE-D72467D88CC1}"/>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8A9BD4EA-3DB2-427E-A01D-D1CFC1E37D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6412092"/>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48FB4EC9-8D8C-481F-AF60-53C3F32FA9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60D6A48E-941D-4756-92F5-12C56FB923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FBB734BC-BB99-40E6-A68C-8B9A04FD98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7779363D-447C-4467-9142-219D8905AD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AB43C4D2-BA14-4D6F-AAA9-FA3D8512AC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213FEECD-4EB8-4C71-AA04-8E6467FCE0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890FF3B7-8C54-4CEA-BD64-4E9E69660AC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1472692B-FAE6-42FE-8D22-3E24775B50BE}"/>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64506120-EE46-436B-8259-DA89ECBAA34A}"/>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A4AA541D-AF12-40DD-96F5-C40006FCDC9A}"/>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F68AC86A-50C0-4A48-8EBA-64F74FAE7E1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7732BB56-4BE9-4778-86C4-A4C3DAC3FF58}"/>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DF510F43-3DCB-4907-A042-C6E80EF8B2FD}"/>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22CD634-EFF4-4E5A-9E36-D2B4218A0D91}"/>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CA00BD19-3A47-46E8-8F55-EF0263B9E590}"/>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2D49DDC6-5641-406E-A7E0-332F756A4243}"/>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E3B69CC7-EBFC-47D4-80B9-D2092251BD46}"/>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386FBF50-8FB7-4299-96A8-143CA40E81DE}"/>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F7A42CC0-C38B-4309-BBEA-6987D6EE7003}"/>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F2A256D7-F1F5-48A4-8008-63BF969B7B94}"/>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4ED0AB6-ECCE-4AB9-BD42-80A87CAB5810}"/>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98F5544F-B27C-4B2A-AB63-11047735BCEB}"/>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559316AC-EC48-402E-A42A-3FDEE9CD2CFD}"/>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3F6E85A5-2416-463E-BF4F-66EB75230C75}"/>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7FD35DD0-5658-40EC-AA9C-14EC833ED7F0}"/>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DA06C34E-888C-4713-AF92-7769630AED24}"/>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65EB8D13-38D3-49AC-B488-91D93B7A9C67}"/>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9DC2DFF-34E2-479C-87A3-86AD8D28C423}"/>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E2CFC791-D2E5-44FF-BF8B-9B403550DAB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44194909"/>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58C4A41C-892B-4397-8B7B-6C1F48411D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94667D9B-CD90-400E-A719-D768F27757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E443C25C-D562-4832-BADA-AE22F98D61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B15D946C-4C37-4C7F-8B8F-954D8E6DFE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BC682C24-7F16-4AFA-8E4C-642EF591E9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71491323-F371-4FB0-82DD-C00B5D4129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C4CB54BE-5BA4-4583-B36A-6A5B081CC78F}"/>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77611F1F-20D6-42FE-8904-88EE9D7A45B9}"/>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DD3765D8-2036-44FA-A529-45E81DB5A807}"/>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C2BB7A27-F03C-4779-925F-ED719A88E881}"/>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A80D967D-B737-4432-A611-9A60E42E7C9C}"/>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703C6572-247A-4329-B648-5707DA2CBB48}"/>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4BE59F76-45E7-449B-9461-E5EE7188C2A3}"/>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17A0C581-8B1D-453E-8A5F-9667960329F5}"/>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3876B33C-DE4D-4043-B7D1-30A7112B36FA}"/>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B95C4D25-3682-4A4A-8DBB-EB66416C66E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2BADAC52-0B4C-4C71-9080-FBA0DF5A1D9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EE48D664-B2CB-4CE7-8A97-CEE324EAB545}"/>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E5638A5E-4195-43AB-BAEF-693BE9C5089E}"/>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F74D6047-9355-48B9-B4B2-4FBBF4E17A7A}"/>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9986929C-FF2B-4F27-8C9B-0BB7FC10E08C}"/>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40898700-04BF-4638-9AB8-DBCD44000BA8}"/>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30C1FFF4-1356-4CB5-8F0F-1F3970E8F60B}"/>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EBFFA3A8-E7D8-4262-B80C-EC6099F0ABBD}"/>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839DBAB7-AEC0-4CFB-83A6-D9482B2E2D26}"/>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4F7969D7-7ADF-4927-BCCF-6B170E5C0193}"/>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0B64F7E9-22B7-45B5-8B70-D2B7DFAD3AF6}"/>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98255384-FDFC-470A-8279-AA2A26C1DED2}"/>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371DBFA3-E60F-4BEA-AB74-FDEDB97AD610}"/>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0895FD31-F389-49A4-8160-222EDE447B79}"/>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E0DD1043-F2A2-4AB2-A7ED-C2322F2842A8}"/>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547E39DD-A76E-4C3D-AEE9-927B7518D69E}"/>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A6796558-C0D6-4003-B5AA-1E3C019C6713}"/>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85012581-89B8-46DC-B119-50BE4DA5B802}"/>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C5323D40-99D7-4532-B1D5-0E2E8D27FCB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730F2C17-E90D-4BE0-81C6-52C24A16FC19}"/>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CC69A1F5-FF24-4DF8-8E5E-2CC15758C4AF}"/>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93B93522-586E-409B-A604-71DEB5DE1F69}"/>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FB225A1A-3F55-4E42-A742-766AB9D3E592}"/>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8652349C-53A0-497B-921B-BBCFB8AFB69C}"/>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61FC5D3E-76D4-4276-BB2F-31CD0E3CBCC7}"/>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610B6110-211E-4BEB-B937-390768192B8B}"/>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91B133DA-E41B-427B-9F63-264CB6C9FD3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713921558"/>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171D11EF-47BD-49F2-970E-B6166C127E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C2ABDE69-2B19-4B6E-B2A3-A2C57D831A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84B4391D-8F6A-4CB8-ABC0-61C4E87BE7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E1231907-21FF-457F-B3E7-EDD7E988B7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D65C1AB0-63BF-4210-9134-78DBAA2B66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3C888C97-2548-4DD5-AB01-D4628E9451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BD9B6749-D91B-45BA-A177-3ADAEBE2DE29}"/>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6A911AD8-C7A8-4504-8DC5-0E2AAC23A3E4}"/>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EA464760-2BAF-4612-8076-096580CD7A37}"/>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64538242-6BBE-4341-A5DB-FE8CA860D591}"/>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6B03CA97-136E-4F60-BBA2-CEDAFE0B4F8A}"/>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C3BFB763-02E2-49CB-9BC5-1790D497DBF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119EE832-C08F-4ABA-96B5-F48D4F22286D}"/>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8D53BC99-7659-48CF-8155-1F013BCBBB07}"/>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AE465686-8300-426B-A27D-7A25A007C803}"/>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FD5E0018-02A3-4E91-9DF9-11127CE3EB1F}"/>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B023C4E9-7B69-4904-84DC-EA83D307ADB1}"/>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636124A7-DAA8-42D9-A66A-406E18A951C7}"/>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6278884B-0472-4E0F-88DB-004C7859877B}"/>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894DADF8-2D20-4102-9019-23052E91717C}"/>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CC15DAF6-DCE7-4AE2-A862-71B43D7222C7}"/>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5A6305EC-EF5D-4DAC-BC62-97E9D845A35A}"/>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F732C3C9-E380-4ADB-A82A-8543B1A76B57}"/>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45B91A87-8B20-4172-8B3A-76055FC74CAE}"/>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A7A486D6-2002-4DD9-B6A8-E7CAFCA8DE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2973034"/>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7E30B050-BB9E-4BE7-A3A2-E26BA905F0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9607D896-9DC3-464C-AF75-FD5A1920C6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651A1FF3-8454-4561-B9EF-670298C0DE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F10E6E0E-E525-40F2-9B6B-B8F2F762AD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9109ADC2-506B-4F99-A602-BEA65312C1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A9611506-2560-4991-AF0D-E44222E186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1CC2F09E-0103-4821-BF1A-981C911AA59A}"/>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A0D5C33F-E11A-4D7C-A7DF-3A0C57A4B4C4}"/>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2B6E5876-84DC-4A3A-84B2-D1D13C4CAECF}"/>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937F3061-EAE0-473E-8DC3-50EE0DD15034}"/>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C225873B-4606-4BEC-AEE1-C11C4E1876E2}"/>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17CF8467-D5CF-4A16-819E-6DF6DCA4C133}"/>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063C9077-992C-4DB9-B15D-8C033BCBB5FA}"/>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FE48E183-8181-41C3-BB69-ABD24BE8E8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11661846"/>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C3E1EE4D-11CF-4382-B364-A62F09E559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FAFAE046-983A-4630-955B-6474F1343F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5A102241-0160-41FB-95D5-38DC689C8A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7DA45E3C-3B9A-488A-86E5-C7DEA798CF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47F687F6-41C9-4103-B7B0-8002DE7AE4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EAF35009-4A44-48CC-A711-E38FC6B263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BB1D52F0-1947-4058-85BF-40002CCCAE5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C9DBC040-E3E6-4E29-BCE6-C7B24F2331A8}"/>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BA6B80A0-0FB2-432E-AA73-9EA2C11D364A}"/>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90186ACD-D578-4126-B8C1-56B7A0901028}"/>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79B5EFCD-86C1-43DD-9183-750BEC578781}"/>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4DAEA4AC-63B7-4C87-8799-37167FDA452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C74FED30-A3F2-4850-9332-5B56F543B7C4}"/>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EC2C61D6-04D6-4D7F-A336-1A29C3DBB38C}"/>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B6B6200A-E099-400E-90A1-501D76687FF8}"/>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FD50B3A1-0FC9-4548-8C25-BA299D3E663E}"/>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007265F1-6254-40D3-AEED-346C13CDAD0A}"/>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CBDEA940-358A-463A-9F30-08A3059D3285}"/>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463653F7-F536-4E7F-9C71-65CBA0C932DB}"/>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9D3A16C3-900B-4D7A-9F3A-6B0BBC9C15E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A452E997-7E32-4A4F-ADCD-7BBC4A7A44D4}"/>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F1DEA1BE-7002-486C-8376-C570D57B847D}"/>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723D7DA0-5D43-47D7-A9D0-8D93AE5A0332}"/>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00CEB1F6-572B-46EE-90BE-312F21C541A8}"/>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0C1DFBCE-11EE-4EC2-9409-45F3DED7A2D6}"/>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6FA04164-FE17-45A3-811E-6544FB568A16}"/>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B4AA96E2-6704-4BD3-8E3E-8BDBEDB783A4}"/>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83130C70-9409-4070-8735-8F0A89E8DDE7}"/>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3802E1E3-5A0A-467F-BA9E-3D48D097C2E3}"/>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C1C7C58F-131A-4639-9607-5016FC015FAD}"/>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147FE31E-16FF-4BE1-83D2-D477F083C770}"/>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A93F25C6-E9B6-4590-9EE4-24EE5B7C1A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14143466"/>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949DEB39-9681-44F7-940C-A518AF83D4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18C07808-DB35-48C9-B7B4-4CE5FB54E8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9760B923-BF79-414A-B27A-1E248C619D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1BD7B91F-BDBD-432D-B9E4-63C2461EF3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6823070E-3218-4F02-A1E9-08AE6ECEF9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C5AB4127-5EDC-428D-9C42-D31893EC3B7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7C97A5C2-3F09-4250-B71C-639CC87EB0DA}"/>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CB7D1B74-8049-4338-B837-4039456279E7}"/>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0CE9D009-70E2-4FB0-8F73-9957B614A35A}"/>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3C887817-A108-4676-B137-9CF0CA3C9767}"/>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7CADAE2D-D5FB-45C9-BF3F-7A53A0229F2C}"/>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7B529E0A-1B0B-4FB3-A8BA-8E215484ED54}"/>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779B3F6-258B-44B0-A0CE-12BB9D33603F}"/>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EE18AC93-BFDC-478C-BBB1-FB594FC39A27}"/>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79A0F557-FC88-4C6B-980C-BCBC52A6E5C1}"/>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8DAD45C2-58DB-479E-8CD1-67F49526B1CF}"/>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C5E97ECC-7B2F-4677-8FB8-977B049B5084}"/>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DC9AD4B4-8C74-405E-ACCE-A80107127934}"/>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D2741E35-B2A1-44F4-9E7F-AF9923B8B8B3}"/>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80DFDED2-23BB-4239-8996-7ED0FEFD98BD}"/>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97B9352C-8DF7-455B-8748-69E5A971F79F}"/>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4032F534-893B-48DC-B32D-2F1B5D6EF3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2186764"/>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25CFA3B5-277A-4CC5-AC4F-49F76073AE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126774AE-26FB-4A7E-AB1B-7027B9E24B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81076F5E-8FCE-4EBD-8E9C-73AA968CE9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5C4ED95E-5F69-4486-BB26-D8B698AB62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752577FF-21B9-4A2C-9AE6-0721F1327D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DCCB5E9F-155F-4F91-911B-1A2A32EE30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ED73D833-5680-4590-B40D-05276813E872}"/>
              </a:ext>
            </a:extLst>
          </p:cNvPr>
          <p:cNvPicPr>
            <a:picLocks xmlns:a="http://schemas.openxmlformats.org/drawingml/2006/main" noChangeAspect="1"/>
          </p:cNvPicPr>
          <p:nvPr/>
        </p:nvPicPr>
        <p:blipFill>
          <a:blip xmlns:r="http://schemas.openxmlformats.org/officeDocument/2006/relationships" xmlns:a="http://schemas.openxmlformats.org/drawingml/2006/main" r:embed="R04a403b498624a9c"/>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1B13AD43-47FE-44A4-84FF-4F08DD58E6A6}"/>
              </a:ext>
            </a:extLst>
          </p:cNvPr>
          <p:cNvPicPr>
            <a:picLocks xmlns:a="http://schemas.openxmlformats.org/drawingml/2006/main" noChangeAspect="1"/>
          </p:cNvPicPr>
          <p:nvPr/>
        </p:nvPicPr>
        <p:blipFill>
          <a:blip xmlns:r="http://schemas.openxmlformats.org/officeDocument/2006/relationships" xmlns:a="http://schemas.openxmlformats.org/drawingml/2006/main" r:embed="R6463268361304f6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E35716DB-3040-424E-BCF4-3ACE20309AB1}"/>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4D1EF597-7CE5-408B-97DB-1CB7AECF741F}"/>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345547EB-8304-4984-9A17-BA5BA9FB4533}"/>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65A9E95E-8368-49D1-904F-FED89E834EDB}"/>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168A1422-9DF9-4B2D-B815-C6DAD35F1269}"/>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FBAB902E-C28D-4B44-AB90-9A7BEB1B7032}"/>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3C3E64CE-DDF7-49C7-87E0-56CA56C7EA15}"/>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D44E4764-1738-4D3F-94EA-381CEF434286}"/>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5057A8F5-2638-4AB0-AF8F-D5A7325535FC}"/>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9E7B6463-32EA-4ECE-9948-AA05730B35A5}"/>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EE5F32A0-81E4-4ABE-9B90-903891502711}"/>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B7BE62D1-9E99-4C1E-A967-7CE23A3682FA}"/>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08BE6E45-A3EC-43B0-BA77-693795C3C873}"/>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EF185D63-D276-4AFB-8BC7-8EF40FB9FAA6}"/>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7181B947-50E2-48E0-9B04-1DB0F8B1585E}"/>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DE58CE47-70F1-4446-868C-DF5093E3689A}"/>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34FA9E52-7498-43BC-AC64-09BE48685174}"/>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FC601469-F6CF-4C05-8405-0F587B1D581C}"/>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70010600-C535-4F0D-A105-09F41FDB8AF6}"/>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09328631-3045-4790-A475-6A81F8D7640D}"/>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4B5B4E38-45BC-414F-BF9B-61310A259182}"/>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DDD8C2B5-AC48-4D0D-AF1C-4F96B23F436F}"/>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7486CDEB-F61E-46F0-AF21-4ED99B17826F}"/>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C8C6E0DB-11C4-4DA3-B3A2-9C3A6C1D949C}"/>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1C6B63FA-708F-44B4-BD3E-DA18A8DFA4B3}"/>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79203FEA-EECE-41D2-AF15-41F7BE6158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450173577"/>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DAB1107F-3F79-4C8B-BAC2-30EF7E5809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1CC687A8-B318-4F80-87DC-42BAF51FC5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B88DFBED-A3CC-4788-8FB9-045C7FD3AB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34C1F950-649E-4253-9BE6-20DEB7AFA9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AE338AB5-4AF9-4A55-8BFE-6397B50CB74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A103776A-3CB4-4188-8C3F-2779FAA374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F3C2CEA9-E4BB-41DF-B496-3C1559AAB59D}"/>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430B9A4D-C884-4C7A-8A32-41EC3594FD24}"/>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3052A367-9172-4181-B597-D5465A19E2AC}"/>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1EA99A7C-9BD4-4A53-B0E3-29E3A507BFF7}"/>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E5CB5AE0-B556-420A-90D3-17D548FFBD2E}"/>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EC6DBB83-37D4-4C64-9578-B66CFBF1835C}"/>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F745D729-8572-4F12-932D-89CCFB8BBDC8}"/>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B887CB72-C087-4DEB-B34A-EBE9F3D15340}"/>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8C9C0FAD-2520-4D08-8600-D0BE405F4C7E}"/>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158E014C-9BAA-4969-94DC-A44CF112178B}"/>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1609867-057F-497E-A23A-BE0E3B6DAEB8}"/>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7B099EB-2F40-4B28-85E3-659BB70EEC48}"/>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AA564C2E-D94B-4865-B305-1E23CDF563E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E2B491E9-0250-4AAA-A74A-2FEEEFEC6303}"/>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A174A4C-B5FD-48E9-9FE1-0EC56D87A2B4}"/>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C1772E4-C5F1-4F85-9035-E0A26DC9CD93}"/>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71CC6B3E-9747-4841-ABCD-EA83FB60DD22}"/>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A1DEBBD-7C1D-4B60-BB9C-EB32B4A68A1F}"/>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8E2C8A50-DED9-419D-94FF-BE0B75B5924D}"/>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933A575C-CDF3-41F0-9DE7-8FB0DAC02066}"/>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73AFC361-2175-489E-87B4-70F588387CCF}"/>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B2EB2615-7582-46E3-8211-00494660DF76}"/>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9D7F2375-4084-42ED-8668-F9A8B0705DCE}"/>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948DEB06-EDFD-4403-A00C-B387B7DDA87E}"/>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46B9C42A-D415-45CE-BB66-A696BAF12EA9}"/>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E930ABE7-6994-4282-8EC2-9E7748EBED30}"/>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3D16ECE6-653B-48A2-873A-71B9B194BA79}"/>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F67B5C36-2DC9-4AB0-8B70-01CCE2F0F1DA}"/>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8C93079A-8049-4F4E-8CB1-58DB1C4C5FCF}"/>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48742CD-D5A8-40EF-8E85-046302CD4E26}"/>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1FE78A57-6A27-4F21-90C3-DD315A3A1C1B}"/>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43DAD5E-4773-4784-A7A0-4B5C3A9F31F9}"/>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74B1C263-4F03-46AD-800A-28A81123C785}"/>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F0146502-2BD2-468D-8DF6-49EDD65232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29150654"/>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85072428-D735-4D17-8C01-0D34C44326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964A5DE5-6110-4CE4-A16D-B3CCBD6DBE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30A2E049-4F04-4ED0-8F78-2D38E35A59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EB505A5D-E66B-4F78-88D7-E5B65B699A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33F5FB0B-2C53-4B34-BF5A-7F8CD60D15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9814A83F-C4A1-4D35-9291-52CE6F237D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172FCD2C-EB6B-4E2C-90B2-293D6D884790}"/>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33FE7535-0B9F-4157-9E13-C01D4983D65A}"/>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D8649A29-9AA6-4B9E-9191-1E474D775BAB}"/>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0254B2F9-6AAC-4B35-B23C-3D9E5AD9A4D4}"/>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1A3D61B-7087-4F58-8C03-9E8F7794D588}"/>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307356CD-CCE0-4BE4-AF23-740C0BBDE995}"/>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3DE4185A-A26C-45CA-9D68-EE1AE5AE9996}"/>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975EE81F-481D-4468-9773-EBC4CBB62CC6}"/>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4E803C46-250F-4C70-B6CC-218B0F5AE70A}"/>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3BF8DA9C-BFF5-4ECA-918E-538AD9D1DB7D}"/>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AA3DD379-8D84-4ADD-A04E-7ED8ED871D2E}"/>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0639683C-F745-4F40-A6F4-C7CBD6DDC2BD}"/>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6B2B0480-5E3B-42C4-B864-5CC5E0BC83D5}"/>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4A7C6DEE-1548-434D-AAED-D5EB29829F03}"/>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7655EB06-B175-4145-A523-70D7937CDED7}"/>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9F171B1-F2BB-453F-BD44-1B4AAFC6B069}"/>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7FB3D4CC-33A4-4C35-88F8-D1707F93D9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13444175"/>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2E1CEBFB-63CA-4574-8939-77FB22E354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151C1BEE-AA2D-4FFF-9052-8822196E1B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1FF555B6-FED3-428F-886B-EE0B1D02E0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F9B02CBE-7E0C-4D50-B2D1-32051CDE19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16B98A83-4F85-45D2-ABAD-B3BAC926E4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789A9ED3-DB48-4CB6-BDE0-6F0DB3E4E6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6EB10A32-5901-48AA-90EA-2C90E117B63F}"/>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E368A05D-854F-474C-9F39-411005FF08D7}"/>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D453665A-7DBC-41A1-9FCA-167DB0C9E905}"/>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3E382DE1-D140-4658-91EE-4A7627F72D91}"/>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E6DBA572-054A-40EF-83BD-4C94FE07142C}"/>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AA362903-B861-43B5-B31F-7F413E207A8B}"/>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0585DF43-42AC-4775-9DA1-EDD480D13303}"/>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26F62642-186D-4B72-828C-9A0E605349A9}"/>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8FB35A6B-31BC-4766-A6B0-F7D534739819}"/>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30462221-657C-4DD4-903E-228FD9E6049D}"/>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86080758-74E0-4840-8CD9-45657D44BFE7}"/>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6276C772-84D2-4C91-B80E-CEE2D1DD2420}"/>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BB7D01AF-74EE-4896-9C05-915E89049AC8}"/>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84B56FC2-7FAE-4B00-BD8C-7F2C4E631687}"/>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CD188A9C-DA97-4BC1-9D7B-EAE7D81C7860}"/>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B052E640-B27F-4ED9-8F11-10ACFFFD3F12}"/>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5F488B27-BCD3-43B2-91DE-FFEB0E2F32C5}"/>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FFAE49C7-1BE6-47C9-9D0A-D286C55455A8}"/>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93237FF0-E4C2-4635-9554-D37AB55C616D}"/>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D6FE47E3-C069-45FD-BD60-EDE5F55537B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BD8DA590-75B9-4CE3-BDA6-C53DBAD791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34135545"/>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C91EE0C4-1476-4B99-A1A1-0A481FE13A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8543BAEE-2B55-4252-8326-582C853CF0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801435B7-6445-4877-95FA-A9960D27D1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46F2CB0E-0850-46DD-9FCD-E50F52BA06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33385763-36B5-4F4E-B8BD-85236070C3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6C4879A8-D8A0-4CB3-BD9D-E7FC74D496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BB9DD9F6-A16B-4993-B7E4-1FDBEDCF59D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152F2923-A7AA-4EB9-8F68-C3E330D27BD9}"/>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73C8169C-0CE7-46E1-97B6-F948122FE169}"/>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8EF3A14-F8ED-4518-A527-21DF6955B03B}"/>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D9F35A84-4587-4ED4-A3BC-9BFC6D876A1D}"/>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EDAF880A-4AFF-47E4-BACA-DA54E553CF1E}"/>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29B58F0D-116C-4A4E-ADEF-95DACBC7E59F}"/>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0C9EABD0-9A72-4D01-BCA6-1BE04ECAB22E}"/>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A2976C78-BCA6-42AD-84F0-700AF754467C}"/>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65D93EBB-30A6-442E-BA06-F1ED76F3AE7C}"/>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9152DCF4-0CE3-4307-9887-AC95401F5FA4}"/>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0A15AF52-D475-497C-854A-696431E40CF0}"/>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ECEF97ED-A185-44AD-8458-699E17300708}"/>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648DE9F7-C1AA-4639-9ABC-1D8DD06DC5CF}"/>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049CA533-E8F7-4794-B069-B5A978F6C7D8}"/>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FC4AAAFD-2E2E-4F05-9286-9CF147DF7311}"/>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7A1EB598-9546-4CCF-8943-36CAC1323769}"/>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F57F0209-91BB-41B5-9FBB-2730D281EE4D}"/>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3BFE41AA-0603-4F14-8AE9-72146E0F69CE}"/>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585F452-D528-4C27-95AF-CE4B4AFC285B}"/>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CA8506C7-E66F-4597-9AE9-181C625E546A}"/>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D264F847-A582-4167-BDC9-B9DD12101622}"/>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832FE692-8F76-4308-BA23-CB098F27936E}"/>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BD599AE4-0423-4C0C-AC29-7E615539DCE7}"/>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03FA408D-BED0-429A-973B-D0DDD7477C7F}"/>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69E95092-9FEA-4A3C-B22B-E91A39681493}"/>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3C43AC0F-5F3F-492F-A968-CD34894863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80286423"/>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C6061F6D-AF83-4F08-82DB-9BF385E645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77C9A556-B2AF-49BD-8A62-F5FB32907B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C53D58DD-65BB-4B73-9661-8317A583826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70F10D29-7A1D-40E1-B3B0-AF38F0F60B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37292444-D3D7-4EF2-9F25-33AD2DB349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D835C7E7-B577-40A6-897F-C7921DA220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560AD77A-F8E2-45ED-933D-1F8EAAB65208}"/>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C8C190BE-533E-4F85-A0B8-753E12AED04F}"/>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A3E86EC3-263E-4B30-8E75-343C6DE923DF}"/>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CAB92F71-78A0-4048-8D44-8474749A931A}"/>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5D96C4E1-A875-474F-BEBF-37AFC4479F2F}"/>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8D56460-D9CB-47F5-9002-350A500E6008}"/>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2A670A55-9FC7-47F0-99E8-E7CDD37FCEF9}"/>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BE648B4C-D57D-4588-9A49-1D2F3A0F86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17278982"/>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378B6996-32D4-46A6-A9A0-6CC36D876E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4FFBFC5C-4A23-4286-BC4F-FCCC2FFDCC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833BACA4-2533-4F27-B450-3994EB7728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ADA4F47A-8871-48D6-A192-5FF218BE99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51C59037-0E8A-4D51-A8C2-26AAFB2511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AF3A7B53-E867-4565-A6FF-3DEF919ECA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2FE6F4B0-045A-433C-93BD-B289161B9A7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F5154AD9-BCF4-437F-AF95-317873B48DEA}"/>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4A08F632-E8FD-46B6-A830-D9C515909B7E}"/>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795FB214-D265-4FD3-A8CC-3512D37AF1F7}"/>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DB698FA0-3BCF-404D-B1FA-F25B55441390}"/>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F2456BCE-7A2F-41AB-9FB3-F1E4C320BB31}"/>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D6AAB053-4914-4B91-8954-EC7DBE8F73F4}"/>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CA59F321-787C-4B5D-A491-9ABFA961096C}"/>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748934A7-F89F-4BAA-A5CF-47A60CF6FCB7}"/>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A1C3C23A-4DBC-4BC8-A743-5D7F1EAFE842}"/>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3BB3428D-9395-4BB0-A77B-C9053C8A47B9}"/>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381C23D7-2B17-4F6D-A53C-5E9586A2D4D6}"/>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790E994-D7FD-4A95-9610-BF5E0D4B0958}"/>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44779133-8263-498F-B7A9-56DEA0CB2BF1}"/>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D7445C00-B074-4020-892F-2B6B73E5A4F9}"/>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38F01A38-B742-459C-8140-B45DC5C6D49F}"/>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98EA331C-720A-4F7F-B636-7F1B7E078A4D}"/>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BEBF70FC-1F9B-4B13-9AA5-71E1159DA356}"/>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6013927F-9DF1-4602-8541-869E14EF304C}"/>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78BE33E3-7582-4DD1-8800-E0CFC4C08B53}"/>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494D201A-823B-4788-A455-062D09C7F56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B4F704B2-C07F-41EC-9DBC-A4D427FD22F2}"/>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660D15A2-2D87-4CD2-9E82-22BA6BD37E68}"/>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ADF4DED4-FE18-4DAB-9C62-04B8BA899CC3}"/>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7859730C-FE85-459B-85AC-571B7DE01DAA}"/>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A604629C-2431-49CE-93FE-C02654D10768}"/>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681469EF-B122-4127-A55E-45031EA06C7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07A5A1C7-4560-4F1D-82DB-96411E63A9D0}"/>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44DCEE60-8AE0-4CA0-AAF4-253FCA6BC9D6}"/>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06503402-0003-440A-8080-795D7F000168}"/>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C0B23ABB-A27B-450C-A1C9-DEC8899F656E}"/>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A517DB14-EB0C-4B34-BE2D-EC9E5F769473}"/>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1F4F80F8-C772-4C9C-9B4A-B888AD32A863}"/>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EDE5E880-74EB-4586-81B2-FEFDB74F6756}"/>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E94951BD-D90C-4D9B-A028-9154A17BC699}"/>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266AD8DF-47C8-443E-8965-DF1E13507BD2}"/>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5070E0C8-673D-4B71-9D69-86612BE71587}"/>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B3D46683-9912-46B6-A53F-E919B8E61B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755534787"/>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B137AE29-97A5-44C3-9478-6663A0F8D7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57">
            <a:extLst xmlns:a="http://schemas.openxmlformats.org/drawingml/2006/main">
              <a:ext uri="{FF2B5EF4-FFF2-40B4-BE49-F238E27FC236}">
                <a16:creationId xmlns:a16="http://schemas.microsoft.com/office/drawing/2014/main" id="{6232EE64-0DAF-4010-8A0B-4537C74071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밝기 통계 계산의 성능 개선 후보">
            <a:extLst xmlns:a="http://schemas.openxmlformats.org/drawingml/2006/main">
              <a:ext uri="{FF2B5EF4-FFF2-40B4-BE49-F238E27FC236}">
                <a16:creationId xmlns:a16="http://schemas.microsoft.com/office/drawing/2014/main" id="{66A2541E-09A7-4CBC-8DD0-93C39A2791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50A1A058-B57B-4984-8B17-3C7C67815CF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FC1EE7B9-449D-465C-873A-FB59CEF59E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04761F82-D68A-4AEB-B88A-9DC2400104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519A47A0-C32E-48B2-9134-1AC82A12F02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DF62177-7C9C-4A7E-BC43-54922331E21B}"/>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FF62DAF8-FA23-4FE2-9B04-DB11E316AE99}"/>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45A6E913-59A5-4C53-8F71-878FD7491D55}"/>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CBBF61FE-6086-43C4-B5C8-D93EAF2A556F}"/>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E8AB159E-900F-4C4A-9D51-609A7DE21191}"/>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17D0AA1A-6FE3-487B-B759-BEE152B7668C}"/>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0BF8BBDB-456D-4BB1-92A7-E49D9DE3D100}"/>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69E2B79A-C7AC-434C-A139-9647ECDAC10D}"/>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47460CF0-952F-4483-A96E-E295EA6E37E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C0CCA962-3BAF-4311-ACAE-76491D00EE9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306372D4-E96E-4BC2-AA23-7797E64A7E80}"/>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1557050E-5121-497F-A16F-09D7E8B3AF1E}"/>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F289ADC9-23D8-4BB5-A401-40D64EF24D45}"/>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22DBBADF-F235-47DB-B142-7A5C4BFD792B}"/>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A9E02D36-BAB8-47FB-AED6-ACC5DFC87431}"/>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1C091AAB-732A-4E16-B17A-C016C7F5FE4B}"/>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993BEAED-A908-4CC4-A1CA-C7B0BA4EB3ED}"/>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77D3ADF0-E186-4075-87B3-03182F38C2CB}"/>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6B68A99F-50AD-4FF1-A454-8CEC49F508D7}"/>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0A3FDCA4-FA8F-48AF-82D4-54C63437E2EA}"/>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80689D7D-7E74-458F-8E6F-2B7A432E66F1}"/>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5C01EE41-138B-4CAD-8FDC-BF92200A1866}"/>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2ADB7408-6D46-41EB-B008-E9A2559A7E5E}"/>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68B149DC-73F8-4B05-BCDE-D01946C55AE9}"/>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2ADB9274-1AAD-45F0-9ABE-D9655DF2A293}"/>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65EBA526-2102-4EE6-A398-EFFA461828F6}"/>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6A85D1A3-A1F5-4F01-9613-84AA1E9AA329}"/>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45E088CF-1766-44F4-8C5A-3F239B77B7DC}"/>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6403D2CD-C19E-41DA-AF28-FF7E2974AF55}"/>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7C49D2B1-3A6A-4DB8-A308-DC47B1FF98E1}"/>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D02C9FB5-FDEB-41CE-A95B-C69CE524D95D}"/>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875B320B-E08D-4377-B8FA-CCF06F322E55}"/>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B8120851-C996-44F0-85E2-621CF15816AD}"/>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48D29141-B6EB-49AE-A459-632DD1F1A157}"/>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F15FD7D0-7A9D-4D9C-98D0-BAF8DD3E6FF8}"/>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B1D078DA-EAAA-486F-A61D-316B650CC941}"/>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38C2189C-D032-4D3A-AF25-4C69F41BD599}"/>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3DDC6AAE-703F-4386-A87E-5759883E7326}"/>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A69D736A-DBC0-4A86-BE2D-FA48983FEB6C}"/>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5382502F-9383-4288-BEA9-E1F0FF2E23D7}"/>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536102D3-BB2C-417A-A164-C7FB8AF67052}"/>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A3982543-3C54-45ED-B894-F24B0BBC765E}"/>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DDBCF8EB-E427-4155-8C56-08A07A3C9CA7}"/>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4332BA63-C6B8-4752-8373-59C13073CE66}"/>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AB23E7E1-4593-4DB8-875A-379B43797F0C}"/>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E1063D7C-9192-4A2C-836D-1DA6FC148C67}"/>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A912BD2F-88FA-4BC4-9A4D-72F6CFD63BFF}"/>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CCA9E3F7-D77F-4FAF-A57E-26ABF230DE20}"/>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5B10F3BE-15D1-4EF2-8EB3-7D91714C8468}"/>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BE498846-93C0-45B7-A305-9C946A854A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71839351"/>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91C63A1-D39C-4D3C-9123-3D7A2D03FA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58">
            <a:extLst xmlns:a="http://schemas.openxmlformats.org/drawingml/2006/main">
              <a:ext uri="{FF2B5EF4-FFF2-40B4-BE49-F238E27FC236}">
                <a16:creationId xmlns:a16="http://schemas.microsoft.com/office/drawing/2014/main" id="{9619FC7A-08A2-40A7-99C4-4FCB51AF7E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의 시간·메모리·동작 확인">
            <a:extLst xmlns:a="http://schemas.openxmlformats.org/drawingml/2006/main">
              <a:ext uri="{FF2B5EF4-FFF2-40B4-BE49-F238E27FC236}">
                <a16:creationId xmlns:a16="http://schemas.microsoft.com/office/drawing/2014/main" id="{769B8B40-F1A0-4089-AC78-172CCC130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FDAD9946-F83A-4390-B46E-578D9BB18D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B7309303-1F3E-49CA-9097-E00E41761A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7499113D-3F46-4405-B278-04C5D9847F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75B05F02-213C-4787-8C9C-F07D9CFDBD4A}"/>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01A0A8AE-20BA-4E7A-9EE4-3350170718FA}"/>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6C324D28-9DE2-490B-991A-CF1F0D3B4671}"/>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24717E20-AE92-4844-AEB6-1FC683B50B86}"/>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DF3E1223-6E10-4AEE-BF81-E516E5BA5553}"/>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ECA1257-1D72-472C-987E-336A6FE1DB1C}"/>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3328EB80-9EF9-4F0D-99E1-5DB628287E06}"/>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AB641F2D-78FB-4484-A8AE-D53A320EC2B1}"/>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2ffe1554468c402a"/>
          </a:graphicData>
        </a:graphic>
      </p:graphicFrame>
      <p:sp>
        <p:nvSpPr>
          <p:cNvPr id="15" name="Python 할당 피크">
            <a:extLst xmlns:a="http://schemas.openxmlformats.org/drawingml/2006/main">
              <a:ext uri="{FF2B5EF4-FFF2-40B4-BE49-F238E27FC236}">
                <a16:creationId xmlns:a16="http://schemas.microsoft.com/office/drawing/2014/main" id="{F26114B9-8535-42B4-94AB-E8A231E52904}"/>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389CDE81-06CA-43E3-B6F6-24ACD895FC55}"/>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8C258DE2-9E68-45F9-86E3-44701FB57A44}"/>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21D60F57-27FF-4EC9-955B-678FE84D627B}"/>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9611A031-0E37-4823-97C6-AA81C4A3423A}"/>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462FFCF7-F762-4B5B-996D-FE411F171665}"/>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5EBB6081-3A7A-4D09-A836-76BC5EF3EE7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55235D8-489F-4BDB-B54E-57FB89469A5A}"/>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E4786CCA-DD5B-4021-8AF2-0ED22E4CE242}"/>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26CD9680-E120-4C44-B51A-6388056E00EF}"/>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8B4CD69-D677-49C4-9179-EDFC961A1E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837729672"/>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D935DB2C-2AED-494D-B8B7-B7897FAEC5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59">
            <a:extLst xmlns:a="http://schemas.openxmlformats.org/drawingml/2006/main">
              <a:ext uri="{FF2B5EF4-FFF2-40B4-BE49-F238E27FC236}">
                <a16:creationId xmlns:a16="http://schemas.microsoft.com/office/drawing/2014/main" id="{C9A9BD87-7E12-417A-AD32-CBE2061BD3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한 Agent 조사와 Subagent 역할 분리">
            <a:extLst xmlns:a="http://schemas.openxmlformats.org/drawingml/2006/main">
              <a:ext uri="{FF2B5EF4-FFF2-40B4-BE49-F238E27FC236}">
                <a16:creationId xmlns:a16="http://schemas.microsoft.com/office/drawing/2014/main" id="{80C81A1D-00FE-4903-B4B6-C9A1C49F23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377C3874-F9AF-441A-BC56-2455514DDF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36E85403-639D-4D99-8D6E-CC3479AF83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2F146F83-6624-4A82-B8E6-4F078C5FE1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2FE5C2EC-67FF-4461-A384-CA017B3857CD}"/>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1FC07B0B-5DC0-4189-B890-BED90C80F19B}"/>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92A5305F-6A94-49D0-AD25-40C280C1356E}"/>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0E26E4A6-B7DD-484D-BA02-39A94F4C4D85}"/>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306C76A9-C4E3-4FA1-8CC5-42A4054B1127}"/>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442B9736-4D85-4F0C-AC6E-854A12BB2EFF}"/>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434FCB5F-D249-42B6-9DDF-9DBBC59A8CF5}"/>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DD6F44FA-28DB-433B-B4D2-BAFDC40547C8}"/>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1115CA2E-105C-4CD9-96FA-5CA2586DFEC9}"/>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0536C311-4C9C-4D30-AE1C-99E67C40EF99}"/>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DCE4E2F5-EB39-4CDA-A7B7-949FABDF137D}"/>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6FDF57D0-5F3D-499C-A7B9-EA45CE6665BB}"/>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37C2A269-72C2-48F7-8345-1491A96B69C5}"/>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AA71D86B-00DC-48E9-BE7A-4DAEB467CA1C}"/>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FC66FA5E-6F91-4E96-B926-6BBF0331451B}"/>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6DF815A4-7AB1-43B3-813A-ABF8AB436346}"/>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F15FD6C1-D08E-4F04-B585-58346FF6FEAE}"/>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3E0D9D99-DA2D-49F6-8B1B-E0AB05E57348}"/>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BE6CC0B1-2B57-4311-B203-B615B4442388}"/>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C50FD23C-6EC4-4E30-87A6-20846A01D6B9}"/>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117F28B1-DB36-40BB-B8E7-354E5FE667B0}"/>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50CB06B1-8D41-4E3E-A061-171B8CA64A8A}"/>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9F9E03E3-41AC-4B7B-BF39-D1411300B809}"/>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A6105F9B-0DCA-4F05-A6DB-48DF19E11BC2}"/>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D2BF697-A241-43A2-8561-6C1BC1D1059B}"/>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FB0CBD18-468C-4BD7-83FF-D14111A0DB46}"/>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3290297D-18B2-4EEB-ABFA-93D771B4358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B20A3F39-D455-468E-A9A1-99C40E43EE1D}"/>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16F47434-A57B-4010-8475-0729CB86911E}"/>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0C7B73B7-489E-4FEC-94AA-C3E77C958F39}"/>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8C14A38E-8098-4ADA-87BF-AC2F3B536B41}"/>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A3D03AA5-8ED5-4C1A-A8C3-828DB4B66B4E}"/>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E511E922-005F-4C26-A206-88451B4890BB}"/>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3BCD3322-4DA2-4002-9C65-A867FBE1D58C}"/>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513E19DB-548D-4424-AEEB-D7F5011A9563}"/>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C9609260-6BF3-45E4-9101-11F6D12EFCD3}"/>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CF9D2476-E9D5-42C9-AFE7-89C16F507D8A}"/>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1C4C53B7-1EF9-43A7-AE66-FC6F3F314EA3}"/>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D60B31E4-FBBB-44C6-A29A-BF8BB02EDC74}"/>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650E3653-DEEC-455A-B0DE-0968E192739E}"/>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125E1727-8983-4C72-A13F-D12DB4DCF8B6}"/>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17A7385E-6E18-4D4F-AA13-DB7536CE8173}"/>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E5F35E7A-AD6A-48F7-8AAE-06ADB176D4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20061562"/>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45F3C5C4-ABB2-4E7E-AB93-68F11BC3BA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0">
            <a:extLst xmlns:a="http://schemas.openxmlformats.org/drawingml/2006/main">
              <a:ext uri="{FF2B5EF4-FFF2-40B4-BE49-F238E27FC236}">
                <a16:creationId xmlns:a16="http://schemas.microsoft.com/office/drawing/2014/main" id="{AC5CE446-72CC-4FEF-BAA7-6AC701026C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작업을 나누지 않은 이유">
            <a:extLst xmlns:a="http://schemas.openxmlformats.org/drawingml/2006/main">
              <a:ext uri="{FF2B5EF4-FFF2-40B4-BE49-F238E27FC236}">
                <a16:creationId xmlns:a16="http://schemas.microsoft.com/office/drawing/2014/main" id="{D6358987-D8BD-4F20-898F-01B60200F5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87B6D1B2-FE1D-4C18-ABBA-6B613DF9D90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E59927A1-9F44-4EBD-8DD1-769C12C807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272AC9AF-A4BD-48C5-8BC8-C38FCB8B66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B4D2637F-89AB-4F93-8D0A-7FAD44F646E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A600522B-D4D0-46B6-BB06-9F84BD6DE6F3}"/>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61B16CDA-C556-4191-BEF0-3E5954F5F2A7}"/>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221C1D88-BA17-471C-B5BE-A05A16D0A283}"/>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744D1F71-3B42-40DD-AB59-7B0821D79C45}"/>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90732C26-1660-4867-A487-136AEDF4D906}"/>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9B22A2DD-3E4E-4E05-8237-F1A9B53E8084}"/>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5E861D56-C54B-40D2-9A1A-22653C20BAE4}"/>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D64AB173-A483-4258-BE94-3859F25CE03D}"/>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B183D7C0-1A84-43C2-B242-8D95E27DDDBF}"/>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98F2A43-38BF-4EBF-9005-1BCB9624B504}"/>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9CA22169-BF16-452B-BBAB-34FD58975F17}"/>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75747E70-46E4-4CD7-9C58-081639AF8F4E}"/>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F669D240-C039-468E-A1EA-506231B8FEB0}"/>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FBBB7254-BA28-4F0C-ACE4-4810509ADA73}"/>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0B6CDEDE-C98E-405A-B50E-EAD7EA6A958A}"/>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29D8B886-8DA9-4792-AA12-32815C9179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44348381"/>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Context와 Memory의 역할">
            <a:extLst xmlns:a="http://schemas.openxmlformats.org/drawingml/2006/main">
              <a:ext uri="{FF2B5EF4-FFF2-40B4-BE49-F238E27FC236}">
                <a16:creationId xmlns:a16="http://schemas.microsoft.com/office/drawing/2014/main" id="{7CCE3911-E49F-44C6-8E36-F48C7FCC02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1">
            <a:extLst xmlns:a="http://schemas.openxmlformats.org/drawingml/2006/main">
              <a:ext uri="{FF2B5EF4-FFF2-40B4-BE49-F238E27FC236}">
                <a16:creationId xmlns:a16="http://schemas.microsoft.com/office/drawing/2014/main" id="{7B966EE9-9801-457B-952F-735D8F86EE5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이번 Context와 다시 쓸 지식">
            <a:extLst xmlns:a="http://schemas.openxmlformats.org/drawingml/2006/main">
              <a:ext uri="{FF2B5EF4-FFF2-40B4-BE49-F238E27FC236}">
                <a16:creationId xmlns:a16="http://schemas.microsoft.com/office/drawing/2014/main" id="{A1E439FB-E5B8-490F-9BC4-BCEFCC4C2E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A15BE956-24F3-474E-90FE-9540DE838B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14A8D980-32A6-43A4-86B9-F1DA2F2ECC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F63A6302-6C51-41F0-B9CE-517BEA24ECC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4BBFBA7F-F3BA-46CB-AC26-357917E9B5DA}"/>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21D67F43-0C12-4C74-BDA3-50A5402197B9}"/>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9434FAED-9A83-476B-8FA1-0CF9AEF035EA}"/>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1149D59B-45A5-4BB9-85FB-FDA380DF2AAF}"/>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77D8D9CE-9C2F-4665-83E8-0B829C6A51FC}"/>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E03C681C-ABA6-4646-B0D4-281835828335}"/>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B6CBA46D-9FB1-4760-8A36-13BD3DBDFBAF}"/>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BF3775B1-AB06-430C-BFC4-64627FA8D204}"/>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122920B-6872-4E25-B805-080B1D3163C7}"/>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4B2FA53F-F81B-4663-A0C1-264F96E4B5E0}"/>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2B7C278F-B465-427F-A772-C1DC20D8356E}"/>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63F0BA6D-2626-403D-A5B4-BC7569749697}"/>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D1BA2809-40BA-4796-82AC-FE2E477CF365}"/>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925F1940-57CD-4281-8213-225793F64102}"/>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DC378E1D-F439-46B8-889F-3D7C5B17CF63}"/>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0B105F5C-FCDF-41A1-9CE4-ED4685DF172B}"/>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Legacy module connection">
            <a:extLst xmlns:a="http://schemas.openxmlformats.org/drawingml/2006/main">
              <a:ext uri="{FF2B5EF4-FFF2-40B4-BE49-F238E27FC236}">
                <a16:creationId xmlns:a16="http://schemas.microsoft.com/office/drawing/2014/main" id="{41615EE9-5210-4F5C-96E6-317A2241C7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9966369"/>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75A1F699-5930-4578-8B42-0630993C26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2">
            <a:extLst xmlns:a="http://schemas.openxmlformats.org/drawingml/2006/main">
              <a:ext uri="{FF2B5EF4-FFF2-40B4-BE49-F238E27FC236}">
                <a16:creationId xmlns:a16="http://schemas.microsoft.com/office/drawing/2014/main" id="{5727ABAB-F3DB-4AA4-8486-80A4995E2C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실제 Demo 지식의 원래 출처">
            <a:extLst xmlns:a="http://schemas.openxmlformats.org/drawingml/2006/main">
              <a:ext uri="{FF2B5EF4-FFF2-40B4-BE49-F238E27FC236}">
                <a16:creationId xmlns:a16="http://schemas.microsoft.com/office/drawing/2014/main" id="{824E535C-B752-4F25-AC39-ACAE2973E5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4767C75D-030F-48C3-8D85-4157C578D0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77A581D2-4E4D-4953-A526-60BAFC4C37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3C53E599-B067-46DB-8B83-7535D12651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86155EF6-9649-4209-97D1-41525C83FBFD}"/>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F16F3D75-7F1C-42AA-AD9E-4CE770638A27}"/>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677D4AB-406D-4DC4-8021-3B5E1F309A66}"/>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4B956D1B-890D-425F-9CE7-50CBD945EBA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A07EA79B-CFF7-4F96-9C52-E748FB9A9A3C}"/>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15B28AB3-8EF4-4200-A398-2D60F6184E4C}"/>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AA4417DB-A6CF-4141-B18E-824F647F4A84}"/>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C650BCF5-A82C-49FE-90A2-A40D15B3FFC6}"/>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1178CAB8-7899-4102-A7F8-C57257EE3160}"/>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1EBED9F7-0830-42F5-AE13-48D4E3C9AA86}"/>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CC65AF37-A6A8-4EB2-AA4F-5ED5CDD07FBE}"/>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7A52353A-0EC9-47AD-B383-26C539440B3C}"/>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9218FCBA-D0B5-444E-8594-F7E45D36528C}"/>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35439F23-5B27-4806-B57D-53EF71CA26EA}"/>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BA572503-D75B-427B-B216-A0E0C01BCA7C}"/>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E6173D5A-0547-4255-B0CE-08E071500271}"/>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2F08E8B2-3537-4780-AF88-93DBC0788B7C}"/>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6212B436-202C-488C-8A10-F777F22343C2}"/>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9DEB9B5-1BDC-4B87-AD1B-2A1EC373323A}"/>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468D529E-6CF3-4FAA-97CB-90A2F42E2C08}"/>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3457322C-6111-40B2-A5A3-478ECCE6BC15}"/>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C9EBEEC1-4AC8-45EB-BA7C-64522A05D1EA}"/>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668FEDA9-1BFD-4DC7-900E-7ACD43357415}"/>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91EAEB90-4C9C-4F73-9CE9-7245843A753B}"/>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F00C3D77-A324-4DCE-9249-ABE219837EF0}"/>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5226E855-7A81-4DD6-BEC4-ACDCDC326E41}"/>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98207536-3A46-4D6A-AC40-D99C5FD0935B}"/>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DF3BAA39-F65A-4E22-82E1-8278179B684A}"/>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73A557C8-6F62-4411-B7EB-8625A9668D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63244641"/>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9AA4E22D-369E-42BD-BAF2-F0B34D3899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3">
            <a:extLst xmlns:a="http://schemas.openxmlformats.org/drawingml/2006/main">
              <a:ext uri="{FF2B5EF4-FFF2-40B4-BE49-F238E27FC236}">
                <a16:creationId xmlns:a16="http://schemas.microsoft.com/office/drawing/2014/main" id="{CC1C2C16-E0B2-41EF-A26F-2A4C7A0351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작업에 쓰인 구성의 역할">
            <a:extLst xmlns:a="http://schemas.openxmlformats.org/drawingml/2006/main">
              <a:ext uri="{FF2B5EF4-FFF2-40B4-BE49-F238E27FC236}">
                <a16:creationId xmlns:a16="http://schemas.microsoft.com/office/drawing/2014/main" id="{B2045C29-7EB0-4784-8C28-A82C308F1DE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1D2C2579-1562-44E9-A307-2AF55DA34C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5A77E85E-C1FA-4AB2-90BD-690E7970E5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B6F95768-120A-45C8-9C59-9F215026D2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5F9FC404-BBFF-4B71-9030-CAE7270D98FE}"/>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05C1BBBE-95A3-449C-A476-681B72C81D97}"/>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426AE0BE-4462-443B-86C6-E65FCC8B515C}"/>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7AC93467-D607-4B94-B355-58112D846EE7}"/>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F4E00B31-D808-42DC-A097-2807A7EB90AA}"/>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1952C429-3412-482A-ADD1-969D585456A6}"/>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88DF2734-35CE-4DC1-A224-E8E6E8C2593E}"/>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5CFCF32C-7BD3-426E-A4ED-E3E2C9BE0F1A}"/>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6691CAB9-6652-4DB6-887C-3F429090AB67}"/>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2B41E017-F1A4-474A-85C5-B987C9718D08}"/>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D336B5A9-DA09-4DA7-94AB-D37DC4D84F1F}"/>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FD071F31-B535-4498-B194-B80B546A1EFB}"/>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4B658F61-F9E2-48DF-8944-3D6B637FCB2E}"/>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727CA8DA-BDBC-4131-87BC-6FF88C81372D}"/>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A2E004D6-8C0C-414B-AE41-388D2EEC19BC}"/>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1C6D2840-4AFA-4465-9121-D5E8419EA7B4}"/>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60B8093E-E8CB-4B63-92A5-A579D3FAE61B}"/>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A40E79B9-1C16-43B6-904E-16077BDCF400}"/>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55C07568-B5CF-469F-A3ED-5C5CC8D7408A}"/>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A5844B1F-088D-4BE6-B8AB-48E9D2C6CACD}"/>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D125CFD3-2825-4F84-948F-AC705CA182F8}"/>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09DC9D46-F829-4B19-96DB-C117FE525280}"/>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85E4CE2C-C9E0-4E72-9A48-FA96AC7840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02445099"/>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D3322E29-4CA8-475C-812E-2AD88E0A10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64">
            <a:extLst xmlns:a="http://schemas.openxmlformats.org/drawingml/2006/main">
              <a:ext uri="{FF2B5EF4-FFF2-40B4-BE49-F238E27FC236}">
                <a16:creationId xmlns:a16="http://schemas.microsoft.com/office/drawing/2014/main" id="{50B5A0B6-2819-46E5-84B6-41A1ADF92D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함께 작동하는 작업 환경, Harness">
            <a:extLst xmlns:a="http://schemas.openxmlformats.org/drawingml/2006/main">
              <a:ext uri="{FF2B5EF4-FFF2-40B4-BE49-F238E27FC236}">
                <a16:creationId xmlns:a16="http://schemas.microsoft.com/office/drawing/2014/main" id="{036119E0-1049-4250-A536-A296CA42D2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6E977FA7-68DD-4C4D-8491-FE3456F2B6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0FCCFE25-A9CC-4FD7-AC79-D12A5E74DC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2799EC5A-3B1D-4D57-8DB9-9366FC0C25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3A3290EC-FCBE-49B3-A316-C3E49ED7C746}"/>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A60D814D-51C8-4529-928D-1E94FC0D71A9}"/>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3B67FEE2-D8F9-4EF6-BA5E-2884BDA3E727}"/>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B5704E90-10A6-492B-A9AD-20BD681929E0}"/>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6C41A80B-B5B3-4148-9493-96D1FD72DF89}"/>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001860E8-9599-473F-823D-C1706F54DEE4}"/>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5B80DE38-67BF-4332-BC30-453BD3E033A5}"/>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9FB4CC25-9E72-4372-AE31-FE5382B92784}"/>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0604CE92-50B3-496E-9E60-C19CC17CE405}"/>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156F787C-F50D-41BD-A7E4-44B6363EFDD7}"/>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1C6FB682-5927-4B98-8DB0-2389F4793950}"/>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FAC73B3D-2E81-4494-8EAE-9A4CD26ABC94}"/>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946D10CE-875E-4F54-90DF-E358D662D95C}"/>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63B932A7-99CB-4858-A5DE-95F147120807}"/>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C726DDA6-457C-42A0-9C5F-E8C9286917A3}"/>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2143C250-891B-42F0-BB34-DD2236F6E56D}"/>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53F98124-0F3B-46B1-B8AC-6E5A26A65349}"/>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C8236A46-030C-4EE7-83EC-AEC0E1C3F901}"/>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78AE268B-10D1-4034-AE60-7A061FD563F0}"/>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533D41E2-242E-4C53-8F8F-A538AA8FAD64}"/>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003C5A26-E968-459A-A314-FC381BAEF1A8}"/>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74B8DB76-BFE0-4DAE-B298-133A6DB8CC08}"/>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B94D38CD-8639-4409-A35E-3E5AA1F50A52}"/>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33186354-B54A-4E75-B8AF-36EC331E2D65}"/>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E81863C4-EDA9-4995-BF1A-E2914E0A16AB}"/>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10899955-F89A-4094-91CB-BC4F14451EF3}"/>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24B89618-B47C-4E88-8ED6-E8E570ABCEF0}"/>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15A433E7-57AB-4B79-B7A0-6421A01B286C}"/>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97CB4C82-C5D6-4CF8-912C-6EC53F9307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93054428"/>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Harness의 실행 조건을 함께 기록">
            <a:extLst xmlns:a="http://schemas.openxmlformats.org/drawingml/2006/main">
              <a:ext uri="{FF2B5EF4-FFF2-40B4-BE49-F238E27FC236}">
                <a16:creationId xmlns:a16="http://schemas.microsoft.com/office/drawing/2014/main" id="{56E10756-EE04-4485-BDCE-2D83F2EF52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Harness의 실행 조건을 함께 기록</a:t>
            </a:r>
          </a:p>
        </p:txBody>
      </p:sp>
      <p:sp>
        <p:nvSpPr>
          <p:cNvPr id="2" name="S65">
            <a:extLst xmlns:a="http://schemas.openxmlformats.org/drawingml/2006/main">
              <a:ext uri="{FF2B5EF4-FFF2-40B4-BE49-F238E27FC236}">
                <a16:creationId xmlns:a16="http://schemas.microsoft.com/office/drawing/2014/main" id="{AB55899C-46AF-4B82-BC4F-960CE9D08D6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저장소여도 실행 조건은 다를 수 있다">
            <a:extLst xmlns:a="http://schemas.openxmlformats.org/drawingml/2006/main">
              <a:ext uri="{FF2B5EF4-FFF2-40B4-BE49-F238E27FC236}">
                <a16:creationId xmlns:a16="http://schemas.microsoft.com/office/drawing/2014/main" id="{5E4EB1F9-F2C5-46A2-9E45-110F4A9669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저장소여도 실행 조건은 다를 수 있다</a:t>
            </a:r>
          </a:p>
        </p:txBody>
      </p:sp>
      <p:sp>
        <p:nvSpPr>
          <p:cNvPr id="4" name="">
            <a:extLst xmlns:a="http://schemas.openxmlformats.org/drawingml/2006/main">
              <a:ext uri="{FF2B5EF4-FFF2-40B4-BE49-F238E27FC236}">
                <a16:creationId xmlns:a16="http://schemas.microsoft.com/office/drawing/2014/main" id="{F785C5E6-E431-45CA-BF87-C9C04C74D7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B4A2ADC-C249-4415-B00C-25655D19B5E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기록 요약 · 위 도식은 실행 조건의 교육용 구성">
            <a:extLst xmlns:a="http://schemas.openxmlformats.org/drawingml/2006/main">
              <a:ext uri="{FF2B5EF4-FFF2-40B4-BE49-F238E27FC236}">
                <a16:creationId xmlns:a16="http://schemas.microsoft.com/office/drawing/2014/main" id="{7EC00DB0-8335-4BCC-AFB6-5A224C0DF3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기록 요약 · 위 도식은 실행 조건의 교육용 구성</a:t>
            </a:r>
          </a:p>
        </p:txBody>
      </p:sp>
      <p:sp>
        <p:nvSpPr>
          <p:cNvPr id="7" name="전체 설정·권한 감사·개별 인과효과는 미입증 · 현재 제품·계정은 별도 확인">
            <a:extLst xmlns:a="http://schemas.openxmlformats.org/drawingml/2006/main">
              <a:ext uri="{FF2B5EF4-FFF2-40B4-BE49-F238E27FC236}">
                <a16:creationId xmlns:a16="http://schemas.microsoft.com/office/drawing/2014/main" id="{C6306EED-EE47-45A4-A5FC-7D3328D6BC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설정·권한 감사·개별 인과효과는 미입증 · 현재 제품·계정은 별도 확인</a:t>
            </a:r>
          </a:p>
        </p:txBody>
      </p:sp>
      <p:sp>
        <p:nvSpPr>
          <p:cNvPr id="8" name="">
            <a:extLst xmlns:a="http://schemas.openxmlformats.org/drawingml/2006/main">
              <a:ext uri="{FF2B5EF4-FFF2-40B4-BE49-F238E27FC236}">
                <a16:creationId xmlns:a16="http://schemas.microsoft.com/office/drawing/2014/main" id="{71345A9A-0D3B-441E-9B13-511E4E197059}"/>
              </a:ext>
            </a:extLst>
          </p:cNvPr>
          <p:cNvSpPr>
            <a:spLocks xmlns:a="http://schemas.openxmlformats.org/drawingml/2006/main" noGrp="1"/>
          </p:cNvSpPr>
          <p:nvPr/>
        </p:nvSpPr>
        <p:spPr>
          <a:xfrm xmlns:a="http://schemas.openxmlformats.org/drawingml/2006/main">
            <a:off x="609600" y="2133600"/>
            <a:ext cx="33909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같은 Repository">
            <a:extLst xmlns:a="http://schemas.openxmlformats.org/drawingml/2006/main">
              <a:ext uri="{FF2B5EF4-FFF2-40B4-BE49-F238E27FC236}">
                <a16:creationId xmlns:a16="http://schemas.microsoft.com/office/drawing/2014/main" id="{79854E77-FF47-4642-BA98-B3C69A84C8E0}"/>
              </a:ext>
            </a:extLst>
          </p:cNvPr>
          <p:cNvSpPr>
            <a:spLocks xmlns:a="http://schemas.openxmlformats.org/drawingml/2006/main" noGrp="1"/>
          </p:cNvSpPr>
          <p:nvPr/>
        </p:nvSpPr>
        <p:spPr>
          <a:xfrm xmlns:a="http://schemas.openxmlformats.org/drawingml/2006/main">
            <a:off x="800100" y="2266950"/>
            <a:ext cx="3009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a:t>
            </a:r>
          </a:p>
        </p:txBody>
      </p:sp>
      <p:sp>
        <p:nvSpPr>
          <p:cNvPr id="10" name="코드 · AGENTS.md&#10;프로젝트 문서">
            <a:extLst xmlns:a="http://schemas.openxmlformats.org/drawingml/2006/main">
              <a:ext uri="{FF2B5EF4-FFF2-40B4-BE49-F238E27FC236}">
                <a16:creationId xmlns:a16="http://schemas.microsoft.com/office/drawing/2014/main" id="{9B13EF11-5FDD-45A4-89C0-EDD259254783}"/>
              </a:ext>
            </a:extLst>
          </p:cNvPr>
          <p:cNvSpPr>
            <a:spLocks xmlns:a="http://schemas.openxmlformats.org/drawingml/2006/main" noGrp="1"/>
          </p:cNvSpPr>
          <p:nvPr/>
        </p:nvSpPr>
        <p:spPr>
          <a:xfrm xmlns:a="http://schemas.openxmlformats.org/drawingml/2006/main">
            <a:off x="800100" y="2857500"/>
            <a:ext cx="3009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a:t>
            </a:r>
          </a:p>
        </p:txBody>
      </p:sp>
      <p:cxnSp>
        <p:nvCxnSpPr>
          <p:cNvPr id="11" name="">
            <a:extLst xmlns:a="http://schemas.openxmlformats.org/drawingml/2006/main">
              <a:ext uri="{FF2B5EF4-FFF2-40B4-BE49-F238E27FC236}">
                <a16:creationId xmlns:a16="http://schemas.microsoft.com/office/drawing/2014/main" id="{768D3810-8103-4B2B-AAF6-47379DF1EAC3}"/>
              </a:ext>
            </a:extLst>
          </p:cNvPr>
          <p:cNvCxnSpPr/>
          <p:nvPr/>
        </p:nvCxnSpPr>
        <p:spPr>
          <a:xfrm xmlns:a="http://schemas.openxmlformats.org/drawingml/2006/main">
            <a:off x="4000500" y="2952750"/>
            <a:ext cx="1047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54060B1-D71D-434B-A904-EE26F514E616}"/>
              </a:ext>
            </a:extLst>
          </p:cNvPr>
          <p:cNvSpPr>
            <a:spLocks xmlns:a="http://schemas.openxmlformats.org/drawingml/2006/main" noGrp="1"/>
          </p:cNvSpPr>
          <p:nvPr/>
        </p:nvSpPr>
        <p:spPr>
          <a:xfrm xmlns:a="http://schemas.openxmlformats.org/drawingml/2006/main">
            <a:off x="5124450" y="2324100"/>
            <a:ext cx="2133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Agent">
            <a:extLst xmlns:a="http://schemas.openxmlformats.org/drawingml/2006/main">
              <a:ext uri="{FF2B5EF4-FFF2-40B4-BE49-F238E27FC236}">
                <a16:creationId xmlns:a16="http://schemas.microsoft.com/office/drawing/2014/main" id="{7D6FFA41-4BBD-4867-91A5-613FC2ADC3DA}"/>
              </a:ext>
            </a:extLst>
          </p:cNvPr>
          <p:cNvSpPr>
            <a:spLocks xmlns:a="http://schemas.openxmlformats.org/drawingml/2006/main" noGrp="1"/>
          </p:cNvSpPr>
          <p:nvPr/>
        </p:nvSpPr>
        <p:spPr>
          <a:xfrm xmlns:a="http://schemas.openxmlformats.org/drawingml/2006/main">
            <a:off x="5314950" y="24765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4" name="실행">
            <a:extLst xmlns:a="http://schemas.openxmlformats.org/drawingml/2006/main">
              <a:ext uri="{FF2B5EF4-FFF2-40B4-BE49-F238E27FC236}">
                <a16:creationId xmlns:a16="http://schemas.microsoft.com/office/drawing/2014/main" id="{6C5FD86A-37CB-40FF-A8DB-11395DB9D54B}"/>
              </a:ext>
            </a:extLst>
          </p:cNvPr>
          <p:cNvSpPr>
            <a:spLocks xmlns:a="http://schemas.openxmlformats.org/drawingml/2006/main" noGrp="1"/>
          </p:cNvSpPr>
          <p:nvPr/>
        </p:nvSpPr>
        <p:spPr>
          <a:xfrm xmlns:a="http://schemas.openxmlformats.org/drawingml/2006/main">
            <a:off x="5314950" y="30480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a:t>
            </a:r>
          </a:p>
        </p:txBody>
      </p:sp>
      <p:sp>
        <p:nvSpPr>
          <p:cNvPr id="15" name="적용 확인">
            <a:extLst xmlns:a="http://schemas.openxmlformats.org/drawingml/2006/main">
              <a:ext uri="{FF2B5EF4-FFF2-40B4-BE49-F238E27FC236}">
                <a16:creationId xmlns:a16="http://schemas.microsoft.com/office/drawing/2014/main" id="{1962F681-A54F-4D79-9656-573C5F546182}"/>
              </a:ext>
            </a:extLst>
          </p:cNvPr>
          <p:cNvSpPr>
            <a:spLocks xmlns:a="http://schemas.openxmlformats.org/drawingml/2006/main" noGrp="1"/>
          </p:cNvSpPr>
          <p:nvPr/>
        </p:nvSpPr>
        <p:spPr>
          <a:xfrm xmlns:a="http://schemas.openxmlformats.org/drawingml/2006/main">
            <a:off x="7334250" y="2514600"/>
            <a:ext cx="104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적용 확인</a:t>
            </a:r>
          </a:p>
        </p:txBody>
      </p:sp>
      <p:cxnSp>
        <p:nvCxnSpPr>
          <p:cNvPr id="16" name="">
            <a:extLst xmlns:a="http://schemas.openxmlformats.org/drawingml/2006/main">
              <a:ext uri="{FF2B5EF4-FFF2-40B4-BE49-F238E27FC236}">
                <a16:creationId xmlns:a16="http://schemas.microsoft.com/office/drawing/2014/main" id="{B06CA325-3623-4160-AF74-211E251112E5}"/>
              </a:ext>
            </a:extLst>
          </p:cNvPr>
          <p:cNvCxnSpPr/>
          <p:nvPr/>
        </p:nvCxnSpPr>
        <p:spPr>
          <a:xfrm xmlns:a="http://schemas.openxmlformats.org/drawingml/2006/main">
            <a:off x="7334250" y="2952750"/>
            <a:ext cx="104775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7" name="">
            <a:extLst xmlns:a="http://schemas.openxmlformats.org/drawingml/2006/main">
              <a:ext uri="{FF2B5EF4-FFF2-40B4-BE49-F238E27FC236}">
                <a16:creationId xmlns:a16="http://schemas.microsoft.com/office/drawing/2014/main" id="{D44F7AD6-ECB7-4A58-99EA-9D03198C3378}"/>
              </a:ext>
            </a:extLst>
          </p:cNvPr>
          <p:cNvSpPr>
            <a:spLocks xmlns:a="http://schemas.openxmlformats.org/drawingml/2006/main" noGrp="1"/>
          </p:cNvSpPr>
          <p:nvPr/>
        </p:nvSpPr>
        <p:spPr>
          <a:xfrm xmlns:a="http://schemas.openxmlformats.org/drawingml/2006/main">
            <a:off x="8458200" y="2133600"/>
            <a:ext cx="3124200" cy="16383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8" name="저장소 밖 조건">
            <a:extLst xmlns:a="http://schemas.openxmlformats.org/drawingml/2006/main">
              <a:ext uri="{FF2B5EF4-FFF2-40B4-BE49-F238E27FC236}">
                <a16:creationId xmlns:a16="http://schemas.microsoft.com/office/drawing/2014/main" id="{1D6C2A13-1454-4EA5-856A-2BFF9C1C9553}"/>
              </a:ext>
            </a:extLst>
          </p:cNvPr>
          <p:cNvSpPr>
            <a:spLocks xmlns:a="http://schemas.openxmlformats.org/drawingml/2006/main" noGrp="1"/>
          </p:cNvSpPr>
          <p:nvPr/>
        </p:nvSpPr>
        <p:spPr>
          <a:xfrm xmlns:a="http://schemas.openxmlformats.org/drawingml/2006/main">
            <a:off x="8648700" y="2266950"/>
            <a:ext cx="2743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저장소 밖 조건</a:t>
            </a:r>
          </a:p>
        </p:txBody>
      </p:sp>
      <p:sp>
        <p:nvSpPr>
          <p:cNvPr id="19" name="전역 지침·Skills&#10;모델/설정 · 권한">
            <a:extLst xmlns:a="http://schemas.openxmlformats.org/drawingml/2006/main">
              <a:ext uri="{FF2B5EF4-FFF2-40B4-BE49-F238E27FC236}">
                <a16:creationId xmlns:a16="http://schemas.microsoft.com/office/drawing/2014/main" id="{F9D66C3E-8408-441C-A82D-2DA856A12C9A}"/>
              </a:ext>
            </a:extLst>
          </p:cNvPr>
          <p:cNvSpPr>
            <a:spLocks xmlns:a="http://schemas.openxmlformats.org/drawingml/2006/main" noGrp="1"/>
          </p:cNvSpPr>
          <p:nvPr/>
        </p:nvSpPr>
        <p:spPr>
          <a:xfrm xmlns:a="http://schemas.openxmlformats.org/drawingml/2006/main">
            <a:off x="8648700" y="2857500"/>
            <a:ext cx="2743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권한</a:t>
            </a:r>
          </a:p>
        </p:txBody>
      </p:sp>
      <p:sp>
        <p:nvSpPr>
          <p:cNvPr id="20" name="">
            <a:extLst xmlns:a="http://schemas.openxmlformats.org/drawingml/2006/main">
              <a:ext uri="{FF2B5EF4-FFF2-40B4-BE49-F238E27FC236}">
                <a16:creationId xmlns:a16="http://schemas.microsoft.com/office/drawing/2014/main" id="{6E64A0ED-E348-4247-AA88-EBB7D63A9E34}"/>
              </a:ext>
            </a:extLst>
          </p:cNvPr>
          <p:cNvSpPr>
            <a:spLocks xmlns:a="http://schemas.openxmlformats.org/drawingml/2006/main" noGrp="1"/>
          </p:cNvSpPr>
          <p:nvPr/>
        </p:nvSpPr>
        <p:spPr>
          <a:xfrm xmlns:a="http://schemas.openxmlformats.org/drawingml/2006/main">
            <a:off x="609600" y="4133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실제 관찰">
            <a:extLst xmlns:a="http://schemas.openxmlformats.org/drawingml/2006/main">
              <a:ext uri="{FF2B5EF4-FFF2-40B4-BE49-F238E27FC236}">
                <a16:creationId xmlns:a16="http://schemas.microsoft.com/office/drawing/2014/main" id="{A8628976-C925-460D-9B44-75863CA2D24D}"/>
              </a:ext>
            </a:extLst>
          </p:cNvPr>
          <p:cNvSpPr>
            <a:spLocks xmlns:a="http://schemas.openxmlformats.org/drawingml/2006/main" noGrp="1"/>
          </p:cNvSpPr>
          <p:nvPr/>
        </p:nvSpPr>
        <p:spPr>
          <a:xfrm xmlns:a="http://schemas.openxmlformats.org/drawingml/2006/main">
            <a:off x="609600" y="435292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실제 관찰</a:t>
            </a:r>
          </a:p>
        </p:txBody>
      </p:sp>
      <p:sp>
        <p:nvSpPr>
          <p:cNvPr id="22" name="전역 Skills 포함 · 시작 단계의 경고">
            <a:extLst xmlns:a="http://schemas.openxmlformats.org/drawingml/2006/main">
              <a:ext uri="{FF2B5EF4-FFF2-40B4-BE49-F238E27FC236}">
                <a16:creationId xmlns:a16="http://schemas.microsoft.com/office/drawing/2014/main" id="{322F58BB-7487-4B7E-80D9-24146ABCA03D}"/>
              </a:ext>
            </a:extLst>
          </p:cNvPr>
          <p:cNvSpPr>
            <a:spLocks xmlns:a="http://schemas.openxmlformats.org/drawingml/2006/main" noGrp="1"/>
          </p:cNvSpPr>
          <p:nvPr/>
        </p:nvSpPr>
        <p:spPr>
          <a:xfrm xmlns:a="http://schemas.openxmlformats.org/drawingml/2006/main">
            <a:off x="2762250" y="435292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Skills 포함 · 시작 단계의 경고</a:t>
            </a:r>
          </a:p>
        </p:txBody>
      </p:sp>
      <p:sp>
        <p:nvSpPr>
          <p:cNvPr id="23" name="해석의 한계">
            <a:extLst xmlns:a="http://schemas.openxmlformats.org/drawingml/2006/main">
              <a:ext uri="{FF2B5EF4-FFF2-40B4-BE49-F238E27FC236}">
                <a16:creationId xmlns:a16="http://schemas.microsoft.com/office/drawing/2014/main" id="{15C4C601-8D0E-40F1-AF34-EBFE83CFE837}"/>
              </a:ext>
            </a:extLst>
          </p:cNvPr>
          <p:cNvSpPr>
            <a:spLocks xmlns:a="http://schemas.openxmlformats.org/drawingml/2006/main" noGrp="1"/>
          </p:cNvSpPr>
          <p:nvPr/>
        </p:nvSpPr>
        <p:spPr>
          <a:xfrm xmlns:a="http://schemas.openxmlformats.org/drawingml/2006/main">
            <a:off x="609600" y="509587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해석의 한계</a:t>
            </a:r>
          </a:p>
        </p:txBody>
      </p:sp>
      <p:sp>
        <p:nvSpPr>
          <p:cNvPr id="24" name="경고만으로 도구 실행·결과 기여는 알 수 없음">
            <a:extLst xmlns:a="http://schemas.openxmlformats.org/drawingml/2006/main">
              <a:ext uri="{FF2B5EF4-FFF2-40B4-BE49-F238E27FC236}">
                <a16:creationId xmlns:a16="http://schemas.microsoft.com/office/drawing/2014/main" id="{B0A92A5F-1271-496C-BB8B-ADDD04337923}"/>
              </a:ext>
            </a:extLst>
          </p:cNvPr>
          <p:cNvSpPr>
            <a:spLocks xmlns:a="http://schemas.openxmlformats.org/drawingml/2006/main" noGrp="1"/>
          </p:cNvSpPr>
          <p:nvPr/>
        </p:nvSpPr>
        <p:spPr>
          <a:xfrm xmlns:a="http://schemas.openxmlformats.org/drawingml/2006/main">
            <a:off x="2762250" y="509587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경고만으로 도구 실행·결과 기여는 알 수 없음</a:t>
            </a:r>
          </a:p>
        </p:txBody>
      </p:sp>
      <p:sp>
        <p:nvSpPr>
          <p:cNvPr id="25" name="Legacy module connection">
            <a:extLst xmlns:a="http://schemas.openxmlformats.org/drawingml/2006/main">
              <a:ext uri="{FF2B5EF4-FFF2-40B4-BE49-F238E27FC236}">
                <a16:creationId xmlns:a16="http://schemas.microsoft.com/office/drawing/2014/main" id="{9356BB7F-1563-4B51-BA09-2E3FE8C3E1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1097275"/>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우리 검사 업무에 적용하기">
            <a:extLst xmlns:a="http://schemas.openxmlformats.org/drawingml/2006/main">
              <a:ext uri="{FF2B5EF4-FFF2-40B4-BE49-F238E27FC236}">
                <a16:creationId xmlns:a16="http://schemas.microsoft.com/office/drawing/2014/main" id="{26C02C76-67E1-45D1-9B1F-2D9FA99536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우리 검사 업무에 적용하기</a:t>
            </a:r>
          </a:p>
        </p:txBody>
      </p:sp>
      <p:sp>
        <p:nvSpPr>
          <p:cNvPr id="2" name="S66">
            <a:extLst xmlns:a="http://schemas.openxmlformats.org/drawingml/2006/main">
              <a:ext uri="{FF2B5EF4-FFF2-40B4-BE49-F238E27FC236}">
                <a16:creationId xmlns:a16="http://schemas.microsoft.com/office/drawing/2014/main" id="{02D4E4BB-9C88-4FDC-A6DE-37DE899588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밝기 통계의 판단을 C++ 검사에 적용하기">
            <a:extLst xmlns:a="http://schemas.openxmlformats.org/drawingml/2006/main">
              <a:ext uri="{FF2B5EF4-FFF2-40B4-BE49-F238E27FC236}">
                <a16:creationId xmlns:a16="http://schemas.microsoft.com/office/drawing/2014/main" id="{2CBA917C-A3E2-4DD7-96A9-4173163ABC3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통계의 판단을 C++ 검사에 적용하기</a:t>
            </a:r>
          </a:p>
        </p:txBody>
      </p:sp>
      <p:sp>
        <p:nvSpPr>
          <p:cNvPr id="4" name="">
            <a:extLst xmlns:a="http://schemas.openxmlformats.org/drawingml/2006/main">
              <a:ext uri="{FF2B5EF4-FFF2-40B4-BE49-F238E27FC236}">
                <a16:creationId xmlns:a16="http://schemas.microsoft.com/office/drawing/2014/main" id="{4B418253-A40C-4E53-B369-DC18A672E7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C++ 검사 적용 예 · 밝기 통계의 판단을 대응 · 기존 AI 생성 삽화">
            <a:extLst xmlns:a="http://schemas.openxmlformats.org/drawingml/2006/main">
              <a:ext uri="{FF2B5EF4-FFF2-40B4-BE49-F238E27FC236}">
                <a16:creationId xmlns:a16="http://schemas.microsoft.com/office/drawing/2014/main" id="{9342E80C-ECCE-48FF-9EB2-0EA146037F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C++ 검사 적용 예 · 밝기 통계의 판단을 대응 · 기존 AI 생성 삽화</a:t>
            </a:r>
          </a:p>
        </p:txBody>
      </p:sp>
      <p:sp>
        <p:nvSpPr>
          <p:cNvPr id="6" name="실제 C++ 구현·회사 장비·측정 성과 아님 · 도구·빌드·장비 조건은 팀에서 확인">
            <a:extLst xmlns:a="http://schemas.openxmlformats.org/drawingml/2006/main">
              <a:ext uri="{FF2B5EF4-FFF2-40B4-BE49-F238E27FC236}">
                <a16:creationId xmlns:a16="http://schemas.microsoft.com/office/drawing/2014/main" id="{D6737831-E58F-4CB3-BAE0-1D24266BD6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구현·회사 장비·측정 성과 아님 · 도구·빌드·장비 조건은 팀에서 확인</a:t>
            </a:r>
          </a:p>
        </p:txBody>
      </p:sp>
      <p:pic>
        <p:nvPicPr>
          <p:cNvPr id="7" name="">
            <a:extLst xmlns:a="http://schemas.openxmlformats.org/drawingml/2006/main">
              <a:ext uri="{FF2B5EF4-FFF2-40B4-BE49-F238E27FC236}">
                <a16:creationId xmlns:a16="http://schemas.microsoft.com/office/drawing/2014/main" id="{52868BD0-F0D8-4487-A3B1-E4ADA4EE285B}"/>
              </a:ext>
            </a:extLst>
          </p:cNvPr>
          <p:cNvPicPr>
            <a:picLocks xmlns:a="http://schemas.openxmlformats.org/drawingml/2006/main" noChangeAspect="1"/>
          </p:cNvPicPr>
          <p:nvPr/>
        </p:nvPicPr>
        <p:blipFill>
          <a:blip xmlns:r="http://schemas.openxmlformats.org/officeDocument/2006/relationships" xmlns:a="http://schemas.openxmlformats.org/drawingml/2006/main" r:embed="R5eef0dc7d1ad470c"/>
          <a:srcRect xmlns:a="http://schemas.openxmlformats.org/drawingml/2006/main" l="0" t="8000" r="0" b="12000"/>
          <a:stretch xmlns:a="http://schemas.openxmlformats.org/drawingml/2006/main"/>
        </p:blipFill>
        <p:spPr>
          <a:xfrm xmlns:a="http://schemas.openxmlformats.org/drawingml/2006/main">
            <a:off x="2934891" y="1571625"/>
            <a:ext cx="6322219" cy="1457325"/>
          </a:xfrm>
          <a:prstGeom xmlns:a="http://schemas.openxmlformats.org/drawingml/2006/main" prst="rect">
            <a:avLst/>
          </a:prstGeom>
        </p:spPr>
      </p:pic>
      <p:sp>
        <p:nvSpPr>
          <p:cNvPr id="8" name="밝기 통계 Demo에서 확인">
            <a:extLst xmlns:a="http://schemas.openxmlformats.org/drawingml/2006/main">
              <a:ext uri="{FF2B5EF4-FFF2-40B4-BE49-F238E27FC236}">
                <a16:creationId xmlns:a16="http://schemas.microsoft.com/office/drawing/2014/main" id="{69115F1D-871D-4FF7-A12F-53AD27369040}"/>
              </a:ext>
            </a:extLst>
          </p:cNvPr>
          <p:cNvSpPr>
            <a:spLocks xmlns:a="http://schemas.openxmlformats.org/drawingml/2006/main" noGrp="1"/>
          </p:cNvSpPr>
          <p:nvPr/>
        </p:nvSpPr>
        <p:spPr>
          <a:xfrm xmlns:a="http://schemas.openxmlformats.org/drawingml/2006/main">
            <a:off x="2628900" y="3181350"/>
            <a:ext cx="3371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 Demo에서 확인</a:t>
            </a:r>
          </a:p>
        </p:txBody>
      </p:sp>
      <p:sp>
        <p:nvSpPr>
          <p:cNvPr id="9" name="C++ 검사 업무에 적용">
            <a:extLst xmlns:a="http://schemas.openxmlformats.org/drawingml/2006/main">
              <a:ext uri="{FF2B5EF4-FFF2-40B4-BE49-F238E27FC236}">
                <a16:creationId xmlns:a16="http://schemas.microsoft.com/office/drawing/2014/main" id="{587574A1-B9F1-46DD-BDF9-5A5EBA4D62E2}"/>
              </a:ext>
            </a:extLst>
          </p:cNvPr>
          <p:cNvSpPr>
            <a:spLocks xmlns:a="http://schemas.openxmlformats.org/drawingml/2006/main" noGrp="1"/>
          </p:cNvSpPr>
          <p:nvPr/>
        </p:nvSpPr>
        <p:spPr>
          <a:xfrm xmlns:a="http://schemas.openxmlformats.org/drawingml/2006/main">
            <a:off x="7391400" y="31813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 검사 업무에 적용</a:t>
            </a:r>
          </a:p>
        </p:txBody>
      </p:sp>
      <p:sp>
        <p:nvSpPr>
          <p:cNvPr id="10" name="">
            <a:extLst xmlns:a="http://schemas.openxmlformats.org/drawingml/2006/main">
              <a:ext uri="{FF2B5EF4-FFF2-40B4-BE49-F238E27FC236}">
                <a16:creationId xmlns:a16="http://schemas.microsoft.com/office/drawing/2014/main" id="{3E6E1591-9AA6-402D-BB51-9AE0BEE25F88}"/>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지킬 명세">
            <a:extLst xmlns:a="http://schemas.openxmlformats.org/drawingml/2006/main">
              <a:ext uri="{FF2B5EF4-FFF2-40B4-BE49-F238E27FC236}">
                <a16:creationId xmlns:a16="http://schemas.microsoft.com/office/drawing/2014/main" id="{2C39FBD8-4A99-4866-900B-E8365D8D8D0F}"/>
              </a:ext>
            </a:extLst>
          </p:cNvPr>
          <p:cNvSpPr>
            <a:spLocks xmlns:a="http://schemas.openxmlformats.org/drawingml/2006/main" noGrp="1"/>
          </p:cNvSpPr>
          <p:nvPr/>
        </p:nvSpPr>
        <p:spPr>
          <a:xfrm xmlns:a="http://schemas.openxmlformats.org/drawingml/2006/main">
            <a:off x="609600" y="3676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지킬 명세</a:t>
            </a:r>
          </a:p>
        </p:txBody>
      </p:sp>
      <p:sp>
        <p:nvSpPr>
          <p:cNvPr id="12" name="출력 6항목 유지">
            <a:extLst xmlns:a="http://schemas.openxmlformats.org/drawingml/2006/main">
              <a:ext uri="{FF2B5EF4-FFF2-40B4-BE49-F238E27FC236}">
                <a16:creationId xmlns:a16="http://schemas.microsoft.com/office/drawing/2014/main" id="{63830F7B-6D29-492D-869F-13D30B869A05}"/>
              </a:ext>
            </a:extLst>
          </p:cNvPr>
          <p:cNvSpPr>
            <a:spLocks xmlns:a="http://schemas.openxmlformats.org/drawingml/2006/main" noGrp="1"/>
          </p:cNvSpPr>
          <p:nvPr/>
        </p:nvSpPr>
        <p:spPr>
          <a:xfrm xmlns:a="http://schemas.openxmlformats.org/drawingml/2006/main">
            <a:off x="2628900" y="3676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출력 6항목 유지</a:t>
            </a:r>
          </a:p>
        </p:txBody>
      </p:sp>
      <p:cxnSp>
        <p:nvCxnSpPr>
          <p:cNvPr id="13" name="">
            <a:extLst xmlns:a="http://schemas.openxmlformats.org/drawingml/2006/main">
              <a:ext uri="{FF2B5EF4-FFF2-40B4-BE49-F238E27FC236}">
                <a16:creationId xmlns:a16="http://schemas.microsoft.com/office/drawing/2014/main" id="{7771C6BF-9C37-47A6-A42F-B874EA3EF877}"/>
              </a:ext>
            </a:extLst>
          </p:cNvPr>
          <p:cNvCxnSpPr/>
          <p:nvPr/>
        </p:nvCxnSpPr>
        <p:spPr>
          <a:xfrm xmlns:a="http://schemas.openxmlformats.org/drawingml/2006/main">
            <a:off x="6343650" y="3886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ROI · 픽셀값 명세">
            <a:extLst xmlns:a="http://schemas.openxmlformats.org/drawingml/2006/main">
              <a:ext uri="{FF2B5EF4-FFF2-40B4-BE49-F238E27FC236}">
                <a16:creationId xmlns:a16="http://schemas.microsoft.com/office/drawing/2014/main" id="{836FF666-6337-4EA4-99E5-521FBD7266F4}"/>
              </a:ext>
            </a:extLst>
          </p:cNvPr>
          <p:cNvSpPr>
            <a:spLocks xmlns:a="http://schemas.openxmlformats.org/drawingml/2006/main" noGrp="1"/>
          </p:cNvSpPr>
          <p:nvPr/>
        </p:nvSpPr>
        <p:spPr>
          <a:xfrm xmlns:a="http://schemas.openxmlformats.org/drawingml/2006/main">
            <a:off x="7391400" y="3676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 픽셀값 명세</a:t>
            </a:r>
          </a:p>
        </p:txBody>
      </p:sp>
      <p:sp>
        <p:nvSpPr>
          <p:cNvPr id="15" name="수행 방법">
            <a:extLst xmlns:a="http://schemas.openxmlformats.org/drawingml/2006/main">
              <a:ext uri="{FF2B5EF4-FFF2-40B4-BE49-F238E27FC236}">
                <a16:creationId xmlns:a16="http://schemas.microsoft.com/office/drawing/2014/main" id="{1C827F55-E879-479F-9164-BB2625EA2F37}"/>
              </a:ext>
            </a:extLst>
          </p:cNvPr>
          <p:cNvSpPr>
            <a:spLocks xmlns:a="http://schemas.openxmlformats.org/drawingml/2006/main" noGrp="1"/>
          </p:cNvSpPr>
          <p:nvPr/>
        </p:nvSpPr>
        <p:spPr>
          <a:xfrm xmlns:a="http://schemas.openxmlformats.org/drawingml/2006/main">
            <a:off x="609600" y="42481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수행 방법</a:t>
            </a:r>
          </a:p>
        </p:txBody>
      </p:sp>
      <p:sp>
        <p:nvSpPr>
          <p:cNvPr id="16" name="기준선·조사·변경·비교">
            <a:extLst xmlns:a="http://schemas.openxmlformats.org/drawingml/2006/main">
              <a:ext uri="{FF2B5EF4-FFF2-40B4-BE49-F238E27FC236}">
                <a16:creationId xmlns:a16="http://schemas.microsoft.com/office/drawing/2014/main" id="{75B009C6-2D46-42C4-BD76-3CCECB7E3005}"/>
              </a:ext>
            </a:extLst>
          </p:cNvPr>
          <p:cNvSpPr>
            <a:spLocks xmlns:a="http://schemas.openxmlformats.org/drawingml/2006/main" noGrp="1"/>
          </p:cNvSpPr>
          <p:nvPr/>
        </p:nvSpPr>
        <p:spPr>
          <a:xfrm xmlns:a="http://schemas.openxmlformats.org/drawingml/2006/main">
            <a:off x="2628900" y="42481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기준선·조사·변경·비교</a:t>
            </a:r>
          </a:p>
        </p:txBody>
      </p:sp>
      <p:cxnSp>
        <p:nvCxnSpPr>
          <p:cNvPr id="17" name="">
            <a:extLst xmlns:a="http://schemas.openxmlformats.org/drawingml/2006/main">
              <a:ext uri="{FF2B5EF4-FFF2-40B4-BE49-F238E27FC236}">
                <a16:creationId xmlns:a16="http://schemas.microsoft.com/office/drawing/2014/main" id="{DA5C4BB7-9E34-4192-8AAC-D50907FDB514}"/>
              </a:ext>
            </a:extLst>
          </p:cNvPr>
          <p:cNvCxnSpPr/>
          <p:nvPr/>
        </p:nvCxnSpPr>
        <p:spPr>
          <a:xfrm xmlns:a="http://schemas.openxmlformats.org/drawingml/2006/main">
            <a:off x="6343650" y="44577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검사 모듈에 같은 절차">
            <a:extLst xmlns:a="http://schemas.openxmlformats.org/drawingml/2006/main">
              <a:ext uri="{FF2B5EF4-FFF2-40B4-BE49-F238E27FC236}">
                <a16:creationId xmlns:a16="http://schemas.microsoft.com/office/drawing/2014/main" id="{F68FCB09-BDA0-4FCB-9293-85D8B537CC04}"/>
              </a:ext>
            </a:extLst>
          </p:cNvPr>
          <p:cNvSpPr>
            <a:spLocks xmlns:a="http://schemas.openxmlformats.org/drawingml/2006/main" noGrp="1"/>
          </p:cNvSpPr>
          <p:nvPr/>
        </p:nvSpPr>
        <p:spPr>
          <a:xfrm xmlns:a="http://schemas.openxmlformats.org/drawingml/2006/main">
            <a:off x="7391400" y="42481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검사 모듈에 같은 절차</a:t>
            </a:r>
          </a:p>
        </p:txBody>
      </p:sp>
      <p:sp>
        <p:nvSpPr>
          <p:cNvPr id="19" name="검증 근거">
            <a:extLst xmlns:a="http://schemas.openxmlformats.org/drawingml/2006/main">
              <a:ext uri="{FF2B5EF4-FFF2-40B4-BE49-F238E27FC236}">
                <a16:creationId xmlns:a16="http://schemas.microsoft.com/office/drawing/2014/main" id="{4BBA19D6-56B1-46CE-B851-D2C13016C4CF}"/>
              </a:ext>
            </a:extLst>
          </p:cNvPr>
          <p:cNvSpPr>
            <a:spLocks xmlns:a="http://schemas.openxmlformats.org/drawingml/2006/main" noGrp="1"/>
          </p:cNvSpPr>
          <p:nvPr/>
        </p:nvSpPr>
        <p:spPr>
          <a:xfrm xmlns:a="http://schemas.openxmlformats.org/drawingml/2006/main">
            <a:off x="609600" y="4819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a:t>
            </a:r>
          </a:p>
        </p:txBody>
      </p:sp>
      <p:sp>
        <p:nvSpPr>
          <p:cNvPr id="20" name="테스트 · 시간·할당량">
            <a:extLst xmlns:a="http://schemas.openxmlformats.org/drawingml/2006/main">
              <a:ext uri="{FF2B5EF4-FFF2-40B4-BE49-F238E27FC236}">
                <a16:creationId xmlns:a16="http://schemas.microsoft.com/office/drawing/2014/main" id="{39CA55BA-D93B-49E7-92F9-75857D042FD1}"/>
              </a:ext>
            </a:extLst>
          </p:cNvPr>
          <p:cNvSpPr>
            <a:spLocks xmlns:a="http://schemas.openxmlformats.org/drawingml/2006/main" noGrp="1"/>
          </p:cNvSpPr>
          <p:nvPr/>
        </p:nvSpPr>
        <p:spPr>
          <a:xfrm xmlns:a="http://schemas.openxmlformats.org/drawingml/2006/main">
            <a:off x="2628900" y="4819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 시간·할당량</a:t>
            </a:r>
          </a:p>
        </p:txBody>
      </p:sp>
      <p:cxnSp>
        <p:nvCxnSpPr>
          <p:cNvPr id="21" name="">
            <a:extLst xmlns:a="http://schemas.openxmlformats.org/drawingml/2006/main">
              <a:ext uri="{FF2B5EF4-FFF2-40B4-BE49-F238E27FC236}">
                <a16:creationId xmlns:a16="http://schemas.microsoft.com/office/drawing/2014/main" id="{2E3A3C70-6108-4B8D-8239-899E41FDFF05}"/>
              </a:ext>
            </a:extLst>
          </p:cNvPr>
          <p:cNvCxnSpPr/>
          <p:nvPr/>
        </p:nvCxnSpPr>
        <p:spPr>
          <a:xfrm xmlns:a="http://schemas.openxmlformats.org/drawingml/2006/main">
            <a:off x="6343650" y="5029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동작·회귀·성능 검증">
            <a:extLst xmlns:a="http://schemas.openxmlformats.org/drawingml/2006/main">
              <a:ext uri="{FF2B5EF4-FFF2-40B4-BE49-F238E27FC236}">
                <a16:creationId xmlns:a16="http://schemas.microsoft.com/office/drawing/2014/main" id="{F872CF7F-9AD9-40BC-9BC6-88C969631B06}"/>
              </a:ext>
            </a:extLst>
          </p:cNvPr>
          <p:cNvSpPr>
            <a:spLocks xmlns:a="http://schemas.openxmlformats.org/drawingml/2006/main" noGrp="1"/>
          </p:cNvSpPr>
          <p:nvPr/>
        </p:nvSpPr>
        <p:spPr>
          <a:xfrm xmlns:a="http://schemas.openxmlformats.org/drawingml/2006/main">
            <a:off x="7391400" y="4819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동작·회귀·성능 검증</a:t>
            </a:r>
          </a:p>
        </p:txBody>
      </p:sp>
      <p:sp>
        <p:nvSpPr>
          <p:cNvPr id="23" name="입력·빌드·장비 조건도 함께 확인">
            <a:extLst xmlns:a="http://schemas.openxmlformats.org/drawingml/2006/main">
              <a:ext uri="{FF2B5EF4-FFF2-40B4-BE49-F238E27FC236}">
                <a16:creationId xmlns:a16="http://schemas.microsoft.com/office/drawing/2014/main" id="{7B3B23ED-B77D-400F-8009-7005A8980CE7}"/>
              </a:ext>
            </a:extLst>
          </p:cNvPr>
          <p:cNvSpPr>
            <a:spLocks xmlns:a="http://schemas.openxmlformats.org/drawingml/2006/main" noGrp="1"/>
          </p:cNvSpPr>
          <p:nvPr/>
        </p:nvSpPr>
        <p:spPr>
          <a:xfrm xmlns:a="http://schemas.openxmlformats.org/drawingml/2006/main">
            <a:off x="609600" y="540067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입력·빌드·장비 조건도 함께 확인</a:t>
            </a:r>
          </a:p>
        </p:txBody>
      </p:sp>
      <p:sp>
        <p:nvSpPr>
          <p:cNvPr id="24" name="Legacy module connection">
            <a:extLst xmlns:a="http://schemas.openxmlformats.org/drawingml/2006/main">
              <a:ext uri="{FF2B5EF4-FFF2-40B4-BE49-F238E27FC236}">
                <a16:creationId xmlns:a16="http://schemas.microsoft.com/office/drawing/2014/main" id="{92AB5802-AB3D-4ECA-BCEB-8BC15BE071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91148815"/>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반복을 고르고 유지할 책임을 정하기">
            <a:extLst xmlns:a="http://schemas.openxmlformats.org/drawingml/2006/main">
              <a:ext uri="{FF2B5EF4-FFF2-40B4-BE49-F238E27FC236}">
                <a16:creationId xmlns:a16="http://schemas.microsoft.com/office/drawing/2014/main" id="{7DC667F7-1D8D-4D9B-B7C1-DAB7A22B1B1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고르고 유지할 책임을 정하기</a:t>
            </a:r>
          </a:p>
        </p:txBody>
      </p:sp>
      <p:sp>
        <p:nvSpPr>
          <p:cNvPr id="2" name="S67">
            <a:extLst xmlns:a="http://schemas.openxmlformats.org/drawingml/2006/main">
              <a:ext uri="{FF2B5EF4-FFF2-40B4-BE49-F238E27FC236}">
                <a16:creationId xmlns:a16="http://schemas.microsoft.com/office/drawing/2014/main" id="{70183AA8-E14B-4AD4-82CF-46A1C1E308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업무에서 먼저 정리할 한 가지">
            <a:extLst xmlns:a="http://schemas.openxmlformats.org/drawingml/2006/main">
              <a:ext uri="{FF2B5EF4-FFF2-40B4-BE49-F238E27FC236}">
                <a16:creationId xmlns:a16="http://schemas.microsoft.com/office/drawing/2014/main" id="{DAC8B661-D6AC-4CA7-9A4C-19AB5D2CD5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업무에서 먼저 정리할 한 가지</a:t>
            </a:r>
          </a:p>
        </p:txBody>
      </p:sp>
      <p:sp>
        <p:nvSpPr>
          <p:cNvPr id="4" name="">
            <a:extLst xmlns:a="http://schemas.openxmlformats.org/drawingml/2006/main">
              <a:ext uri="{FF2B5EF4-FFF2-40B4-BE49-F238E27FC236}">
                <a16:creationId xmlns:a16="http://schemas.microsoft.com/office/drawing/2014/main" id="{98135517-C02A-4A9E-855F-859AED31ED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실제 Demo의 성공은 기준점으로 유지">
            <a:extLst xmlns:a="http://schemas.openxmlformats.org/drawingml/2006/main">
              <a:ext uri="{FF2B5EF4-FFF2-40B4-BE49-F238E27FC236}">
                <a16:creationId xmlns:a16="http://schemas.microsoft.com/office/drawing/2014/main" id="{21480D7A-2E58-45B8-B170-C7F71A035C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실제 Demo의 성공은 기준점으로 유지</a:t>
            </a:r>
          </a:p>
        </p:txBody>
      </p:sp>
      <p:sp>
        <p:nvSpPr>
          <p:cNvPr id="6" name="교육용 적용 질문 · 기능 추가를 전제하지 않음 · 다음 ACT의 변화는 별도 가상 사례">
            <a:extLst xmlns:a="http://schemas.openxmlformats.org/drawingml/2006/main">
              <a:ext uri="{FF2B5EF4-FFF2-40B4-BE49-F238E27FC236}">
                <a16:creationId xmlns:a16="http://schemas.microsoft.com/office/drawing/2014/main" id="{CB3ADC15-F7EB-402E-A616-327609FFF6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적용 질문 · 기능 추가를 전제하지 않음 · 다음 ACT의 변화는 별도 가상 사례</a:t>
            </a:r>
          </a:p>
        </p:txBody>
      </p:sp>
      <p:sp>
        <p:nvSpPr>
          <p:cNvPr id="7" name="">
            <a:extLst xmlns:a="http://schemas.openxmlformats.org/drawingml/2006/main">
              <a:ext uri="{FF2B5EF4-FFF2-40B4-BE49-F238E27FC236}">
                <a16:creationId xmlns:a16="http://schemas.microsoft.com/office/drawing/2014/main" id="{95C8B80E-608C-4F85-B3DE-CBCBC71BC11E}"/>
              </a:ext>
            </a:extLst>
          </p:cNvPr>
          <p:cNvSpPr>
            <a:spLocks xmlns:a="http://schemas.openxmlformats.org/drawingml/2006/main" noGrp="1"/>
          </p:cNvSpPr>
          <p:nvPr/>
        </p:nvSpPr>
        <p:spPr>
          <a:xfrm xmlns:a="http://schemas.openxmlformats.org/drawingml/2006/main">
            <a:off x="60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반복 정보">
            <a:extLst xmlns:a="http://schemas.openxmlformats.org/drawingml/2006/main">
              <a:ext uri="{FF2B5EF4-FFF2-40B4-BE49-F238E27FC236}">
                <a16:creationId xmlns:a16="http://schemas.microsoft.com/office/drawing/2014/main" id="{A82ACF37-CCEA-419B-A333-C0E1BC6068A7}"/>
              </a:ext>
            </a:extLst>
          </p:cNvPr>
          <p:cNvSpPr>
            <a:spLocks xmlns:a="http://schemas.openxmlformats.org/drawingml/2006/main" noGrp="1"/>
          </p:cNvSpPr>
          <p:nvPr/>
        </p:nvSpPr>
        <p:spPr>
          <a:xfrm xmlns:a="http://schemas.openxmlformats.org/drawingml/2006/main">
            <a:off x="80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정보</a:t>
            </a:r>
          </a:p>
        </p:txBody>
      </p:sp>
      <p:sp>
        <p:nvSpPr>
          <p:cNvPr id="9" name="명세 · 프로젝트 안내">
            <a:extLst xmlns:a="http://schemas.openxmlformats.org/drawingml/2006/main">
              <a:ext uri="{FF2B5EF4-FFF2-40B4-BE49-F238E27FC236}">
                <a16:creationId xmlns:a16="http://schemas.microsoft.com/office/drawing/2014/main" id="{42571550-B3C3-4E9E-B277-704563ECF816}"/>
              </a:ext>
            </a:extLst>
          </p:cNvPr>
          <p:cNvSpPr>
            <a:spLocks xmlns:a="http://schemas.openxmlformats.org/drawingml/2006/main" noGrp="1"/>
          </p:cNvSpPr>
          <p:nvPr/>
        </p:nvSpPr>
        <p:spPr>
          <a:xfrm xmlns:a="http://schemas.openxmlformats.org/drawingml/2006/main">
            <a:off x="80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명세 · 프로젝트 안내</a:t>
            </a:r>
          </a:p>
        </p:txBody>
      </p:sp>
      <p:sp>
        <p:nvSpPr>
          <p:cNvPr id="10" name="">
            <a:extLst xmlns:a="http://schemas.openxmlformats.org/drawingml/2006/main">
              <a:ext uri="{FF2B5EF4-FFF2-40B4-BE49-F238E27FC236}">
                <a16:creationId xmlns:a16="http://schemas.microsoft.com/office/drawing/2014/main" id="{DEEC9DF0-7254-42DE-89FE-87D51FACE5C5}"/>
              </a:ext>
            </a:extLst>
          </p:cNvPr>
          <p:cNvSpPr>
            <a:spLocks xmlns:a="http://schemas.openxmlformats.org/drawingml/2006/main" noGrp="1"/>
          </p:cNvSpPr>
          <p:nvPr/>
        </p:nvSpPr>
        <p:spPr>
          <a:xfrm xmlns:a="http://schemas.openxmlformats.org/drawingml/2006/main">
            <a:off x="2286000" y="3009900"/>
            <a:ext cx="0" cy="361950"/>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0E622624-FF21-46FF-B5B0-216EC914937C}"/>
              </a:ext>
            </a:extLst>
          </p:cNvPr>
          <p:cNvSpPr>
            <a:spLocks xmlns:a="http://schemas.openxmlformats.org/drawingml/2006/main" noGrp="1"/>
          </p:cNvSpPr>
          <p:nvPr/>
        </p:nvSpPr>
        <p:spPr>
          <a:xfrm xmlns:a="http://schemas.openxmlformats.org/drawingml/2006/main">
            <a:off x="441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반복 절차">
            <a:extLst xmlns:a="http://schemas.openxmlformats.org/drawingml/2006/main">
              <a:ext uri="{FF2B5EF4-FFF2-40B4-BE49-F238E27FC236}">
                <a16:creationId xmlns:a16="http://schemas.microsoft.com/office/drawing/2014/main" id="{0129B994-DF4B-4224-8083-861AFBD545AA}"/>
              </a:ext>
            </a:extLst>
          </p:cNvPr>
          <p:cNvSpPr>
            <a:spLocks xmlns:a="http://schemas.openxmlformats.org/drawingml/2006/main" noGrp="1"/>
          </p:cNvSpPr>
          <p:nvPr/>
        </p:nvSpPr>
        <p:spPr>
          <a:xfrm xmlns:a="http://schemas.openxmlformats.org/drawingml/2006/main">
            <a:off x="461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절차</a:t>
            </a:r>
          </a:p>
        </p:txBody>
      </p:sp>
      <p:sp>
        <p:nvSpPr>
          <p:cNvPr id="13" name="조사 · 변경 · 검증">
            <a:extLst xmlns:a="http://schemas.openxmlformats.org/drawingml/2006/main">
              <a:ext uri="{FF2B5EF4-FFF2-40B4-BE49-F238E27FC236}">
                <a16:creationId xmlns:a16="http://schemas.microsoft.com/office/drawing/2014/main" id="{75425871-4CC8-4C39-BFA4-13E3544EBABD}"/>
              </a:ext>
            </a:extLst>
          </p:cNvPr>
          <p:cNvSpPr>
            <a:spLocks xmlns:a="http://schemas.openxmlformats.org/drawingml/2006/main" noGrp="1"/>
          </p:cNvSpPr>
          <p:nvPr/>
        </p:nvSpPr>
        <p:spPr>
          <a:xfrm xmlns:a="http://schemas.openxmlformats.org/drawingml/2006/main">
            <a:off x="461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a:t>
            </a:r>
          </a:p>
        </p:txBody>
      </p:sp>
      <p:sp>
        <p:nvSpPr>
          <p:cNvPr id="14" name="">
            <a:extLst xmlns:a="http://schemas.openxmlformats.org/drawingml/2006/main">
              <a:ext uri="{FF2B5EF4-FFF2-40B4-BE49-F238E27FC236}">
                <a16:creationId xmlns:a16="http://schemas.microsoft.com/office/drawing/2014/main" id="{BD193A82-D017-4ACB-9428-EF5F230700FB}"/>
              </a:ext>
            </a:extLst>
          </p:cNvPr>
          <p:cNvSpPr>
            <a:spLocks xmlns:a="http://schemas.openxmlformats.org/drawingml/2006/main" noGrp="1"/>
          </p:cNvSpPr>
          <p:nvPr/>
        </p:nvSpPr>
        <p:spPr>
          <a:xfrm xmlns:a="http://schemas.openxmlformats.org/drawingml/2006/main">
            <a:off x="6096000" y="3009900"/>
            <a:ext cx="0" cy="361950"/>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311F9E56-D1D2-4640-B5A7-97EAB5B48DC9}"/>
              </a:ext>
            </a:extLst>
          </p:cNvPr>
          <p:cNvSpPr>
            <a:spLocks xmlns:a="http://schemas.openxmlformats.org/drawingml/2006/main" noGrp="1"/>
          </p:cNvSpPr>
          <p:nvPr/>
        </p:nvSpPr>
        <p:spPr>
          <a:xfrm xmlns:a="http://schemas.openxmlformats.org/drawingml/2006/main">
            <a:off x="822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근거">
            <a:extLst xmlns:a="http://schemas.openxmlformats.org/drawingml/2006/main">
              <a:ext uri="{FF2B5EF4-FFF2-40B4-BE49-F238E27FC236}">
                <a16:creationId xmlns:a16="http://schemas.microsoft.com/office/drawing/2014/main" id="{CF7FAC2C-62F9-44BB-9913-B3DD2C9A3D8F}"/>
              </a:ext>
            </a:extLst>
          </p:cNvPr>
          <p:cNvSpPr>
            <a:spLocks xmlns:a="http://schemas.openxmlformats.org/drawingml/2006/main" noGrp="1"/>
          </p:cNvSpPr>
          <p:nvPr/>
        </p:nvSpPr>
        <p:spPr>
          <a:xfrm xmlns:a="http://schemas.openxmlformats.org/drawingml/2006/main">
            <a:off x="842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근거</a:t>
            </a:r>
          </a:p>
        </p:txBody>
      </p:sp>
      <p:sp>
        <p:nvSpPr>
          <p:cNvPr id="17" name="테스트 · 측정 조건">
            <a:extLst xmlns:a="http://schemas.openxmlformats.org/drawingml/2006/main">
              <a:ext uri="{FF2B5EF4-FFF2-40B4-BE49-F238E27FC236}">
                <a16:creationId xmlns:a16="http://schemas.microsoft.com/office/drawing/2014/main" id="{C065E430-60A0-4B45-9E1E-6A3947F02349}"/>
              </a:ext>
            </a:extLst>
          </p:cNvPr>
          <p:cNvSpPr>
            <a:spLocks xmlns:a="http://schemas.openxmlformats.org/drawingml/2006/main" noGrp="1"/>
          </p:cNvSpPr>
          <p:nvPr/>
        </p:nvSpPr>
        <p:spPr>
          <a:xfrm xmlns:a="http://schemas.openxmlformats.org/drawingml/2006/main">
            <a:off x="842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조건</a:t>
            </a:r>
          </a:p>
        </p:txBody>
      </p:sp>
      <p:sp>
        <p:nvSpPr>
          <p:cNvPr id="18" name="">
            <a:extLst xmlns:a="http://schemas.openxmlformats.org/drawingml/2006/main">
              <a:ext uri="{FF2B5EF4-FFF2-40B4-BE49-F238E27FC236}">
                <a16:creationId xmlns:a16="http://schemas.microsoft.com/office/drawing/2014/main" id="{E604D198-03CC-436A-9066-085058EE0B5B}"/>
              </a:ext>
            </a:extLst>
          </p:cNvPr>
          <p:cNvSpPr>
            <a:spLocks xmlns:a="http://schemas.openxmlformats.org/drawingml/2006/main" noGrp="1"/>
          </p:cNvSpPr>
          <p:nvPr/>
        </p:nvSpPr>
        <p:spPr>
          <a:xfrm xmlns:a="http://schemas.openxmlformats.org/drawingml/2006/main">
            <a:off x="9906000" y="3009900"/>
            <a:ext cx="0" cy="3619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916CD0E2-DFEA-447B-A14A-E9CDD4340F21}"/>
              </a:ext>
            </a:extLst>
          </p:cNvPr>
          <p:cNvSpPr>
            <a:spLocks xmlns:a="http://schemas.openxmlformats.org/drawingml/2006/main" noGrp="1"/>
          </p:cNvSpPr>
          <p:nvPr/>
        </p:nvSpPr>
        <p:spPr>
          <a:xfrm xmlns:a="http://schemas.openxmlformats.org/drawingml/2006/main">
            <a:off x="2286000" y="337185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9CC95CE4-42D4-416E-8EB3-6CCEE52F56F4}"/>
              </a:ext>
            </a:extLst>
          </p:cNvPr>
          <p:cNvCxnSpPr/>
          <p:nvPr/>
        </p:nvCxnSpPr>
        <p:spPr>
          <a:xfrm xmlns:a="http://schemas.openxmlformats.org/drawingml/2006/main">
            <a:off x="6096000" y="3371850"/>
            <a:ext cx="0" cy="1905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C540F2CB-5CE9-4337-ABF1-4AAED18C3C98}"/>
              </a:ext>
            </a:extLst>
          </p:cNvPr>
          <p:cNvSpPr>
            <a:spLocks xmlns:a="http://schemas.openxmlformats.org/drawingml/2006/main" noGrp="1"/>
          </p:cNvSpPr>
          <p:nvPr/>
        </p:nvSpPr>
        <p:spPr>
          <a:xfrm xmlns:a="http://schemas.openxmlformats.org/drawingml/2006/main">
            <a:off x="4953000" y="3619500"/>
            <a:ext cx="2286000" cy="5524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하나만 선택">
            <a:extLst xmlns:a="http://schemas.openxmlformats.org/drawingml/2006/main">
              <a:ext uri="{FF2B5EF4-FFF2-40B4-BE49-F238E27FC236}">
                <a16:creationId xmlns:a16="http://schemas.microsoft.com/office/drawing/2014/main" id="{A1E55538-83BC-448B-A426-55B20588E6EB}"/>
              </a:ext>
            </a:extLst>
          </p:cNvPr>
          <p:cNvSpPr>
            <a:spLocks xmlns:a="http://schemas.openxmlformats.org/drawingml/2006/main" noGrp="1"/>
          </p:cNvSpPr>
          <p:nvPr/>
        </p:nvSpPr>
        <p:spPr>
          <a:xfrm xmlns:a="http://schemas.openxmlformats.org/drawingml/2006/main">
            <a:off x="5105400" y="3705225"/>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하나만 선택</a:t>
            </a:r>
          </a:p>
        </p:txBody>
      </p:sp>
      <p:sp>
        <p:nvSpPr>
          <p:cNvPr id="23" name="">
            <a:extLst xmlns:a="http://schemas.openxmlformats.org/drawingml/2006/main">
              <a:ext uri="{FF2B5EF4-FFF2-40B4-BE49-F238E27FC236}">
                <a16:creationId xmlns:a16="http://schemas.microsoft.com/office/drawing/2014/main" id="{3DCBF078-5BA5-4355-83B2-6307DBDB7EB4}"/>
              </a:ext>
            </a:extLst>
          </p:cNvPr>
          <p:cNvSpPr>
            <a:spLocks xmlns:a="http://schemas.openxmlformats.org/drawingml/2006/main" noGrp="1"/>
          </p:cNvSpPr>
          <p:nvPr/>
        </p:nvSpPr>
        <p:spPr>
          <a:xfrm xmlns:a="http://schemas.openxmlformats.org/drawingml/2006/main">
            <a:off x="6096000" y="4171950"/>
            <a:ext cx="0" cy="171450"/>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C9CC47A0-1C48-42B5-94D1-625FE355847F}"/>
              </a:ext>
            </a:extLst>
          </p:cNvPr>
          <p:cNvSpPr>
            <a:spLocks xmlns:a="http://schemas.openxmlformats.org/drawingml/2006/main" noGrp="1"/>
          </p:cNvSpPr>
          <p:nvPr/>
        </p:nvSpPr>
        <p:spPr>
          <a:xfrm xmlns:a="http://schemas.openxmlformats.org/drawingml/2006/main">
            <a:off x="3200400" y="43434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56D6C7F1-C199-4A2D-ACE1-0928F915FEC2}"/>
              </a:ext>
            </a:extLst>
          </p:cNvPr>
          <p:cNvCxnSpPr/>
          <p:nvPr/>
        </p:nvCxnSpPr>
        <p:spPr>
          <a:xfrm xmlns:a="http://schemas.openxmlformats.org/drawingml/2006/main">
            <a:off x="32004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6" name="">
            <a:extLst xmlns:a="http://schemas.openxmlformats.org/drawingml/2006/main">
              <a:ext uri="{FF2B5EF4-FFF2-40B4-BE49-F238E27FC236}">
                <a16:creationId xmlns:a16="http://schemas.microsoft.com/office/drawing/2014/main" id="{67664D3A-B269-41A3-8B13-D36C7A1116F3}"/>
              </a:ext>
            </a:extLst>
          </p:cNvPr>
          <p:cNvCxnSpPr/>
          <p:nvPr/>
        </p:nvCxnSpPr>
        <p:spPr>
          <a:xfrm xmlns:a="http://schemas.openxmlformats.org/drawingml/2006/main">
            <a:off x="89916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12E3D013-5E42-4365-869D-A3ACBEFE949E}"/>
              </a:ext>
            </a:extLst>
          </p:cNvPr>
          <p:cNvSpPr>
            <a:spLocks xmlns:a="http://schemas.openxmlformats.org/drawingml/2006/main" noGrp="1"/>
          </p:cNvSpPr>
          <p:nvPr/>
        </p:nvSpPr>
        <p:spPr>
          <a:xfrm xmlns:a="http://schemas.openxmlformats.org/drawingml/2006/main">
            <a:off x="6096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디에 둘까?">
            <a:extLst xmlns:a="http://schemas.openxmlformats.org/drawingml/2006/main">
              <a:ext uri="{FF2B5EF4-FFF2-40B4-BE49-F238E27FC236}">
                <a16:creationId xmlns:a16="http://schemas.microsoft.com/office/drawing/2014/main" id="{E3A33889-6F60-4C0D-AA1A-D98FFEFFC7AF}"/>
              </a:ext>
            </a:extLst>
          </p:cNvPr>
          <p:cNvSpPr>
            <a:spLocks xmlns:a="http://schemas.openxmlformats.org/drawingml/2006/main" noGrp="1"/>
          </p:cNvSpPr>
          <p:nvPr/>
        </p:nvSpPr>
        <p:spPr>
          <a:xfrm xmlns:a="http://schemas.openxmlformats.org/drawingml/2006/main">
            <a:off x="8001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어디에 둘까?</a:t>
            </a:r>
          </a:p>
        </p:txBody>
      </p:sp>
      <p:sp>
        <p:nvSpPr>
          <p:cNvPr id="29" name="">
            <a:extLst xmlns:a="http://schemas.openxmlformats.org/drawingml/2006/main">
              <a:ext uri="{FF2B5EF4-FFF2-40B4-BE49-F238E27FC236}">
                <a16:creationId xmlns:a16="http://schemas.microsoft.com/office/drawing/2014/main" id="{5B9A5919-5E9F-4557-BFBD-00FAF5A200F6}"/>
              </a:ext>
            </a:extLst>
          </p:cNvPr>
          <p:cNvSpPr>
            <a:spLocks xmlns:a="http://schemas.openxmlformats.org/drawingml/2006/main" noGrp="1"/>
          </p:cNvSpPr>
          <p:nvPr/>
        </p:nvSpPr>
        <p:spPr>
          <a:xfrm xmlns:a="http://schemas.openxmlformats.org/drawingml/2006/main">
            <a:off x="64008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갱신할까?">
            <a:extLst xmlns:a="http://schemas.openxmlformats.org/drawingml/2006/main">
              <a:ext uri="{FF2B5EF4-FFF2-40B4-BE49-F238E27FC236}">
                <a16:creationId xmlns:a16="http://schemas.microsoft.com/office/drawing/2014/main" id="{7198B18A-ED5B-406A-8489-38BA16899B05}"/>
              </a:ext>
            </a:extLst>
          </p:cNvPr>
          <p:cNvSpPr>
            <a:spLocks xmlns:a="http://schemas.openxmlformats.org/drawingml/2006/main" noGrp="1"/>
          </p:cNvSpPr>
          <p:nvPr/>
        </p:nvSpPr>
        <p:spPr>
          <a:xfrm xmlns:a="http://schemas.openxmlformats.org/drawingml/2006/main">
            <a:off x="65913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누가 검토·갱신할까?</a:t>
            </a:r>
          </a:p>
        </p:txBody>
      </p:sp>
      <p:sp>
        <p:nvSpPr>
          <p:cNvPr id="31" name="위치와 담당을 생각했다면, 다시 확인할 때는?">
            <a:extLst xmlns:a="http://schemas.openxmlformats.org/drawingml/2006/main">
              <a:ext uri="{FF2B5EF4-FFF2-40B4-BE49-F238E27FC236}">
                <a16:creationId xmlns:a16="http://schemas.microsoft.com/office/drawing/2014/main" id="{E4A06C7F-9447-433B-96F3-BEECD904AEA7}"/>
              </a:ext>
            </a:extLst>
          </p:cNvPr>
          <p:cNvSpPr>
            <a:spLocks xmlns:a="http://schemas.openxmlformats.org/drawingml/2006/main" noGrp="1"/>
          </p:cNvSpPr>
          <p:nvPr/>
        </p:nvSpPr>
        <p:spPr>
          <a:xfrm xmlns:a="http://schemas.openxmlformats.org/drawingml/2006/main">
            <a:off x="609600" y="54292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위치와 담당을 생각했다면, 다시 확인할 때는?</a:t>
            </a:r>
          </a:p>
        </p:txBody>
      </p:sp>
      <p:sp>
        <p:nvSpPr>
          <p:cNvPr id="32" name="Legacy module connection">
            <a:extLst xmlns:a="http://schemas.openxmlformats.org/drawingml/2006/main">
              <a:ext uri="{FF2B5EF4-FFF2-40B4-BE49-F238E27FC236}">
                <a16:creationId xmlns:a16="http://schemas.microsoft.com/office/drawing/2014/main" id="{D51557C6-0679-428C-AE51-DBF1C444365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70881873"/>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성공한 작업 환경의 유지와 개선">
            <a:extLst xmlns:a="http://schemas.openxmlformats.org/drawingml/2006/main">
              <a:ext uri="{FF2B5EF4-FFF2-40B4-BE49-F238E27FC236}">
                <a16:creationId xmlns:a16="http://schemas.microsoft.com/office/drawing/2014/main" id="{A9B9D03B-EF76-4E08-868A-D56F5A4BAD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성공한 작업 환경의 유지와 개선</a:t>
            </a:r>
          </a:p>
        </p:txBody>
      </p:sp>
      <p:sp>
        <p:nvSpPr>
          <p:cNvPr id="2" name="S68">
            <a:extLst xmlns:a="http://schemas.openxmlformats.org/drawingml/2006/main">
              <a:ext uri="{FF2B5EF4-FFF2-40B4-BE49-F238E27FC236}">
                <a16:creationId xmlns:a16="http://schemas.microsoft.com/office/drawing/2014/main" id="{48823BC7-26B2-4B01-A638-519C5E50EC4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확인한 성공을 유지하려면">
            <a:extLst xmlns:a="http://schemas.openxmlformats.org/drawingml/2006/main">
              <a:ext uri="{FF2B5EF4-FFF2-40B4-BE49-F238E27FC236}">
                <a16:creationId xmlns:a16="http://schemas.microsoft.com/office/drawing/2014/main" id="{889156D4-6763-458E-9CC6-3A777AE652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성공을 유지하려면</a:t>
            </a:r>
          </a:p>
        </p:txBody>
      </p:sp>
      <p:sp>
        <p:nvSpPr>
          <p:cNvPr id="4" name="">
            <a:extLst xmlns:a="http://schemas.openxmlformats.org/drawingml/2006/main">
              <a:ext uri="{FF2B5EF4-FFF2-40B4-BE49-F238E27FC236}">
                <a16:creationId xmlns:a16="http://schemas.microsoft.com/office/drawing/2014/main" id="{C6380C7F-8BC9-4572-A6E7-141910537D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밝기 통계의 실제 성공을 기준점으로 보존">
            <a:extLst xmlns:a="http://schemas.openxmlformats.org/drawingml/2006/main">
              <a:ext uri="{FF2B5EF4-FFF2-40B4-BE49-F238E27FC236}">
                <a16:creationId xmlns:a16="http://schemas.microsoft.com/office/drawing/2014/main" id="{FB15DE56-1907-405A-A39B-B24A4DE2CE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밝기 통계의 실제 성공을 기준점으로 보존</a:t>
            </a:r>
          </a:p>
        </p:txBody>
      </p:sp>
      <p:sp>
        <p:nvSpPr>
          <p:cNvPr id="6" name="기록된 입력·코드·환경의 결과 · 다음 가상 사례는 별개이며 실제 실패 이력이 아님">
            <a:extLst xmlns:a="http://schemas.openxmlformats.org/drawingml/2006/main">
              <a:ext uri="{FF2B5EF4-FFF2-40B4-BE49-F238E27FC236}">
                <a16:creationId xmlns:a16="http://schemas.microsoft.com/office/drawing/2014/main" id="{BC36DA7A-0267-40F8-969D-07B5B4FEDE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 · 다음 가상 사례는 별개이며 실제 실패 이력이 아님</a:t>
            </a:r>
          </a:p>
        </p:txBody>
      </p:sp>
      <p:sp>
        <p:nvSpPr>
          <p:cNvPr id="7" name="밝기 통계 작업은 검증된 결과로 마쳤다">
            <a:extLst xmlns:a="http://schemas.openxmlformats.org/drawingml/2006/main">
              <a:ext uri="{FF2B5EF4-FFF2-40B4-BE49-F238E27FC236}">
                <a16:creationId xmlns:a16="http://schemas.microsoft.com/office/drawing/2014/main" id="{F3B13E4C-E209-4FA0-A6AF-15BB22549B7A}"/>
              </a:ext>
            </a:extLst>
          </p:cNvPr>
          <p:cNvSpPr>
            <a:spLocks xmlns:a="http://schemas.openxmlformats.org/drawingml/2006/main" noGrp="1"/>
          </p:cNvSpPr>
          <p:nvPr/>
        </p:nvSpPr>
        <p:spPr>
          <a:xfrm xmlns:a="http://schemas.openxmlformats.org/drawingml/2006/main">
            <a:off x="609600" y="19526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밝기 통계 작업은 검증된 결과로 마쳤다</a:t>
            </a:r>
          </a:p>
        </p:txBody>
      </p:sp>
      <p:sp>
        <p:nvSpPr>
          <p:cNvPr id="8" name="">
            <a:extLst xmlns:a="http://schemas.openxmlformats.org/drawingml/2006/main">
              <a:ext uri="{FF2B5EF4-FFF2-40B4-BE49-F238E27FC236}">
                <a16:creationId xmlns:a16="http://schemas.microsoft.com/office/drawing/2014/main" id="{7AC361A6-5233-468F-AB62-258FB07DBE8A}"/>
              </a:ext>
            </a:extLst>
          </p:cNvPr>
          <p:cNvSpPr>
            <a:spLocks xmlns:a="http://schemas.openxmlformats.org/drawingml/2006/main" noGrp="1"/>
          </p:cNvSpPr>
          <p:nvPr/>
        </p:nvSpPr>
        <p:spPr>
          <a:xfrm xmlns:a="http://schemas.openxmlformats.org/drawingml/2006/main">
            <a:off x="60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명세">
            <a:extLst xmlns:a="http://schemas.openxmlformats.org/drawingml/2006/main">
              <a:ext uri="{FF2B5EF4-FFF2-40B4-BE49-F238E27FC236}">
                <a16:creationId xmlns:a16="http://schemas.microsoft.com/office/drawing/2014/main" id="{1DC495D5-5815-4257-883B-3B14EFB19A4A}"/>
              </a:ext>
            </a:extLst>
          </p:cNvPr>
          <p:cNvSpPr>
            <a:spLocks xmlns:a="http://schemas.openxmlformats.org/drawingml/2006/main" noGrp="1"/>
          </p:cNvSpPr>
          <p:nvPr/>
        </p:nvSpPr>
        <p:spPr>
          <a:xfrm xmlns:a="http://schemas.openxmlformats.org/drawingml/2006/main">
            <a:off x="60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동작 명세</a:t>
            </a:r>
          </a:p>
        </p:txBody>
      </p:sp>
      <p:sp>
        <p:nvSpPr>
          <p:cNvPr id="10" name="출력 6항목 동일">
            <a:extLst xmlns:a="http://schemas.openxmlformats.org/drawingml/2006/main">
              <a:ext uri="{FF2B5EF4-FFF2-40B4-BE49-F238E27FC236}">
                <a16:creationId xmlns:a16="http://schemas.microsoft.com/office/drawing/2014/main" id="{7A28C053-A3AA-49C2-B7B4-8CA9BAE0B0CB}"/>
              </a:ext>
            </a:extLst>
          </p:cNvPr>
          <p:cNvSpPr>
            <a:spLocks xmlns:a="http://schemas.openxmlformats.org/drawingml/2006/main" noGrp="1"/>
          </p:cNvSpPr>
          <p:nvPr/>
        </p:nvSpPr>
        <p:spPr>
          <a:xfrm xmlns:a="http://schemas.openxmlformats.org/drawingml/2006/main">
            <a:off x="60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 6항목 동일</a:t>
            </a:r>
          </a:p>
        </p:txBody>
      </p:sp>
      <p:sp>
        <p:nvSpPr>
          <p:cNvPr id="11" name="">
            <a:extLst xmlns:a="http://schemas.openxmlformats.org/drawingml/2006/main">
              <a:ext uri="{FF2B5EF4-FFF2-40B4-BE49-F238E27FC236}">
                <a16:creationId xmlns:a16="http://schemas.microsoft.com/office/drawing/2014/main" id="{D7901614-C985-466E-BFC5-64B07423336F}"/>
              </a:ext>
            </a:extLst>
          </p:cNvPr>
          <p:cNvSpPr>
            <a:spLocks xmlns:a="http://schemas.openxmlformats.org/drawingml/2006/main" noGrp="1"/>
          </p:cNvSpPr>
          <p:nvPr/>
        </p:nvSpPr>
        <p:spPr>
          <a:xfrm xmlns:a="http://schemas.openxmlformats.org/drawingml/2006/main">
            <a:off x="441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테스트">
            <a:extLst xmlns:a="http://schemas.openxmlformats.org/drawingml/2006/main">
              <a:ext uri="{FF2B5EF4-FFF2-40B4-BE49-F238E27FC236}">
                <a16:creationId xmlns:a16="http://schemas.microsoft.com/office/drawing/2014/main" id="{D6A1F93E-C853-43F9-8C22-12C150CCD234}"/>
              </a:ext>
            </a:extLst>
          </p:cNvPr>
          <p:cNvSpPr>
            <a:spLocks xmlns:a="http://schemas.openxmlformats.org/drawingml/2006/main" noGrp="1"/>
          </p:cNvSpPr>
          <p:nvPr/>
        </p:nvSpPr>
        <p:spPr>
          <a:xfrm xmlns:a="http://schemas.openxmlformats.org/drawingml/2006/main">
            <a:off x="441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a:t>
            </a:r>
          </a:p>
        </p:txBody>
      </p:sp>
      <p:sp>
        <p:nvSpPr>
          <p:cNvPr id="13" name="전체 11/11 통과">
            <a:extLst xmlns:a="http://schemas.openxmlformats.org/drawingml/2006/main">
              <a:ext uri="{FF2B5EF4-FFF2-40B4-BE49-F238E27FC236}">
                <a16:creationId xmlns:a16="http://schemas.microsoft.com/office/drawing/2014/main" id="{5CB14E7B-0321-484F-945F-BCDDE80BE301}"/>
              </a:ext>
            </a:extLst>
          </p:cNvPr>
          <p:cNvSpPr>
            <a:spLocks xmlns:a="http://schemas.openxmlformats.org/drawingml/2006/main" noGrp="1"/>
          </p:cNvSpPr>
          <p:nvPr/>
        </p:nvSpPr>
        <p:spPr>
          <a:xfrm xmlns:a="http://schemas.openxmlformats.org/drawingml/2006/main">
            <a:off x="441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전체 11/11 통과</a:t>
            </a:r>
          </a:p>
        </p:txBody>
      </p:sp>
      <p:sp>
        <p:nvSpPr>
          <p:cNvPr id="14" name="">
            <a:extLst xmlns:a="http://schemas.openxmlformats.org/drawingml/2006/main">
              <a:ext uri="{FF2B5EF4-FFF2-40B4-BE49-F238E27FC236}">
                <a16:creationId xmlns:a16="http://schemas.microsoft.com/office/drawing/2014/main" id="{7FE2C720-8FD1-4E2E-B38D-FE30A6C088A3}"/>
              </a:ext>
            </a:extLst>
          </p:cNvPr>
          <p:cNvSpPr>
            <a:spLocks xmlns:a="http://schemas.openxmlformats.org/drawingml/2006/main" noGrp="1"/>
          </p:cNvSpPr>
          <p:nvPr/>
        </p:nvSpPr>
        <p:spPr>
          <a:xfrm xmlns:a="http://schemas.openxmlformats.org/drawingml/2006/main">
            <a:off x="822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성능 측정">
            <a:extLst xmlns:a="http://schemas.openxmlformats.org/drawingml/2006/main">
              <a:ext uri="{FF2B5EF4-FFF2-40B4-BE49-F238E27FC236}">
                <a16:creationId xmlns:a16="http://schemas.microsoft.com/office/drawing/2014/main" id="{C38ADE9C-746A-434A-9AB0-B47C4F87C750}"/>
              </a:ext>
            </a:extLst>
          </p:cNvPr>
          <p:cNvSpPr>
            <a:spLocks xmlns:a="http://schemas.openxmlformats.org/drawingml/2006/main" noGrp="1"/>
          </p:cNvSpPr>
          <p:nvPr/>
        </p:nvSpPr>
        <p:spPr>
          <a:xfrm xmlns:a="http://schemas.openxmlformats.org/drawingml/2006/main">
            <a:off x="822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성능 측정</a:t>
            </a:r>
          </a:p>
        </p:txBody>
      </p:sp>
      <p:sp>
        <p:nvSpPr>
          <p:cNvPr id="16" name="같은 조건 · 결과 guard">
            <a:extLst xmlns:a="http://schemas.openxmlformats.org/drawingml/2006/main">
              <a:ext uri="{FF2B5EF4-FFF2-40B4-BE49-F238E27FC236}">
                <a16:creationId xmlns:a16="http://schemas.microsoft.com/office/drawing/2014/main" id="{306AE41B-BA54-4522-B4AA-62AC7A433DAC}"/>
              </a:ext>
            </a:extLst>
          </p:cNvPr>
          <p:cNvSpPr>
            <a:spLocks xmlns:a="http://schemas.openxmlformats.org/drawingml/2006/main" noGrp="1"/>
          </p:cNvSpPr>
          <p:nvPr/>
        </p:nvSpPr>
        <p:spPr>
          <a:xfrm xmlns:a="http://schemas.openxmlformats.org/drawingml/2006/main">
            <a:off x="822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 · 결과 guard</a:t>
            </a:r>
          </a:p>
        </p:txBody>
      </p:sp>
      <p:sp>
        <p:nvSpPr>
          <p:cNvPr id="17" name="">
            <a:extLst xmlns:a="http://schemas.openxmlformats.org/drawingml/2006/main">
              <a:ext uri="{FF2B5EF4-FFF2-40B4-BE49-F238E27FC236}">
                <a16:creationId xmlns:a16="http://schemas.microsoft.com/office/drawing/2014/main" id="{5064B925-016B-4902-B489-7A710295FC47}"/>
              </a:ext>
            </a:extLst>
          </p:cNvPr>
          <p:cNvSpPr>
            <a:spLocks xmlns:a="http://schemas.openxmlformats.org/drawingml/2006/main" noGrp="1"/>
          </p:cNvSpPr>
          <p:nvPr/>
        </p:nvSpPr>
        <p:spPr>
          <a:xfrm xmlns:a="http://schemas.openxmlformats.org/drawingml/2006/main">
            <a:off x="609600" y="4114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이제 살펴볼 문제: 기준과 절차를 계속 맞게 유지하기">
            <a:extLst xmlns:a="http://schemas.openxmlformats.org/drawingml/2006/main">
              <a:ext uri="{FF2B5EF4-FFF2-40B4-BE49-F238E27FC236}">
                <a16:creationId xmlns:a16="http://schemas.microsoft.com/office/drawing/2014/main" id="{5233A089-9742-408E-8DF7-B759205E44F8}"/>
              </a:ext>
            </a:extLst>
          </p:cNvPr>
          <p:cNvSpPr>
            <a:spLocks xmlns:a="http://schemas.openxmlformats.org/drawingml/2006/main" noGrp="1"/>
          </p:cNvSpPr>
          <p:nvPr/>
        </p:nvSpPr>
        <p:spPr>
          <a:xfrm xmlns:a="http://schemas.openxmlformats.org/drawingml/2006/main">
            <a:off x="609600" y="43243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이제 살펴볼 문제: 기준과 절차를 계속 맞게 유지하기</a:t>
            </a:r>
          </a:p>
        </p:txBody>
      </p:sp>
      <p:sp>
        <p:nvSpPr>
          <p:cNvPr id="19" name="어떤 변화가 생기면, 담당자가 다시 확인해야 할까?">
            <a:extLst xmlns:a="http://schemas.openxmlformats.org/drawingml/2006/main">
              <a:ext uri="{FF2B5EF4-FFF2-40B4-BE49-F238E27FC236}">
                <a16:creationId xmlns:a16="http://schemas.microsoft.com/office/drawing/2014/main" id="{C3A10D9C-A4A2-4429-AC1E-319B1117094F}"/>
              </a:ext>
            </a:extLst>
          </p:cNvPr>
          <p:cNvSpPr>
            <a:spLocks xmlns:a="http://schemas.openxmlformats.org/drawingml/2006/main" noGrp="1"/>
          </p:cNvSpPr>
          <p:nvPr/>
        </p:nvSpPr>
        <p:spPr>
          <a:xfrm xmlns:a="http://schemas.openxmlformats.org/drawingml/2006/main">
            <a:off x="609600" y="50101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변화가 생기면, 담당자가 다시 확인해야 할까?</a:t>
            </a:r>
          </a:p>
        </p:txBody>
      </p:sp>
      <p:sp>
        <p:nvSpPr>
          <p:cNvPr id="20" name="Legacy module connection">
            <a:extLst xmlns:a="http://schemas.openxmlformats.org/drawingml/2006/main">
              <a:ext uri="{FF2B5EF4-FFF2-40B4-BE49-F238E27FC236}">
                <a16:creationId xmlns:a16="http://schemas.microsoft.com/office/drawing/2014/main" id="{4C369704-217A-4EB5-A21D-306BDFB081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58362155"/>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별도 가상 사례의 출발점">
            <a:extLst xmlns:a="http://schemas.openxmlformats.org/drawingml/2006/main">
              <a:ext uri="{FF2B5EF4-FFF2-40B4-BE49-F238E27FC236}">
                <a16:creationId xmlns:a16="http://schemas.microsoft.com/office/drawing/2014/main" id="{A3D5C3FA-5B82-4950-9B5E-4A6328492E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별도 가상 사례의 출발점</a:t>
            </a:r>
          </a:p>
        </p:txBody>
      </p:sp>
      <p:sp>
        <p:nvSpPr>
          <p:cNvPr id="2" name="S69">
            <a:extLst xmlns:a="http://schemas.openxmlformats.org/drawingml/2006/main">
              <a:ext uri="{FF2B5EF4-FFF2-40B4-BE49-F238E27FC236}">
                <a16:creationId xmlns:a16="http://schemas.microsoft.com/office/drawing/2014/main" id="{54194B03-DD71-447D-A71E-F2B631A2E8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처음에는 기준과 재사용 절차가 맞았다">
            <a:extLst xmlns:a="http://schemas.openxmlformats.org/drawingml/2006/main">
              <a:ext uri="{FF2B5EF4-FFF2-40B4-BE49-F238E27FC236}">
                <a16:creationId xmlns:a16="http://schemas.microsoft.com/office/drawing/2014/main" id="{7982354D-A553-4007-BFE2-ACE73176AA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처음에는 기준과 재사용 절차가 맞았다</a:t>
            </a:r>
          </a:p>
        </p:txBody>
      </p:sp>
      <p:sp>
        <p:nvSpPr>
          <p:cNvPr id="4" name="">
            <a:extLst xmlns:a="http://schemas.openxmlformats.org/drawingml/2006/main">
              <a:ext uri="{FF2B5EF4-FFF2-40B4-BE49-F238E27FC236}">
                <a16:creationId xmlns:a16="http://schemas.microsoft.com/office/drawing/2014/main" id="{1E03BA8E-F697-493E-BDC3-764B51F30D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기준과 재사용 지침이 일치한다는 가정">
            <a:extLst xmlns:a="http://schemas.openxmlformats.org/drawingml/2006/main">
              <a:ext uri="{FF2B5EF4-FFF2-40B4-BE49-F238E27FC236}">
                <a16:creationId xmlns:a16="http://schemas.microsoft.com/office/drawing/2014/main" id="{97824C7B-99A2-43EC-BE4F-DDFE1A421E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기준과 재사용 지침이 일치한다는 가정</a:t>
            </a:r>
          </a:p>
        </p:txBody>
      </p:sp>
      <p:sp>
        <p:nvSpPr>
          <p:cNvPr id="6" name="실제 graypipe 이력·Agent 실행·테스트 결과 아님 · 앞의 Skill과 같은 역할이며 같은 파일이">
            <a:extLst xmlns:a="http://schemas.openxmlformats.org/drawingml/2006/main">
              <a:ext uri="{FF2B5EF4-FFF2-40B4-BE49-F238E27FC236}">
                <a16:creationId xmlns:a16="http://schemas.microsoft.com/office/drawing/2014/main" id="{D4DCFBE7-2D65-47FC-BD77-DECB986B09C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 이력·Agent 실행·테스트 결과 아님 · 앞의 Skill과 같은 역할이며 같은 파일이 아님</a:t>
            </a:r>
          </a:p>
        </p:txBody>
      </p:sp>
      <p:sp>
        <p:nvSpPr>
          <p:cNvPr id="7" name="Workflow = 재사용할 수행 절차 · 앞에서는 Skill로 관리">
            <a:extLst xmlns:a="http://schemas.openxmlformats.org/drawingml/2006/main">
              <a:ext uri="{FF2B5EF4-FFF2-40B4-BE49-F238E27FC236}">
                <a16:creationId xmlns:a16="http://schemas.microsoft.com/office/drawing/2014/main" id="{9F029968-EC43-4A12-84F8-0CB0CD997E6C}"/>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 = 재사용할 수행 절차 · 앞에서는 Skill로 관리</a:t>
            </a:r>
          </a:p>
        </p:txBody>
      </p:sp>
      <p:sp>
        <p:nvSpPr>
          <p:cNvPr id="8" name="프로젝트의 현재 기준">
            <a:extLst xmlns:a="http://schemas.openxmlformats.org/drawingml/2006/main">
              <a:ext uri="{FF2B5EF4-FFF2-40B4-BE49-F238E27FC236}">
                <a16:creationId xmlns:a16="http://schemas.microsoft.com/office/drawing/2014/main" id="{2B34CBFB-8A69-478E-966F-2BC0C7D9A7FA}"/>
              </a:ext>
            </a:extLst>
          </p:cNvPr>
          <p:cNvSpPr>
            <a:spLocks xmlns:a="http://schemas.openxmlformats.org/drawingml/2006/main" noGrp="1"/>
          </p:cNvSpPr>
          <p:nvPr/>
        </p:nvSpPr>
        <p:spPr>
          <a:xfrm xmlns:a="http://schemas.openxmlformats.org/drawingml/2006/main">
            <a:off x="6096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프로젝트의 현재 기준</a:t>
            </a:r>
          </a:p>
        </p:txBody>
      </p:sp>
      <p:sp>
        <p:nvSpPr>
          <p:cNvPr id="9" name="">
            <a:extLst xmlns:a="http://schemas.openxmlformats.org/drawingml/2006/main">
              <a:ext uri="{FF2B5EF4-FFF2-40B4-BE49-F238E27FC236}">
                <a16:creationId xmlns:a16="http://schemas.microsoft.com/office/drawing/2014/main" id="{C1D267AE-F3F6-4B38-A145-C9C35C10A831}"/>
              </a:ext>
            </a:extLst>
          </p:cNvPr>
          <p:cNvSpPr>
            <a:spLocks xmlns:a="http://schemas.openxmlformats.org/drawingml/2006/main" noGrp="1"/>
          </p:cNvSpPr>
          <p:nvPr/>
        </p:nvSpPr>
        <p:spPr>
          <a:xfrm xmlns:a="http://schemas.openxmlformats.org/drawingml/2006/main">
            <a:off x="6096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단위 테스트">
            <a:extLst xmlns:a="http://schemas.openxmlformats.org/drawingml/2006/main">
              <a:ext uri="{FF2B5EF4-FFF2-40B4-BE49-F238E27FC236}">
                <a16:creationId xmlns:a16="http://schemas.microsoft.com/office/drawing/2014/main" id="{4999A117-3E54-4DE6-946F-9C2755D5048F}"/>
              </a:ext>
            </a:extLst>
          </p:cNvPr>
          <p:cNvSpPr>
            <a:spLocks xmlns:a="http://schemas.openxmlformats.org/drawingml/2006/main" noGrp="1"/>
          </p:cNvSpPr>
          <p:nvPr/>
        </p:nvSpPr>
        <p:spPr>
          <a:xfrm xmlns:a="http://schemas.openxmlformats.org/drawingml/2006/main">
            <a:off x="6096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1" name="프로젝트 문서에서 확인">
            <a:extLst xmlns:a="http://schemas.openxmlformats.org/drawingml/2006/main">
              <a:ext uri="{FF2B5EF4-FFF2-40B4-BE49-F238E27FC236}">
                <a16:creationId xmlns:a16="http://schemas.microsoft.com/office/drawing/2014/main" id="{67C3BC06-7F29-4ABE-8A9A-9DA021427453}"/>
              </a:ext>
            </a:extLst>
          </p:cNvPr>
          <p:cNvSpPr>
            <a:spLocks xmlns:a="http://schemas.openxmlformats.org/drawingml/2006/main" noGrp="1"/>
          </p:cNvSpPr>
          <p:nvPr/>
        </p:nvSpPr>
        <p:spPr>
          <a:xfrm xmlns:a="http://schemas.openxmlformats.org/drawingml/2006/main">
            <a:off x="6096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프로젝트 문서에서 확인</a:t>
            </a:r>
          </a:p>
        </p:txBody>
      </p:sp>
      <p:sp>
        <p:nvSpPr>
          <p:cNvPr id="12" name="Workflow · 재사용 지침">
            <a:extLst xmlns:a="http://schemas.openxmlformats.org/drawingml/2006/main">
              <a:ext uri="{FF2B5EF4-FFF2-40B4-BE49-F238E27FC236}">
                <a16:creationId xmlns:a16="http://schemas.microsoft.com/office/drawing/2014/main" id="{7A74ED31-935C-4D0C-A1C2-5747FFC028E8}"/>
              </a:ext>
            </a:extLst>
          </p:cNvPr>
          <p:cNvSpPr>
            <a:spLocks xmlns:a="http://schemas.openxmlformats.org/drawingml/2006/main" noGrp="1"/>
          </p:cNvSpPr>
          <p:nvPr/>
        </p:nvSpPr>
        <p:spPr>
          <a:xfrm xmlns:a="http://schemas.openxmlformats.org/drawingml/2006/main">
            <a:off x="68961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Workflow · 재사용 지침</a:t>
            </a:r>
          </a:p>
        </p:txBody>
      </p:sp>
      <p:sp>
        <p:nvSpPr>
          <p:cNvPr id="13" name="">
            <a:extLst xmlns:a="http://schemas.openxmlformats.org/drawingml/2006/main">
              <a:ext uri="{FF2B5EF4-FFF2-40B4-BE49-F238E27FC236}">
                <a16:creationId xmlns:a16="http://schemas.microsoft.com/office/drawing/2014/main" id="{4F214026-CC7F-4DD6-8547-24775B37F232}"/>
              </a:ext>
            </a:extLst>
          </p:cNvPr>
          <p:cNvSpPr>
            <a:spLocks xmlns:a="http://schemas.openxmlformats.org/drawingml/2006/main" noGrp="1"/>
          </p:cNvSpPr>
          <p:nvPr/>
        </p:nvSpPr>
        <p:spPr>
          <a:xfrm xmlns:a="http://schemas.openxmlformats.org/drawingml/2006/main">
            <a:off x="68961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단위 테스트">
            <a:extLst xmlns:a="http://schemas.openxmlformats.org/drawingml/2006/main">
              <a:ext uri="{FF2B5EF4-FFF2-40B4-BE49-F238E27FC236}">
                <a16:creationId xmlns:a16="http://schemas.microsoft.com/office/drawing/2014/main" id="{2AB2E46B-E7DC-41B3-ABA6-DBF232E51DCE}"/>
              </a:ext>
            </a:extLst>
          </p:cNvPr>
          <p:cNvSpPr>
            <a:spLocks xmlns:a="http://schemas.openxmlformats.org/drawingml/2006/main" noGrp="1"/>
          </p:cNvSpPr>
          <p:nvPr/>
        </p:nvSpPr>
        <p:spPr>
          <a:xfrm xmlns:a="http://schemas.openxmlformats.org/drawingml/2006/main">
            <a:off x="68961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5" name="다음 작업에서 다시 읽음">
            <a:extLst xmlns:a="http://schemas.openxmlformats.org/drawingml/2006/main">
              <a:ext uri="{FF2B5EF4-FFF2-40B4-BE49-F238E27FC236}">
                <a16:creationId xmlns:a16="http://schemas.microsoft.com/office/drawing/2014/main" id="{8B8E8852-01D2-4053-A873-6A8EC388FF33}"/>
              </a:ext>
            </a:extLst>
          </p:cNvPr>
          <p:cNvSpPr>
            <a:spLocks xmlns:a="http://schemas.openxmlformats.org/drawingml/2006/main" noGrp="1"/>
          </p:cNvSpPr>
          <p:nvPr/>
        </p:nvSpPr>
        <p:spPr>
          <a:xfrm xmlns:a="http://schemas.openxmlformats.org/drawingml/2006/main">
            <a:off x="68961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다음 작업에서 다시 읽음</a:t>
            </a:r>
          </a:p>
        </p:txBody>
      </p:sp>
      <p:sp>
        <p:nvSpPr>
          <p:cNvPr id="16" name="=">
            <a:extLst xmlns:a="http://schemas.openxmlformats.org/drawingml/2006/main">
              <a:ext uri="{FF2B5EF4-FFF2-40B4-BE49-F238E27FC236}">
                <a16:creationId xmlns:a16="http://schemas.microsoft.com/office/drawing/2014/main" id="{0E84D69A-D3B0-44C5-AA31-2CC4DA10DEC0}"/>
              </a:ext>
            </a:extLst>
          </p:cNvPr>
          <p:cNvSpPr>
            <a:spLocks xmlns:a="http://schemas.openxmlformats.org/drawingml/2006/main" noGrp="1"/>
          </p:cNvSpPr>
          <p:nvPr/>
        </p:nvSpPr>
        <p:spPr>
          <a:xfrm xmlns:a="http://schemas.openxmlformats.org/drawingml/2006/main">
            <a:off x="5695950" y="3438525"/>
            <a:ext cx="800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000" b="1">
                <a:solidFill>
                  <a:srgbClr val="0B6172"/>
                </a:solidFill>
                <a:latin typeface="Malgun Gothic"/>
                <a:ea typeface="Malgun Gothic"/>
                <a:cs typeface="Malgun Gothic"/>
              </a:defRPr>
            </a:defPPr>
            <a:lvl1pPr algn="ctr">
              <a:defRPr sz="3000" b="1">
                <a:solidFill>
                  <a:srgbClr val="0B6172"/>
                </a:solidFill>
                <a:latin typeface="Malgun Gothic"/>
                <a:ea typeface="Malgun Gothic"/>
                <a:cs typeface="Malgun Gothic"/>
              </a:defRPr>
            </a:lvl1pPr>
            <a:lvl2pPr algn="ctr">
              <a:defRPr sz="3000" b="1">
                <a:solidFill>
                  <a:srgbClr val="0B6172"/>
                </a:solidFill>
                <a:latin typeface="Malgun Gothic"/>
                <a:ea typeface="Malgun Gothic"/>
                <a:cs typeface="Malgun Gothic"/>
              </a:defRPr>
            </a:lvl2pPr>
            <a:lvl3pPr algn="ctr">
              <a:defRPr sz="3000" b="1">
                <a:solidFill>
                  <a:srgbClr val="0B6172"/>
                </a:solidFill>
                <a:latin typeface="Malgun Gothic"/>
                <a:ea typeface="Malgun Gothic"/>
                <a:cs typeface="Malgun Gothic"/>
              </a:defRPr>
            </a:lvl3pPr>
            <a:lvl4pPr algn="ctr">
              <a:defRPr sz="3000" b="1">
                <a:solidFill>
                  <a:srgbClr val="0B6172"/>
                </a:solidFill>
                <a:latin typeface="Malgun Gothic"/>
                <a:ea typeface="Malgun Gothic"/>
                <a:cs typeface="Malgun Gothic"/>
              </a:defRPr>
            </a:lvl4pPr>
            <a:lvl5pPr algn="ctr">
              <a:defRPr sz="3000" b="1">
                <a:solidFill>
                  <a:srgbClr val="0B6172"/>
                </a:solidFill>
                <a:latin typeface="Malgun Gothic"/>
                <a:ea typeface="Malgun Gothic"/>
                <a:cs typeface="Malgun Gothic"/>
              </a:defRPr>
            </a:lvl5pPr>
            <a:lvl6pPr algn="ctr">
              <a:defRPr sz="3000" b="1">
                <a:solidFill>
                  <a:srgbClr val="0B6172"/>
                </a:solidFill>
                <a:latin typeface="Malgun Gothic"/>
                <a:ea typeface="Malgun Gothic"/>
                <a:cs typeface="Malgun Gothic"/>
              </a:defRPr>
            </a:lvl6pPr>
            <a:lvl7pPr algn="ctr">
              <a:defRPr sz="3000" b="1">
                <a:solidFill>
                  <a:srgbClr val="0B6172"/>
                </a:solidFill>
                <a:latin typeface="Malgun Gothic"/>
                <a:ea typeface="Malgun Gothic"/>
                <a:cs typeface="Malgun Gothic"/>
              </a:defRPr>
            </a:lvl7pPr>
            <a:lvl8pPr algn="ctr">
              <a:defRPr sz="3000" b="1">
                <a:solidFill>
                  <a:srgbClr val="0B6172"/>
                </a:solidFill>
                <a:latin typeface="Malgun Gothic"/>
                <a:ea typeface="Malgun Gothic"/>
                <a:cs typeface="Malgun Gothic"/>
              </a:defRPr>
            </a:lvl8pPr>
            <a:lvl9pPr algn="ctr">
              <a:defRPr sz="3000" b="1">
                <a:solidFill>
                  <a:srgbClr val="0B6172"/>
                </a:solidFill>
                <a:latin typeface="Malgun Gothic"/>
                <a:ea typeface="Malgun Gothic"/>
                <a:cs typeface="Malgun Gothic"/>
              </a:defRPr>
            </a:lvl9pPr>
          </a:lstStyle>
          <a:p xmlns:a="http://schemas.openxmlformats.org/drawingml/2006/main">
            <a:pPr algn="ctr">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7" name="가정: 현재 기준에 맞춰 검토해 둔 절차">
            <a:extLst xmlns:a="http://schemas.openxmlformats.org/drawingml/2006/main">
              <a:ext uri="{FF2B5EF4-FFF2-40B4-BE49-F238E27FC236}">
                <a16:creationId xmlns:a16="http://schemas.microsoft.com/office/drawing/2014/main" id="{0D8D9092-B54F-4C10-B64D-7BC10F31E381}"/>
              </a:ext>
            </a:extLst>
          </p:cNvPr>
          <p:cNvSpPr>
            <a:spLocks xmlns:a="http://schemas.openxmlformats.org/drawingml/2006/main" noGrp="1"/>
          </p:cNvSpPr>
          <p:nvPr/>
        </p:nvSpPr>
        <p:spPr>
          <a:xfrm xmlns:a="http://schemas.openxmlformats.org/drawingml/2006/main">
            <a:off x="609600" y="5105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가정: 현재 기준에 맞춰 검토해 둔 절차</a:t>
            </a:r>
          </a:p>
        </p:txBody>
      </p:sp>
      <p:sp>
        <p:nvSpPr>
          <p:cNvPr id="18" name="Legacy module connection">
            <a:extLst xmlns:a="http://schemas.openxmlformats.org/drawingml/2006/main">
              <a:ext uri="{FF2B5EF4-FFF2-40B4-BE49-F238E27FC236}">
                <a16:creationId xmlns:a16="http://schemas.microsoft.com/office/drawing/2014/main" id="{A7C6BBA6-4AC7-4CC1-BA3A-D49901B095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40192081"/>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208207EF-6042-4BF7-B00E-A71AFABE5CB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0">
            <a:extLst xmlns:a="http://schemas.openxmlformats.org/drawingml/2006/main">
              <a:ext uri="{FF2B5EF4-FFF2-40B4-BE49-F238E27FC236}">
                <a16:creationId xmlns:a16="http://schemas.microsoft.com/office/drawing/2014/main" id="{F95AA3EA-C2A9-42B4-8B0C-32B046C1731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Project는 바뀌고 Workflow는 남았다">
            <a:extLst xmlns:a="http://schemas.openxmlformats.org/drawingml/2006/main">
              <a:ext uri="{FF2B5EF4-FFF2-40B4-BE49-F238E27FC236}">
                <a16:creationId xmlns:a16="http://schemas.microsoft.com/office/drawing/2014/main" id="{09E945E2-FAC9-4EE5-91E3-C6B38BC835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54CADC17-27AC-494D-A00D-75EB18B53C1D}"/>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40610B98-A642-4F84-8CF0-E5C2C7805B7A}"/>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CA86F4B1-860F-49D2-BCA9-3ACACB0AD7BD}"/>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3F3CC5EE-C3EC-443A-B54B-853B2C3D93EF}"/>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A2FFB584-7DE8-4E05-BABF-AC6A817AA527}"/>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D2201280-69FC-4FFD-AABE-743B32640D0C}"/>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4149F298-216D-4FEF-87B7-C9D28CAB25E5}"/>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B05501D2-5710-4778-8962-D89407BBDA18}"/>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8E2D27BC-14CD-4407-A6B5-D9D50C373843}"/>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CDEF64B2-A865-4424-B669-F92491FECA89}"/>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FDD5E9C4-F753-4DE0-8B25-7561D737BAF1}"/>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DB6D353D-FF4A-4388-8826-83F96FAFBA51}"/>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01E733E5-CFFA-478C-B4CE-04DFFF94AB3E}"/>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0C2C6CD3-A724-4B58-8094-B09C20C21268}"/>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F2AD199B-F75F-4D0A-A818-26C71C5BC261}"/>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04CFE0C3-6294-4CB6-B75E-84B45252F1DE}"/>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CC9204C3-83D3-4374-9AFE-ED84FA08FCDB}"/>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FEFADB4D-E227-427B-B4E7-47264085A386}"/>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48FBDCB2-1912-423B-8387-08115DE43BD9}"/>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5567E330-3898-438F-8755-F765357EF312}"/>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703E52FC-5CB9-48B3-9C11-A920FBECF8DE}"/>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검토·갱신 담당은 이 차이를 언제 확인할까?">
            <a:extLst xmlns:a="http://schemas.openxmlformats.org/drawingml/2006/main">
              <a:ext uri="{FF2B5EF4-FFF2-40B4-BE49-F238E27FC236}">
                <a16:creationId xmlns:a16="http://schemas.microsoft.com/office/drawing/2014/main" id="{1B93DF26-61D0-4092-8660-0F1950EA30EB}"/>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검토·갱신 담당은 이 차이를 언제 확인할까?</a:t>
            </a:r>
          </a:p>
        </p:txBody>
      </p:sp>
      <p:sp>
        <p:nvSpPr>
          <p:cNvPr id="26" name="">
            <a:extLst xmlns:a="http://schemas.openxmlformats.org/drawingml/2006/main">
              <a:ext uri="{FF2B5EF4-FFF2-40B4-BE49-F238E27FC236}">
                <a16:creationId xmlns:a16="http://schemas.microsoft.com/office/drawing/2014/main" id="{681DC805-A3B6-49D7-BBEA-545301DB24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68F0BD21-A348-4F2C-8493-8D2ACC828D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C606AE08-8B52-4468-B340-1D32D5305F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69F49AE6-19E9-48D6-8FED-5840766944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11800101"/>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요청 보정과 지침 유지">
            <a:extLst xmlns:a="http://schemas.openxmlformats.org/drawingml/2006/main">
              <a:ext uri="{FF2B5EF4-FFF2-40B4-BE49-F238E27FC236}">
                <a16:creationId xmlns:a16="http://schemas.microsoft.com/office/drawing/2014/main" id="{24BCDC4B-83CA-496E-83D6-7F62540A80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요청 보정과 지침 유지</a:t>
            </a:r>
          </a:p>
        </p:txBody>
      </p:sp>
      <p:sp>
        <p:nvSpPr>
          <p:cNvPr id="2" name="S71">
            <a:extLst xmlns:a="http://schemas.openxmlformats.org/drawingml/2006/main">
              <a:ext uri="{FF2B5EF4-FFF2-40B4-BE49-F238E27FC236}">
                <a16:creationId xmlns:a16="http://schemas.microsoft.com/office/drawing/2014/main" id="{CA796B5E-0D2A-4E43-A09F-DA05F8F62F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이번 요청과 다음 작업의 지침">
            <a:extLst xmlns:a="http://schemas.openxmlformats.org/drawingml/2006/main">
              <a:ext uri="{FF2B5EF4-FFF2-40B4-BE49-F238E27FC236}">
                <a16:creationId xmlns:a16="http://schemas.microsoft.com/office/drawing/2014/main" id="{78946CBE-A207-4536-8D23-F26D3022BB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요청과 다음 작업의 지침</a:t>
            </a:r>
          </a:p>
        </p:txBody>
      </p:sp>
      <p:sp>
        <p:nvSpPr>
          <p:cNvPr id="4" name="">
            <a:extLst xmlns:a="http://schemas.openxmlformats.org/drawingml/2006/main">
              <a:ext uri="{FF2B5EF4-FFF2-40B4-BE49-F238E27FC236}">
                <a16:creationId xmlns:a16="http://schemas.microsoft.com/office/drawing/2014/main" id="{52278348-BCAA-46D8-AEAA-8251C331D18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을 보정하는 경우와 남아 있는 재사용 지침">
            <a:extLst xmlns:a="http://schemas.openxmlformats.org/drawingml/2006/main">
              <a:ext uri="{FF2B5EF4-FFF2-40B4-BE49-F238E27FC236}">
                <a16:creationId xmlns:a16="http://schemas.microsoft.com/office/drawing/2014/main" id="{FC62CA3B-AC30-46BF-B98B-D6C476B6E8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요청을 보정하는 경우와 남아 있는 재사용 지침</a:t>
            </a:r>
          </a:p>
        </p:txBody>
      </p:sp>
      <p:sp>
        <p:nvSpPr>
          <p:cNvPr id="6" name="가능한 대응의 비교 · 실제 실행·복구 성공·검증 누락을 관찰한 결과 아님">
            <a:extLst xmlns:a="http://schemas.openxmlformats.org/drawingml/2006/main">
              <a:ext uri="{FF2B5EF4-FFF2-40B4-BE49-F238E27FC236}">
                <a16:creationId xmlns:a16="http://schemas.microsoft.com/office/drawing/2014/main" id="{DDA7F388-7B80-4770-A719-B6B740B0D16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대응의 비교 · 실제 실행·복구 성공·검증 누락을 관찰한 결과 아님</a:t>
            </a:r>
          </a:p>
        </p:txBody>
      </p:sp>
      <p:sp>
        <p:nvSpPr>
          <p:cNvPr id="7" name="이번 요청에 통합 테스트를 더한다면?">
            <a:extLst xmlns:a="http://schemas.openxmlformats.org/drawingml/2006/main">
              <a:ext uri="{FF2B5EF4-FFF2-40B4-BE49-F238E27FC236}">
                <a16:creationId xmlns:a16="http://schemas.microsoft.com/office/drawing/2014/main" id="{2F0C3DA6-E108-4DFE-B5C1-E7D9E661DB13}"/>
              </a:ext>
            </a:extLst>
          </p:cNvPr>
          <p:cNvSpPr>
            <a:spLocks xmlns:a="http://schemas.openxmlformats.org/drawingml/2006/main" noGrp="1"/>
          </p:cNvSpPr>
          <p:nvPr/>
        </p:nvSpPr>
        <p:spPr>
          <a:xfrm xmlns:a="http://schemas.openxmlformats.org/drawingml/2006/main">
            <a:off x="609600" y="1809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이번 요청에 통합 테스트를 더한다면?</a:t>
            </a:r>
          </a:p>
        </p:txBody>
      </p:sp>
      <p:sp>
        <p:nvSpPr>
          <p:cNvPr id="8" name="이번 요청">
            <a:extLst xmlns:a="http://schemas.openxmlformats.org/drawingml/2006/main">
              <a:ext uri="{FF2B5EF4-FFF2-40B4-BE49-F238E27FC236}">
                <a16:creationId xmlns:a16="http://schemas.microsoft.com/office/drawing/2014/main" id="{535823F4-CE8E-459E-881D-4A9ED70153C5}"/>
              </a:ext>
            </a:extLst>
          </p:cNvPr>
          <p:cNvSpPr>
            <a:spLocks xmlns:a="http://schemas.openxmlformats.org/drawingml/2006/main" noGrp="1"/>
          </p:cNvSpPr>
          <p:nvPr/>
        </p:nvSpPr>
        <p:spPr>
          <a:xfrm xmlns:a="http://schemas.openxmlformats.org/drawingml/2006/main">
            <a:off x="609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요청</a:t>
            </a:r>
          </a:p>
        </p:txBody>
      </p:sp>
      <p:sp>
        <p:nvSpPr>
          <p:cNvPr id="9" name="">
            <a:extLst xmlns:a="http://schemas.openxmlformats.org/drawingml/2006/main">
              <a:ext uri="{FF2B5EF4-FFF2-40B4-BE49-F238E27FC236}">
                <a16:creationId xmlns:a16="http://schemas.microsoft.com/office/drawing/2014/main" id="{C1E78045-7FA1-4932-8586-616784CB07F5}"/>
              </a:ext>
            </a:extLst>
          </p:cNvPr>
          <p:cNvSpPr>
            <a:spLocks xmlns:a="http://schemas.openxmlformats.org/drawingml/2006/main" noGrp="1"/>
          </p:cNvSpPr>
          <p:nvPr/>
        </p:nvSpPr>
        <p:spPr>
          <a:xfrm xmlns:a="http://schemas.openxmlformats.org/drawingml/2006/main">
            <a:off x="609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통합 테스트도 확인해 줘.">
            <a:extLst xmlns:a="http://schemas.openxmlformats.org/drawingml/2006/main">
              <a:ext uri="{FF2B5EF4-FFF2-40B4-BE49-F238E27FC236}">
                <a16:creationId xmlns:a16="http://schemas.microsoft.com/office/drawing/2014/main" id="{0CC9AC2E-9E89-4A0E-907D-24348C450C22}"/>
              </a:ext>
            </a:extLst>
          </p:cNvPr>
          <p:cNvSpPr>
            <a:spLocks xmlns:a="http://schemas.openxmlformats.org/drawingml/2006/main" noGrp="1"/>
          </p:cNvSpPr>
          <p:nvPr/>
        </p:nvSpPr>
        <p:spPr>
          <a:xfrm xmlns:a="http://schemas.openxmlformats.org/drawingml/2006/main">
            <a:off x="819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통합 테스트도 확인해 줘.</a:t>
            </a:r>
          </a:p>
        </p:txBody>
      </p:sp>
      <p:sp>
        <p:nvSpPr>
          <p:cNvPr id="11" name="이번 Task의 범위를 보정">
            <a:extLst xmlns:a="http://schemas.openxmlformats.org/drawingml/2006/main">
              <a:ext uri="{FF2B5EF4-FFF2-40B4-BE49-F238E27FC236}">
                <a16:creationId xmlns:a16="http://schemas.microsoft.com/office/drawing/2014/main" id="{FBDFF11B-3D51-46A2-BB24-2D19AE8A7FD6}"/>
              </a:ext>
            </a:extLst>
          </p:cNvPr>
          <p:cNvSpPr>
            <a:spLocks xmlns:a="http://schemas.openxmlformats.org/drawingml/2006/main" noGrp="1"/>
          </p:cNvSpPr>
          <p:nvPr/>
        </p:nvSpPr>
        <p:spPr>
          <a:xfrm xmlns:a="http://schemas.openxmlformats.org/drawingml/2006/main">
            <a:off x="609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이번 Task의 범위를 보정</a:t>
            </a:r>
          </a:p>
        </p:txBody>
      </p:sp>
      <p:sp>
        <p:nvSpPr>
          <p:cNvPr id="12" name="다음 작업의 Workflow">
            <a:extLst xmlns:a="http://schemas.openxmlformats.org/drawingml/2006/main">
              <a:ext uri="{FF2B5EF4-FFF2-40B4-BE49-F238E27FC236}">
                <a16:creationId xmlns:a16="http://schemas.microsoft.com/office/drawing/2014/main" id="{B83D6C3D-6683-4DE4-A382-8DF8B29DB12A}"/>
              </a:ext>
            </a:extLst>
          </p:cNvPr>
          <p:cNvSpPr>
            <a:spLocks xmlns:a="http://schemas.openxmlformats.org/drawingml/2006/main" noGrp="1"/>
          </p:cNvSpPr>
          <p:nvPr/>
        </p:nvSpPr>
        <p:spPr>
          <a:xfrm xmlns:a="http://schemas.openxmlformats.org/drawingml/2006/main">
            <a:off x="6705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작업의 Workflow</a:t>
            </a:r>
          </a:p>
        </p:txBody>
      </p:sp>
      <p:sp>
        <p:nvSpPr>
          <p:cNvPr id="13" name="">
            <a:extLst xmlns:a="http://schemas.openxmlformats.org/drawingml/2006/main">
              <a:ext uri="{FF2B5EF4-FFF2-40B4-BE49-F238E27FC236}">
                <a16:creationId xmlns:a16="http://schemas.microsoft.com/office/drawing/2014/main" id="{150F08F9-B1E2-4D88-B9C8-9D0A28EC8896}"/>
              </a:ext>
            </a:extLst>
          </p:cNvPr>
          <p:cNvSpPr>
            <a:spLocks xmlns:a="http://schemas.openxmlformats.org/drawingml/2006/main" noGrp="1"/>
          </p:cNvSpPr>
          <p:nvPr/>
        </p:nvSpPr>
        <p:spPr>
          <a:xfrm xmlns:a="http://schemas.openxmlformats.org/drawingml/2006/main">
            <a:off x="6705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4" name="여전히 단위 테스트만 지시">
            <a:extLst xmlns:a="http://schemas.openxmlformats.org/drawingml/2006/main">
              <a:ext uri="{FF2B5EF4-FFF2-40B4-BE49-F238E27FC236}">
                <a16:creationId xmlns:a16="http://schemas.microsoft.com/office/drawing/2014/main" id="{EC81BCCB-2D97-41D1-8F92-BA22F5A70145}"/>
              </a:ext>
            </a:extLst>
          </p:cNvPr>
          <p:cNvSpPr>
            <a:spLocks xmlns:a="http://schemas.openxmlformats.org/drawingml/2006/main" noGrp="1"/>
          </p:cNvSpPr>
          <p:nvPr/>
        </p:nvSpPr>
        <p:spPr>
          <a:xfrm xmlns:a="http://schemas.openxmlformats.org/drawingml/2006/main">
            <a:off x="6915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여전히 단위 테스트만 지시</a:t>
            </a:r>
          </a:p>
        </p:txBody>
      </p:sp>
      <p:sp>
        <p:nvSpPr>
          <p:cNvPr id="15" name="재사용 지침은 별도 검토 필요">
            <a:extLst xmlns:a="http://schemas.openxmlformats.org/drawingml/2006/main">
              <a:ext uri="{FF2B5EF4-FFF2-40B4-BE49-F238E27FC236}">
                <a16:creationId xmlns:a16="http://schemas.microsoft.com/office/drawing/2014/main" id="{3BE862E7-31D4-4B26-88B1-3E7D3C0DA1EF}"/>
              </a:ext>
            </a:extLst>
          </p:cNvPr>
          <p:cNvSpPr>
            <a:spLocks xmlns:a="http://schemas.openxmlformats.org/drawingml/2006/main" noGrp="1"/>
          </p:cNvSpPr>
          <p:nvPr/>
        </p:nvSpPr>
        <p:spPr>
          <a:xfrm xmlns:a="http://schemas.openxmlformats.org/drawingml/2006/main">
            <a:off x="6705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재사용 지침은 별도 검토 필요</a:t>
            </a:r>
          </a:p>
        </p:txBody>
      </p:sp>
      <p:sp>
        <p:nvSpPr>
          <p:cNvPr id="16" name="원인을 확인한 뒤, 다음 작업이 읽을 출처를 검토한다">
            <a:extLst xmlns:a="http://schemas.openxmlformats.org/drawingml/2006/main">
              <a:ext uri="{FF2B5EF4-FFF2-40B4-BE49-F238E27FC236}">
                <a16:creationId xmlns:a16="http://schemas.microsoft.com/office/drawing/2014/main" id="{6C0AEA29-E81B-4F17-B221-F3D73807FD3D}"/>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원인을 확인한 뒤, 다음 작업이 읽을 출처를 검토한다</a:t>
            </a:r>
          </a:p>
        </p:txBody>
      </p:sp>
      <p:sp>
        <p:nvSpPr>
          <p:cNvPr id="17" name="Legacy module connection">
            <a:extLst xmlns:a="http://schemas.openxmlformats.org/drawingml/2006/main">
              <a:ext uri="{FF2B5EF4-FFF2-40B4-BE49-F238E27FC236}">
                <a16:creationId xmlns:a16="http://schemas.microsoft.com/office/drawing/2014/main" id="{B9F78EFA-B9E4-43D2-A302-D550AB46E4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602941418"/>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조사할 대상과 근거">
            <a:extLst xmlns:a="http://schemas.openxmlformats.org/drawingml/2006/main">
              <a:ext uri="{FF2B5EF4-FFF2-40B4-BE49-F238E27FC236}">
                <a16:creationId xmlns:a16="http://schemas.microsoft.com/office/drawing/2014/main" id="{9F59F75C-BBC8-4672-90B4-5571A4DAC6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조사할 대상과 근거</a:t>
            </a:r>
          </a:p>
        </p:txBody>
      </p:sp>
      <p:sp>
        <p:nvSpPr>
          <p:cNvPr id="2" name="S72">
            <a:extLst xmlns:a="http://schemas.openxmlformats.org/drawingml/2006/main">
              <a:ext uri="{FF2B5EF4-FFF2-40B4-BE49-F238E27FC236}">
                <a16:creationId xmlns:a16="http://schemas.microsoft.com/office/drawing/2014/main" id="{DA4498A0-8324-4531-986E-CD46818505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원인을 고르기 전에 확인할 기록">
            <a:extLst xmlns:a="http://schemas.openxmlformats.org/drawingml/2006/main">
              <a:ext uri="{FF2B5EF4-FFF2-40B4-BE49-F238E27FC236}">
                <a16:creationId xmlns:a16="http://schemas.microsoft.com/office/drawing/2014/main" id="{1E5C7D4A-FE62-431D-9396-8F5EF57D31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원인을 고르기 전에 확인할 기록</a:t>
            </a:r>
          </a:p>
        </p:txBody>
      </p:sp>
      <p:sp>
        <p:nvSpPr>
          <p:cNvPr id="4" name="">
            <a:extLst xmlns:a="http://schemas.openxmlformats.org/drawingml/2006/main">
              <a:ext uri="{FF2B5EF4-FFF2-40B4-BE49-F238E27FC236}">
                <a16:creationId xmlns:a16="http://schemas.microsoft.com/office/drawing/2014/main" id="{152535DC-7CF0-422D-9B0B-C942EBAE3E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실제 문제라면 확인할 기록을 설계한 교육용 도식">
            <a:extLst xmlns:a="http://schemas.openxmlformats.org/drawingml/2006/main">
              <a:ext uri="{FF2B5EF4-FFF2-40B4-BE49-F238E27FC236}">
                <a16:creationId xmlns:a16="http://schemas.microsoft.com/office/drawing/2014/main" id="{F293B8A4-65F6-45FF-93D7-E14C516A3F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실제 문제라면 확인할 기록을 설계한 교육용 도식</a:t>
            </a:r>
          </a:p>
        </p:txBody>
      </p:sp>
      <p:sp>
        <p:nvSpPr>
          <p:cNvPr id="6" name="아래는 확인 대상 · 실행 기록·실패 결과를 만든 것이 아니며 한 원인을 미리 확정하지 않음">
            <a:extLst xmlns:a="http://schemas.openxmlformats.org/drawingml/2006/main">
              <a:ext uri="{FF2B5EF4-FFF2-40B4-BE49-F238E27FC236}">
                <a16:creationId xmlns:a16="http://schemas.microsoft.com/office/drawing/2014/main" id="{63F13B18-F3DB-485B-B397-349FB529FC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확인 대상 · 실행 기록·실패 결과를 만든 것이 아니며 한 원인을 미리 확정하지 않음</a:t>
            </a:r>
          </a:p>
        </p:txBody>
      </p:sp>
      <p:sp>
        <p:nvSpPr>
          <p:cNvPr id="7" name="검증이 충분한지&#10;무엇으로 판단할까?">
            <a:extLst xmlns:a="http://schemas.openxmlformats.org/drawingml/2006/main">
              <a:ext uri="{FF2B5EF4-FFF2-40B4-BE49-F238E27FC236}">
                <a16:creationId xmlns:a16="http://schemas.microsoft.com/office/drawing/2014/main" id="{78B4EF1D-2EFA-4191-BE50-607AC95943D0}"/>
              </a:ext>
            </a:extLst>
          </p:cNvPr>
          <p:cNvSpPr>
            <a:spLocks xmlns:a="http://schemas.openxmlformats.org/drawingml/2006/main" noGrp="1"/>
          </p:cNvSpPr>
          <p:nvPr/>
        </p:nvSpPr>
        <p:spPr>
          <a:xfrm xmlns:a="http://schemas.openxmlformats.org/drawingml/2006/main">
            <a:off x="609600" y="2533650"/>
            <a:ext cx="3905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검증이 충분한지</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판단할까?</a:t>
            </a:r>
          </a:p>
        </p:txBody>
      </p:sp>
      <p:sp>
        <p:nvSpPr>
          <p:cNvPr id="8" name="증상에서 곧바로&#10;수정 대상으로 가지 않는다">
            <a:extLst xmlns:a="http://schemas.openxmlformats.org/drawingml/2006/main">
              <a:ext uri="{FF2B5EF4-FFF2-40B4-BE49-F238E27FC236}">
                <a16:creationId xmlns:a16="http://schemas.microsoft.com/office/drawing/2014/main" id="{9D16C6DF-97FF-444E-AE12-7F37026F60FB}"/>
              </a:ext>
            </a:extLst>
          </p:cNvPr>
          <p:cNvSpPr>
            <a:spLocks xmlns:a="http://schemas.openxmlformats.org/drawingml/2006/main" noGrp="1"/>
          </p:cNvSpPr>
          <p:nvPr/>
        </p:nvSpPr>
        <p:spPr>
          <a:xfrm xmlns:a="http://schemas.openxmlformats.org/drawingml/2006/main">
            <a:off x="609600" y="4019550"/>
            <a:ext cx="3905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증상에서 곧바로</a:t>
            </a:r>
          </a:p>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수정 대상으로 가지 않는다</a:t>
            </a:r>
          </a:p>
        </p:txBody>
      </p:sp>
      <p:sp>
        <p:nvSpPr>
          <p:cNvPr id="9" name="">
            <a:extLst xmlns:a="http://schemas.openxmlformats.org/drawingml/2006/main">
              <a:ext uri="{FF2B5EF4-FFF2-40B4-BE49-F238E27FC236}">
                <a16:creationId xmlns:a16="http://schemas.microsoft.com/office/drawing/2014/main" id="{7897E752-6979-40E3-BE9C-5532C303A378}"/>
              </a:ext>
            </a:extLst>
          </p:cNvPr>
          <p:cNvSpPr>
            <a:spLocks xmlns:a="http://schemas.openxmlformats.org/drawingml/2006/main" noGrp="1"/>
          </p:cNvSpPr>
          <p:nvPr/>
        </p:nvSpPr>
        <p:spPr>
          <a:xfrm xmlns:a="http://schemas.openxmlformats.org/drawingml/2006/main">
            <a:off x="5143500" y="2238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프로젝트 기준">
            <a:extLst xmlns:a="http://schemas.openxmlformats.org/drawingml/2006/main">
              <a:ext uri="{FF2B5EF4-FFF2-40B4-BE49-F238E27FC236}">
                <a16:creationId xmlns:a16="http://schemas.microsoft.com/office/drawing/2014/main" id="{CDFB331E-C283-4455-BB07-1A9B61C74938}"/>
              </a:ext>
            </a:extLst>
          </p:cNvPr>
          <p:cNvSpPr>
            <a:spLocks xmlns:a="http://schemas.openxmlformats.org/drawingml/2006/main" noGrp="1"/>
          </p:cNvSpPr>
          <p:nvPr/>
        </p:nvSpPr>
        <p:spPr>
          <a:xfrm xmlns:a="http://schemas.openxmlformats.org/drawingml/2006/main">
            <a:off x="5143500" y="2352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프로젝트 기준</a:t>
            </a:r>
          </a:p>
        </p:txBody>
      </p:sp>
      <p:sp>
        <p:nvSpPr>
          <p:cNvPr id="11" name="현재 문서·명세">
            <a:extLst xmlns:a="http://schemas.openxmlformats.org/drawingml/2006/main">
              <a:ext uri="{FF2B5EF4-FFF2-40B4-BE49-F238E27FC236}">
                <a16:creationId xmlns:a16="http://schemas.microsoft.com/office/drawing/2014/main" id="{6A30B9C8-DA80-4C1A-94E6-41E371B73A9A}"/>
              </a:ext>
            </a:extLst>
          </p:cNvPr>
          <p:cNvSpPr>
            <a:spLocks xmlns:a="http://schemas.openxmlformats.org/drawingml/2006/main" noGrp="1"/>
          </p:cNvSpPr>
          <p:nvPr/>
        </p:nvSpPr>
        <p:spPr>
          <a:xfrm xmlns:a="http://schemas.openxmlformats.org/drawingml/2006/main">
            <a:off x="7524750" y="2352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문서·명세</a:t>
            </a:r>
          </a:p>
        </p:txBody>
      </p:sp>
      <p:sp>
        <p:nvSpPr>
          <p:cNvPr id="12" name="">
            <a:extLst xmlns:a="http://schemas.openxmlformats.org/drawingml/2006/main">
              <a:ext uri="{FF2B5EF4-FFF2-40B4-BE49-F238E27FC236}">
                <a16:creationId xmlns:a16="http://schemas.microsoft.com/office/drawing/2014/main" id="{6965644B-0EA4-4613-B1B8-02617A62BFF4}"/>
              </a:ext>
            </a:extLst>
          </p:cNvPr>
          <p:cNvSpPr>
            <a:spLocks xmlns:a="http://schemas.openxmlformats.org/drawingml/2006/main" noGrp="1"/>
          </p:cNvSpPr>
          <p:nvPr/>
        </p:nvSpPr>
        <p:spPr>
          <a:xfrm xmlns:a="http://schemas.openxmlformats.org/drawingml/2006/main">
            <a:off x="5143500" y="3000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재사용 절차">
            <a:extLst xmlns:a="http://schemas.openxmlformats.org/drawingml/2006/main">
              <a:ext uri="{FF2B5EF4-FFF2-40B4-BE49-F238E27FC236}">
                <a16:creationId xmlns:a16="http://schemas.microsoft.com/office/drawing/2014/main" id="{2E11D268-BC18-48BC-A40F-AFA8327086CD}"/>
              </a:ext>
            </a:extLst>
          </p:cNvPr>
          <p:cNvSpPr>
            <a:spLocks xmlns:a="http://schemas.openxmlformats.org/drawingml/2006/main" noGrp="1"/>
          </p:cNvSpPr>
          <p:nvPr/>
        </p:nvSpPr>
        <p:spPr>
          <a:xfrm xmlns:a="http://schemas.openxmlformats.org/drawingml/2006/main">
            <a:off x="5143500" y="3114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재사용 절차</a:t>
            </a:r>
          </a:p>
        </p:txBody>
      </p:sp>
      <p:sp>
        <p:nvSpPr>
          <p:cNvPr id="14" name="실제로 읽은 지침">
            <a:extLst xmlns:a="http://schemas.openxmlformats.org/drawingml/2006/main">
              <a:ext uri="{FF2B5EF4-FFF2-40B4-BE49-F238E27FC236}">
                <a16:creationId xmlns:a16="http://schemas.microsoft.com/office/drawing/2014/main" id="{8D08722E-4822-4B47-B384-3F1874B1A98C}"/>
              </a:ext>
            </a:extLst>
          </p:cNvPr>
          <p:cNvSpPr>
            <a:spLocks xmlns:a="http://schemas.openxmlformats.org/drawingml/2006/main" noGrp="1"/>
          </p:cNvSpPr>
          <p:nvPr/>
        </p:nvSpPr>
        <p:spPr>
          <a:xfrm xmlns:a="http://schemas.openxmlformats.org/drawingml/2006/main">
            <a:off x="7524750" y="3114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실제로 읽은 지침</a:t>
            </a:r>
          </a:p>
        </p:txBody>
      </p:sp>
      <p:sp>
        <p:nvSpPr>
          <p:cNvPr id="15" name="">
            <a:extLst xmlns:a="http://schemas.openxmlformats.org/drawingml/2006/main">
              <a:ext uri="{FF2B5EF4-FFF2-40B4-BE49-F238E27FC236}">
                <a16:creationId xmlns:a16="http://schemas.microsoft.com/office/drawing/2014/main" id="{8928088F-CFB2-4690-8FE7-5DF047363DA7}"/>
              </a:ext>
            </a:extLst>
          </p:cNvPr>
          <p:cNvSpPr>
            <a:spLocks xmlns:a="http://schemas.openxmlformats.org/drawingml/2006/main" noGrp="1"/>
          </p:cNvSpPr>
          <p:nvPr/>
        </p:nvSpPr>
        <p:spPr>
          <a:xfrm xmlns:a="http://schemas.openxmlformats.org/drawingml/2006/main">
            <a:off x="5143500" y="3762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22727E10-A564-4E91-AA96-CF800BABB8EE}"/>
              </a:ext>
            </a:extLst>
          </p:cNvPr>
          <p:cNvSpPr>
            <a:spLocks xmlns:a="http://schemas.openxmlformats.org/drawingml/2006/main" noGrp="1"/>
          </p:cNvSpPr>
          <p:nvPr/>
        </p:nvSpPr>
        <p:spPr>
          <a:xfrm xmlns:a="http://schemas.openxmlformats.org/drawingml/2006/main">
            <a:off x="5143500" y="3876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명령·허용 범위·실행 조건">
            <a:extLst xmlns:a="http://schemas.openxmlformats.org/drawingml/2006/main">
              <a:ext uri="{FF2B5EF4-FFF2-40B4-BE49-F238E27FC236}">
                <a16:creationId xmlns:a16="http://schemas.microsoft.com/office/drawing/2014/main" id="{31B0DC13-B899-457D-BBF5-E0CA7C3AC68A}"/>
              </a:ext>
            </a:extLst>
          </p:cNvPr>
          <p:cNvSpPr>
            <a:spLocks xmlns:a="http://schemas.openxmlformats.org/drawingml/2006/main" noGrp="1"/>
          </p:cNvSpPr>
          <p:nvPr/>
        </p:nvSpPr>
        <p:spPr>
          <a:xfrm xmlns:a="http://schemas.openxmlformats.org/drawingml/2006/main">
            <a:off x="7524750" y="3876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명령·허용 범위·실행 조건</a:t>
            </a:r>
          </a:p>
        </p:txBody>
      </p:sp>
      <p:sp>
        <p:nvSpPr>
          <p:cNvPr id="18" name="">
            <a:extLst xmlns:a="http://schemas.openxmlformats.org/drawingml/2006/main">
              <a:ext uri="{FF2B5EF4-FFF2-40B4-BE49-F238E27FC236}">
                <a16:creationId xmlns:a16="http://schemas.microsoft.com/office/drawing/2014/main" id="{F2D25F8C-7801-413D-B6CD-0643B7EBB5A7}"/>
              </a:ext>
            </a:extLst>
          </p:cNvPr>
          <p:cNvSpPr>
            <a:spLocks xmlns:a="http://schemas.openxmlformats.org/drawingml/2006/main" noGrp="1"/>
          </p:cNvSpPr>
          <p:nvPr/>
        </p:nvSpPr>
        <p:spPr>
          <a:xfrm xmlns:a="http://schemas.openxmlformats.org/drawingml/2006/main">
            <a:off x="5143500" y="4524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6639DB66-A130-4056-81B4-DE336C6564DB}"/>
              </a:ext>
            </a:extLst>
          </p:cNvPr>
          <p:cNvSpPr>
            <a:spLocks xmlns:a="http://schemas.openxmlformats.org/drawingml/2006/main" noGrp="1"/>
          </p:cNvSpPr>
          <p:nvPr/>
        </p:nvSpPr>
        <p:spPr>
          <a:xfrm xmlns:a="http://schemas.openxmlformats.org/drawingml/2006/main">
            <a:off x="5143500" y="4638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변경 내용·검사 결과">
            <a:extLst xmlns:a="http://schemas.openxmlformats.org/drawingml/2006/main">
              <a:ext uri="{FF2B5EF4-FFF2-40B4-BE49-F238E27FC236}">
                <a16:creationId xmlns:a16="http://schemas.microsoft.com/office/drawing/2014/main" id="{56A29CBD-4D33-4C0F-A95B-258E574F9C97}"/>
              </a:ext>
            </a:extLst>
          </p:cNvPr>
          <p:cNvSpPr>
            <a:spLocks xmlns:a="http://schemas.openxmlformats.org/drawingml/2006/main" noGrp="1"/>
          </p:cNvSpPr>
          <p:nvPr/>
        </p:nvSpPr>
        <p:spPr>
          <a:xfrm xmlns:a="http://schemas.openxmlformats.org/drawingml/2006/main">
            <a:off x="7524750" y="4638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변경 내용·검사 결과</a:t>
            </a:r>
          </a:p>
        </p:txBody>
      </p:sp>
      <p:sp>
        <p:nvSpPr>
          <p:cNvPr id="21" name="실제 실행 경로와 현재 기준을 먼저 대조한다">
            <a:extLst xmlns:a="http://schemas.openxmlformats.org/drawingml/2006/main">
              <a:ext uri="{FF2B5EF4-FFF2-40B4-BE49-F238E27FC236}">
                <a16:creationId xmlns:a16="http://schemas.microsoft.com/office/drawing/2014/main" id="{4FB1D8E7-774B-4ADA-8C09-86F60407574D}"/>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실제 실행 경로와 현재 기준을 먼저 대조한다</a:t>
            </a:r>
          </a:p>
        </p:txBody>
      </p:sp>
      <p:sp>
        <p:nvSpPr>
          <p:cNvPr id="22" name="Legacy module connection">
            <a:extLst xmlns:a="http://schemas.openxmlformats.org/drawingml/2006/main">
              <a:ext uri="{FF2B5EF4-FFF2-40B4-BE49-F238E27FC236}">
                <a16:creationId xmlns:a16="http://schemas.microsoft.com/office/drawing/2014/main" id="{A49E9785-82EF-42E0-80FE-0B72FAB026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32840181"/>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사실과 원인 판단의 구분">
            <a:extLst xmlns:a="http://schemas.openxmlformats.org/drawingml/2006/main">
              <a:ext uri="{FF2B5EF4-FFF2-40B4-BE49-F238E27FC236}">
                <a16:creationId xmlns:a16="http://schemas.microsoft.com/office/drawing/2014/main" id="{89BEA113-34D2-492C-BD36-A92890A1E4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사실과 원인 판단의 구분</a:t>
            </a:r>
          </a:p>
        </p:txBody>
      </p:sp>
      <p:sp>
        <p:nvSpPr>
          <p:cNvPr id="2" name="S73">
            <a:extLst xmlns:a="http://schemas.openxmlformats.org/drawingml/2006/main">
              <a:ext uri="{FF2B5EF4-FFF2-40B4-BE49-F238E27FC236}">
                <a16:creationId xmlns:a16="http://schemas.microsoft.com/office/drawing/2014/main" id="{FCA15322-FD74-4A36-A132-9D9122B380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주어진 정보와 원인 가설을 나눈다">
            <a:extLst xmlns:a="http://schemas.openxmlformats.org/drawingml/2006/main">
              <a:ext uri="{FF2B5EF4-FFF2-40B4-BE49-F238E27FC236}">
                <a16:creationId xmlns:a16="http://schemas.microsoft.com/office/drawing/2014/main" id="{459D6CE2-B136-4069-A6CD-2AC8104BD7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주어진 정보와 원인 가설을 나눈다</a:t>
            </a:r>
          </a:p>
        </p:txBody>
      </p:sp>
      <p:sp>
        <p:nvSpPr>
          <p:cNvPr id="4" name="">
            <a:extLst xmlns:a="http://schemas.openxmlformats.org/drawingml/2006/main">
              <a:ext uri="{FF2B5EF4-FFF2-40B4-BE49-F238E27FC236}">
                <a16:creationId xmlns:a16="http://schemas.microsoft.com/office/drawing/2014/main" id="{92E9172A-F5EE-49C3-A138-1D418A90A2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구성된 사례의 전제와 확인할 가설">
            <a:extLst xmlns:a="http://schemas.openxmlformats.org/drawingml/2006/main">
              <a:ext uri="{FF2B5EF4-FFF2-40B4-BE49-F238E27FC236}">
                <a16:creationId xmlns:a16="http://schemas.microsoft.com/office/drawing/2014/main" id="{6773194D-8ED2-4DA1-BC19-46C932110F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구성된 사례의 전제와 확인할 가설</a:t>
            </a:r>
          </a:p>
        </p:txBody>
      </p:sp>
      <p:sp>
        <p:nvSpPr>
          <p:cNvPr id="6" name="가상 설정은 실제 Trial 관찰이 아님 · 실제 실행 경로와 참조 지침을 확인한 결과도 없음">
            <a:extLst xmlns:a="http://schemas.openxmlformats.org/drawingml/2006/main">
              <a:ext uri="{FF2B5EF4-FFF2-40B4-BE49-F238E27FC236}">
                <a16:creationId xmlns:a16="http://schemas.microsoft.com/office/drawing/2014/main" id="{3134BDFD-3896-4434-A217-ED5233B07A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설정은 실제 Trial 관찰이 아님 · 실제 실행 경로와 참조 지침을 확인한 결과도 없음</a:t>
            </a:r>
          </a:p>
        </p:txBody>
      </p:sp>
      <p:sp>
        <p:nvSpPr>
          <p:cNvPr id="7" name="가상 사례에 주어진 정보">
            <a:extLst xmlns:a="http://schemas.openxmlformats.org/drawingml/2006/main">
              <a:ext uri="{FF2B5EF4-FFF2-40B4-BE49-F238E27FC236}">
                <a16:creationId xmlns:a16="http://schemas.microsoft.com/office/drawing/2014/main" id="{4BA82323-A45A-4FDE-BC1A-C630468A73E5}"/>
              </a:ext>
            </a:extLst>
          </p:cNvPr>
          <p:cNvSpPr>
            <a:spLocks xmlns:a="http://schemas.openxmlformats.org/drawingml/2006/main" noGrp="1"/>
          </p:cNvSpPr>
          <p:nvPr/>
        </p:nvSpPr>
        <p:spPr>
          <a:xfrm xmlns:a="http://schemas.openxmlformats.org/drawingml/2006/main">
            <a:off x="609600" y="23431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가상 사례에 주어진 정보</a:t>
            </a:r>
          </a:p>
        </p:txBody>
      </p:sp>
      <p:sp>
        <p:nvSpPr>
          <p:cNvPr id="8" name="추가로 확인할 원인 가설">
            <a:extLst xmlns:a="http://schemas.openxmlformats.org/drawingml/2006/main">
              <a:ext uri="{FF2B5EF4-FFF2-40B4-BE49-F238E27FC236}">
                <a16:creationId xmlns:a16="http://schemas.microsoft.com/office/drawing/2014/main" id="{CC145F72-E3F4-4016-82F8-B7CB583D6C06}"/>
              </a:ext>
            </a:extLst>
          </p:cNvPr>
          <p:cNvSpPr>
            <a:spLocks xmlns:a="http://schemas.openxmlformats.org/drawingml/2006/main" noGrp="1"/>
          </p:cNvSpPr>
          <p:nvPr/>
        </p:nvSpPr>
        <p:spPr>
          <a:xfrm xmlns:a="http://schemas.openxmlformats.org/drawingml/2006/main">
            <a:off x="6896100" y="234315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추가로 확인할 원인 가설</a:t>
            </a:r>
          </a:p>
        </p:txBody>
      </p:sp>
      <p:sp>
        <p:nvSpPr>
          <p:cNvPr id="9" name="">
            <a:extLst xmlns:a="http://schemas.openxmlformats.org/drawingml/2006/main">
              <a:ext uri="{FF2B5EF4-FFF2-40B4-BE49-F238E27FC236}">
                <a16:creationId xmlns:a16="http://schemas.microsoft.com/office/drawing/2014/main" id="{D9EC2F19-14A7-487E-8B42-D79E5213AFC1}"/>
              </a:ext>
            </a:extLst>
          </p:cNvPr>
          <p:cNvSpPr>
            <a:spLocks xmlns:a="http://schemas.openxmlformats.org/drawingml/2006/main" noGrp="1"/>
          </p:cNvSpPr>
          <p:nvPr/>
        </p:nvSpPr>
        <p:spPr>
          <a:xfrm xmlns:a="http://schemas.openxmlformats.org/drawingml/2006/main">
            <a:off x="609600" y="29527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1EBB4C6-2BB2-45B0-A80B-15537E36E2BF}"/>
              </a:ext>
            </a:extLst>
          </p:cNvPr>
          <p:cNvSpPr>
            <a:spLocks xmlns:a="http://schemas.openxmlformats.org/drawingml/2006/main" noGrp="1"/>
          </p:cNvSpPr>
          <p:nvPr/>
        </p:nvSpPr>
        <p:spPr>
          <a:xfrm xmlns:a="http://schemas.openxmlformats.org/drawingml/2006/main">
            <a:off x="6896100" y="2952750"/>
            <a:ext cx="46863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BCEC3AF0-3018-413B-AEF9-FD6A577347DB}"/>
              </a:ext>
            </a:extLst>
          </p:cNvPr>
          <p:cNvSpPr>
            <a:spLocks xmlns:a="http://schemas.openxmlformats.org/drawingml/2006/main" noGrp="1"/>
          </p:cNvSpPr>
          <p:nvPr/>
        </p:nvSpPr>
        <p:spPr>
          <a:xfrm xmlns:a="http://schemas.openxmlformats.org/drawingml/2006/main">
            <a:off x="6096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지침이&#10;원인일 수 있다">
            <a:extLst xmlns:a="http://schemas.openxmlformats.org/drawingml/2006/main">
              <a:ext uri="{FF2B5EF4-FFF2-40B4-BE49-F238E27FC236}">
                <a16:creationId xmlns:a16="http://schemas.microsoft.com/office/drawing/2014/main" id="{660481AE-D627-45D2-AA03-7FFD77307666}"/>
              </a:ext>
            </a:extLst>
          </p:cNvPr>
          <p:cNvSpPr>
            <a:spLocks xmlns:a="http://schemas.openxmlformats.org/drawingml/2006/main" noGrp="1"/>
          </p:cNvSpPr>
          <p:nvPr/>
        </p:nvSpPr>
        <p:spPr>
          <a:xfrm xmlns:a="http://schemas.openxmlformats.org/drawingml/2006/main">
            <a:off x="68961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지침이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원인일 수 있다</a:t>
            </a:r>
          </a:p>
        </p:txBody>
      </p:sp>
      <p:sp>
        <p:nvSpPr>
          <p:cNvPr id="13" name="두 지침의 차이만으로, 실제 작업의 원인이 확정되지는 않는다">
            <a:extLst xmlns:a="http://schemas.openxmlformats.org/drawingml/2006/main">
              <a:ext uri="{FF2B5EF4-FFF2-40B4-BE49-F238E27FC236}">
                <a16:creationId xmlns:a16="http://schemas.microsoft.com/office/drawing/2014/main" id="{EA7C8263-F616-4CE4-A0DA-0753A72C5EC1}"/>
              </a:ext>
            </a:extLst>
          </p:cNvPr>
          <p:cNvSpPr>
            <a:spLocks xmlns:a="http://schemas.openxmlformats.org/drawingml/2006/main" noGrp="1"/>
          </p:cNvSpPr>
          <p:nvPr/>
        </p:nvSpPr>
        <p:spPr>
          <a:xfrm xmlns:a="http://schemas.openxmlformats.org/drawingml/2006/main">
            <a:off x="609600" y="5000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두 지침의 차이만으로, 실제 작업의 원인이 확정되지는 않는다</a:t>
            </a:r>
          </a:p>
        </p:txBody>
      </p:sp>
      <p:sp>
        <p:nvSpPr>
          <p:cNvPr id="14" name="Legacy module connection">
            <a:extLst xmlns:a="http://schemas.openxmlformats.org/drawingml/2006/main">
              <a:ext uri="{FF2B5EF4-FFF2-40B4-BE49-F238E27FC236}">
                <a16:creationId xmlns:a16="http://schemas.microsoft.com/office/drawing/2014/main" id="{10845419-2AC1-4E79-82ED-11EA0EFC99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13903036"/>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원인 확인 뒤의 선택">
            <a:extLst xmlns:a="http://schemas.openxmlformats.org/drawingml/2006/main">
              <a:ext uri="{FF2B5EF4-FFF2-40B4-BE49-F238E27FC236}">
                <a16:creationId xmlns:a16="http://schemas.microsoft.com/office/drawing/2014/main" id="{EAF18A1C-ED2E-485B-99A3-66B8D91926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확인 뒤의 선택</a:t>
            </a:r>
          </a:p>
        </p:txBody>
      </p:sp>
      <p:sp>
        <p:nvSpPr>
          <p:cNvPr id="2" name="S74">
            <a:extLst xmlns:a="http://schemas.openxmlformats.org/drawingml/2006/main">
              <a:ext uri="{FF2B5EF4-FFF2-40B4-BE49-F238E27FC236}">
                <a16:creationId xmlns:a16="http://schemas.microsoft.com/office/drawing/2014/main" id="{10F44D41-C51A-4DEA-AF81-348C5C3105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확인한 원인에 맞춰 변경 대상을 고른다">
            <a:extLst xmlns:a="http://schemas.openxmlformats.org/drawingml/2006/main">
              <a:ext uri="{FF2B5EF4-FFF2-40B4-BE49-F238E27FC236}">
                <a16:creationId xmlns:a16="http://schemas.microsoft.com/office/drawing/2014/main" id="{62D8B73E-55E8-44D9-8C73-871849E34F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원인에 맞춰 변경 대상을 고른다</a:t>
            </a:r>
          </a:p>
        </p:txBody>
      </p:sp>
      <p:sp>
        <p:nvSpPr>
          <p:cNvPr id="4" name="">
            <a:extLst xmlns:a="http://schemas.openxmlformats.org/drawingml/2006/main">
              <a:ext uri="{FF2B5EF4-FFF2-40B4-BE49-F238E27FC236}">
                <a16:creationId xmlns:a16="http://schemas.microsoft.com/office/drawing/2014/main" id="{E9E3BC08-B813-4103-9517-F832860924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세 대응의 범위 비교">
            <a:extLst xmlns:a="http://schemas.openxmlformats.org/drawingml/2006/main">
              <a:ext uri="{FF2B5EF4-FFF2-40B4-BE49-F238E27FC236}">
                <a16:creationId xmlns:a16="http://schemas.microsoft.com/office/drawing/2014/main" id="{B25260E7-1621-4C63-BBEA-C427A3547B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세 대응의 범위 비교</a:t>
            </a:r>
          </a:p>
        </p:txBody>
      </p:sp>
      <p:sp>
        <p:nvSpPr>
          <p:cNvPr id="6" name="Workflow 원인이라는 조건 안의 판단 · 일반 정답·실제 Product 변경·새 실행 결과 아님">
            <a:extLst xmlns:a="http://schemas.openxmlformats.org/drawingml/2006/main">
              <a:ext uri="{FF2B5EF4-FFF2-40B4-BE49-F238E27FC236}">
                <a16:creationId xmlns:a16="http://schemas.microsoft.com/office/drawing/2014/main" id="{FAB41C58-B8E5-4401-A7ED-F5D7AC9A9E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 원인이라는 조건 안의 판단 · 일반 정답·실제 Product 변경·새 실행 결과 아님</a:t>
            </a:r>
          </a:p>
        </p:txBody>
      </p:sp>
      <p:sp>
        <p:nvSpPr>
          <p:cNvPr id="7" name="가정: 재사용 Workflow가 원인으로 확인됐다면">
            <a:extLst xmlns:a="http://schemas.openxmlformats.org/drawingml/2006/main">
              <a:ext uri="{FF2B5EF4-FFF2-40B4-BE49-F238E27FC236}">
                <a16:creationId xmlns:a16="http://schemas.microsoft.com/office/drawing/2014/main" id="{1068E007-391C-4501-9269-0AB27A9F2D89}"/>
              </a:ext>
            </a:extLst>
          </p:cNvPr>
          <p:cNvSpPr>
            <a:spLocks xmlns:a="http://schemas.openxmlformats.org/drawingml/2006/main" noGrp="1"/>
          </p:cNvSpPr>
          <p:nvPr/>
        </p:nvSpPr>
        <p:spPr>
          <a:xfrm xmlns:a="http://schemas.openxmlformats.org/drawingml/2006/main">
            <a:off x="609600" y="17716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가정: 재사용 Workflow가 원인으로 확인됐다면</a:t>
            </a:r>
          </a:p>
        </p:txBody>
      </p:sp>
      <p:sp>
        <p:nvSpPr>
          <p:cNvPr id="8" name="">
            <a:extLst xmlns:a="http://schemas.openxmlformats.org/drawingml/2006/main">
              <a:ext uri="{FF2B5EF4-FFF2-40B4-BE49-F238E27FC236}">
                <a16:creationId xmlns:a16="http://schemas.microsoft.com/office/drawing/2014/main" id="{97A008A6-8A1C-4A64-B8C0-2F60F8F7D58E}"/>
              </a:ext>
            </a:extLst>
          </p:cNvPr>
          <p:cNvSpPr>
            <a:spLocks xmlns:a="http://schemas.openxmlformats.org/drawingml/2006/main" noGrp="1"/>
          </p:cNvSpPr>
          <p:nvPr/>
        </p:nvSpPr>
        <p:spPr>
          <a:xfrm xmlns:a="http://schemas.openxmlformats.org/drawingml/2006/main">
            <a:off x="609600" y="2600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요청 보정">
            <a:extLst xmlns:a="http://schemas.openxmlformats.org/drawingml/2006/main">
              <a:ext uri="{FF2B5EF4-FFF2-40B4-BE49-F238E27FC236}">
                <a16:creationId xmlns:a16="http://schemas.microsoft.com/office/drawing/2014/main" id="{07AAFA8F-0E5F-4D51-900B-24294A0F6160}"/>
              </a:ext>
            </a:extLst>
          </p:cNvPr>
          <p:cNvSpPr>
            <a:spLocks xmlns:a="http://schemas.openxmlformats.org/drawingml/2006/main" noGrp="1"/>
          </p:cNvSpPr>
          <p:nvPr/>
        </p:nvSpPr>
        <p:spPr>
          <a:xfrm xmlns:a="http://schemas.openxmlformats.org/drawingml/2006/main">
            <a:off x="762000" y="27241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요청 보정</a:t>
            </a:r>
          </a:p>
        </p:txBody>
      </p:sp>
      <p:sp>
        <p:nvSpPr>
          <p:cNvPr id="10" name="현재 Task의 요청 범위만 넓힘">
            <a:extLst xmlns:a="http://schemas.openxmlformats.org/drawingml/2006/main">
              <a:ext uri="{FF2B5EF4-FFF2-40B4-BE49-F238E27FC236}">
                <a16:creationId xmlns:a16="http://schemas.microsoft.com/office/drawing/2014/main" id="{D34D2C36-092E-41CE-AA4A-CC5F04A79CAC}"/>
              </a:ext>
            </a:extLst>
          </p:cNvPr>
          <p:cNvSpPr>
            <a:spLocks xmlns:a="http://schemas.openxmlformats.org/drawingml/2006/main" noGrp="1"/>
          </p:cNvSpPr>
          <p:nvPr/>
        </p:nvSpPr>
        <p:spPr>
          <a:xfrm xmlns:a="http://schemas.openxmlformats.org/drawingml/2006/main">
            <a:off x="4762500" y="272415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범위만 넓힘</a:t>
            </a:r>
          </a:p>
        </p:txBody>
      </p:sp>
      <p:sp>
        <p:nvSpPr>
          <p:cNvPr id="11" name="">
            <a:extLst xmlns:a="http://schemas.openxmlformats.org/drawingml/2006/main">
              <a:ext uri="{FF2B5EF4-FFF2-40B4-BE49-F238E27FC236}">
                <a16:creationId xmlns:a16="http://schemas.microsoft.com/office/drawing/2014/main" id="{C028A1FB-5039-4143-87EA-AEE1C01ED90E}"/>
              </a:ext>
            </a:extLst>
          </p:cNvPr>
          <p:cNvSpPr>
            <a:spLocks xmlns:a="http://schemas.openxmlformats.org/drawingml/2006/main" noGrp="1"/>
          </p:cNvSpPr>
          <p:nvPr/>
        </p:nvSpPr>
        <p:spPr>
          <a:xfrm xmlns:a="http://schemas.openxmlformats.org/drawingml/2006/main">
            <a:off x="609600" y="3409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B7660CDB-471B-47BD-9866-F4AC32393A89}"/>
              </a:ext>
            </a:extLst>
          </p:cNvPr>
          <p:cNvSpPr>
            <a:spLocks xmlns:a="http://schemas.openxmlformats.org/drawingml/2006/main" noGrp="1"/>
          </p:cNvSpPr>
          <p:nvPr/>
        </p:nvSpPr>
        <p:spPr>
          <a:xfrm xmlns:a="http://schemas.openxmlformats.org/drawingml/2006/main">
            <a:off x="762000" y="35337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 가능">
            <a:extLst xmlns:a="http://schemas.openxmlformats.org/drawingml/2006/main">
              <a:ext uri="{FF2B5EF4-FFF2-40B4-BE49-F238E27FC236}">
                <a16:creationId xmlns:a16="http://schemas.microsoft.com/office/drawing/2014/main" id="{5519587D-B47B-4EAD-B175-7D2C41621B96}"/>
              </a:ext>
            </a:extLst>
          </p:cNvPr>
          <p:cNvSpPr>
            <a:spLocks xmlns:a="http://schemas.openxmlformats.org/drawingml/2006/main" noGrp="1"/>
          </p:cNvSpPr>
          <p:nvPr/>
        </p:nvSpPr>
        <p:spPr>
          <a:xfrm xmlns:a="http://schemas.openxmlformats.org/drawingml/2006/main">
            <a:off x="4762500" y="3533775"/>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 가능</a:t>
            </a:r>
          </a:p>
        </p:txBody>
      </p:sp>
      <p:sp>
        <p:nvSpPr>
          <p:cNvPr id="14" name="">
            <a:extLst xmlns:a="http://schemas.openxmlformats.org/drawingml/2006/main">
              <a:ext uri="{FF2B5EF4-FFF2-40B4-BE49-F238E27FC236}">
                <a16:creationId xmlns:a16="http://schemas.microsoft.com/office/drawing/2014/main" id="{946D1F3F-240E-4A79-80D2-531F6E05D202}"/>
              </a:ext>
            </a:extLst>
          </p:cNvPr>
          <p:cNvSpPr>
            <a:spLocks xmlns:a="http://schemas.openxmlformats.org/drawingml/2006/main" noGrp="1"/>
          </p:cNvSpPr>
          <p:nvPr/>
        </p:nvSpPr>
        <p:spPr>
          <a:xfrm xmlns:a="http://schemas.openxmlformats.org/drawingml/2006/main">
            <a:off x="609600" y="4219575"/>
            <a:ext cx="109728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9E77EEC9-E315-46FE-BE62-AC561A01B8F8}"/>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인 Workflow 갱신">
            <a:extLst xmlns:a="http://schemas.openxmlformats.org/drawingml/2006/main">
              <a:ext uri="{FF2B5EF4-FFF2-40B4-BE49-F238E27FC236}">
                <a16:creationId xmlns:a16="http://schemas.microsoft.com/office/drawing/2014/main" id="{30756416-957F-46A7-B3A6-0CB4A688459C}"/>
              </a:ext>
            </a:extLst>
          </p:cNvPr>
          <p:cNvSpPr>
            <a:spLocks xmlns:a="http://schemas.openxmlformats.org/drawingml/2006/main" noGrp="1"/>
          </p:cNvSpPr>
          <p:nvPr/>
        </p:nvSpPr>
        <p:spPr>
          <a:xfrm xmlns:a="http://schemas.openxmlformats.org/drawingml/2006/main">
            <a:off x="762000" y="43434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7" name="다음 작업이 읽는 절차를 변경">
            <a:extLst xmlns:a="http://schemas.openxmlformats.org/drawingml/2006/main">
              <a:ext uri="{FF2B5EF4-FFF2-40B4-BE49-F238E27FC236}">
                <a16:creationId xmlns:a16="http://schemas.microsoft.com/office/drawing/2014/main" id="{6611C13E-4437-4017-B5ED-27CBAA4FC12F}"/>
              </a:ext>
            </a:extLst>
          </p:cNvPr>
          <p:cNvSpPr>
            <a:spLocks xmlns:a="http://schemas.openxmlformats.org/drawingml/2006/main" noGrp="1"/>
          </p:cNvSpPr>
          <p:nvPr/>
        </p:nvSpPr>
        <p:spPr>
          <a:xfrm xmlns:a="http://schemas.openxmlformats.org/drawingml/2006/main">
            <a:off x="4762500" y="434340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작업이 읽는 절차를 변경</a:t>
            </a:r>
          </a:p>
        </p:txBody>
      </p:sp>
      <p:sp>
        <p:nvSpPr>
          <p:cNvPr id="18" name="검토 담당: 확인한 원인과 변경할 위치가 맞는지 판단">
            <a:extLst xmlns:a="http://schemas.openxmlformats.org/drawingml/2006/main">
              <a:ext uri="{FF2B5EF4-FFF2-40B4-BE49-F238E27FC236}">
                <a16:creationId xmlns:a16="http://schemas.microsoft.com/office/drawing/2014/main" id="{0E7AA2BD-D454-4F29-B6F1-3CC4D52098C7}"/>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검토 담당: 확인한 원인과 변경할 위치가 맞는지 판단</a:t>
            </a:r>
          </a:p>
        </p:txBody>
      </p:sp>
      <p:sp>
        <p:nvSpPr>
          <p:cNvPr id="19" name="Legacy module connection">
            <a:extLst xmlns:a="http://schemas.openxmlformats.org/drawingml/2006/main">
              <a:ext uri="{FF2B5EF4-FFF2-40B4-BE49-F238E27FC236}">
                <a16:creationId xmlns:a16="http://schemas.microsoft.com/office/drawing/2014/main" id="{4E6EAED2-6764-4F1E-A86B-D6547725F6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54285813"/>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CONCEPTUAL / 유지 책임과 최소 변경">
            <a:extLst xmlns:a="http://schemas.openxmlformats.org/drawingml/2006/main">
              <a:ext uri="{FF2B5EF4-FFF2-40B4-BE49-F238E27FC236}">
                <a16:creationId xmlns:a16="http://schemas.microsoft.com/office/drawing/2014/main" id="{FB1D5534-1ACD-4E01-AE02-CF8103355E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유지 책임과 최소 변경</a:t>
            </a:r>
          </a:p>
        </p:txBody>
      </p:sp>
      <p:sp>
        <p:nvSpPr>
          <p:cNvPr id="2" name="S75">
            <a:extLst xmlns:a="http://schemas.openxmlformats.org/drawingml/2006/main">
              <a:ext uri="{FF2B5EF4-FFF2-40B4-BE49-F238E27FC236}">
                <a16:creationId xmlns:a16="http://schemas.microsoft.com/office/drawing/2014/main" id="{67847166-2260-492E-A896-F2D48843DB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확인된 범위만 검토하고 갱신한다">
            <a:extLst xmlns:a="http://schemas.openxmlformats.org/drawingml/2006/main">
              <a:ext uri="{FF2B5EF4-FFF2-40B4-BE49-F238E27FC236}">
                <a16:creationId xmlns:a16="http://schemas.microsoft.com/office/drawing/2014/main" id="{0820120B-B5A7-4C94-A40B-24158391E1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확인된 범위만 검토하고 갱신한다</a:t>
            </a:r>
          </a:p>
        </p:txBody>
      </p:sp>
      <p:sp>
        <p:nvSpPr>
          <p:cNvPr id="4" name="">
            <a:extLst xmlns:a="http://schemas.openxmlformats.org/drawingml/2006/main">
              <a:ext uri="{FF2B5EF4-FFF2-40B4-BE49-F238E27FC236}">
                <a16:creationId xmlns:a16="http://schemas.microsoft.com/office/drawing/2014/main" id="{3FEA8BBC-ABB4-47A0-9946-804A453643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Workflow 원인이 확인됐다는 가정에서의 변경 설계">
            <a:extLst xmlns:a="http://schemas.openxmlformats.org/drawingml/2006/main">
              <a:ext uri="{FF2B5EF4-FFF2-40B4-BE49-F238E27FC236}">
                <a16:creationId xmlns:a16="http://schemas.microsoft.com/office/drawing/2014/main" id="{908BDBA4-624D-410B-AA3F-5873527CBF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Workflow 원인이 확인됐다는 가정에서의 변경 설계</a:t>
            </a:r>
          </a:p>
        </p:txBody>
      </p:sp>
      <p:sp>
        <p:nvSpPr>
          <p:cNvPr id="6" name="역할의 교육용 예 · 실제 담당 배정·지침 수정·재평가 결과 아님 · 관련 없는 규칙은 유지">
            <a:extLst xmlns:a="http://schemas.openxmlformats.org/drawingml/2006/main">
              <a:ext uri="{FF2B5EF4-FFF2-40B4-BE49-F238E27FC236}">
                <a16:creationId xmlns:a16="http://schemas.microsoft.com/office/drawing/2014/main" id="{6B160551-DE60-4EB0-8F0C-EC97675CCD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역할의 교육용 예 · 실제 담당 배정·지침 수정·재평가 결과 아님 · 관련 없는 규칙은 유지</a:t>
            </a:r>
          </a:p>
        </p:txBody>
      </p:sp>
      <p:sp>
        <p:nvSpPr>
          <p:cNvPr id="7" name="원인이 뒷받침하는 지침을 갱신한다">
            <a:extLst xmlns:a="http://schemas.openxmlformats.org/drawingml/2006/main">
              <a:ext uri="{FF2B5EF4-FFF2-40B4-BE49-F238E27FC236}">
                <a16:creationId xmlns:a16="http://schemas.microsoft.com/office/drawing/2014/main" id="{CD6B7E0D-A1C5-4638-83B5-45EC3B195EB0}"/>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원인이 뒷받침하는 지침을 갱신한다</a:t>
            </a:r>
          </a:p>
        </p:txBody>
      </p:sp>
      <p:sp>
        <p:nvSpPr>
          <p:cNvPr id="8" name="기존 재사용 지침">
            <a:extLst xmlns:a="http://schemas.openxmlformats.org/drawingml/2006/main">
              <a:ext uri="{FF2B5EF4-FFF2-40B4-BE49-F238E27FC236}">
                <a16:creationId xmlns:a16="http://schemas.microsoft.com/office/drawing/2014/main" id="{5E7A8462-384C-4E67-9C5A-7F0D80BB5555}"/>
              </a:ext>
            </a:extLst>
          </p:cNvPr>
          <p:cNvSpPr>
            <a:spLocks xmlns:a="http://schemas.openxmlformats.org/drawingml/2006/main" noGrp="1"/>
          </p:cNvSpPr>
          <p:nvPr/>
        </p:nvSpPr>
        <p:spPr>
          <a:xfrm xmlns:a="http://schemas.openxmlformats.org/drawingml/2006/main">
            <a:off x="6096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기존 재사용 지침</a:t>
            </a:r>
          </a:p>
        </p:txBody>
      </p:sp>
      <p:sp>
        <p:nvSpPr>
          <p:cNvPr id="9" name="">
            <a:extLst xmlns:a="http://schemas.openxmlformats.org/drawingml/2006/main">
              <a:ext uri="{FF2B5EF4-FFF2-40B4-BE49-F238E27FC236}">
                <a16:creationId xmlns:a16="http://schemas.microsoft.com/office/drawing/2014/main" id="{A1FF6DB8-835B-47BA-A1FD-D5CF29E14CED}"/>
              </a:ext>
            </a:extLst>
          </p:cNvPr>
          <p:cNvSpPr>
            <a:spLocks xmlns:a="http://schemas.openxmlformats.org/drawingml/2006/main" noGrp="1"/>
          </p:cNvSpPr>
          <p:nvPr/>
        </p:nvSpPr>
        <p:spPr>
          <a:xfrm xmlns:a="http://schemas.openxmlformats.org/drawingml/2006/main">
            <a:off x="609600" y="3105150"/>
            <a:ext cx="46863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단위 테스트 확인">
            <a:extLst xmlns:a="http://schemas.openxmlformats.org/drawingml/2006/main">
              <a:ext uri="{FF2B5EF4-FFF2-40B4-BE49-F238E27FC236}">
                <a16:creationId xmlns:a16="http://schemas.microsoft.com/office/drawing/2014/main" id="{258EF98F-F8A2-4401-9D8D-96A103D5BF7F}"/>
              </a:ext>
            </a:extLst>
          </p:cNvPr>
          <p:cNvSpPr>
            <a:spLocks xmlns:a="http://schemas.openxmlformats.org/drawingml/2006/main" noGrp="1"/>
          </p:cNvSpPr>
          <p:nvPr/>
        </p:nvSpPr>
        <p:spPr>
          <a:xfrm xmlns:a="http://schemas.openxmlformats.org/drawingml/2006/main">
            <a:off x="6096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 확인</a:t>
            </a:r>
          </a:p>
        </p:txBody>
      </p:sp>
      <p:sp>
        <p:nvSpPr>
          <p:cNvPr id="11" name="갱신할 지침">
            <a:extLst xmlns:a="http://schemas.openxmlformats.org/drawingml/2006/main">
              <a:ext uri="{FF2B5EF4-FFF2-40B4-BE49-F238E27FC236}">
                <a16:creationId xmlns:a16="http://schemas.microsoft.com/office/drawing/2014/main" id="{0C6F711F-3D45-473D-A5DF-B60945EAE910}"/>
              </a:ext>
            </a:extLst>
          </p:cNvPr>
          <p:cNvSpPr>
            <a:spLocks xmlns:a="http://schemas.openxmlformats.org/drawingml/2006/main" noGrp="1"/>
          </p:cNvSpPr>
          <p:nvPr/>
        </p:nvSpPr>
        <p:spPr>
          <a:xfrm xmlns:a="http://schemas.openxmlformats.org/drawingml/2006/main">
            <a:off x="68961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갱신할 지침</a:t>
            </a:r>
          </a:p>
        </p:txBody>
      </p:sp>
      <p:sp>
        <p:nvSpPr>
          <p:cNvPr id="12" name="">
            <a:extLst xmlns:a="http://schemas.openxmlformats.org/drawingml/2006/main">
              <a:ext uri="{FF2B5EF4-FFF2-40B4-BE49-F238E27FC236}">
                <a16:creationId xmlns:a16="http://schemas.microsoft.com/office/drawing/2014/main" id="{55F62C4F-1190-43B1-A343-9B5D5EDC9855}"/>
              </a:ext>
            </a:extLst>
          </p:cNvPr>
          <p:cNvSpPr>
            <a:spLocks xmlns:a="http://schemas.openxmlformats.org/drawingml/2006/main" noGrp="1"/>
          </p:cNvSpPr>
          <p:nvPr/>
        </p:nvSpPr>
        <p:spPr>
          <a:xfrm xmlns:a="http://schemas.openxmlformats.org/drawingml/2006/main">
            <a:off x="6896100" y="31051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단위 + 통합 테스트 확인">
            <a:extLst xmlns:a="http://schemas.openxmlformats.org/drawingml/2006/main">
              <a:ext uri="{FF2B5EF4-FFF2-40B4-BE49-F238E27FC236}">
                <a16:creationId xmlns:a16="http://schemas.microsoft.com/office/drawing/2014/main" id="{C639E0B5-A210-4946-B429-40C9F19044CC}"/>
              </a:ext>
            </a:extLst>
          </p:cNvPr>
          <p:cNvSpPr>
            <a:spLocks xmlns:a="http://schemas.openxmlformats.org/drawingml/2006/main" noGrp="1"/>
          </p:cNvSpPr>
          <p:nvPr/>
        </p:nvSpPr>
        <p:spPr>
          <a:xfrm xmlns:a="http://schemas.openxmlformats.org/drawingml/2006/main">
            <a:off x="68961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 통합 테스트 확인</a:t>
            </a:r>
          </a:p>
        </p:txBody>
      </p:sp>
      <p:cxnSp>
        <p:nvCxnSpPr>
          <p:cNvPr id="14" name="">
            <a:extLst xmlns:a="http://schemas.openxmlformats.org/drawingml/2006/main">
              <a:ext uri="{FF2B5EF4-FFF2-40B4-BE49-F238E27FC236}">
                <a16:creationId xmlns:a16="http://schemas.microsoft.com/office/drawing/2014/main" id="{465AABC4-DFAC-4ED7-A105-5BAB255354CB}"/>
              </a:ext>
            </a:extLst>
          </p:cNvPr>
          <p:cNvCxnSpPr/>
          <p:nvPr/>
        </p:nvCxnSpPr>
        <p:spPr>
          <a:xfrm xmlns:a="http://schemas.openxmlformats.org/drawingml/2006/main">
            <a:off x="5562600" y="3581400"/>
            <a:ext cx="952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35009675-9A31-4115-840B-A0C185E288B9}"/>
              </a:ext>
            </a:extLst>
          </p:cNvPr>
          <p:cNvSpPr>
            <a:spLocks xmlns:a="http://schemas.openxmlformats.org/drawingml/2006/main" noGrp="1"/>
          </p:cNvSpPr>
          <p:nvPr/>
        </p:nvSpPr>
        <p:spPr>
          <a:xfrm xmlns:a="http://schemas.openxmlformats.org/drawingml/2006/main">
            <a:off x="60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갱신 담당">
            <a:extLst xmlns:a="http://schemas.openxmlformats.org/drawingml/2006/main">
              <a:ext uri="{FF2B5EF4-FFF2-40B4-BE49-F238E27FC236}">
                <a16:creationId xmlns:a16="http://schemas.microsoft.com/office/drawing/2014/main" id="{77130720-99FE-41F9-8EA7-5E811F9522A2}"/>
              </a:ext>
            </a:extLst>
          </p:cNvPr>
          <p:cNvSpPr>
            <a:spLocks xmlns:a="http://schemas.openxmlformats.org/drawingml/2006/main" noGrp="1"/>
          </p:cNvSpPr>
          <p:nvPr/>
        </p:nvSpPr>
        <p:spPr>
          <a:xfrm xmlns:a="http://schemas.openxmlformats.org/drawingml/2006/main">
            <a:off x="60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갱신 담당</a:t>
            </a:r>
          </a:p>
        </p:txBody>
      </p:sp>
      <p:sp>
        <p:nvSpPr>
          <p:cNvPr id="17" name="확인된 지침 수정">
            <a:extLst xmlns:a="http://schemas.openxmlformats.org/drawingml/2006/main">
              <a:ext uri="{FF2B5EF4-FFF2-40B4-BE49-F238E27FC236}">
                <a16:creationId xmlns:a16="http://schemas.microsoft.com/office/drawing/2014/main" id="{336846D2-2378-4B5C-9C03-B7767A0A3252}"/>
              </a:ext>
            </a:extLst>
          </p:cNvPr>
          <p:cNvSpPr>
            <a:spLocks xmlns:a="http://schemas.openxmlformats.org/drawingml/2006/main" noGrp="1"/>
          </p:cNvSpPr>
          <p:nvPr/>
        </p:nvSpPr>
        <p:spPr>
          <a:xfrm xmlns:a="http://schemas.openxmlformats.org/drawingml/2006/main">
            <a:off x="60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확인된 지침 수정</a:t>
            </a:r>
          </a:p>
        </p:txBody>
      </p:sp>
      <p:sp>
        <p:nvSpPr>
          <p:cNvPr id="18" name="">
            <a:extLst xmlns:a="http://schemas.openxmlformats.org/drawingml/2006/main">
              <a:ext uri="{FF2B5EF4-FFF2-40B4-BE49-F238E27FC236}">
                <a16:creationId xmlns:a16="http://schemas.microsoft.com/office/drawing/2014/main" id="{A1D30271-42A6-42BE-A768-96915C09D138}"/>
              </a:ext>
            </a:extLst>
          </p:cNvPr>
          <p:cNvSpPr>
            <a:spLocks xmlns:a="http://schemas.openxmlformats.org/drawingml/2006/main" noGrp="1"/>
          </p:cNvSpPr>
          <p:nvPr/>
        </p:nvSpPr>
        <p:spPr>
          <a:xfrm xmlns:a="http://schemas.openxmlformats.org/drawingml/2006/main">
            <a:off x="441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검토 담당">
            <a:extLst xmlns:a="http://schemas.openxmlformats.org/drawingml/2006/main">
              <a:ext uri="{FF2B5EF4-FFF2-40B4-BE49-F238E27FC236}">
                <a16:creationId xmlns:a16="http://schemas.microsoft.com/office/drawing/2014/main" id="{C5F0FD73-6320-4C2D-B444-F0180D2B729F}"/>
              </a:ext>
            </a:extLst>
          </p:cNvPr>
          <p:cNvSpPr>
            <a:spLocks xmlns:a="http://schemas.openxmlformats.org/drawingml/2006/main" noGrp="1"/>
          </p:cNvSpPr>
          <p:nvPr/>
        </p:nvSpPr>
        <p:spPr>
          <a:xfrm xmlns:a="http://schemas.openxmlformats.org/drawingml/2006/main">
            <a:off x="441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검토 담당</a:t>
            </a:r>
          </a:p>
        </p:txBody>
      </p:sp>
      <p:sp>
        <p:nvSpPr>
          <p:cNvPr id="20" name="현재 기준·변경 범위 확인">
            <a:extLst xmlns:a="http://schemas.openxmlformats.org/drawingml/2006/main">
              <a:ext uri="{FF2B5EF4-FFF2-40B4-BE49-F238E27FC236}">
                <a16:creationId xmlns:a16="http://schemas.microsoft.com/office/drawing/2014/main" id="{C8880C01-3134-4E19-9F2E-810999AB538C}"/>
              </a:ext>
            </a:extLst>
          </p:cNvPr>
          <p:cNvSpPr>
            <a:spLocks xmlns:a="http://schemas.openxmlformats.org/drawingml/2006/main" noGrp="1"/>
          </p:cNvSpPr>
          <p:nvPr/>
        </p:nvSpPr>
        <p:spPr>
          <a:xfrm xmlns:a="http://schemas.openxmlformats.org/drawingml/2006/main">
            <a:off x="441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기준·변경 범위 확인</a:t>
            </a:r>
          </a:p>
        </p:txBody>
      </p:sp>
      <p:sp>
        <p:nvSpPr>
          <p:cNvPr id="21" name="">
            <a:extLst xmlns:a="http://schemas.openxmlformats.org/drawingml/2006/main">
              <a:ext uri="{FF2B5EF4-FFF2-40B4-BE49-F238E27FC236}">
                <a16:creationId xmlns:a16="http://schemas.microsoft.com/office/drawing/2014/main" id="{8667C1C9-6D9A-491B-AC0A-7426A9D1B966}"/>
              </a:ext>
            </a:extLst>
          </p:cNvPr>
          <p:cNvSpPr>
            <a:spLocks xmlns:a="http://schemas.openxmlformats.org/drawingml/2006/main" noGrp="1"/>
          </p:cNvSpPr>
          <p:nvPr/>
        </p:nvSpPr>
        <p:spPr>
          <a:xfrm xmlns:a="http://schemas.openxmlformats.org/drawingml/2006/main">
            <a:off x="822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2" name="다음 확인">
            <a:extLst xmlns:a="http://schemas.openxmlformats.org/drawingml/2006/main">
              <a:ext uri="{FF2B5EF4-FFF2-40B4-BE49-F238E27FC236}">
                <a16:creationId xmlns:a16="http://schemas.microsoft.com/office/drawing/2014/main" id="{1C7B2A0E-0994-443D-AD05-949CB8E74F8F}"/>
              </a:ext>
            </a:extLst>
          </p:cNvPr>
          <p:cNvSpPr>
            <a:spLocks xmlns:a="http://schemas.openxmlformats.org/drawingml/2006/main" noGrp="1"/>
          </p:cNvSpPr>
          <p:nvPr/>
        </p:nvSpPr>
        <p:spPr>
          <a:xfrm xmlns:a="http://schemas.openxmlformats.org/drawingml/2006/main">
            <a:off x="822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확인</a:t>
            </a:r>
          </a:p>
        </p:txBody>
      </p:sp>
      <p:sp>
        <p:nvSpPr>
          <p:cNvPr id="23" name="같은 작업·대표 작업 평가">
            <a:extLst xmlns:a="http://schemas.openxmlformats.org/drawingml/2006/main">
              <a:ext uri="{FF2B5EF4-FFF2-40B4-BE49-F238E27FC236}">
                <a16:creationId xmlns:a16="http://schemas.microsoft.com/office/drawing/2014/main" id="{DA078CBF-2EF7-43A5-8890-16E5647A196D}"/>
              </a:ext>
            </a:extLst>
          </p:cNvPr>
          <p:cNvSpPr>
            <a:spLocks xmlns:a="http://schemas.openxmlformats.org/drawingml/2006/main" noGrp="1"/>
          </p:cNvSpPr>
          <p:nvPr/>
        </p:nvSpPr>
        <p:spPr>
          <a:xfrm xmlns:a="http://schemas.openxmlformats.org/drawingml/2006/main">
            <a:off x="822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작업·대표 작업 평가</a:t>
            </a:r>
          </a:p>
        </p:txBody>
      </p:sp>
      <p:sp>
        <p:nvSpPr>
          <p:cNvPr id="24" name="검토·갱신은 같은 사람이 맡을 수도 있다">
            <a:extLst xmlns:a="http://schemas.openxmlformats.org/drawingml/2006/main">
              <a:ext uri="{FF2B5EF4-FFF2-40B4-BE49-F238E27FC236}">
                <a16:creationId xmlns:a16="http://schemas.microsoft.com/office/drawing/2014/main" id="{81B0E458-5149-4EBD-81D2-CF4C13C2F763}"/>
              </a:ext>
            </a:extLst>
          </p:cNvPr>
          <p:cNvSpPr>
            <a:spLocks xmlns:a="http://schemas.openxmlformats.org/drawingml/2006/main" noGrp="1"/>
          </p:cNvSpPr>
          <p:nvPr/>
        </p:nvSpPr>
        <p:spPr>
          <a:xfrm xmlns:a="http://schemas.openxmlformats.org/drawingml/2006/main">
            <a:off x="609600" y="542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검토·갱신은 같은 사람이 맡을 수도 있다</a:t>
            </a:r>
          </a:p>
        </p:txBody>
      </p:sp>
      <p:sp>
        <p:nvSpPr>
          <p:cNvPr id="25" name="Legacy module connection">
            <a:extLst xmlns:a="http://schemas.openxmlformats.org/drawingml/2006/main">
              <a:ext uri="{FF2B5EF4-FFF2-40B4-BE49-F238E27FC236}">
                <a16:creationId xmlns:a16="http://schemas.microsoft.com/office/drawing/2014/main" id="{852451E6-8C7C-46FF-A04C-39A8DEE20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46896416"/>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평가 범위">
            <a:extLst xmlns:a="http://schemas.openxmlformats.org/drawingml/2006/main">
              <a:ext uri="{FF2B5EF4-FFF2-40B4-BE49-F238E27FC236}">
                <a16:creationId xmlns:a16="http://schemas.microsoft.com/office/drawing/2014/main" id="{99E25B3C-3263-4F3B-B5C5-3703DCBA96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6">
            <a:extLst xmlns:a="http://schemas.openxmlformats.org/drawingml/2006/main">
              <a:ext uri="{FF2B5EF4-FFF2-40B4-BE49-F238E27FC236}">
                <a16:creationId xmlns:a16="http://schemas.microsoft.com/office/drawing/2014/main" id="{4FAA13D2-3E98-4EE0-9ADC-EF9B309C47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지침을 고친 뒤, 무엇을 다시 확인할까?">
            <a:extLst xmlns:a="http://schemas.openxmlformats.org/drawingml/2006/main">
              <a:ext uri="{FF2B5EF4-FFF2-40B4-BE49-F238E27FC236}">
                <a16:creationId xmlns:a16="http://schemas.microsoft.com/office/drawing/2014/main" id="{74E8D5DD-9DD4-469C-8FDD-500F73C369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지침을 고친 뒤, 무엇을 다시 확인할까?</a:t>
            </a:r>
          </a:p>
        </p:txBody>
      </p:sp>
      <p:sp>
        <p:nvSpPr>
          <p:cNvPr id="4" name="">
            <a:extLst xmlns:a="http://schemas.openxmlformats.org/drawingml/2006/main">
              <a:ext uri="{FF2B5EF4-FFF2-40B4-BE49-F238E27FC236}">
                <a16:creationId xmlns:a16="http://schemas.microsoft.com/office/drawing/2014/main" id="{6C4F5019-3967-4365-A394-2101C8EECE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지침 변경 뒤 확인할 질문을 설계한 도식">
            <a:extLst xmlns:a="http://schemas.openxmlformats.org/drawingml/2006/main">
              <a:ext uri="{FF2B5EF4-FFF2-40B4-BE49-F238E27FC236}">
                <a16:creationId xmlns:a16="http://schemas.microsoft.com/office/drawing/2014/main" id="{6BF29B26-9D86-49C6-B820-F017568117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지침 변경 뒤 확인할 질문을 설계한 도식</a:t>
            </a:r>
          </a:p>
        </p:txBody>
      </p:sp>
      <p:sp>
        <p:nvSpPr>
          <p:cNvPr id="6" name="가상 사례 · 실제 변경·재실행·회귀 검증 결과는 없음">
            <a:extLst xmlns:a="http://schemas.openxmlformats.org/drawingml/2006/main">
              <a:ext uri="{FF2B5EF4-FFF2-40B4-BE49-F238E27FC236}">
                <a16:creationId xmlns:a16="http://schemas.microsoft.com/office/drawing/2014/main" id="{1E569CF7-4047-4E2B-A294-A7F4A1F0FC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사례 · 실제 변경·재실행·회귀 검증 결과는 없음</a:t>
            </a:r>
          </a:p>
        </p:txBody>
      </p:sp>
      <p:sp>
        <p:nvSpPr>
          <p:cNvPr id="7" name="가정: 단위 테스트 지침을 단위 + 통합 테스트로 갱신했다면">
            <a:extLst xmlns:a="http://schemas.openxmlformats.org/drawingml/2006/main">
              <a:ext uri="{FF2B5EF4-FFF2-40B4-BE49-F238E27FC236}">
                <a16:creationId xmlns:a16="http://schemas.microsoft.com/office/drawing/2014/main" id="{3223BF84-3E32-43C7-951A-7DD83650A760}"/>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가정: 단위 테스트 지침을 단위 + 통합 테스트로 갱신했다면</a:t>
            </a:r>
          </a:p>
        </p:txBody>
      </p:sp>
      <p:sp>
        <p:nvSpPr>
          <p:cNvPr id="8" name="같은 작업 다시 확인">
            <a:extLst xmlns:a="http://schemas.openxmlformats.org/drawingml/2006/main">
              <a:ext uri="{FF2B5EF4-FFF2-40B4-BE49-F238E27FC236}">
                <a16:creationId xmlns:a16="http://schemas.microsoft.com/office/drawing/2014/main" id="{73529DBA-2C8D-4C5D-99A8-D85EF4817306}"/>
              </a:ext>
            </a:extLst>
          </p:cNvPr>
          <p:cNvSpPr>
            <a:spLocks xmlns:a="http://schemas.openxmlformats.org/drawingml/2006/main" noGrp="1"/>
          </p:cNvSpPr>
          <p:nvPr/>
        </p:nvSpPr>
        <p:spPr>
          <a:xfrm xmlns:a="http://schemas.openxmlformats.org/drawingml/2006/main">
            <a:off x="609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작업 다시 확인</a:t>
            </a:r>
          </a:p>
        </p:txBody>
      </p:sp>
      <p:sp>
        <p:nvSpPr>
          <p:cNvPr id="9" name="">
            <a:extLst xmlns:a="http://schemas.openxmlformats.org/drawingml/2006/main">
              <a:ext uri="{FF2B5EF4-FFF2-40B4-BE49-F238E27FC236}">
                <a16:creationId xmlns:a16="http://schemas.microsoft.com/office/drawing/2014/main" id="{A293B2F2-43E4-4271-A5D0-F963C72468A1}"/>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필요한 단위·통합 검증을&#10;이제 다루는가?">
            <a:extLst xmlns:a="http://schemas.openxmlformats.org/drawingml/2006/main">
              <a:ext uri="{FF2B5EF4-FFF2-40B4-BE49-F238E27FC236}">
                <a16:creationId xmlns:a16="http://schemas.microsoft.com/office/drawing/2014/main" id="{9FBEDADB-FFB1-4894-AF9A-17232FDD4ABC}"/>
              </a:ext>
            </a:extLst>
          </p:cNvPr>
          <p:cNvSpPr>
            <a:spLocks xmlns:a="http://schemas.openxmlformats.org/drawingml/2006/main" noGrp="1"/>
          </p:cNvSpPr>
          <p:nvPr/>
        </p:nvSpPr>
        <p:spPr>
          <a:xfrm xmlns:a="http://schemas.openxmlformats.org/drawingml/2006/main">
            <a:off x="609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필요한 단위·통합 검증을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이제 다루는가?</a:t>
            </a:r>
          </a:p>
        </p:txBody>
      </p:sp>
      <p:sp>
        <p:nvSpPr>
          <p:cNvPr id="11" name="이번 변경이 문제를 다루는지">
            <a:extLst xmlns:a="http://schemas.openxmlformats.org/drawingml/2006/main">
              <a:ext uri="{FF2B5EF4-FFF2-40B4-BE49-F238E27FC236}">
                <a16:creationId xmlns:a16="http://schemas.microsoft.com/office/drawing/2014/main" id="{3D068DEB-7A7C-4E7E-A934-5F789DD0E2D0}"/>
              </a:ext>
            </a:extLst>
          </p:cNvPr>
          <p:cNvSpPr>
            <a:spLocks xmlns:a="http://schemas.openxmlformats.org/drawingml/2006/main" noGrp="1"/>
          </p:cNvSpPr>
          <p:nvPr/>
        </p:nvSpPr>
        <p:spPr>
          <a:xfrm xmlns:a="http://schemas.openxmlformats.org/drawingml/2006/main">
            <a:off x="609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변경이 문제를 다루는지</a:t>
            </a:r>
          </a:p>
        </p:txBody>
      </p:sp>
      <p:sp>
        <p:nvSpPr>
          <p:cNvPr id="12" name="다른 작업에 적용">
            <a:extLst xmlns:a="http://schemas.openxmlformats.org/drawingml/2006/main">
              <a:ext uri="{FF2B5EF4-FFF2-40B4-BE49-F238E27FC236}">
                <a16:creationId xmlns:a16="http://schemas.microsoft.com/office/drawing/2014/main" id="{03A1D3CE-CD2A-4C4E-9843-21DDE1BCB6FF}"/>
              </a:ext>
            </a:extLst>
          </p:cNvPr>
          <p:cNvSpPr>
            <a:spLocks xmlns:a="http://schemas.openxmlformats.org/drawingml/2006/main" noGrp="1"/>
          </p:cNvSpPr>
          <p:nvPr/>
        </p:nvSpPr>
        <p:spPr>
          <a:xfrm xmlns:a="http://schemas.openxmlformats.org/drawingml/2006/main">
            <a:off x="6705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다른 작업에 적용</a:t>
            </a:r>
          </a:p>
        </p:txBody>
      </p:sp>
      <p:sp>
        <p:nvSpPr>
          <p:cNvPr id="13" name="">
            <a:extLst xmlns:a="http://schemas.openxmlformats.org/drawingml/2006/main">
              <a:ext uri="{FF2B5EF4-FFF2-40B4-BE49-F238E27FC236}">
                <a16:creationId xmlns:a16="http://schemas.microsoft.com/office/drawing/2014/main" id="{AABD4011-EDD2-4779-839B-A8B4D19CD2B2}"/>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4" name="문서만 고치는 작업에도&#10;불필요한 검증을 강요하나?">
            <a:extLst xmlns:a="http://schemas.openxmlformats.org/drawingml/2006/main">
              <a:ext uri="{FF2B5EF4-FFF2-40B4-BE49-F238E27FC236}">
                <a16:creationId xmlns:a16="http://schemas.microsoft.com/office/drawing/2014/main" id="{A836213F-3EDA-4066-9FDF-BDC023CAC4E3}"/>
              </a:ext>
            </a:extLst>
          </p:cNvPr>
          <p:cNvSpPr>
            <a:spLocks xmlns:a="http://schemas.openxmlformats.org/drawingml/2006/main" noGrp="1"/>
          </p:cNvSpPr>
          <p:nvPr/>
        </p:nvSpPr>
        <p:spPr>
          <a:xfrm xmlns:a="http://schemas.openxmlformats.org/drawingml/2006/main">
            <a:off x="6705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문서만 고치는 작업에도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불필요한 검증을 강요하나?</a:t>
            </a:r>
          </a:p>
        </p:txBody>
      </p:sp>
      <p:sp>
        <p:nvSpPr>
          <p:cNvPr id="15" name="주변 작업을 방해하지 않는지">
            <a:extLst xmlns:a="http://schemas.openxmlformats.org/drawingml/2006/main">
              <a:ext uri="{FF2B5EF4-FFF2-40B4-BE49-F238E27FC236}">
                <a16:creationId xmlns:a16="http://schemas.microsoft.com/office/drawing/2014/main" id="{1E34A4EC-B466-4382-AB57-915DE7778611}"/>
              </a:ext>
            </a:extLst>
          </p:cNvPr>
          <p:cNvSpPr>
            <a:spLocks xmlns:a="http://schemas.openxmlformats.org/drawingml/2006/main" noGrp="1"/>
          </p:cNvSpPr>
          <p:nvPr/>
        </p:nvSpPr>
        <p:spPr>
          <a:xfrm xmlns:a="http://schemas.openxmlformats.org/drawingml/2006/main">
            <a:off x="6705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주변 작업을 방해하지 않는지</a:t>
            </a:r>
          </a:p>
        </p:txBody>
      </p:sp>
      <p:sp>
        <p:nvSpPr>
          <p:cNvPr id="16" name="같은 작업의 재확인과, 다른 대표 작업의 영향 평가">
            <a:extLst xmlns:a="http://schemas.openxmlformats.org/drawingml/2006/main">
              <a:ext uri="{FF2B5EF4-FFF2-40B4-BE49-F238E27FC236}">
                <a16:creationId xmlns:a16="http://schemas.microsoft.com/office/drawing/2014/main" id="{B0B12A5A-26B7-47D2-87FB-6DEB83401185}"/>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작업의 재확인과, 다른 대표 작업의 영향 평가</a:t>
            </a:r>
          </a:p>
        </p:txBody>
      </p:sp>
      <p:sp>
        <p:nvSpPr>
          <p:cNvPr id="17" name="Legacy module connection">
            <a:extLst xmlns:a="http://schemas.openxmlformats.org/drawingml/2006/main">
              <a:ext uri="{FF2B5EF4-FFF2-40B4-BE49-F238E27FC236}">
                <a16:creationId xmlns:a16="http://schemas.microsoft.com/office/drawing/2014/main" id="{E1E8CA32-6D8F-4CA3-87E3-28F1C91FFB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43227891"/>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0" name="ACT 4 · CONCEPTUAL / 평가 작업의 선정">
            <a:extLst xmlns:a="http://schemas.openxmlformats.org/drawingml/2006/main">
              <a:ext uri="{FF2B5EF4-FFF2-40B4-BE49-F238E27FC236}">
                <a16:creationId xmlns:a16="http://schemas.microsoft.com/office/drawing/2014/main" id="{20A1643A-C330-462C-A791-729BAB069A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작업의 선정</a:t>
            </a:r>
          </a:p>
        </p:txBody>
      </p:sp>
      <p:sp>
        <p:nvSpPr>
          <p:cNvPr id="2" name="S77">
            <a:extLst xmlns:a="http://schemas.openxmlformats.org/drawingml/2006/main">
              <a:ext uri="{FF2B5EF4-FFF2-40B4-BE49-F238E27FC236}">
                <a16:creationId xmlns:a16="http://schemas.microsoft.com/office/drawing/2014/main" id="{A3C60162-BE56-4CDD-9ED9-6448B34B2D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대표 작업은 서로 다른 위험을 확인한다">
            <a:extLst xmlns:a="http://schemas.openxmlformats.org/drawingml/2006/main">
              <a:ext uri="{FF2B5EF4-FFF2-40B4-BE49-F238E27FC236}">
                <a16:creationId xmlns:a16="http://schemas.microsoft.com/office/drawing/2014/main" id="{E60908F7-6090-4E38-8A39-F35135021C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작업은 서로 다른 위험을 확인한다</a:t>
            </a:r>
          </a:p>
        </p:txBody>
      </p:sp>
      <p:sp>
        <p:nvSpPr>
          <p:cNvPr id="4" name="">
            <a:extLst xmlns:a="http://schemas.openxmlformats.org/drawingml/2006/main">
              <a:ext uri="{FF2B5EF4-FFF2-40B4-BE49-F238E27FC236}">
                <a16:creationId xmlns:a16="http://schemas.microsoft.com/office/drawing/2014/main" id="{45AE38DC-5D90-4160-99FB-8BD26E0E85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EVAL-01~04 평가 설계 · 네 작업 모두 변경 후 실행 결과 없음">
            <a:extLst xmlns:a="http://schemas.openxmlformats.org/drawingml/2006/main">
              <a:ext uri="{FF2B5EF4-FFF2-40B4-BE49-F238E27FC236}">
                <a16:creationId xmlns:a16="http://schemas.microsoft.com/office/drawing/2014/main" id="{7E445AF1-49C9-432F-8125-D774C19714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EVAL-01~04 평가 설계 · 네 작업 모두 변경 후 실행 결과 없음</a:t>
            </a:r>
          </a:p>
        </p:txBody>
      </p:sp>
      <p:sp>
        <p:nvSpPr>
          <p:cNvPr id="6" name="버그·성능은 별도 과거 사례 참고 · 문서·리팩터링은 설계만 있음 · 새 실행·PASS/FAIL 없음">
            <a:extLst xmlns:a="http://schemas.openxmlformats.org/drawingml/2006/main">
              <a:ext uri="{FF2B5EF4-FFF2-40B4-BE49-F238E27FC236}">
                <a16:creationId xmlns:a16="http://schemas.microsoft.com/office/drawing/2014/main" id="{53692539-46D0-4C50-AB8D-703A22B5C0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버그·성능은 별도 과거 사례 참고 · 문서·리팩터링은 설계만 있음 · 새 실행·PASS/FAIL 없음</a:t>
            </a:r>
          </a:p>
        </p:txBody>
      </p:sp>
      <p:sp>
        <p:nvSpPr>
          <p:cNvPr id="7" name="지침을 바꿨다면, 서로 다른 작업에도 적용해 본다">
            <a:extLst xmlns:a="http://schemas.openxmlformats.org/drawingml/2006/main">
              <a:ext uri="{FF2B5EF4-FFF2-40B4-BE49-F238E27FC236}">
                <a16:creationId xmlns:a16="http://schemas.microsoft.com/office/drawing/2014/main" id="{69FE0B04-5CB1-427A-9418-F2FFAD169915}"/>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지침을 바꿨다면, 서로 다른 작업에도 적용해 본다</a:t>
            </a:r>
          </a:p>
        </p:txBody>
      </p:sp>
      <p:graphicFrame>
        <p:nvGraphicFramePr>
          <p:cNvPr id="8" name="">
            <a:extLst xmlns:a="http://schemas.openxmlformats.org/drawingml/2006/main">
              <a:ext uri="{FF2B5EF4-FFF2-40B4-BE49-F238E27FC236}">
                <a16:creationId xmlns:a16="http://schemas.microsoft.com/office/drawing/2014/main" id="{47161C2C-7747-41E1-8D45-DAF5E19C4484}"/>
              </a:ext>
            </a:extLst>
          </p:cNvPr>
          <p:cNvGraphicFramePr/>
          <p:nvPr/>
        </p:nvGraphicFramePr>
        <p:xfrm>
          <a:off xmlns:a="http://schemas.openxmlformats.org/drawingml/2006/main" x="609600" y="2514600"/>
          <a:ext xmlns:a="http://schemas.openxmlformats.org/drawingml/2006/main" cx="10972800" cy="2857500"/>
        </p:xfrm>
        <a:graphic xmlns:a="http://schemas.openxmlformats.org/drawingml/2006/main">
          <a:graphicData uri="http://schemas.openxmlformats.org/drawingml/2006/table">
            <a:tbl>
              <a:tblPr firstRow="0" bandRow="0"/>
              <a:tblGrid>
                <a:gridCol w="2286000"/>
                <a:gridCol w="5943600"/>
                <a:gridCol w="2743200"/>
              </a:tblGrid>
              <a:tr h="457200">
                <a:tc>
                  <a:txBody>
                    <a:bodyPr wrap="none">
                      <a:noAutofit/>
                    </a:bodyPr>
                    <a:lstStyle/>
                    <a:p>
                      <a:pPr algn="l"/>
                      <a:r>
                        <a:rPr sz="1875" b="1">
                          <a:solidFill>
                            <a:srgbClr val="0B6172"/>
                          </a:solidFill>
                          <a:latin typeface="Malgun Gothic"/>
                          <a:ea typeface="Malgun Gothic"/>
                          <a:cs typeface="Malgun Gothic"/>
                        </a:rPr>
                        <a:t>작업 종류</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확인하려는 위험</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기존 근거</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600075">
                <a:tc>
                  <a:txBody>
                    <a:bodyPr wrap="none">
                      <a:noAutofit/>
                    </a:bodyPr>
                    <a:lstStyle/>
                    <a:p>
                      <a:pPr algn="l"/>
                      <a:r>
                        <a:rPr sz="1950" b="1">
                          <a:solidFill>
                            <a:srgbClr val="17212B"/>
                          </a:solidFill>
                          <a:latin typeface="Malgun Gothic"/>
                          <a:ea typeface="Malgun Gothic"/>
                          <a:cs typeface="Malgun Gothic"/>
                        </a:rPr>
                        <a:t>버그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동작 명세를 놓치지 않는가?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성능 변경</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측정·검증 범위를 지키는가?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문서만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불필요한 절차를 강요하는가?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작은 리팩터링</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다른 유효한 작업을 방해하는가?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bl>
          </a:graphicData>
        </a:graphic>
      </p:graphicFrame>
      <p:sp>
        <p:nvSpPr>
          <p:cNvPr id="9" name="Legacy module connection">
            <a:extLst xmlns:a="http://schemas.openxmlformats.org/drawingml/2006/main">
              <a:ext uri="{FF2B5EF4-FFF2-40B4-BE49-F238E27FC236}">
                <a16:creationId xmlns:a16="http://schemas.microsoft.com/office/drawing/2014/main" id="{CCF0BAC8-3EA2-41DD-89B8-C6D1995E98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88684535"/>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규칙의 영향과 유지 비용">
            <a:extLst xmlns:a="http://schemas.openxmlformats.org/drawingml/2006/main">
              <a:ext uri="{FF2B5EF4-FFF2-40B4-BE49-F238E27FC236}">
                <a16:creationId xmlns:a16="http://schemas.microsoft.com/office/drawing/2014/main" id="{223EBCE0-1BD7-4F62-B41E-5618E9932AB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규칙의 영향과 유지 비용</a:t>
            </a:r>
          </a:p>
        </p:txBody>
      </p:sp>
      <p:sp>
        <p:nvSpPr>
          <p:cNvPr id="2" name="S78">
            <a:extLst xmlns:a="http://schemas.openxmlformats.org/drawingml/2006/main">
              <a:ext uri="{FF2B5EF4-FFF2-40B4-BE49-F238E27FC236}">
                <a16:creationId xmlns:a16="http://schemas.microsoft.com/office/drawing/2014/main" id="{FDABCBD4-2524-4E20-892E-8EF15AF3CD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한 작업에 맞춘 규칙,&#10;다른 작업에도 맞을까?">
            <a:extLst xmlns:a="http://schemas.openxmlformats.org/drawingml/2006/main">
              <a:ext uri="{FF2B5EF4-FFF2-40B4-BE49-F238E27FC236}">
                <a16:creationId xmlns:a16="http://schemas.microsoft.com/office/drawing/2014/main" id="{07003287-7096-4D4B-871E-3DB27CF289E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한 작업에 맞춘 규칙,</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다른 작업에도 맞을까?</a:t>
            </a:r>
          </a:p>
        </p:txBody>
      </p:sp>
      <p:sp>
        <p:nvSpPr>
          <p:cNvPr id="4" name="">
            <a:extLst xmlns:a="http://schemas.openxmlformats.org/drawingml/2006/main">
              <a:ext uri="{FF2B5EF4-FFF2-40B4-BE49-F238E27FC236}">
                <a16:creationId xmlns:a16="http://schemas.microsoft.com/office/drawing/2014/main" id="{72C186D3-6587-4BC8-998F-E4C5EDF2CE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특정 작업에만 맞추는 과적합은 교육용 비유">
            <a:extLst xmlns:a="http://schemas.openxmlformats.org/drawingml/2006/main">
              <a:ext uri="{FF2B5EF4-FFF2-40B4-BE49-F238E27FC236}">
                <a16:creationId xmlns:a16="http://schemas.microsoft.com/office/drawing/2014/main" id="{A22658F3-A6B3-4418-808C-F4059C8170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특정 작업에만 맞추는 과적합은 교육용 비유</a:t>
            </a:r>
          </a:p>
        </p:txBody>
      </p:sp>
      <p:sp>
        <p:nvSpPr>
          <p:cNvPr id="6" name="아래는 가정의 비교 · 실제 실행·비용 측정 아님 · ML의 통계적 과적합과 동일시하지 않음">
            <a:extLst xmlns:a="http://schemas.openxmlformats.org/drawingml/2006/main">
              <a:ext uri="{FF2B5EF4-FFF2-40B4-BE49-F238E27FC236}">
                <a16:creationId xmlns:a16="http://schemas.microsoft.com/office/drawing/2014/main" id="{2263F3BC-9ACB-40A8-986C-542CBB046B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가정의 비교 · 실제 실행·비용 측정 아님 · ML의 통계적 과적합과 동일시하지 않음</a:t>
            </a:r>
          </a:p>
        </p:txBody>
      </p:sp>
      <p:sp>
        <p:nvSpPr>
          <p:cNvPr id="7" name="가정: 모든 작업에 통합 테스트를 요구하도록 넓힌다면">
            <a:extLst xmlns:a="http://schemas.openxmlformats.org/drawingml/2006/main">
              <a:ext uri="{FF2B5EF4-FFF2-40B4-BE49-F238E27FC236}">
                <a16:creationId xmlns:a16="http://schemas.microsoft.com/office/drawing/2014/main" id="{44CEC5AA-0434-4FDA-A4A4-A7F4D5661571}"/>
              </a:ext>
            </a:extLst>
          </p:cNvPr>
          <p:cNvSpPr>
            <a:spLocks xmlns:a="http://schemas.openxmlformats.org/drawingml/2006/main" noGrp="1"/>
          </p:cNvSpPr>
          <p:nvPr/>
        </p:nvSpPr>
        <p:spPr>
          <a:xfrm xmlns:a="http://schemas.openxmlformats.org/drawingml/2006/main">
            <a:off x="609600" y="20574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가정: 모든 작업에 통합 테스트를 요구하도록 넓힌다면</a:t>
            </a:r>
          </a:p>
        </p:txBody>
      </p:sp>
      <p:sp>
        <p:nvSpPr>
          <p:cNvPr id="8" name="전역 지침">
            <a:extLst xmlns:a="http://schemas.openxmlformats.org/drawingml/2006/main">
              <a:ext uri="{FF2B5EF4-FFF2-40B4-BE49-F238E27FC236}">
                <a16:creationId xmlns:a16="http://schemas.microsoft.com/office/drawing/2014/main" id="{8A45E17A-8465-499D-991F-90D52774463E}"/>
              </a:ext>
            </a:extLst>
          </p:cNvPr>
          <p:cNvSpPr>
            <a:spLocks xmlns:a="http://schemas.openxmlformats.org/drawingml/2006/main" noGrp="1"/>
          </p:cNvSpPr>
          <p:nvPr/>
        </p:nvSpPr>
        <p:spPr>
          <a:xfrm xmlns:a="http://schemas.openxmlformats.org/drawingml/2006/main">
            <a:off x="609600" y="291465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전역 지침</a:t>
            </a:r>
          </a:p>
        </p:txBody>
      </p:sp>
      <p:sp>
        <p:nvSpPr>
          <p:cNvPr id="9" name="">
            <a:extLst xmlns:a="http://schemas.openxmlformats.org/drawingml/2006/main">
              <a:ext uri="{FF2B5EF4-FFF2-40B4-BE49-F238E27FC236}">
                <a16:creationId xmlns:a16="http://schemas.microsoft.com/office/drawing/2014/main" id="{5EEB118E-50C4-4C9D-BF07-4F5D35E513EC}"/>
              </a:ext>
            </a:extLst>
          </p:cNvPr>
          <p:cNvSpPr>
            <a:spLocks xmlns:a="http://schemas.openxmlformats.org/drawingml/2006/main" noGrp="1"/>
          </p:cNvSpPr>
          <p:nvPr/>
        </p:nvSpPr>
        <p:spPr>
          <a:xfrm xmlns:a="http://schemas.openxmlformats.org/drawingml/2006/main">
            <a:off x="609600" y="3390900"/>
            <a:ext cx="335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모든 작업에&#10;통합 테스트">
            <a:extLst xmlns:a="http://schemas.openxmlformats.org/drawingml/2006/main">
              <a:ext uri="{FF2B5EF4-FFF2-40B4-BE49-F238E27FC236}">
                <a16:creationId xmlns:a16="http://schemas.microsoft.com/office/drawing/2014/main" id="{8C750377-4DD1-4B0E-AF81-56C4F4D78D5C}"/>
              </a:ext>
            </a:extLst>
          </p:cNvPr>
          <p:cNvSpPr>
            <a:spLocks xmlns:a="http://schemas.openxmlformats.org/drawingml/2006/main" noGrp="1"/>
          </p:cNvSpPr>
          <p:nvPr/>
        </p:nvSpPr>
        <p:spPr>
          <a:xfrm xmlns:a="http://schemas.openxmlformats.org/drawingml/2006/main">
            <a:off x="609600" y="3629025"/>
            <a:ext cx="33528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모든 작업에</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통합 테스트</a:t>
            </a:r>
          </a:p>
        </p:txBody>
      </p:sp>
      <p:cxnSp>
        <p:nvCxnSpPr>
          <p:cNvPr id="11" name="">
            <a:extLst xmlns:a="http://schemas.openxmlformats.org/drawingml/2006/main">
              <a:ext uri="{FF2B5EF4-FFF2-40B4-BE49-F238E27FC236}">
                <a16:creationId xmlns:a16="http://schemas.microsoft.com/office/drawing/2014/main" id="{ADAD590C-CD6F-43AD-A58B-5513B563F3D5}"/>
              </a:ext>
            </a:extLst>
          </p:cNvPr>
          <p:cNvCxnSpPr/>
          <p:nvPr/>
        </p:nvCxnSpPr>
        <p:spPr>
          <a:xfrm xmlns:a="http://schemas.openxmlformats.org/drawingml/2006/main">
            <a:off x="4171950" y="3933825"/>
            <a:ext cx="1181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FA8397A3-FE77-4FA0-B9EA-8EA4AA79D6A4}"/>
              </a:ext>
            </a:extLst>
          </p:cNvPr>
          <p:cNvSpPr>
            <a:spLocks xmlns:a="http://schemas.openxmlformats.org/drawingml/2006/main" noGrp="1"/>
          </p:cNvSpPr>
          <p:nvPr/>
        </p:nvSpPr>
        <p:spPr>
          <a:xfrm xmlns:a="http://schemas.openxmlformats.org/drawingml/2006/main">
            <a:off x="5353050" y="3171825"/>
            <a:ext cx="0" cy="15240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FE4DD059-3673-4EEA-8239-D6E0FA90EEB7}"/>
              </a:ext>
            </a:extLst>
          </p:cNvPr>
          <p:cNvCxnSpPr/>
          <p:nvPr/>
        </p:nvCxnSpPr>
        <p:spPr>
          <a:xfrm xmlns:a="http://schemas.openxmlformats.org/drawingml/2006/main">
            <a:off x="5353050" y="3171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C9427A5D-D677-43A1-81F6-57E07EA8463A}"/>
              </a:ext>
            </a:extLst>
          </p:cNvPr>
          <p:cNvCxnSpPr/>
          <p:nvPr/>
        </p:nvCxnSpPr>
        <p:spPr>
          <a:xfrm xmlns:a="http://schemas.openxmlformats.org/drawingml/2006/main">
            <a:off x="5353050" y="4695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코드 변경">
            <a:extLst xmlns:a="http://schemas.openxmlformats.org/drawingml/2006/main">
              <a:ext uri="{FF2B5EF4-FFF2-40B4-BE49-F238E27FC236}">
                <a16:creationId xmlns:a16="http://schemas.microsoft.com/office/drawing/2014/main" id="{7FCAE49A-5E36-4F47-BF04-16C79CA631EB}"/>
              </a:ext>
            </a:extLst>
          </p:cNvPr>
          <p:cNvSpPr>
            <a:spLocks xmlns:a="http://schemas.openxmlformats.org/drawingml/2006/main" noGrp="1"/>
          </p:cNvSpPr>
          <p:nvPr/>
        </p:nvSpPr>
        <p:spPr>
          <a:xfrm xmlns:a="http://schemas.openxmlformats.org/drawingml/2006/main">
            <a:off x="6705600" y="273367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코드 변경</a:t>
            </a:r>
          </a:p>
        </p:txBody>
      </p:sp>
      <p:sp>
        <p:nvSpPr>
          <p:cNvPr id="16" name="필요한 검증 범위를 확인">
            <a:extLst xmlns:a="http://schemas.openxmlformats.org/drawingml/2006/main">
              <a:ext uri="{FF2B5EF4-FFF2-40B4-BE49-F238E27FC236}">
                <a16:creationId xmlns:a16="http://schemas.microsoft.com/office/drawing/2014/main" id="{786CAA3D-5BFE-4752-BBE5-F920878F218B}"/>
              </a:ext>
            </a:extLst>
          </p:cNvPr>
          <p:cNvSpPr>
            <a:spLocks xmlns:a="http://schemas.openxmlformats.org/drawingml/2006/main" noGrp="1"/>
          </p:cNvSpPr>
          <p:nvPr/>
        </p:nvSpPr>
        <p:spPr>
          <a:xfrm xmlns:a="http://schemas.openxmlformats.org/drawingml/2006/main">
            <a:off x="6705600" y="31908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필요한 검증 범위를 확인</a:t>
            </a:r>
          </a:p>
        </p:txBody>
      </p:sp>
      <p:sp>
        <p:nvSpPr>
          <p:cNvPr id="17" name="문서만 수정">
            <a:extLst xmlns:a="http://schemas.openxmlformats.org/drawingml/2006/main">
              <a:ext uri="{FF2B5EF4-FFF2-40B4-BE49-F238E27FC236}">
                <a16:creationId xmlns:a16="http://schemas.microsoft.com/office/drawing/2014/main" id="{8E8D7C45-5104-46DA-80BA-510F18452500}"/>
              </a:ext>
            </a:extLst>
          </p:cNvPr>
          <p:cNvSpPr>
            <a:spLocks xmlns:a="http://schemas.openxmlformats.org/drawingml/2006/main" noGrp="1"/>
          </p:cNvSpPr>
          <p:nvPr/>
        </p:nvSpPr>
        <p:spPr>
          <a:xfrm xmlns:a="http://schemas.openxmlformats.org/drawingml/2006/main">
            <a:off x="6705600" y="41910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문서만 수정</a:t>
            </a:r>
          </a:p>
        </p:txBody>
      </p:sp>
      <p:sp>
        <p:nvSpPr>
          <p:cNvPr id="18" name="불필요한 절차가 될 수 있음">
            <a:extLst xmlns:a="http://schemas.openxmlformats.org/drawingml/2006/main">
              <a:ext uri="{FF2B5EF4-FFF2-40B4-BE49-F238E27FC236}">
                <a16:creationId xmlns:a16="http://schemas.microsoft.com/office/drawing/2014/main" id="{B0808E16-A84F-4C0B-873F-F4083F15FDA3}"/>
              </a:ext>
            </a:extLst>
          </p:cNvPr>
          <p:cNvSpPr>
            <a:spLocks xmlns:a="http://schemas.openxmlformats.org/drawingml/2006/main" noGrp="1"/>
          </p:cNvSpPr>
          <p:nvPr/>
        </p:nvSpPr>
        <p:spPr>
          <a:xfrm xmlns:a="http://schemas.openxmlformats.org/drawingml/2006/main">
            <a:off x="6705600" y="4648200"/>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불필요한 절차가 될 수 있음</a:t>
            </a:r>
          </a:p>
        </p:txBody>
      </p:sp>
      <p:sp>
        <p:nvSpPr>
          <p:cNvPr id="19" name="규칙 누적·충돌·특정 작업 편중을 보고, 원인과 범위에 맞춰 정리">
            <a:extLst xmlns:a="http://schemas.openxmlformats.org/drawingml/2006/main">
              <a:ext uri="{FF2B5EF4-FFF2-40B4-BE49-F238E27FC236}">
                <a16:creationId xmlns:a16="http://schemas.microsoft.com/office/drawing/2014/main" id="{DE1A6C2F-22C2-45D3-B3D4-331B0C3D142E}"/>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규칙 누적·충돌·특정 작업 편중을 보고, 원인과 범위에 맞춰 정리</a:t>
            </a:r>
          </a:p>
        </p:txBody>
      </p:sp>
      <p:sp>
        <p:nvSpPr>
          <p:cNvPr id="20" name="Legacy module connection">
            <a:extLst xmlns:a="http://schemas.openxmlformats.org/drawingml/2006/main">
              <a:ext uri="{FF2B5EF4-FFF2-40B4-BE49-F238E27FC236}">
                <a16:creationId xmlns:a16="http://schemas.microsoft.com/office/drawing/2014/main" id="{3760042C-4735-4436-9AA5-F987818019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05027252"/>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4 · 이 교육의 Loop 운영 모델">
            <a:extLst xmlns:a="http://schemas.openxmlformats.org/drawingml/2006/main">
              <a:ext uri="{FF2B5EF4-FFF2-40B4-BE49-F238E27FC236}">
                <a16:creationId xmlns:a16="http://schemas.microsoft.com/office/drawing/2014/main" id="{2528F60B-6D25-4B33-ADF9-C9C2C7E1E8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운영 모델</a:t>
            </a:r>
          </a:p>
        </p:txBody>
      </p:sp>
      <p:sp>
        <p:nvSpPr>
          <p:cNvPr id="2" name="S79">
            <a:extLst xmlns:a="http://schemas.openxmlformats.org/drawingml/2006/main">
              <a:ext uri="{FF2B5EF4-FFF2-40B4-BE49-F238E27FC236}">
                <a16:creationId xmlns:a16="http://schemas.microsoft.com/office/drawing/2014/main" id="{562A409E-5C03-4945-A60D-9428C31595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관찰을 시스템 개선으로 잇는 Loop">
            <a:extLst xmlns:a="http://schemas.openxmlformats.org/drawingml/2006/main">
              <a:ext uri="{FF2B5EF4-FFF2-40B4-BE49-F238E27FC236}">
                <a16:creationId xmlns:a16="http://schemas.microsoft.com/office/drawing/2014/main" id="{78C19210-1A94-46D0-A8D2-96D3717C83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관찰을 시스템 개선으로 잇는 Loop</a:t>
            </a:r>
          </a:p>
        </p:txBody>
      </p:sp>
      <p:sp>
        <p:nvSpPr>
          <p:cNvPr id="4" name="">
            <a:extLst xmlns:a="http://schemas.openxmlformats.org/drawingml/2006/main">
              <a:ext uri="{FF2B5EF4-FFF2-40B4-BE49-F238E27FC236}">
                <a16:creationId xmlns:a16="http://schemas.microsoft.com/office/drawing/2014/main" id="{D591C3BA-5286-4D87-9366-9D99A74A7F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앞선 가상 사례를 정리한 운영 모델">
            <a:extLst xmlns:a="http://schemas.openxmlformats.org/drawingml/2006/main">
              <a:ext uri="{FF2B5EF4-FFF2-40B4-BE49-F238E27FC236}">
                <a16:creationId xmlns:a16="http://schemas.microsoft.com/office/drawing/2014/main" id="{FF94ADF6-36AD-4C18-9B8D-265137483B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앞선 가상 사례를 정리한 운영 모델</a:t>
            </a:r>
          </a:p>
        </p:txBody>
      </p:sp>
      <p:sp>
        <p:nvSpPr>
          <p:cNvPr id="6" name="실제 실행·수정·평가 결과 없음 · 자동 학습이나 관찰된 Product Loop가 아님">
            <a:extLst xmlns:a="http://schemas.openxmlformats.org/drawingml/2006/main">
              <a:ext uri="{FF2B5EF4-FFF2-40B4-BE49-F238E27FC236}">
                <a16:creationId xmlns:a16="http://schemas.microsoft.com/office/drawing/2014/main" id="{B4F72672-0648-4815-A500-4FD1C94D9B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실행·수정·평가 결과 없음 · 자동 학습이나 관찰된 Product Loop가 아님</a:t>
            </a:r>
          </a:p>
        </p:txBody>
      </p:sp>
      <p:sp>
        <p:nvSpPr>
          <p:cNvPr id="7" name="앞 단계에서 얻은 근거로, 다음 단계의 판단을 한다">
            <a:extLst xmlns:a="http://schemas.openxmlformats.org/drawingml/2006/main">
              <a:ext uri="{FF2B5EF4-FFF2-40B4-BE49-F238E27FC236}">
                <a16:creationId xmlns:a16="http://schemas.microsoft.com/office/drawing/2014/main" id="{8C4BA2E1-B8E3-4826-B49C-A7E15664E4C3}"/>
              </a:ext>
            </a:extLst>
          </p:cNvPr>
          <p:cNvSpPr>
            <a:spLocks xmlns:a="http://schemas.openxmlformats.org/drawingml/2006/main" noGrp="1"/>
          </p:cNvSpPr>
          <p:nvPr/>
        </p:nvSpPr>
        <p:spPr>
          <a:xfrm xmlns:a="http://schemas.openxmlformats.org/drawingml/2006/main">
            <a:off x="609600" y="17811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 단계에서 얻은 근거로, 다음 단계의 판단을 한다</a:t>
            </a:r>
          </a:p>
        </p:txBody>
      </p:sp>
      <p:sp>
        <p:nvSpPr>
          <p:cNvPr id="8" name="01">
            <a:extLst xmlns:a="http://schemas.openxmlformats.org/drawingml/2006/main">
              <a:ext uri="{FF2B5EF4-FFF2-40B4-BE49-F238E27FC236}">
                <a16:creationId xmlns:a16="http://schemas.microsoft.com/office/drawing/2014/main" id="{FC29F806-5654-42AD-8E0B-BE58DEEA7C3A}"/>
              </a:ext>
            </a:extLst>
          </p:cNvPr>
          <p:cNvSpPr>
            <a:spLocks xmlns:a="http://schemas.openxmlformats.org/drawingml/2006/main" noGrp="1"/>
          </p:cNvSpPr>
          <p:nvPr/>
        </p:nvSpPr>
        <p:spPr>
          <a:xfrm xmlns:a="http://schemas.openxmlformats.org/drawingml/2006/main">
            <a:off x="6096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D257D581-5B8E-4CEC-AF74-CFDA56B7EFE3}"/>
              </a:ext>
            </a:extLst>
          </p:cNvPr>
          <p:cNvSpPr>
            <a:spLocks xmlns:a="http://schemas.openxmlformats.org/drawingml/2006/main" noGrp="1"/>
          </p:cNvSpPr>
          <p:nvPr/>
        </p:nvSpPr>
        <p:spPr>
          <a:xfrm xmlns:a="http://schemas.openxmlformats.org/drawingml/2006/main">
            <a:off x="6096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1811A52A-4006-4A5A-AD1B-FF9E8D8DD07E}"/>
              </a:ext>
            </a:extLst>
          </p:cNvPr>
          <p:cNvSpPr>
            <a:spLocks xmlns:a="http://schemas.openxmlformats.org/drawingml/2006/main" noGrp="1"/>
          </p:cNvSpPr>
          <p:nvPr/>
        </p:nvSpPr>
        <p:spPr>
          <a:xfrm xmlns:a="http://schemas.openxmlformats.org/drawingml/2006/main">
            <a:off x="6096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요청·지침대로&#10;무엇을 했나?">
            <a:extLst xmlns:a="http://schemas.openxmlformats.org/drawingml/2006/main">
              <a:ext uri="{FF2B5EF4-FFF2-40B4-BE49-F238E27FC236}">
                <a16:creationId xmlns:a16="http://schemas.microsoft.com/office/drawing/2014/main" id="{1ED20D84-0F17-4EFC-849F-DBC3FECFE9FA}"/>
              </a:ext>
            </a:extLst>
          </p:cNvPr>
          <p:cNvSpPr>
            <a:spLocks xmlns:a="http://schemas.openxmlformats.org/drawingml/2006/main" noGrp="1"/>
          </p:cNvSpPr>
          <p:nvPr/>
        </p:nvSpPr>
        <p:spPr>
          <a:xfrm xmlns:a="http://schemas.openxmlformats.org/drawingml/2006/main">
            <a:off x="6096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요청·지침대로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715730A3-C3D3-47BD-A9F0-5023D540A990}"/>
              </a:ext>
            </a:extLst>
          </p:cNvPr>
          <p:cNvSpPr>
            <a:spLocks xmlns:a="http://schemas.openxmlformats.org/drawingml/2006/main" noGrp="1"/>
          </p:cNvSpPr>
          <p:nvPr/>
        </p:nvSpPr>
        <p:spPr>
          <a:xfrm xmlns:a="http://schemas.openxmlformats.org/drawingml/2006/main">
            <a:off x="6096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수행한 작업의&#10;기록">
            <a:extLst xmlns:a="http://schemas.openxmlformats.org/drawingml/2006/main">
              <a:ext uri="{FF2B5EF4-FFF2-40B4-BE49-F238E27FC236}">
                <a16:creationId xmlns:a16="http://schemas.microsoft.com/office/drawing/2014/main" id="{1A7B2B8D-063B-4D10-97A0-2F2F8A026B4F}"/>
              </a:ext>
            </a:extLst>
          </p:cNvPr>
          <p:cNvSpPr>
            <a:spLocks xmlns:a="http://schemas.openxmlformats.org/drawingml/2006/main" noGrp="1"/>
          </p:cNvSpPr>
          <p:nvPr/>
        </p:nvSpPr>
        <p:spPr>
          <a:xfrm xmlns:a="http://schemas.openxmlformats.org/drawingml/2006/main">
            <a:off x="7048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수행한 작업의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기록</a:t>
            </a:r>
          </a:p>
        </p:txBody>
      </p:sp>
      <p:cxnSp>
        <p:nvCxnSpPr>
          <p:cNvPr id="14" name="">
            <a:extLst xmlns:a="http://schemas.openxmlformats.org/drawingml/2006/main">
              <a:ext uri="{FF2B5EF4-FFF2-40B4-BE49-F238E27FC236}">
                <a16:creationId xmlns:a16="http://schemas.microsoft.com/office/drawing/2014/main" id="{E36FD21B-2A45-4E79-975F-8ED29511A2FF}"/>
              </a:ext>
            </a:extLst>
          </p:cNvPr>
          <p:cNvCxnSpPr/>
          <p:nvPr/>
        </p:nvCxnSpPr>
        <p:spPr>
          <a:xfrm xmlns:a="http://schemas.openxmlformats.org/drawingml/2006/main">
            <a:off x="26479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02">
            <a:extLst xmlns:a="http://schemas.openxmlformats.org/drawingml/2006/main">
              <a:ext uri="{FF2B5EF4-FFF2-40B4-BE49-F238E27FC236}">
                <a16:creationId xmlns:a16="http://schemas.microsoft.com/office/drawing/2014/main" id="{88664B4C-79AE-480F-8A1B-29E8CE4CDDAE}"/>
              </a:ext>
            </a:extLst>
          </p:cNvPr>
          <p:cNvSpPr>
            <a:spLocks xmlns:a="http://schemas.openxmlformats.org/drawingml/2006/main" noGrp="1"/>
          </p:cNvSpPr>
          <p:nvPr/>
        </p:nvSpPr>
        <p:spPr>
          <a:xfrm xmlns:a="http://schemas.openxmlformats.org/drawingml/2006/main">
            <a:off x="28575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DC804EC1-EF96-42E0-A0BB-8F8B1E62E47D}"/>
              </a:ext>
            </a:extLst>
          </p:cNvPr>
          <p:cNvSpPr>
            <a:spLocks xmlns:a="http://schemas.openxmlformats.org/drawingml/2006/main" noGrp="1"/>
          </p:cNvSpPr>
          <p:nvPr/>
        </p:nvSpPr>
        <p:spPr>
          <a:xfrm xmlns:a="http://schemas.openxmlformats.org/drawingml/2006/main">
            <a:off x="28575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4ECCD526-DD15-41BC-8639-C931536B21BF}"/>
              </a:ext>
            </a:extLst>
          </p:cNvPr>
          <p:cNvSpPr>
            <a:spLocks xmlns:a="http://schemas.openxmlformats.org/drawingml/2006/main" noGrp="1"/>
          </p:cNvSpPr>
          <p:nvPr/>
        </p:nvSpPr>
        <p:spPr>
          <a:xfrm xmlns:a="http://schemas.openxmlformats.org/drawingml/2006/main">
            <a:off x="28575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기준과 무엇이&#10;달랐나?">
            <a:extLst xmlns:a="http://schemas.openxmlformats.org/drawingml/2006/main">
              <a:ext uri="{FF2B5EF4-FFF2-40B4-BE49-F238E27FC236}">
                <a16:creationId xmlns:a16="http://schemas.microsoft.com/office/drawing/2014/main" id="{9023D29E-269C-4B5F-A0CC-A0C11D882334}"/>
              </a:ext>
            </a:extLst>
          </p:cNvPr>
          <p:cNvSpPr>
            <a:spLocks xmlns:a="http://schemas.openxmlformats.org/drawingml/2006/main" noGrp="1"/>
          </p:cNvSpPr>
          <p:nvPr/>
        </p:nvSpPr>
        <p:spPr>
          <a:xfrm xmlns:a="http://schemas.openxmlformats.org/drawingml/2006/main">
            <a:off x="28575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기준과 무엇이</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달랐나?</a:t>
            </a:r>
          </a:p>
        </p:txBody>
      </p:sp>
      <p:sp>
        <p:nvSpPr>
          <p:cNvPr id="19" name="">
            <a:extLst xmlns:a="http://schemas.openxmlformats.org/drawingml/2006/main">
              <a:ext uri="{FF2B5EF4-FFF2-40B4-BE49-F238E27FC236}">
                <a16:creationId xmlns:a16="http://schemas.microsoft.com/office/drawing/2014/main" id="{BC383FB6-5F2C-4849-BF60-23C2A09DA4CD}"/>
              </a:ext>
            </a:extLst>
          </p:cNvPr>
          <p:cNvSpPr>
            <a:spLocks xmlns:a="http://schemas.openxmlformats.org/drawingml/2006/main" noGrp="1"/>
          </p:cNvSpPr>
          <p:nvPr/>
        </p:nvSpPr>
        <p:spPr>
          <a:xfrm xmlns:a="http://schemas.openxmlformats.org/drawingml/2006/main">
            <a:off x="28575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현재 기준과의&#10;차이">
            <a:extLst xmlns:a="http://schemas.openxmlformats.org/drawingml/2006/main">
              <a:ext uri="{FF2B5EF4-FFF2-40B4-BE49-F238E27FC236}">
                <a16:creationId xmlns:a16="http://schemas.microsoft.com/office/drawing/2014/main" id="{8F9D3022-2C29-40DA-96C3-1047DAD2F978}"/>
              </a:ext>
            </a:extLst>
          </p:cNvPr>
          <p:cNvSpPr>
            <a:spLocks xmlns:a="http://schemas.openxmlformats.org/drawingml/2006/main" noGrp="1"/>
          </p:cNvSpPr>
          <p:nvPr/>
        </p:nvSpPr>
        <p:spPr>
          <a:xfrm xmlns:a="http://schemas.openxmlformats.org/drawingml/2006/main">
            <a:off x="29527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현재 기준과의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차이</a:t>
            </a:r>
          </a:p>
        </p:txBody>
      </p:sp>
      <p:cxnSp>
        <p:nvCxnSpPr>
          <p:cNvPr id="21" name="">
            <a:extLst xmlns:a="http://schemas.openxmlformats.org/drawingml/2006/main">
              <a:ext uri="{FF2B5EF4-FFF2-40B4-BE49-F238E27FC236}">
                <a16:creationId xmlns:a16="http://schemas.microsoft.com/office/drawing/2014/main" id="{4CA265C1-E8D7-4CEA-AB05-05C2F4420F72}"/>
              </a:ext>
            </a:extLst>
          </p:cNvPr>
          <p:cNvCxnSpPr/>
          <p:nvPr/>
        </p:nvCxnSpPr>
        <p:spPr>
          <a:xfrm xmlns:a="http://schemas.openxmlformats.org/drawingml/2006/main">
            <a:off x="48958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03">
            <a:extLst xmlns:a="http://schemas.openxmlformats.org/drawingml/2006/main">
              <a:ext uri="{FF2B5EF4-FFF2-40B4-BE49-F238E27FC236}">
                <a16:creationId xmlns:a16="http://schemas.microsoft.com/office/drawing/2014/main" id="{4A4A4C84-CE0D-4290-B5DD-806548C4652D}"/>
              </a:ext>
            </a:extLst>
          </p:cNvPr>
          <p:cNvSpPr>
            <a:spLocks xmlns:a="http://schemas.openxmlformats.org/drawingml/2006/main" noGrp="1"/>
          </p:cNvSpPr>
          <p:nvPr/>
        </p:nvSpPr>
        <p:spPr>
          <a:xfrm xmlns:a="http://schemas.openxmlformats.org/drawingml/2006/main">
            <a:off x="51054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9408A1C9-22D2-4B06-83E6-F649D6E263DA}"/>
              </a:ext>
            </a:extLst>
          </p:cNvPr>
          <p:cNvSpPr>
            <a:spLocks xmlns:a="http://schemas.openxmlformats.org/drawingml/2006/main" noGrp="1"/>
          </p:cNvSpPr>
          <p:nvPr/>
        </p:nvSpPr>
        <p:spPr>
          <a:xfrm xmlns:a="http://schemas.openxmlformats.org/drawingml/2006/main">
            <a:off x="51054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ED29B499-C9AC-412D-A861-4937335C0688}"/>
              </a:ext>
            </a:extLst>
          </p:cNvPr>
          <p:cNvSpPr>
            <a:spLocks xmlns:a="http://schemas.openxmlformats.org/drawingml/2006/main" noGrp="1"/>
          </p:cNvSpPr>
          <p:nvPr/>
        </p:nvSpPr>
        <p:spPr>
          <a:xfrm xmlns:a="http://schemas.openxmlformats.org/drawingml/2006/main">
            <a:off x="51054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무슨 근거로&#10;판단하나?">
            <a:extLst xmlns:a="http://schemas.openxmlformats.org/drawingml/2006/main">
              <a:ext uri="{FF2B5EF4-FFF2-40B4-BE49-F238E27FC236}">
                <a16:creationId xmlns:a16="http://schemas.microsoft.com/office/drawing/2014/main" id="{6E3E0250-E519-4281-A6FC-3FD110BF7680}"/>
              </a:ext>
            </a:extLst>
          </p:cNvPr>
          <p:cNvSpPr>
            <a:spLocks xmlns:a="http://schemas.openxmlformats.org/drawingml/2006/main" noGrp="1"/>
          </p:cNvSpPr>
          <p:nvPr/>
        </p:nvSpPr>
        <p:spPr>
          <a:xfrm xmlns:a="http://schemas.openxmlformats.org/drawingml/2006/main">
            <a:off x="51054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무슨 근거로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판단하나?</a:t>
            </a:r>
          </a:p>
        </p:txBody>
      </p:sp>
      <p:sp>
        <p:nvSpPr>
          <p:cNvPr id="26" name="">
            <a:extLst xmlns:a="http://schemas.openxmlformats.org/drawingml/2006/main">
              <a:ext uri="{FF2B5EF4-FFF2-40B4-BE49-F238E27FC236}">
                <a16:creationId xmlns:a16="http://schemas.microsoft.com/office/drawing/2014/main" id="{E363636A-CEB1-479C-9E3D-655C942E6A71}"/>
              </a:ext>
            </a:extLst>
          </p:cNvPr>
          <p:cNvSpPr>
            <a:spLocks xmlns:a="http://schemas.openxmlformats.org/drawingml/2006/main" noGrp="1"/>
          </p:cNvSpPr>
          <p:nvPr/>
        </p:nvSpPr>
        <p:spPr>
          <a:xfrm xmlns:a="http://schemas.openxmlformats.org/drawingml/2006/main">
            <a:off x="51054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확인한 원인과&#10;남은 가설">
            <a:extLst xmlns:a="http://schemas.openxmlformats.org/drawingml/2006/main">
              <a:ext uri="{FF2B5EF4-FFF2-40B4-BE49-F238E27FC236}">
                <a16:creationId xmlns:a16="http://schemas.microsoft.com/office/drawing/2014/main" id="{66B5CE7D-BF99-4E2A-8965-CE69912DFBB1}"/>
              </a:ext>
            </a:extLst>
          </p:cNvPr>
          <p:cNvSpPr>
            <a:spLocks xmlns:a="http://schemas.openxmlformats.org/drawingml/2006/main" noGrp="1"/>
          </p:cNvSpPr>
          <p:nvPr/>
        </p:nvSpPr>
        <p:spPr>
          <a:xfrm xmlns:a="http://schemas.openxmlformats.org/drawingml/2006/main">
            <a:off x="52006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원인과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가설</a:t>
            </a:r>
          </a:p>
        </p:txBody>
      </p:sp>
      <p:cxnSp>
        <p:nvCxnSpPr>
          <p:cNvPr id="28" name="">
            <a:extLst xmlns:a="http://schemas.openxmlformats.org/drawingml/2006/main">
              <a:ext uri="{FF2B5EF4-FFF2-40B4-BE49-F238E27FC236}">
                <a16:creationId xmlns:a16="http://schemas.microsoft.com/office/drawing/2014/main" id="{28F1CE2E-316B-42FC-8256-011EEBA7B799}"/>
              </a:ext>
            </a:extLst>
          </p:cNvPr>
          <p:cNvCxnSpPr/>
          <p:nvPr/>
        </p:nvCxnSpPr>
        <p:spPr>
          <a:xfrm xmlns:a="http://schemas.openxmlformats.org/drawingml/2006/main">
            <a:off x="71437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4">
            <a:extLst xmlns:a="http://schemas.openxmlformats.org/drawingml/2006/main">
              <a:ext uri="{FF2B5EF4-FFF2-40B4-BE49-F238E27FC236}">
                <a16:creationId xmlns:a16="http://schemas.microsoft.com/office/drawing/2014/main" id="{CB8489FC-449F-4BA4-9BC7-E7366D1523D8}"/>
              </a:ext>
            </a:extLst>
          </p:cNvPr>
          <p:cNvSpPr>
            <a:spLocks xmlns:a="http://schemas.openxmlformats.org/drawingml/2006/main" noGrp="1"/>
          </p:cNvSpPr>
          <p:nvPr/>
        </p:nvSpPr>
        <p:spPr>
          <a:xfrm xmlns:a="http://schemas.openxmlformats.org/drawingml/2006/main">
            <a:off x="73533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63C6C176-1289-4405-A400-199AE230520D}"/>
              </a:ext>
            </a:extLst>
          </p:cNvPr>
          <p:cNvSpPr>
            <a:spLocks xmlns:a="http://schemas.openxmlformats.org/drawingml/2006/main" noGrp="1"/>
          </p:cNvSpPr>
          <p:nvPr/>
        </p:nvSpPr>
        <p:spPr>
          <a:xfrm xmlns:a="http://schemas.openxmlformats.org/drawingml/2006/main">
            <a:off x="73533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5CFE0298-EBF2-4942-B2D6-30295AED2D27}"/>
              </a:ext>
            </a:extLst>
          </p:cNvPr>
          <p:cNvSpPr>
            <a:spLocks xmlns:a="http://schemas.openxmlformats.org/drawingml/2006/main" noGrp="1"/>
          </p:cNvSpPr>
          <p:nvPr/>
        </p:nvSpPr>
        <p:spPr>
          <a:xfrm xmlns:a="http://schemas.openxmlformats.org/drawingml/2006/main">
            <a:off x="73533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느 출처를&#10;얼마나 바꾸나?">
            <a:extLst xmlns:a="http://schemas.openxmlformats.org/drawingml/2006/main">
              <a:ext uri="{FF2B5EF4-FFF2-40B4-BE49-F238E27FC236}">
                <a16:creationId xmlns:a16="http://schemas.microsoft.com/office/drawing/2014/main" id="{99EEE41E-9B61-40BA-9B45-FE882A684DF7}"/>
              </a:ext>
            </a:extLst>
          </p:cNvPr>
          <p:cNvSpPr>
            <a:spLocks xmlns:a="http://schemas.openxmlformats.org/drawingml/2006/main" noGrp="1"/>
          </p:cNvSpPr>
          <p:nvPr/>
        </p:nvSpPr>
        <p:spPr>
          <a:xfrm xmlns:a="http://schemas.openxmlformats.org/drawingml/2006/main">
            <a:off x="73533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어느 출처를</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얼마나 바꾸나?</a:t>
            </a:r>
          </a:p>
        </p:txBody>
      </p:sp>
      <p:sp>
        <p:nvSpPr>
          <p:cNvPr id="33" name="">
            <a:extLst xmlns:a="http://schemas.openxmlformats.org/drawingml/2006/main">
              <a:ext uri="{FF2B5EF4-FFF2-40B4-BE49-F238E27FC236}">
                <a16:creationId xmlns:a16="http://schemas.microsoft.com/office/drawing/2014/main" id="{E9B66C2C-F45B-4FC2-B7FE-229C6E5EA734}"/>
              </a:ext>
            </a:extLst>
          </p:cNvPr>
          <p:cNvSpPr>
            <a:spLocks xmlns:a="http://schemas.openxmlformats.org/drawingml/2006/main" noGrp="1"/>
          </p:cNvSpPr>
          <p:nvPr/>
        </p:nvSpPr>
        <p:spPr>
          <a:xfrm xmlns:a="http://schemas.openxmlformats.org/drawingml/2006/main">
            <a:off x="73533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사람이 검토한&#10;출처·변경 범위">
            <a:extLst xmlns:a="http://schemas.openxmlformats.org/drawingml/2006/main">
              <a:ext uri="{FF2B5EF4-FFF2-40B4-BE49-F238E27FC236}">
                <a16:creationId xmlns:a16="http://schemas.microsoft.com/office/drawing/2014/main" id="{3073233C-3E5D-4611-AC8E-5607A44F28B9}"/>
              </a:ext>
            </a:extLst>
          </p:cNvPr>
          <p:cNvSpPr>
            <a:spLocks xmlns:a="http://schemas.openxmlformats.org/drawingml/2006/main" noGrp="1"/>
          </p:cNvSpPr>
          <p:nvPr/>
        </p:nvSpPr>
        <p:spPr>
          <a:xfrm xmlns:a="http://schemas.openxmlformats.org/drawingml/2006/main">
            <a:off x="74485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사람이 검토한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출처·변경 범위</a:t>
            </a:r>
          </a:p>
        </p:txBody>
      </p:sp>
      <p:cxnSp>
        <p:nvCxnSpPr>
          <p:cNvPr id="35" name="">
            <a:extLst xmlns:a="http://schemas.openxmlformats.org/drawingml/2006/main">
              <a:ext uri="{FF2B5EF4-FFF2-40B4-BE49-F238E27FC236}">
                <a16:creationId xmlns:a16="http://schemas.microsoft.com/office/drawing/2014/main" id="{B5461B26-4C4C-461B-8081-406F05A3682F}"/>
              </a:ext>
            </a:extLst>
          </p:cNvPr>
          <p:cNvCxnSpPr/>
          <p:nvPr/>
        </p:nvCxnSpPr>
        <p:spPr>
          <a:xfrm xmlns:a="http://schemas.openxmlformats.org/drawingml/2006/main">
            <a:off x="93916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6" name="05">
            <a:extLst xmlns:a="http://schemas.openxmlformats.org/drawingml/2006/main">
              <a:ext uri="{FF2B5EF4-FFF2-40B4-BE49-F238E27FC236}">
                <a16:creationId xmlns:a16="http://schemas.microsoft.com/office/drawing/2014/main" id="{DD3C60C1-BFA8-4AD0-BBDF-CC2F06F8EEEC}"/>
              </a:ext>
            </a:extLst>
          </p:cNvPr>
          <p:cNvSpPr>
            <a:spLocks xmlns:a="http://schemas.openxmlformats.org/drawingml/2006/main" noGrp="1"/>
          </p:cNvSpPr>
          <p:nvPr/>
        </p:nvSpPr>
        <p:spPr>
          <a:xfrm xmlns:a="http://schemas.openxmlformats.org/drawingml/2006/main">
            <a:off x="96012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C5CBB69F-0FE5-45FB-B319-CD50FE915293}"/>
              </a:ext>
            </a:extLst>
          </p:cNvPr>
          <p:cNvSpPr>
            <a:spLocks xmlns:a="http://schemas.openxmlformats.org/drawingml/2006/main" noGrp="1"/>
          </p:cNvSpPr>
          <p:nvPr/>
        </p:nvSpPr>
        <p:spPr>
          <a:xfrm xmlns:a="http://schemas.openxmlformats.org/drawingml/2006/main">
            <a:off x="96012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6644D013-F821-4468-B12E-3F7080ABA837}"/>
              </a:ext>
            </a:extLst>
          </p:cNvPr>
          <p:cNvSpPr>
            <a:spLocks xmlns:a="http://schemas.openxmlformats.org/drawingml/2006/main" noGrp="1"/>
          </p:cNvSpPr>
          <p:nvPr/>
        </p:nvSpPr>
        <p:spPr>
          <a:xfrm xmlns:a="http://schemas.openxmlformats.org/drawingml/2006/main">
            <a:off x="96012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에도&#10;괜찮나?">
            <a:extLst xmlns:a="http://schemas.openxmlformats.org/drawingml/2006/main">
              <a:ext uri="{FF2B5EF4-FFF2-40B4-BE49-F238E27FC236}">
                <a16:creationId xmlns:a16="http://schemas.microsoft.com/office/drawing/2014/main" id="{F7F632FE-9006-4EB7-8D5F-BBD04CDFC60B}"/>
              </a:ext>
            </a:extLst>
          </p:cNvPr>
          <p:cNvSpPr>
            <a:spLocks xmlns:a="http://schemas.openxmlformats.org/drawingml/2006/main" noGrp="1"/>
          </p:cNvSpPr>
          <p:nvPr/>
        </p:nvSpPr>
        <p:spPr>
          <a:xfrm xmlns:a="http://schemas.openxmlformats.org/drawingml/2006/main">
            <a:off x="96012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다른 작업에도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괜찮나?</a:t>
            </a:r>
          </a:p>
        </p:txBody>
      </p:sp>
      <p:sp>
        <p:nvSpPr>
          <p:cNvPr id="40" name="">
            <a:extLst xmlns:a="http://schemas.openxmlformats.org/drawingml/2006/main">
              <a:ext uri="{FF2B5EF4-FFF2-40B4-BE49-F238E27FC236}">
                <a16:creationId xmlns:a16="http://schemas.microsoft.com/office/drawing/2014/main" id="{A129CA0D-9EB4-4109-B61C-EFE02E144A02}"/>
              </a:ext>
            </a:extLst>
          </p:cNvPr>
          <p:cNvSpPr>
            <a:spLocks xmlns:a="http://schemas.openxmlformats.org/drawingml/2006/main" noGrp="1"/>
          </p:cNvSpPr>
          <p:nvPr/>
        </p:nvSpPr>
        <p:spPr>
          <a:xfrm xmlns:a="http://schemas.openxmlformats.org/drawingml/2006/main">
            <a:off x="96012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확인한 영향과&#10;남은 한계">
            <a:extLst xmlns:a="http://schemas.openxmlformats.org/drawingml/2006/main">
              <a:ext uri="{FF2B5EF4-FFF2-40B4-BE49-F238E27FC236}">
                <a16:creationId xmlns:a16="http://schemas.microsoft.com/office/drawing/2014/main" id="{7211A949-D3CE-42A6-96A2-6DB800CCE704}"/>
              </a:ext>
            </a:extLst>
          </p:cNvPr>
          <p:cNvSpPr>
            <a:spLocks xmlns:a="http://schemas.openxmlformats.org/drawingml/2006/main" noGrp="1"/>
          </p:cNvSpPr>
          <p:nvPr/>
        </p:nvSpPr>
        <p:spPr>
          <a:xfrm xmlns:a="http://schemas.openxmlformats.org/drawingml/2006/main">
            <a:off x="96964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영향과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한계</a:t>
            </a:r>
          </a:p>
        </p:txBody>
      </p:sp>
      <p:sp>
        <p:nvSpPr>
          <p:cNvPr id="42" name="">
            <a:extLst xmlns:a="http://schemas.openxmlformats.org/drawingml/2006/main">
              <a:ext uri="{FF2B5EF4-FFF2-40B4-BE49-F238E27FC236}">
                <a16:creationId xmlns:a16="http://schemas.microsoft.com/office/drawing/2014/main" id="{DE1BE195-92C1-4BF9-8CFB-F8E1464A6BFA}"/>
              </a:ext>
            </a:extLst>
          </p:cNvPr>
          <p:cNvSpPr>
            <a:spLocks xmlns:a="http://schemas.openxmlformats.org/drawingml/2006/main" noGrp="1"/>
          </p:cNvSpPr>
          <p:nvPr/>
        </p:nvSpPr>
        <p:spPr>
          <a:xfrm xmlns:a="http://schemas.openxmlformats.org/drawingml/2006/main">
            <a:off x="10591800" y="5133975"/>
            <a:ext cx="0" cy="142875"/>
          </a:xfrm>
          <a:prstGeom xmlns:a="http://schemas.openxmlformats.org/drawingml/2006/main" prst="line">
            <a:avLst/>
          </a:prstGeom>
          <a:ln xmlns:a="http://schemas.openxmlformats.org/drawingml/2006/main" w="23813">
            <a:solidFill>
              <a:srgbClr val="0B6172"/>
            </a:solidFill>
          </a:ln>
        </p:spPr>
      </p:sp>
      <p:sp>
        <p:nvSpPr>
          <p:cNvPr id="43" name="">
            <a:extLst xmlns:a="http://schemas.openxmlformats.org/drawingml/2006/main">
              <a:ext uri="{FF2B5EF4-FFF2-40B4-BE49-F238E27FC236}">
                <a16:creationId xmlns:a16="http://schemas.microsoft.com/office/drawing/2014/main" id="{73C3EA14-7AA7-40EB-B4A5-9B92695A89A3}"/>
              </a:ext>
            </a:extLst>
          </p:cNvPr>
          <p:cNvSpPr>
            <a:spLocks xmlns:a="http://schemas.openxmlformats.org/drawingml/2006/main" noGrp="1"/>
          </p:cNvSpPr>
          <p:nvPr/>
        </p:nvSpPr>
        <p:spPr>
          <a:xfrm xmlns:a="http://schemas.openxmlformats.org/drawingml/2006/main">
            <a:off x="1600200" y="5276850"/>
            <a:ext cx="89916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4" name="">
            <a:extLst xmlns:a="http://schemas.openxmlformats.org/drawingml/2006/main">
              <a:ext uri="{FF2B5EF4-FFF2-40B4-BE49-F238E27FC236}">
                <a16:creationId xmlns:a16="http://schemas.microsoft.com/office/drawing/2014/main" id="{03A5AD34-D338-413F-9C96-33EAE59CB827}"/>
              </a:ext>
            </a:extLst>
          </p:cNvPr>
          <p:cNvCxnSpPr/>
          <p:nvPr/>
        </p:nvCxnSpPr>
        <p:spPr>
          <a:xfrm xmlns:a="http://schemas.openxmlformats.org/drawingml/2006/main">
            <a:off x="1600200" y="5133975"/>
            <a:ext cx="0" cy="142875"/>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45" name="다음 작업에서도, 기록과 근거로 다시 확인">
            <a:extLst xmlns:a="http://schemas.openxmlformats.org/drawingml/2006/main">
              <a:ext uri="{FF2B5EF4-FFF2-40B4-BE49-F238E27FC236}">
                <a16:creationId xmlns:a16="http://schemas.microsoft.com/office/drawing/2014/main" id="{EF504862-E32D-4065-AECE-DB305B914F50}"/>
              </a:ext>
            </a:extLst>
          </p:cNvPr>
          <p:cNvSpPr>
            <a:spLocks xmlns:a="http://schemas.openxmlformats.org/drawingml/2006/main" noGrp="1"/>
          </p:cNvSpPr>
          <p:nvPr/>
        </p:nvSpPr>
        <p:spPr>
          <a:xfrm xmlns:a="http://schemas.openxmlformats.org/drawingml/2006/main">
            <a:off x="609600" y="54006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작업에서도, 기록과 근거로 다시 확인</a:t>
            </a:r>
          </a:p>
        </p:txBody>
      </p:sp>
      <p:sp>
        <p:nvSpPr>
          <p:cNvPr id="46" name="Legacy module connection">
            <a:extLst xmlns:a="http://schemas.openxmlformats.org/drawingml/2006/main">
              <a:ext uri="{FF2B5EF4-FFF2-40B4-BE49-F238E27FC236}">
                <a16:creationId xmlns:a16="http://schemas.microsoft.com/office/drawing/2014/main" id="{42B377FE-B152-47D5-BCE1-2B7CB0263E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964431649"/>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교육 Demo 제작 기록 / OBSERVED_META">
            <a:extLst xmlns:a="http://schemas.openxmlformats.org/drawingml/2006/main">
              <a:ext uri="{FF2B5EF4-FFF2-40B4-BE49-F238E27FC236}">
                <a16:creationId xmlns:a16="http://schemas.microsoft.com/office/drawing/2014/main" id="{AA37C0B4-4128-436C-B640-D84DD91CA0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교육 Demo 제작 기록 / OBSERVED_META</a:t>
            </a:r>
          </a:p>
        </p:txBody>
      </p:sp>
      <p:sp>
        <p:nvSpPr>
          <p:cNvPr id="2" name="S80">
            <a:extLst xmlns:a="http://schemas.openxmlformats.org/drawingml/2006/main">
              <a:ext uri="{FF2B5EF4-FFF2-40B4-BE49-F238E27FC236}">
                <a16:creationId xmlns:a16="http://schemas.microsoft.com/office/drawing/2014/main" id="{0D5D3900-FD7E-499D-B0C2-975E51DF1F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평가·보고 기준도 개선 대상이다">
            <a:extLst xmlns:a="http://schemas.openxmlformats.org/drawingml/2006/main">
              <a:ext uri="{FF2B5EF4-FFF2-40B4-BE49-F238E27FC236}">
                <a16:creationId xmlns:a16="http://schemas.microsoft.com/office/drawing/2014/main" id="{F62B9076-DAF6-4C01-B824-BAC89090CB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평가·보고 기준도 개선 대상이다</a:t>
            </a:r>
          </a:p>
        </p:txBody>
      </p:sp>
      <p:sp>
        <p:nvSpPr>
          <p:cNvPr id="4" name="">
            <a:extLst xmlns:a="http://schemas.openxmlformats.org/drawingml/2006/main">
              <a:ext uri="{FF2B5EF4-FFF2-40B4-BE49-F238E27FC236}">
                <a16:creationId xmlns:a16="http://schemas.microsoft.com/office/drawing/2014/main" id="{B3B97325-6A20-46F1-886B-9EE616D0A0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46D41DD-F314-47B7-BEB8-146F7817156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의 Resize 성능 조사 · 기록 재구성">
            <a:extLst xmlns:a="http://schemas.openxmlformats.org/drawingml/2006/main">
              <a:ext uri="{FF2B5EF4-FFF2-40B4-BE49-F238E27FC236}">
                <a16:creationId xmlns:a16="http://schemas.microsoft.com/office/drawing/2014/main" id="{F52EF7CF-7A35-4C7B-920C-4A6E192B76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CLI의 Resize 성능 조사 · 기록 재구성</a:t>
            </a:r>
          </a:p>
        </p:txBody>
      </p:sp>
      <p:sp>
        <p:nvSpPr>
          <p:cNvPr id="7" name="앞의 가상 지침과 별개 사건 · 개선 대상은 평가·보고 기준 · 제품 코드·Demo Skill 복구 아님">
            <a:extLst xmlns:a="http://schemas.openxmlformats.org/drawingml/2006/main">
              <a:ext uri="{FF2B5EF4-FFF2-40B4-BE49-F238E27FC236}">
                <a16:creationId xmlns:a16="http://schemas.microsoft.com/office/drawing/2014/main" id="{F8D4EDDE-1777-49DA-863C-ECEFD0A182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지침과 별개 사건 · 개선 대상은 평가·보고 기준 · 제품 코드·Demo Skill 복구 아님</a:t>
            </a:r>
          </a:p>
        </p:txBody>
      </p:sp>
      <p:sp>
        <p:nvSpPr>
          <p:cNvPr id="8" name="이번에는 성능 조사 결과를 평가·보고하던 방식을 본다">
            <a:extLst xmlns:a="http://schemas.openxmlformats.org/drawingml/2006/main">
              <a:ext uri="{FF2B5EF4-FFF2-40B4-BE49-F238E27FC236}">
                <a16:creationId xmlns:a16="http://schemas.microsoft.com/office/drawing/2014/main" id="{C5CB711E-3553-4628-B12D-60C9B11C33CF}"/>
              </a:ext>
            </a:extLst>
          </p:cNvPr>
          <p:cNvSpPr>
            <a:spLocks xmlns:a="http://schemas.openxmlformats.org/drawingml/2006/main" noGrp="1"/>
          </p:cNvSpPr>
          <p:nvPr/>
        </p:nvSpPr>
        <p:spPr>
          <a:xfrm xmlns:a="http://schemas.openxmlformats.org/drawingml/2006/main">
            <a:off x="609600" y="1781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이번에는 성능 조사 결과를 평가·보고하던 방식을 본다</a:t>
            </a:r>
          </a:p>
        </p:txBody>
      </p:sp>
      <p:sp>
        <p:nvSpPr>
          <p:cNvPr id="9" name="당시 작업: 이미지 크기 변경 성능 조사 (Resize)">
            <a:extLst xmlns:a="http://schemas.openxmlformats.org/drawingml/2006/main">
              <a:ext uri="{FF2B5EF4-FFF2-40B4-BE49-F238E27FC236}">
                <a16:creationId xmlns:a16="http://schemas.microsoft.com/office/drawing/2014/main" id="{B4CB8AE6-71D0-4692-8CEB-F64C6600C906}"/>
              </a:ext>
            </a:extLst>
          </p:cNvPr>
          <p:cNvSpPr>
            <a:spLocks xmlns:a="http://schemas.openxmlformats.org/drawingml/2006/main" noGrp="1"/>
          </p:cNvSpPr>
          <p:nvPr/>
        </p:nvSpPr>
        <p:spPr>
          <a:xfrm xmlns:a="http://schemas.openxmlformats.org/drawingml/2006/main">
            <a:off x="609600" y="24003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당시 작업: 이미지 크기 변경 성능 조사 (Resize)</a:t>
            </a:r>
          </a:p>
        </p:txBody>
      </p:sp>
      <p:sp>
        <p:nvSpPr>
          <p:cNvPr id="10" name="관찰한 조건">
            <a:extLst xmlns:a="http://schemas.openxmlformats.org/drawingml/2006/main">
              <a:ext uri="{FF2B5EF4-FFF2-40B4-BE49-F238E27FC236}">
                <a16:creationId xmlns:a16="http://schemas.microsoft.com/office/drawing/2014/main" id="{08145A6D-0A1F-461D-AF70-550CD2A6ED3C}"/>
              </a:ext>
            </a:extLst>
          </p:cNvPr>
          <p:cNvSpPr>
            <a:spLocks xmlns:a="http://schemas.openxmlformats.org/drawingml/2006/main" noGrp="1"/>
          </p:cNvSpPr>
          <p:nvPr/>
        </p:nvSpPr>
        <p:spPr>
          <a:xfrm xmlns:a="http://schemas.openxmlformats.org/drawingml/2006/main">
            <a:off x="60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관찰한 조건</a:t>
            </a:r>
          </a:p>
        </p:txBody>
      </p:sp>
      <p:sp>
        <p:nvSpPr>
          <p:cNvPr id="11" name="">
            <a:extLst xmlns:a="http://schemas.openxmlformats.org/drawingml/2006/main">
              <a:ext uri="{FF2B5EF4-FFF2-40B4-BE49-F238E27FC236}">
                <a16:creationId xmlns:a16="http://schemas.microsoft.com/office/drawing/2014/main" id="{A6C3A7C2-E4D7-48EA-939E-76A43B820040}"/>
              </a:ext>
            </a:extLst>
          </p:cNvPr>
          <p:cNvSpPr>
            <a:spLocks xmlns:a="http://schemas.openxmlformats.org/drawingml/2006/main" noGrp="1"/>
          </p:cNvSpPr>
          <p:nvPr/>
        </p:nvSpPr>
        <p:spPr>
          <a:xfrm xmlns:a="http://schemas.openxmlformats.org/drawingml/2006/main">
            <a:off x="60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전역 Skill 포함&#10;시작 단계 경고">
            <a:extLst xmlns:a="http://schemas.openxmlformats.org/drawingml/2006/main">
              <a:ext uri="{FF2B5EF4-FFF2-40B4-BE49-F238E27FC236}">
                <a16:creationId xmlns:a16="http://schemas.microsoft.com/office/drawing/2014/main" id="{2FBB8C62-8769-47DB-A3AC-60352A722B76}"/>
              </a:ext>
            </a:extLst>
          </p:cNvPr>
          <p:cNvSpPr>
            <a:spLocks xmlns:a="http://schemas.openxmlformats.org/drawingml/2006/main" noGrp="1"/>
          </p:cNvSpPr>
          <p:nvPr/>
        </p:nvSpPr>
        <p:spPr>
          <a:xfrm xmlns:a="http://schemas.openxmlformats.org/drawingml/2006/main">
            <a:off x="60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전역 Skill 포함</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단계 경고</a:t>
            </a:r>
          </a:p>
        </p:txBody>
      </p:sp>
      <p:cxnSp>
        <p:nvCxnSpPr>
          <p:cNvPr id="13" name="">
            <a:extLst xmlns:a="http://schemas.openxmlformats.org/drawingml/2006/main">
              <a:ext uri="{FF2B5EF4-FFF2-40B4-BE49-F238E27FC236}">
                <a16:creationId xmlns:a16="http://schemas.microsoft.com/office/drawing/2014/main" id="{2B5E0902-82CC-46DD-A1B9-246022F75D3D}"/>
              </a:ext>
            </a:extLst>
          </p:cNvPr>
          <p:cNvCxnSpPr/>
          <p:nvPr/>
        </p:nvCxnSpPr>
        <p:spPr>
          <a:xfrm xmlns:a="http://schemas.openxmlformats.org/drawingml/2006/main">
            <a:off x="403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판단의 한계">
            <a:extLst xmlns:a="http://schemas.openxmlformats.org/drawingml/2006/main">
              <a:ext uri="{FF2B5EF4-FFF2-40B4-BE49-F238E27FC236}">
                <a16:creationId xmlns:a16="http://schemas.microsoft.com/office/drawing/2014/main" id="{5664CDF4-FDE9-4F82-A342-5CD3BB26E81B}"/>
              </a:ext>
            </a:extLst>
          </p:cNvPr>
          <p:cNvSpPr>
            <a:spLocks xmlns:a="http://schemas.openxmlformats.org/drawingml/2006/main" noGrp="1"/>
          </p:cNvSpPr>
          <p:nvPr/>
        </p:nvSpPr>
        <p:spPr>
          <a:xfrm xmlns:a="http://schemas.openxmlformats.org/drawingml/2006/main">
            <a:off x="441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판단의 한계</a:t>
            </a:r>
          </a:p>
        </p:txBody>
      </p:sp>
      <p:sp>
        <p:nvSpPr>
          <p:cNvPr id="15" name="">
            <a:extLst xmlns:a="http://schemas.openxmlformats.org/drawingml/2006/main">
              <a:ext uri="{FF2B5EF4-FFF2-40B4-BE49-F238E27FC236}">
                <a16:creationId xmlns:a16="http://schemas.microsoft.com/office/drawing/2014/main" id="{32884CD2-160A-46A5-9386-E066033CF49C}"/>
              </a:ext>
            </a:extLst>
          </p:cNvPr>
          <p:cNvSpPr>
            <a:spLocks xmlns:a="http://schemas.openxmlformats.org/drawingml/2006/main" noGrp="1"/>
          </p:cNvSpPr>
          <p:nvPr/>
        </p:nvSpPr>
        <p:spPr>
          <a:xfrm xmlns:a="http://schemas.openxmlformats.org/drawingml/2006/main">
            <a:off x="441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결과 전체를 Prompt의&#10;효과로 분리 못함">
            <a:extLst xmlns:a="http://schemas.openxmlformats.org/drawingml/2006/main">
              <a:ext uri="{FF2B5EF4-FFF2-40B4-BE49-F238E27FC236}">
                <a16:creationId xmlns:a16="http://schemas.microsoft.com/office/drawing/2014/main" id="{E801BCA1-4EBD-4E8D-87B0-FBA56BF4C6B6}"/>
              </a:ext>
            </a:extLst>
          </p:cNvPr>
          <p:cNvSpPr>
            <a:spLocks xmlns:a="http://schemas.openxmlformats.org/drawingml/2006/main" noGrp="1"/>
          </p:cNvSpPr>
          <p:nvPr/>
        </p:nvSpPr>
        <p:spPr>
          <a:xfrm xmlns:a="http://schemas.openxmlformats.org/drawingml/2006/main">
            <a:off x="441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결과 전체를 Prompt의</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효과로 분리 못함</a:t>
            </a:r>
          </a:p>
        </p:txBody>
      </p:sp>
      <p:cxnSp>
        <p:nvCxnSpPr>
          <p:cNvPr id="17" name="">
            <a:extLst xmlns:a="http://schemas.openxmlformats.org/drawingml/2006/main">
              <a:ext uri="{FF2B5EF4-FFF2-40B4-BE49-F238E27FC236}">
                <a16:creationId xmlns:a16="http://schemas.microsoft.com/office/drawing/2014/main" id="{F3A1AFD6-BCFD-4878-BEDE-2BA8C912D746}"/>
              </a:ext>
            </a:extLst>
          </p:cNvPr>
          <p:cNvCxnSpPr/>
          <p:nvPr/>
        </p:nvCxnSpPr>
        <p:spPr>
          <a:xfrm xmlns:a="http://schemas.openxmlformats.org/drawingml/2006/main">
            <a:off x="784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바꿀 대상">
            <a:extLst xmlns:a="http://schemas.openxmlformats.org/drawingml/2006/main">
              <a:ext uri="{FF2B5EF4-FFF2-40B4-BE49-F238E27FC236}">
                <a16:creationId xmlns:a16="http://schemas.microsoft.com/office/drawing/2014/main" id="{A56F88B9-A3E0-4DAA-BA43-77FFE1B61219}"/>
              </a:ext>
            </a:extLst>
          </p:cNvPr>
          <p:cNvSpPr>
            <a:spLocks xmlns:a="http://schemas.openxmlformats.org/drawingml/2006/main" noGrp="1"/>
          </p:cNvSpPr>
          <p:nvPr/>
        </p:nvSpPr>
        <p:spPr>
          <a:xfrm xmlns:a="http://schemas.openxmlformats.org/drawingml/2006/main">
            <a:off x="822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바꿀 대상</a:t>
            </a:r>
          </a:p>
        </p:txBody>
      </p:sp>
      <p:sp>
        <p:nvSpPr>
          <p:cNvPr id="19" name="">
            <a:extLst xmlns:a="http://schemas.openxmlformats.org/drawingml/2006/main">
              <a:ext uri="{FF2B5EF4-FFF2-40B4-BE49-F238E27FC236}">
                <a16:creationId xmlns:a16="http://schemas.microsoft.com/office/drawing/2014/main" id="{422F5356-13A1-44BE-ABD4-D8D7E3F734C8}"/>
              </a:ext>
            </a:extLst>
          </p:cNvPr>
          <p:cNvSpPr>
            <a:spLocks xmlns:a="http://schemas.openxmlformats.org/drawingml/2006/main" noGrp="1"/>
          </p:cNvSpPr>
          <p:nvPr/>
        </p:nvSpPr>
        <p:spPr>
          <a:xfrm xmlns:a="http://schemas.openxmlformats.org/drawingml/2006/main">
            <a:off x="822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평가·보고에&#10;무엇을 남길까?">
            <a:extLst xmlns:a="http://schemas.openxmlformats.org/drawingml/2006/main">
              <a:ext uri="{FF2B5EF4-FFF2-40B4-BE49-F238E27FC236}">
                <a16:creationId xmlns:a16="http://schemas.microsoft.com/office/drawing/2014/main" id="{7B0836D6-C114-4C28-95AF-AE973F758476}"/>
              </a:ext>
            </a:extLst>
          </p:cNvPr>
          <p:cNvSpPr>
            <a:spLocks xmlns:a="http://schemas.openxmlformats.org/drawingml/2006/main" noGrp="1"/>
          </p:cNvSpPr>
          <p:nvPr/>
        </p:nvSpPr>
        <p:spPr>
          <a:xfrm xmlns:a="http://schemas.openxmlformats.org/drawingml/2006/main">
            <a:off x="822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평가·보고에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남길까?</a:t>
            </a:r>
          </a:p>
        </p:txBody>
      </p:sp>
      <p:sp>
        <p:nvSpPr>
          <p:cNvPr id="21" name="지침의 유지에서, 결과를 판단·보고하는 기준의 유지로">
            <a:extLst xmlns:a="http://schemas.openxmlformats.org/drawingml/2006/main">
              <a:ext uri="{FF2B5EF4-FFF2-40B4-BE49-F238E27FC236}">
                <a16:creationId xmlns:a16="http://schemas.microsoft.com/office/drawing/2014/main" id="{A5A20C3C-D651-4535-A952-102555CDC204}"/>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지침의 유지에서, 결과를 판단·보고하는 기준의 유지로</a:t>
            </a:r>
          </a:p>
        </p:txBody>
      </p:sp>
      <p:sp>
        <p:nvSpPr>
          <p:cNvPr id="22" name="Legacy module connection">
            <a:extLst xmlns:a="http://schemas.openxmlformats.org/drawingml/2006/main">
              <a:ext uri="{FF2B5EF4-FFF2-40B4-BE49-F238E27FC236}">
                <a16:creationId xmlns:a16="http://schemas.microsoft.com/office/drawing/2014/main" id="{100E11B2-0F6C-4B86-8856-6E351ED93C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16098177"/>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실제 제작 기록 / 확인 범위와 해석의 한계">
            <a:extLst xmlns:a="http://schemas.openxmlformats.org/drawingml/2006/main">
              <a:ext uri="{FF2B5EF4-FFF2-40B4-BE49-F238E27FC236}">
                <a16:creationId xmlns:a16="http://schemas.microsoft.com/office/drawing/2014/main" id="{DEA62F64-5E59-4B9F-A83E-531502DB98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 범위와 해석의 한계</a:t>
            </a:r>
          </a:p>
        </p:txBody>
      </p:sp>
      <p:sp>
        <p:nvSpPr>
          <p:cNvPr id="2" name="S81">
            <a:extLst xmlns:a="http://schemas.openxmlformats.org/drawingml/2006/main">
              <a:ext uri="{FF2B5EF4-FFF2-40B4-BE49-F238E27FC236}">
                <a16:creationId xmlns:a16="http://schemas.microsoft.com/office/drawing/2014/main" id="{FF5E8296-90E1-44CB-86EB-FE3693D67C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결과 확인과 원인 해석을 따로 기록한다">
            <a:extLst xmlns:a="http://schemas.openxmlformats.org/drawingml/2006/main">
              <a:ext uri="{FF2B5EF4-FFF2-40B4-BE49-F238E27FC236}">
                <a16:creationId xmlns:a16="http://schemas.microsoft.com/office/drawing/2014/main" id="{1FA4CC8E-16B2-410C-8CD7-E706D8CEC1C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 확인과 원인 해석을 따로 기록한다</a:t>
            </a:r>
          </a:p>
        </p:txBody>
      </p:sp>
      <p:sp>
        <p:nvSpPr>
          <p:cNvPr id="4" name="">
            <a:extLst xmlns:a="http://schemas.openxmlformats.org/drawingml/2006/main">
              <a:ext uri="{FF2B5EF4-FFF2-40B4-BE49-F238E27FC236}">
                <a16:creationId xmlns:a16="http://schemas.microsoft.com/office/drawing/2014/main" id="{5776EC28-5DA1-4327-AF32-01115A0EA9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D5CCF9B-AFD0-4492-B3E8-55FB4CD3AE5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같은 조건의 7 one-call samples · 기록 ">
            <a:extLst xmlns:a="http://schemas.openxmlformats.org/drawingml/2006/main">
              <a:ext uri="{FF2B5EF4-FFF2-40B4-BE49-F238E27FC236}">
                <a16:creationId xmlns:a16="http://schemas.microsoft.com/office/drawing/2014/main" id="{C99FFA34-EA35-4240-86E0-82F9EBC779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같은 조건의 7 one-call samples · 기록 재구성</a:t>
            </a:r>
          </a:p>
        </p:txBody>
      </p:sp>
      <p:sp>
        <p:nvSpPr>
          <p:cNvPr id="7" name="기록된 합성 입력·CPython 3.9.6·macOS arm64 범위 · 현재 Desktop·일반 효과로 확">
            <a:extLst xmlns:a="http://schemas.openxmlformats.org/drawingml/2006/main">
              <a:ext uri="{FF2B5EF4-FFF2-40B4-BE49-F238E27FC236}">
                <a16:creationId xmlns:a16="http://schemas.microsoft.com/office/drawing/2014/main" id="{24C408D2-945E-4DE4-B232-922151F1B3B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 범위 · 현재 Desktop·일반 효과로 확대하지 않음</a:t>
            </a:r>
          </a:p>
        </p:txBody>
      </p:sp>
      <p:sp>
        <p:nvSpPr>
          <p:cNvPr id="8" name="Resize 성능 조사 · 앞의 밝기 통계 Benchmark와 별도 기록">
            <a:extLst xmlns:a="http://schemas.openxmlformats.org/drawingml/2006/main">
              <a:ext uri="{FF2B5EF4-FFF2-40B4-BE49-F238E27FC236}">
                <a16:creationId xmlns:a16="http://schemas.microsoft.com/office/drawing/2014/main" id="{A17CE6F5-17D6-4DAC-A006-3913C8F608CC}"/>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Resize 성능 조사 · 앞의 밝기 통계 Benchmark와 별도 기록</a:t>
            </a:r>
          </a:p>
        </p:txBody>
      </p:sp>
      <p:sp>
        <p:nvSpPr>
          <p:cNvPr id="9" name="측정 결과를 확인했나?">
            <a:extLst xmlns:a="http://schemas.openxmlformats.org/drawingml/2006/main">
              <a:ext uri="{FF2B5EF4-FFF2-40B4-BE49-F238E27FC236}">
                <a16:creationId xmlns:a16="http://schemas.microsoft.com/office/drawing/2014/main" id="{1DDC94C4-4652-4F8A-9F5F-32C7A21E84CD}"/>
              </a:ext>
            </a:extLst>
          </p:cNvPr>
          <p:cNvSpPr>
            <a:spLocks xmlns:a="http://schemas.openxmlformats.org/drawingml/2006/main" noGrp="1"/>
          </p:cNvSpPr>
          <p:nvPr/>
        </p:nvSpPr>
        <p:spPr>
          <a:xfrm xmlns:a="http://schemas.openxmlformats.org/drawingml/2006/main">
            <a:off x="609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측정 결과를 확인했나?</a:t>
            </a:r>
          </a:p>
        </p:txBody>
      </p:sp>
      <p:sp>
        <p:nvSpPr>
          <p:cNvPr id="10" name="무엇의 효과인지 아는가?">
            <a:extLst xmlns:a="http://schemas.openxmlformats.org/drawingml/2006/main">
              <a:ext uri="{FF2B5EF4-FFF2-40B4-BE49-F238E27FC236}">
                <a16:creationId xmlns:a16="http://schemas.microsoft.com/office/drawing/2014/main" id="{003396E9-DB19-4704-89D6-B3433FA82E92}"/>
              </a:ext>
            </a:extLst>
          </p:cNvPr>
          <p:cNvSpPr>
            <a:spLocks xmlns:a="http://schemas.openxmlformats.org/drawingml/2006/main" noGrp="1"/>
          </p:cNvSpPr>
          <p:nvPr/>
        </p:nvSpPr>
        <p:spPr>
          <a:xfrm xmlns:a="http://schemas.openxmlformats.org/drawingml/2006/main">
            <a:off x="6705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무엇의 효과인지 아는가?</a:t>
            </a:r>
          </a:p>
        </p:txBody>
      </p:sp>
      <p:sp>
        <p:nvSpPr>
          <p:cNvPr id="11" name="">
            <a:extLst xmlns:a="http://schemas.openxmlformats.org/drawingml/2006/main">
              <a:ext uri="{FF2B5EF4-FFF2-40B4-BE49-F238E27FC236}">
                <a16:creationId xmlns:a16="http://schemas.microsoft.com/office/drawing/2014/main" id="{76FA56B6-BA80-4726-BBEC-B0EF9D747083}"/>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
            <a:extLst xmlns:a="http://schemas.openxmlformats.org/drawingml/2006/main">
              <a:ext uri="{FF2B5EF4-FFF2-40B4-BE49-F238E27FC236}">
                <a16:creationId xmlns:a16="http://schemas.microsoft.com/office/drawing/2014/main" id="{5E5A8E34-0E00-463A-B6A4-EF3727B96557}"/>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3" name="입력·출력 hash 일치&#10;같은 조건의 7회 측정">
            <a:extLst xmlns:a="http://schemas.openxmlformats.org/drawingml/2006/main">
              <a:ext uri="{FF2B5EF4-FFF2-40B4-BE49-F238E27FC236}">
                <a16:creationId xmlns:a16="http://schemas.microsoft.com/office/drawing/2014/main" id="{FE14F5A9-31CB-465D-955F-4A556DF8075B}"/>
              </a:ext>
            </a:extLst>
          </p:cNvPr>
          <p:cNvSpPr>
            <a:spLocks xmlns:a="http://schemas.openxmlformats.org/drawingml/2006/main" noGrp="1"/>
          </p:cNvSpPr>
          <p:nvPr/>
        </p:nvSpPr>
        <p:spPr>
          <a:xfrm xmlns:a="http://schemas.openxmlformats.org/drawingml/2006/main">
            <a:off x="609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7회 측정</a:t>
            </a:r>
          </a:p>
        </p:txBody>
      </p:sp>
      <p:sp>
        <p:nvSpPr>
          <p:cNvPr id="14" name="전역 Skill이 평가 절차에 관여&#10;Prompt만의 효과는 분리 못함">
            <a:extLst xmlns:a="http://schemas.openxmlformats.org/drawingml/2006/main">
              <a:ext uri="{FF2B5EF4-FFF2-40B4-BE49-F238E27FC236}">
                <a16:creationId xmlns:a16="http://schemas.microsoft.com/office/drawing/2014/main" id="{653D8F7E-E49B-43C4-922F-C22EEDE7FD87}"/>
              </a:ext>
            </a:extLst>
          </p:cNvPr>
          <p:cNvSpPr>
            <a:spLocks xmlns:a="http://schemas.openxmlformats.org/drawingml/2006/main" noGrp="1"/>
          </p:cNvSpPr>
          <p:nvPr/>
        </p:nvSpPr>
        <p:spPr>
          <a:xfrm xmlns:a="http://schemas.openxmlformats.org/drawingml/2006/main">
            <a:off x="6705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5" name="144.2 → 33.5 ms/call median">
            <a:extLst xmlns:a="http://schemas.openxmlformats.org/drawingml/2006/main">
              <a:ext uri="{FF2B5EF4-FFF2-40B4-BE49-F238E27FC236}">
                <a16:creationId xmlns:a16="http://schemas.microsoft.com/office/drawing/2014/main" id="{3BFB11CD-9708-44C8-8A5B-C50CB5E9293F}"/>
              </a:ext>
            </a:extLst>
          </p:cNvPr>
          <p:cNvSpPr>
            <a:spLocks xmlns:a="http://schemas.openxmlformats.org/drawingml/2006/main" noGrp="1"/>
          </p:cNvSpPr>
          <p:nvPr/>
        </p:nvSpPr>
        <p:spPr>
          <a:xfrm xmlns:a="http://schemas.openxmlformats.org/drawingml/2006/main">
            <a:off x="609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6" name="원인 해석: PARTIAL">
            <a:extLst xmlns:a="http://schemas.openxmlformats.org/drawingml/2006/main">
              <a:ext uri="{FF2B5EF4-FFF2-40B4-BE49-F238E27FC236}">
                <a16:creationId xmlns:a16="http://schemas.microsoft.com/office/drawing/2014/main" id="{255F7438-2730-44A5-A851-8B6CD829471C}"/>
              </a:ext>
            </a:extLst>
          </p:cNvPr>
          <p:cNvSpPr>
            <a:spLocks xmlns:a="http://schemas.openxmlformats.org/drawingml/2006/main" noGrp="1"/>
          </p:cNvSpPr>
          <p:nvPr/>
        </p:nvSpPr>
        <p:spPr>
          <a:xfrm xmlns:a="http://schemas.openxmlformats.org/drawingml/2006/main">
            <a:off x="6705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원인 해석: PARTIAL</a:t>
            </a:r>
          </a:p>
        </p:txBody>
      </p:sp>
      <p:sp>
        <p:nvSpPr>
          <p:cNvPr id="17" name="수치의 확인 범위와, 원인 해석의 한계를 함께 남긴다">
            <a:extLst xmlns:a="http://schemas.openxmlformats.org/drawingml/2006/main">
              <a:ext uri="{FF2B5EF4-FFF2-40B4-BE49-F238E27FC236}">
                <a16:creationId xmlns:a16="http://schemas.microsoft.com/office/drawing/2014/main" id="{81BE75E0-C133-4673-A1DC-8554B9659A48}"/>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수치의 확인 범위와, 원인 해석의 한계를 함께 남긴다</a:t>
            </a:r>
          </a:p>
        </p:txBody>
      </p:sp>
      <p:sp>
        <p:nvSpPr>
          <p:cNvPr id="18" name="Legacy module connection">
            <a:extLst xmlns:a="http://schemas.openxmlformats.org/drawingml/2006/main">
              <a:ext uri="{FF2B5EF4-FFF2-40B4-BE49-F238E27FC236}">
                <a16:creationId xmlns:a16="http://schemas.microsoft.com/office/drawing/2014/main" id="{D5BB3197-52E4-46A9-A7C6-EC16136B4D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47285822"/>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실제 제작 기록 / 평가·보고 기준의 변경">
            <a:extLst xmlns:a="http://schemas.openxmlformats.org/drawingml/2006/main">
              <a:ext uri="{FF2B5EF4-FFF2-40B4-BE49-F238E27FC236}">
                <a16:creationId xmlns:a16="http://schemas.microsoft.com/office/drawing/2014/main" id="{3E53C46D-48B4-4D6A-8E06-4C7C393E4B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평가·보고 기준의 변경</a:t>
            </a:r>
          </a:p>
        </p:txBody>
      </p:sp>
      <p:sp>
        <p:nvSpPr>
          <p:cNvPr id="2" name="S82">
            <a:extLst xmlns:a="http://schemas.openxmlformats.org/drawingml/2006/main">
              <a:ext uri="{FF2B5EF4-FFF2-40B4-BE49-F238E27FC236}">
                <a16:creationId xmlns:a16="http://schemas.microsoft.com/office/drawing/2014/main" id="{D8DC66B2-EB83-4FB4-AA54-BA28A03296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다음 조사에 남길 기록을 바꿨다">
            <a:extLst xmlns:a="http://schemas.openxmlformats.org/drawingml/2006/main">
              <a:ext uri="{FF2B5EF4-FFF2-40B4-BE49-F238E27FC236}">
                <a16:creationId xmlns:a16="http://schemas.microsoft.com/office/drawing/2014/main" id="{496E6890-0DDD-4A86-9DF1-4DDE3B067C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조사에 남길 기록을 바꿨다</a:t>
            </a:r>
          </a:p>
        </p:txBody>
      </p:sp>
      <p:sp>
        <p:nvSpPr>
          <p:cNvPr id="4" name="">
            <a:extLst xmlns:a="http://schemas.openxmlformats.org/drawingml/2006/main">
              <a:ext uri="{FF2B5EF4-FFF2-40B4-BE49-F238E27FC236}">
                <a16:creationId xmlns:a16="http://schemas.microsoft.com/office/drawing/2014/main" id="{8DDA78BC-63B7-4848-A070-C5E396489A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CA6F03B-5E9A-4FBC-9F5B-77187FB62A72}"/>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DEC-0016 · TRIAL-006 판정 보존과 후속 기록 기준 변경 · 의미 요약">
            <a:extLst xmlns:a="http://schemas.openxmlformats.org/drawingml/2006/main">
              <a:ext uri="{FF2B5EF4-FFF2-40B4-BE49-F238E27FC236}">
                <a16:creationId xmlns:a16="http://schemas.microsoft.com/office/drawing/2014/main" id="{BE516D6D-7A57-4541-918F-01C989F89B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DEC-0016 · TRIAL-006 판정 보존과 후속 기록 기준 변경 · 의미 요약</a:t>
            </a:r>
          </a:p>
        </p:txBody>
      </p:sp>
      <p:sp>
        <p:nvSpPr>
          <p:cNvPr id="7" name="제품 코드·Demo Skill 수정 아님 · 격리 실험이나 Prompt 인과 검증을 완료한 것도 아님">
            <a:extLst xmlns:a="http://schemas.openxmlformats.org/drawingml/2006/main">
              <a:ext uri="{FF2B5EF4-FFF2-40B4-BE49-F238E27FC236}">
                <a16:creationId xmlns:a16="http://schemas.microsoft.com/office/drawing/2014/main" id="{84BA0EB1-98E7-4D7F-B3F3-2A46C66D7C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 아님 · 격리 실험이나 Prompt 인과 검증을 완료한 것도 아님</a:t>
            </a:r>
          </a:p>
        </p:txBody>
      </p:sp>
      <p:sp>
        <p:nvSpPr>
          <p:cNvPr id="8" name="기존: 작업·저장소 중심의 보고">
            <a:extLst xmlns:a="http://schemas.openxmlformats.org/drawingml/2006/main">
              <a:ext uri="{FF2B5EF4-FFF2-40B4-BE49-F238E27FC236}">
                <a16:creationId xmlns:a16="http://schemas.microsoft.com/office/drawing/2014/main" id="{10E3697F-77C6-4851-B10B-816A4609B32A}"/>
              </a:ext>
            </a:extLst>
          </p:cNvPr>
          <p:cNvSpPr>
            <a:spLocks xmlns:a="http://schemas.openxmlformats.org/drawingml/2006/main" noGrp="1"/>
          </p:cNvSpPr>
          <p:nvPr/>
        </p:nvSpPr>
        <p:spPr>
          <a:xfrm xmlns:a="http://schemas.openxmlformats.org/drawingml/2006/main">
            <a:off x="609600" y="18192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작업·저장소 중심의 보고</a:t>
            </a:r>
          </a:p>
        </p:txBody>
      </p:sp>
      <p:sp>
        <p:nvSpPr>
          <p:cNvPr id="9" name="변경: 실행 조건과 결과의 해석 범위도 함께 기록">
            <a:extLst xmlns:a="http://schemas.openxmlformats.org/drawingml/2006/main">
              <a:ext uri="{FF2B5EF4-FFF2-40B4-BE49-F238E27FC236}">
                <a16:creationId xmlns:a16="http://schemas.microsoft.com/office/drawing/2014/main" id="{FBDAC6C0-63C8-406A-8E75-61D72AE769D3}"/>
              </a:ext>
            </a:extLst>
          </p:cNvPr>
          <p:cNvSpPr>
            <a:spLocks xmlns:a="http://schemas.openxmlformats.org/drawingml/2006/main" noGrp="1"/>
          </p:cNvSpPr>
          <p:nvPr/>
        </p:nvSpPr>
        <p:spPr>
          <a:xfrm xmlns:a="http://schemas.openxmlformats.org/drawingml/2006/main">
            <a:off x="609600" y="2352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 실행 조건과 결과의 해석 범위도 함께 기록</a:t>
            </a:r>
          </a:p>
        </p:txBody>
      </p:sp>
      <p:sp>
        <p:nvSpPr>
          <p:cNvPr id="10" name="">
            <a:extLst xmlns:a="http://schemas.openxmlformats.org/drawingml/2006/main">
              <a:ext uri="{FF2B5EF4-FFF2-40B4-BE49-F238E27FC236}">
                <a16:creationId xmlns:a16="http://schemas.microsoft.com/office/drawing/2014/main" id="{899D2A4D-D6B5-4492-B021-2C91638F6034}"/>
              </a:ext>
            </a:extLst>
          </p:cNvPr>
          <p:cNvSpPr>
            <a:spLocks xmlns:a="http://schemas.openxmlformats.org/drawingml/2006/main" noGrp="1"/>
          </p:cNvSpPr>
          <p:nvPr/>
        </p:nvSpPr>
        <p:spPr>
          <a:xfrm xmlns:a="http://schemas.openxmlformats.org/drawingml/2006/main">
            <a:off x="609600" y="3000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적용된 지침">
            <a:extLst xmlns:a="http://schemas.openxmlformats.org/drawingml/2006/main">
              <a:ext uri="{FF2B5EF4-FFF2-40B4-BE49-F238E27FC236}">
                <a16:creationId xmlns:a16="http://schemas.microsoft.com/office/drawing/2014/main" id="{06500BE5-E5A8-48FA-A4C2-FB52CBF42C70}"/>
              </a:ext>
            </a:extLst>
          </p:cNvPr>
          <p:cNvSpPr>
            <a:spLocks xmlns:a="http://schemas.openxmlformats.org/drawingml/2006/main" noGrp="1"/>
          </p:cNvSpPr>
          <p:nvPr/>
        </p:nvSpPr>
        <p:spPr>
          <a:xfrm xmlns:a="http://schemas.openxmlformats.org/drawingml/2006/main">
            <a:off x="609600" y="311467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적용된 지침</a:t>
            </a:r>
          </a:p>
        </p:txBody>
      </p:sp>
      <p:sp>
        <p:nvSpPr>
          <p:cNvPr id="12" name="어떤 Skill·환경 조건이 관찰됐나?">
            <a:extLst xmlns:a="http://schemas.openxmlformats.org/drawingml/2006/main">
              <a:ext uri="{FF2B5EF4-FFF2-40B4-BE49-F238E27FC236}">
                <a16:creationId xmlns:a16="http://schemas.microsoft.com/office/drawing/2014/main" id="{EFF415CA-4610-4298-AECF-7BBFDDA70226}"/>
              </a:ext>
            </a:extLst>
          </p:cNvPr>
          <p:cNvSpPr>
            <a:spLocks xmlns:a="http://schemas.openxmlformats.org/drawingml/2006/main" noGrp="1"/>
          </p:cNvSpPr>
          <p:nvPr/>
        </p:nvSpPr>
        <p:spPr>
          <a:xfrm xmlns:a="http://schemas.openxmlformats.org/drawingml/2006/main">
            <a:off x="3848100" y="311467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Skill·환경 조건이 관찰됐나?</a:t>
            </a:r>
          </a:p>
        </p:txBody>
      </p:sp>
      <p:sp>
        <p:nvSpPr>
          <p:cNvPr id="13" name="">
            <a:extLst xmlns:a="http://schemas.openxmlformats.org/drawingml/2006/main">
              <a:ext uri="{FF2B5EF4-FFF2-40B4-BE49-F238E27FC236}">
                <a16:creationId xmlns:a16="http://schemas.microsoft.com/office/drawing/2014/main" id="{AEF74017-CA98-4555-AAD2-750ED3F3C73F}"/>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경고와 실제 사용">
            <a:extLst xmlns:a="http://schemas.openxmlformats.org/drawingml/2006/main">
              <a:ext uri="{FF2B5EF4-FFF2-40B4-BE49-F238E27FC236}">
                <a16:creationId xmlns:a16="http://schemas.microsoft.com/office/drawing/2014/main" id="{C140FB1C-44B9-4674-9847-D81DAC28E5E4}"/>
              </a:ext>
            </a:extLst>
          </p:cNvPr>
          <p:cNvSpPr>
            <a:spLocks xmlns:a="http://schemas.openxmlformats.org/drawingml/2006/main" noGrp="1"/>
          </p:cNvSpPr>
          <p:nvPr/>
        </p:nvSpPr>
        <p:spPr>
          <a:xfrm xmlns:a="http://schemas.openxmlformats.org/drawingml/2006/main">
            <a:off x="609600" y="3810000"/>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경고와 실제 사용</a:t>
            </a:r>
          </a:p>
        </p:txBody>
      </p:sp>
      <p:sp>
        <p:nvSpPr>
          <p:cNvPr id="15" name="시작 경고와 도구의 실제 실행·결과를 구분">
            <a:extLst xmlns:a="http://schemas.openxmlformats.org/drawingml/2006/main">
              <a:ext uri="{FF2B5EF4-FFF2-40B4-BE49-F238E27FC236}">
                <a16:creationId xmlns:a16="http://schemas.microsoft.com/office/drawing/2014/main" id="{3F067F69-9575-4BF8-AF73-CC01995638C1}"/>
              </a:ext>
            </a:extLst>
          </p:cNvPr>
          <p:cNvSpPr>
            <a:spLocks xmlns:a="http://schemas.openxmlformats.org/drawingml/2006/main" noGrp="1"/>
          </p:cNvSpPr>
          <p:nvPr/>
        </p:nvSpPr>
        <p:spPr>
          <a:xfrm xmlns:a="http://schemas.openxmlformats.org/drawingml/2006/main">
            <a:off x="3848100" y="3810000"/>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시작 경고와 도구의 실제 실행·결과를 구분</a:t>
            </a:r>
          </a:p>
        </p:txBody>
      </p:sp>
      <p:sp>
        <p:nvSpPr>
          <p:cNvPr id="16" name="">
            <a:extLst xmlns:a="http://schemas.openxmlformats.org/drawingml/2006/main">
              <a:ext uri="{FF2B5EF4-FFF2-40B4-BE49-F238E27FC236}">
                <a16:creationId xmlns:a16="http://schemas.microsoft.com/office/drawing/2014/main" id="{2C34837D-74B6-4955-BE03-2F22AF3CE002}"/>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해석 가능한 범위">
            <a:extLst xmlns:a="http://schemas.openxmlformats.org/drawingml/2006/main">
              <a:ext uri="{FF2B5EF4-FFF2-40B4-BE49-F238E27FC236}">
                <a16:creationId xmlns:a16="http://schemas.microsoft.com/office/drawing/2014/main" id="{01153022-DA31-497D-B991-0DE00F70BF49}"/>
              </a:ext>
            </a:extLst>
          </p:cNvPr>
          <p:cNvSpPr>
            <a:spLocks xmlns:a="http://schemas.openxmlformats.org/drawingml/2006/main" noGrp="1"/>
          </p:cNvSpPr>
          <p:nvPr/>
        </p:nvSpPr>
        <p:spPr>
          <a:xfrm xmlns:a="http://schemas.openxmlformats.org/drawingml/2006/main">
            <a:off x="609600" y="450532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해석 가능한 범위</a:t>
            </a:r>
          </a:p>
        </p:txBody>
      </p:sp>
      <p:sp>
        <p:nvSpPr>
          <p:cNvPr id="18" name="확인된 결과와 원인 불확실성을 구분">
            <a:extLst xmlns:a="http://schemas.openxmlformats.org/drawingml/2006/main">
              <a:ext uri="{FF2B5EF4-FFF2-40B4-BE49-F238E27FC236}">
                <a16:creationId xmlns:a16="http://schemas.microsoft.com/office/drawing/2014/main" id="{356AB73F-1A49-43C3-83CC-C7CCA4EBD115}"/>
              </a:ext>
            </a:extLst>
          </p:cNvPr>
          <p:cNvSpPr>
            <a:spLocks xmlns:a="http://schemas.openxmlformats.org/drawingml/2006/main" noGrp="1"/>
          </p:cNvSpPr>
          <p:nvPr/>
        </p:nvSpPr>
        <p:spPr>
          <a:xfrm xmlns:a="http://schemas.openxmlformats.org/drawingml/2006/main">
            <a:off x="3848100" y="450532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확인된 결과와 원인 불확실성을 구분</a:t>
            </a:r>
          </a:p>
        </p:txBody>
      </p:sp>
      <p:sp>
        <p:nvSpPr>
          <p:cNvPr id="19" name="당시 결정: PARTIAL 보존 · 환경 격리를 진행 조건으로 두지 않음">
            <a:extLst xmlns:a="http://schemas.openxmlformats.org/drawingml/2006/main">
              <a:ext uri="{FF2B5EF4-FFF2-40B4-BE49-F238E27FC236}">
                <a16:creationId xmlns:a16="http://schemas.microsoft.com/office/drawing/2014/main" id="{959D9F72-EEAD-47BC-B6E8-79319DB0E4E1}"/>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당시 결정: PARTIAL 보존 · 환경 격리를 진행 조건으로 두지 않음</a:t>
            </a:r>
          </a:p>
        </p:txBody>
      </p:sp>
      <p:sp>
        <p:nvSpPr>
          <p:cNvPr id="20" name="Legacy module connection">
            <a:extLst xmlns:a="http://schemas.openxmlformats.org/drawingml/2006/main">
              <a:ext uri="{FF2B5EF4-FFF2-40B4-BE49-F238E27FC236}">
                <a16:creationId xmlns:a16="http://schemas.microsoft.com/office/drawing/2014/main" id="{50350D9C-9E42-4D63-8CC8-EFC81FEEEC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06730234"/>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제작 기록 / 후속 적용과 남은 불일치">
            <a:extLst xmlns:a="http://schemas.openxmlformats.org/drawingml/2006/main">
              <a:ext uri="{FF2B5EF4-FFF2-40B4-BE49-F238E27FC236}">
                <a16:creationId xmlns:a16="http://schemas.microsoft.com/office/drawing/2014/main" id="{EA92DA3C-E62D-4ED0-998F-9167D446F6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후속 적용과 남은 불일치</a:t>
            </a:r>
          </a:p>
        </p:txBody>
      </p:sp>
      <p:sp>
        <p:nvSpPr>
          <p:cNvPr id="2" name="S83">
            <a:extLst xmlns:a="http://schemas.openxmlformats.org/drawingml/2006/main">
              <a:ext uri="{FF2B5EF4-FFF2-40B4-BE49-F238E27FC236}">
                <a16:creationId xmlns:a16="http://schemas.microsoft.com/office/drawing/2014/main" id="{BE344C4B-17D8-474B-86BA-52BF63BDDB4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후속 기록도 원문과 다시 대조했다">
            <a:extLst xmlns:a="http://schemas.openxmlformats.org/drawingml/2006/main">
              <a:ext uri="{FF2B5EF4-FFF2-40B4-BE49-F238E27FC236}">
                <a16:creationId xmlns:a16="http://schemas.microsoft.com/office/drawing/2014/main" id="{20DACA06-C54F-45B6-AD3B-C5613AF52D0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기록도 원문과 다시 대조했다</a:t>
            </a:r>
          </a:p>
        </p:txBody>
      </p:sp>
      <p:sp>
        <p:nvSpPr>
          <p:cNvPr id="4" name="">
            <a:extLst xmlns:a="http://schemas.openxmlformats.org/drawingml/2006/main">
              <a:ext uri="{FF2B5EF4-FFF2-40B4-BE49-F238E27FC236}">
                <a16:creationId xmlns:a16="http://schemas.microsoft.com/office/drawing/2014/main" id="{1F37C929-AC09-48BE-8364-FBC43F3519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BE1F1B5-EBBC-4DCD-A71A-4207CE06F8A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보고·원문 대조와 지침 사용 경로를 요약한 도식">
            <a:extLst xmlns:a="http://schemas.openxmlformats.org/drawingml/2006/main">
              <a:ext uri="{FF2B5EF4-FFF2-40B4-BE49-F238E27FC236}">
                <a16:creationId xmlns:a16="http://schemas.microsoft.com/office/drawing/2014/main" id="{6AC118CB-60FE-4B88-BBE2-0257DB75EE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보고·원문 대조와 지침 사용 경로를 요약한 도식</a:t>
            </a:r>
          </a:p>
        </p:txBody>
      </p:sp>
      <p:sp>
        <p:nvSpPr>
          <p:cNvPr id="7" name="MCP 작업 결과 없음 · 두 기록의 서로 다른 확인 내용 · 완전한 환경 목록·품질 향상 미입증">
            <a:extLst xmlns:a="http://schemas.openxmlformats.org/drawingml/2006/main">
              <a:ext uri="{FF2B5EF4-FFF2-40B4-BE49-F238E27FC236}">
                <a16:creationId xmlns:a16="http://schemas.microsoft.com/office/drawing/2014/main" id="{8770908D-6996-44D9-BF40-E97A4F0E0C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 없음 · 두 기록의 서로 다른 확인 내용 · 완전한 환경 목록·품질 향상 미입증</a:t>
            </a:r>
          </a:p>
        </p:txBody>
      </p:sp>
      <p:sp>
        <p:nvSpPr>
          <p:cNvPr id="8" name="보고와 원문에 남은 차이">
            <a:extLst xmlns:a="http://schemas.openxmlformats.org/drawingml/2006/main">
              <a:ext uri="{FF2B5EF4-FFF2-40B4-BE49-F238E27FC236}">
                <a16:creationId xmlns:a16="http://schemas.microsoft.com/office/drawing/2014/main" id="{74938BB6-783D-4943-B23F-5338F3CBF5DF}"/>
              </a:ext>
            </a:extLst>
          </p:cNvPr>
          <p:cNvSpPr>
            <a:spLocks xmlns:a="http://schemas.openxmlformats.org/drawingml/2006/main" noGrp="1"/>
          </p:cNvSpPr>
          <p:nvPr/>
        </p:nvSpPr>
        <p:spPr>
          <a:xfrm xmlns:a="http://schemas.openxmlformats.org/drawingml/2006/main">
            <a:off x="609600" y="2105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보고와 원문에 남은 차이</a:t>
            </a:r>
          </a:p>
        </p:txBody>
      </p:sp>
      <p:sp>
        <p:nvSpPr>
          <p:cNvPr id="9" name="구분해서 남긴 사용 경로">
            <a:extLst xmlns:a="http://schemas.openxmlformats.org/drawingml/2006/main">
              <a:ext uri="{FF2B5EF4-FFF2-40B4-BE49-F238E27FC236}">
                <a16:creationId xmlns:a16="http://schemas.microsoft.com/office/drawing/2014/main" id="{584BB12B-E402-44A9-AC31-CBC39070CBA9}"/>
              </a:ext>
            </a:extLst>
          </p:cNvPr>
          <p:cNvSpPr>
            <a:spLocks xmlns:a="http://schemas.openxmlformats.org/drawingml/2006/main" noGrp="1"/>
          </p:cNvSpPr>
          <p:nvPr/>
        </p:nvSpPr>
        <p:spPr>
          <a:xfrm xmlns:a="http://schemas.openxmlformats.org/drawingml/2006/main">
            <a:off x="6705600" y="21050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구분해서 남긴 사용 경로</a:t>
            </a:r>
          </a:p>
        </p:txBody>
      </p:sp>
      <p:sp>
        <p:nvSpPr>
          <p:cNvPr id="10" name="후속 기록 · TRIAL-007">
            <a:extLst xmlns:a="http://schemas.openxmlformats.org/drawingml/2006/main">
              <a:ext uri="{FF2B5EF4-FFF2-40B4-BE49-F238E27FC236}">
                <a16:creationId xmlns:a16="http://schemas.microsoft.com/office/drawing/2014/main" id="{467C1752-F6B7-4496-9FEA-099D97A0CB66}"/>
              </a:ext>
            </a:extLst>
          </p:cNvPr>
          <p:cNvSpPr>
            <a:spLocks xmlns:a="http://schemas.openxmlformats.org/drawingml/2006/main" noGrp="1"/>
          </p:cNvSpPr>
          <p:nvPr/>
        </p:nvSpPr>
        <p:spPr>
          <a:xfrm xmlns:a="http://schemas.openxmlformats.org/drawingml/2006/main">
            <a:off x="609600" y="2619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TRIAL-007</a:t>
            </a:r>
          </a:p>
        </p:txBody>
      </p:sp>
      <p:sp>
        <p:nvSpPr>
          <p:cNvPr id="11" name="후속 기록 · TRIAL-008">
            <a:extLst xmlns:a="http://schemas.openxmlformats.org/drawingml/2006/main">
              <a:ext uri="{FF2B5EF4-FFF2-40B4-BE49-F238E27FC236}">
                <a16:creationId xmlns:a16="http://schemas.microsoft.com/office/drawing/2014/main" id="{CDA753A6-2B83-48DA-BA9A-EEA2C8634531}"/>
              </a:ext>
            </a:extLst>
          </p:cNvPr>
          <p:cNvSpPr>
            <a:spLocks xmlns:a="http://schemas.openxmlformats.org/drawingml/2006/main" noGrp="1"/>
          </p:cNvSpPr>
          <p:nvPr/>
        </p:nvSpPr>
        <p:spPr>
          <a:xfrm xmlns:a="http://schemas.openxmlformats.org/drawingml/2006/main">
            <a:off x="6705600" y="261937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TRIAL-008</a:t>
            </a:r>
          </a:p>
        </p:txBody>
      </p:sp>
      <p:sp>
        <p:nvSpPr>
          <p:cNvPr id="12" name="">
            <a:extLst xmlns:a="http://schemas.openxmlformats.org/drawingml/2006/main">
              <a:ext uri="{FF2B5EF4-FFF2-40B4-BE49-F238E27FC236}">
                <a16:creationId xmlns:a16="http://schemas.microsoft.com/office/drawing/2014/main" id="{675A4239-88BD-429D-A186-7595AE47516C}"/>
              </a:ext>
            </a:extLst>
          </p:cNvPr>
          <p:cNvSpPr>
            <a:spLocks xmlns:a="http://schemas.openxmlformats.org/drawingml/2006/main" noGrp="1"/>
          </p:cNvSpPr>
          <p:nvPr/>
        </p:nvSpPr>
        <p:spPr>
          <a:xfrm xmlns:a="http://schemas.openxmlformats.org/drawingml/2006/main">
            <a:off x="609600" y="307657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345C661F-9194-464E-88B0-3DB76C6A2EBB}"/>
              </a:ext>
            </a:extLst>
          </p:cNvPr>
          <p:cNvSpPr>
            <a:spLocks xmlns:a="http://schemas.openxmlformats.org/drawingml/2006/main" noGrp="1"/>
          </p:cNvSpPr>
          <p:nvPr/>
        </p:nvSpPr>
        <p:spPr>
          <a:xfrm xmlns:a="http://schemas.openxmlformats.org/drawingml/2006/main">
            <a:off x="6705600" y="30765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보고서">
            <a:extLst xmlns:a="http://schemas.openxmlformats.org/drawingml/2006/main">
              <a:ext uri="{FF2B5EF4-FFF2-40B4-BE49-F238E27FC236}">
                <a16:creationId xmlns:a16="http://schemas.microsoft.com/office/drawing/2014/main" id="{42009BD2-6118-47F8-AFBF-0D59CD30CDC4}"/>
              </a:ext>
            </a:extLst>
          </p:cNvPr>
          <p:cNvSpPr>
            <a:spLocks xmlns:a="http://schemas.openxmlformats.org/drawingml/2006/main" noGrp="1"/>
          </p:cNvSpPr>
          <p:nvPr/>
        </p:nvSpPr>
        <p:spPr>
          <a:xfrm xmlns:a="http://schemas.openxmlformats.org/drawingml/2006/main">
            <a:off x="609600" y="329565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보고서</a:t>
            </a:r>
          </a:p>
        </p:txBody>
      </p:sp>
      <p:sp>
        <p:nvSpPr>
          <p:cNvPr id="15" name="MCP 경고 없음">
            <a:extLst xmlns:a="http://schemas.openxmlformats.org/drawingml/2006/main">
              <a:ext uri="{FF2B5EF4-FFF2-40B4-BE49-F238E27FC236}">
                <a16:creationId xmlns:a16="http://schemas.microsoft.com/office/drawing/2014/main" id="{2D67FD20-D0AE-43F6-A947-B56D69444F4B}"/>
              </a:ext>
            </a:extLst>
          </p:cNvPr>
          <p:cNvSpPr>
            <a:spLocks xmlns:a="http://schemas.openxmlformats.org/drawingml/2006/main" noGrp="1"/>
          </p:cNvSpPr>
          <p:nvPr/>
        </p:nvSpPr>
        <p:spPr>
          <a:xfrm xmlns:a="http://schemas.openxmlformats.org/drawingml/2006/main">
            <a:off x="609600" y="37052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MCP 경고 없음</a:t>
            </a:r>
          </a:p>
        </p:txBody>
      </p:sp>
      <p:sp>
        <p:nvSpPr>
          <p:cNvPr id="16" name="원문 진단 기록">
            <a:extLst xmlns:a="http://schemas.openxmlformats.org/drawingml/2006/main">
              <a:ext uri="{FF2B5EF4-FFF2-40B4-BE49-F238E27FC236}">
                <a16:creationId xmlns:a16="http://schemas.microsoft.com/office/drawing/2014/main" id="{17D6C1BE-95DF-4B37-AC98-E397B2A660E5}"/>
              </a:ext>
            </a:extLst>
          </p:cNvPr>
          <p:cNvSpPr>
            <a:spLocks xmlns:a="http://schemas.openxmlformats.org/drawingml/2006/main" noGrp="1"/>
          </p:cNvSpPr>
          <p:nvPr/>
        </p:nvSpPr>
        <p:spPr>
          <a:xfrm xmlns:a="http://schemas.openxmlformats.org/drawingml/2006/main">
            <a:off x="609600" y="434340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원문 진단 기록</a:t>
            </a:r>
          </a:p>
        </p:txBody>
      </p:sp>
      <p:sp>
        <p:nvSpPr>
          <p:cNvPr id="17" name="인증 필요 경고가 남음">
            <a:extLst xmlns:a="http://schemas.openxmlformats.org/drawingml/2006/main">
              <a:ext uri="{FF2B5EF4-FFF2-40B4-BE49-F238E27FC236}">
                <a16:creationId xmlns:a16="http://schemas.microsoft.com/office/drawing/2014/main" id="{3FE0986B-4891-4018-9416-873CBA0FFCB2}"/>
              </a:ext>
            </a:extLst>
          </p:cNvPr>
          <p:cNvSpPr>
            <a:spLocks xmlns:a="http://schemas.openxmlformats.org/drawingml/2006/main" noGrp="1"/>
          </p:cNvSpPr>
          <p:nvPr/>
        </p:nvSpPr>
        <p:spPr>
          <a:xfrm xmlns:a="http://schemas.openxmlformats.org/drawingml/2006/main">
            <a:off x="609600" y="476250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인증 필요 경고가 남음</a:t>
            </a:r>
          </a:p>
        </p:txBody>
      </p:sp>
      <p:sp>
        <p:nvSpPr>
          <p:cNvPr id="18" name="원문: Nimble AuthRequired">
            <a:extLst xmlns:a="http://schemas.openxmlformats.org/drawingml/2006/main">
              <a:ext uri="{FF2B5EF4-FFF2-40B4-BE49-F238E27FC236}">
                <a16:creationId xmlns:a16="http://schemas.microsoft.com/office/drawing/2014/main" id="{4A952FE1-2E3F-47BC-8AAB-2B602D4B913E}"/>
              </a:ext>
            </a:extLst>
          </p:cNvPr>
          <p:cNvSpPr>
            <a:spLocks xmlns:a="http://schemas.openxmlformats.org/drawingml/2006/main" noGrp="1"/>
          </p:cNvSpPr>
          <p:nvPr/>
        </p:nvSpPr>
        <p:spPr>
          <a:xfrm xmlns:a="http://schemas.openxmlformats.org/drawingml/2006/main">
            <a:off x="609600" y="5286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Consolas"/>
                <a:ea typeface="Consolas"/>
                <a:cs typeface="Consolas"/>
              </a:defRPr>
            </a:defPPr>
            <a:lvl1pPr algn="l">
              <a:defRPr sz="1650" b="0">
                <a:solidFill>
                  <a:srgbClr val="4D5A68"/>
                </a:solidFill>
                <a:latin typeface="Consolas"/>
                <a:ea typeface="Consolas"/>
                <a:cs typeface="Consolas"/>
              </a:defRPr>
            </a:lvl1pPr>
            <a:lvl2pPr algn="l">
              <a:defRPr sz="1650" b="0">
                <a:solidFill>
                  <a:srgbClr val="4D5A68"/>
                </a:solidFill>
                <a:latin typeface="Consolas"/>
                <a:ea typeface="Consolas"/>
                <a:cs typeface="Consolas"/>
              </a:defRPr>
            </a:lvl2pPr>
            <a:lvl3pPr algn="l">
              <a:defRPr sz="1650" b="0">
                <a:solidFill>
                  <a:srgbClr val="4D5A68"/>
                </a:solidFill>
                <a:latin typeface="Consolas"/>
                <a:ea typeface="Consolas"/>
                <a:cs typeface="Consolas"/>
              </a:defRPr>
            </a:lvl3pPr>
            <a:lvl4pPr algn="l">
              <a:defRPr sz="1650" b="0">
                <a:solidFill>
                  <a:srgbClr val="4D5A68"/>
                </a:solidFill>
                <a:latin typeface="Consolas"/>
                <a:ea typeface="Consolas"/>
                <a:cs typeface="Consolas"/>
              </a:defRPr>
            </a:lvl4pPr>
            <a:lvl5pPr algn="l">
              <a:defRPr sz="1650" b="0">
                <a:solidFill>
                  <a:srgbClr val="4D5A68"/>
                </a:solidFill>
                <a:latin typeface="Consolas"/>
                <a:ea typeface="Consolas"/>
                <a:cs typeface="Consolas"/>
              </a:defRPr>
            </a:lvl5pPr>
            <a:lvl6pPr algn="l">
              <a:defRPr sz="1650" b="0">
                <a:solidFill>
                  <a:srgbClr val="4D5A68"/>
                </a:solidFill>
                <a:latin typeface="Consolas"/>
                <a:ea typeface="Consolas"/>
                <a:cs typeface="Consolas"/>
              </a:defRPr>
            </a:lvl6pPr>
            <a:lvl7pPr algn="l">
              <a:defRPr sz="1650" b="0">
                <a:solidFill>
                  <a:srgbClr val="4D5A68"/>
                </a:solidFill>
                <a:latin typeface="Consolas"/>
                <a:ea typeface="Consolas"/>
                <a:cs typeface="Consolas"/>
              </a:defRPr>
            </a:lvl7pPr>
            <a:lvl8pPr algn="l">
              <a:defRPr sz="1650" b="0">
                <a:solidFill>
                  <a:srgbClr val="4D5A68"/>
                </a:solidFill>
                <a:latin typeface="Consolas"/>
                <a:ea typeface="Consolas"/>
                <a:cs typeface="Consolas"/>
              </a:defRPr>
            </a:lvl8pPr>
            <a:lvl9pPr algn="l">
              <a:defRPr sz="1650" b="0">
                <a:solidFill>
                  <a:srgbClr val="4D5A68"/>
                </a:solidFill>
                <a:latin typeface="Consolas"/>
                <a:ea typeface="Consolas"/>
                <a:cs typeface="Consolas"/>
              </a:defRPr>
            </a:lvl9pPr>
          </a:lstStyle>
          <a:p xmlns:a="http://schemas.openxmlformats.org/drawingml/2006/main">
            <a:pPr algn="l">
              <a:defRPr sz="1650" b="0">
                <a:solidFill>
                  <a:srgbClr val="4D5A68"/>
                </a:solidFill>
                <a:latin typeface="Consolas"/>
                <a:ea typeface="Consolas"/>
                <a:cs typeface="Consolas"/>
              </a:defRPr>
            </a:pPr>
            <a:r>
              <a:rPr sz="1650" b="0">
                <a:solidFill>
                  <a:srgbClr val="4D5A68"/>
                </a:solidFill>
                <a:latin typeface="Consolas"/>
                <a:ea typeface="Consolas"/>
                <a:cs typeface="Consolas"/>
              </a:rPr>
              <a:t>원문: Nimble AuthRequired</a:t>
            </a:r>
          </a:p>
        </p:txBody>
      </p:sp>
      <p:sp>
        <p:nvSpPr>
          <p:cNvPr id="19" name="저장소 Skill의 명시 호출">
            <a:extLst xmlns:a="http://schemas.openxmlformats.org/drawingml/2006/main">
              <a:ext uri="{FF2B5EF4-FFF2-40B4-BE49-F238E27FC236}">
                <a16:creationId xmlns:a16="http://schemas.microsoft.com/office/drawing/2014/main" id="{6FD8CA67-B5D2-4089-B305-DA9327B991EF}"/>
              </a:ext>
            </a:extLst>
          </p:cNvPr>
          <p:cNvSpPr>
            <a:spLocks xmlns:a="http://schemas.openxmlformats.org/drawingml/2006/main" noGrp="1"/>
          </p:cNvSpPr>
          <p:nvPr/>
        </p:nvSpPr>
        <p:spPr>
          <a:xfrm xmlns:a="http://schemas.openxmlformats.org/drawingml/2006/main">
            <a:off x="6705600" y="3476625"/>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저장소 Skill의 명시 호출</a:t>
            </a:r>
          </a:p>
        </p:txBody>
      </p:sp>
      <p:sp>
        <p:nvSpPr>
          <p:cNvPr id="20" name="서로 구분해 기록">
            <a:extLst xmlns:a="http://schemas.openxmlformats.org/drawingml/2006/main">
              <a:ext uri="{FF2B5EF4-FFF2-40B4-BE49-F238E27FC236}">
                <a16:creationId xmlns:a16="http://schemas.microsoft.com/office/drawing/2014/main" id="{85669355-03DA-4AB1-A69B-AE6C83B67166}"/>
              </a:ext>
            </a:extLst>
          </p:cNvPr>
          <p:cNvSpPr>
            <a:spLocks xmlns:a="http://schemas.openxmlformats.org/drawingml/2006/main" noGrp="1"/>
          </p:cNvSpPr>
          <p:nvPr/>
        </p:nvSpPr>
        <p:spPr>
          <a:xfrm xmlns:a="http://schemas.openxmlformats.org/drawingml/2006/main">
            <a:off x="6705600" y="4219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서로 구분해 기록</a:t>
            </a:r>
          </a:p>
        </p:txBody>
      </p:sp>
      <p:sp>
        <p:nvSpPr>
          <p:cNvPr id="21" name="전역 지침·Skill의 영향">
            <a:extLst xmlns:a="http://schemas.openxmlformats.org/drawingml/2006/main">
              <a:ext uri="{FF2B5EF4-FFF2-40B4-BE49-F238E27FC236}">
                <a16:creationId xmlns:a16="http://schemas.microsoft.com/office/drawing/2014/main" id="{0C2B8C09-700E-4C93-A267-3AA905D8C792}"/>
              </a:ext>
            </a:extLst>
          </p:cNvPr>
          <p:cNvSpPr>
            <a:spLocks xmlns:a="http://schemas.openxmlformats.org/drawingml/2006/main" noGrp="1"/>
          </p:cNvSpPr>
          <p:nvPr/>
        </p:nvSpPr>
        <p:spPr>
          <a:xfrm xmlns:a="http://schemas.openxmlformats.org/drawingml/2006/main">
            <a:off x="6705600" y="4819650"/>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전역 지침·Skill의 영향</a:t>
            </a:r>
          </a:p>
        </p:txBody>
      </p:sp>
      <p:sp>
        <p:nvSpPr>
          <p:cNvPr id="22" name="Legacy module connection">
            <a:extLst xmlns:a="http://schemas.openxmlformats.org/drawingml/2006/main">
              <a:ext uri="{FF2B5EF4-FFF2-40B4-BE49-F238E27FC236}">
                <a16:creationId xmlns:a16="http://schemas.microsoft.com/office/drawing/2014/main" id="{26242EEC-53B8-4356-B580-85C6A95EFD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0600206"/>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4 · 실제 제작 기록 / 운영 모델과의 대응">
            <a:extLst xmlns:a="http://schemas.openxmlformats.org/drawingml/2006/main">
              <a:ext uri="{FF2B5EF4-FFF2-40B4-BE49-F238E27FC236}">
                <a16:creationId xmlns:a16="http://schemas.microsoft.com/office/drawing/2014/main" id="{55274838-561B-4D2C-A7E7-BC5FE726EE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운영 모델과의 대응</a:t>
            </a:r>
          </a:p>
        </p:txBody>
      </p:sp>
      <p:sp>
        <p:nvSpPr>
          <p:cNvPr id="2" name="S84">
            <a:extLst xmlns:a="http://schemas.openxmlformats.org/drawingml/2006/main">
              <a:ext uri="{FF2B5EF4-FFF2-40B4-BE49-F238E27FC236}">
                <a16:creationId xmlns:a16="http://schemas.microsoft.com/office/drawing/2014/main" id="{419ED56A-858E-4131-A3B4-AE9D8162D1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실제 기록을 Loop의 단계에 대응하면">
            <a:extLst xmlns:a="http://schemas.openxmlformats.org/drawingml/2006/main">
              <a:ext uri="{FF2B5EF4-FFF2-40B4-BE49-F238E27FC236}">
                <a16:creationId xmlns:a16="http://schemas.microsoft.com/office/drawing/2014/main" id="{D26B156F-7B10-4F2C-BFD5-DD6EA61220E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기록을 Loop의 단계에 대응하면</a:t>
            </a:r>
          </a:p>
        </p:txBody>
      </p:sp>
      <p:sp>
        <p:nvSpPr>
          <p:cNvPr id="4" name="">
            <a:extLst xmlns:a="http://schemas.openxmlformats.org/drawingml/2006/main">
              <a:ext uri="{FF2B5EF4-FFF2-40B4-BE49-F238E27FC236}">
                <a16:creationId xmlns:a16="http://schemas.microsoft.com/office/drawing/2014/main" id="{DA89B63B-11D0-4ADA-A3DA-D5B877AFC1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C945C1C-9641-4F14-B9EE-63F0508C830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보존된 평가·보고 기록">
            <a:extLst xmlns:a="http://schemas.openxmlformats.org/drawingml/2006/main">
              <a:ext uri="{FF2B5EF4-FFF2-40B4-BE49-F238E27FC236}">
                <a16:creationId xmlns:a16="http://schemas.microsoft.com/office/drawing/2014/main" id="{B6CD2DBC-4C84-4408-A2FA-5DCE5125C6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보존된 평가·보고 기록</a:t>
            </a:r>
          </a:p>
        </p:txBody>
      </p:sp>
      <p:sp>
        <p:nvSpPr>
          <p:cNvPr id="7" name="후속 대조는 부분적 확인 · 제품 코드·가상 Workflow 복구 아님 · 품질 향상은 미측정">
            <a:extLst xmlns:a="http://schemas.openxmlformats.org/drawingml/2006/main">
              <a:ext uri="{FF2B5EF4-FFF2-40B4-BE49-F238E27FC236}">
                <a16:creationId xmlns:a16="http://schemas.microsoft.com/office/drawing/2014/main" id="{DE24B1FC-1505-432D-B70B-D1FBB4A897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후속 대조는 부분적 확인 · 제품 코드·가상 Workflow 복구 아님 · 품질 향상은 미측정</a:t>
            </a:r>
          </a:p>
        </p:txBody>
      </p:sp>
      <p:sp>
        <p:nvSpPr>
          <p:cNvPr id="8" name="성능 조사에서 얻은 관찰이 평가·보고 기준을 바꿨다">
            <a:extLst xmlns:a="http://schemas.openxmlformats.org/drawingml/2006/main">
              <a:ext uri="{FF2B5EF4-FFF2-40B4-BE49-F238E27FC236}">
                <a16:creationId xmlns:a16="http://schemas.microsoft.com/office/drawing/2014/main" id="{A7C23286-7907-410B-AFE1-0739436E2321}"/>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 조사에서 얻은 관찰이 평가·보고 기준을 바꿨다</a:t>
            </a:r>
          </a:p>
        </p:txBody>
      </p:sp>
      <p:sp>
        <p:nvSpPr>
          <p:cNvPr id="9" name="01">
            <a:extLst xmlns:a="http://schemas.openxmlformats.org/drawingml/2006/main">
              <a:ext uri="{FF2B5EF4-FFF2-40B4-BE49-F238E27FC236}">
                <a16:creationId xmlns:a16="http://schemas.microsoft.com/office/drawing/2014/main" id="{BD39F3F1-DF30-40DC-9F85-277ADBF464BF}"/>
              </a:ext>
            </a:extLst>
          </p:cNvPr>
          <p:cNvSpPr>
            <a:spLocks xmlns:a="http://schemas.openxmlformats.org/drawingml/2006/main" noGrp="1"/>
          </p:cNvSpPr>
          <p:nvPr/>
        </p:nvSpPr>
        <p:spPr>
          <a:xfrm xmlns:a="http://schemas.openxmlformats.org/drawingml/2006/main">
            <a:off x="6096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10" name="">
            <a:extLst xmlns:a="http://schemas.openxmlformats.org/drawingml/2006/main">
              <a:ext uri="{FF2B5EF4-FFF2-40B4-BE49-F238E27FC236}">
                <a16:creationId xmlns:a16="http://schemas.microsoft.com/office/drawing/2014/main" id="{1903D21D-8A5B-453D-A0B0-257E2AA0350E}"/>
              </a:ext>
            </a:extLst>
          </p:cNvPr>
          <p:cNvSpPr>
            <a:spLocks xmlns:a="http://schemas.openxmlformats.org/drawingml/2006/main" noGrp="1"/>
          </p:cNvSpPr>
          <p:nvPr/>
        </p:nvSpPr>
        <p:spPr>
          <a:xfrm xmlns:a="http://schemas.openxmlformats.org/drawingml/2006/main">
            <a:off x="6096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a:extLst xmlns:a="http://schemas.openxmlformats.org/drawingml/2006/main">
              <a:ext uri="{FF2B5EF4-FFF2-40B4-BE49-F238E27FC236}">
                <a16:creationId xmlns:a16="http://schemas.microsoft.com/office/drawing/2014/main" id="{052DD4C8-9DE5-4C3D-BB33-C8F09F3F5BB8}"/>
              </a:ext>
            </a:extLst>
          </p:cNvPr>
          <p:cNvSpPr>
            <a:spLocks xmlns:a="http://schemas.openxmlformats.org/drawingml/2006/main" noGrp="1"/>
          </p:cNvSpPr>
          <p:nvPr/>
        </p:nvSpPr>
        <p:spPr>
          <a:xfrm xmlns:a="http://schemas.openxmlformats.org/drawingml/2006/main">
            <a:off x="6096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2" name="Resize 성능&#10;조사">
            <a:extLst xmlns:a="http://schemas.openxmlformats.org/drawingml/2006/main">
              <a:ext uri="{FF2B5EF4-FFF2-40B4-BE49-F238E27FC236}">
                <a16:creationId xmlns:a16="http://schemas.microsoft.com/office/drawing/2014/main" id="{613B3C65-5759-4969-959C-16C078BC81C6}"/>
              </a:ext>
            </a:extLst>
          </p:cNvPr>
          <p:cNvSpPr>
            <a:spLocks xmlns:a="http://schemas.openxmlformats.org/drawingml/2006/main" noGrp="1"/>
          </p:cNvSpPr>
          <p:nvPr/>
        </p:nvSpPr>
        <p:spPr>
          <a:xfrm xmlns:a="http://schemas.openxmlformats.org/drawingml/2006/main">
            <a:off x="6096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Resize 성능</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조사</a:t>
            </a:r>
          </a:p>
        </p:txBody>
      </p:sp>
      <p:cxnSp>
        <p:nvCxnSpPr>
          <p:cNvPr id="13" name="">
            <a:extLst xmlns:a="http://schemas.openxmlformats.org/drawingml/2006/main">
              <a:ext uri="{FF2B5EF4-FFF2-40B4-BE49-F238E27FC236}">
                <a16:creationId xmlns:a16="http://schemas.microsoft.com/office/drawing/2014/main" id="{9943761F-3163-47DB-ABD3-0F0912D4B730}"/>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02">
            <a:extLst xmlns:a="http://schemas.openxmlformats.org/drawingml/2006/main">
              <a:ext uri="{FF2B5EF4-FFF2-40B4-BE49-F238E27FC236}">
                <a16:creationId xmlns:a16="http://schemas.microsoft.com/office/drawing/2014/main" id="{253C6D26-4DE7-41E0-8D1C-9E6A8263C854}"/>
              </a:ext>
            </a:extLst>
          </p:cNvPr>
          <p:cNvSpPr>
            <a:spLocks xmlns:a="http://schemas.openxmlformats.org/drawingml/2006/main" noGrp="1"/>
          </p:cNvSpPr>
          <p:nvPr/>
        </p:nvSpPr>
        <p:spPr>
          <a:xfrm xmlns:a="http://schemas.openxmlformats.org/drawingml/2006/main">
            <a:off x="28575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5" name="">
            <a:extLst xmlns:a="http://schemas.openxmlformats.org/drawingml/2006/main">
              <a:ext uri="{FF2B5EF4-FFF2-40B4-BE49-F238E27FC236}">
                <a16:creationId xmlns:a16="http://schemas.microsoft.com/office/drawing/2014/main" id="{81AFB8F7-E925-49FE-A30A-E5688BA1161F}"/>
              </a:ext>
            </a:extLst>
          </p:cNvPr>
          <p:cNvSpPr>
            <a:spLocks xmlns:a="http://schemas.openxmlformats.org/drawingml/2006/main" noGrp="1"/>
          </p:cNvSpPr>
          <p:nvPr/>
        </p:nvSpPr>
        <p:spPr>
          <a:xfrm xmlns:a="http://schemas.openxmlformats.org/drawingml/2006/main">
            <a:off x="28575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관찰">
            <a:extLst xmlns:a="http://schemas.openxmlformats.org/drawingml/2006/main">
              <a:ext uri="{FF2B5EF4-FFF2-40B4-BE49-F238E27FC236}">
                <a16:creationId xmlns:a16="http://schemas.microsoft.com/office/drawing/2014/main" id="{26C374FC-ED9B-4B40-94F2-70D40C159EA5}"/>
              </a:ext>
            </a:extLst>
          </p:cNvPr>
          <p:cNvSpPr>
            <a:spLocks xmlns:a="http://schemas.openxmlformats.org/drawingml/2006/main" noGrp="1"/>
          </p:cNvSpPr>
          <p:nvPr/>
        </p:nvSpPr>
        <p:spPr>
          <a:xfrm xmlns:a="http://schemas.openxmlformats.org/drawingml/2006/main">
            <a:off x="28575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7" name="전역 Skill과&#10;시작 경고">
            <a:extLst xmlns:a="http://schemas.openxmlformats.org/drawingml/2006/main">
              <a:ext uri="{FF2B5EF4-FFF2-40B4-BE49-F238E27FC236}">
                <a16:creationId xmlns:a16="http://schemas.microsoft.com/office/drawing/2014/main" id="{ADE693B7-248B-49C8-985D-19FC95B7E662}"/>
              </a:ext>
            </a:extLst>
          </p:cNvPr>
          <p:cNvSpPr>
            <a:spLocks xmlns:a="http://schemas.openxmlformats.org/drawingml/2006/main" noGrp="1"/>
          </p:cNvSpPr>
          <p:nvPr/>
        </p:nvSpPr>
        <p:spPr>
          <a:xfrm xmlns:a="http://schemas.openxmlformats.org/drawingml/2006/main">
            <a:off x="28575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Skill과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시작 경고</a:t>
            </a:r>
          </a:p>
        </p:txBody>
      </p:sp>
      <p:cxnSp>
        <p:nvCxnSpPr>
          <p:cNvPr id="18" name="">
            <a:extLst xmlns:a="http://schemas.openxmlformats.org/drawingml/2006/main">
              <a:ext uri="{FF2B5EF4-FFF2-40B4-BE49-F238E27FC236}">
                <a16:creationId xmlns:a16="http://schemas.microsoft.com/office/drawing/2014/main" id="{CA2ECE42-5FBC-4E06-8CD0-77AECEAE29C5}"/>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03">
            <a:extLst xmlns:a="http://schemas.openxmlformats.org/drawingml/2006/main">
              <a:ext uri="{FF2B5EF4-FFF2-40B4-BE49-F238E27FC236}">
                <a16:creationId xmlns:a16="http://schemas.microsoft.com/office/drawing/2014/main" id="{C862E4A8-A0DA-4CF4-A840-ACDBEF2B8C18}"/>
              </a:ext>
            </a:extLst>
          </p:cNvPr>
          <p:cNvSpPr>
            <a:spLocks xmlns:a="http://schemas.openxmlformats.org/drawingml/2006/main" noGrp="1"/>
          </p:cNvSpPr>
          <p:nvPr/>
        </p:nvSpPr>
        <p:spPr>
          <a:xfrm xmlns:a="http://schemas.openxmlformats.org/drawingml/2006/main">
            <a:off x="51054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0" name="">
            <a:extLst xmlns:a="http://schemas.openxmlformats.org/drawingml/2006/main">
              <a:ext uri="{FF2B5EF4-FFF2-40B4-BE49-F238E27FC236}">
                <a16:creationId xmlns:a16="http://schemas.microsoft.com/office/drawing/2014/main" id="{B528682D-AF98-4A13-995F-B24006F4ED37}"/>
              </a:ext>
            </a:extLst>
          </p:cNvPr>
          <p:cNvSpPr>
            <a:spLocks xmlns:a="http://schemas.openxmlformats.org/drawingml/2006/main" noGrp="1"/>
          </p:cNvSpPr>
          <p:nvPr/>
        </p:nvSpPr>
        <p:spPr>
          <a:xfrm xmlns:a="http://schemas.openxmlformats.org/drawingml/2006/main">
            <a:off x="51054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원인 판단">
            <a:extLst xmlns:a="http://schemas.openxmlformats.org/drawingml/2006/main">
              <a:ext uri="{FF2B5EF4-FFF2-40B4-BE49-F238E27FC236}">
                <a16:creationId xmlns:a16="http://schemas.microsoft.com/office/drawing/2014/main" id="{C9738971-BBD7-499F-9503-4A1C1B920986}"/>
              </a:ext>
            </a:extLst>
          </p:cNvPr>
          <p:cNvSpPr>
            <a:spLocks xmlns:a="http://schemas.openxmlformats.org/drawingml/2006/main" noGrp="1"/>
          </p:cNvSpPr>
          <p:nvPr/>
        </p:nvSpPr>
        <p:spPr>
          <a:xfrm xmlns:a="http://schemas.openxmlformats.org/drawingml/2006/main">
            <a:off x="51054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2" name="Prompt만의&#10;효과 분리 불가">
            <a:extLst xmlns:a="http://schemas.openxmlformats.org/drawingml/2006/main">
              <a:ext uri="{FF2B5EF4-FFF2-40B4-BE49-F238E27FC236}">
                <a16:creationId xmlns:a16="http://schemas.microsoft.com/office/drawing/2014/main" id="{BF82AFD1-1DC5-4084-9157-72750B8E31C5}"/>
              </a:ext>
            </a:extLst>
          </p:cNvPr>
          <p:cNvSpPr>
            <a:spLocks xmlns:a="http://schemas.openxmlformats.org/drawingml/2006/main" noGrp="1"/>
          </p:cNvSpPr>
          <p:nvPr/>
        </p:nvSpPr>
        <p:spPr>
          <a:xfrm xmlns:a="http://schemas.openxmlformats.org/drawingml/2006/main">
            <a:off x="51054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Prompt만의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효과 분리 불가</a:t>
            </a:r>
          </a:p>
        </p:txBody>
      </p:sp>
      <p:cxnSp>
        <p:nvCxnSpPr>
          <p:cNvPr id="23" name="">
            <a:extLst xmlns:a="http://schemas.openxmlformats.org/drawingml/2006/main">
              <a:ext uri="{FF2B5EF4-FFF2-40B4-BE49-F238E27FC236}">
                <a16:creationId xmlns:a16="http://schemas.microsoft.com/office/drawing/2014/main" id="{931BE2D8-643F-45BB-A12C-788BCD9124B6}"/>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04">
            <a:extLst xmlns:a="http://schemas.openxmlformats.org/drawingml/2006/main">
              <a:ext uri="{FF2B5EF4-FFF2-40B4-BE49-F238E27FC236}">
                <a16:creationId xmlns:a16="http://schemas.microsoft.com/office/drawing/2014/main" id="{F51FC70D-D9BD-4A8D-B82E-92CA09CBDBA9}"/>
              </a:ext>
            </a:extLst>
          </p:cNvPr>
          <p:cNvSpPr>
            <a:spLocks xmlns:a="http://schemas.openxmlformats.org/drawingml/2006/main" noGrp="1"/>
          </p:cNvSpPr>
          <p:nvPr/>
        </p:nvSpPr>
        <p:spPr>
          <a:xfrm xmlns:a="http://schemas.openxmlformats.org/drawingml/2006/main">
            <a:off x="73533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4A55905A-DF94-4DA4-919E-13C16D503501}"/>
              </a:ext>
            </a:extLst>
          </p:cNvPr>
          <p:cNvSpPr>
            <a:spLocks xmlns:a="http://schemas.openxmlformats.org/drawingml/2006/main" noGrp="1"/>
          </p:cNvSpPr>
          <p:nvPr/>
        </p:nvSpPr>
        <p:spPr>
          <a:xfrm xmlns:a="http://schemas.openxmlformats.org/drawingml/2006/main">
            <a:off x="73533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6" name="시스템 변경">
            <a:extLst xmlns:a="http://schemas.openxmlformats.org/drawingml/2006/main">
              <a:ext uri="{FF2B5EF4-FFF2-40B4-BE49-F238E27FC236}">
                <a16:creationId xmlns:a16="http://schemas.microsoft.com/office/drawing/2014/main" id="{14CE1747-38D5-41D6-8FD1-AC475F546503}"/>
              </a:ext>
            </a:extLst>
          </p:cNvPr>
          <p:cNvSpPr>
            <a:spLocks xmlns:a="http://schemas.openxmlformats.org/drawingml/2006/main" noGrp="1"/>
          </p:cNvSpPr>
          <p:nvPr/>
        </p:nvSpPr>
        <p:spPr>
          <a:xfrm xmlns:a="http://schemas.openxmlformats.org/drawingml/2006/main">
            <a:off x="73533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27" name="평가·보고&#10;기준 변경">
            <a:extLst xmlns:a="http://schemas.openxmlformats.org/drawingml/2006/main">
              <a:ext uri="{FF2B5EF4-FFF2-40B4-BE49-F238E27FC236}">
                <a16:creationId xmlns:a16="http://schemas.microsoft.com/office/drawing/2014/main" id="{D89A612D-EAE0-459C-85D0-80B95FF1D7A5}"/>
              </a:ext>
            </a:extLst>
          </p:cNvPr>
          <p:cNvSpPr>
            <a:spLocks xmlns:a="http://schemas.openxmlformats.org/drawingml/2006/main" noGrp="1"/>
          </p:cNvSpPr>
          <p:nvPr/>
        </p:nvSpPr>
        <p:spPr>
          <a:xfrm xmlns:a="http://schemas.openxmlformats.org/drawingml/2006/main">
            <a:off x="73533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평가·보고</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기준 변경</a:t>
            </a:r>
          </a:p>
        </p:txBody>
      </p:sp>
      <p:cxnSp>
        <p:nvCxnSpPr>
          <p:cNvPr id="28" name="">
            <a:extLst xmlns:a="http://schemas.openxmlformats.org/drawingml/2006/main">
              <a:ext uri="{FF2B5EF4-FFF2-40B4-BE49-F238E27FC236}">
                <a16:creationId xmlns:a16="http://schemas.microsoft.com/office/drawing/2014/main" id="{EA5124A8-D9E2-4682-A4E4-BE859EBD8D8D}"/>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5">
            <a:extLst xmlns:a="http://schemas.openxmlformats.org/drawingml/2006/main">
              <a:ext uri="{FF2B5EF4-FFF2-40B4-BE49-F238E27FC236}">
                <a16:creationId xmlns:a16="http://schemas.microsoft.com/office/drawing/2014/main" id="{10CDA19C-3A3D-4741-BDB7-C472DF42E0B1}"/>
              </a:ext>
            </a:extLst>
          </p:cNvPr>
          <p:cNvSpPr>
            <a:spLocks xmlns:a="http://schemas.openxmlformats.org/drawingml/2006/main" noGrp="1"/>
          </p:cNvSpPr>
          <p:nvPr/>
        </p:nvSpPr>
        <p:spPr>
          <a:xfrm xmlns:a="http://schemas.openxmlformats.org/drawingml/2006/main">
            <a:off x="96012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597B582F-A29A-447C-9E6C-32BA786FE0FB}"/>
              </a:ext>
            </a:extLst>
          </p:cNvPr>
          <p:cNvSpPr>
            <a:spLocks xmlns:a="http://schemas.openxmlformats.org/drawingml/2006/main" noGrp="1"/>
          </p:cNvSpPr>
          <p:nvPr/>
        </p:nvSpPr>
        <p:spPr>
          <a:xfrm xmlns:a="http://schemas.openxmlformats.org/drawingml/2006/main">
            <a:off x="96012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재평가">
            <a:extLst xmlns:a="http://schemas.openxmlformats.org/drawingml/2006/main">
              <a:ext uri="{FF2B5EF4-FFF2-40B4-BE49-F238E27FC236}">
                <a16:creationId xmlns:a16="http://schemas.microsoft.com/office/drawing/2014/main" id="{428AED98-F4F9-42C3-9D44-7DCE3C3789C1}"/>
              </a:ext>
            </a:extLst>
          </p:cNvPr>
          <p:cNvSpPr>
            <a:spLocks xmlns:a="http://schemas.openxmlformats.org/drawingml/2006/main" noGrp="1"/>
          </p:cNvSpPr>
          <p:nvPr/>
        </p:nvSpPr>
        <p:spPr>
          <a:xfrm xmlns:a="http://schemas.openxmlformats.org/drawingml/2006/main">
            <a:off x="96012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2" name="후속 기록 대조&#10;불일치도 남음">
            <a:extLst xmlns:a="http://schemas.openxmlformats.org/drawingml/2006/main">
              <a:ext uri="{FF2B5EF4-FFF2-40B4-BE49-F238E27FC236}">
                <a16:creationId xmlns:a16="http://schemas.microsoft.com/office/drawing/2014/main" id="{776F60A4-D81A-4593-B454-3FB8AC84C60E}"/>
              </a:ext>
            </a:extLst>
          </p:cNvPr>
          <p:cNvSpPr>
            <a:spLocks xmlns:a="http://schemas.openxmlformats.org/drawingml/2006/main" noGrp="1"/>
          </p:cNvSpPr>
          <p:nvPr/>
        </p:nvSpPr>
        <p:spPr>
          <a:xfrm xmlns:a="http://schemas.openxmlformats.org/drawingml/2006/main">
            <a:off x="96012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후속 기록 대조</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불일치도 남음</a:t>
            </a:r>
          </a:p>
        </p:txBody>
      </p:sp>
      <p:sp>
        <p:nvSpPr>
          <p:cNvPr id="33" name="바뀐 것: 평가·보고 기준">
            <a:extLst xmlns:a="http://schemas.openxmlformats.org/drawingml/2006/main">
              <a:ext uri="{FF2B5EF4-FFF2-40B4-BE49-F238E27FC236}">
                <a16:creationId xmlns:a16="http://schemas.microsoft.com/office/drawing/2014/main" id="{A702FA7B-8704-4424-B98B-BBF99AF764D1}"/>
              </a:ext>
            </a:extLst>
          </p:cNvPr>
          <p:cNvSpPr>
            <a:spLocks xmlns:a="http://schemas.openxmlformats.org/drawingml/2006/main" noGrp="1"/>
          </p:cNvSpPr>
          <p:nvPr/>
        </p:nvSpPr>
        <p:spPr>
          <a:xfrm xmlns:a="http://schemas.openxmlformats.org/drawingml/2006/main">
            <a:off x="609600" y="48291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바뀐 것: 평가·보고 기준</a:t>
            </a:r>
          </a:p>
        </p:txBody>
      </p:sp>
      <p:sp>
        <p:nvSpPr>
          <p:cNvPr id="34" name="미확인: 원인별 효과 · 환경 목록의 완전성 · Trial 품질 향상">
            <a:extLst xmlns:a="http://schemas.openxmlformats.org/drawingml/2006/main">
              <a:ext uri="{FF2B5EF4-FFF2-40B4-BE49-F238E27FC236}">
                <a16:creationId xmlns:a16="http://schemas.microsoft.com/office/drawing/2014/main" id="{04683EFF-543C-45B9-90BD-691B47BF037B}"/>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미확인: 원인별 효과 · 환경 목록의 완전성 · Trial 품질 향상</a:t>
            </a:r>
          </a:p>
        </p:txBody>
      </p:sp>
      <p:sp>
        <p:nvSpPr>
          <p:cNvPr id="35" name="Legacy module connection">
            <a:extLst xmlns:a="http://schemas.openxmlformats.org/drawingml/2006/main">
              <a:ext uri="{FF2B5EF4-FFF2-40B4-BE49-F238E27FC236}">
                <a16:creationId xmlns:a16="http://schemas.microsoft.com/office/drawing/2014/main" id="{BA66675B-812D-4761-AF60-8D3E2E4029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35814223"/>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C679DB58-DFEC-436F-BBF0-6A9149DE8A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5">
            <a:extLst xmlns:a="http://schemas.openxmlformats.org/drawingml/2006/main">
              <a:ext uri="{FF2B5EF4-FFF2-40B4-BE49-F238E27FC236}">
                <a16:creationId xmlns:a16="http://schemas.microsoft.com/office/drawing/2014/main" id="{E0D616DF-0EC6-4915-85D1-BFD59FA5DB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와 환경이 바뀌면&#10;검증도 다시 본다">
            <a:extLst xmlns:a="http://schemas.openxmlformats.org/drawingml/2006/main">
              <a:ext uri="{FF2B5EF4-FFF2-40B4-BE49-F238E27FC236}">
                <a16:creationId xmlns:a16="http://schemas.microsoft.com/office/drawing/2014/main" id="{CF4CCB06-19FF-4E00-9B2B-6C83F9288F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GPU 변경 뒤, 검증 조건을 다시 본다</a:t>
            </a:r>
          </a:p>
        </p:txBody>
      </p:sp>
      <p:sp>
        <p:nvSpPr>
          <p:cNvPr id="4" name="">
            <a:extLst xmlns:a="http://schemas.openxmlformats.org/drawingml/2006/main">
              <a:ext uri="{FF2B5EF4-FFF2-40B4-BE49-F238E27FC236}">
                <a16:creationId xmlns:a16="http://schemas.microsoft.com/office/drawing/2014/main" id="{EB47E633-0996-47CF-A9EF-30136E8116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BC453B01-78D7-4A8B-8CC8-419C35CCC3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0FAA5E35-34FA-40DA-B25A-9A6609A258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65DC8049-4C4A-4782-8CB4-8E887D0A6ED3}"/>
              </a:ext>
            </a:extLst>
          </p:cNvPr>
          <p:cNvSpPr>
            <a:spLocks xmlns:a="http://schemas.openxmlformats.org/drawingml/2006/main" noGrp="1"/>
          </p:cNvSpPr>
          <p:nvPr/>
        </p:nvSpPr>
        <p:spPr>
          <a:xfrm xmlns:a="http://schemas.openxmlformats.org/drawingml/2006/main">
            <a:off x="609600" y="1952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같은 검사 코드가 새 GPU에서 실행된다</a:t>
            </a:r>
          </a:p>
        </p:txBody>
      </p:sp>
      <p:pic>
        <p:nvPicPr>
          <p:cNvPr id="8" name="">
            <a:extLst xmlns:a="http://schemas.openxmlformats.org/drawingml/2006/main">
              <a:ext uri="{FF2B5EF4-FFF2-40B4-BE49-F238E27FC236}">
                <a16:creationId xmlns:a16="http://schemas.microsoft.com/office/drawing/2014/main" id="{34F7473F-BB87-4A79-9DCD-9EC4D6D33719}"/>
              </a:ext>
            </a:extLst>
          </p:cNvPr>
          <p:cNvPicPr>
            <a:picLocks xmlns:a="http://schemas.openxmlformats.org/drawingml/2006/main" noChangeAspect="1"/>
          </p:cNvPicPr>
          <p:nvPr/>
        </p:nvPicPr>
        <p:blipFill>
          <a:blip xmlns:r="http://schemas.openxmlformats.org/officeDocument/2006/relationships" xmlns:a="http://schemas.openxmlformats.org/drawingml/2006/main" r:embed="Re8736aa4f7c54610"/>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38D25F52-9188-4DA0-98CB-87727F78826D}"/>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1C9A1B49-9E42-4E58-8858-1BFBCC50D72C}"/>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7CB25B90-5868-4F92-9F48-CF9845C5577E}"/>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817BA8A2-7145-47E1-BA37-38F96DFA7BC4}"/>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84AC6957-643A-4950-A779-563CC7328C2F}"/>
              </a:ext>
            </a:extLst>
          </p:cNvPr>
          <p:cNvSpPr>
            <a:spLocks xmlns:a="http://schemas.openxmlformats.org/drawingml/2006/main" noGrp="1"/>
          </p:cNvSpPr>
          <p:nvPr/>
        </p:nvSpPr>
        <p:spPr>
          <a:xfrm xmlns:a="http://schemas.openxmlformats.org/drawingml/2006/main">
            <a:off x="7620000" y="23907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35969F64-AAC5-4A49-BDBF-3AB20498B5D6}"/>
              </a:ext>
            </a:extLst>
          </p:cNvPr>
          <p:cNvSpPr>
            <a:spLocks xmlns:a="http://schemas.openxmlformats.org/drawingml/2006/main" noGrp="1"/>
          </p:cNvSpPr>
          <p:nvPr/>
        </p:nvSpPr>
        <p:spPr>
          <a:xfrm xmlns:a="http://schemas.openxmlformats.org/drawingml/2006/main">
            <a:off x="8077200" y="239077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35263310-41CB-4E73-9ADE-7176B88E799A}"/>
              </a:ext>
            </a:extLst>
          </p:cNvPr>
          <p:cNvSpPr>
            <a:spLocks xmlns:a="http://schemas.openxmlformats.org/drawingml/2006/main" noGrp="1"/>
          </p:cNvSpPr>
          <p:nvPr/>
        </p:nvSpPr>
        <p:spPr>
          <a:xfrm xmlns:a="http://schemas.openxmlformats.org/drawingml/2006/main">
            <a:off x="8077200" y="271462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예전 판단은 어떤</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장치·조건에서 유효했나?</a:t>
            </a:r>
          </a:p>
        </p:txBody>
      </p:sp>
      <p:sp>
        <p:nvSpPr>
          <p:cNvPr id="16" name="02">
            <a:extLst xmlns:a="http://schemas.openxmlformats.org/drawingml/2006/main">
              <a:ext uri="{FF2B5EF4-FFF2-40B4-BE49-F238E27FC236}">
                <a16:creationId xmlns:a16="http://schemas.microsoft.com/office/drawing/2014/main" id="{68288F82-B3D3-434A-B359-7DDE8347E0AC}"/>
              </a:ext>
            </a:extLst>
          </p:cNvPr>
          <p:cNvSpPr>
            <a:spLocks xmlns:a="http://schemas.openxmlformats.org/drawingml/2006/main" noGrp="1"/>
          </p:cNvSpPr>
          <p:nvPr/>
        </p:nvSpPr>
        <p:spPr>
          <a:xfrm xmlns:a="http://schemas.openxmlformats.org/drawingml/2006/main">
            <a:off x="7620000" y="33528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E654DA46-7CAA-4271-859E-6BB7067F1567}"/>
              </a:ext>
            </a:extLst>
          </p:cNvPr>
          <p:cNvSpPr>
            <a:spLocks xmlns:a="http://schemas.openxmlformats.org/drawingml/2006/main" noGrp="1"/>
          </p:cNvSpPr>
          <p:nvPr/>
        </p:nvSpPr>
        <p:spPr>
          <a:xfrm xmlns:a="http://schemas.openxmlformats.org/drawingml/2006/main">
            <a:off x="8077200" y="33528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0EC0BA8C-EB17-48D9-AFD5-A776EB9C4182}"/>
              </a:ext>
            </a:extLst>
          </p:cNvPr>
          <p:cNvSpPr>
            <a:spLocks xmlns:a="http://schemas.openxmlformats.org/drawingml/2006/main" noGrp="1"/>
          </p:cNvSpPr>
          <p:nvPr/>
        </p:nvSpPr>
        <p:spPr>
          <a:xfrm xmlns:a="http://schemas.openxmlformats.org/drawingml/2006/main">
            <a:off x="8077200" y="3676650"/>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입력·빌드·측정 조건을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다시 맞췄나?</a:t>
            </a:r>
          </a:p>
        </p:txBody>
      </p:sp>
      <p:sp>
        <p:nvSpPr>
          <p:cNvPr id="19" name="03">
            <a:extLst xmlns:a="http://schemas.openxmlformats.org/drawingml/2006/main">
              <a:ext uri="{FF2B5EF4-FFF2-40B4-BE49-F238E27FC236}">
                <a16:creationId xmlns:a16="http://schemas.microsoft.com/office/drawing/2014/main" id="{46BC8AE4-814D-4029-A484-0B8784EE868C}"/>
              </a:ext>
            </a:extLst>
          </p:cNvPr>
          <p:cNvSpPr>
            <a:spLocks xmlns:a="http://schemas.openxmlformats.org/drawingml/2006/main" noGrp="1"/>
          </p:cNvSpPr>
          <p:nvPr/>
        </p:nvSpPr>
        <p:spPr>
          <a:xfrm xmlns:a="http://schemas.openxmlformats.org/drawingml/2006/main">
            <a:off x="7620000" y="43148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1643827A-932E-490A-AF98-0ED0C4760788}"/>
              </a:ext>
            </a:extLst>
          </p:cNvPr>
          <p:cNvSpPr>
            <a:spLocks xmlns:a="http://schemas.openxmlformats.org/drawingml/2006/main" noGrp="1"/>
          </p:cNvSpPr>
          <p:nvPr/>
        </p:nvSpPr>
        <p:spPr>
          <a:xfrm xmlns:a="http://schemas.openxmlformats.org/drawingml/2006/main">
            <a:off x="8077200" y="431482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동작 명세</a:t>
            </a:r>
          </a:p>
        </p:txBody>
      </p:sp>
      <p:sp>
        <p:nvSpPr>
          <p:cNvPr id="21" name="함께 다시 확인할&#10;동작은?">
            <a:extLst xmlns:a="http://schemas.openxmlformats.org/drawingml/2006/main">
              <a:ext uri="{FF2B5EF4-FFF2-40B4-BE49-F238E27FC236}">
                <a16:creationId xmlns:a16="http://schemas.microsoft.com/office/drawing/2014/main" id="{5D08AD04-8329-4EAC-8AA6-547E1FFFA778}"/>
              </a:ext>
            </a:extLst>
          </p:cNvPr>
          <p:cNvSpPr>
            <a:spLocks xmlns:a="http://schemas.openxmlformats.org/drawingml/2006/main" noGrp="1"/>
          </p:cNvSpPr>
          <p:nvPr/>
        </p:nvSpPr>
        <p:spPr>
          <a:xfrm xmlns:a="http://schemas.openxmlformats.org/drawingml/2006/main">
            <a:off x="8077200" y="463867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장치가 달라도 지킬</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출력·동작은 무엇인가?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A7BFAF99-5FB7-4C59-8BBE-2D0CEEBAAF64}"/>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근거를 확인한 뒤, 어떤 지침·검증 기준을 다시 볼까?</a:t>
            </a:r>
          </a:p>
        </p:txBody>
      </p:sp>
      <p:sp>
        <p:nvSpPr>
          <p:cNvPr id="23" name="Legacy module connection">
            <a:extLst xmlns:a="http://schemas.openxmlformats.org/drawingml/2006/main">
              <a:ext uri="{FF2B5EF4-FFF2-40B4-BE49-F238E27FC236}">
                <a16:creationId xmlns:a16="http://schemas.microsoft.com/office/drawing/2014/main" id="{730B4349-B8BE-4183-8D3B-0A2BCA5578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35401595"/>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FE1296D5-533B-44EE-90ED-E6B3A7C183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6">
            <a:extLst xmlns:a="http://schemas.openxmlformats.org/drawingml/2006/main">
              <a:ext uri="{FF2B5EF4-FFF2-40B4-BE49-F238E27FC236}">
                <a16:creationId xmlns:a16="http://schemas.microsoft.com/office/drawing/2014/main" id="{700E0582-6104-42DD-848A-73661EEDF9B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문제에 맞춰, 일하는 방식을 넓혔다">
            <a:extLst xmlns:a="http://schemas.openxmlformats.org/drawingml/2006/main">
              <a:ext uri="{FF2B5EF4-FFF2-40B4-BE49-F238E27FC236}">
                <a16:creationId xmlns:a16="http://schemas.microsoft.com/office/drawing/2014/main" id="{0649AFFC-6753-45AA-A97B-58158D4531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3EED3C61-918A-478B-A208-305ECE3046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20210BF7-3BE0-49EB-A591-628D824B3B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C236F86C-FB47-4F33-A4CC-845BFF1357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9B440807-C8B5-476E-9240-E5881F681B3D}"/>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57290F7A-B9ED-43CD-9C18-749D138F279A}"/>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DFB62AA5-03B3-4C32-9710-63628266B05A}"/>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FB76CAE2-3562-48BF-B500-17362524972E}"/>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BFA63159-58A9-4F17-84C1-FE2D56400720}"/>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15C019EA-94F5-413A-BF61-AA7391564829}"/>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0244918E-9509-4DF3-B023-6B6B78F0842A}"/>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1BFFD211-4B20-4A86-B623-A932ED6FCC20}"/>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D4CE1525-9DB5-47BC-B7BB-18AA97E4A2D6}"/>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C855E863-770A-4833-9166-1B269A6AB04A}"/>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56314D8C-C7AF-4AB4-9268-A03C284200A7}"/>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C6271067-C948-4D4D-80AF-26867B7846B5}"/>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B4973F54-9047-4690-A754-4E52895BAD11}"/>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532A1299-EEBF-4400-9187-A026FB4FD959}"/>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CD82893A-CA96-476F-80B0-16790525253E}"/>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8288D72C-1BDD-4756-94C7-46E8B66CBB00}"/>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252DB05E-BF5A-4B80-A8CD-E9417944A810}"/>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B059354E-51FB-4EC8-A9A4-649F3D7DABCA}"/>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2D53D713-586B-4C50-8FAC-712EC6540AF3}"/>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78074A7F-92A2-4569-8E9C-FA1B83366D8C}"/>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68E13DFA-2B31-4AFC-9029-82BDF39E2CF2}"/>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조건이 달라지면">
            <a:extLst xmlns:a="http://schemas.openxmlformats.org/drawingml/2006/main">
              <a:ext uri="{FF2B5EF4-FFF2-40B4-BE49-F238E27FC236}">
                <a16:creationId xmlns:a16="http://schemas.microsoft.com/office/drawing/2014/main" id="{EB3F4A60-C213-4FED-B2EB-46A094A72985}"/>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조건이 달라지면</a:t>
            </a:r>
          </a:p>
        </p:txBody>
      </p:sp>
      <p:sp>
        <p:nvSpPr>
          <p:cNvPr id="29" name="">
            <a:extLst xmlns:a="http://schemas.openxmlformats.org/drawingml/2006/main">
              <a:ext uri="{FF2B5EF4-FFF2-40B4-BE49-F238E27FC236}">
                <a16:creationId xmlns:a16="http://schemas.microsoft.com/office/drawing/2014/main" id="{EB0797E5-E9B8-4071-828C-FB37417C581A}"/>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E4479BEE-8CCF-4736-ACF4-A78549DAB1D4}"/>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근거를 확인해&#10;시스템을 고친다">
            <a:extLst xmlns:a="http://schemas.openxmlformats.org/drawingml/2006/main">
              <a:ext uri="{FF2B5EF4-FFF2-40B4-BE49-F238E27FC236}">
                <a16:creationId xmlns:a16="http://schemas.microsoft.com/office/drawing/2014/main" id="{6F3EE756-3BB7-44EB-AE53-BD8E01841EC5}"/>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근거를 확인해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시스템을 고친다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1F64C006-CD00-48F9-AF34-8FDFAA84D2EB}"/>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CE57CCB3-D283-4797-913A-8B1C52E05A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464860866"/>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84C9B171-C2F3-4D69-905D-C5C6FD0E2A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87">
            <a:extLst xmlns:a="http://schemas.openxmlformats.org/drawingml/2006/main">
              <a:ext uri="{FF2B5EF4-FFF2-40B4-BE49-F238E27FC236}">
                <a16:creationId xmlns:a16="http://schemas.microsoft.com/office/drawing/2014/main" id="{4F7A5AE7-6DF1-4CA3-BF2C-678B4E3820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실제 Demo는 문제에 맞춰 바뀌었다">
            <a:extLst xmlns:a="http://schemas.openxmlformats.org/drawingml/2006/main">
              <a:ext uri="{FF2B5EF4-FFF2-40B4-BE49-F238E27FC236}">
                <a16:creationId xmlns:a16="http://schemas.microsoft.com/office/drawing/2014/main" id="{74C4763D-87A8-425E-806B-0DB97ED6FB8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2E07C990-7C01-46CD-B13F-41CA098B2C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2CF5D938-75B9-42C3-8849-84006C0379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A6689C59-1C72-4FF5-8180-36A318E25B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B975B9CC-C4A3-4526-9615-C27680CB06F6}"/>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10C50B7B-A765-4D22-9258-DD7ADA9DFD6E}"/>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0D573C9B-41DD-4EC7-B1BA-8FD8CB860607}"/>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A04B6703-7DB2-4F6A-82FD-9365C5683B43}"/>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9BFB1AC0-A5CC-4F9B-A305-336830DA3777}"/>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0FA18BFD-3DDA-4F64-B2C7-658D2ADE15CC}"/>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4ECF79B6-DEE8-49B8-9A97-461A95A9DF1A}"/>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D9392396-86BC-4598-8615-09ECC5F8D44F}"/>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C6234F77-7715-4852-83FD-C2F320D43ECE}"/>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AD30E01D-AE1F-48AD-85B3-CA5D995F4363}"/>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EEE4C57A-C5F1-4E3F-9F73-9749C7051F58}"/>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16BF5521-A58C-4F8B-B962-B18FB48D4FA5}"/>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CE367B53-47A8-4E55-A0CE-B2DEAF6B7260}"/>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A7A3A9AA-C5B2-4FAE-BE11-2B879D99183A}"/>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BDC51319-889B-433C-9C28-63D5CA5904E6}"/>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933221F4-8939-4877-B85D-9069D2738AEB}"/>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A1A60CBA-B294-49CD-A38A-5F9051551AD2}"/>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FE9B720C-59B5-4FD0-AC39-EB636E20B494}"/>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가상 사례·실제 제작 기록에서 따로 살펴봤다">
            <a:extLst xmlns:a="http://schemas.openxmlformats.org/drawingml/2006/main">
              <a:ext uri="{FF2B5EF4-FFF2-40B4-BE49-F238E27FC236}">
                <a16:creationId xmlns:a16="http://schemas.microsoft.com/office/drawing/2014/main" id="{2C4F7ECB-05F6-4292-A491-2061718D43E5}"/>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Loop는 앞 ACT의 가상 사례·실제 제작 기록에서 따로 살펴봤다</a:t>
            </a:r>
          </a:p>
        </p:txBody>
      </p:sp>
      <p:sp>
        <p:nvSpPr>
          <p:cNvPr id="26" name="Legacy module connection">
            <a:extLst xmlns:a="http://schemas.openxmlformats.org/drawingml/2006/main">
              <a:ext uri="{FF2B5EF4-FFF2-40B4-BE49-F238E27FC236}">
                <a16:creationId xmlns:a16="http://schemas.microsoft.com/office/drawing/2014/main" id="{977C879B-E123-4E88-B96D-5F9E65E0C5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02709269"/>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1B32E2DB-2863-4BA4-8B84-B724A79103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8">
            <a:extLst xmlns:a="http://schemas.openxmlformats.org/drawingml/2006/main">
              <a:ext uri="{FF2B5EF4-FFF2-40B4-BE49-F238E27FC236}">
                <a16:creationId xmlns:a16="http://schemas.microsoft.com/office/drawing/2014/main" id="{8B689792-7B25-4290-8E10-91750B4FC4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이번 문제에 필요한 구성만 선택했다">
            <a:extLst xmlns:a="http://schemas.openxmlformats.org/drawingml/2006/main">
              <a:ext uri="{FF2B5EF4-FFF2-40B4-BE49-F238E27FC236}">
                <a16:creationId xmlns:a16="http://schemas.microsoft.com/office/drawing/2014/main" id="{0F650739-9415-4B50-9776-1ED3ED6EEF1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612A1085-6474-48D9-BC82-CAE3085464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1C34581E-3AED-478D-AA18-743402B1AD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A2070AC2-196F-4995-AA82-F5DC80C72A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36DC3FF8-2D24-4907-B0D4-C543A8FB8BEE}"/>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1D34B1D7-41C6-4B5A-A187-683E4AFAF739}"/>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43D2355C-9D09-44B0-B06B-26DBF56B17CD}"/>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5D672298-9070-4AA8-9CC3-6BA28DF1E65E}"/>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E7337574-DB6A-4AD3-9032-898992AC2A1D}"/>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D407691A-0316-43DB-8FDA-153DEF29F3A2}"/>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F4007E68-AEB9-4779-8C81-256CF3DD68CC}"/>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233E17A2-4B71-4879-B72F-AE9CD5DFE45B}"/>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01E8425D-06E3-4C7B-A047-6BA670B97B02}"/>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2FC6A559-9994-44CC-B959-C82833036053}"/>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F7E7B7B5-E589-44B5-B27A-FE6E11A12EFB}"/>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33F5721E-733F-417F-8601-7E5FF123DF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293468840"/>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D8DC69BA-546B-48AD-BC56-34BF06443B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89">
            <a:extLst xmlns:a="http://schemas.openxmlformats.org/drawingml/2006/main">
              <a:ext uri="{FF2B5EF4-FFF2-40B4-BE49-F238E27FC236}">
                <a16:creationId xmlns:a16="http://schemas.microsoft.com/office/drawing/2014/main" id="{178BFBA3-A0CB-4BB9-9DA1-D5B6751720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결과를 수용할지는 사람이 판단한다">
            <a:extLst xmlns:a="http://schemas.openxmlformats.org/drawingml/2006/main">
              <a:ext uri="{FF2B5EF4-FFF2-40B4-BE49-F238E27FC236}">
                <a16:creationId xmlns:a16="http://schemas.microsoft.com/office/drawing/2014/main" id="{2E662D40-DD07-47BF-B9EC-1CEBAF2E89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A2DB04B4-E489-4669-BF17-7C8CB12BFE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CBBBB403-13C6-4A69-A46E-A55F2F9E6C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A0CD7FF2-78A4-4E5B-8940-D6497313DEC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00D60946-BE5C-4AA2-976C-C0487C196C2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55A57B67-F50B-40E6-8D7C-6EEB01DBFAD4}"/>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1A119429-D16E-4D0B-BC8E-97124A92DC52}"/>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F888A9E8-61F2-4CC9-8060-A29FC2243427}"/>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2B9FBC2-3F99-4D8B-9800-7C50ADFEF6C6}"/>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F075EEF7-E327-416F-9F48-A147C6D4EF20}"/>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7946C127-CC91-40BE-9C57-65DF7C78AC15}"/>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1B1D0E78-8007-435A-833C-1954C5FD4C7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527ABD86-C15A-46EA-B477-8297729FC122}"/>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37874206-27D5-4BAA-8207-6815B696C7CB}"/>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67650D51-AAEC-46BE-A13D-BB78BD4C50D9}"/>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DE585EB7-532B-4E9C-B7CE-42625854AB86}"/>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A1CD354B-B218-4AE2-9F1C-72F69E80C09E}"/>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8F64E99A-2FC8-49F9-9494-4068A8D210A7}"/>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1714C296-FD15-4756-AD8A-1244D6AC303B}"/>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2FA8897A-059F-4601-9884-E093F0C4F106}"/>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E8DF7749-9832-4E87-B13C-A00ADCE2CB7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E53032E1-D570-4106-9E94-38735F567DC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86346188-F696-400F-B2C5-41BB03199B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819522781"/>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CCD258E5-BAA0-47DB-AC26-1958DB05B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90">
            <a:extLst xmlns:a="http://schemas.openxmlformats.org/drawingml/2006/main">
              <a:ext uri="{FF2B5EF4-FFF2-40B4-BE49-F238E27FC236}">
                <a16:creationId xmlns:a16="http://schemas.microsoft.com/office/drawing/2014/main" id="{68EA90FB-2A74-42AA-9412-17EBBABF82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AI가 일할 조건과 확인 경로를 설계한다">
            <a:extLst xmlns:a="http://schemas.openxmlformats.org/drawingml/2006/main">
              <a:ext uri="{FF2B5EF4-FFF2-40B4-BE49-F238E27FC236}">
                <a16:creationId xmlns:a16="http://schemas.microsoft.com/office/drawing/2014/main" id="{0F5BC9B9-F48E-4A8C-80E8-DC4FDA2834E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4E3A67CB-F3D9-4472-9993-60AB402E05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9AA67B16-A864-48F2-A3F4-46F5FFF0FD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8602370C-A271-4AD8-8CD0-0FDE38B6E5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FF916D93-B0EE-4730-AAAF-22777F7E23B1}"/>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A1041F24-6F78-4659-8908-6523B4077528}"/>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2E7A6B13-2A37-46DE-8B18-395F343F012B}"/>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038D785C-3C32-4055-9AF4-8AB5E569E219}"/>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FE009AEE-7213-4FAD-AA28-4D29DA532388}"/>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2295D20B-5EC6-4DD3-B542-29EF7A80E6CE}"/>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CC85F08E-6E3B-40D2-944F-19519700C0E2}"/>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16005FF3-E6A8-48C6-980B-8300CE6D5998}"/>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8AEBEB28-DE07-4175-A290-6CDDD2C16E9E}"/>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D253A523-612A-42D1-9239-7D8ADD210358}"/>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1501BFCF-50EC-4D83-95BC-21AC2DC47DA6}"/>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B844DC0B-F1C0-473B-ABC2-F7E53825D5DB}"/>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A067A719-D8EE-4B4A-9A88-464841156785}"/>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다음 작업의 개선">
            <a:extLst xmlns:a="http://schemas.openxmlformats.org/drawingml/2006/main">
              <a:ext uri="{FF2B5EF4-FFF2-40B4-BE49-F238E27FC236}">
                <a16:creationId xmlns:a16="http://schemas.microsoft.com/office/drawing/2014/main" id="{14ECDBD6-39AA-4DA5-ACE1-E4C9392F8FA3}"/>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작업의 개선</a:t>
            </a:r>
          </a:p>
        </p:txBody>
      </p:sp>
      <p:sp>
        <p:nvSpPr>
          <p:cNvPr id="21" name="Verification · Feedback Loop">
            <a:extLst xmlns:a="http://schemas.openxmlformats.org/drawingml/2006/main">
              <a:ext uri="{FF2B5EF4-FFF2-40B4-BE49-F238E27FC236}">
                <a16:creationId xmlns:a16="http://schemas.microsoft.com/office/drawing/2014/main" id="{097A4F98-E3DB-4A0B-AA5A-77A5666638A9}"/>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4ED176A7-D20D-4F57-8B1B-02F31B582D88}"/>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07D512C9-967F-49BA-91BA-8132E9A4EF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38552737"/>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1563B0AF-85DB-4792-BD1E-2B8F24AFC9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91">
            <a:extLst xmlns:a="http://schemas.openxmlformats.org/drawingml/2006/main">
              <a:ext uri="{FF2B5EF4-FFF2-40B4-BE49-F238E27FC236}">
                <a16:creationId xmlns:a16="http://schemas.microsoft.com/office/drawing/2014/main" id="{ED64B4F3-FCAB-4C89-8F7B-F9F819CE46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내 업무에서는 무엇이 반복해서 막힐까?">
            <a:extLst xmlns:a="http://schemas.openxmlformats.org/drawingml/2006/main">
              <a:ext uri="{FF2B5EF4-FFF2-40B4-BE49-F238E27FC236}">
                <a16:creationId xmlns:a16="http://schemas.microsoft.com/office/drawing/2014/main" id="{16D0E17C-072F-4195-BCEA-C7677555B1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FF781BE6-849F-4F9B-AF55-9EFC2637B0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410C297B-0882-42EA-BF30-FC994ECD9B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9613E149-EAD5-4371-9DDE-C1A79B1D173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성능 조사·빌드·측정 업무에서, 가까운 문제 하나만">
            <a:extLst xmlns:a="http://schemas.openxmlformats.org/drawingml/2006/main">
              <a:ext uri="{FF2B5EF4-FFF2-40B4-BE49-F238E27FC236}">
                <a16:creationId xmlns:a16="http://schemas.microsoft.com/office/drawing/2014/main" id="{548261C5-9EA3-48B6-900C-E1C8DE84F6B3}"/>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성능 조사·빌드·측정 업무에서, 가까운 문제 하나만</a:t>
            </a:r>
          </a:p>
        </p:txBody>
      </p:sp>
      <p:sp>
        <p:nvSpPr>
          <p:cNvPr id="8" name="">
            <a:extLst xmlns:a="http://schemas.openxmlformats.org/drawingml/2006/main">
              <a:ext uri="{FF2B5EF4-FFF2-40B4-BE49-F238E27FC236}">
                <a16:creationId xmlns:a16="http://schemas.microsoft.com/office/drawing/2014/main" id="{33D857CF-301C-4F7E-BB94-27008D630992}"/>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F3B3E9EE-121E-48B7-A0CC-08801BC02F30}"/>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029B38D7-1611-415F-97F3-D45DC0D43AC0}"/>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C4D88807-C265-4CD7-BA1B-BDC745EFBCED}"/>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4B4335DD-CF59-4866-975A-738CDAC571B5}"/>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106087C2-364F-480F-BFCB-048DDC717C76}"/>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2D162D64-91AF-4268-9132-2C763BE3AE20}"/>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5F15EBD1-B5AD-44DA-B9C6-A90B216AB616}"/>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빌드·명세·장치 조건을 반복 설명한다">
            <a:extLst xmlns:a="http://schemas.openxmlformats.org/drawingml/2006/main">
              <a:ext uri="{FF2B5EF4-FFF2-40B4-BE49-F238E27FC236}">
                <a16:creationId xmlns:a16="http://schemas.microsoft.com/office/drawing/2014/main" id="{1EBB3995-8918-4E19-8300-24736CA7E566}"/>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빌드·명세·장치 조건을 반복 설명한다</a:t>
            </a:r>
          </a:p>
        </p:txBody>
      </p:sp>
      <p:sp>
        <p:nvSpPr>
          <p:cNvPr id="17" name="지식 · Context">
            <a:extLst xmlns:a="http://schemas.openxmlformats.org/drawingml/2006/main">
              <a:ext uri="{FF2B5EF4-FFF2-40B4-BE49-F238E27FC236}">
                <a16:creationId xmlns:a16="http://schemas.microsoft.com/office/drawing/2014/main" id="{2B3CCF3E-6C9A-4AA2-BFD3-88AF3EB5416A}"/>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CD29B674-CA70-4E1F-B8E9-457C911E02A2}"/>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7564AC7-F33D-4878-B7B5-3987BE270F62}"/>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27EBB303-4220-4D52-95B8-EE96E974BFFD}"/>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분석·변경·측정·회귀 확인을 매번 적는다">
            <a:extLst xmlns:a="http://schemas.openxmlformats.org/drawingml/2006/main">
              <a:ext uri="{FF2B5EF4-FFF2-40B4-BE49-F238E27FC236}">
                <a16:creationId xmlns:a16="http://schemas.microsoft.com/office/drawing/2014/main" id="{198F3463-CAA2-4C3B-81DF-F8ABD916D71E}"/>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분석·변경·측정·회귀 확인을 매번 적는다</a:t>
            </a:r>
          </a:p>
        </p:txBody>
      </p:sp>
      <p:sp>
        <p:nvSpPr>
          <p:cNvPr id="22" name="수행 방법 · Workflow">
            <a:extLst xmlns:a="http://schemas.openxmlformats.org/drawingml/2006/main">
              <a:ext uri="{FF2B5EF4-FFF2-40B4-BE49-F238E27FC236}">
                <a16:creationId xmlns:a16="http://schemas.microsoft.com/office/drawing/2014/main" id="{65F71286-CE46-453F-B111-AE750B90BEC9}"/>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A866BB6C-D0FB-478E-BE92-DEA87BBB27F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715ABAAC-B8E2-44C6-AFB7-8BAC7956A5CC}"/>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1D2C0ADE-7BC8-4E34-962E-27C31E817E50}"/>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B1A86DB8-3F29-4F10-BFAA-393158A569D2}"/>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2978ECBA-98D1-401D-8B61-DB129FA8D325}"/>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88D8C00F-04C3-4023-AE49-8690CAE53224}"/>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555E1CC6-AFDF-4B6B-954D-A183387B8913}"/>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A50DECD0-A6B4-485E-83D7-9BF3DB2C4760}"/>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같은 실패 뒤에도 원인·기준을 다시 안 본다">
            <a:extLst xmlns:a="http://schemas.openxmlformats.org/drawingml/2006/main">
              <a:ext uri="{FF2B5EF4-FFF2-40B4-BE49-F238E27FC236}">
                <a16:creationId xmlns:a16="http://schemas.microsoft.com/office/drawing/2014/main" id="{D22176B1-558D-4C24-94E5-3179C6CF2B50}"/>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실패 뒤에도 원인·기준을 다시 안 본다</a:t>
            </a:r>
          </a:p>
        </p:txBody>
      </p:sp>
      <p:sp>
        <p:nvSpPr>
          <p:cNvPr id="32" name="개선 · Feedback Loop">
            <a:extLst xmlns:a="http://schemas.openxmlformats.org/drawingml/2006/main">
              <a:ext uri="{FF2B5EF4-FFF2-40B4-BE49-F238E27FC236}">
                <a16:creationId xmlns:a16="http://schemas.microsoft.com/office/drawing/2014/main" id="{77DB3842-8477-423C-A33C-7F3827223DFA}"/>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6923E7E6-F244-4C4B-B9CD-3280FC0C410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40905140"/>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A60BECE8-95B8-4BCB-9430-797B7A62D4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92">
            <a:extLst xmlns:a="http://schemas.openxmlformats.org/drawingml/2006/main">
              <a:ext uri="{FF2B5EF4-FFF2-40B4-BE49-F238E27FC236}">
                <a16:creationId xmlns:a16="http://schemas.microsoft.com/office/drawing/2014/main" id="{0546073B-15EB-4911-A986-E97EC59B50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고른 문제에서, 다음 행동 하나로">
            <a:extLst xmlns:a="http://schemas.openxmlformats.org/drawingml/2006/main">
              <a:ext uri="{FF2B5EF4-FFF2-40B4-BE49-F238E27FC236}">
                <a16:creationId xmlns:a16="http://schemas.microsoft.com/office/drawing/2014/main" id="{E6989F48-958D-4B0E-9FA9-B1426AA50F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34C33582-DAE8-4A3A-8BF9-9A18FAC341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CC0275BC-E5AD-4A48-BAF8-B097E06141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A8B4BC7E-76CC-4613-9DC9-1F7ECB466C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FABA0551-3A6C-4038-99AC-A3863E8C963D}"/>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FA443808-514C-49FC-BD53-2D67ADBA4EBF}"/>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41B409F-9F1D-42BD-901B-FD98A43236EA}"/>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A68ECA79-1501-4670-98C8-F49FC70CD2C9}"/>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79BBEA5A-F50A-45A0-8D23-15F05579481C}"/>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850DCC21-3756-4D51-8B50-A7755E8A42F3}"/>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4E41FD5-A270-458F-865D-194AD2E54627}"/>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A9C2FAF1-B394-4A93-9F54-4655AE8D7089}"/>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반복 사실의 출처·검토자를 생각한다">
            <a:extLst xmlns:a="http://schemas.openxmlformats.org/drawingml/2006/main">
              <a:ext uri="{FF2B5EF4-FFF2-40B4-BE49-F238E27FC236}">
                <a16:creationId xmlns:a16="http://schemas.microsoft.com/office/drawing/2014/main" id="{A2CEB411-AAC5-4287-B376-2203CC988354}"/>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 사실의 출처·검토자를 생각한다</a:t>
            </a:r>
          </a:p>
        </p:txBody>
      </p:sp>
      <p:sp>
        <p:nvSpPr>
          <p:cNvPr id="16" name="">
            <a:extLst xmlns:a="http://schemas.openxmlformats.org/drawingml/2006/main">
              <a:ext uri="{FF2B5EF4-FFF2-40B4-BE49-F238E27FC236}">
                <a16:creationId xmlns:a16="http://schemas.microsoft.com/office/drawing/2014/main" id="{2A6C15F1-EAEF-4792-88BB-4885CBC085BD}"/>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173C567-F840-4D31-97D6-734A155F723B}"/>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B8681590-C1DF-4763-B079-3D7E2F53EB93}"/>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를 둘 곳·갱신할 사람을 생각한다">
            <a:extLst xmlns:a="http://schemas.openxmlformats.org/drawingml/2006/main">
              <a:ext uri="{FF2B5EF4-FFF2-40B4-BE49-F238E27FC236}">
                <a16:creationId xmlns:a16="http://schemas.microsoft.com/office/drawing/2014/main" id="{20AABA0F-0E2F-44B2-9B25-4C3CBDEBF283}"/>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절차를 둘 곳·갱신할 사람을 생각한다</a:t>
            </a:r>
          </a:p>
        </p:txBody>
      </p:sp>
      <p:sp>
        <p:nvSpPr>
          <p:cNvPr id="20" name="">
            <a:extLst xmlns:a="http://schemas.openxmlformats.org/drawingml/2006/main">
              <a:ext uri="{FF2B5EF4-FFF2-40B4-BE49-F238E27FC236}">
                <a16:creationId xmlns:a16="http://schemas.microsoft.com/office/drawing/2014/main" id="{EF5334F3-67BD-4CE3-92A1-6DA6147B6BA5}"/>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F8D68C7F-2E99-4259-9E22-EE8FC0324AE5}"/>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25D471EF-4C14-489F-B403-C2CFBB3B07F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BEC13108-744C-4C1F-81DC-CC1D90EAE8E8}"/>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5C15C165-1532-4DFD-90C1-C2E7CBF77827}"/>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41342AE-22DC-47B5-A1AE-9D3670EDBB86}"/>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5066AC62-3A0C-4E56-B270-F7D5B56EF08D}"/>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반복 실패의 기록·원인부터 대조한다">
            <a:extLst xmlns:a="http://schemas.openxmlformats.org/drawingml/2006/main">
              <a:ext uri="{FF2B5EF4-FFF2-40B4-BE49-F238E27FC236}">
                <a16:creationId xmlns:a16="http://schemas.microsoft.com/office/drawing/2014/main" id="{2E781E7B-62D7-409E-954C-51B9C498362E}"/>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 실패의 기록·원인부터 대조한다</a:t>
            </a:r>
          </a:p>
        </p:txBody>
      </p:sp>
      <p:sp>
        <p:nvSpPr>
          <p:cNvPr id="28" name="그리고,&#10;확인할 근거 하나">
            <a:extLst xmlns:a="http://schemas.openxmlformats.org/drawingml/2006/main">
              <a:ext uri="{FF2B5EF4-FFF2-40B4-BE49-F238E27FC236}">
                <a16:creationId xmlns:a16="http://schemas.microsoft.com/office/drawing/2014/main" id="{5B78B5C4-19FB-4F78-90B7-BFFA3C44C08D}"/>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DE842EB8-80EF-46BC-BFF9-2959031270A9}"/>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요청 · 문서 · 검사 · 원문 기록">
            <a:extLst xmlns:a="http://schemas.openxmlformats.org/drawingml/2006/main">
              <a:ext uri="{FF2B5EF4-FFF2-40B4-BE49-F238E27FC236}">
                <a16:creationId xmlns:a16="http://schemas.microsoft.com/office/drawing/2014/main" id="{90EDB522-FD03-4865-931D-888B287AEB05}"/>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요청 · 문서 · 검사 · 원문 기록</a:t>
            </a:r>
          </a:p>
        </p:txBody>
      </p:sp>
      <p:sp>
        <p:nvSpPr>
          <p:cNvPr id="31" name="Legacy module connection">
            <a:extLst xmlns:a="http://schemas.openxmlformats.org/drawingml/2006/main">
              <a:ext uri="{FF2B5EF4-FFF2-40B4-BE49-F238E27FC236}">
                <a16:creationId xmlns:a16="http://schemas.microsoft.com/office/drawing/2014/main" id="{8A136F36-718C-4CDB-BA9F-466AC1249C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478563669"/>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A80E43CD-6123-43E8-B1CD-B578E45DB4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93">
            <a:extLst xmlns:a="http://schemas.openxmlformats.org/drawingml/2006/main">
              <a:ext uri="{FF2B5EF4-FFF2-40B4-BE49-F238E27FC236}">
                <a16:creationId xmlns:a16="http://schemas.microsoft.com/office/drawing/2014/main" id="{F0DD2805-8C3E-470B-9397-52DE64E97E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Q&amp;A와 교육 마무리">
            <a:extLst xmlns:a="http://schemas.openxmlformats.org/drawingml/2006/main">
              <a:ext uri="{FF2B5EF4-FFF2-40B4-BE49-F238E27FC236}">
                <a16:creationId xmlns:a16="http://schemas.microsoft.com/office/drawing/2014/main" id="{7E7C26CC-1E72-47A4-84AB-519DD9D141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E01ECDCA-6EDE-4DD8-A137-2B2A261210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7604EA7F-1B32-4183-80E8-AA3B71F710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26F13972-049F-49BC-9261-FA26C5B3F6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3062782E-B264-41F0-AE6D-82EFED40A4E5}"/>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5DDDF0C2-9549-4FC6-9456-6C42A978D17F}"/>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197E732E-F2C2-48E9-A84A-BCD466A93ACA}"/>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90773693-8BF9-4B58-A6C8-F16BB8C79F0F}"/>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7DF7AC13-A5CC-4906-A97C-CE5042FCA8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3612857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2026-10-24T09:55:00.9740000Z</dcterms:created>
  <dcterms:modified xsi:type="dcterms:W3CDTF">2026-10-24T09:55:00.9740000Z</dcterms:modified>
</coreProperties>
</file>