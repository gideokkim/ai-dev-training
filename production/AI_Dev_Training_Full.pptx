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slides/charts/chart1.xml" ContentType="application/vnd.openxmlformats-officedocument.drawingml.chart+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slides/charts/chart2.xml" ContentType="application/vnd.openxmlformats-officedocument.drawingml.chart+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2324ea7a59984abf"/><Relationship Type="http://schemas.openxmlformats.org/officeDocument/2006/relationships/slide" Target="/ppt/slides/slide16.xml" Id="Rf88a5bd1ecff4210"/><Relationship Type="http://schemas.openxmlformats.org/officeDocument/2006/relationships/slide" Target="/ppt/slides/slide17.xml" Id="R1421b08bfab84d0b"/><Relationship Type="http://schemas.openxmlformats.org/officeDocument/2006/relationships/slide" Target="/ppt/slides/slide18.xml" Id="Red86b0ab0212481f"/><Relationship Type="http://schemas.openxmlformats.org/officeDocument/2006/relationships/slide" Target="/ppt/slides/slide19.xml" Id="R41b4a79e1bc846f7"/><Relationship Type="http://schemas.openxmlformats.org/officeDocument/2006/relationships/slide" Target="/ppt/slides/slide20.xml" Id="R3dbb0943ab734dff"/><Relationship Type="http://schemas.openxmlformats.org/officeDocument/2006/relationships/slide" Target="/ppt/slides/slide21.xml" Id="R96043fbd1ea34e90"/><Relationship Type="http://schemas.openxmlformats.org/officeDocument/2006/relationships/slide" Target="/ppt/slides/slide22.xml" Id="Rb8c818146ddd40f3"/><Relationship Type="http://schemas.openxmlformats.org/officeDocument/2006/relationships/slide" Target="/ppt/slides/slide23.xml" Id="R267ceaad1ce848fb"/><Relationship Type="http://schemas.openxmlformats.org/officeDocument/2006/relationships/slide" Target="/ppt/slides/slide24.xml" Id="R3f5116ae7ea24a19"/><Relationship Type="http://schemas.openxmlformats.org/officeDocument/2006/relationships/slide" Target="/ppt/slides/slide25.xml" Id="Rd68979a1358147e4"/><Relationship Type="http://schemas.openxmlformats.org/officeDocument/2006/relationships/slide" Target="/ppt/slides/slide26.xml" Id="Rb19074434f8346ca"/><Relationship Type="http://schemas.openxmlformats.org/officeDocument/2006/relationships/slide" Target="/ppt/slides/slide27.xml" Id="R7431d4144bfb45e0"/><Relationship Type="http://schemas.openxmlformats.org/officeDocument/2006/relationships/slide" Target="/ppt/slides/slide28.xml" Id="R5fd00b26e77d4d8a"/><Relationship Type="http://schemas.openxmlformats.org/officeDocument/2006/relationships/slide" Target="/ppt/slides/slide29.xml" Id="R85f246664a6b4475"/><Relationship Type="http://schemas.openxmlformats.org/officeDocument/2006/relationships/slide" Target="/ppt/slides/slide30.xml" Id="R02259bf88f1f434a"/><Relationship Type="http://schemas.openxmlformats.org/officeDocument/2006/relationships/slide" Target="/ppt/slides/slide31.xml" Id="R008ac74c83d248ae"/><Relationship Type="http://schemas.openxmlformats.org/officeDocument/2006/relationships/slide" Target="/ppt/slides/slide32.xml" Id="R4c6458d3ca354107"/><Relationship Type="http://schemas.openxmlformats.org/officeDocument/2006/relationships/slide" Target="/ppt/slides/slide33.xml" Id="R5687a354316a49c5"/><Relationship Type="http://schemas.openxmlformats.org/officeDocument/2006/relationships/slide" Target="/ppt/slides/slide34.xml" Id="Rd0a7c9b7d513408f"/><Relationship Type="http://schemas.openxmlformats.org/officeDocument/2006/relationships/slide" Target="/ppt/slides/slide35.xml" Id="R06b70f05dae648da"/><Relationship Type="http://schemas.openxmlformats.org/officeDocument/2006/relationships/slide" Target="/ppt/slides/slide36.xml" Id="Rabf37e1304b44b86"/><Relationship Type="http://schemas.openxmlformats.org/officeDocument/2006/relationships/slide" Target="/ppt/slides/slide37.xml" Id="Ra1f62a646d394675"/><Relationship Type="http://schemas.openxmlformats.org/officeDocument/2006/relationships/slide" Target="/ppt/slides/slide38.xml" Id="R872650c42533492c"/><Relationship Type="http://schemas.openxmlformats.org/officeDocument/2006/relationships/slide" Target="/ppt/slides/slide39.xml" Id="Rf6fdc925b4ff45ad"/><Relationship Type="http://schemas.openxmlformats.org/officeDocument/2006/relationships/slide" Target="/ppt/slides/slide40.xml" Id="R9da1e5fdd36d426e"/><Relationship Type="http://schemas.openxmlformats.org/officeDocument/2006/relationships/slide" Target="/ppt/slides/slide41.xml" Id="Re8343b9254ab455d"/><Relationship Type="http://schemas.openxmlformats.org/officeDocument/2006/relationships/slide" Target="/ppt/slides/slide42.xml" Id="Rebe61671e2cb4992"/><Relationship Type="http://schemas.openxmlformats.org/officeDocument/2006/relationships/slide" Target="/ppt/slides/slide43.xml" Id="R66e6b1bf27944450"/><Relationship Type="http://schemas.openxmlformats.org/officeDocument/2006/relationships/slide" Target="/ppt/slides/slide44.xml" Id="R21190c309c1a42b7"/><Relationship Type="http://schemas.openxmlformats.org/officeDocument/2006/relationships/slide" Target="/ppt/slides/slide45.xml" Id="R024ebead023b47f0"/><Relationship Type="http://schemas.openxmlformats.org/officeDocument/2006/relationships/slide" Target="/ppt/slides/slide46.xml" Id="Rb349d4f97bb340d5"/><Relationship Type="http://schemas.openxmlformats.org/officeDocument/2006/relationships/slide" Target="/ppt/slides/slide47.xml" Id="Rd3ee7d1b086e47c2"/><Relationship Type="http://schemas.openxmlformats.org/officeDocument/2006/relationships/slide" Target="/ppt/slides/slide48.xml" Id="R535a7442298f4e3e"/><Relationship Type="http://schemas.openxmlformats.org/officeDocument/2006/relationships/slide" Target="/ppt/slides/slide49.xml" Id="Ra282229850754500"/><Relationship Type="http://schemas.openxmlformats.org/officeDocument/2006/relationships/slide" Target="/ppt/slides/slide50.xml" Id="Re64547d29423440b"/><Relationship Type="http://schemas.openxmlformats.org/officeDocument/2006/relationships/slide" Target="/ppt/slides/slide51.xml" Id="Rccc98b2c3a0547af"/><Relationship Type="http://schemas.openxmlformats.org/officeDocument/2006/relationships/slide" Target="/ppt/slides/slide52.xml" Id="R154038c08e0749a2"/><Relationship Type="http://schemas.openxmlformats.org/officeDocument/2006/relationships/slide" Target="/ppt/slides/slide53.xml" Id="Rd03e5053aad04699"/><Relationship Type="http://schemas.openxmlformats.org/officeDocument/2006/relationships/slide" Target="/ppt/slides/slide54.xml" Id="Ra6755f3e811642d2"/><Relationship Type="http://schemas.openxmlformats.org/officeDocument/2006/relationships/slide" Target="/ppt/slides/slide58.xml" Id="R72ff6461cb0746fc"/><Relationship Type="http://schemas.openxmlformats.org/officeDocument/2006/relationships/slide" Target="/ppt/slides/slide59.xml" Id="R87f28cc747584435"/><Relationship Type="http://schemas.openxmlformats.org/officeDocument/2006/relationships/slide" Target="/ppt/slides/slide60.xml" Id="R0e388af578a5444a"/><Relationship Type="http://schemas.openxmlformats.org/officeDocument/2006/relationships/slide" Target="/ppt/slides/slide61.xml" Id="R4e80fc39125a409a"/><Relationship Type="http://schemas.openxmlformats.org/officeDocument/2006/relationships/slide" Target="/ppt/slides/slide62.xml" Id="Rb7fc36f3748e4e7e"/><Relationship Type="http://schemas.openxmlformats.org/officeDocument/2006/relationships/slide" Target="/ppt/slides/slide63.xml" Id="Rb594a747736746eb"/><Relationship Type="http://schemas.openxmlformats.org/officeDocument/2006/relationships/slide" Target="/ppt/slides/slide64.xml" Id="Rf904dae589414f4f"/><Relationship Type="http://schemas.openxmlformats.org/officeDocument/2006/relationships/slide" Target="/ppt/slides/slide65.xml" Id="R895eb660f69e4832"/><Relationship Type="http://schemas.openxmlformats.org/officeDocument/2006/relationships/slide" Target="/ppt/slides/slide66.xml" Id="R367ed24082b94b6a"/><Relationship Type="http://schemas.openxmlformats.org/officeDocument/2006/relationships/slide" Target="/ppt/slides/slide67.xml" Id="R78b603dd886a4965"/><Relationship Type="http://schemas.openxmlformats.org/officeDocument/2006/relationships/slide" Target="/ppt/slides/slide68.xml" Id="R7ded63a3ac80466c"/><Relationship Type="http://schemas.openxmlformats.org/officeDocument/2006/relationships/slide" Target="/ppt/slides/slide69.xml" Id="Ra7181b8897284bc1"/><Relationship Type="http://schemas.openxmlformats.org/officeDocument/2006/relationships/slide" Target="/ppt/slides/slide70.xml" Id="R0fd1a67510f34c5f"/><Relationship Type="http://schemas.openxmlformats.org/officeDocument/2006/relationships/slide" Target="/ppt/slides/slide71.xml" Id="R9f16bb685f974f5e"/><Relationship Type="http://schemas.openxmlformats.org/officeDocument/2006/relationships/slide" Target="/ppt/slides/slide72.xml" Id="R5eeb4ae768104820"/><Relationship Type="http://schemas.openxmlformats.org/officeDocument/2006/relationships/slide" Target="/ppt/slides/slide73.xml" Id="Ref8225c5602949ad"/><Relationship Type="http://schemas.openxmlformats.org/officeDocument/2006/relationships/slide" Target="/ppt/slides/slide74.xml" Id="R7597ca53a04c459b"/><Relationship Type="http://schemas.openxmlformats.org/officeDocument/2006/relationships/slide" Target="/ppt/slides/slide75.xml" Id="Rc773ae6f18264ef1"/><Relationship Type="http://schemas.openxmlformats.org/officeDocument/2006/relationships/slide" Target="/ppt/slides/slide76.xml" Id="R7b53866a56f3425e"/><Relationship Type="http://schemas.openxmlformats.org/officeDocument/2006/relationships/slide" Target="/ppt/slides/slide77.xml" Id="R2153275503b2476a"/><Relationship Type="http://schemas.openxmlformats.org/officeDocument/2006/relationships/slide" Target="/ppt/slides/slide78.xml" Id="R608ce4adbdcf4ccb"/><Relationship Type="http://schemas.openxmlformats.org/officeDocument/2006/relationships/slide" Target="/ppt/slides/slide79.xml" Id="R4678d8fca4c642b9"/><Relationship Type="http://schemas.openxmlformats.org/officeDocument/2006/relationships/slide" Target="/ppt/slides/slide80.xml" Id="Re835f6281a3e439f"/><Relationship Type="http://schemas.openxmlformats.org/officeDocument/2006/relationships/slide" Target="/ppt/slides/slide81.xml" Id="Rcacc6d5c4ad749f0"/><Relationship Type="http://schemas.openxmlformats.org/officeDocument/2006/relationships/slide" Target="/ppt/slides/slide82.xml" Id="R016396d127394e1a"/><Relationship Type="http://schemas.openxmlformats.org/officeDocument/2006/relationships/slide" Target="/ppt/slides/slide83.xml" Id="R5f303c360e3a43f7"/><Relationship Type="http://schemas.openxmlformats.org/officeDocument/2006/relationships/slide" Target="/ppt/slides/slide84.xml" Id="R70a347417a0e4436"/><Relationship Type="http://schemas.openxmlformats.org/officeDocument/2006/relationships/slide" Target="/ppt/slides/slide85.xml" Id="R427f8faf69084bf2"/><Relationship Type="http://schemas.openxmlformats.org/officeDocument/2006/relationships/slide" Target="/ppt/slides/slide86.xml" Id="R7b1929d697764fed"/><Relationship Type="http://schemas.openxmlformats.org/officeDocument/2006/relationships/slide" Target="/ppt/slides/slide87.xml" Id="R7b8f7c435d8b461f"/><Relationship Type="http://schemas.openxmlformats.org/officeDocument/2006/relationships/slide" Target="/ppt/slides/slide88.xml" Id="R507d9a6a7b414991"/><Relationship Type="http://schemas.openxmlformats.org/officeDocument/2006/relationships/slide" Target="/ppt/slides/slide89.xml" Id="Rae9abd65533e4896"/><Relationship Type="http://schemas.openxmlformats.org/officeDocument/2006/relationships/slide" Target="/ppt/slides/slide90.xml" Id="R972055e3d0974d3d"/><Relationship Type="http://schemas.openxmlformats.org/officeDocument/2006/relationships/slide" Target="/ppt/slides/slide91.xml" Id="Rfab2baeaf6c2489e"/><Relationship Type="http://schemas.openxmlformats.org/officeDocument/2006/relationships/slide" Target="/ppt/slides/slide92.xml" Id="R1a08854b15af4bcd"/><Relationship Type="http://schemas.openxmlformats.org/officeDocument/2006/relationships/slide" Target="/ppt/slides/slide93.xml" Id="R78079090e17c4a8c"/><Relationship Type="http://schemas.openxmlformats.org/officeDocument/2006/relationships/slide" Target="/ppt/slides/slide94.xml" Id="R5b1111aade374262"/><Relationship Type="http://schemas.openxmlformats.org/officeDocument/2006/relationships/slide" Target="/ppt/slides/slide95.xml" Id="Rf817ae0da26b49b8"/><Relationship Type="http://schemas.openxmlformats.org/officeDocument/2006/relationships/slide" Target="/ppt/slides/slide96.xml" Id="R5cc79f0d8ad94df8"/><Relationship Type="http://schemas.openxmlformats.org/officeDocument/2006/relationships/slide" Target="/ppt/slides/slide97.xml" Id="R7e79aaa9bff346fa"/><Relationship Type="http://schemas.openxmlformats.org/officeDocument/2006/relationships/slide" Target="/ppt/slides/slide98.xml" Id="R0063c448f38e4336"/><Relationship Type="http://schemas.openxmlformats.org/officeDocument/2006/relationships/slide" Target="/ppt/slides/slide99.xml" Id="Rb0627c4a99df4d4f"/><Relationship Type="http://schemas.openxmlformats.org/officeDocument/2006/relationships/slide" Target="/ppt/slides/slide100.xml" Id="Ra10a0e13a2184135"/><Relationship Type="http://schemas.openxmlformats.org/officeDocument/2006/relationships/slide" Target="/ppt/slides/slide101.xml" Id="R9b60d9b4a2e44dd3"/><Relationship Type="http://schemas.openxmlformats.org/officeDocument/2006/relationships/slide" Target="/ppt/slides/slide102.xml" Id="Rc17d36dd79264453"/><Relationship Type="http://schemas.openxmlformats.org/officeDocument/2006/relationships/slide" Target="/ppt/slides/slide103.xml" Id="R603e33c25b484f54"/><Relationship Type="http://schemas.openxmlformats.org/officeDocument/2006/relationships/slide" Target="/ppt/slides/slide104.xml" Id="R6fd503a3177f4d06"/><Relationship Type="http://schemas.openxmlformats.org/officeDocument/2006/relationships/slide" Target="/ppt/slides/slide105.xml" Id="Rd07a9a0a0d094a1f"/><Relationship Type="http://schemas.openxmlformats.org/officeDocument/2006/relationships/slide" Target="/ppt/slides/slide106.xml" Id="R718f7d508df64340"/><Relationship Type="http://schemas.openxmlformats.org/officeDocument/2006/relationships/slide" Target="/ppt/slides/slide107.xml" Id="Rb2144a6581f3498a"/><Relationship Type="http://schemas.openxmlformats.org/officeDocument/2006/relationships/slide" Target="/ppt/slides/slide108.xml" Id="R7e193bf32174419f"/><Relationship Type="http://schemas.openxmlformats.org/officeDocument/2006/relationships/slide" Target="/ppt/slides/slide109.xml" Id="R3b2b3b2837f345d7"/><Relationship Type="http://schemas.openxmlformats.org/officeDocument/2006/relationships/slide" Target="/ppt/slides/slide110.xml" Id="Rc8d64c078fdb4e93"/><Relationship Type="http://schemas.openxmlformats.org/officeDocument/2006/relationships/slide" Target="/ppt/slides/slide111.xml" Id="R14761046fa0449ad"/><Relationship Type="http://schemas.openxmlformats.org/officeDocument/2006/relationships/slide" Target="/ppt/slides/slide112.xml" Id="R308e5dcf86374f7a"/><Relationship Type="http://schemas.openxmlformats.org/officeDocument/2006/relationships/slide" Target="/ppt/slides/slide113.xml" Id="Rb70d6e328be74d60"/><Relationship Type="http://schemas.openxmlformats.org/officeDocument/2006/relationships/slide" Target="/ppt/slides/slide114.xml" Id="Re9f94e65c1024047"/><Relationship Type="http://schemas.openxmlformats.org/officeDocument/2006/relationships/slide" Target="/ppt/slides/slide115.xml" Id="R44280ecc75ac417f"/><Relationship Type="http://schemas.openxmlformats.org/officeDocument/2006/relationships/slide" Target="/ppt/slides/slide116.xml" Id="R350e5087273b43f8"/><Relationship Type="http://schemas.openxmlformats.org/officeDocument/2006/relationships/slide" Target="/ppt/slides/slide117.xml" Id="R99aa14256c364cca"/><Relationship Type="http://schemas.openxmlformats.org/officeDocument/2006/relationships/slide" Target="/ppt/slides/slide118.xml" Id="Re7befaa2280e40d8"/><Relationship Type="http://schemas.openxmlformats.org/officeDocument/2006/relationships/slide" Target="/ppt/slides/slide119.xml" Id="Rb72241cc12ab4b73"/><Relationship Id="CopilotTipAfterS03" Type="http://schemas.openxmlformats.org/officeDocument/2006/relationships/slide" Target="/ppt/slides/slide4.xml"/><Relationship Id="AgentsScopeTip1" Type="http://schemas.openxmlformats.org/officeDocument/2006/relationships/slide" Target="/ppt/slides/slide55.xml"/><Relationship Id="AgentsScopeTip2" Type="http://schemas.openxmlformats.org/officeDocument/2006/relationships/slide" Target="/ppt/slides/slide56.xml"/><Relationship Id="AgentsScopeTip3" Type="http://schemas.openxmlformats.org/officeDocument/2006/relationships/slide" Target="/ppt/slides/slide57.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2cf5e4e08ef949c1"/><Relationship Type="http://schemas.openxmlformats.org/officeDocument/2006/relationships/notesMaster" Target="/ppt/notesMasters/notesMaster1.xml" Id="Rb0de13c330b04519"/></Relationships>
</file>

<file path=ppt/notesSlides/_rels/notesSlide16.xml.rels><?xml version="1.0" encoding="utf-8"?><Relationships xmlns="http://schemas.openxmlformats.org/package/2006/relationships"><Relationship Type="http://schemas.openxmlformats.org/officeDocument/2006/relationships/slide" Target="/ppt/slides/slide16.xml" Id="R7301750abf6f4a83"/><Relationship Type="http://schemas.openxmlformats.org/officeDocument/2006/relationships/notesMaster" Target="/ppt/notesMasters/notesMaster1.xml" Id="Rc66635230a774473"/></Relationships>
</file>

<file path=ppt/notesSlides/_rels/notesSlide17.xml.rels><?xml version="1.0" encoding="utf-8"?><Relationships xmlns="http://schemas.openxmlformats.org/package/2006/relationships"><Relationship Type="http://schemas.openxmlformats.org/officeDocument/2006/relationships/slide" Target="/ppt/slides/slide17.xml" Id="Re6fa6a9d378647c4"/><Relationship Type="http://schemas.openxmlformats.org/officeDocument/2006/relationships/notesMaster" Target="/ppt/notesMasters/notesMaster1.xml" Id="Rd04df728b5b1496b"/></Relationships>
</file>

<file path=ppt/notesSlides/_rels/notesSlide18.xml.rels><?xml version="1.0" encoding="utf-8"?><Relationships xmlns="http://schemas.openxmlformats.org/package/2006/relationships"><Relationship Type="http://schemas.openxmlformats.org/officeDocument/2006/relationships/slide" Target="/ppt/slides/slide18.xml" Id="Rc49004c64dcc4114"/><Relationship Type="http://schemas.openxmlformats.org/officeDocument/2006/relationships/notesMaster" Target="/ppt/notesMasters/notesMaster1.xml" Id="R8597ca8eebd94fe2"/></Relationships>
</file>

<file path=ppt/notesSlides/_rels/notesSlide19.xml.rels><?xml version="1.0" encoding="utf-8"?><Relationships xmlns="http://schemas.openxmlformats.org/package/2006/relationships"><Relationship Type="http://schemas.openxmlformats.org/officeDocument/2006/relationships/slide" Target="/ppt/slides/slide19.xml" Id="R029c79815b914f6e"/><Relationship Type="http://schemas.openxmlformats.org/officeDocument/2006/relationships/notesMaster" Target="/ppt/notesMasters/notesMaster1.xml" Id="R3d15e51f2b8c46c6"/></Relationships>
</file>

<file path=ppt/notesSlides/_rels/notesSlide20.xml.rels><?xml version="1.0" encoding="utf-8"?><Relationships xmlns="http://schemas.openxmlformats.org/package/2006/relationships"><Relationship Type="http://schemas.openxmlformats.org/officeDocument/2006/relationships/slide" Target="/ppt/slides/slide20.xml" Id="R9e178c6ca04b403f"/><Relationship Type="http://schemas.openxmlformats.org/officeDocument/2006/relationships/notesMaster" Target="/ppt/notesMasters/notesMaster1.xml" Id="R4bba528c2e944dd4"/></Relationships>
</file>

<file path=ppt/notesSlides/_rels/notesSlide21.xml.rels><?xml version="1.0" encoding="utf-8"?><Relationships xmlns="http://schemas.openxmlformats.org/package/2006/relationships"><Relationship Type="http://schemas.openxmlformats.org/officeDocument/2006/relationships/slide" Target="/ppt/slides/slide21.xml" Id="R73db2b646f9f4c5d"/><Relationship Type="http://schemas.openxmlformats.org/officeDocument/2006/relationships/notesMaster" Target="/ppt/notesMasters/notesMaster1.xml" Id="R8c8e0b0a71694e52"/></Relationships>
</file>

<file path=ppt/notesSlides/_rels/notesSlide22.xml.rels><?xml version="1.0" encoding="utf-8"?><Relationships xmlns="http://schemas.openxmlformats.org/package/2006/relationships"><Relationship Type="http://schemas.openxmlformats.org/officeDocument/2006/relationships/slide" Target="/ppt/slides/slide22.xml" Id="R4ca6d8b892654ee8"/><Relationship Type="http://schemas.openxmlformats.org/officeDocument/2006/relationships/notesMaster" Target="/ppt/notesMasters/notesMaster1.xml" Id="R614a5fd6875b4611"/></Relationships>
</file>

<file path=ppt/notesSlides/_rels/notesSlide23.xml.rels><?xml version="1.0" encoding="utf-8"?><Relationships xmlns="http://schemas.openxmlformats.org/package/2006/relationships"><Relationship Type="http://schemas.openxmlformats.org/officeDocument/2006/relationships/slide" Target="/ppt/slides/slide23.xml" Id="Rd63b94f958c64bfc"/><Relationship Type="http://schemas.openxmlformats.org/officeDocument/2006/relationships/notesMaster" Target="/ppt/notesMasters/notesMaster1.xml" Id="R33ff3b357a2e4278"/></Relationships>
</file>

<file path=ppt/notesSlides/_rels/notesSlide24.xml.rels><?xml version="1.0" encoding="utf-8"?><Relationships xmlns="http://schemas.openxmlformats.org/package/2006/relationships"><Relationship Type="http://schemas.openxmlformats.org/officeDocument/2006/relationships/slide" Target="/ppt/slides/slide24.xml" Id="R8d9284509cb040bf"/><Relationship Type="http://schemas.openxmlformats.org/officeDocument/2006/relationships/notesMaster" Target="/ppt/notesMasters/notesMaster1.xml" Id="R94341f82308244b7"/></Relationships>
</file>

<file path=ppt/notesSlides/_rels/notesSlide25.xml.rels><?xml version="1.0" encoding="utf-8"?><Relationships xmlns="http://schemas.openxmlformats.org/package/2006/relationships"><Relationship Type="http://schemas.openxmlformats.org/officeDocument/2006/relationships/slide" Target="/ppt/slides/slide25.xml" Id="Rf121fc86bf444ad2"/><Relationship Type="http://schemas.openxmlformats.org/officeDocument/2006/relationships/notesMaster" Target="/ppt/notesMasters/notesMaster1.xml" Id="R3478b766b2b34cb1"/></Relationships>
</file>

<file path=ppt/notesSlides/_rels/notesSlide26.xml.rels><?xml version="1.0" encoding="utf-8"?><Relationships xmlns="http://schemas.openxmlformats.org/package/2006/relationships"><Relationship Type="http://schemas.openxmlformats.org/officeDocument/2006/relationships/slide" Target="/ppt/slides/slide26.xml" Id="R7ac060aac17e48a6"/><Relationship Type="http://schemas.openxmlformats.org/officeDocument/2006/relationships/notesMaster" Target="/ppt/notesMasters/notesMaster1.xml" Id="Rda8a433128fa4b16"/></Relationships>
</file>

<file path=ppt/notesSlides/_rels/notesSlide27.xml.rels><?xml version="1.0" encoding="utf-8"?><Relationships xmlns="http://schemas.openxmlformats.org/package/2006/relationships"><Relationship Type="http://schemas.openxmlformats.org/officeDocument/2006/relationships/slide" Target="/ppt/slides/slide27.xml" Id="R30253838b6a944c8"/><Relationship Type="http://schemas.openxmlformats.org/officeDocument/2006/relationships/notesMaster" Target="/ppt/notesMasters/notesMaster1.xml" Id="R92f313188ba24d0c"/></Relationships>
</file>

<file path=ppt/notesSlides/_rels/notesSlide28.xml.rels><?xml version="1.0" encoding="utf-8"?><Relationships xmlns="http://schemas.openxmlformats.org/package/2006/relationships"><Relationship Type="http://schemas.openxmlformats.org/officeDocument/2006/relationships/slide" Target="/ppt/slides/slide28.xml" Id="R64844f16deea4e23"/><Relationship Type="http://schemas.openxmlformats.org/officeDocument/2006/relationships/notesMaster" Target="/ppt/notesMasters/notesMaster1.xml" Id="R1059aaca941e4630"/></Relationships>
</file>

<file path=ppt/notesSlides/_rels/notesSlide29.xml.rels><?xml version="1.0" encoding="utf-8"?><Relationships xmlns="http://schemas.openxmlformats.org/package/2006/relationships"><Relationship Type="http://schemas.openxmlformats.org/officeDocument/2006/relationships/slide" Target="/ppt/slides/slide29.xml" Id="Ra8d2cc47a4194b8f"/><Relationship Type="http://schemas.openxmlformats.org/officeDocument/2006/relationships/notesMaster" Target="/ppt/notesMasters/notesMaster1.xml" Id="R153d5f827a8646a6"/></Relationships>
</file>

<file path=ppt/notesSlides/_rels/notesSlide30.xml.rels><?xml version="1.0" encoding="utf-8"?><Relationships xmlns="http://schemas.openxmlformats.org/package/2006/relationships"><Relationship Type="http://schemas.openxmlformats.org/officeDocument/2006/relationships/slide" Target="/ppt/slides/slide30.xml" Id="R5d7b3273780543a3"/><Relationship Type="http://schemas.openxmlformats.org/officeDocument/2006/relationships/notesMaster" Target="/ppt/notesMasters/notesMaster1.xml" Id="R6fc6def0efcb4d94"/></Relationships>
</file>

<file path=ppt/notesSlides/_rels/notesSlide31.xml.rels><?xml version="1.0" encoding="utf-8"?><Relationships xmlns="http://schemas.openxmlformats.org/package/2006/relationships"><Relationship Type="http://schemas.openxmlformats.org/officeDocument/2006/relationships/slide" Target="/ppt/slides/slide31.xml" Id="R42c1c747efc94d4b"/><Relationship Type="http://schemas.openxmlformats.org/officeDocument/2006/relationships/notesMaster" Target="/ppt/notesMasters/notesMaster1.xml" Id="R5d345cc6a40b4ef8"/></Relationships>
</file>

<file path=ppt/notesSlides/_rels/notesSlide32.xml.rels><?xml version="1.0" encoding="utf-8"?><Relationships xmlns="http://schemas.openxmlformats.org/package/2006/relationships"><Relationship Type="http://schemas.openxmlformats.org/officeDocument/2006/relationships/slide" Target="/ppt/slides/slide32.xml" Id="Rd01433e4a9974d3f"/><Relationship Type="http://schemas.openxmlformats.org/officeDocument/2006/relationships/notesMaster" Target="/ppt/notesMasters/notesMaster1.xml" Id="R6e020c48cfce4997"/></Relationships>
</file>

<file path=ppt/notesSlides/_rels/notesSlide33.xml.rels><?xml version="1.0" encoding="utf-8"?><Relationships xmlns="http://schemas.openxmlformats.org/package/2006/relationships"><Relationship Type="http://schemas.openxmlformats.org/officeDocument/2006/relationships/slide" Target="/ppt/slides/slide33.xml" Id="R292051762edb4e89"/><Relationship Type="http://schemas.openxmlformats.org/officeDocument/2006/relationships/notesMaster" Target="/ppt/notesMasters/notesMaster1.xml" Id="R75de794708ea41ad"/></Relationships>
</file>

<file path=ppt/notesSlides/_rels/notesSlide34.xml.rels><?xml version="1.0" encoding="utf-8"?><Relationships xmlns="http://schemas.openxmlformats.org/package/2006/relationships"><Relationship Type="http://schemas.openxmlformats.org/officeDocument/2006/relationships/slide" Target="/ppt/slides/slide34.xml" Id="R5037d43ddf884859"/><Relationship Type="http://schemas.openxmlformats.org/officeDocument/2006/relationships/notesMaster" Target="/ppt/notesMasters/notesMaster1.xml" Id="R6e1a705c247c45d5"/></Relationships>
</file>

<file path=ppt/notesSlides/_rels/notesSlide35.xml.rels><?xml version="1.0" encoding="utf-8"?><Relationships xmlns="http://schemas.openxmlformats.org/package/2006/relationships"><Relationship Type="http://schemas.openxmlformats.org/officeDocument/2006/relationships/slide" Target="/ppt/slides/slide35.xml" Id="R7f3213dd031e4b59"/><Relationship Type="http://schemas.openxmlformats.org/officeDocument/2006/relationships/notesMaster" Target="/ppt/notesMasters/notesMaster1.xml" Id="R3c74c6a455244d15"/></Relationships>
</file>

<file path=ppt/notesSlides/_rels/notesSlide36.xml.rels><?xml version="1.0" encoding="utf-8"?><Relationships xmlns="http://schemas.openxmlformats.org/package/2006/relationships"><Relationship Type="http://schemas.openxmlformats.org/officeDocument/2006/relationships/slide" Target="/ppt/slides/slide36.xml" Id="R3cf109f7c5a44be6"/><Relationship Type="http://schemas.openxmlformats.org/officeDocument/2006/relationships/notesMaster" Target="/ppt/notesMasters/notesMaster1.xml" Id="Reee8baa74f6e44fc"/></Relationships>
</file>

<file path=ppt/notesSlides/_rels/notesSlide37.xml.rels><?xml version="1.0" encoding="utf-8"?><Relationships xmlns="http://schemas.openxmlformats.org/package/2006/relationships"><Relationship Type="http://schemas.openxmlformats.org/officeDocument/2006/relationships/slide" Target="/ppt/slides/slide37.xml" Id="Ref837ed02f204b7d"/><Relationship Type="http://schemas.openxmlformats.org/officeDocument/2006/relationships/notesMaster" Target="/ppt/notesMasters/notesMaster1.xml" Id="R0a067a864a764a6e"/></Relationships>
</file>

<file path=ppt/notesSlides/_rels/notesSlide38.xml.rels><?xml version="1.0" encoding="utf-8"?><Relationships xmlns="http://schemas.openxmlformats.org/package/2006/relationships"><Relationship Type="http://schemas.openxmlformats.org/officeDocument/2006/relationships/slide" Target="/ppt/slides/slide38.xml" Id="R8d85cfc379044e0c"/><Relationship Type="http://schemas.openxmlformats.org/officeDocument/2006/relationships/notesMaster" Target="/ppt/notesMasters/notesMaster1.xml" Id="R690345a37f2240d5"/></Relationships>
</file>

<file path=ppt/notesSlides/_rels/notesSlide39.xml.rels><?xml version="1.0" encoding="utf-8"?><Relationships xmlns="http://schemas.openxmlformats.org/package/2006/relationships"><Relationship Type="http://schemas.openxmlformats.org/officeDocument/2006/relationships/slide" Target="/ppt/slides/slide39.xml" Id="R57c1475feed6472d"/><Relationship Type="http://schemas.openxmlformats.org/officeDocument/2006/relationships/notesMaster" Target="/ppt/notesMasters/notesMaster1.xml" Id="R9a1b31d13d1e488c"/></Relationships>
</file>

<file path=ppt/notesSlides/_rels/notesSlide40.xml.rels><?xml version="1.0" encoding="utf-8"?><Relationships xmlns="http://schemas.openxmlformats.org/package/2006/relationships"><Relationship Type="http://schemas.openxmlformats.org/officeDocument/2006/relationships/slide" Target="/ppt/slides/slide40.xml" Id="R6f6958abbd7a4c3f"/><Relationship Type="http://schemas.openxmlformats.org/officeDocument/2006/relationships/notesMaster" Target="/ppt/notesMasters/notesMaster1.xml" Id="Rb3c5eb7838514888"/></Relationships>
</file>

<file path=ppt/notesSlides/_rels/notesSlide41.xml.rels><?xml version="1.0" encoding="utf-8"?><Relationships xmlns="http://schemas.openxmlformats.org/package/2006/relationships"><Relationship Type="http://schemas.openxmlformats.org/officeDocument/2006/relationships/slide" Target="/ppt/slides/slide41.xml" Id="R27bd3f62056f43f8"/><Relationship Type="http://schemas.openxmlformats.org/officeDocument/2006/relationships/notesMaster" Target="/ppt/notesMasters/notesMaster1.xml" Id="R1a9e99f102ab47bb"/></Relationships>
</file>

<file path=ppt/notesSlides/_rels/notesSlide42.xml.rels><?xml version="1.0" encoding="utf-8"?><Relationships xmlns="http://schemas.openxmlformats.org/package/2006/relationships"><Relationship Type="http://schemas.openxmlformats.org/officeDocument/2006/relationships/slide" Target="/ppt/slides/slide42.xml" Id="R9fd50eb02b3049c1"/><Relationship Type="http://schemas.openxmlformats.org/officeDocument/2006/relationships/notesMaster" Target="/ppt/notesMasters/notesMaster1.xml" Id="R4932c0f27fd44bfe"/></Relationships>
</file>

<file path=ppt/notesSlides/_rels/notesSlide43.xml.rels><?xml version="1.0" encoding="utf-8"?><Relationships xmlns="http://schemas.openxmlformats.org/package/2006/relationships"><Relationship Type="http://schemas.openxmlformats.org/officeDocument/2006/relationships/slide" Target="/ppt/slides/slide43.xml" Id="R1159c2cb82274f7b"/><Relationship Type="http://schemas.openxmlformats.org/officeDocument/2006/relationships/notesMaster" Target="/ppt/notesMasters/notesMaster1.xml" Id="Rc3d8815449fa4306"/></Relationships>
</file>

<file path=ppt/notesSlides/_rels/notesSlide44.xml.rels><?xml version="1.0" encoding="utf-8"?><Relationships xmlns="http://schemas.openxmlformats.org/package/2006/relationships"><Relationship Type="http://schemas.openxmlformats.org/officeDocument/2006/relationships/slide" Target="/ppt/slides/slide44.xml" Id="Ra3a068cf27c84edc"/><Relationship Type="http://schemas.openxmlformats.org/officeDocument/2006/relationships/notesMaster" Target="/ppt/notesMasters/notesMaster1.xml" Id="Rfed2bd914ede4447"/></Relationships>
</file>

<file path=ppt/notesSlides/_rels/notesSlide45.xml.rels><?xml version="1.0" encoding="utf-8"?><Relationships xmlns="http://schemas.openxmlformats.org/package/2006/relationships"><Relationship Type="http://schemas.openxmlformats.org/officeDocument/2006/relationships/slide" Target="/ppt/slides/slide45.xml" Id="R2f5eb6ea7a5045b7"/><Relationship Type="http://schemas.openxmlformats.org/officeDocument/2006/relationships/notesMaster" Target="/ppt/notesMasters/notesMaster1.xml" Id="R38c9e617f9274904"/></Relationships>
</file>

<file path=ppt/notesSlides/_rels/notesSlide46.xml.rels><?xml version="1.0" encoding="utf-8"?><Relationships xmlns="http://schemas.openxmlformats.org/package/2006/relationships"><Relationship Type="http://schemas.openxmlformats.org/officeDocument/2006/relationships/slide" Target="/ppt/slides/slide46.xml" Id="R38f08979cbdc4aa7"/><Relationship Type="http://schemas.openxmlformats.org/officeDocument/2006/relationships/notesMaster" Target="/ppt/notesMasters/notesMaster1.xml" Id="R998ca9207282418a"/></Relationships>
</file>

<file path=ppt/notesSlides/_rels/notesSlide47.xml.rels><?xml version="1.0" encoding="utf-8"?><Relationships xmlns="http://schemas.openxmlformats.org/package/2006/relationships"><Relationship Type="http://schemas.openxmlformats.org/officeDocument/2006/relationships/slide" Target="/ppt/slides/slide47.xml" Id="R798f62ab99724546"/><Relationship Type="http://schemas.openxmlformats.org/officeDocument/2006/relationships/notesMaster" Target="/ppt/notesMasters/notesMaster1.xml" Id="Rd38075829c4a4204"/></Relationships>
</file>

<file path=ppt/notesSlides/_rels/notesSlide48.xml.rels><?xml version="1.0" encoding="utf-8"?><Relationships xmlns="http://schemas.openxmlformats.org/package/2006/relationships"><Relationship Type="http://schemas.openxmlformats.org/officeDocument/2006/relationships/slide" Target="/ppt/slides/slide48.xml" Id="Rc2c632e10d4d4eda"/><Relationship Type="http://schemas.openxmlformats.org/officeDocument/2006/relationships/notesMaster" Target="/ppt/notesMasters/notesMaster1.xml" Id="Ra035fd65003543d4"/></Relationships>
</file>

<file path=ppt/notesSlides/_rels/notesSlide49.xml.rels><?xml version="1.0" encoding="utf-8"?><Relationships xmlns="http://schemas.openxmlformats.org/package/2006/relationships"><Relationship Type="http://schemas.openxmlformats.org/officeDocument/2006/relationships/slide" Target="/ppt/slides/slide49.xml" Id="Reea3724f70a04c47"/><Relationship Type="http://schemas.openxmlformats.org/officeDocument/2006/relationships/notesMaster" Target="/ppt/notesMasters/notesMaster1.xml" Id="Rff4917388cae47d6"/></Relationships>
</file>

<file path=ppt/notesSlides/_rels/notesSlide50.xml.rels><?xml version="1.0" encoding="utf-8"?><Relationships xmlns="http://schemas.openxmlformats.org/package/2006/relationships"><Relationship Type="http://schemas.openxmlformats.org/officeDocument/2006/relationships/slide" Target="/ppt/slides/slide50.xml" Id="R976db653e93640ce"/><Relationship Type="http://schemas.openxmlformats.org/officeDocument/2006/relationships/notesMaster" Target="/ppt/notesMasters/notesMaster1.xml" Id="Rb201c12cec194cc2"/></Relationships>
</file>

<file path=ppt/notesSlides/_rels/notesSlide51.xml.rels><?xml version="1.0" encoding="utf-8"?><Relationships xmlns="http://schemas.openxmlformats.org/package/2006/relationships"><Relationship Type="http://schemas.openxmlformats.org/officeDocument/2006/relationships/slide" Target="/ppt/slides/slide51.xml" Id="R1a2575755a454006"/><Relationship Type="http://schemas.openxmlformats.org/officeDocument/2006/relationships/notesMaster" Target="/ppt/notesMasters/notesMaster1.xml" Id="R98b78708a46841a7"/></Relationships>
</file>

<file path=ppt/notesSlides/_rels/notesSlide52.xml.rels><?xml version="1.0" encoding="utf-8"?><Relationships xmlns="http://schemas.openxmlformats.org/package/2006/relationships"><Relationship Type="http://schemas.openxmlformats.org/officeDocument/2006/relationships/slide" Target="/ppt/slides/slide52.xml" Id="Rfff9974287694fbd"/><Relationship Type="http://schemas.openxmlformats.org/officeDocument/2006/relationships/notesMaster" Target="/ppt/notesMasters/notesMaster1.xml" Id="R5d4d024401be4f35"/></Relationships>
</file>

<file path=ppt/notesSlides/_rels/notesSlide53.xml.rels><?xml version="1.0" encoding="utf-8"?><Relationships xmlns="http://schemas.openxmlformats.org/package/2006/relationships"><Relationship Type="http://schemas.openxmlformats.org/officeDocument/2006/relationships/slide" Target="/ppt/slides/slide53.xml" Id="R296f2cf620ab4fef"/><Relationship Type="http://schemas.openxmlformats.org/officeDocument/2006/relationships/notesMaster" Target="/ppt/notesMasters/notesMaster1.xml" Id="R2beee451bb4f417e"/></Relationships>
</file>

<file path=ppt/notesSlides/_rels/notesSlide54.xml.rels><?xml version="1.0" encoding="utf-8"?><Relationships xmlns="http://schemas.openxmlformats.org/package/2006/relationships"><Relationship Type="http://schemas.openxmlformats.org/officeDocument/2006/relationships/slide" Target="/ppt/slides/slide54.xml" Id="R2270b65c7d824e97"/><Relationship Type="http://schemas.openxmlformats.org/officeDocument/2006/relationships/notesMaster" Target="/ppt/notesMasters/notesMaster1.xml" Id="Rec895c04a376450f"/></Relationships>
</file>

<file path=ppt/notesSlides/_rels/notesSlide55.xml.rels><?xml version="1.0" encoding="utf-8"?><Relationships xmlns="http://schemas.openxmlformats.org/package/2006/relationships"><Relationship Type="http://schemas.openxmlformats.org/officeDocument/2006/relationships/slide" Target="/ppt/slides/slide55.xml" Id="Rc318f49d3acc4830"/><Relationship Type="http://schemas.openxmlformats.org/officeDocument/2006/relationships/notesMaster" Target="/ppt/notesMasters/notesMaster1.xml" Id="Rab283a938dc64efe"/></Relationships>
</file>

<file path=ppt/notesSlides/_rels/notesSlide56.xml.rels><?xml version="1.0" encoding="utf-8"?><Relationships xmlns="http://schemas.openxmlformats.org/package/2006/relationships"><Relationship Type="http://schemas.openxmlformats.org/officeDocument/2006/relationships/slide" Target="/ppt/slides/slide56.xml" Id="R37b3914b36894636"/><Relationship Type="http://schemas.openxmlformats.org/officeDocument/2006/relationships/notesMaster" Target="/ppt/notesMasters/notesMaster1.xml" Id="Rd01408e265974e05"/></Relationships>
</file>

<file path=ppt/notesSlides/_rels/notesSlide57.xml.rels><?xml version="1.0" encoding="utf-8"?><Relationships xmlns="http://schemas.openxmlformats.org/package/2006/relationships"><Relationship Type="http://schemas.openxmlformats.org/officeDocument/2006/relationships/slide" Target="/ppt/slides/slide57.xml" Id="R04c54d61fbfb4c39"/><Relationship Type="http://schemas.openxmlformats.org/officeDocument/2006/relationships/notesMaster" Target="/ppt/notesMasters/notesMaster1.xml" Id="R50058a4ee4ca4c37"/></Relationships>
</file>

<file path=ppt/notesSlides/_rels/notesSlide58.xml.rels><?xml version="1.0" encoding="utf-8"?><Relationships xmlns="http://schemas.openxmlformats.org/package/2006/relationships"><Relationship Type="http://schemas.openxmlformats.org/officeDocument/2006/relationships/slide" Target="/ppt/slides/slide58.xml" Id="R34c2dfb647954740"/><Relationship Type="http://schemas.openxmlformats.org/officeDocument/2006/relationships/notesMaster" Target="/ppt/notesMasters/notesMaster1.xml" Id="R772b29c6f08a48a9"/></Relationships>
</file>

<file path=ppt/notesSlides/_rels/notesSlide59.xml.rels><?xml version="1.0" encoding="utf-8"?><Relationships xmlns="http://schemas.openxmlformats.org/package/2006/relationships"><Relationship Type="http://schemas.openxmlformats.org/officeDocument/2006/relationships/slide" Target="/ppt/slides/slide59.xml" Id="R34d6c63d743b4d95"/><Relationship Type="http://schemas.openxmlformats.org/officeDocument/2006/relationships/notesMaster" Target="/ppt/notesMasters/notesMaster1.xml" Id="Rc9843874f9a745f4"/></Relationships>
</file>

<file path=ppt/notesSlides/_rels/notesSlide60.xml.rels><?xml version="1.0" encoding="utf-8"?><Relationships xmlns="http://schemas.openxmlformats.org/package/2006/relationships"><Relationship Type="http://schemas.openxmlformats.org/officeDocument/2006/relationships/slide" Target="/ppt/slides/slide60.xml" Id="Rb66f601fa32245e6"/><Relationship Type="http://schemas.openxmlformats.org/officeDocument/2006/relationships/notesMaster" Target="/ppt/notesMasters/notesMaster1.xml" Id="R14cd720d54274fa1"/></Relationships>
</file>

<file path=ppt/notesSlides/_rels/notesSlide61.xml.rels><?xml version="1.0" encoding="utf-8"?><Relationships xmlns="http://schemas.openxmlformats.org/package/2006/relationships"><Relationship Type="http://schemas.openxmlformats.org/officeDocument/2006/relationships/slide" Target="/ppt/slides/slide61.xml" Id="R25ede0acb2394a3e"/><Relationship Type="http://schemas.openxmlformats.org/officeDocument/2006/relationships/notesMaster" Target="/ppt/notesMasters/notesMaster1.xml" Id="R733e545b2c744b6f"/></Relationships>
</file>

<file path=ppt/notesSlides/_rels/notesSlide62.xml.rels><?xml version="1.0" encoding="utf-8"?><Relationships xmlns="http://schemas.openxmlformats.org/package/2006/relationships"><Relationship Type="http://schemas.openxmlformats.org/officeDocument/2006/relationships/slide" Target="/ppt/slides/slide62.xml" Id="Rf7349916333445a4"/><Relationship Type="http://schemas.openxmlformats.org/officeDocument/2006/relationships/notesMaster" Target="/ppt/notesMasters/notesMaster1.xml" Id="R592735f8936f47da"/></Relationships>
</file>

<file path=ppt/notesSlides/_rels/notesSlide63.xml.rels><?xml version="1.0" encoding="utf-8"?><Relationships xmlns="http://schemas.openxmlformats.org/package/2006/relationships"><Relationship Type="http://schemas.openxmlformats.org/officeDocument/2006/relationships/slide" Target="/ppt/slides/slide63.xml" Id="R17b760d51b6e468a"/><Relationship Type="http://schemas.openxmlformats.org/officeDocument/2006/relationships/notesMaster" Target="/ppt/notesMasters/notesMaster1.xml" Id="R8adb15f9dad74c78"/></Relationships>
</file>

<file path=ppt/notesSlides/_rels/notesSlide64.xml.rels><?xml version="1.0" encoding="utf-8"?><Relationships xmlns="http://schemas.openxmlformats.org/package/2006/relationships"><Relationship Type="http://schemas.openxmlformats.org/officeDocument/2006/relationships/slide" Target="/ppt/slides/slide64.xml" Id="Rf6ecd46fd4544049"/><Relationship Type="http://schemas.openxmlformats.org/officeDocument/2006/relationships/notesMaster" Target="/ppt/notesMasters/notesMaster1.xml" Id="Rf406a0ad792440e8"/></Relationships>
</file>

<file path=ppt/notesSlides/_rels/notesSlide65.xml.rels><?xml version="1.0" encoding="utf-8"?><Relationships xmlns="http://schemas.openxmlformats.org/package/2006/relationships"><Relationship Type="http://schemas.openxmlformats.org/officeDocument/2006/relationships/slide" Target="/ppt/slides/slide65.xml" Id="Re0bd13ceb21948cb"/><Relationship Type="http://schemas.openxmlformats.org/officeDocument/2006/relationships/notesMaster" Target="/ppt/notesMasters/notesMaster1.xml" Id="Rfe8ae5366316458c"/></Relationships>
</file>

<file path=ppt/notesSlides/_rels/notesSlide66.xml.rels><?xml version="1.0" encoding="utf-8"?><Relationships xmlns="http://schemas.openxmlformats.org/package/2006/relationships"><Relationship Type="http://schemas.openxmlformats.org/officeDocument/2006/relationships/slide" Target="/ppt/slides/slide66.xml" Id="R4f047f8673e04507"/><Relationship Type="http://schemas.openxmlformats.org/officeDocument/2006/relationships/notesMaster" Target="/ppt/notesMasters/notesMaster1.xml" Id="R733d4ec229824b70"/></Relationships>
</file>

<file path=ppt/notesSlides/_rels/notesSlide67.xml.rels><?xml version="1.0" encoding="utf-8"?><Relationships xmlns="http://schemas.openxmlformats.org/package/2006/relationships"><Relationship Type="http://schemas.openxmlformats.org/officeDocument/2006/relationships/slide" Target="/ppt/slides/slide67.xml" Id="R62d2e02935a7486a"/><Relationship Type="http://schemas.openxmlformats.org/officeDocument/2006/relationships/notesMaster" Target="/ppt/notesMasters/notesMaster1.xml" Id="R150fc5a78fd140b6"/></Relationships>
</file>

<file path=ppt/notesSlides/_rels/notesSlide68.xml.rels><?xml version="1.0" encoding="utf-8"?><Relationships xmlns="http://schemas.openxmlformats.org/package/2006/relationships"><Relationship Type="http://schemas.openxmlformats.org/officeDocument/2006/relationships/slide" Target="/ppt/slides/slide68.xml" Id="Rcad2e2ecdc5646dd"/><Relationship Type="http://schemas.openxmlformats.org/officeDocument/2006/relationships/notesMaster" Target="/ppt/notesMasters/notesMaster1.xml" Id="R886e991404294ab7"/></Relationships>
</file>

<file path=ppt/notesSlides/_rels/notesSlide69.xml.rels><?xml version="1.0" encoding="utf-8"?><Relationships xmlns="http://schemas.openxmlformats.org/package/2006/relationships"><Relationship Type="http://schemas.openxmlformats.org/officeDocument/2006/relationships/slide" Target="/ppt/slides/slide69.xml" Id="R4673147063e34b11"/><Relationship Type="http://schemas.openxmlformats.org/officeDocument/2006/relationships/notesMaster" Target="/ppt/notesMasters/notesMaster1.xml" Id="R63d921fc331b4280"/></Relationships>
</file>

<file path=ppt/notesSlides/_rels/notesSlide70.xml.rels><?xml version="1.0" encoding="utf-8"?><Relationships xmlns="http://schemas.openxmlformats.org/package/2006/relationships"><Relationship Type="http://schemas.openxmlformats.org/officeDocument/2006/relationships/slide" Target="/ppt/slides/slide70.xml" Id="R1e80c3c74e264b95"/><Relationship Type="http://schemas.openxmlformats.org/officeDocument/2006/relationships/notesMaster" Target="/ppt/notesMasters/notesMaster1.xml" Id="R318b408e272c4369"/></Relationships>
</file>

<file path=ppt/notesSlides/_rels/notesSlide71.xml.rels><?xml version="1.0" encoding="utf-8"?><Relationships xmlns="http://schemas.openxmlformats.org/package/2006/relationships"><Relationship Type="http://schemas.openxmlformats.org/officeDocument/2006/relationships/slide" Target="/ppt/slides/slide71.xml" Id="Rd42e793e8c8f4085"/><Relationship Type="http://schemas.openxmlformats.org/officeDocument/2006/relationships/notesMaster" Target="/ppt/notesMasters/notesMaster1.xml" Id="Raa78ffb4470f4114"/></Relationships>
</file>

<file path=ppt/notesSlides/_rels/notesSlide72.xml.rels><?xml version="1.0" encoding="utf-8"?><Relationships xmlns="http://schemas.openxmlformats.org/package/2006/relationships"><Relationship Type="http://schemas.openxmlformats.org/officeDocument/2006/relationships/slide" Target="/ppt/slides/slide72.xml" Id="R9061ea39fbf8475e"/><Relationship Type="http://schemas.openxmlformats.org/officeDocument/2006/relationships/notesMaster" Target="/ppt/notesMasters/notesMaster1.xml" Id="Re69af64665704edd"/></Relationships>
</file>

<file path=ppt/notesSlides/_rels/notesSlide73.xml.rels><?xml version="1.0" encoding="utf-8"?><Relationships xmlns="http://schemas.openxmlformats.org/package/2006/relationships"><Relationship Type="http://schemas.openxmlformats.org/officeDocument/2006/relationships/slide" Target="/ppt/slides/slide73.xml" Id="R27bfc235a3304140"/><Relationship Type="http://schemas.openxmlformats.org/officeDocument/2006/relationships/notesMaster" Target="/ppt/notesMasters/notesMaster1.xml" Id="Rae8aa6d06c57427d"/></Relationships>
</file>

<file path=ppt/notesSlides/_rels/notesSlide74.xml.rels><?xml version="1.0" encoding="utf-8"?><Relationships xmlns="http://schemas.openxmlformats.org/package/2006/relationships"><Relationship Type="http://schemas.openxmlformats.org/officeDocument/2006/relationships/slide" Target="/ppt/slides/slide74.xml" Id="Re5ea548712ec48dd"/><Relationship Type="http://schemas.openxmlformats.org/officeDocument/2006/relationships/notesMaster" Target="/ppt/notesMasters/notesMaster1.xml" Id="R2e5242e14e0a4391"/></Relationships>
</file>

<file path=ppt/notesSlides/_rels/notesSlide75.xml.rels><?xml version="1.0" encoding="utf-8"?><Relationships xmlns="http://schemas.openxmlformats.org/package/2006/relationships"><Relationship Type="http://schemas.openxmlformats.org/officeDocument/2006/relationships/slide" Target="/ppt/slides/slide75.xml" Id="R9547e52616064d1f"/><Relationship Type="http://schemas.openxmlformats.org/officeDocument/2006/relationships/notesMaster" Target="/ppt/notesMasters/notesMaster1.xml" Id="Rbfbf5fb2658247a4"/></Relationships>
</file>

<file path=ppt/notesSlides/_rels/notesSlide76.xml.rels><?xml version="1.0" encoding="utf-8"?><Relationships xmlns="http://schemas.openxmlformats.org/package/2006/relationships"><Relationship Type="http://schemas.openxmlformats.org/officeDocument/2006/relationships/slide" Target="/ppt/slides/slide76.xml" Id="R0b3e933c4e3345fb"/><Relationship Type="http://schemas.openxmlformats.org/officeDocument/2006/relationships/notesMaster" Target="/ppt/notesMasters/notesMaster1.xml" Id="R881e018f7d3a4212"/></Relationships>
</file>

<file path=ppt/notesSlides/_rels/notesSlide77.xml.rels><?xml version="1.0" encoding="utf-8"?><Relationships xmlns="http://schemas.openxmlformats.org/package/2006/relationships"><Relationship Type="http://schemas.openxmlformats.org/officeDocument/2006/relationships/slide" Target="/ppt/slides/slide77.xml" Id="R6163cd5fdb3a40c7"/><Relationship Type="http://schemas.openxmlformats.org/officeDocument/2006/relationships/notesMaster" Target="/ppt/notesMasters/notesMaster1.xml" Id="R74aabc30838745da"/></Relationships>
</file>

<file path=ppt/notesSlides/_rels/notesSlide78.xml.rels><?xml version="1.0" encoding="utf-8"?><Relationships xmlns="http://schemas.openxmlformats.org/package/2006/relationships"><Relationship Type="http://schemas.openxmlformats.org/officeDocument/2006/relationships/slide" Target="/ppt/slides/slide78.xml" Id="R2d64f837e3af43c0"/><Relationship Type="http://schemas.openxmlformats.org/officeDocument/2006/relationships/notesMaster" Target="/ppt/notesMasters/notesMaster1.xml" Id="R98c0d1f05ec04ed7"/></Relationships>
</file>

<file path=ppt/notesSlides/_rels/notesSlide79.xml.rels><?xml version="1.0" encoding="utf-8"?><Relationships xmlns="http://schemas.openxmlformats.org/package/2006/relationships"><Relationship Type="http://schemas.openxmlformats.org/officeDocument/2006/relationships/slide" Target="/ppt/slides/slide79.xml" Id="Race410cb1044427e"/><Relationship Type="http://schemas.openxmlformats.org/officeDocument/2006/relationships/notesMaster" Target="/ppt/notesMasters/notesMaster1.xml" Id="Rda5d90d4963145f2"/></Relationships>
</file>

<file path=ppt/notesSlides/_rels/notesSlide80.xml.rels><?xml version="1.0" encoding="utf-8"?><Relationships xmlns="http://schemas.openxmlformats.org/package/2006/relationships"><Relationship Type="http://schemas.openxmlformats.org/officeDocument/2006/relationships/slide" Target="/ppt/slides/slide80.xml" Id="R21c7f53710cc4461"/><Relationship Type="http://schemas.openxmlformats.org/officeDocument/2006/relationships/notesMaster" Target="/ppt/notesMasters/notesMaster1.xml" Id="R7955f82dd04b405c"/></Relationships>
</file>

<file path=ppt/notesSlides/_rels/notesSlide81.xml.rels><?xml version="1.0" encoding="utf-8"?><Relationships xmlns="http://schemas.openxmlformats.org/package/2006/relationships"><Relationship Type="http://schemas.openxmlformats.org/officeDocument/2006/relationships/slide" Target="/ppt/slides/slide81.xml" Id="R79b12de649d04f9e"/><Relationship Type="http://schemas.openxmlformats.org/officeDocument/2006/relationships/notesMaster" Target="/ppt/notesMasters/notesMaster1.xml" Id="Rf3b67b75301c4e34"/></Relationships>
</file>

<file path=ppt/notesSlides/_rels/notesSlide82.xml.rels><?xml version="1.0" encoding="utf-8"?><Relationships xmlns="http://schemas.openxmlformats.org/package/2006/relationships"><Relationship Type="http://schemas.openxmlformats.org/officeDocument/2006/relationships/slide" Target="/ppt/slides/slide82.xml" Id="R1926d21be99e477c"/><Relationship Type="http://schemas.openxmlformats.org/officeDocument/2006/relationships/notesMaster" Target="/ppt/notesMasters/notesMaster1.xml" Id="R28d9e3e5c7be4691"/></Relationships>
</file>

<file path=ppt/notesSlides/_rels/notesSlide83.xml.rels><?xml version="1.0" encoding="utf-8"?><Relationships xmlns="http://schemas.openxmlformats.org/package/2006/relationships"><Relationship Type="http://schemas.openxmlformats.org/officeDocument/2006/relationships/slide" Target="/ppt/slides/slide83.xml" Id="R84d7346d013f4f98"/><Relationship Type="http://schemas.openxmlformats.org/officeDocument/2006/relationships/notesMaster" Target="/ppt/notesMasters/notesMaster1.xml" Id="R9b6a1a62bcff403c"/></Relationships>
</file>

<file path=ppt/notesSlides/_rels/notesSlide84.xml.rels><?xml version="1.0" encoding="utf-8"?><Relationships xmlns="http://schemas.openxmlformats.org/package/2006/relationships"><Relationship Type="http://schemas.openxmlformats.org/officeDocument/2006/relationships/slide" Target="/ppt/slides/slide84.xml" Id="R7f388a0b87bc41a4"/><Relationship Type="http://schemas.openxmlformats.org/officeDocument/2006/relationships/notesMaster" Target="/ppt/notesMasters/notesMaster1.xml" Id="Raf8067029d9042b1"/></Relationships>
</file>

<file path=ppt/notesSlides/_rels/notesSlide85.xml.rels><?xml version="1.0" encoding="utf-8"?><Relationships xmlns="http://schemas.openxmlformats.org/package/2006/relationships"><Relationship Type="http://schemas.openxmlformats.org/officeDocument/2006/relationships/slide" Target="/ppt/slides/slide85.xml" Id="R7bff9e49879f4dc3"/><Relationship Type="http://schemas.openxmlformats.org/officeDocument/2006/relationships/notesMaster" Target="/ppt/notesMasters/notesMaster1.xml" Id="R2d73c16ab9a64e3a"/></Relationships>
</file>

<file path=ppt/notesSlides/_rels/notesSlide86.xml.rels><?xml version="1.0" encoding="utf-8"?><Relationships xmlns="http://schemas.openxmlformats.org/package/2006/relationships"><Relationship Type="http://schemas.openxmlformats.org/officeDocument/2006/relationships/slide" Target="/ppt/slides/slide86.xml" Id="Rbc671a57a8154956"/><Relationship Type="http://schemas.openxmlformats.org/officeDocument/2006/relationships/notesMaster" Target="/ppt/notesMasters/notesMaster1.xml" Id="Reee7ba3618f64ddd"/></Relationships>
</file>

<file path=ppt/notesSlides/_rels/notesSlide87.xml.rels><?xml version="1.0" encoding="utf-8"?><Relationships xmlns="http://schemas.openxmlformats.org/package/2006/relationships"><Relationship Type="http://schemas.openxmlformats.org/officeDocument/2006/relationships/slide" Target="/ppt/slides/slide87.xml" Id="R7aca11c5c68a4641"/><Relationship Type="http://schemas.openxmlformats.org/officeDocument/2006/relationships/notesMaster" Target="/ppt/notesMasters/notesMaster1.xml" Id="Rc9bcb6b574a24d5c"/></Relationships>
</file>

<file path=ppt/notesSlides/_rels/notesSlide88.xml.rels><?xml version="1.0" encoding="utf-8"?><Relationships xmlns="http://schemas.openxmlformats.org/package/2006/relationships"><Relationship Type="http://schemas.openxmlformats.org/officeDocument/2006/relationships/slide" Target="/ppt/slides/slide88.xml" Id="Redeb9fcbb3244743"/><Relationship Type="http://schemas.openxmlformats.org/officeDocument/2006/relationships/notesMaster" Target="/ppt/notesMasters/notesMaster1.xml" Id="R8b690a0caba34ba7"/></Relationships>
</file>

<file path=ppt/notesSlides/_rels/notesSlide89.xml.rels><?xml version="1.0" encoding="utf-8"?><Relationships xmlns="http://schemas.openxmlformats.org/package/2006/relationships"><Relationship Type="http://schemas.openxmlformats.org/officeDocument/2006/relationships/slide" Target="/ppt/slides/slide89.xml" Id="R3de799a0b79b4526"/><Relationship Type="http://schemas.openxmlformats.org/officeDocument/2006/relationships/notesMaster" Target="/ppt/notesMasters/notesMaster1.xml" Id="Rb8ac526fdffe42d6"/></Relationships>
</file>

<file path=ppt/notesSlides/_rels/notesSlide90.xml.rels><?xml version="1.0" encoding="utf-8"?><Relationships xmlns="http://schemas.openxmlformats.org/package/2006/relationships"><Relationship Type="http://schemas.openxmlformats.org/officeDocument/2006/relationships/slide" Target="/ppt/slides/slide90.xml" Id="R4659f865bd5d4fdb"/><Relationship Type="http://schemas.openxmlformats.org/officeDocument/2006/relationships/notesMaster" Target="/ppt/notesMasters/notesMaster1.xml" Id="R57b5507cc7b3492b"/></Relationships>
</file>

<file path=ppt/notesSlides/_rels/notesSlide91.xml.rels><?xml version="1.0" encoding="utf-8"?><Relationships xmlns="http://schemas.openxmlformats.org/package/2006/relationships"><Relationship Type="http://schemas.openxmlformats.org/officeDocument/2006/relationships/slide" Target="/ppt/slides/slide91.xml" Id="R211db036e4e840df"/><Relationship Type="http://schemas.openxmlformats.org/officeDocument/2006/relationships/notesMaster" Target="/ppt/notesMasters/notesMaster1.xml" Id="R27be2f8e114f43a0"/></Relationships>
</file>

<file path=ppt/notesSlides/_rels/notesSlide92.xml.rels><?xml version="1.0" encoding="utf-8"?><Relationships xmlns="http://schemas.openxmlformats.org/package/2006/relationships"><Relationship Type="http://schemas.openxmlformats.org/officeDocument/2006/relationships/slide" Target="/ppt/slides/slide92.xml" Id="Rb4c0a11d27d9406b"/><Relationship Type="http://schemas.openxmlformats.org/officeDocument/2006/relationships/notesMaster" Target="/ppt/notesMasters/notesMaster1.xml" Id="Rd151ca23e93d4eaf"/></Relationships>
</file>

<file path=ppt/notesSlides/_rels/notesSlide93.xml.rels><?xml version="1.0" encoding="utf-8"?><Relationships xmlns="http://schemas.openxmlformats.org/package/2006/relationships"><Relationship Type="http://schemas.openxmlformats.org/officeDocument/2006/relationships/slide" Target="/ppt/slides/slide93.xml" Id="R691b5c445fe543d4"/><Relationship Type="http://schemas.openxmlformats.org/officeDocument/2006/relationships/notesMaster" Target="/ppt/notesMasters/notesMaster1.xml" Id="R7e6a7ed19e3a40cb"/></Relationships>
</file>

<file path=ppt/notesSlides/_rels/notesSlide94.xml.rels><?xml version="1.0" encoding="utf-8"?><Relationships xmlns="http://schemas.openxmlformats.org/package/2006/relationships"><Relationship Type="http://schemas.openxmlformats.org/officeDocument/2006/relationships/slide" Target="/ppt/slides/slide94.xml" Id="R9d98e90578e745c7"/><Relationship Type="http://schemas.openxmlformats.org/officeDocument/2006/relationships/notesMaster" Target="/ppt/notesMasters/notesMaster1.xml" Id="R7a670bf595fa4529"/></Relationships>
</file>

<file path=ppt/notesSlides/_rels/notesSlide95.xml.rels><?xml version="1.0" encoding="utf-8"?><Relationships xmlns="http://schemas.openxmlformats.org/package/2006/relationships"><Relationship Type="http://schemas.openxmlformats.org/officeDocument/2006/relationships/slide" Target="/ppt/slides/slide95.xml" Id="R5b141234bd884dcf"/><Relationship Type="http://schemas.openxmlformats.org/officeDocument/2006/relationships/notesMaster" Target="/ppt/notesMasters/notesMaster1.xml" Id="R04c69684547247e2"/></Relationships>
</file>

<file path=ppt/notesSlides/_rels/notesSlide96.xml.rels><?xml version="1.0" encoding="utf-8"?><Relationships xmlns="http://schemas.openxmlformats.org/package/2006/relationships"><Relationship Type="http://schemas.openxmlformats.org/officeDocument/2006/relationships/slide" Target="/ppt/slides/slide96.xml" Id="R0127c760534f42a4"/><Relationship Type="http://schemas.openxmlformats.org/officeDocument/2006/relationships/notesMaster" Target="/ppt/notesMasters/notesMaster1.xml" Id="R7ace7c5f8e04458f"/></Relationships>
</file>

<file path=ppt/notesSlides/_rels/notesSlide97.xml.rels><?xml version="1.0" encoding="utf-8"?><Relationships xmlns="http://schemas.openxmlformats.org/package/2006/relationships"><Relationship Type="http://schemas.openxmlformats.org/officeDocument/2006/relationships/slide" Target="/ppt/slides/slide97.xml" Id="R45271ed003694ba9"/><Relationship Type="http://schemas.openxmlformats.org/officeDocument/2006/relationships/notesMaster" Target="/ppt/notesMasters/notesMaster1.xml" Id="R7d1404e76a174da2"/></Relationships>
</file>

<file path=ppt/notesSlides/_rels/notesSlide98.xml.rels><?xml version="1.0" encoding="utf-8"?><Relationships xmlns="http://schemas.openxmlformats.org/package/2006/relationships"><Relationship Type="http://schemas.openxmlformats.org/officeDocument/2006/relationships/slide" Target="/ppt/slides/slide98.xml" Id="R8a7c9e37e6e14582"/><Relationship Type="http://schemas.openxmlformats.org/officeDocument/2006/relationships/notesMaster" Target="/ppt/notesMasters/notesMaster1.xml" Id="R89005aee29154fdf"/></Relationships>
</file>

<file path=ppt/notesSlides/_rels/notesSlide99.xml.rels><?xml version="1.0" encoding="utf-8"?><Relationships xmlns="http://schemas.openxmlformats.org/package/2006/relationships"><Relationship Type="http://schemas.openxmlformats.org/officeDocument/2006/relationships/slide" Target="/ppt/slides/slide99.xml" Id="R0063070daffd43e4"/><Relationship Type="http://schemas.openxmlformats.org/officeDocument/2006/relationships/notesMaster" Target="/ppt/notesMasters/notesMaster1.xml" Id="R7b112601c2a64208"/></Relationships>
</file>

<file path=ppt/notesSlides/_rels/notesSlide100.xml.rels><?xml version="1.0" encoding="utf-8"?><Relationships xmlns="http://schemas.openxmlformats.org/package/2006/relationships"><Relationship Type="http://schemas.openxmlformats.org/officeDocument/2006/relationships/slide" Target="/ppt/slides/slide100.xml" Id="R560a355944224827"/><Relationship Type="http://schemas.openxmlformats.org/officeDocument/2006/relationships/notesMaster" Target="/ppt/notesMasters/notesMaster1.xml" Id="R2956a2047df44dcc"/></Relationships>
</file>

<file path=ppt/notesSlides/_rels/notesSlide101.xml.rels><?xml version="1.0" encoding="utf-8"?><Relationships xmlns="http://schemas.openxmlformats.org/package/2006/relationships"><Relationship Type="http://schemas.openxmlformats.org/officeDocument/2006/relationships/slide" Target="/ppt/slides/slide101.xml" Id="R4df44b7c0ec54bcb"/><Relationship Type="http://schemas.openxmlformats.org/officeDocument/2006/relationships/notesMaster" Target="/ppt/notesMasters/notesMaster1.xml" Id="R8078dc63f9ad408a"/></Relationships>
</file>

<file path=ppt/notesSlides/_rels/notesSlide102.xml.rels><?xml version="1.0" encoding="utf-8"?><Relationships xmlns="http://schemas.openxmlformats.org/package/2006/relationships"><Relationship Type="http://schemas.openxmlformats.org/officeDocument/2006/relationships/slide" Target="/ppt/slides/slide102.xml" Id="R9ec1be889abf4747"/><Relationship Type="http://schemas.openxmlformats.org/officeDocument/2006/relationships/notesMaster" Target="/ppt/notesMasters/notesMaster1.xml" Id="Ra4cbf48a85004011"/></Relationships>
</file>

<file path=ppt/notesSlides/_rels/notesSlide103.xml.rels><?xml version="1.0" encoding="utf-8"?><Relationships xmlns="http://schemas.openxmlformats.org/package/2006/relationships"><Relationship Type="http://schemas.openxmlformats.org/officeDocument/2006/relationships/slide" Target="/ppt/slides/slide103.xml" Id="R4118d3e401d44e6c"/><Relationship Type="http://schemas.openxmlformats.org/officeDocument/2006/relationships/notesMaster" Target="/ppt/notesMasters/notesMaster1.xml" Id="R59b9d3aca398484b"/></Relationships>
</file>

<file path=ppt/notesSlides/_rels/notesSlide104.xml.rels><?xml version="1.0" encoding="utf-8"?><Relationships xmlns="http://schemas.openxmlformats.org/package/2006/relationships"><Relationship Type="http://schemas.openxmlformats.org/officeDocument/2006/relationships/slide" Target="/ppt/slides/slide104.xml" Id="R28d3a752c1654d93"/><Relationship Type="http://schemas.openxmlformats.org/officeDocument/2006/relationships/notesMaster" Target="/ppt/notesMasters/notesMaster1.xml" Id="Ra809662fe7414499"/></Relationships>
</file>

<file path=ppt/notesSlides/_rels/notesSlide105.xml.rels><?xml version="1.0" encoding="utf-8"?><Relationships xmlns="http://schemas.openxmlformats.org/package/2006/relationships"><Relationship Type="http://schemas.openxmlformats.org/officeDocument/2006/relationships/slide" Target="/ppt/slides/slide105.xml" Id="R30e45e9a0633454a"/><Relationship Type="http://schemas.openxmlformats.org/officeDocument/2006/relationships/notesMaster" Target="/ppt/notesMasters/notesMaster1.xml" Id="R789f04a5ee1340b9"/></Relationships>
</file>

<file path=ppt/notesSlides/_rels/notesSlide106.xml.rels><?xml version="1.0" encoding="utf-8"?><Relationships xmlns="http://schemas.openxmlformats.org/package/2006/relationships"><Relationship Type="http://schemas.openxmlformats.org/officeDocument/2006/relationships/slide" Target="/ppt/slides/slide106.xml" Id="R6d958c84c0a24bdb"/><Relationship Type="http://schemas.openxmlformats.org/officeDocument/2006/relationships/notesMaster" Target="/ppt/notesMasters/notesMaster1.xml" Id="R498467402c07474b"/></Relationships>
</file>

<file path=ppt/notesSlides/_rels/notesSlide107.xml.rels><?xml version="1.0" encoding="utf-8"?><Relationships xmlns="http://schemas.openxmlformats.org/package/2006/relationships"><Relationship Type="http://schemas.openxmlformats.org/officeDocument/2006/relationships/slide" Target="/ppt/slides/slide107.xml" Id="R339477906d8e4199"/><Relationship Type="http://schemas.openxmlformats.org/officeDocument/2006/relationships/notesMaster" Target="/ppt/notesMasters/notesMaster1.xml" Id="Rd231d4a707e548bc"/></Relationships>
</file>

<file path=ppt/notesSlides/_rels/notesSlide108.xml.rels><?xml version="1.0" encoding="utf-8"?><Relationships xmlns="http://schemas.openxmlformats.org/package/2006/relationships"><Relationship Type="http://schemas.openxmlformats.org/officeDocument/2006/relationships/slide" Target="/ppt/slides/slide108.xml" Id="R7135a359516b4f01"/><Relationship Type="http://schemas.openxmlformats.org/officeDocument/2006/relationships/notesMaster" Target="/ppt/notesMasters/notesMaster1.xml" Id="R49e2134f87444dec"/></Relationships>
</file>

<file path=ppt/notesSlides/_rels/notesSlide109.xml.rels><?xml version="1.0" encoding="utf-8"?><Relationships xmlns="http://schemas.openxmlformats.org/package/2006/relationships"><Relationship Type="http://schemas.openxmlformats.org/officeDocument/2006/relationships/slide" Target="/ppt/slides/slide109.xml" Id="R73e62c672b6149a9"/><Relationship Type="http://schemas.openxmlformats.org/officeDocument/2006/relationships/notesMaster" Target="/ppt/notesMasters/notesMaster1.xml" Id="Rcf79b18562284a12"/></Relationships>
</file>

<file path=ppt/notesSlides/_rels/notesSlide110.xml.rels><?xml version="1.0" encoding="utf-8"?><Relationships xmlns="http://schemas.openxmlformats.org/package/2006/relationships"><Relationship Type="http://schemas.openxmlformats.org/officeDocument/2006/relationships/slide" Target="/ppt/slides/slide110.xml" Id="Rcbbf893184ea4b4f"/><Relationship Type="http://schemas.openxmlformats.org/officeDocument/2006/relationships/notesMaster" Target="/ppt/notesMasters/notesMaster1.xml" Id="Re73de6cf821b4c89"/></Relationships>
</file>

<file path=ppt/notesSlides/_rels/notesSlide111.xml.rels><?xml version="1.0" encoding="utf-8"?><Relationships xmlns="http://schemas.openxmlformats.org/package/2006/relationships"><Relationship Type="http://schemas.openxmlformats.org/officeDocument/2006/relationships/slide" Target="/ppt/slides/slide111.xml" Id="R7702ee77e1344abd"/><Relationship Type="http://schemas.openxmlformats.org/officeDocument/2006/relationships/notesMaster" Target="/ppt/notesMasters/notesMaster1.xml" Id="R9ce33fbf1e97475c"/></Relationships>
</file>

<file path=ppt/notesSlides/_rels/notesSlide112.xml.rels><?xml version="1.0" encoding="utf-8"?><Relationships xmlns="http://schemas.openxmlformats.org/package/2006/relationships"><Relationship Type="http://schemas.openxmlformats.org/officeDocument/2006/relationships/slide" Target="/ppt/slides/slide112.xml" Id="R7d0b24138dea41be"/><Relationship Type="http://schemas.openxmlformats.org/officeDocument/2006/relationships/notesMaster" Target="/ppt/notesMasters/notesMaster1.xml" Id="Rd6d4f46725ed4448"/></Relationships>
</file>

<file path=ppt/notesSlides/_rels/notesSlide113.xml.rels><?xml version="1.0" encoding="utf-8"?><Relationships xmlns="http://schemas.openxmlformats.org/package/2006/relationships"><Relationship Type="http://schemas.openxmlformats.org/officeDocument/2006/relationships/slide" Target="/ppt/slides/slide113.xml" Id="R45e579cfd1b74751"/><Relationship Type="http://schemas.openxmlformats.org/officeDocument/2006/relationships/notesMaster" Target="/ppt/notesMasters/notesMaster1.xml" Id="Rc6bf7d350d8f400a"/></Relationships>
</file>

<file path=ppt/notesSlides/_rels/notesSlide114.xml.rels><?xml version="1.0" encoding="utf-8"?><Relationships xmlns="http://schemas.openxmlformats.org/package/2006/relationships"><Relationship Type="http://schemas.openxmlformats.org/officeDocument/2006/relationships/slide" Target="/ppt/slides/slide114.xml" Id="Rae043a76808647db"/><Relationship Type="http://schemas.openxmlformats.org/officeDocument/2006/relationships/notesMaster" Target="/ppt/notesMasters/notesMaster1.xml" Id="R67ed9e5ab2d544b5"/></Relationships>
</file>

<file path=ppt/notesSlides/_rels/notesSlide115.xml.rels><?xml version="1.0" encoding="utf-8"?><Relationships xmlns="http://schemas.openxmlformats.org/package/2006/relationships"><Relationship Type="http://schemas.openxmlformats.org/officeDocument/2006/relationships/slide" Target="/ppt/slides/slide115.xml" Id="Redcec79e7d494b53"/><Relationship Type="http://schemas.openxmlformats.org/officeDocument/2006/relationships/notesMaster" Target="/ppt/notesMasters/notesMaster1.xml" Id="R44c72230652f43f5"/></Relationships>
</file>

<file path=ppt/notesSlides/_rels/notesSlide116.xml.rels><?xml version="1.0" encoding="utf-8"?><Relationships xmlns="http://schemas.openxmlformats.org/package/2006/relationships"><Relationship Type="http://schemas.openxmlformats.org/officeDocument/2006/relationships/slide" Target="/ppt/slides/slide116.xml" Id="R58179a36448c4275"/><Relationship Type="http://schemas.openxmlformats.org/officeDocument/2006/relationships/notesMaster" Target="/ppt/notesMasters/notesMaster1.xml" Id="R38560c6956584fa4"/></Relationships>
</file>

<file path=ppt/notesSlides/_rels/notesSlide117.xml.rels><?xml version="1.0" encoding="utf-8"?><Relationships xmlns="http://schemas.openxmlformats.org/package/2006/relationships"><Relationship Type="http://schemas.openxmlformats.org/officeDocument/2006/relationships/slide" Target="/ppt/slides/slide117.xml" Id="Rb745a901479e4157"/><Relationship Type="http://schemas.openxmlformats.org/officeDocument/2006/relationships/notesMaster" Target="/ppt/notesMasters/notesMaster1.xml" Id="R9b2585fdc2c843bb"/></Relationships>
</file>

<file path=ppt/notesSlides/_rels/notesSlide118.xml.rels><?xml version="1.0" encoding="utf-8"?><Relationships xmlns="http://schemas.openxmlformats.org/package/2006/relationships"><Relationship Type="http://schemas.openxmlformats.org/officeDocument/2006/relationships/slide" Target="/ppt/slides/slide118.xml" Id="Re9189c18ad9a47e6"/><Relationship Type="http://schemas.openxmlformats.org/officeDocument/2006/relationships/notesMaster" Target="/ppt/notesMasters/notesMaster1.xml" Id="Rf35708420cc741cc"/></Relationships>
</file>

<file path=ppt/notesSlides/_rels/notesSlide119.xml.rels><?xml version="1.0" encoding="utf-8"?><Relationships xmlns="http://schemas.openxmlformats.org/package/2006/relationships"><Relationship Type="http://schemas.openxmlformats.org/officeDocument/2006/relationships/slide" Target="/ppt/slides/slide119.xml" Id="Rf7e4586e1afd46f0"/><Relationship Type="http://schemas.openxmlformats.org/officeDocument/2006/relationships/notesMaster" Target="/ppt/notesMasters/notesMaster1.xml" Id="R9a58555e79244a2d"/></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**CLOSE (1:30–2:00 / Lecture):** 이전 화면의 마지막 문장 “Agent는 제안하고, 사람은 최종 선택·승인한다”로 역할과 책임을 묶는다. 화면에 별도 요청 작성 문장은 없으며 ACT1의 기법·사례 답을 미리 설명하지 않는다.</a:t>
            </a:r>
          </a:p>
          <a:p>
            <a:r>
              <a:t xml:space="preserve">5. **Q&amp;A (2:00–5:00):** ACT0의 자발적인 질문을 받는다. 질문이 없으면 자료 접근과 사람의 최종 책임 구분을 짧게 회수한다. 응답·실습을 강제하지 않는다. Q&amp;A 종료 후 S15의 ACT1 제목으로 이동한다.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작업을 요청으로 어떻게 전달할지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이전 역할 도식을 사용한다. “자료는 함께 살펴보고, 목표·허용 범위·완료 수용은 사람이 최종 정합니다”라고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의도와 명세가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의도와 명세가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or conflicting specifications.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실제 TRIAL-002 Prompt와 작업 기록은 S22 이후에 별도로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승인된 ON-SCREEN SUPPORTING vector·GoogleTest 도식으로 완료 조건과 검사 범위를 연결한다. 주요 C++ 패턴 전이는 S75에서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명세 기반 완료 조건으로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Check마다 확인하는 범위</a:t>
            </a:r>
          </a:p>
          <a:p>
            <a:r>
              <a:t xml:space="preserve"/>
            </a:r>
          </a:p>
          <a:p>
            <a:r>
              <a:t xml:space="preserve">Slide ID:</a:t>
            </a:r>
          </a:p>
          <a:p>
            <a:r>
              <a:t xml:space="preserve">S26</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a:t>
            </a:r>
          </a:p>
          <a:p>
            <a:r>
              <a:t xml:space="preserve">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S75에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a:t>
            </a:r>
          </a:p>
          <a:p>
            <a:r>
              <a:t xml:space="preserve">“요청에 담을 내용은 정했습니다. 이제 상황에 맞게 전달하는 문장 도구를 보겠습니다.”라고 신규 S27로 이동한다. 기존 반복 Context 질문은 새8장 뒤의 S35–S36에서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a:t>
            </a:r>
          </a:p>
          <a:p>
            <a:r>
              <a:t xml:space="preserve">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지시와 참고 자료의 구분</a:t>
            </a:r>
          </a:p>
          <a:p>
            <a:r>
              <a:t xml:space="preserve"/>
            </a:r>
          </a:p>
          <a:p>
            <a:r>
              <a:t xml:space="preserve">Slide ID:</a:t>
            </a:r>
          </a:p>
          <a:p>
            <a:r>
              <a:t xml:space="preserve">S27</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S27 또는 production/preview/act1/S27.png.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입력과 기대 결과의 작은 예시</a:t>
            </a:r>
          </a:p>
          <a:p>
            <a:r>
              <a:t xml:space="preserve"/>
            </a:r>
          </a:p>
          <a:p>
            <a:r>
              <a:t xml:space="preserve">Slide ID:</a:t>
            </a:r>
          </a:p>
          <a:p>
            <a:r>
              <a:t xml:space="preserve">S28</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바로 검토할 수 있는 결과 형식</a:t>
            </a:r>
          </a:p>
          <a:p>
            <a:r>
              <a:t xml:space="preserve"/>
            </a:r>
          </a:p>
          <a:p>
            <a:r>
              <a:t xml:space="preserve">Slide ID:</a:t>
            </a:r>
          </a:p>
          <a:p>
            <a:r>
              <a:t xml:space="preserve">S29</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근거가 있는 설명과 미확인의 구분</a:t>
            </a:r>
          </a:p>
          <a:p>
            <a:r>
              <a:t xml:space="preserve"/>
            </a:r>
          </a:p>
          <a:p>
            <a:r>
              <a:t xml:space="preserve">Slide ID:</a:t>
            </a:r>
          </a:p>
          <a:p>
            <a:r>
              <a:t xml:space="preserve">S30</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결과를 바꾸는 결정에서 확인 질문</a:t>
            </a:r>
          </a:p>
          <a:p>
            <a:r>
              <a:t xml:space="preserve"/>
            </a:r>
          </a:p>
          <a:p>
            <a:r>
              <a:t xml:space="preserve">Slide ID:</a:t>
            </a:r>
          </a:p>
          <a:p>
            <a:r>
              <a:t xml:space="preserve">S31</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큰 작업을 검토할 결과물로 나누기</a:t>
            </a:r>
          </a:p>
          <a:p>
            <a:r>
              <a:t xml:space="preserve"/>
            </a:r>
          </a:p>
          <a:p>
            <a:r>
              <a:t xml:space="preserve">Slide ID:</a:t>
            </a:r>
          </a:p>
          <a:p>
            <a:r>
              <a:t xml:space="preserve">S32</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기준을 지정한 코드 리뷰 요청</a:t>
            </a:r>
          </a:p>
          <a:p>
            <a:r>
              <a:t xml:space="preserve"/>
            </a:r>
          </a:p>
          <a:p>
            <a:r>
              <a:t xml:space="preserve">Slide ID:</a:t>
            </a:r>
          </a:p>
          <a:p>
            <a:r>
              <a:t xml:space="preserve">S33</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구체적인 근거로 수정 방향 피드백</a:t>
            </a:r>
          </a:p>
          <a:p>
            <a:r>
              <a:t xml:space="preserve"/>
            </a:r>
          </a:p>
          <a:p>
            <a:r>
              <a:t xml:space="preserve">Slide ID:</a:t>
            </a:r>
          </a:p>
          <a:p>
            <a:r>
              <a:t xml:space="preserve">S34</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S27–S28의 반복 Context 질문으로 연결한다. 현재 기존 두 장은 S35–S36이다.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S27–S28의 반복 Context 질문으로 연결한다. 현재 기존 두 장은 S35–S36이다.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이번 Task인가, 계속 유지할 Project 정보인가?</a:t>
            </a:r>
          </a:p>
          <a:p>
            <a:r>
              <a:t xml:space="preserve"/>
            </a:r>
          </a:p>
          <a:p>
            <a:r>
              <a:t xml:space="preserve">Slide ID:</a:t>
            </a:r>
          </a:p>
          <a:p>
            <a:r>
              <a:t xml:space="preserve">S35</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S36에서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a:t>
            </a:r>
          </a:p>
          <a:p>
            <a:r>
              <a:t xml:space="preserve">“방금 떠올린 반복 문장을 이번 Task 정보와 계속 참고할 Project 정보의 후보로 나눠 보겠습니다.”라고 S36으로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a:t>
            </a:r>
          </a:p>
          <a:p>
            <a:r>
              <a:t xml:space="preserve">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반복하는 설명을 두 범주로 나누기</a:t>
            </a:r>
          </a:p>
          <a:p>
            <a:r>
              <a:t xml:space="preserve"/>
            </a:r>
          </a:p>
          <a:p>
            <a:r>
              <a:t xml:space="preserve">Slide ID:</a:t>
            </a:r>
          </a:p>
          <a:p>
            <a:r>
              <a:t xml:space="preserve">S36</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S37를 거쳐 S38의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S38의 반복 Project Context 문제로 연결한다.</a:t>
            </a:r>
          </a:p>
          <a:p>
            <a:r>
              <a:t xml:space="preserve">기존 연결 질문을 유지한 채 ACT 2 제목 S37를 거쳐 S38의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a:t>
            </a:r>
          </a:p>
          <a:p>
            <a:r>
              <a:t xml:space="preserve">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필요한 정보를 찾아 쓰게 하기</a:t>
            </a:r>
          </a:p>
          <a:p>
            <a:r>
              <a:t xml:space="preserve"/>
            </a:r>
          </a:p>
          <a:p>
            <a:r>
              <a:t xml:space="preserve">**Slide ID:**</a:t>
            </a:r>
          </a:p>
          <a:p>
            <a:r>
              <a:t xml:space="preserve">S37</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S38의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S38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S38로 넘긴다. 실측 리허설 UNVERIFIED.</a:t>
            </a:r>
          </a:p>
          <a:p>
            <a:r>
              <a:t xml:space="preserve"/>
            </a:r>
          </a:p>
          <a:p>
            <a:r>
              <a:t xml:space="preserve">**Fallback:**</a:t>
            </a:r>
          </a:p>
          <a:p>
            <a:r>
              <a:t xml:space="preserve">LOCAL STATIC ARTIFACT — production/preview/full/S37.png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다른 Task에 같은 설명이 반복된다</a:t>
            </a:r>
          </a:p>
          <a:p>
            <a:r>
              <a:t xml:space="preserve"/>
            </a:r>
          </a:p>
          <a:p>
            <a:r>
              <a:t xml:space="preserve">Slide ID:</a:t>
            </a:r>
          </a:p>
          <a:p>
            <a:r>
              <a:t xml:space="preserve">S38</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a:t>
            </a:r>
          </a:p>
          <a:p>
            <a:r>
              <a:t xml:space="preserve">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작은 Project Context의 첫 기록</a:t>
            </a:r>
          </a:p>
          <a:p>
            <a:r>
              <a:t xml:space="preserve"/>
            </a:r>
          </a:p>
          <a:p>
            <a:r>
              <a:t xml:space="preserve">Slide ID:</a:t>
            </a:r>
          </a:p>
          <a:p>
            <a:r>
              <a:t xml:space="preserve">S39</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S40로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a:t>
            </a:r>
          </a:p>
          <a:p>
            <a:r>
              <a:t xml:space="preserve">`production/ACT_2.pptx`의 S39 및 `production/preview/act2/S39.png`에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a:t>
            </a:r>
          </a:p>
          <a:p>
            <a:r>
              <a:t xml:space="preserve">Demo 4분 유지. 1분 상태 전환, 2분 네 발췌, 1분 의미와 S40 handoff. 명령어 옵션별 설명은 생략한다.</a:t>
            </a:r>
          </a:p>
          <a:p>
            <a:r>
              <a:t xml:space="preserve"/>
            </a:r>
          </a:p>
          <a:p>
            <a:r>
              <a:t xml:space="preserve">Fallback:</a:t>
            </a:r>
          </a:p>
          <a:p>
            <a:r>
              <a:t xml:space="preserve">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AGENTS.md의 지침대로 검증했다</a:t>
            </a:r>
          </a:p>
          <a:p>
            <a:r>
              <a:t xml:space="preserve"/>
            </a:r>
          </a:p>
          <a:p>
            <a:r>
              <a:t xml:space="preserve">Slide ID:</a:t>
            </a:r>
          </a:p>
          <a:p>
            <a:r>
              <a:t xml:space="preserve">S40</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a:t>
            </a:r>
          </a:p>
          <a:p>
            <a:r>
              <a:t xml:space="preserve">1분 실제 요청과 외부 주석,1분 프로젝트 작업 지침,1분 테스트 실행·11/11 결과,1분 해석 한계와 S41 연결. Demo4분·기존 Mode는 유지하며 실측 리허설은 UNVERIFIED다.</a:t>
            </a:r>
          </a:p>
          <a:p>
            <a:r>
              <a:t xml:space="preserve"/>
            </a:r>
          </a:p>
          <a:p>
            <a:r>
              <a:t xml:space="preserve">Fallback:</a:t>
            </a:r>
          </a:p>
          <a:p>
            <a:r>
              <a:t xml:space="preserve">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Task Prompt와 Project Context</a:t>
            </a:r>
          </a:p>
          <a:p>
            <a:r>
              <a:t xml:space="preserve"/>
            </a:r>
          </a:p>
          <a:p>
            <a:r>
              <a:t xml:space="preserve">Slide ID:</a:t>
            </a:r>
          </a:p>
          <a:p>
            <a:r>
              <a:t xml:space="preserve">S41</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S39–S37.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a:t>
            </a:r>
          </a:p>
          <a:p>
            <a:r>
              <a:t xml:space="preserve">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정확한 정보도 계속 늘어난다</a:t>
            </a:r>
          </a:p>
          <a:p>
            <a:r>
              <a:t xml:space="preserve"/>
            </a:r>
          </a:p>
          <a:p>
            <a:r>
              <a:t xml:space="preserve">Slide ID:</a:t>
            </a:r>
          </a:p>
          <a:p>
            <a:r>
              <a:t xml:space="preserve">S42</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S43의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정확하지만 이번 작업에는 불필요한 정보</a:t>
            </a:r>
          </a:p>
          <a:p>
            <a:r>
              <a:t xml:space="preserve"/>
            </a:r>
          </a:p>
          <a:p>
            <a:r>
              <a:t xml:space="preserve">Slide ID:</a:t>
            </a:r>
          </a:p>
          <a:p>
            <a:r>
              <a:t xml:space="preserve">S43</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정보의 범위와 제공 시점</a:t>
            </a:r>
          </a:p>
          <a:p>
            <a:r>
              <a:t xml:space="preserve"/>
            </a:r>
          </a:p>
          <a:p>
            <a:r>
              <a:t xml:space="preserve">Slide ID:</a:t>
            </a:r>
          </a:p>
          <a:p>
            <a:r>
              <a:t xml:space="preserve">S44</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S43 회수30초, 공통 안내1분, 요청별 상세1분, 재사용 절차1분, 경계·S45 연결30초로 Lecture4분을 유지한다. 제품 기능이나 Skill 호출 설명으로 확장하지 않는다.</a:t>
            </a:r>
          </a:p>
          <a:p>
            <a:r>
              <a:t xml:space="preserve"/>
            </a:r>
          </a:p>
          <a:p>
            <a:r>
              <a:t xml:space="preserve">Fallback:</a:t>
            </a:r>
          </a:p>
          <a:p>
            <a:r>
              <a:t xml:space="preserve">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많이 담아도 같은 근거를 똑같이 쓰는가?</a:t>
            </a:r>
          </a:p>
          <a:p>
            <a:r>
              <a:t xml:space="preserve"/>
            </a:r>
          </a:p>
          <a:p>
            <a:r>
              <a:t xml:space="preserve">Slide ID:</a:t>
            </a:r>
          </a:p>
          <a:p>
            <a:r>
              <a:t xml:space="preserve">S45</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S46으로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AI가 필요한 코드를 찾았다는 것을 무엇으로 확인할까?</a:t>
            </a:r>
          </a:p>
          <a:p>
            <a:r>
              <a:t xml:space="preserve"/>
            </a:r>
          </a:p>
          <a:p>
            <a:r>
              <a:t xml:space="preserve">Slide ID:</a:t>
            </a:r>
          </a:p>
          <a:p>
            <a:r>
              <a:t xml:space="preserve">S46</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S45의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S47의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S45 연결40초, 위치 확인40초, 명세·코드 대응60초, 주변 근거60초, S47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S46; production/preview/act2/S46.png.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S45→S46→S47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필요한 상세 정보로 가는 길</a:t>
            </a:r>
          </a:p>
          <a:p>
            <a:r>
              <a:t xml:space="preserve"/>
            </a:r>
          </a:p>
          <a:p>
            <a:r>
              <a:t xml:space="preserve">Slide ID:</a:t>
            </a:r>
          </a:p>
          <a:p>
            <a:r>
              <a:t xml:space="preserve">S47</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AGENTS.md에는 무엇을 남길까?</a:t>
            </a:r>
          </a:p>
          <a:p>
            <a:r>
              <a:t xml:space="preserve"/>
            </a:r>
          </a:p>
          <a:p>
            <a:r>
              <a:t xml:space="preserve">Slide ID:</a:t>
            </a:r>
          </a:p>
          <a:p>
            <a:r>
              <a:t xml:space="preserve">S48</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S49, 문서 접근의 관찰과 한계는 S51–S53에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정보를 지우지 않고 위치를 나누기</a:t>
            </a:r>
          </a:p>
          <a:p>
            <a:r>
              <a:t xml:space="preserve"/>
            </a:r>
          </a:p>
          <a:p>
            <a:r>
              <a:t xml:space="preserve">Slide ID:</a:t>
            </a:r>
          </a:p>
          <a:p>
            <a:r>
              <a:t xml:space="preserve">S49</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서로 다른 두 Task가 무엇을 읽을까?</a:t>
            </a:r>
          </a:p>
          <a:p>
            <a:r>
              <a:t xml:space="preserve"/>
            </a:r>
          </a:p>
          <a:p>
            <a:r>
              <a:t xml:space="preserve">Slide ID:</a:t>
            </a:r>
          </a:p>
          <a:p>
            <a:r>
              <a:t xml:space="preserve">S50</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S51–S53의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Crop Task에서 관찰한 접근</a:t>
            </a:r>
          </a:p>
          <a:p>
            <a:r>
              <a:t xml:space="preserve"/>
            </a:r>
          </a:p>
          <a:p>
            <a:r>
              <a:t xml:space="preserve">Slide ID:</a:t>
            </a:r>
          </a:p>
          <a:p>
            <a:r>
              <a:t xml:space="preserve">S51</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의존성 질문은 설정과 소스로 답했다</a:t>
            </a:r>
          </a:p>
          <a:p>
            <a:r>
              <a:t xml:space="preserve"/>
            </a:r>
          </a:p>
          <a:p>
            <a:r>
              <a:t xml:space="preserve">Slide ID:</a:t>
            </a:r>
          </a:p>
          <a:p>
            <a:r>
              <a:t xml:space="preserve">S52</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S50의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S52; production/preview/act2/S52.png.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Task별 접근은 달랐지만 완벽하지는 않다</a:t>
            </a:r>
          </a:p>
          <a:p>
            <a:r>
              <a:t xml:space="preserve"/>
            </a:r>
          </a:p>
          <a:p>
            <a:r>
              <a:t xml:space="preserve">Slide ID:</a:t>
            </a:r>
          </a:p>
          <a:p>
            <a:r>
              <a:t xml:space="preserve">S53</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Context 정리에서 확인한 네 가지</a:t>
            </a:r>
          </a:p>
          <a:p>
            <a:r>
              <a:t xml:space="preserve"/>
            </a:r>
          </a:p>
          <a:p>
            <a:r>
              <a:t xml:space="preserve">Slide ID:</a:t>
            </a:r>
          </a:p>
          <a:p>
            <a:r>
              <a:t xml:space="preserve">S54</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S55–S57의 팁을 거친 뒤 S58의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S54; production/preview/act2/S54.png.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AGENTS.md는 어디에 둘까?</a:t>
            </a:r>
          </a:p>
          <a:p>
            <a:r>
              <a:t xml:space="preserve"/>
            </a:r>
          </a:p>
          <a:p>
            <a:r>
              <a:t xml:space="preserve">**Slide ID:**</a:t>
            </a:r>
          </a:p>
          <a:p>
            <a:r>
              <a:t xml:space="preserve">S55</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S54는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S56로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S55; production/preview/act2/S55.png.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공통 지침에 모듈 지침을 더한다</a:t>
            </a:r>
          </a:p>
          <a:p>
            <a:r>
              <a:t xml:space="preserve"/>
            </a:r>
          </a:p>
          <a:p>
            <a:r>
              <a:t xml:space="preserve">**Slide ID:**</a:t>
            </a:r>
          </a:p>
          <a:p>
            <a:r>
              <a:t xml:space="preserve">S56</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S57로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S56; production/preview/act2/S56.png.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적용할 지침을 실제로 읽었을까?</a:t>
            </a:r>
          </a:p>
          <a:p>
            <a:r>
              <a:t xml:space="preserve"/>
            </a:r>
          </a:p>
          <a:p>
            <a:r>
              <a:t xml:space="preserve">**Slide ID:**</a:t>
            </a:r>
          </a:p>
          <a:p>
            <a:r>
              <a:t xml:space="preserve">S57</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S58의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지식은 정리됐지만 절차는 반복된다</a:t>
            </a:r>
          </a:p>
          <a:p>
            <a:r>
              <a:t xml:space="preserve"/>
            </a:r>
          </a:p>
          <a:p>
            <a:r>
              <a:t xml:space="preserve">Slide ID:</a:t>
            </a:r>
          </a:p>
          <a:p>
            <a:r>
              <a:t xml:space="preserve">S58</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S60으로 넘긴다.</a:t>
            </a:r>
          </a:p>
          <a:p>
            <a:r>
              <a:t xml:space="preserve">기존 연결 질문을 유지한 채 ACT 3 제목 S59를 거쳐 S60의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S60에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S60에서 기록의 반복 구조를 확인한다.</a:t>
            </a:r>
          </a:p>
          <a:p>
            <a:r>
              <a:t xml:space="preserve"/>
            </a:r>
          </a:p>
          <a:p>
            <a:r>
              <a:t xml:space="preserve">Audience Interaction:</a:t>
            </a:r>
          </a:p>
          <a:p>
            <a:r>
              <a:t xml:space="preserve">Q&amp;A6分은 팀에서 반복하는 작업 방법을 묻는다. S53의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S59를 거쳐 S60의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S60으로 handoff한다.</a:t>
            </a:r>
          </a:p>
          <a:p>
            <a:r>
              <a:t xml:space="preserve"/>
            </a:r>
          </a:p>
          <a:p>
            <a:r>
              <a:t xml:space="preserve">Fallback:</a:t>
            </a:r>
          </a:p>
          <a:p>
            <a:r>
              <a:t xml:space="preserve">LOCAL STATIC ARTIFACT — production/ACT_2.pptx의 S58 또는 production/preview/act2/S58.png를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AI가 일할 방법과 환경 설계하기</a:t>
            </a:r>
          </a:p>
          <a:p>
            <a:r>
              <a:t xml:space="preserve"/>
            </a:r>
          </a:p>
          <a:p>
            <a:r>
              <a:t xml:space="preserve">**Slide ID:**</a:t>
            </a:r>
          </a:p>
          <a:p>
            <a:r>
              <a:t xml:space="preserve">S59</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S60의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S60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S60로 넘긴다. 실측 리허설 UNVERIFIED.</a:t>
            </a:r>
          </a:p>
          <a:p>
            <a:r>
              <a:t xml:space="preserve"/>
            </a:r>
          </a:p>
          <a:p>
            <a:r>
              <a:t xml:space="preserve">**Fallback:**</a:t>
            </a:r>
          </a:p>
          <a:p>
            <a:r>
              <a:t xml:space="preserve">LOCAL STATIC ARTIFACT — production/preview/full/S59.png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두 실제 요청에 같은 절차가 반복됐다</a:t>
            </a:r>
          </a:p>
          <a:p>
            <a:r>
              <a:t xml:space="preserve"/>
            </a:r>
          </a:p>
          <a:p>
            <a:r>
              <a:t xml:space="preserve">Slide ID:</a:t>
            </a:r>
          </a:p>
          <a:p>
            <a:r>
              <a:t xml:space="preserve">S60</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S58의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테스트 명령을 언제 쓰고 무엇을 판단할까?</a:t>
            </a:r>
          </a:p>
          <a:p>
            <a:r>
              <a:t xml:space="preserve"/>
            </a:r>
          </a:p>
          <a:p>
            <a:r>
              <a:t xml:space="preserve">Slide ID:</a:t>
            </a:r>
          </a:p>
          <a:p>
            <a:r>
              <a:t xml:space="preserve">S61</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S60의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S62의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S62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S61, production/preview/act3/S61.png 및 production/preview/full/S61.png.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목표·기준·방법을 한 작업에 적용한다</a:t>
            </a:r>
          </a:p>
          <a:p>
            <a:r>
              <a:t xml:space="preserve"/>
            </a:r>
          </a:p>
          <a:p>
            <a:r>
              <a:t xml:space="preserve">Slide ID:</a:t>
            </a:r>
          </a:p>
          <a:p>
            <a:r>
              <a:t xml:space="preserve">S62</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S61에서 명령의 사용 시점·판단 기준까지 정한 방법을 봤음을 한 문장으로 회수한다. 상단 이번 목표 ‘normalize 성능을 조사해줘’를 읽고, 아래 작업 영역으로 들어가는 연결을 짚는다. S61의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S63에서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S61 회수·목표1, 기준·한 작업1.5, 방법 적용1.5, S63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S62, production/preview/act3/S62.png 및 production/preview/full/S62.png.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반복 절차를 Skill로 모으는 이유</a:t>
            </a:r>
          </a:p>
          <a:p>
            <a:r>
              <a:t xml:space="preserve"/>
            </a:r>
          </a:p>
          <a:p>
            <a:r>
              <a:t xml:space="preserve">Slide ID:</a:t>
            </a:r>
          </a:p>
          <a:p>
            <a:r>
              <a:t xml:space="preserve">S63</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S62의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S62의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S61에서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S64의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S65에서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S62 회수0.75, 요청/기준 구분1, 공통 Skill과 관리 이유1.25, 선택 범위/S60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S63, production/preview/act3/S63.png 및 production/preview/full/S63.png.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Skill 발견·호출·본문 포함의 근거</a:t>
            </a:r>
          </a:p>
          <a:p>
            <a:r>
              <a:t xml:space="preserve"/>
            </a:r>
          </a:p>
          <a:p>
            <a:r>
              <a:t xml:space="preserve">Slide ID:</a:t>
            </a:r>
          </a:p>
          <a:p>
            <a:r>
              <a:t xml:space="preserve">S64</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S65에서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S65로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S63 회수·업무 목적0.75, 목록1, 요청1, trace1.5, 범위·S65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S64, production/preview/act3/S64.png 및 production/preview/full/S64.png.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지침과 실제 작업 기록의 대응</a:t>
            </a:r>
          </a:p>
          <a:p>
            <a:r>
              <a:t xml:space="preserve"/>
            </a:r>
          </a:p>
          <a:p>
            <a:r>
              <a:t xml:space="preserve">Slide ID:</a:t>
            </a:r>
          </a:p>
          <a:p>
            <a:r>
              <a:t xml:space="preserve">S65</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S64의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S67에서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S68–S69로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S66 팁 뒤 S67에서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범위·S67 연결1.5). 지연 시 명령과 테스트 이름을 낭독하지 않고 행별 대응을 짚는다. 조건부 계획, 입력/수행 구분, 단독 효과 미입증은 생략하지 않는다. 6분에 S67으로 이동한다.</a:t>
            </a:r>
          </a:p>
          <a:p>
            <a:r>
              <a:t xml:space="preserve"/>
            </a:r>
          </a:p>
          <a:p>
            <a:r>
              <a:t xml:space="preserve">Fallback:</a:t>
            </a:r>
          </a:p>
          <a:p>
            <a:r>
              <a:t xml:space="preserve">LOCAL STATIC ARTIFACT — production/ACT_3.pptx의 S65, production/preview/act3/S65.png 및 production/preview/full/S65.png.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대화로 재사용할 Skill 만들기</a:t>
            </a:r>
          </a:p>
          <a:p>
            <a:r>
              <a:t xml:space="preserve"/>
            </a:r>
          </a:p>
          <a:p>
            <a:r>
              <a:t xml:space="preserve">**Slide ID:**</a:t>
            </a:r>
          </a:p>
          <a:p>
            <a:r>
              <a:t xml:space="preserve">S66</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S65에서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S67의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S66이 이동한 S67로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S66 / production/preview/full/S66.png.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절차는 재사용하고, 답은 근거로 정한다</a:t>
            </a:r>
          </a:p>
          <a:p>
            <a:r>
              <a:t xml:space="preserve"/>
            </a:r>
          </a:p>
          <a:p>
            <a:r>
              <a:t xml:space="preserve">Slide ID:</a:t>
            </a:r>
          </a:p>
          <a:p>
            <a:r>
              <a:t xml:space="preserve">S67</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S66에서 대화로 Skill 초안을 만들 수 있음을 봤다. 이제 그 지침 안에서 다음 작업에도 유지할 수행 절차와 이번 Task의 근거로 결정할 답을 나눈다. 앞의 S65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S68에서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S68/S64보다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S65 회수0.5, 재사용 방법0.75, 이번 근거·답1, 채택/보류와 S68 연결0.75. 지연 시 지침 원문과 세 질문을 전부 낭독하지 않는다. 허용된 보류와 실제 결과의 구분은 생략하지 않고3분에 S68으로 이동한다.</a:t>
            </a:r>
          </a:p>
          <a:p>
            <a:r>
              <a:t xml:space="preserve"/>
            </a:r>
          </a:p>
          <a:p>
            <a:r>
              <a:t xml:space="preserve">Fallback:</a:t>
            </a:r>
          </a:p>
          <a:p>
            <a:r>
              <a:t xml:space="preserve">LOCAL STATIC ARTIFACT — production/ACT_3.pptx의 S67, production/preview/act3/S67.png 및 production/preview/full/S67.png.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밝기 통계 계산의 성능 개선 후보</a:t>
            </a:r>
          </a:p>
          <a:p>
            <a:r>
              <a:t xml:space="preserve"/>
            </a:r>
          </a:p>
          <a:p>
            <a:r>
              <a:t xml:space="preserve">Slide ID:</a:t>
            </a:r>
          </a:p>
          <a:p>
            <a:r>
              <a:t xml:space="preserve">S68</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S67의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S69은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S68에는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S69의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S68, production/preview/act3/S68.png 및 production/preview/full/S68.png.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선택한 변경의 시간·메모리·동작 확인</a:t>
            </a:r>
          </a:p>
          <a:p>
            <a:r>
              <a:t xml:space="preserve"/>
            </a:r>
          </a:p>
          <a:p>
            <a:r>
              <a:t xml:space="preserve">Slide ID:</a:t>
            </a:r>
          </a:p>
          <a:p>
            <a:r>
              <a:t xml:space="preserve">S69</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S68에서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S69, production/preview/act3/S69.png 및 production/preview/full/S69.png.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한 Agent 조사와 Subagent 역할 분리</a:t>
            </a:r>
          </a:p>
          <a:p>
            <a:r>
              <a:t xml:space="preserve"/>
            </a:r>
          </a:p>
          <a:p>
            <a:r>
              <a:t xml:space="preserve">Slide ID:</a:t>
            </a:r>
          </a:p>
          <a:p>
            <a:r>
              <a:t xml:space="preserve">S70</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S69의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S72의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S73에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S71 제작 팁을 거친 뒤 S72의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S72으로 이동한다.</a:t>
            </a:r>
          </a:p>
          <a:p>
            <a:r>
              <a:t xml:space="preserve"/>
            </a:r>
          </a:p>
          <a:p>
            <a:r>
              <a:t xml:space="preserve">Fallback:</a:t>
            </a:r>
          </a:p>
          <a:p>
            <a:r>
              <a:t xml:space="preserve">LOCAL STATIC ARTIFACT — production/ACT_3.pptx의 S70, production/preview/act3/S70.png 및 production/preview/full/S70.png.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대화로 조사 Agent 만들기</a:t>
            </a:r>
          </a:p>
          <a:p>
            <a:r>
              <a:t xml:space="preserve"/>
            </a:r>
          </a:p>
          <a:p>
            <a:r>
              <a:t xml:space="preserve">**Slide ID:**</a:t>
            </a:r>
          </a:p>
          <a:p>
            <a:r>
              <a:t xml:space="preserve">S71</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S70의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S72의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S70이 이동한 S72에서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S71 / production/preview/full/S71.png.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밝기 통계 작업을 나누지 않은 이유</a:t>
            </a:r>
          </a:p>
          <a:p>
            <a:r>
              <a:t xml:space="preserve"/>
            </a:r>
          </a:p>
          <a:p>
            <a:r>
              <a:t xml:space="preserve">Slide ID:</a:t>
            </a:r>
          </a:p>
          <a:p>
            <a:r>
              <a:t xml:space="preserve">S72</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“S70의 독립 조사 기준을 이 밝기 통계 작업에도 적용할 수 있었을까요?”</a:t>
            </a:r>
          </a:p>
          <a:p>
            <a:r>
              <a:t xml:space="preserve"/>
            </a:r>
          </a:p>
          <a:p>
            <a:r>
              <a:t xml:space="preserve">Speaker Flow:</a:t>
            </a:r>
          </a:p>
          <a:p>
            <a:r>
              <a:t xml:space="preserve">1. (0:00–1:00 / Lecture) S70에서는 성능·빌드·테스트 조사가 서로 기다리지 않아도 된다고 가정했다. 이제 S68/S64의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S68에서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S69에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S70의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S70의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Lecture1분(S70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S73로 이동한다.</a:t>
            </a:r>
          </a:p>
          <a:p>
            <a:r>
              <a:t xml:space="preserve"/>
            </a:r>
          </a:p>
          <a:p>
            <a:r>
              <a:t xml:space="preserve">Fallback:</a:t>
            </a:r>
          </a:p>
          <a:p>
            <a:r>
              <a:t xml:space="preserve">LOCAL STATIC ARTIFACT — production/ACT_3.pptx의 S72, production/preview/act3/S72.png 및 production/preview/full/S72.png.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이번 Context와 다시 쓸 지식</a:t>
            </a:r>
          </a:p>
          <a:p>
            <a:r>
              <a:t xml:space="preserve"/>
            </a:r>
          </a:p>
          <a:p>
            <a:r>
              <a:t xml:space="preserve">Slide ID:</a:t>
            </a:r>
          </a:p>
          <a:p>
            <a:r>
              <a:t xml:space="preserve">S73</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S72에서는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S74에서는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S75에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S72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S74로 이동한다.</a:t>
            </a:r>
          </a:p>
          <a:p>
            <a:r>
              <a:t xml:space="preserve"/>
            </a:r>
          </a:p>
          <a:p>
            <a:r>
              <a:t xml:space="preserve">Fallback:</a:t>
            </a:r>
          </a:p>
          <a:p>
            <a:r>
              <a:t xml:space="preserve">LOCAL STATIC ARTIFACT — production/ACT_3.pptx의 S73, production/preview/act3/S73.png 및 production/preview/full/S73.png.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실제 Demo 지식의 원래 출처</a:t>
            </a:r>
          </a:p>
          <a:p>
            <a:r>
              <a:t xml:space="preserve"/>
            </a:r>
          </a:p>
          <a:p>
            <a:r>
              <a:t xml:space="preserve">Slide ID:</a:t>
            </a:r>
          </a:p>
          <a:p>
            <a:r>
              <a:t xml:space="preserve">S74</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“S73의 보존 기준으로 실제 Demo를 보면, 새로 남길 지식은 어디에 있었을까요?”</a:t>
            </a:r>
          </a:p>
          <a:p>
            <a:r>
              <a:t xml:space="preserve"/>
            </a:r>
          </a:p>
          <a:p>
            <a:r>
              <a:t xml:space="preserve">Speaker Flow:</a:t>
            </a:r>
          </a:p>
          <a:p>
            <a:r>
              <a:t xml:space="preserve">1. (0:00–0:30) S73의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S75으로 이동한다.</a:t>
            </a:r>
          </a:p>
          <a:p>
            <a:r>
              <a:t xml:space="preserve"/>
            </a:r>
          </a:p>
          <a:p>
            <a:r>
              <a:t xml:space="preserve">Fallback:</a:t>
            </a:r>
          </a:p>
          <a:p>
            <a:r>
              <a:t xml:space="preserve">LOCAL STATIC ARTIFACT — production/ACT_3.pptx의 S74, production/preview/act3/S74.png 및 production/preview/full/S74.png.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밝기 통계 작업에 쓰인 구성의 역할</a:t>
            </a:r>
          </a:p>
          <a:p>
            <a:r>
              <a:t xml:space="preserve"/>
            </a:r>
          </a:p>
          <a:p>
            <a:r>
              <a:t xml:space="preserve">Slide ID:</a:t>
            </a:r>
          </a:p>
          <a:p>
            <a:r>
              <a:t xml:space="preserve">S75</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“S74에서 본 자료들이 실제 밝기 통계 작업에서는 각각 무엇을 맡았을까요?”</a:t>
            </a:r>
          </a:p>
          <a:p>
            <a:r>
              <a:t xml:space="preserve"/>
            </a:r>
          </a:p>
          <a:p>
            <a:r>
              <a:t xml:space="preserve">Speaker Flow:</a:t>
            </a:r>
          </a:p>
          <a:p>
            <a:r>
              <a:t xml:space="preserve">1. (0:00–0:30 / Demo) S74의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S64/S61에서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S69처럼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S74의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S76에서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S64–S69의 지침·수치 설명을 반복하지 않는다. 실제3분 리허설은 UNVERIFIED다.</a:t>
            </a:r>
          </a:p>
          <a:p>
            <a:r>
              <a:t xml:space="preserve"/>
            </a:r>
          </a:p>
          <a:p>
            <a:r>
              <a:t xml:space="preserve">Fallback:</a:t>
            </a:r>
          </a:p>
          <a:p>
            <a:r>
              <a:t xml:space="preserve">LOCAL STATIC ARTIFACT — production/ACT_3.pptx의 S75, production/preview/act3/S75.png 및 production/preview/full/S75.png.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함께 작동하는 작업 환경, Harness</a:t>
            </a:r>
          </a:p>
          <a:p>
            <a:r>
              <a:t xml:space="preserve"/>
            </a:r>
          </a:p>
          <a:p>
            <a:r>
              <a:t xml:space="preserve">Slide ID:</a:t>
            </a:r>
          </a:p>
          <a:p>
            <a:r>
              <a:t xml:space="preserve">S76</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“S75의 구성에 실행·검증 환경까지 함께 연결하면, Agent가 일하는 전체 구조는 어떻게 보일까요?”</a:t>
            </a:r>
          </a:p>
          <a:p>
            <a:r>
              <a:t xml:space="preserve"/>
            </a:r>
          </a:p>
          <a:p>
            <a:r>
              <a:t xml:space="preserve">**Speaker Flow:**</a:t>
            </a:r>
          </a:p>
          <a:p>
            <a:r>
              <a:t xml:space="preserve">1. (0:00–0:30 / Lecture) S75의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S77–S78를 연다. 제품이나 새 명령을 실행하지 않는다.</a:t>
            </a:r>
          </a:p>
          <a:p>
            <a:r>
              <a:t xml:space="preserve">마지막 연결은 다음 프로젝트에서도 사용할 기반의 가치다. 실행 조건의 세부는 S79–S83에서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S76의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S77–S78은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S75/STATE-04-PERF의 AGENTS.md·docs·Skill·tests·benchmark와 기록된 입력/실행 조건을 같은 도식에 대응하는 CAPTURED 정적 요약이다. 실제 실행 캡처가 아니며 제품·Agent·benchmark·Demo repository를 실행하거나 새 Trial을 만들지 않는다. S75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S76, production/preview/act3/S76.png 및 production/preview/full/S76.png.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만든 Harness를 다음 프로젝트의 기반으로</a:t>
            </a:r>
          </a:p>
          <a:p>
            <a:r>
              <a:t xml:space="preserve"/>
            </a:r>
          </a:p>
          <a:p>
            <a:r>
              <a:t xml:space="preserve">**Slide ID:**</a:t>
            </a:r>
          </a:p>
          <a:p>
            <a:r>
              <a:t xml:space="preserve">S77</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S76의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S77 또는 production/preview/full/S77.png.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공통 기반에 프로젝트 기준을 연결한다</a:t>
            </a:r>
          </a:p>
          <a:p>
            <a:r>
              <a:t xml:space="preserve"/>
            </a:r>
          </a:p>
          <a:p>
            <a:r>
              <a:t xml:space="preserve">**Slide ID:**</a:t>
            </a:r>
          </a:p>
          <a:p>
            <a:r>
              <a:t xml:space="preserve">S78</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S79의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이번 성공만으로 다음 작업까지 확인되지는 않는다</a:t>
            </a:r>
          </a:p>
          <a:p>
            <a:r>
              <a:t xml:space="preserve"/>
            </a:r>
          </a:p>
          <a:p>
            <a:r>
              <a:t xml:space="preserve">**Slide ID:**</a:t>
            </a:r>
          </a:p>
          <a:p>
            <a:r>
              <a:t xml:space="preserve">S79</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S78의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S80을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S79 또는 production/preview/full/S79.png.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첫 결과 뒤에도, 확인할 일이 남는다면?</a:t>
            </a:r>
          </a:p>
          <a:p>
            <a:r>
              <a:t xml:space="preserve"/>
            </a:r>
          </a:p>
          <a:p>
            <a:r>
              <a:t xml:space="preserve">**Slide ID:**</a:t>
            </a:r>
          </a:p>
          <a:p>
            <a:r>
              <a:t xml:space="preserve">S80</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S81로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S81로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S80; production/preview/act3/S80.png 및 production/preview/full/S80.png.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남은 문제를 다음 수정으로 이어주는 사람</a:t>
            </a:r>
          </a:p>
          <a:p>
            <a:r>
              <a:t xml:space="preserve"/>
            </a:r>
          </a:p>
          <a:p>
            <a:r>
              <a:t xml:space="preserve">**Slide ID:**</a:t>
            </a:r>
          </a:p>
          <a:p>
            <a:r>
              <a:t xml:space="preserve">S81</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같은 목표의 수정과 검토가 끊기지 않게</a:t>
            </a:r>
          </a:p>
          <a:p>
            <a:r>
              <a:t xml:space="preserve"/>
            </a:r>
          </a:p>
          <a:p>
            <a:r>
              <a:t xml:space="preserve">**Slide ID:**</a:t>
            </a:r>
          </a:p>
          <a:p>
            <a:r>
              <a:t xml:space="preserve">S82</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S83에서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S83에서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다음 수정에 넘길 기록</a:t>
            </a:r>
          </a:p>
          <a:p>
            <a:r>
              <a:t xml:space="preserve"/>
            </a:r>
          </a:p>
          <a:p>
            <a:r>
              <a:t xml:space="preserve">**Slide ID:**</a:t>
            </a:r>
          </a:p>
          <a:p>
            <a:r>
              <a:t xml:space="preserve">S83</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S84에서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S84에서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내가 매번 이어 주는 다음 단계는 무엇일까?</a:t>
            </a:r>
          </a:p>
          <a:p>
            <a:r>
              <a:t xml:space="preserve"/>
            </a:r>
          </a:p>
          <a:p>
            <a:r>
              <a:t xml:space="preserve">**Slide ID:**</a:t>
            </a:r>
          </a:p>
          <a:p>
            <a:r>
              <a:t xml:space="preserve">S84</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S85의 목표 기반 실행·검토 시스템 제목을 거쳐 S86의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S85의 목표 기반 실행·검토 시스템 제목을 거쳐 S86의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목표를 이룰 때까지 수정하고 검토하기</a:t>
            </a:r>
          </a:p>
          <a:p>
            <a:r>
              <a:t xml:space="preserve"/>
            </a:r>
          </a:p>
          <a:p>
            <a:r>
              <a:t xml:space="preserve">**Slide ID:**</a:t>
            </a:r>
          </a:p>
          <a:p>
            <a:r>
              <a:t xml:space="preserve">S85</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S86으로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S85; production/preview/act4/S85.png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다음 수정도 사람이 매번 이어줘야 할까?</a:t>
            </a:r>
          </a:p>
          <a:p>
            <a:r>
              <a:t xml:space="preserve"/>
            </a:r>
          </a:p>
          <a:p>
            <a:r>
              <a:t xml:space="preserve">**Slide ID:**</a:t>
            </a:r>
          </a:p>
          <a:p>
            <a:r>
              <a:t xml:space="preserve">S86</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S84의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S87의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먼저, 무엇이 되면 완료인지 정한다</a:t>
            </a:r>
          </a:p>
          <a:p>
            <a:r>
              <a:t xml:space="preserve"/>
            </a:r>
          </a:p>
          <a:p>
            <a:r>
              <a:t xml:space="preserve">**Slide ID:**</a:t>
            </a:r>
          </a:p>
          <a:p>
            <a:r>
              <a:t xml:space="preserve">S87</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모델 A가 첫 변경 후보를 만든다</a:t>
            </a:r>
          </a:p>
          <a:p>
            <a:r>
              <a:t xml:space="preserve"/>
            </a:r>
          </a:p>
          <a:p>
            <a:r>
              <a:t xml:space="preserve">**Slide ID:**</a:t>
            </a:r>
          </a:p>
          <a:p>
            <a:r>
              <a:t xml:space="preserve">S88</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실제 동작과 비용은 도구로 확인한다</a:t>
            </a:r>
          </a:p>
          <a:p>
            <a:r>
              <a:t xml:space="preserve"/>
            </a:r>
          </a:p>
          <a:p>
            <a:r>
              <a:t xml:space="preserve">**Slide ID:**</a:t>
            </a:r>
          </a:p>
          <a:p>
            <a:r>
              <a:t xml:space="preserve">S89</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모델 B는 무엇을 근거로 검토할까?</a:t>
            </a:r>
          </a:p>
          <a:p>
            <a:r>
              <a:t xml:space="preserve"/>
            </a:r>
          </a:p>
          <a:p>
            <a:r>
              <a:t xml:space="preserve">**Slide ID:**</a:t>
            </a:r>
          </a:p>
          <a:p>
            <a:r>
              <a:t xml:space="preserve">S90</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지적이 다음 수정으로 이어진다</a:t>
            </a:r>
          </a:p>
          <a:p>
            <a:r>
              <a:t xml:space="preserve"/>
            </a:r>
          </a:p>
          <a:p>
            <a:r>
              <a:t xml:space="preserve">**Slide ID:**</a:t>
            </a:r>
          </a:p>
          <a:p>
            <a:r>
              <a:t xml:space="preserve">S91</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고쳤다면, 같은 기준으로 다시 본다</a:t>
            </a:r>
          </a:p>
          <a:p>
            <a:r>
              <a:t xml:space="preserve"/>
            </a:r>
          </a:p>
          <a:p>
            <a:r>
              <a:t xml:space="preserve">**Slide ID:**</a:t>
            </a:r>
          </a:p>
          <a:p>
            <a:r>
              <a:t xml:space="preserve">S92</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같은 목표의 구현·검토 루프</a:t>
            </a:r>
          </a:p>
          <a:p>
            <a:r>
              <a:t xml:space="preserve"/>
            </a:r>
          </a:p>
          <a:p>
            <a:r>
              <a:t xml:space="preserve">**Slide ID:**</a:t>
            </a:r>
          </a:p>
          <a:p>
            <a:r>
              <a:t xml:space="preserve">S93</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언제 계속하고, 언제 끝낼까?</a:t>
            </a:r>
          </a:p>
          <a:p>
            <a:r>
              <a:t xml:space="preserve"/>
            </a:r>
          </a:p>
          <a:p>
            <a:r>
              <a:t xml:space="preserve">**Slide ID:**</a:t>
            </a:r>
          </a:p>
          <a:p>
            <a:r>
              <a:t xml:space="preserve">S94</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구현한 모델에게 다시 물으면 충분할까?</a:t>
            </a:r>
          </a:p>
          <a:p>
            <a:r>
              <a:t xml:space="preserve"/>
            </a:r>
          </a:p>
          <a:p>
            <a:r>
              <a:t xml:space="preserve">**Slide ID:**</a:t>
            </a:r>
          </a:p>
          <a:p>
            <a:r>
              <a:t xml:space="preserve">S95</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다른 모델의 관점이 도움이 된 실험</a:t>
            </a:r>
          </a:p>
          <a:p>
            <a:r>
              <a:t xml:space="preserve"/>
            </a:r>
          </a:p>
          <a:p>
            <a:r>
              <a:t xml:space="preserve">**Slide ID:**</a:t>
            </a:r>
          </a:p>
          <a:p>
            <a:r>
              <a:t xml:space="preserve">S96</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잘 만드는 능력과 잘 검토하는 능력</a:t>
            </a:r>
          </a:p>
          <a:p>
            <a:r>
              <a:t xml:space="preserve"/>
            </a:r>
          </a:p>
          <a:p>
            <a:r>
              <a:t xml:space="preserve">**Slide ID:**</a:t>
            </a:r>
          </a:p>
          <a:p>
            <a:r>
              <a:t xml:space="preserve">S97</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구현과 검토에 모델을 어떻게 나눌까?</a:t>
            </a:r>
          </a:p>
          <a:p>
            <a:r>
              <a:t xml:space="preserve"/>
            </a:r>
          </a:p>
          <a:p>
            <a:r>
              <a:t xml:space="preserve">**Slide ID:**</a:t>
            </a:r>
          </a:p>
          <a:p>
            <a:r>
              <a:t xml:space="preserve">S98</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검토 모델의 말도 확인해야 한다</a:t>
            </a:r>
          </a:p>
          <a:p>
            <a:r>
              <a:t xml:space="preserve"/>
            </a:r>
          </a:p>
          <a:p>
            <a:r>
              <a:t xml:space="preserve">**Slide ID:**</a:t>
            </a:r>
          </a:p>
          <a:p>
            <a:r>
              <a:t xml:space="preserve">S99</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반복하려면 무엇을 이어받아야 할까?</a:t>
            </a:r>
          </a:p>
          <a:p>
            <a:r>
              <a:t xml:space="preserve"/>
            </a:r>
          </a:p>
          <a:p>
            <a:r>
              <a:t xml:space="preserve">**Slide ID:**</a:t>
            </a:r>
          </a:p>
          <a:p>
            <a:r>
              <a:t xml:space="preserve">S100</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확인한 근거와 아직 실행하지 않은 설계</a:t>
            </a:r>
          </a:p>
          <a:p>
            <a:r>
              <a:t xml:space="preserve"/>
            </a:r>
          </a:p>
          <a:p>
            <a:r>
              <a:t xml:space="preserve">**Slide ID:**</a:t>
            </a:r>
          </a:p>
          <a:p>
            <a:r>
              <a:t xml:space="preserve">S101</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Goal이 목표와 다음 작업을 이어준다</a:t>
            </a:r>
          </a:p>
          <a:p>
            <a:r>
              <a:t xml:space="preserve"/>
            </a:r>
          </a:p>
          <a:p>
            <a:r>
              <a:t xml:space="preserve">**Slide ID:**</a:t>
            </a:r>
          </a:p>
          <a:p>
            <a:r>
              <a:t xml:space="preserve">S102</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S102, production/preview/full/S102.png.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Goal에는 완료 근거와 멈출 조건을 담는다</a:t>
            </a:r>
          </a:p>
          <a:p>
            <a:r>
              <a:t xml:space="preserve"/>
            </a:r>
          </a:p>
          <a:p>
            <a:r>
              <a:t xml:space="preserve">**Slide ID:**</a:t>
            </a:r>
          </a:p>
          <a:p>
            <a:r>
              <a:t xml:space="preserve">S103</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S104에서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우리 작업에는 어떤 루프가 필요할까?</a:t>
            </a:r>
          </a:p>
          <a:p>
            <a:r>
              <a:t xml:space="preserve"/>
            </a:r>
          </a:p>
          <a:p>
            <a:r>
              <a:t xml:space="preserve">**Slide ID:**</a:t>
            </a:r>
          </a:p>
          <a:p>
            <a:r>
              <a:t xml:space="preserve">S104</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S105의 ACT5 제목을 거쳐 S106의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S105의 ACT5 제목을 거쳐 S106에서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S104; production/preview/act4/S104.png 및 production/preview/full/S104.png.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내 업무에 맞게 조합하고 덜어내기</a:t>
            </a:r>
          </a:p>
          <a:p>
            <a:r>
              <a:t xml:space="preserve"/>
            </a:r>
          </a:p>
          <a:p>
            <a:r>
              <a:t xml:space="preserve">**Slide ID:**</a:t>
            </a:r>
          </a:p>
          <a:p>
            <a:r>
              <a:t xml:space="preserve">S105</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S106에서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S106로 넘긴다. 실측 리허설 UNVERIFIED.</a:t>
            </a:r>
          </a:p>
          <a:p>
            <a:r>
              <a:t xml:space="preserve"/>
            </a:r>
          </a:p>
          <a:p>
            <a:r>
              <a:t xml:space="preserve">**Fallback:**</a:t>
            </a:r>
          </a:p>
          <a:p>
            <a:r>
              <a:t xml:space="preserve">LOCAL STATIC ARTIFACT — production/preview/full/S105.png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AI에게 맡기는 범위가 넓어졌다</a:t>
            </a:r>
          </a:p>
          <a:p>
            <a:r>
              <a:t xml:space="preserve"/>
            </a:r>
          </a:p>
          <a:p>
            <a:r>
              <a:t xml:space="preserve">**Slide ID:**</a:t>
            </a:r>
          </a:p>
          <a:p>
            <a:r>
              <a:t xml:space="preserve">S106</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S107의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S114/S115에서만 진행한다.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S106와 production/preview/act5/S106.png.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작업은 요청부터 검토·수정까지 이어진다</a:t>
            </a:r>
          </a:p>
          <a:p>
            <a:r>
              <a:t xml:space="preserve"/>
            </a:r>
          </a:p>
          <a:p>
            <a:r>
              <a:t xml:space="preserve">**Slide ID:**</a:t>
            </a:r>
          </a:p>
          <a:p>
            <a:r>
              <a:t xml:space="preserve">S107</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S108의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 흐름에는 정보·절차·도구가 연결된다</a:t>
            </a:r>
          </a:p>
          <a:p>
            <a:r>
              <a:t xml:space="preserve"/>
            </a:r>
          </a:p>
          <a:p>
            <a:r>
              <a:t xml:space="preserve">**Slide ID:**</a:t>
            </a:r>
          </a:p>
          <a:p>
            <a:r>
              <a:t xml:space="preserve">S108</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S107의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S109의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그렇게 얻은 결과를 완료 보고만으로 받아들일 수 있을까요? S109에서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결과를 수용할지는 사람이 판단한다</a:t>
            </a:r>
          </a:p>
          <a:p>
            <a:r>
              <a:t xml:space="preserve"/>
            </a:r>
          </a:p>
          <a:p>
            <a:r>
              <a:t xml:space="preserve">**Slide ID:**</a:t>
            </a:r>
          </a:p>
          <a:p>
            <a:r>
              <a:t xml:space="preserve">S109</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S108에서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S110로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 수용 판단까지 연결되도록 작업 조건을 설계하고 운영하는 관점을 S110에서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AI가 일할 조건과 확인 경로를 설계한다</a:t>
            </a:r>
          </a:p>
          <a:p>
            <a:r>
              <a:t xml:space="preserve"/>
            </a:r>
          </a:p>
          <a:p>
            <a:r>
              <a:t xml:space="preserve">**Slide ID:**</a:t>
            </a:r>
          </a:p>
          <a:p>
            <a:r>
              <a:t xml:space="preserve">S110</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S106의 범위 확대, S107의 작업 흐름, S108의 수행 조건과 S109의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S111–S113에, 개인 문제와 다음 행동은 S114–S115에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이렇게 설계한 작업 방식도 모델·플랫폼이 달라지면 그대로 필요할까요? S111부터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모델·플랫폼이 바뀌면 Harness도 다시 본다</a:t>
            </a:r>
          </a:p>
          <a:p>
            <a:r>
              <a:t xml:space="preserve"/>
            </a:r>
          </a:p>
          <a:p>
            <a:r>
              <a:t xml:space="preserve">**Slide ID:**</a:t>
            </a:r>
          </a:p>
          <a:p>
            <a:r>
              <a:t xml:space="preserve">S111</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S110의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S112의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S111와 production/preview/act5/S111.png.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무엇을 남기고, 무엇을 덜어낼까?</a:t>
            </a:r>
          </a:p>
          <a:p>
            <a:r>
              <a:t xml:space="preserve"/>
            </a:r>
          </a:p>
          <a:p>
            <a:r>
              <a:t xml:space="preserve">**Slide ID:**</a:t>
            </a:r>
          </a:p>
          <a:p>
            <a:r>
              <a:t xml:space="preserve">S112</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S111의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S113으로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덜어낸 뒤에도 필요한 일을 하는가?</a:t>
            </a:r>
          </a:p>
          <a:p>
            <a:r>
              <a:t xml:space="preserve"/>
            </a:r>
          </a:p>
          <a:p>
            <a:r>
              <a:t xml:space="preserve">**Slide ID:**</a:t>
            </a:r>
          </a:p>
          <a:p>
            <a:r>
              <a:t xml:space="preserve">S113</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S112에서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S114에서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내 업무에서는 무엇이 반복해서 막힐까?</a:t>
            </a:r>
          </a:p>
          <a:p>
            <a:r>
              <a:t xml:space="preserve"/>
            </a:r>
          </a:p>
          <a:p>
            <a:r>
              <a:t xml:space="preserve">**Slide ID:**</a:t>
            </a:r>
          </a:p>
          <a:p>
            <a:r>
              <a:t xml:space="preserve">S114</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S115에서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S115의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S114와 production/preview/act5/S114.png를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고른 문제에서, 다음 행동 하나로</a:t>
            </a:r>
          </a:p>
          <a:p>
            <a:r>
              <a:t xml:space="preserve"/>
            </a:r>
          </a:p>
          <a:p>
            <a:r>
              <a:t xml:space="preserve">**Slide ID:**</a:t>
            </a:r>
          </a:p>
          <a:p>
            <a:r>
              <a:t xml:space="preserve">S115</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S114에서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S116–S118의 찾아보기에서 팁 위치만 짚고 S119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S114과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S116의 마지막 찾아보기를 연다.</a:t>
            </a:r>
          </a:p>
          <a:p>
            <a:r>
              <a:t xml:space="preserve"/>
            </a:r>
          </a:p>
          <a:p>
            <a:r>
              <a:t xml:space="preserve">**Time Management:**</a:t>
            </a:r>
          </a:p>
          <a:p>
            <a:r>
              <a:t xml:space="preserve">Lecture2분+Reflection2분=4분. S114의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실무 적용 팁 · 작업 환경과 기준</a:t>
            </a:r>
          </a:p>
          <a:p>
            <a:r>
              <a:t xml:space="preserve"/>
            </a:r>
          </a:p>
          <a:p>
            <a:r>
              <a:t xml:space="preserve">**Slide ID:**</a:t>
            </a:r>
          </a:p>
          <a:p>
            <a:r>
              <a:t xml:space="preserve">S116</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S48, S55–S57, S61, S66, S71, S73, S83, S102다.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S55–S57은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S48 AGENTS.md에는 무엇을 남길까? / S61 테스트 명령을 언제 쓰고 무엇을 판단할까? / S66 대화로 재사용할 Skill 만들기 / S71 대화로 조사 Agent 만들기 / S73 이번 Context와 다시 쓸 지식 / S83 반복 보정을 개선으로 잇는 기록. 새 S66/S71을 포함해 제목·위치만 짚고 본문을 다시 강의하지 않는다.</a:t>
            </a:r>
          </a:p>
          <a:p>
            <a:r>
              <a:t xml:space="preserve">3. (0:45–1:00 / Lecture) 요청 작성 팁 목록 S117으로 이어간다.</a:t>
            </a:r>
          </a:p>
          <a:p>
            <a:r>
              <a:t xml:space="preserve"/>
            </a:r>
          </a:p>
          <a:p>
            <a:r>
              <a:t xml:space="preserve">**Evidence / Source:**</a:t>
            </a:r>
          </a:p>
          <a:p>
            <a:r>
              <a:t xml:space="preserve">DEC-0088, DEC-0093. 현재 Slide Map의 제목·ID와 실무 팁 목록. S67/S72은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S117으로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production/preview/full/S116.png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요청 작성</a:t>
            </a:r>
          </a:p>
          <a:p>
            <a:r>
              <a:t xml:space="preserve"/>
            </a:r>
          </a:p>
          <a:p>
            <a:r>
              <a:t xml:space="preserve">**Slide ID:**</a:t>
            </a:r>
          </a:p>
          <a:p>
            <a:r>
              <a:t xml:space="preserve">S117</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S27, S28, S29, S30, S31, S32, S33, S34다.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a:r>
              <a:t xml:space="preserve">3. (0:45–1:00 / Lecture) S118로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S118로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검증과 개선</a:t>
            </a:r>
          </a:p>
          <a:p>
            <a:r>
              <a:t xml:space="preserve"/>
            </a:r>
          </a:p>
          <a:p>
            <a:r>
              <a:t xml:space="preserve">**Slide ID:**</a:t>
            </a:r>
          </a:p>
          <a:p>
            <a:r>
              <a:t xml:space="preserve">S118</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S90, S94, S103, S112, S113이다.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S90 원인을 고르기 전에 확인할 기록 / S94 지침을 고친 뒤, 무엇을 다시 확인할까? / S112 무엇을 남기고, 무엇을 덜어낼까? / S113 덜어낸 뒤에도 필요한 일을 하는가?.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Q&amp;A와 교육 마무리</a:t>
            </a:r>
          </a:p>
          <a:p>
            <a:r>
              <a:t xml:space="preserve"/>
            </a:r>
          </a:p>
          <a:p>
            <a:r>
              <a:t xml:space="preserve">**Slide ID:**</a:t>
            </a:r>
          </a:p>
          <a:p>
            <a:r>
              <a:t xml:space="preserve">S119</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S115에서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S106과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S115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S119와 production/preview/act5/S119.png를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Relationship Type="http://schemas.openxmlformats.org/officeDocument/2006/relationships/image" Target="/ppt/media/image3.png" Id="Rc4b2358a560b4548"/><Relationship Type="http://schemas.openxmlformats.org/officeDocument/2006/relationships/notesSlide" Target="/ppt/notesSlides/notesSlide11.xml" Id="R149468e77d4d43d2"/><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Relationship Type="http://schemas.openxmlformats.org/officeDocument/2006/relationships/image" Target="/ppt/media/image4.png" Id="R31004c676db84349"/><Relationship Type="http://schemas.openxmlformats.org/officeDocument/2006/relationships/notesSlide" Target="/ppt/notesSlides/notesSlide12.xml" Id="R6fc04e52d96b45fc"/><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bc86d1ae9543496c"/><Relationship Type="http://schemas.openxmlformats.org/officeDocument/2006/relationships/notesSlide" Target="/ppt/notesSlides/notesSlide15.xml" Id="R2cc36672ded34c82"/></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94f82fb1fd3d49e1"/><Relationship Type="http://schemas.openxmlformats.org/officeDocument/2006/relationships/image" Target="/ppt/media/image8.png" Id="R2efa1f36d4c346d5"/><Relationship Type="http://schemas.openxmlformats.org/officeDocument/2006/relationships/image" Target="/ppt/media/image9.png" Id="R5a17842974b84b23"/><Relationship Type="http://schemas.openxmlformats.org/officeDocument/2006/relationships/image" Target="/ppt/media/image10.png" Id="Rc8496ccfbdb24bbd"/><Relationship Type="http://schemas.openxmlformats.org/officeDocument/2006/relationships/notesSlide" Target="/ppt/notesSlides/notesSlide16.xml" Id="Rc08dc7fbcbd84338"/></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f942763dc26745cc"/><Relationship Type="http://schemas.openxmlformats.org/officeDocument/2006/relationships/image" Target="/ppt/media/image11.png" Id="Rb45237697da14b98"/><Relationship Type="http://schemas.openxmlformats.org/officeDocument/2006/relationships/notesSlide" Target="/ppt/notesSlides/notesSlide17.xml" Id="R06f8a877baaf45b2"/></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6e647ebdd4334133"/><Relationship Type="http://schemas.openxmlformats.org/officeDocument/2006/relationships/image" Target="/ppt/media/image12.png" Id="R81713f9dcd884bf4"/><Relationship Type="http://schemas.openxmlformats.org/officeDocument/2006/relationships/notesSlide" Target="/ppt/notesSlides/notesSlide18.xml" Id="R6fb5276abe7941d0"/></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39de8e9d68904bb8"/><Relationship Type="http://schemas.openxmlformats.org/officeDocument/2006/relationships/notesSlide" Target="/ppt/notesSlides/notesSlide19.xml" Id="Rc75a195855f14ad6"/></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693d96199f1f4efb"/><Relationship Type="http://schemas.openxmlformats.org/officeDocument/2006/relationships/notesSlide" Target="/ppt/notesSlides/notesSlide20.xml" Id="Ra6ad3e79cf3245b4"/></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d1df4d96fb934631"/><Relationship Type="http://schemas.openxmlformats.org/officeDocument/2006/relationships/notesSlide" Target="/ppt/notesSlides/notesSlide21.xml" Id="R4792164f98424cd4"/></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5d6fdb91f6c749e9"/><Relationship Type="http://schemas.openxmlformats.org/officeDocument/2006/relationships/notesSlide" Target="/ppt/notesSlides/notesSlide22.xml" Id="R54f20733bb7944bf"/></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14e40d28c8eb402a"/><Relationship Type="http://schemas.openxmlformats.org/officeDocument/2006/relationships/notesSlide" Target="/ppt/notesSlides/notesSlide23.xml" Id="Rd9144291845145ef"/></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57b46db97083401e"/><Relationship Type="http://schemas.openxmlformats.org/officeDocument/2006/relationships/notesSlide" Target="/ppt/notesSlides/notesSlide24.xml" Id="R576996315fe9456a"/></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f719519429ab499f"/><Relationship Type="http://schemas.openxmlformats.org/officeDocument/2006/relationships/notesSlide" Target="/ppt/notesSlides/notesSlide25.xml" Id="R5b0a6ebd2da54a31"/></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6.xml" Id="R67557043997c4b2f"/></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c258987384ac4d43"/><Relationship Type="http://schemas.openxmlformats.org/officeDocument/2006/relationships/notesSlide" Target="/ppt/notesSlides/notesSlide27.xml" Id="Rff27a015abf24948"/></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fb901af085124628"/><Relationship Type="http://schemas.openxmlformats.org/officeDocument/2006/relationships/notesSlide" Target="/ppt/notesSlides/notesSlide28.xml" Id="R3a498e5233dc4a5a"/></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dc5bb51bb3434724"/><Relationship Type="http://schemas.openxmlformats.org/officeDocument/2006/relationships/notesSlide" Target="/ppt/notesSlides/notesSlide29.xml" Id="Rca442c894a154a13"/></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528a4ac3a8344e6f"/><Relationship Type="http://schemas.openxmlformats.org/officeDocument/2006/relationships/notesSlide" Target="/ppt/notesSlides/notesSlide30.xml" Id="R613eb6ac2da543d3"/></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0ad4ae7139c54630"/><Relationship Type="http://schemas.openxmlformats.org/officeDocument/2006/relationships/notesSlide" Target="/ppt/notesSlides/notesSlide31.xml" Id="R3f20303f114447e2"/></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5a097e6674c64ad9"/><Relationship Type="http://schemas.openxmlformats.org/officeDocument/2006/relationships/notesSlide" Target="/ppt/notesSlides/notesSlide32.xml" Id="R0acbc4fac3ad4c39"/></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7f50f77b0e5b4bf4"/><Relationship Type="http://schemas.openxmlformats.org/officeDocument/2006/relationships/notesSlide" Target="/ppt/notesSlides/notesSlide33.xml" Id="R840a07ea16114c83"/></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391973fa4d4c4528"/><Relationship Type="http://schemas.openxmlformats.org/officeDocument/2006/relationships/notesSlide" Target="/ppt/notesSlides/notesSlide34.xml" Id="Re0b8525972544589"/></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2c002f7bc4514c33"/><Relationship Type="http://schemas.openxmlformats.org/officeDocument/2006/relationships/notesSlide" Target="/ppt/notesSlides/notesSlide35.xml" Id="R7efc610a93a54954"/></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ec5a23af53ca4c78"/><Relationship Type="http://schemas.openxmlformats.org/officeDocument/2006/relationships/notesSlide" Target="/ppt/notesSlides/notesSlide36.xml" Id="R497580c3f0c3424c"/></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c9eaaf9a90b14d53"/><Relationship Type="http://schemas.openxmlformats.org/officeDocument/2006/relationships/notesSlide" Target="/ppt/notesSlides/notesSlide37.xml" Id="Rd075c9a9e36d48b4"/></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01b16e5cacac4c41"/><Relationship Type="http://schemas.openxmlformats.org/officeDocument/2006/relationships/notesSlide" Target="/ppt/notesSlides/notesSlide38.xml" Id="Ra72fc7dcfd7b41b1"/></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07511a518ff4525"/><Relationship Type="http://schemas.openxmlformats.org/officeDocument/2006/relationships/notesSlide" Target="/ppt/notesSlides/notesSlide39.xml" Id="R68e31d9f2fc14051"/></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6e56cb0a35a44a6"/><Relationship Type="http://schemas.openxmlformats.org/officeDocument/2006/relationships/notesSlide" Target="/ppt/notesSlides/notesSlide40.xml" Id="R1c812969c94f4890"/></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c63960e478f44ba0"/><Relationship Type="http://schemas.openxmlformats.org/officeDocument/2006/relationships/image" Target="/ppt/media/image13.png" Id="Ra2c2df2b248644e1"/><Relationship Type="http://schemas.openxmlformats.org/officeDocument/2006/relationships/image" Target="/ppt/media/image14.png" Id="R72384f96cf10468c"/><Relationship Type="http://schemas.openxmlformats.org/officeDocument/2006/relationships/notesSlide" Target="/ppt/notesSlides/notesSlide41.xml" Id="R9dcd712c96cb4920"/></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0b891b6ae719447b"/><Relationship Type="http://schemas.openxmlformats.org/officeDocument/2006/relationships/image" Target="/ppt/media/image15.png" Id="R05dd841e246a4bca"/><Relationship Type="http://schemas.openxmlformats.org/officeDocument/2006/relationships/notesSlide" Target="/ppt/notesSlides/notesSlide42.xml" Id="Rb3607c7c5ecc4fd4"/></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2cc15d7163564e26"/><Relationship Type="http://schemas.openxmlformats.org/officeDocument/2006/relationships/notesSlide" Target="/ppt/notesSlides/notesSlide43.xml" Id="R3f6a00bc3ef44a1b"/></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9311ca4a8a8348f3"/><Relationship Type="http://schemas.openxmlformats.org/officeDocument/2006/relationships/notesSlide" Target="/ppt/notesSlides/notesSlide44.xml" Id="R1c76f09a75e243d8"/></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6967597e80c34965"/><Relationship Type="http://schemas.openxmlformats.org/officeDocument/2006/relationships/notesSlide" Target="/ppt/notesSlides/notesSlide45.xml" Id="R4c7fbbd0eaca47b2"/></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91d0bd7a350c402d"/><Relationship Type="http://schemas.openxmlformats.org/officeDocument/2006/relationships/notesSlide" Target="/ppt/notesSlides/notesSlide46.xml" Id="R7fc76b79800c4517"/></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d316b761801843be"/><Relationship Type="http://schemas.openxmlformats.org/officeDocument/2006/relationships/notesSlide" Target="/ppt/notesSlides/notesSlide47.xml" Id="Rddf3b25f9736491c"/></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1a9f7b09a7b7459d"/><Relationship Type="http://schemas.openxmlformats.org/officeDocument/2006/relationships/notesSlide" Target="/ppt/notesSlides/notesSlide48.xml" Id="R3e24ddfd65984de7"/></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2ca8a0b691624094"/><Relationship Type="http://schemas.openxmlformats.org/officeDocument/2006/relationships/notesSlide" Target="/ppt/notesSlides/notesSlide49.xml" Id="Rf4c40cfa733f4d6f"/></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3428ef6e2ec24726"/><Relationship Type="http://schemas.openxmlformats.org/officeDocument/2006/relationships/notesSlide" Target="/ppt/notesSlides/notesSlide50.xml" Id="R57634cd0349c4959"/></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20e9d29fdb1c43a0"/><Relationship Type="http://schemas.openxmlformats.org/officeDocument/2006/relationships/notesSlide" Target="/ppt/notesSlides/notesSlide51.xml" Id="Re888c36c54cf4b94"/></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155d617a4fe64e7b"/><Relationship Type="http://schemas.openxmlformats.org/officeDocument/2006/relationships/notesSlide" Target="/ppt/notesSlides/notesSlide52.xml" Id="R47ee9cce5b494bbf"/></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c660c7b0c7044d2a"/><Relationship Type="http://schemas.openxmlformats.org/officeDocument/2006/relationships/notesSlide" Target="/ppt/notesSlides/notesSlide53.xml" Id="R65929069c5bf430e"/></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e9bc63cfa05c4c8d"/><Relationship Type="http://schemas.openxmlformats.org/officeDocument/2006/relationships/notesSlide" Target="/ppt/notesSlides/notesSlide54.xml" Id="Rcdd85d3d7ee74629"/></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5.xml" Id="R2fb43c6f70404522"/></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6.xml" Id="R20a4959413924f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7.xml" Id="R438ccbd9d6504e36"/></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3d60f040df744a36"/><Relationship Type="http://schemas.openxmlformats.org/officeDocument/2006/relationships/notesSlide" Target="/ppt/notesSlides/notesSlide58.xml" Id="Raa20956d6d1b4479"/></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cef566e4003a4b25"/><Relationship Type="http://schemas.openxmlformats.org/officeDocument/2006/relationships/notesSlide" Target="/ppt/notesSlides/notesSlide59.xml" Id="R54ba7668537b43fe"/></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3337c18cf1e045bd"/><Relationship Type="http://schemas.openxmlformats.org/officeDocument/2006/relationships/image" Target="/ppt/media/image16.png" Id="R2d4c45c5b4fd41f7"/><Relationship Type="http://schemas.openxmlformats.org/officeDocument/2006/relationships/image" Target="/ppt/media/image17.png" Id="Rc08951a4c1184da2"/><Relationship Type="http://schemas.openxmlformats.org/officeDocument/2006/relationships/notesSlide" Target="/ppt/notesSlides/notesSlide60.xml" Id="Rf4394eb0efae4bc2"/></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2d18b6cf2a8242bb"/><Relationship Type="http://schemas.openxmlformats.org/officeDocument/2006/relationships/notesSlide" Target="/ppt/notesSlides/notesSlide61.xml" Id="Rf2667cbaf12645c5"/></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af5c822f6d824712"/><Relationship Type="http://schemas.openxmlformats.org/officeDocument/2006/relationships/notesSlide" Target="/ppt/notesSlides/notesSlide62.xml" Id="Rd8f3f37e8c0e4855"/></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4555fbd5a9d746b3"/><Relationship Type="http://schemas.openxmlformats.org/officeDocument/2006/relationships/notesSlide" Target="/ppt/notesSlides/notesSlide63.xml" Id="R85a14c9750344ec0"/></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512eccc3c88542ce"/><Relationship Type="http://schemas.openxmlformats.org/officeDocument/2006/relationships/notesSlide" Target="/ppt/notesSlides/notesSlide64.xml" Id="Raf1d5a7b0c524dfa"/></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063de0ef4a442ab"/><Relationship Type="http://schemas.openxmlformats.org/officeDocument/2006/relationships/notesSlide" Target="/ppt/notesSlides/notesSlide65.xml" Id="Rad52161ddcca407b"/></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6c202077a84e4c02"/><Relationship Type="http://schemas.openxmlformats.org/officeDocument/2006/relationships/notesSlide" Target="/ppt/notesSlides/notesSlide66.xml" Id="R16825de3fab740bf"/></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f1a717a3fb9647c8"/><Relationship Type="http://schemas.openxmlformats.org/officeDocument/2006/relationships/notesSlide" Target="/ppt/notesSlides/notesSlide67.xml" Id="R8b0233aae6a140ac"/></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000fadb9970d441f"/><Relationship Type="http://schemas.openxmlformats.org/officeDocument/2006/relationships/notesSlide" Target="/ppt/notesSlides/notesSlide68.xml" Id="R3d7c7a685cac4014"/></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93c3e6aad380400e"/><Relationship Type="http://schemas.openxmlformats.org/officeDocument/2006/relationships/chart" Target="/ppt/slides/charts/chart1.xml" Id="R17f0dc71d73a47f9"/><Relationship Type="http://schemas.openxmlformats.org/officeDocument/2006/relationships/notesSlide" Target="/ppt/notesSlides/notesSlide69.xml" Id="Raff3ca3ec59a4149"/></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2e17a19683704424"/><Relationship Type="http://schemas.openxmlformats.org/officeDocument/2006/relationships/notesSlide" Target="/ppt/notesSlides/notesSlide70.xml" Id="R1cbda8e4c54b4dd1"/></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0a88614b8bfd47c8"/><Relationship Type="http://schemas.openxmlformats.org/officeDocument/2006/relationships/notesSlide" Target="/ppt/notesSlides/notesSlide71.xml" Id="Rc8ffa309e5c34afa"/></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1b39ea3a0c344e75"/><Relationship Type="http://schemas.openxmlformats.org/officeDocument/2006/relationships/notesSlide" Target="/ppt/notesSlides/notesSlide72.xml" Id="Rf159e342b5e341d6"/></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cc7c79556b3c44e8"/><Relationship Type="http://schemas.openxmlformats.org/officeDocument/2006/relationships/notesSlide" Target="/ppt/notesSlides/notesSlide73.xml" Id="R63b536d641b84715"/></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35f3978e82494274"/><Relationship Type="http://schemas.openxmlformats.org/officeDocument/2006/relationships/notesSlide" Target="/ppt/notesSlides/notesSlide74.xml" Id="R32d6c074a7e4497a"/></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6fe0dca14c1f4fd3"/><Relationship Type="http://schemas.openxmlformats.org/officeDocument/2006/relationships/notesSlide" Target="/ppt/notesSlides/notesSlide75.xml" Id="Rc54545c27dea4caf"/></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88f114412418432e"/><Relationship Type="http://schemas.openxmlformats.org/officeDocument/2006/relationships/notesSlide" Target="/ppt/notesSlides/notesSlide76.xml" Id="R7f78e7867aa5421f"/></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f02938cab19f4130"/><Relationship Type="http://schemas.openxmlformats.org/officeDocument/2006/relationships/notesSlide" Target="/ppt/notesSlides/notesSlide77.xml" Id="R089a47929ed34abd"/></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b33c76af76314bef"/><Relationship Type="http://schemas.openxmlformats.org/officeDocument/2006/relationships/notesSlide" Target="/ppt/notesSlides/notesSlide78.xml" Id="R3b61134a2a454803"/></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5ed7a40cfc3e478b"/><Relationship Type="http://schemas.openxmlformats.org/officeDocument/2006/relationships/notesSlide" Target="/ppt/notesSlides/notesSlide79.xml" Id="R9e690c9a8b01411e"/></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1804990a871b4b14"/><Relationship Type="http://schemas.openxmlformats.org/officeDocument/2006/relationships/notesSlide" Target="/ppt/notesSlides/notesSlide80.xml" Id="Rcaebcb7911fd42e4"/></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1cd231f382843c6"/><Relationship Type="http://schemas.openxmlformats.org/officeDocument/2006/relationships/notesSlide" Target="/ppt/notesSlides/notesSlide81.xml" Id="R6bc44724aebe46dd"/></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55b225ea4f5b4aa2"/><Relationship Type="http://schemas.openxmlformats.org/officeDocument/2006/relationships/notesSlide" Target="/ppt/notesSlides/notesSlide82.xml" Id="R3aedd29c6ea7436c"/></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3bb9d0d8532148bf"/><Relationship Type="http://schemas.openxmlformats.org/officeDocument/2006/relationships/notesSlide" Target="/ppt/notesSlides/notesSlide83.xml" Id="Rae1cfc68b74141de"/></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6a218b8d785e4ded"/><Relationship Type="http://schemas.openxmlformats.org/officeDocument/2006/relationships/notesSlide" Target="/ppt/notesSlides/notesSlide84.xml" Id="R30e64919739f4c81"/></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9ec76ef1877f4d6a"/><Relationship Type="http://schemas.openxmlformats.org/officeDocument/2006/relationships/notesSlide" Target="/ppt/notesSlides/notesSlide85.xml" Id="R7da67322bac34beb"/></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81d29e1c6eb74e99"/><Relationship Type="http://schemas.openxmlformats.org/officeDocument/2006/relationships/notesSlide" Target="/ppt/notesSlides/notesSlide86.xml" Id="R983ef1b4941f47df"/></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ad9329a05df54960"/><Relationship Type="http://schemas.openxmlformats.org/officeDocument/2006/relationships/notesSlide" Target="/ppt/notesSlides/notesSlide87.xml" Id="R2bb221648fd04a50"/></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1286b6491ead4c4e"/><Relationship Type="http://schemas.openxmlformats.org/officeDocument/2006/relationships/notesSlide" Target="/ppt/notesSlides/notesSlide88.xml" Id="R87b72ed4cafc40d3"/></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ee1a9567d1114f97"/><Relationship Type="http://schemas.openxmlformats.org/officeDocument/2006/relationships/notesSlide" Target="/ppt/notesSlides/notesSlide89.xml" Id="Re6d646379adb4da1"/></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de6b98ba60334ffc"/><Relationship Type="http://schemas.openxmlformats.org/officeDocument/2006/relationships/notesSlide" Target="/ppt/notesSlides/notesSlide90.xml" Id="Rc4e6ef3588d54767"/></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c63ed8f256e046ae"/><Relationship Type="http://schemas.openxmlformats.org/officeDocument/2006/relationships/notesSlide" Target="/ppt/notesSlides/notesSlide91.xml" Id="R3bb29d806ae04c5c"/></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306159353bd44048"/><Relationship Type="http://schemas.openxmlformats.org/officeDocument/2006/relationships/notesSlide" Target="/ppt/notesSlides/notesSlide92.xml" Id="R4191341ed86e4215"/></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ae85677103a54aa9"/><Relationship Type="http://schemas.openxmlformats.org/officeDocument/2006/relationships/notesSlide" Target="/ppt/notesSlides/notesSlide93.xml" Id="R36180a95ed3c43fa"/></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d9d78715b41345c9"/><Relationship Type="http://schemas.openxmlformats.org/officeDocument/2006/relationships/notesSlide" Target="/ppt/notesSlides/notesSlide94.xml" Id="R5ef00a4c4bb04823"/></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c6691b946b4f7e"/><Relationship Type="http://schemas.openxmlformats.org/officeDocument/2006/relationships/notesSlide" Target="/ppt/notesSlides/notesSlide95.xml" Id="R1e275696a25b470a"/></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051f2b1126c74b66"/><Relationship Type="http://schemas.openxmlformats.org/officeDocument/2006/relationships/chart" Target="/ppt/slides/charts/chart2.xml" Id="R8424e74d430f440d"/><Relationship Type="http://schemas.openxmlformats.org/officeDocument/2006/relationships/notesSlide" Target="/ppt/notesSlides/notesSlide96.xml" Id="Reafb085964c34056"/></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79fae1ba01bf44f1"/><Relationship Type="http://schemas.openxmlformats.org/officeDocument/2006/relationships/notesSlide" Target="/ppt/notesSlides/notesSlide97.xml" Id="R7ea86b7511cd4629"/></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8a51a7220e14aff"/><Relationship Type="http://schemas.openxmlformats.org/officeDocument/2006/relationships/notesSlide" Target="/ppt/notesSlides/notesSlide98.xml" Id="Rd241e076ae0c4c89"/></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df1856371da24377"/><Relationship Type="http://schemas.openxmlformats.org/officeDocument/2006/relationships/notesSlide" Target="/ppt/notesSlides/notesSlide99.xml" Id="R9fd9b4d481214a08"/></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178e0f3a90104f65"/><Relationship Type="http://schemas.openxmlformats.org/officeDocument/2006/relationships/notesSlide" Target="/ppt/notesSlides/notesSlide100.xml" Id="R212a1ecf528b465a"/></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b2dc162891be401c"/><Relationship Type="http://schemas.openxmlformats.org/officeDocument/2006/relationships/notesSlide" Target="/ppt/notesSlides/notesSlide101.xml" Id="R7c714979becd470e"/></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299602d0ca914412"/><Relationship Type="http://schemas.openxmlformats.org/officeDocument/2006/relationships/notesSlide" Target="/ppt/notesSlides/notesSlide102.xml" Id="R068559301c394576"/></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a9f8ae37510c4d76"/><Relationship Type="http://schemas.openxmlformats.org/officeDocument/2006/relationships/notesSlide" Target="/ppt/notesSlides/notesSlide103.xml" Id="R24afd0dfb79d41f0"/></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9a1aacd4ca7047da"/><Relationship Type="http://schemas.openxmlformats.org/officeDocument/2006/relationships/notesSlide" Target="/ppt/notesSlides/notesSlide104.xml" Id="R908895dc2cd64f82"/></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8dbaf0c429c24e9c"/><Relationship Type="http://schemas.openxmlformats.org/officeDocument/2006/relationships/notesSlide" Target="/ppt/notesSlides/notesSlide105.xml" Id="R9030d1fdb5114f76"/></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7beed766b02548d0"/><Relationship Type="http://schemas.openxmlformats.org/officeDocument/2006/relationships/notesSlide" Target="/ppt/notesSlides/notesSlide106.xml" Id="R311f6d7d4b354399"/></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9f22b112e6e94dd4"/><Relationship Type="http://schemas.openxmlformats.org/officeDocument/2006/relationships/notesSlide" Target="/ppt/notesSlides/notesSlide107.xml" Id="R5248189ceda34d20"/></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2045274a7abc4a46"/><Relationship Type="http://schemas.openxmlformats.org/officeDocument/2006/relationships/notesSlide" Target="/ppt/notesSlides/notesSlide108.xml" Id="Rb075385bb68b49a3"/></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581eabaa06924d52"/><Relationship Type="http://schemas.openxmlformats.org/officeDocument/2006/relationships/notesSlide" Target="/ppt/notesSlides/notesSlide109.xml" Id="Rfca130f2343a4cf9"/></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4b6940130d634b17"/><Relationship Type="http://schemas.openxmlformats.org/officeDocument/2006/relationships/notesSlide" Target="/ppt/notesSlides/notesSlide110.xml" Id="R0a5721e8688f465f"/></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11120660fc84ee3"/><Relationship Type="http://schemas.openxmlformats.org/officeDocument/2006/relationships/notesSlide" Target="/ppt/notesSlides/notesSlide111.xml" Id="Ree3d1ac02cbb4442"/></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855433a5e91a4c16"/><Relationship Type="http://schemas.openxmlformats.org/officeDocument/2006/relationships/notesSlide" Target="/ppt/notesSlides/notesSlide112.xml" Id="Rd75f8c7cfc1e4c42"/></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0475320a47d34ddd"/><Relationship Type="http://schemas.openxmlformats.org/officeDocument/2006/relationships/notesSlide" Target="/ppt/notesSlides/notesSlide113.xml" Id="R2fbfac11f8a04b0a"/></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fbd2458269354b52"/><Relationship Type="http://schemas.openxmlformats.org/officeDocument/2006/relationships/notesSlide" Target="/ppt/notesSlides/notesSlide114.xml" Id="Rfb9c411f0bc743b8"/></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785446bd54374fad"/><Relationship Type="http://schemas.openxmlformats.org/officeDocument/2006/relationships/notesSlide" Target="/ppt/notesSlides/notesSlide115.xml" Id="R690e88ea3d1c4b3f"/></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6.xml" Id="R4a5121eea5284374"/></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966b7a57abd049bd"/><Relationship Type="http://schemas.openxmlformats.org/officeDocument/2006/relationships/notesSlide" Target="/ppt/notesSlides/notesSlide117.xml" Id="Ra6812a34cdf44996"/></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c6ffb81ea8f44af4"/><Relationship Type="http://schemas.openxmlformats.org/officeDocument/2006/relationships/notesSlide" Target="/ppt/notesSlides/notesSlide118.xml" Id="R619b15d573e54123"/></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160ffd9a6510466b"/><Relationship Type="http://schemas.openxmlformats.org/officeDocument/2006/relationships/notesSlide" Target="/ppt/notesSlides/notesSlide119.xml" Id="R48d24d913b224978"/></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가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의도·명세가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5">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6">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7">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8">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9">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0">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1">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2">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3">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4">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5">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6">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7">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8">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9">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0">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1">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2">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3">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4">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5">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6">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7">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8">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9">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0">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1">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2">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3">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4">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5">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0">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1">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2">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3">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4">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5">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6">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7">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9">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0">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102">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3">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4">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5">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6">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7">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8">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9">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0">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1">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2">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3">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4">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5">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6">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8">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5–57">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S55–57</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1">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S61</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6">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S66</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1">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S71</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3">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S73</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3">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S83</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2">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S102</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7">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8">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0">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S90</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4">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S94</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3">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2">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S112</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3">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9">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119</ap:Slides>
  <ap:Notes>119</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