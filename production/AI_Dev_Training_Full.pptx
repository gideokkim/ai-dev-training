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c2f0eb777d4db5" /><Relationship Type="http://schemas.openxmlformats.org/officeDocument/2006/relationships/extended-properties" Target="/docProps/app.xml" Id="R83a3456fe3344389" /><Relationship Type="http://schemas.openxmlformats.org/officeDocument/2006/relationships/officeDocument" Target="/ppt/presentation.xml" Id="R9bfbdfad56a64736" /></Relationships>
</file>

<file path=ppt/presentation.xml><?xml version="1.0" encoding="utf-8"?>
<p:presentation xmlns:p="http://schemas.openxmlformats.org/presentationml/2006/main">
  <p:sldMasterIdLst>
    <p:sldMasterId xmlns:r="http://schemas.openxmlformats.org/officeDocument/2006/relationships" id="2147483648" r:id="R38ff5b6037ae4642"/>
  </p:sldMasterIdLst>
  <p:notesMasterIdLst>
    <p:notesMasterId xmlns:r="http://schemas.openxmlformats.org/officeDocument/2006/relationships" r:id="R184ddebde4d045e5"/>
  </p:notesMasterIdLst>
  <p:sldIdLst>
    <p:sldId xmlns:r="http://schemas.openxmlformats.org/officeDocument/2006/relationships" id="256" r:id="R4a9756a5b7e24d7c"/>
    <p:sldId xmlns:r="http://schemas.openxmlformats.org/officeDocument/2006/relationships" id="257" r:id="Rf5e5aeefa76c45e5"/>
    <p:sldId xmlns:r="http://schemas.openxmlformats.org/officeDocument/2006/relationships" id="258" r:id="R1381e24104c440e4"/>
    <p:sldId xmlns:r="http://schemas.openxmlformats.org/officeDocument/2006/relationships" id="259" r:id="R949849364ba24a4b"/>
    <p:sldId xmlns:r="http://schemas.openxmlformats.org/officeDocument/2006/relationships" id="260" r:id="R5e7c9c47c808423e"/>
    <p:sldId xmlns:r="http://schemas.openxmlformats.org/officeDocument/2006/relationships" id="261" r:id="R6d051579413c4723"/>
    <p:sldId xmlns:r="http://schemas.openxmlformats.org/officeDocument/2006/relationships" id="262" r:id="R8dfba51b78f0446e"/>
    <p:sldId xmlns:r="http://schemas.openxmlformats.org/officeDocument/2006/relationships" id="263" r:id="Rcc77f7f3947243e8"/>
    <p:sldId xmlns:r="http://schemas.openxmlformats.org/officeDocument/2006/relationships" id="264" r:id="R0dfd827541714fc8"/>
    <p:sldId xmlns:r="http://schemas.openxmlformats.org/officeDocument/2006/relationships" id="265" r:id="R14617654a26045db"/>
    <p:sldId xmlns:r="http://schemas.openxmlformats.org/officeDocument/2006/relationships" id="266" r:id="R0ebac070d33549d0"/>
    <p:sldId xmlns:r="http://schemas.openxmlformats.org/officeDocument/2006/relationships" id="267" r:id="R4fdccab9338f4e5e"/>
    <p:sldId xmlns:r="http://schemas.openxmlformats.org/officeDocument/2006/relationships" id="268" r:id="R574443037af04498"/>
    <p:sldId xmlns:r="http://schemas.openxmlformats.org/officeDocument/2006/relationships" id="269" r:id="Ree09a71eb3bf4300"/>
    <p:sldId xmlns:r="http://schemas.openxmlformats.org/officeDocument/2006/relationships" id="270" r:id="R7b94e16697874eae"/>
    <p:sldId xmlns:r="http://schemas.openxmlformats.org/officeDocument/2006/relationships" id="271" r:id="R509cb3d94ea54776"/>
    <p:sldId xmlns:r="http://schemas.openxmlformats.org/officeDocument/2006/relationships" id="272" r:id="R13d593dec6b04e48"/>
    <p:sldId xmlns:r="http://schemas.openxmlformats.org/officeDocument/2006/relationships" id="273" r:id="R4bc4ac654ffb40fd"/>
    <p:sldId xmlns:r="http://schemas.openxmlformats.org/officeDocument/2006/relationships" id="274" r:id="R4da68d6116744657"/>
    <p:sldId xmlns:r="http://schemas.openxmlformats.org/officeDocument/2006/relationships" id="275" r:id="R5635d5eb25ac4e46"/>
    <p:sldId xmlns:r="http://schemas.openxmlformats.org/officeDocument/2006/relationships" id="276" r:id="R0129826d50b64e88"/>
    <p:sldId xmlns:r="http://schemas.openxmlformats.org/officeDocument/2006/relationships" id="277" r:id="Ra51afdbc12fc46fc"/>
    <p:sldId xmlns:r="http://schemas.openxmlformats.org/officeDocument/2006/relationships" id="278" r:id="R4ab81fc573f7424e"/>
    <p:sldId xmlns:r="http://schemas.openxmlformats.org/officeDocument/2006/relationships" id="279" r:id="R10c6ad1a9cbb4cd1"/>
    <p:sldId xmlns:r="http://schemas.openxmlformats.org/officeDocument/2006/relationships" id="280" r:id="R3b93967e04e140fc"/>
    <p:sldId xmlns:r="http://schemas.openxmlformats.org/officeDocument/2006/relationships" id="281" r:id="Rd036a8ca47c04aad"/>
    <p:sldId xmlns:r="http://schemas.openxmlformats.org/officeDocument/2006/relationships" id="282" r:id="Rbf09f0c85d3f4a59"/>
    <p:sldId xmlns:r="http://schemas.openxmlformats.org/officeDocument/2006/relationships" id="283" r:id="R1cefcd6e6b8d486a"/>
    <p:sldId xmlns:r="http://schemas.openxmlformats.org/officeDocument/2006/relationships" id="284" r:id="Rf9b0e218f3ec45da"/>
    <p:sldId xmlns:r="http://schemas.openxmlformats.org/officeDocument/2006/relationships" id="285" r:id="Reafbb250be9f470a"/>
    <p:sldId xmlns:r="http://schemas.openxmlformats.org/officeDocument/2006/relationships" id="286" r:id="R8ce8ce1ea6df42cd"/>
    <p:sldId xmlns:r="http://schemas.openxmlformats.org/officeDocument/2006/relationships" id="287" r:id="R7ad099790a6842a0"/>
    <p:sldId xmlns:r="http://schemas.openxmlformats.org/officeDocument/2006/relationships" id="288" r:id="R442790bef0c2441b"/>
    <p:sldId xmlns:r="http://schemas.openxmlformats.org/officeDocument/2006/relationships" id="289" r:id="Raab4e64f70b84a78"/>
    <p:sldId xmlns:r="http://schemas.openxmlformats.org/officeDocument/2006/relationships" id="290" r:id="Rd77adc52fb1a4d2b"/>
    <p:sldId xmlns:r="http://schemas.openxmlformats.org/officeDocument/2006/relationships" id="291" r:id="R913775cea3934099"/>
    <p:sldId xmlns:r="http://schemas.openxmlformats.org/officeDocument/2006/relationships" id="292" r:id="Rb97bc647d5b14267"/>
    <p:sldId xmlns:r="http://schemas.openxmlformats.org/officeDocument/2006/relationships" id="293" r:id="R2bf86e515e77414a"/>
    <p:sldId xmlns:r="http://schemas.openxmlformats.org/officeDocument/2006/relationships" id="294" r:id="R563e11608e434765"/>
    <p:sldId xmlns:r="http://schemas.openxmlformats.org/officeDocument/2006/relationships" id="295" r:id="Rba752b6ba33544be"/>
    <p:sldId xmlns:r="http://schemas.openxmlformats.org/officeDocument/2006/relationships" id="296" r:id="R636dfd307ff545de"/>
    <p:sldId xmlns:r="http://schemas.openxmlformats.org/officeDocument/2006/relationships" id="297" r:id="R7a7abeea92594700"/>
    <p:sldId xmlns:r="http://schemas.openxmlformats.org/officeDocument/2006/relationships" id="298" r:id="Re78973e3bb4b4ed7"/>
    <p:sldId xmlns:r="http://schemas.openxmlformats.org/officeDocument/2006/relationships" id="299" r:id="Rcd138b1a442f4e04"/>
    <p:sldId xmlns:r="http://schemas.openxmlformats.org/officeDocument/2006/relationships" id="300" r:id="R5c0f9b5ca4f64de8"/>
    <p:sldId xmlns:r="http://schemas.openxmlformats.org/officeDocument/2006/relationships" id="301" r:id="Rc51ba32f59714cce"/>
    <p:sldId xmlns:r="http://schemas.openxmlformats.org/officeDocument/2006/relationships" id="302" r:id="R79c51f8bdb204343"/>
    <p:sldId xmlns:r="http://schemas.openxmlformats.org/officeDocument/2006/relationships" id="303" r:id="R63895cb47df44a09"/>
    <p:sldId xmlns:r="http://schemas.openxmlformats.org/officeDocument/2006/relationships" id="304" r:id="Rc7fc631e70fa4f5b"/>
    <p:sldId xmlns:r="http://schemas.openxmlformats.org/officeDocument/2006/relationships" id="305" r:id="Re59bd744e35443fa"/>
    <p:sldId xmlns:r="http://schemas.openxmlformats.org/officeDocument/2006/relationships" id="306" r:id="R21121d49814549a7"/>
    <p:sldId xmlns:r="http://schemas.openxmlformats.org/officeDocument/2006/relationships" id="307" r:id="R2ae2055a6b1d4f0c"/>
    <p:sldId xmlns:r="http://schemas.openxmlformats.org/officeDocument/2006/relationships" id="308" r:id="R0bb3c6d232da4928"/>
    <p:sldId xmlns:r="http://schemas.openxmlformats.org/officeDocument/2006/relationships" id="309" r:id="Rda7d5278264b4e94"/>
    <p:sldId xmlns:r="http://schemas.openxmlformats.org/officeDocument/2006/relationships" id="310" r:id="Rd6481f4c682d4aa0"/>
    <p:sldId xmlns:r="http://schemas.openxmlformats.org/officeDocument/2006/relationships" id="311" r:id="Re968ea3789254b30"/>
    <p:sldId xmlns:r="http://schemas.openxmlformats.org/officeDocument/2006/relationships" id="312" r:id="R4df5162eb9304c72"/>
    <p:sldId xmlns:r="http://schemas.openxmlformats.org/officeDocument/2006/relationships" id="313" r:id="R4764865462814615"/>
    <p:sldId xmlns:r="http://schemas.openxmlformats.org/officeDocument/2006/relationships" id="314" r:id="Re9aa40c6d8de44b7"/>
    <p:sldId xmlns:r="http://schemas.openxmlformats.org/officeDocument/2006/relationships" id="315" r:id="Re276d870b0104ede"/>
    <p:sldId xmlns:r="http://schemas.openxmlformats.org/officeDocument/2006/relationships" id="316" r:id="Ra9a0b6b453e44742"/>
    <p:sldId xmlns:r="http://schemas.openxmlformats.org/officeDocument/2006/relationships" id="317" r:id="Radb3948931ac4520"/>
    <p:sldId xmlns:r="http://schemas.openxmlformats.org/officeDocument/2006/relationships" id="318" r:id="R15cdbb75c2474540"/>
    <p:sldId xmlns:r="http://schemas.openxmlformats.org/officeDocument/2006/relationships" id="319" r:id="R1ae5fa2570df4598"/>
    <p:sldId xmlns:r="http://schemas.openxmlformats.org/officeDocument/2006/relationships" id="320" r:id="Rb6900868e3574cb1"/>
    <p:sldId xmlns:r="http://schemas.openxmlformats.org/officeDocument/2006/relationships" id="321" r:id="R3ba91a0dcd1b4fde"/>
    <p:sldId xmlns:r="http://schemas.openxmlformats.org/officeDocument/2006/relationships" id="322" r:id="R6db261d42837460d"/>
    <p:sldId xmlns:r="http://schemas.openxmlformats.org/officeDocument/2006/relationships" id="323" r:id="Ra3da4fdb70ff4d2a"/>
    <p:sldId xmlns:r="http://schemas.openxmlformats.org/officeDocument/2006/relationships" id="324" r:id="R42c08ba94c83460f"/>
    <p:sldId xmlns:r="http://schemas.openxmlformats.org/officeDocument/2006/relationships" id="325" r:id="Recaeef05aaac4928"/>
    <p:sldId xmlns:r="http://schemas.openxmlformats.org/officeDocument/2006/relationships" id="326" r:id="Raa451bfbc48b40ef"/>
    <p:sldId xmlns:r="http://schemas.openxmlformats.org/officeDocument/2006/relationships" id="327" r:id="R1d1a0ef21a3f407e"/>
    <p:sldId xmlns:r="http://schemas.openxmlformats.org/officeDocument/2006/relationships" id="328" r:id="Rf811f6753a624f42"/>
    <p:sldId xmlns:r="http://schemas.openxmlformats.org/officeDocument/2006/relationships" id="329" r:id="R8da0f488675b4177"/>
    <p:sldId xmlns:r="http://schemas.openxmlformats.org/officeDocument/2006/relationships" id="330" r:id="R36f0e02e5bb24f7d"/>
    <p:sldId xmlns:r="http://schemas.openxmlformats.org/officeDocument/2006/relationships" id="331" r:id="R74a0e8b011634dee"/>
    <p:sldId xmlns:r="http://schemas.openxmlformats.org/officeDocument/2006/relationships" id="332" r:id="Ra72694ba3d9c4c34"/>
    <p:sldId xmlns:r="http://schemas.openxmlformats.org/officeDocument/2006/relationships" id="333" r:id="Rac79cfeacf2e449e"/>
    <p:sldId xmlns:r="http://schemas.openxmlformats.org/officeDocument/2006/relationships" id="334" r:id="Rac01a7ef941c4508"/>
    <p:sldId xmlns:r="http://schemas.openxmlformats.org/officeDocument/2006/relationships" id="335" r:id="R802b16ed9e484608"/>
    <p:sldId xmlns:r="http://schemas.openxmlformats.org/officeDocument/2006/relationships" id="336" r:id="R5d9bc4cf2b1542fb"/>
    <p:sldId xmlns:r="http://schemas.openxmlformats.org/officeDocument/2006/relationships" id="337" r:id="Reb44c8a6f4c2410e"/>
    <p:sldId xmlns:r="http://schemas.openxmlformats.org/officeDocument/2006/relationships" id="338" r:id="R8203601da8974d16"/>
    <p:sldId xmlns:r="http://schemas.openxmlformats.org/officeDocument/2006/relationships" id="339" r:id="R7ae933df99e44539"/>
    <p:sldId xmlns:r="http://schemas.openxmlformats.org/officeDocument/2006/relationships" id="340" r:id="R26faa4567b2943ad"/>
    <p:sldId xmlns:r="http://schemas.openxmlformats.org/officeDocument/2006/relationships" id="341" r:id="R081b5a49db1740c4"/>
    <p:sldId xmlns:r="http://schemas.openxmlformats.org/officeDocument/2006/relationships" id="342" r:id="R0c990135f532460e"/>
    <p:sldId xmlns:r="http://schemas.openxmlformats.org/officeDocument/2006/relationships" id="343" r:id="Rb32e93f410304607"/>
    <p:sldId xmlns:r="http://schemas.openxmlformats.org/officeDocument/2006/relationships" id="344" r:id="R3032eaf4001d44da"/>
    <p:sldId xmlns:r="http://schemas.openxmlformats.org/officeDocument/2006/relationships" id="345" r:id="R992405e19bd249bd"/>
    <p:sldId xmlns:r="http://schemas.openxmlformats.org/officeDocument/2006/relationships" id="346" r:id="Rd83d89b16d2145fb"/>
    <p:sldId xmlns:r="http://schemas.openxmlformats.org/officeDocument/2006/relationships" id="347" r:id="Rd71097091f194a35"/>
    <p:sldId xmlns:r="http://schemas.openxmlformats.org/officeDocument/2006/relationships" id="348" r:id="R23127f2e3c784c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8dc94a20044f61" /><Relationship Type="http://schemas.openxmlformats.org/officeDocument/2006/relationships/slideMaster" Target="/ppt/slideMasters/slideMaster1.xml" Id="R38ff5b6037ae4642" /><Relationship Type="http://schemas.openxmlformats.org/officeDocument/2006/relationships/notesMaster" Target="/ppt/notesMasters/notesMaster1.xml" Id="R184ddebde4d045e5" /><Relationship Type="http://schemas.openxmlformats.org/officeDocument/2006/relationships/presProps" Target="/ppt/presProps.xml" Id="R3b4f940c76aa413a" /><Relationship Type="http://schemas.openxmlformats.org/officeDocument/2006/relationships/tableStyles" Target="/ppt/tableStyles.xml" Id="Rd35c88024fb74b03" /><Relationship Type="http://schemas.openxmlformats.org/officeDocument/2006/relationships/slide" Target="/ppt/slides/slide1.xml" Id="R4a9756a5b7e24d7c" /><Relationship Type="http://schemas.openxmlformats.org/officeDocument/2006/relationships/slide" Target="/ppt/slides/slide2.xml" Id="Rf5e5aeefa76c45e5" /><Relationship Type="http://schemas.openxmlformats.org/officeDocument/2006/relationships/slide" Target="/ppt/slides/slide3.xml" Id="R1381e24104c440e4" /><Relationship Type="http://schemas.openxmlformats.org/officeDocument/2006/relationships/slide" Target="/ppt/slides/slide4.xml" Id="R949849364ba24a4b" /><Relationship Type="http://schemas.openxmlformats.org/officeDocument/2006/relationships/slide" Target="/ppt/slides/slide5.xml" Id="R5e7c9c47c808423e" /><Relationship Type="http://schemas.openxmlformats.org/officeDocument/2006/relationships/slide" Target="/ppt/slides/slide6.xml" Id="R6d051579413c4723" /><Relationship Type="http://schemas.openxmlformats.org/officeDocument/2006/relationships/slide" Target="/ppt/slides/slide7.xml" Id="R8dfba51b78f0446e" /><Relationship Type="http://schemas.openxmlformats.org/officeDocument/2006/relationships/slide" Target="/ppt/slides/slide8.xml" Id="Rcc77f7f3947243e8" /><Relationship Type="http://schemas.openxmlformats.org/officeDocument/2006/relationships/slide" Target="/ppt/slides/slide9.xml" Id="R0dfd827541714fc8" /><Relationship Type="http://schemas.openxmlformats.org/officeDocument/2006/relationships/slide" Target="/ppt/slides/slide10.xml" Id="R14617654a26045db" /><Relationship Type="http://schemas.openxmlformats.org/officeDocument/2006/relationships/slide" Target="/ppt/slides/slide11.xml" Id="R0ebac070d33549d0" /><Relationship Type="http://schemas.openxmlformats.org/officeDocument/2006/relationships/slide" Target="/ppt/slides/slide12.xml" Id="R4fdccab9338f4e5e" /><Relationship Type="http://schemas.openxmlformats.org/officeDocument/2006/relationships/slide" Target="/ppt/slides/slide13.xml" Id="R574443037af04498" /><Relationship Type="http://schemas.openxmlformats.org/officeDocument/2006/relationships/slide" Target="/ppt/slides/slide14.xml" Id="Ree09a71eb3bf4300" /><Relationship Type="http://schemas.openxmlformats.org/officeDocument/2006/relationships/slide" Target="/ppt/slides/slide15.xml" Id="R7b94e16697874eae" /><Relationship Type="http://schemas.openxmlformats.org/officeDocument/2006/relationships/slide" Target="/ppt/slides/slide16.xml" Id="R509cb3d94ea54776" /><Relationship Type="http://schemas.openxmlformats.org/officeDocument/2006/relationships/slide" Target="/ppt/slides/slide17.xml" Id="R13d593dec6b04e48" /><Relationship Type="http://schemas.openxmlformats.org/officeDocument/2006/relationships/slide" Target="/ppt/slides/slide18.xml" Id="R4bc4ac654ffb40fd" /><Relationship Type="http://schemas.openxmlformats.org/officeDocument/2006/relationships/slide" Target="/ppt/slides/slide19.xml" Id="R4da68d6116744657" /><Relationship Type="http://schemas.openxmlformats.org/officeDocument/2006/relationships/slide" Target="/ppt/slides/slide20.xml" Id="R5635d5eb25ac4e46" /><Relationship Type="http://schemas.openxmlformats.org/officeDocument/2006/relationships/slide" Target="/ppt/slides/slide21.xml" Id="R0129826d50b64e88" /><Relationship Type="http://schemas.openxmlformats.org/officeDocument/2006/relationships/slide" Target="/ppt/slides/slide22.xml" Id="Ra51afdbc12fc46fc" /><Relationship Type="http://schemas.openxmlformats.org/officeDocument/2006/relationships/slide" Target="/ppt/slides/slide23.xml" Id="R4ab81fc573f7424e" /><Relationship Type="http://schemas.openxmlformats.org/officeDocument/2006/relationships/slide" Target="/ppt/slides/slide24.xml" Id="R10c6ad1a9cbb4cd1" /><Relationship Type="http://schemas.openxmlformats.org/officeDocument/2006/relationships/slide" Target="/ppt/slides/slide25.xml" Id="R3b93967e04e140fc" /><Relationship Type="http://schemas.openxmlformats.org/officeDocument/2006/relationships/slide" Target="/ppt/slides/slide26.xml" Id="Rd036a8ca47c04aad" /><Relationship Type="http://schemas.openxmlformats.org/officeDocument/2006/relationships/slide" Target="/ppt/slides/slide27.xml" Id="Rbf09f0c85d3f4a59" /><Relationship Type="http://schemas.openxmlformats.org/officeDocument/2006/relationships/slide" Target="/ppt/slides/slide28.xml" Id="R1cefcd6e6b8d486a" /><Relationship Type="http://schemas.openxmlformats.org/officeDocument/2006/relationships/slide" Target="/ppt/slides/slide29.xml" Id="Rf9b0e218f3ec45da" /><Relationship Type="http://schemas.openxmlformats.org/officeDocument/2006/relationships/slide" Target="/ppt/slides/slide30.xml" Id="Reafbb250be9f470a" /><Relationship Type="http://schemas.openxmlformats.org/officeDocument/2006/relationships/slide" Target="/ppt/slides/slide31.xml" Id="R8ce8ce1ea6df42cd" /><Relationship Type="http://schemas.openxmlformats.org/officeDocument/2006/relationships/slide" Target="/ppt/slides/slide32.xml" Id="R7ad099790a6842a0" /><Relationship Type="http://schemas.openxmlformats.org/officeDocument/2006/relationships/slide" Target="/ppt/slides/slide33.xml" Id="R442790bef0c2441b" /><Relationship Type="http://schemas.openxmlformats.org/officeDocument/2006/relationships/slide" Target="/ppt/slides/slide34.xml" Id="Raab4e64f70b84a78" /><Relationship Type="http://schemas.openxmlformats.org/officeDocument/2006/relationships/slide" Target="/ppt/slides/slide35.xml" Id="Rd77adc52fb1a4d2b" /><Relationship Type="http://schemas.openxmlformats.org/officeDocument/2006/relationships/slide" Target="/ppt/slides/slide36.xml" Id="R913775cea3934099" /><Relationship Type="http://schemas.openxmlformats.org/officeDocument/2006/relationships/slide" Target="/ppt/slides/slide37.xml" Id="Rb97bc647d5b14267" /><Relationship Type="http://schemas.openxmlformats.org/officeDocument/2006/relationships/slide" Target="/ppt/slides/slide38.xml" Id="R2bf86e515e77414a" /><Relationship Type="http://schemas.openxmlformats.org/officeDocument/2006/relationships/slide" Target="/ppt/slides/slide39.xml" Id="R563e11608e434765" /><Relationship Type="http://schemas.openxmlformats.org/officeDocument/2006/relationships/slide" Target="/ppt/slides/slide40.xml" Id="Rba752b6ba33544be" /><Relationship Type="http://schemas.openxmlformats.org/officeDocument/2006/relationships/slide" Target="/ppt/slides/slide41.xml" Id="R636dfd307ff545de" /><Relationship Type="http://schemas.openxmlformats.org/officeDocument/2006/relationships/slide" Target="/ppt/slides/slide42.xml" Id="R7a7abeea92594700" /><Relationship Type="http://schemas.openxmlformats.org/officeDocument/2006/relationships/slide" Target="/ppt/slides/slide43.xml" Id="Re78973e3bb4b4ed7" /><Relationship Type="http://schemas.openxmlformats.org/officeDocument/2006/relationships/slide" Target="/ppt/slides/slide44.xml" Id="Rcd138b1a442f4e04" /><Relationship Type="http://schemas.openxmlformats.org/officeDocument/2006/relationships/slide" Target="/ppt/slides/slide45.xml" Id="R5c0f9b5ca4f64de8" /><Relationship Type="http://schemas.openxmlformats.org/officeDocument/2006/relationships/slide" Target="/ppt/slides/slide46.xml" Id="Rc51ba32f59714cce" /><Relationship Type="http://schemas.openxmlformats.org/officeDocument/2006/relationships/slide" Target="/ppt/slides/slide47.xml" Id="R79c51f8bdb204343" /><Relationship Type="http://schemas.openxmlformats.org/officeDocument/2006/relationships/slide" Target="/ppt/slides/slide48.xml" Id="R63895cb47df44a09" /><Relationship Type="http://schemas.openxmlformats.org/officeDocument/2006/relationships/slide" Target="/ppt/slides/slide49.xml" Id="Rc7fc631e70fa4f5b" /><Relationship Type="http://schemas.openxmlformats.org/officeDocument/2006/relationships/slide" Target="/ppt/slides/slide50.xml" Id="Re59bd744e35443fa" /><Relationship Type="http://schemas.openxmlformats.org/officeDocument/2006/relationships/slide" Target="/ppt/slides/slide51.xml" Id="R21121d49814549a7" /><Relationship Type="http://schemas.openxmlformats.org/officeDocument/2006/relationships/slide" Target="/ppt/slides/slide52.xml" Id="R2ae2055a6b1d4f0c" /><Relationship Type="http://schemas.openxmlformats.org/officeDocument/2006/relationships/slide" Target="/ppt/slides/slide53.xml" Id="R0bb3c6d232da4928" /><Relationship Type="http://schemas.openxmlformats.org/officeDocument/2006/relationships/slide" Target="/ppt/slides/slide54.xml" Id="Rda7d5278264b4e94" /><Relationship Type="http://schemas.openxmlformats.org/officeDocument/2006/relationships/slide" Target="/ppt/slides/slide55.xml" Id="Rd6481f4c682d4aa0" /><Relationship Type="http://schemas.openxmlformats.org/officeDocument/2006/relationships/slide" Target="/ppt/slides/slide56.xml" Id="Re968ea3789254b30" /><Relationship Type="http://schemas.openxmlformats.org/officeDocument/2006/relationships/slide" Target="/ppt/slides/slide57.xml" Id="R4df5162eb9304c72" /><Relationship Type="http://schemas.openxmlformats.org/officeDocument/2006/relationships/slide" Target="/ppt/slides/slide58.xml" Id="R4764865462814615" /><Relationship Type="http://schemas.openxmlformats.org/officeDocument/2006/relationships/slide" Target="/ppt/slides/slide59.xml" Id="Re9aa40c6d8de44b7" /><Relationship Type="http://schemas.openxmlformats.org/officeDocument/2006/relationships/slide" Target="/ppt/slides/slide60.xml" Id="Re276d870b0104ede" /><Relationship Type="http://schemas.openxmlformats.org/officeDocument/2006/relationships/slide" Target="/ppt/slides/slide61.xml" Id="Ra9a0b6b453e44742" /><Relationship Type="http://schemas.openxmlformats.org/officeDocument/2006/relationships/slide" Target="/ppt/slides/slide62.xml" Id="Radb3948931ac4520" /><Relationship Type="http://schemas.openxmlformats.org/officeDocument/2006/relationships/slide" Target="/ppt/slides/slide63.xml" Id="R15cdbb75c2474540" /><Relationship Type="http://schemas.openxmlformats.org/officeDocument/2006/relationships/slide" Target="/ppt/slides/slide64.xml" Id="R1ae5fa2570df4598" /><Relationship Type="http://schemas.openxmlformats.org/officeDocument/2006/relationships/slide" Target="/ppt/slides/slide65.xml" Id="Rb6900868e3574cb1" /><Relationship Type="http://schemas.openxmlformats.org/officeDocument/2006/relationships/slide" Target="/ppt/slides/slide66.xml" Id="R3ba91a0dcd1b4fde" /><Relationship Type="http://schemas.openxmlformats.org/officeDocument/2006/relationships/slide" Target="/ppt/slides/slide67.xml" Id="R6db261d42837460d" /><Relationship Type="http://schemas.openxmlformats.org/officeDocument/2006/relationships/slide" Target="/ppt/slides/slide68.xml" Id="Ra3da4fdb70ff4d2a" /><Relationship Type="http://schemas.openxmlformats.org/officeDocument/2006/relationships/slide" Target="/ppt/slides/slide69.xml" Id="R42c08ba94c83460f" /><Relationship Type="http://schemas.openxmlformats.org/officeDocument/2006/relationships/slide" Target="/ppt/slides/slide70.xml" Id="Recaeef05aaac4928" /><Relationship Type="http://schemas.openxmlformats.org/officeDocument/2006/relationships/slide" Target="/ppt/slides/slide71.xml" Id="Raa451bfbc48b40ef" /><Relationship Type="http://schemas.openxmlformats.org/officeDocument/2006/relationships/slide" Target="/ppt/slides/slide72.xml" Id="R1d1a0ef21a3f407e" /><Relationship Type="http://schemas.openxmlformats.org/officeDocument/2006/relationships/slide" Target="/ppt/slides/slide73.xml" Id="Rf811f6753a624f42" /><Relationship Type="http://schemas.openxmlformats.org/officeDocument/2006/relationships/slide" Target="/ppt/slides/slide74.xml" Id="R8da0f488675b4177" /><Relationship Type="http://schemas.openxmlformats.org/officeDocument/2006/relationships/slide" Target="/ppt/slides/slide75.xml" Id="R36f0e02e5bb24f7d" /><Relationship Type="http://schemas.openxmlformats.org/officeDocument/2006/relationships/slide" Target="/ppt/slides/slide76.xml" Id="R74a0e8b011634dee" /><Relationship Type="http://schemas.openxmlformats.org/officeDocument/2006/relationships/slide" Target="/ppt/slides/slide77.xml" Id="Ra72694ba3d9c4c34" /><Relationship Type="http://schemas.openxmlformats.org/officeDocument/2006/relationships/slide" Target="/ppt/slides/slide78.xml" Id="Rac79cfeacf2e449e" /><Relationship Type="http://schemas.openxmlformats.org/officeDocument/2006/relationships/slide" Target="/ppt/slides/slide79.xml" Id="Rac01a7ef941c4508" /><Relationship Type="http://schemas.openxmlformats.org/officeDocument/2006/relationships/slide" Target="/ppt/slides/slide80.xml" Id="R802b16ed9e484608" /><Relationship Type="http://schemas.openxmlformats.org/officeDocument/2006/relationships/slide" Target="/ppt/slides/slide81.xml" Id="R5d9bc4cf2b1542fb" /><Relationship Type="http://schemas.openxmlformats.org/officeDocument/2006/relationships/slide" Target="/ppt/slides/slide82.xml" Id="Reb44c8a6f4c2410e" /><Relationship Type="http://schemas.openxmlformats.org/officeDocument/2006/relationships/slide" Target="/ppt/slides/slide83.xml" Id="R8203601da8974d16" /><Relationship Type="http://schemas.openxmlformats.org/officeDocument/2006/relationships/slide" Target="/ppt/slides/slide84.xml" Id="R7ae933df99e44539" /><Relationship Type="http://schemas.openxmlformats.org/officeDocument/2006/relationships/slide" Target="/ppt/slides/slide85.xml" Id="R26faa4567b2943ad" /><Relationship Type="http://schemas.openxmlformats.org/officeDocument/2006/relationships/slide" Target="/ppt/slides/slide86.xml" Id="R081b5a49db1740c4" /><Relationship Type="http://schemas.openxmlformats.org/officeDocument/2006/relationships/slide" Target="/ppt/slides/slide87.xml" Id="R0c990135f532460e" /><Relationship Type="http://schemas.openxmlformats.org/officeDocument/2006/relationships/slide" Target="/ppt/slides/slide88.xml" Id="Rb32e93f410304607" /><Relationship Type="http://schemas.openxmlformats.org/officeDocument/2006/relationships/slide" Target="/ppt/slides/slide89.xml" Id="R3032eaf4001d44da" /><Relationship Type="http://schemas.openxmlformats.org/officeDocument/2006/relationships/slide" Target="/ppt/slides/slide90.xml" Id="R992405e19bd249bd" /><Relationship Type="http://schemas.openxmlformats.org/officeDocument/2006/relationships/slide" Target="/ppt/slides/slide91.xml" Id="Rd83d89b16d2145fb" /><Relationship Type="http://schemas.openxmlformats.org/officeDocument/2006/relationships/slide" Target="/ppt/slides/slide92.xml" Id="Rd71097091f194a35" /><Relationship Type="http://schemas.openxmlformats.org/officeDocument/2006/relationships/slide" Target="/ppt/slides/slide93.xml" Id="R23127f2e3c784c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3a9a82dee34a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5d63ed4d13447e" /><Relationship Type="http://schemas.openxmlformats.org/officeDocument/2006/relationships/notesMaster" Target="/ppt/notesMasters/notesMaster1.xml" Id="Rc371dc04da0a43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015b61e675c4a66" /><Relationship Type="http://schemas.openxmlformats.org/officeDocument/2006/relationships/notesMaster" Target="/ppt/notesMasters/notesMaster1.xml" Id="Re07c14acf6fa43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33de271a0d4fa4" /><Relationship Type="http://schemas.openxmlformats.org/officeDocument/2006/relationships/notesMaster" Target="/ppt/notesMasters/notesMaster1.xml" Id="R9cd330f78da34f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16dea918444283" /><Relationship Type="http://schemas.openxmlformats.org/officeDocument/2006/relationships/notesMaster" Target="/ppt/notesMasters/notesMaster1.xml" Id="R89ac1229041248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29b2bbda254f77" /><Relationship Type="http://schemas.openxmlformats.org/officeDocument/2006/relationships/notesMaster" Target="/ppt/notesMasters/notesMaster1.xml" Id="Re30e5c544bc142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aa44335cb64dcc" /><Relationship Type="http://schemas.openxmlformats.org/officeDocument/2006/relationships/notesMaster" Target="/ppt/notesMasters/notesMaster1.xml" Id="R91f4cb0827464a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1d2f29c5fd45ca" /><Relationship Type="http://schemas.openxmlformats.org/officeDocument/2006/relationships/notesMaster" Target="/ppt/notesMasters/notesMaster1.xml" Id="R5f4018fe369147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f6521b65624687" /><Relationship Type="http://schemas.openxmlformats.org/officeDocument/2006/relationships/notesMaster" Target="/ppt/notesMasters/notesMaster1.xml" Id="Rac9d69078cdb4b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b2d46cb129439c" /><Relationship Type="http://schemas.openxmlformats.org/officeDocument/2006/relationships/notesMaster" Target="/ppt/notesMasters/notesMaster1.xml" Id="Rb30e0253f5ef46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b2ec7c350b4b7b" /><Relationship Type="http://schemas.openxmlformats.org/officeDocument/2006/relationships/notesMaster" Target="/ppt/notesMasters/notesMaster1.xml" Id="R571091a4b1984c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54d51126874880" /><Relationship Type="http://schemas.openxmlformats.org/officeDocument/2006/relationships/notesMaster" Target="/ppt/notesMasters/notesMaster1.xml" Id="R45e12cc7d81d4c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a684e25fb64921" /><Relationship Type="http://schemas.openxmlformats.org/officeDocument/2006/relationships/notesMaster" Target="/ppt/notesMasters/notesMaster1.xml" Id="R029ef49a71a54c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c88c61097043d4" /><Relationship Type="http://schemas.openxmlformats.org/officeDocument/2006/relationships/notesMaster" Target="/ppt/notesMasters/notesMaster1.xml" Id="R47281a334c244c7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8fc16a0a594739" /><Relationship Type="http://schemas.openxmlformats.org/officeDocument/2006/relationships/notesMaster" Target="/ppt/notesMasters/notesMaster1.xml" Id="R075a2f2c071b4d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d39cfb372c42d9" /><Relationship Type="http://schemas.openxmlformats.org/officeDocument/2006/relationships/notesMaster" Target="/ppt/notesMasters/notesMaster1.xml" Id="R6c323cdec85b46f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92d1a8284c44c1" /><Relationship Type="http://schemas.openxmlformats.org/officeDocument/2006/relationships/notesMaster" Target="/ppt/notesMasters/notesMaster1.xml" Id="R4146e17f7ca2448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82d87ea19e44779" /><Relationship Type="http://schemas.openxmlformats.org/officeDocument/2006/relationships/notesMaster" Target="/ppt/notesMasters/notesMaster1.xml" Id="R93d02033692d46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73d411978a147f8" /><Relationship Type="http://schemas.openxmlformats.org/officeDocument/2006/relationships/notesMaster" Target="/ppt/notesMasters/notesMaster1.xml" Id="R73dda5dc1d844b4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c3b33aeae44277" /><Relationship Type="http://schemas.openxmlformats.org/officeDocument/2006/relationships/notesMaster" Target="/ppt/notesMasters/notesMaster1.xml" Id="R28c6267e2d9942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ffc34588594aa8" /><Relationship Type="http://schemas.openxmlformats.org/officeDocument/2006/relationships/notesMaster" Target="/ppt/notesMasters/notesMaster1.xml" Id="R1e047c2a6d0f434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0a52745f384208" /><Relationship Type="http://schemas.openxmlformats.org/officeDocument/2006/relationships/notesMaster" Target="/ppt/notesMasters/notesMaster1.xml" Id="R54358d808d22409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6dab4877db45d2" /><Relationship Type="http://schemas.openxmlformats.org/officeDocument/2006/relationships/notesMaster" Target="/ppt/notesMasters/notesMaster1.xml" Id="Re19af493a64044e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897a0f012f4010" /><Relationship Type="http://schemas.openxmlformats.org/officeDocument/2006/relationships/notesMaster" Target="/ppt/notesMasters/notesMaster1.xml" Id="R3838f07b626f491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366f4bbf684263" /><Relationship Type="http://schemas.openxmlformats.org/officeDocument/2006/relationships/notesMaster" Target="/ppt/notesMasters/notesMaster1.xml" Id="R85cca2ce088e450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4cbdcf470c4803" /><Relationship Type="http://schemas.openxmlformats.org/officeDocument/2006/relationships/notesMaster" Target="/ppt/notesMasters/notesMaster1.xml" Id="R6b6394b1aa0244f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b12be88bcd94501" /><Relationship Type="http://schemas.openxmlformats.org/officeDocument/2006/relationships/notesMaster" Target="/ppt/notesMasters/notesMaster1.xml" Id="Reb0dc847e5124e8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71585c400f144b1" /><Relationship Type="http://schemas.openxmlformats.org/officeDocument/2006/relationships/notesMaster" Target="/ppt/notesMasters/notesMaster1.xml" Id="R47b3e350221245e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11ab3758a5c4fdc" /><Relationship Type="http://schemas.openxmlformats.org/officeDocument/2006/relationships/notesMaster" Target="/ppt/notesMasters/notesMaster1.xml" Id="Ra19c53d0f435495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c416b65da4f47d3" /><Relationship Type="http://schemas.openxmlformats.org/officeDocument/2006/relationships/notesMaster" Target="/ppt/notesMasters/notesMaster1.xml" Id="Rdf175d760453427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18f722fa2424270" /><Relationship Type="http://schemas.openxmlformats.org/officeDocument/2006/relationships/notesMaster" Target="/ppt/notesMasters/notesMaster1.xml" Id="R0c060298faf5403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dbbbef682ed4038" /><Relationship Type="http://schemas.openxmlformats.org/officeDocument/2006/relationships/notesMaster" Target="/ppt/notesMasters/notesMaster1.xml" Id="R68da1476a81e4a2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a36b44b42243d4" /><Relationship Type="http://schemas.openxmlformats.org/officeDocument/2006/relationships/notesMaster" Target="/ppt/notesMasters/notesMaster1.xml" Id="Rd9ef0b536aab4ad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0df1f000d4b4cf9" /><Relationship Type="http://schemas.openxmlformats.org/officeDocument/2006/relationships/notesMaster" Target="/ppt/notesMasters/notesMaster1.xml" Id="R3d4eb75ac66c4da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eb97c32784d4336" /><Relationship Type="http://schemas.openxmlformats.org/officeDocument/2006/relationships/notesMaster" Target="/ppt/notesMasters/notesMaster1.xml" Id="R78989f782bca412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e7b56b02f6047ee" /><Relationship Type="http://schemas.openxmlformats.org/officeDocument/2006/relationships/notesMaster" Target="/ppt/notesMasters/notesMaster1.xml" Id="Re869120eaa76447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f04119c99164c41" /><Relationship Type="http://schemas.openxmlformats.org/officeDocument/2006/relationships/notesMaster" Target="/ppt/notesMasters/notesMaster1.xml" Id="Re9cc91476270431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7fc9892c30548c1" /><Relationship Type="http://schemas.openxmlformats.org/officeDocument/2006/relationships/notesMaster" Target="/ppt/notesMasters/notesMaster1.xml" Id="R5d175dcfa351485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ea745c12c044a74" /><Relationship Type="http://schemas.openxmlformats.org/officeDocument/2006/relationships/notesMaster" Target="/ppt/notesMasters/notesMaster1.xml" Id="Ra74b6371f1d6470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62b120090534e1a" /><Relationship Type="http://schemas.openxmlformats.org/officeDocument/2006/relationships/notesMaster" Target="/ppt/notesMasters/notesMaster1.xml" Id="R132d8b28eab8429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09abc72cddd4554" /><Relationship Type="http://schemas.openxmlformats.org/officeDocument/2006/relationships/notesMaster" Target="/ppt/notesMasters/notesMaster1.xml" Id="R072dd8e70d05474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248be28cf5e4c06" /><Relationship Type="http://schemas.openxmlformats.org/officeDocument/2006/relationships/notesMaster" Target="/ppt/notesMasters/notesMaster1.xml" Id="R1cd3037725f640f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5fe13e046ac4b0c" /><Relationship Type="http://schemas.openxmlformats.org/officeDocument/2006/relationships/notesMaster" Target="/ppt/notesMasters/notesMaster1.xml" Id="R56b038f162004f8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0a716018bed4c58" /><Relationship Type="http://schemas.openxmlformats.org/officeDocument/2006/relationships/notesMaster" Target="/ppt/notesMasters/notesMaster1.xml" Id="Rc09729f4e5e3478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03d0d6dd6ce4aba" /><Relationship Type="http://schemas.openxmlformats.org/officeDocument/2006/relationships/notesMaster" Target="/ppt/notesMasters/notesMaster1.xml" Id="R520648d82aa9431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eef74c5895945e5" /><Relationship Type="http://schemas.openxmlformats.org/officeDocument/2006/relationships/notesMaster" Target="/ppt/notesMasters/notesMaster1.xml" Id="Refd5cc33e1104ae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1fe73783e5b43ee" /><Relationship Type="http://schemas.openxmlformats.org/officeDocument/2006/relationships/notesMaster" Target="/ppt/notesMasters/notesMaster1.xml" Id="Rbfd53bfd15a2462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6900b07101a4b4c" /><Relationship Type="http://schemas.openxmlformats.org/officeDocument/2006/relationships/notesMaster" Target="/ppt/notesMasters/notesMaster1.xml" Id="R57096e3a28f2405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cff54d55d154282" /><Relationship Type="http://schemas.openxmlformats.org/officeDocument/2006/relationships/notesMaster" Target="/ppt/notesMasters/notesMaster1.xml" Id="R0a1aba3c25764f2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b77cda9b7394eac" /><Relationship Type="http://schemas.openxmlformats.org/officeDocument/2006/relationships/notesMaster" Target="/ppt/notesMasters/notesMaster1.xml" Id="R262a8c9fa8b54f8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327dbbe3d894faf" /><Relationship Type="http://schemas.openxmlformats.org/officeDocument/2006/relationships/notesMaster" Target="/ppt/notesMasters/notesMaster1.xml" Id="Re0b9067ba1c64d2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d8a91fd94544a02" /><Relationship Type="http://schemas.openxmlformats.org/officeDocument/2006/relationships/notesMaster" Target="/ppt/notesMasters/notesMaster1.xml" Id="R113231cf67af480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756f0e8c3bb42a2" /><Relationship Type="http://schemas.openxmlformats.org/officeDocument/2006/relationships/notesMaster" Target="/ppt/notesMasters/notesMaster1.xml" Id="Rb33e97d7bfd347e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ef1e4b75e2d4191" /><Relationship Type="http://schemas.openxmlformats.org/officeDocument/2006/relationships/notesMaster" Target="/ppt/notesMasters/notesMaster1.xml" Id="R4e276c9477394df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d8b9ff745054553" /><Relationship Type="http://schemas.openxmlformats.org/officeDocument/2006/relationships/notesMaster" Target="/ppt/notesMasters/notesMaster1.xml" Id="R3fa4b3b2d8e2434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bec38041995405f" /><Relationship Type="http://schemas.openxmlformats.org/officeDocument/2006/relationships/notesMaster" Target="/ppt/notesMasters/notesMaster1.xml" Id="Rd4bb586d7e3b455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46d638cb01f4655" /><Relationship Type="http://schemas.openxmlformats.org/officeDocument/2006/relationships/notesMaster" Target="/ppt/notesMasters/notesMaster1.xml" Id="R2887ffde9ce24c1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8880a4579f24e7a" /><Relationship Type="http://schemas.openxmlformats.org/officeDocument/2006/relationships/notesMaster" Target="/ppt/notesMasters/notesMaster1.xml" Id="Rd6d1bbd1a1e7488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21ddd07815c478e" /><Relationship Type="http://schemas.openxmlformats.org/officeDocument/2006/relationships/notesMaster" Target="/ppt/notesMasters/notesMaster1.xml" Id="Rfafe9ac31ddb486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da281464ee148df" /><Relationship Type="http://schemas.openxmlformats.org/officeDocument/2006/relationships/notesMaster" Target="/ppt/notesMasters/notesMaster1.xml" Id="Re4ed203d6c994bf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9aa35171a144fbd" /><Relationship Type="http://schemas.openxmlformats.org/officeDocument/2006/relationships/notesMaster" Target="/ppt/notesMasters/notesMaster1.xml" Id="Reba25e6e56ee4ca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b16731cc1048f6" /><Relationship Type="http://schemas.openxmlformats.org/officeDocument/2006/relationships/notesMaster" Target="/ppt/notesMasters/notesMaster1.xml" Id="Rd2f1285d645948b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e10eff0f08c407e" /><Relationship Type="http://schemas.openxmlformats.org/officeDocument/2006/relationships/notesMaster" Target="/ppt/notesMasters/notesMaster1.xml" Id="Rae4747211c2c424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fb7eca831c24266" /><Relationship Type="http://schemas.openxmlformats.org/officeDocument/2006/relationships/notesMaster" Target="/ppt/notesMasters/notesMaster1.xml" Id="R630a889429b0499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8a546f4e8b14f74" /><Relationship Type="http://schemas.openxmlformats.org/officeDocument/2006/relationships/notesMaster" Target="/ppt/notesMasters/notesMaster1.xml" Id="R3d2a827c8fdd439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f753a3948c04e4d" /><Relationship Type="http://schemas.openxmlformats.org/officeDocument/2006/relationships/notesMaster" Target="/ppt/notesMasters/notesMaster1.xml" Id="R1c02c947b50f458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c7bf96d844243f3" /><Relationship Type="http://schemas.openxmlformats.org/officeDocument/2006/relationships/notesMaster" Target="/ppt/notesMasters/notesMaster1.xml" Id="Re6c8cfe725b44d8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f824ead12a24766" /><Relationship Type="http://schemas.openxmlformats.org/officeDocument/2006/relationships/notesMaster" Target="/ppt/notesMasters/notesMaster1.xml" Id="Rec015e5ff9a2425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713458ebd5345e8" /><Relationship Type="http://schemas.openxmlformats.org/officeDocument/2006/relationships/notesMaster" Target="/ppt/notesMasters/notesMaster1.xml" Id="Rfabbdea977e1409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971008606f748b1" /><Relationship Type="http://schemas.openxmlformats.org/officeDocument/2006/relationships/notesMaster" Target="/ppt/notesMasters/notesMaster1.xml" Id="Rc9ab0450924f493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d95825718de40a6" /><Relationship Type="http://schemas.openxmlformats.org/officeDocument/2006/relationships/notesMaster" Target="/ppt/notesMasters/notesMaster1.xml" Id="R3020f984a1954d4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87224b2394b4553" /><Relationship Type="http://schemas.openxmlformats.org/officeDocument/2006/relationships/notesMaster" Target="/ppt/notesMasters/notesMaster1.xml" Id="R962102f8aad343b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7e5cf240cb94b12" /><Relationship Type="http://schemas.openxmlformats.org/officeDocument/2006/relationships/notesMaster" Target="/ppt/notesMasters/notesMaster1.xml" Id="R66089e776b96461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5c0fba933d9491c" /><Relationship Type="http://schemas.openxmlformats.org/officeDocument/2006/relationships/notesMaster" Target="/ppt/notesMasters/notesMaster1.xml" Id="Rf0135db55473405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9cb9b6ac54c4514" /><Relationship Type="http://schemas.openxmlformats.org/officeDocument/2006/relationships/notesMaster" Target="/ppt/notesMasters/notesMaster1.xml" Id="Rf3c64d61ed5f40f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69b1a238dc64668" /><Relationship Type="http://schemas.openxmlformats.org/officeDocument/2006/relationships/notesMaster" Target="/ppt/notesMasters/notesMaster1.xml" Id="R9819ae3d58ed473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b24d18c22c049bb" /><Relationship Type="http://schemas.openxmlformats.org/officeDocument/2006/relationships/notesMaster" Target="/ppt/notesMasters/notesMaster1.xml" Id="Ra66d49b28110408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6c17e1760134cc4" /><Relationship Type="http://schemas.openxmlformats.org/officeDocument/2006/relationships/notesMaster" Target="/ppt/notesMasters/notesMaster1.xml" Id="R28d00f055f2842a4"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f8f616e7c6749e9" /><Relationship Type="http://schemas.openxmlformats.org/officeDocument/2006/relationships/notesMaster" Target="/ppt/notesMasters/notesMaster1.xml" Id="R06698a608a204eb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fa9e865ec8b47ca" /><Relationship Type="http://schemas.openxmlformats.org/officeDocument/2006/relationships/notesMaster" Target="/ppt/notesMasters/notesMaster1.xml" Id="R4b68b415abc049d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beda884dd0146d4" /><Relationship Type="http://schemas.openxmlformats.org/officeDocument/2006/relationships/notesMaster" Target="/ppt/notesMasters/notesMaster1.xml" Id="R30aee13dcbc44ce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fe4bccde57f4276" /><Relationship Type="http://schemas.openxmlformats.org/officeDocument/2006/relationships/notesMaster" Target="/ppt/notesMasters/notesMaster1.xml" Id="Rf48afa05668945f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1266de41a6114cac" /><Relationship Type="http://schemas.openxmlformats.org/officeDocument/2006/relationships/notesMaster" Target="/ppt/notesMasters/notesMaster1.xml" Id="R623def7ba91447a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0ab7fbcab0043a8" /><Relationship Type="http://schemas.openxmlformats.org/officeDocument/2006/relationships/notesMaster" Target="/ppt/notesMasters/notesMaster1.xml" Id="R3b7057af08a0439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d4be5102ad14cae" /><Relationship Type="http://schemas.openxmlformats.org/officeDocument/2006/relationships/notesMaster" Target="/ppt/notesMasters/notesMaster1.xml" Id="R8619a1635d7c4dc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7cdaccef0fd42d0" /><Relationship Type="http://schemas.openxmlformats.org/officeDocument/2006/relationships/notesMaster" Target="/ppt/notesMasters/notesMaster1.xml" Id="R0a58021b0330465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34665aae00844b0" /><Relationship Type="http://schemas.openxmlformats.org/officeDocument/2006/relationships/notesMaster" Target="/ppt/notesMasters/notesMaster1.xml" Id="R5f87dbb52a03419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381e0fd4cab44c0" /><Relationship Type="http://schemas.openxmlformats.org/officeDocument/2006/relationships/notesMaster" Target="/ppt/notesMasters/notesMaster1.xml" Id="Rcd7a5c7f42954db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d01e95d64a444a7" /><Relationship Type="http://schemas.openxmlformats.org/officeDocument/2006/relationships/notesMaster" Target="/ppt/notesMasters/notesMaster1.xml" Id="R8b2ed1bd375f4c6c"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26f71006d329402d" /><Relationship Type="http://schemas.openxmlformats.org/officeDocument/2006/relationships/notesMaster" Target="/ppt/notesMasters/notesMaster1.xml" Id="Rb96c2ec0a618478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8d9c19df3c14925" /><Relationship Type="http://schemas.openxmlformats.org/officeDocument/2006/relationships/notesMaster" Target="/ppt/notesMasters/notesMaster1.xml" Id="R225fe12d4e41465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e78ef54db504c6c" /><Relationship Type="http://schemas.openxmlformats.org/officeDocument/2006/relationships/notesMaster" Target="/ppt/notesMasters/notesMaster1.xml" Id="R697e1469ad0244d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73f001c08d34f14" /><Relationship Type="http://schemas.openxmlformats.org/officeDocument/2006/relationships/notesMaster" Target="/ppt/notesMasters/notesMaster1.xml" Id="R02377401ad954b7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af50201571c42ba" /><Relationship Type="http://schemas.openxmlformats.org/officeDocument/2006/relationships/notesMaster" Target="/ppt/notesMasters/notesMaster1.xml" Id="R0ce4c3ec17c245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82adea8f8b4a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593c8406d44c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15651c6d50042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7a3ab8df9840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3db06e9795b43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b4311a45af84e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B47FFE-BE81-4CCA-AE91-A3873878708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0C42040-2A65-421B-8F86-EE37C2F3801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8A73B5-CBE7-4D0D-AD5B-A8E03F1695E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804A36-64E4-4387-AD48-9B3CAA010F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D5A2997-0EE2-45C8-8595-E352F31F649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8DBB1BA-D45C-431D-96F1-120296BD1A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EC4D48-C84B-4E3D-8975-3630DB573E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138D523-E9F2-415D-AD31-84843E61FFB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93E349-F4B9-4021-81AB-718B35845F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3251C7-2152-42D6-91BA-38C1EA4B0E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ff89aa63264d78" /><Relationship Type="http://schemas.openxmlformats.org/officeDocument/2006/relationships/slideLayout" Target="/ppt/slideLayouts/slideLayout1.xml" Id="R1897b10ccd1d4255" /><Relationship Type="http://schemas.openxmlformats.org/officeDocument/2006/relationships/slideLayout" Target="/ppt/slideLayouts/slideLayout2.xml" Id="Rff5d18f71420464a" /><Relationship Type="http://schemas.openxmlformats.org/officeDocument/2006/relationships/slideLayout" Target="/ppt/slideLayouts/slideLayout3.xml" Id="R3ca5dde4761e4d71" /><Relationship Type="http://schemas.openxmlformats.org/officeDocument/2006/relationships/slideLayout" Target="/ppt/slideLayouts/slideLayout4.xml" Id="R0811765df79b4e19" /><Relationship Type="http://schemas.openxmlformats.org/officeDocument/2006/relationships/slideLayout" Target="/ppt/slideLayouts/slideLayout5.xml" Id="Rdc324078bc214812" /><Relationship Type="http://schemas.openxmlformats.org/officeDocument/2006/relationships/slideLayout" Target="/ppt/slideLayouts/slideLayout6.xml" Id="Rbfc9d965aef849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97b10ccd1d4255"/>
    <p:sldLayoutId xmlns:r="http://schemas.openxmlformats.org/officeDocument/2006/relationships" id="2147483650" r:id="Rff5d18f71420464a"/>
    <p:sldLayoutId xmlns:r="http://schemas.openxmlformats.org/officeDocument/2006/relationships" id="2147483651" r:id="R3ca5dde4761e4d71"/>
    <p:sldLayoutId xmlns:r="http://schemas.openxmlformats.org/officeDocument/2006/relationships" id="2147483652" r:id="R0811765df79b4e19"/>
    <p:sldLayoutId xmlns:r="http://schemas.openxmlformats.org/officeDocument/2006/relationships" id="2147483653" r:id="Rdc324078bc214812"/>
    <p:sldLayoutId xmlns:r="http://schemas.openxmlformats.org/officeDocument/2006/relationships" id="2147483654" r:id="Rbfc9d965aef849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c1aeb4234644bed" /><Relationship Type="http://schemas.openxmlformats.org/officeDocument/2006/relationships/image" Target="/ppt/media/image.png" Id="R071d870827194d9e" /><Relationship Type="http://schemas.openxmlformats.org/officeDocument/2006/relationships/notesSlide" Target="/ppt/notesSlides/notesSlide1.xml" Id="Rb0f659113ae143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3b16704e3a4a1d" /><Relationship Type="http://schemas.openxmlformats.org/officeDocument/2006/relationships/notesSlide" Target="/ppt/notesSlides/notesSlide2.xml" Id="R7341c82e5d8847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efcce5af7e4292" /><Relationship Type="http://schemas.openxmlformats.org/officeDocument/2006/relationships/notesSlide" Target="/ppt/notesSlides/notesSlide3.xml" Id="R6ea4675b0c25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37eecbf748f4ca3" /><Relationship Type="http://schemas.openxmlformats.org/officeDocument/2006/relationships/image" Target="/ppt/media/image2.png" Id="R4a34a29b11ec4f25" /><Relationship Type="http://schemas.openxmlformats.org/officeDocument/2006/relationships/notesSlide" Target="/ppt/notesSlides/notesSlide4.xml" Id="R8d697f18eae44a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44f9ea82e243c4" /><Relationship Type="http://schemas.openxmlformats.org/officeDocument/2006/relationships/notesSlide" Target="/ppt/notesSlides/notesSlide5.xml" Id="R2173a4798a404f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7cb97d5c3d84574" /><Relationship Type="http://schemas.openxmlformats.org/officeDocument/2006/relationships/notesSlide" Target="/ppt/notesSlides/notesSlide6.xml" Id="R57240f77c6a841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f176a339cd84932" /><Relationship Type="http://schemas.openxmlformats.org/officeDocument/2006/relationships/image" Target="/ppt/media/image3.png" Id="R064af737db074144" /><Relationship Type="http://schemas.openxmlformats.org/officeDocument/2006/relationships/notesSlide" Target="/ppt/notesSlides/notesSlide7.xml" Id="R1d195097dde14c9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bca822803040c5" /><Relationship Type="http://schemas.openxmlformats.org/officeDocument/2006/relationships/notesSlide" Target="/ppt/notesSlides/notesSlide8.xml" Id="R6f8ebbc3a95a48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b3a5adf27844864" /><Relationship Type="http://schemas.openxmlformats.org/officeDocument/2006/relationships/image" Target="/ppt/media/image4.png" Id="Ra52e463041124426" /><Relationship Type="http://schemas.openxmlformats.org/officeDocument/2006/relationships/image" Target="/ppt/media/image5.png" Id="R54b19b5802174cd6" /><Relationship Type="http://schemas.openxmlformats.org/officeDocument/2006/relationships/image" Target="/ppt/media/image6.png" Id="Rc666112548ea45f5" /><Relationship Type="http://schemas.openxmlformats.org/officeDocument/2006/relationships/notesSlide" Target="/ppt/notesSlides/notesSlide9.xml" Id="R4ef5ad440c96474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6f835a7c0b42dc" /><Relationship Type="http://schemas.openxmlformats.org/officeDocument/2006/relationships/notesSlide" Target="/ppt/notesSlides/notesSlide10.xml" Id="R4a8fc337305549a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acd5c368d6143dd" /><Relationship Type="http://schemas.openxmlformats.org/officeDocument/2006/relationships/image" Target="/ppt/media/image7.png" Id="Ra59703b670d4400a" /><Relationship Type="http://schemas.openxmlformats.org/officeDocument/2006/relationships/image" Target="/ppt/media/image8.png" Id="R3f2cfbd76d5c4e70" /><Relationship Type="http://schemas.openxmlformats.org/officeDocument/2006/relationships/image" Target="/ppt/media/image9.png" Id="R2b42ff106bba447a" /><Relationship Type="http://schemas.openxmlformats.org/officeDocument/2006/relationships/notesSlide" Target="/ppt/notesSlides/notesSlide11.xml" Id="Ra72cad6e0e7347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56f263bd6074f6c" /><Relationship Type="http://schemas.openxmlformats.org/officeDocument/2006/relationships/image" Target="/ppt/media/image10.png" Id="R7c3f1a1a431c44e6" /><Relationship Type="http://schemas.openxmlformats.org/officeDocument/2006/relationships/notesSlide" Target="/ppt/notesSlides/notesSlide12.xml" Id="R5cd80044564d4a4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f00f8c66d1f4170" /><Relationship Type="http://schemas.openxmlformats.org/officeDocument/2006/relationships/image" Target="/ppt/media/image11.png" Id="Rb5b45753c3374f3b" /><Relationship Type="http://schemas.openxmlformats.org/officeDocument/2006/relationships/notesSlide" Target="/ppt/notesSlides/notesSlide13.xml" Id="R0d8d7d0db8344f0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18e4800c1d84eb0" /><Relationship Type="http://schemas.openxmlformats.org/officeDocument/2006/relationships/notesSlide" Target="/ppt/notesSlides/notesSlide14.xml" Id="Re7d17b41db7247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c54a71f61f142a9" /><Relationship Type="http://schemas.openxmlformats.org/officeDocument/2006/relationships/notesSlide" Target="/ppt/notesSlides/notesSlide15.xml" Id="R47710909319b40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52973ecb34c4db4" /><Relationship Type="http://schemas.openxmlformats.org/officeDocument/2006/relationships/notesSlide" Target="/ppt/notesSlides/notesSlide16.xml" Id="R6b8cecf9cebe4db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d0dc99f741e4c72" /><Relationship Type="http://schemas.openxmlformats.org/officeDocument/2006/relationships/notesSlide" Target="/ppt/notesSlides/notesSlide17.xml" Id="R2751004c935848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e57546994694bfe" /><Relationship Type="http://schemas.openxmlformats.org/officeDocument/2006/relationships/notesSlide" Target="/ppt/notesSlides/notesSlide18.xml" Id="R88201870d8fe4d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c53279b484042cc" /><Relationship Type="http://schemas.openxmlformats.org/officeDocument/2006/relationships/notesSlide" Target="/ppt/notesSlides/notesSlide19.xml" Id="Red0870e3f43d466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7e4445b13fc4bd3" /><Relationship Type="http://schemas.openxmlformats.org/officeDocument/2006/relationships/notesSlide" Target="/ppt/notesSlides/notesSlide20.xml" Id="Ra5167e8ca45746e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2fb7f64e7eb4194" /><Relationship Type="http://schemas.openxmlformats.org/officeDocument/2006/relationships/notesSlide" Target="/ppt/notesSlides/notesSlide21.xml" Id="Rfa8595e921ac4f1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34b0312f2e14f51" /><Relationship Type="http://schemas.openxmlformats.org/officeDocument/2006/relationships/notesSlide" Target="/ppt/notesSlides/notesSlide22.xml" Id="R5cafe9b607034ca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0e8d7d926a94c18" /><Relationship Type="http://schemas.openxmlformats.org/officeDocument/2006/relationships/notesSlide" Target="/ppt/notesSlides/notesSlide23.xml" Id="R3e555c9582a4480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201e2e0d6f8487e" /><Relationship Type="http://schemas.openxmlformats.org/officeDocument/2006/relationships/notesSlide" Target="/ppt/notesSlides/notesSlide24.xml" Id="R35a32b74ab89428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cbce3907a804bb9" /><Relationship Type="http://schemas.openxmlformats.org/officeDocument/2006/relationships/notesSlide" Target="/ppt/notesSlides/notesSlide25.xml" Id="Rc119593dcf67480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0d435880f4c4cf4" /><Relationship Type="http://schemas.openxmlformats.org/officeDocument/2006/relationships/notesSlide" Target="/ppt/notesSlides/notesSlide26.xml" Id="Rc76124a8c2eb481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04c4ad3dfec44be" /><Relationship Type="http://schemas.openxmlformats.org/officeDocument/2006/relationships/notesSlide" Target="/ppt/notesSlides/notesSlide27.xml" Id="Re92c978500db47f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8b40e15927142c4" /><Relationship Type="http://schemas.openxmlformats.org/officeDocument/2006/relationships/notesSlide" Target="/ppt/notesSlides/notesSlide28.xml" Id="R771aa0b6c4794f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6db3234410646ca" /><Relationship Type="http://schemas.openxmlformats.org/officeDocument/2006/relationships/notesSlide" Target="/ppt/notesSlides/notesSlide29.xml" Id="R7b3d05966c6f453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dd3e8a7469749fc" /><Relationship Type="http://schemas.openxmlformats.org/officeDocument/2006/relationships/notesSlide" Target="/ppt/notesSlides/notesSlide30.xml" Id="Rac4f7cd3d26645f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37f86b194a94495" /><Relationship Type="http://schemas.openxmlformats.org/officeDocument/2006/relationships/notesSlide" Target="/ppt/notesSlides/notesSlide31.xml" Id="R97c8b0aaa8f6410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aa3a5945854434b" /><Relationship Type="http://schemas.openxmlformats.org/officeDocument/2006/relationships/notesSlide" Target="/ppt/notesSlides/notesSlide32.xml" Id="R394b50903a554b9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9750ad391194d99" /><Relationship Type="http://schemas.openxmlformats.org/officeDocument/2006/relationships/notesSlide" Target="/ppt/notesSlides/notesSlide33.xml" Id="R3ad5018396f9460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424bd91ac21498a" /><Relationship Type="http://schemas.openxmlformats.org/officeDocument/2006/relationships/notesSlide" Target="/ppt/notesSlides/notesSlide34.xml" Id="Rfbc42580f222443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0fef8e15eb64aa2" /><Relationship Type="http://schemas.openxmlformats.org/officeDocument/2006/relationships/image" Target="/ppt/media/image12.png" Id="Ra01359770e0445cb" /><Relationship Type="http://schemas.openxmlformats.org/officeDocument/2006/relationships/image" Target="/ppt/media/image13.png" Id="R6156487b7bd04ef8" /><Relationship Type="http://schemas.openxmlformats.org/officeDocument/2006/relationships/notesSlide" Target="/ppt/notesSlides/notesSlide35.xml" Id="Rf551d4a08043489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b5152fd85f148a2" /><Relationship Type="http://schemas.openxmlformats.org/officeDocument/2006/relationships/image" Target="/ppt/media/image14.png" Id="Rd468623ea3b34951" /><Relationship Type="http://schemas.openxmlformats.org/officeDocument/2006/relationships/notesSlide" Target="/ppt/notesSlides/notesSlide36.xml" Id="Ra37dd777136f4e3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5de5330f283440f" /><Relationship Type="http://schemas.openxmlformats.org/officeDocument/2006/relationships/notesSlide" Target="/ppt/notesSlides/notesSlide37.xml" Id="Rb2452a4c4dfb4cc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04e5513b0c84092" /><Relationship Type="http://schemas.openxmlformats.org/officeDocument/2006/relationships/notesSlide" Target="/ppt/notesSlides/notesSlide38.xml" Id="R19dba327b04c461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0c0e85985274184" /><Relationship Type="http://schemas.openxmlformats.org/officeDocument/2006/relationships/notesSlide" Target="/ppt/notesSlides/notesSlide39.xml" Id="R622c3fde8b6e472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6bcb55f01f44b44" /><Relationship Type="http://schemas.openxmlformats.org/officeDocument/2006/relationships/notesSlide" Target="/ppt/notesSlides/notesSlide40.xml" Id="R99965182c750494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a78f5d08bed4987" /><Relationship Type="http://schemas.openxmlformats.org/officeDocument/2006/relationships/notesSlide" Target="/ppt/notesSlides/notesSlide41.xml" Id="Re652142dac16468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952d2011304495d" /><Relationship Type="http://schemas.openxmlformats.org/officeDocument/2006/relationships/notesSlide" Target="/ppt/notesSlides/notesSlide42.xml" Id="Reae98f9f3e3d405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3e143c20d2b4ebf" /><Relationship Type="http://schemas.openxmlformats.org/officeDocument/2006/relationships/notesSlide" Target="/ppt/notesSlides/notesSlide43.xml" Id="R2f9fc6ba3c434e3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aced3257ccd46b9" /><Relationship Type="http://schemas.openxmlformats.org/officeDocument/2006/relationships/notesSlide" Target="/ppt/notesSlides/notesSlide44.xml" Id="Rda9c218d4d704be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37707e3a9a84793" /><Relationship Type="http://schemas.openxmlformats.org/officeDocument/2006/relationships/notesSlide" Target="/ppt/notesSlides/notesSlide45.xml" Id="R4c1310d67e3547f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b8de4db75ea4c3d" /><Relationship Type="http://schemas.openxmlformats.org/officeDocument/2006/relationships/notesSlide" Target="/ppt/notesSlides/notesSlide46.xml" Id="R491034cf4a0b4fe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05b1de565d24998" /><Relationship Type="http://schemas.openxmlformats.org/officeDocument/2006/relationships/notesSlide" Target="/ppt/notesSlides/notesSlide47.xml" Id="R77fbce44f85541c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7f4829bc29f4bca" /><Relationship Type="http://schemas.openxmlformats.org/officeDocument/2006/relationships/notesSlide" Target="/ppt/notesSlides/notesSlide48.xml" Id="Rc550889d0e69483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491a28c55e24d70" /><Relationship Type="http://schemas.openxmlformats.org/officeDocument/2006/relationships/notesSlide" Target="/ppt/notesSlides/notesSlide49.xml" Id="R4a9dc39bf4db48a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a48dea0f07646be" /><Relationship Type="http://schemas.openxmlformats.org/officeDocument/2006/relationships/image" Target="/ppt/media/image15.png" Id="Rf5e66f7e086d464a" /><Relationship Type="http://schemas.openxmlformats.org/officeDocument/2006/relationships/image" Target="/ppt/media/image16.png" Id="R232efca93cb943f0" /><Relationship Type="http://schemas.openxmlformats.org/officeDocument/2006/relationships/notesSlide" Target="/ppt/notesSlides/notesSlide50.xml" Id="R029757c1751d48a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fa45edc9e1749bb" /><Relationship Type="http://schemas.openxmlformats.org/officeDocument/2006/relationships/notesSlide" Target="/ppt/notesSlides/notesSlide51.xml" Id="R8975c456d2074a5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ece48a6068c4e93" /><Relationship Type="http://schemas.openxmlformats.org/officeDocument/2006/relationships/notesSlide" Target="/ppt/notesSlides/notesSlide52.xml" Id="R346c61b531da4fc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84777052d924367" /><Relationship Type="http://schemas.openxmlformats.org/officeDocument/2006/relationships/notesSlide" Target="/ppt/notesSlides/notesSlide53.xml" Id="R3cfbda3f7c1a41e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651f1fcec964ac0" /><Relationship Type="http://schemas.openxmlformats.org/officeDocument/2006/relationships/notesSlide" Target="/ppt/notesSlides/notesSlide54.xml" Id="Rea7837795986424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fa351f731d946e8" /><Relationship Type="http://schemas.openxmlformats.org/officeDocument/2006/relationships/notesSlide" Target="/ppt/notesSlides/notesSlide55.xml" Id="R383ef77d4567428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c9fed06509f48a5" /><Relationship Type="http://schemas.openxmlformats.org/officeDocument/2006/relationships/notesSlide" Target="/ppt/notesSlides/notesSlide56.xml" Id="R571f53dfcf2243e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6cea678bb7448fc" /><Relationship Type="http://schemas.openxmlformats.org/officeDocument/2006/relationships/notesSlide" Target="/ppt/notesSlides/notesSlide57.xml" Id="Rdd7e7c040ff143a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b27d11ea1084b83" /><Relationship Type="http://schemas.openxmlformats.org/officeDocument/2006/relationships/chart" Target="/ppt/slides/charts/chart1.xml" Id="R4bf23c7fcbff4353" /><Relationship Type="http://schemas.openxmlformats.org/officeDocument/2006/relationships/notesSlide" Target="/ppt/notesSlides/notesSlide58.xml" Id="Rafb93791f667487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fb8ce8617964768" /><Relationship Type="http://schemas.openxmlformats.org/officeDocument/2006/relationships/notesSlide" Target="/ppt/notesSlides/notesSlide59.xml" Id="R7912c7a0195840f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0bb1453e0ff4168" /><Relationship Type="http://schemas.openxmlformats.org/officeDocument/2006/relationships/notesSlide" Target="/ppt/notesSlides/notesSlide60.xml" Id="R53e105e3e0454fd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1b24ec264b64486" /><Relationship Type="http://schemas.openxmlformats.org/officeDocument/2006/relationships/notesSlide" Target="/ppt/notesSlides/notesSlide61.xml" Id="Rea3b0fac1b64465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c6ee85010cf43bb" /><Relationship Type="http://schemas.openxmlformats.org/officeDocument/2006/relationships/notesSlide" Target="/ppt/notesSlides/notesSlide62.xml" Id="R64f19cfee7e746d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967b18de9d748f7" /><Relationship Type="http://schemas.openxmlformats.org/officeDocument/2006/relationships/notesSlide" Target="/ppt/notesSlides/notesSlide63.xml" Id="Rc74aea50ce8a473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40a3dc15da54f2a" /><Relationship Type="http://schemas.openxmlformats.org/officeDocument/2006/relationships/notesSlide" Target="/ppt/notesSlides/notesSlide64.xml" Id="R3d720b56d3104c1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b30323477b8480f" /><Relationship Type="http://schemas.openxmlformats.org/officeDocument/2006/relationships/notesSlide" Target="/ppt/notesSlides/notesSlide65.xml" Id="Rcb039290bb5d4ab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f72f4cdd0084c51" /><Relationship Type="http://schemas.openxmlformats.org/officeDocument/2006/relationships/image" Target="/ppt/media/image17.png" Id="R8d7213c143e540fc" /><Relationship Type="http://schemas.openxmlformats.org/officeDocument/2006/relationships/notesSlide" Target="/ppt/notesSlides/notesSlide66.xml" Id="R677c5afdce184f2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e32b7e522c174b52" /><Relationship Type="http://schemas.openxmlformats.org/officeDocument/2006/relationships/notesSlide" Target="/ppt/notesSlides/notesSlide67.xml" Id="Rb43d3deb4e7b484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54f4141cb2fe49dc" /><Relationship Type="http://schemas.openxmlformats.org/officeDocument/2006/relationships/notesSlide" Target="/ppt/notesSlides/notesSlide68.xml" Id="R54af31e1ddb3483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0d54bdb401824243" /><Relationship Type="http://schemas.openxmlformats.org/officeDocument/2006/relationships/notesSlide" Target="/ppt/notesSlides/notesSlide69.xml" Id="Re7b8ab2a9b35482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fa1fc5843494f3b" /><Relationship Type="http://schemas.openxmlformats.org/officeDocument/2006/relationships/notesSlide" Target="/ppt/notesSlides/notesSlide70.xml" Id="R06a93d96da3047e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d0dc43f6d4d4a28" /><Relationship Type="http://schemas.openxmlformats.org/officeDocument/2006/relationships/notesSlide" Target="/ppt/notesSlides/notesSlide71.xml" Id="R1ddcabbaf63049a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d49aee1ee9e4fc1" /><Relationship Type="http://schemas.openxmlformats.org/officeDocument/2006/relationships/notesSlide" Target="/ppt/notesSlides/notesSlide72.xml" Id="Rfcf62a025d7d440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59acd3e70924da7" /><Relationship Type="http://schemas.openxmlformats.org/officeDocument/2006/relationships/notesSlide" Target="/ppt/notesSlides/notesSlide73.xml" Id="Rd9468fe70afd4be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d95f7f6eb7543c3" /><Relationship Type="http://schemas.openxmlformats.org/officeDocument/2006/relationships/notesSlide" Target="/ppt/notesSlides/notesSlide74.xml" Id="R74bf1200c88c431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c85c2a32f594215" /><Relationship Type="http://schemas.openxmlformats.org/officeDocument/2006/relationships/notesSlide" Target="/ppt/notesSlides/notesSlide75.xml" Id="R4168e1dfb88f461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080d2b8c40b6487e" /><Relationship Type="http://schemas.openxmlformats.org/officeDocument/2006/relationships/notesSlide" Target="/ppt/notesSlides/notesSlide76.xml" Id="Rcac2a2dde4a447e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308f170e2c4743ed" /><Relationship Type="http://schemas.openxmlformats.org/officeDocument/2006/relationships/notesSlide" Target="/ppt/notesSlides/notesSlide77.xml" Id="R2b8b9a6144184e0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d0a48619a0854010" /><Relationship Type="http://schemas.openxmlformats.org/officeDocument/2006/relationships/notesSlide" Target="/ppt/notesSlides/notesSlide78.xml" Id="Rdb50b972df3c4f0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ba48f054ef7a4799" /><Relationship Type="http://schemas.openxmlformats.org/officeDocument/2006/relationships/notesSlide" Target="/ppt/notesSlides/notesSlide79.xml" Id="Rfcc164c268694c2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d525e2deedd45c2" /><Relationship Type="http://schemas.openxmlformats.org/officeDocument/2006/relationships/notesSlide" Target="/ppt/notesSlides/notesSlide80.xml" Id="Rbac1febe7509456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4b9eadc02a844f7f" /><Relationship Type="http://schemas.openxmlformats.org/officeDocument/2006/relationships/notesSlide" Target="/ppt/notesSlides/notesSlide81.xml" Id="R5154ede7b0954a4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6d0cd79a6264f80" /><Relationship Type="http://schemas.openxmlformats.org/officeDocument/2006/relationships/notesSlide" Target="/ppt/notesSlides/notesSlide82.xml" Id="R79d66a65f8474bc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58797ad65bf14081" /><Relationship Type="http://schemas.openxmlformats.org/officeDocument/2006/relationships/notesSlide" Target="/ppt/notesSlides/notesSlide83.xml" Id="Rc21886c2f8e349a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08835dd4e434675" /><Relationship Type="http://schemas.openxmlformats.org/officeDocument/2006/relationships/notesSlide" Target="/ppt/notesSlides/notesSlide84.xml" Id="Ra09203f4683a412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829792b2c04c4e41" /><Relationship Type="http://schemas.openxmlformats.org/officeDocument/2006/relationships/image" Target="/ppt/media/image18.png" Id="Rac3d621e78614294" /><Relationship Type="http://schemas.openxmlformats.org/officeDocument/2006/relationships/notesSlide" Target="/ppt/notesSlides/notesSlide85.xml" Id="R739015e9816d440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f6dfbd359204428" /><Relationship Type="http://schemas.openxmlformats.org/officeDocument/2006/relationships/notesSlide" Target="/ppt/notesSlides/notesSlide86.xml" Id="R71b1a51646a6427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8ca721492f2404c" /><Relationship Type="http://schemas.openxmlformats.org/officeDocument/2006/relationships/image" Target="/ppt/media/image19.png" Id="Raa82b7a8603d4b20" /><Relationship Type="http://schemas.openxmlformats.org/officeDocument/2006/relationships/image" Target="/ppt/media/image20.png" Id="R20d7c716fb0e4ad5" /><Relationship Type="http://schemas.openxmlformats.org/officeDocument/2006/relationships/image" Target="/ppt/media/image21.png" Id="R0412a20288f640be" /><Relationship Type="http://schemas.openxmlformats.org/officeDocument/2006/relationships/notesSlide" Target="/ppt/notesSlides/notesSlide87.xml" Id="R8d57188b63e14cf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3c010b4c5d047e8" /><Relationship Type="http://schemas.openxmlformats.org/officeDocument/2006/relationships/notesSlide" Target="/ppt/notesSlides/notesSlide88.xml" Id="R09332d39440446a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ed136e1ccc8f4024" /><Relationship Type="http://schemas.openxmlformats.org/officeDocument/2006/relationships/notesSlide" Target="/ppt/notesSlides/notesSlide89.xml" Id="R1db960826d6a436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ac1c0c04e89456a" /><Relationship Type="http://schemas.openxmlformats.org/officeDocument/2006/relationships/notesSlide" Target="/ppt/notesSlides/notesSlide90.xml" Id="R2989afd3c6ba450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ce84a1c0d37741c8" /><Relationship Type="http://schemas.openxmlformats.org/officeDocument/2006/relationships/notesSlide" Target="/ppt/notesSlides/notesSlide91.xml" Id="Rcce50a5ffb354a8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992af4cb0b024e44" /><Relationship Type="http://schemas.openxmlformats.org/officeDocument/2006/relationships/notesSlide" Target="/ppt/notesSlides/notesSlide92.xml" Id="R8de076ea08d2405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439995bcdde1446c" /><Relationship Type="http://schemas.openxmlformats.org/officeDocument/2006/relationships/notesSlide" Target="/ppt/notesSlides/notesSlide93.xml" Id="R2093029ec17447d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2FE10B1-1959-407F-BF35-32BEC0E9DE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62743DE-84F5-42C7-B5F7-58AD638EE6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AC0DB47-F2C5-4002-B0BB-10AE43D61A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044C0426-5170-4D08-BAB1-16A755C3C1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2D8B1445-2207-465B-9977-ADBEA5242F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A20BB978-70BA-409D-AC3A-EF7F41E26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F2396D3-A639-4DC1-A062-40ED93594505}"/>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AB9320EE-BFF3-40B8-A432-880FE16F9B32}"/>
              </a:ext>
            </a:extLst>
          </p:cNvPr>
          <p:cNvPicPr>
            <a:picLocks xmlns:a="http://schemas.openxmlformats.org/drawingml/2006/main" noChangeAspect="1"/>
          </p:cNvPicPr>
          <p:nvPr/>
        </p:nvPicPr>
        <p:blipFill>
          <a:blip xmlns:r="http://schemas.openxmlformats.org/officeDocument/2006/relationships" xmlns:a="http://schemas.openxmlformats.org/drawingml/2006/main" r:embed="R071d870827194d9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1DE5BA5-02BB-4374-A0B3-E18CA8D87DA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5904B1B3-6C83-43A4-A5B9-CCE306050C1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6CBD2A6-8510-449E-B389-2BACDF1D585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C52136F-A291-4C1D-9FDD-BC55A4F75D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8932378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93697032-FCB1-4C14-A0BA-AA8713DEA9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73FB7B6-9C02-4D77-B332-17529D04D9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CAEA96F-2F82-4E18-985F-95512EB8D6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7856BDC-D94D-4A6F-BD65-78EF24E2D7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E0E9C1D9-962D-43E8-B38C-3941747C42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539AD51-4276-4D6C-943A-42CBD3820F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1E5CA56-F18A-4EF3-B654-2028E25CCFF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EFE8C5B-F9E8-4990-A056-B0F3F920EC77}"/>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2037B81-29B4-47C4-827D-88250FB3BB93}"/>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786E3E88-909B-4CC6-93FB-10423CA725C8}"/>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9F7BBE-A61C-421F-8BAC-8A6EDE1C2AB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2BB626D-A7E1-4B63-AC21-FBD4AD63BFE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0FAC6C8D-DD22-40E6-B8B4-D8ABCE9DE2C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19B1C43-DB02-48A2-BE18-101B5C3EAD5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56F11FE-7E95-4871-A21D-E9815B13C2E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6249D9B7-02DE-4005-A4CF-94003CE77C2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E38B5B5-981E-4B3C-BCC3-7D686263F5E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1F723E79-6E0D-43F1-B3B6-4561A01D5D25}"/>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EB5C73B-CB62-43E1-BF42-AEB9E00EA87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B228F5E2-DF67-499D-AC9B-80AB360BFEE2}"/>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0A8B138-2251-4049-BF36-ADADEC928D3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1D184EE-CE22-488D-B812-F31A626BA45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148F6EC6-4633-4473-9ED4-86BF3D7C886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55F656D3-8748-4031-BFDF-A278AF8BEFC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A6A69BFB-C55A-4E42-8A70-E686701CC0F4}"/>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2E5CAAAB-BFFE-45E7-9910-9722F6A3AA6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B8232D5-0F73-4D93-AB71-D4A1F64C3B14}"/>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459C021-2DEA-41D2-BBA1-973AC1A1884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11046DA-43C8-4065-803C-D9BF45F9D370}"/>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B5CE31A4-A5BF-438A-89AD-6A554DF0A089}"/>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28AF5109-C5AF-4B4E-ACE0-C0C3F2807FCE}"/>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D46F7142-5CB7-4108-AD35-D4CC46D3DD6B}"/>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D7C08C9-F709-4F9F-A787-1C574A14C63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470E6A2-32B4-4EDC-AC76-DD88CF2858A8}"/>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807E7718-1D39-4799-AD8B-458EFFCB0CF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E0AB040-291A-4C79-96B7-EA87F4A296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DDC9DFE-2D1B-4DE4-B1A6-82BD2FD8FC9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A2BACB6D-23A1-4FB5-B765-DCEBBC044E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0759673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CA9A3B1-26BA-4887-B91E-346A829C30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07A656D2-1D59-4F31-A9DF-86137F3166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AB59078D-F3F5-4C58-89E3-6AD4DF05DC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2BD011D-0A60-4DBC-A8E9-2F794DC00A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69D34F2-D17D-4B0C-9833-AD7576929B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EA9DED2F-FFBD-46AE-8626-C4A6BF18F9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6795438-032C-4F41-8AE4-2741378A9C0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91566076-884D-43A6-88BA-4B51EE8F07B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06C6CB64-5A39-4C7D-A621-BBE9837ACD3A}"/>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2F537CC-5D74-40E2-8991-BB3F9407607B}"/>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B3A746A-F47F-47F6-9E3C-9ECF13C4F38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FB401ED1-6DE5-4A12-B252-12D1102720E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ABD5D11-F891-4CBA-AF07-BCB2BC00A886}"/>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979C28E-335B-4085-AD16-AD6BC2E94CF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A7D1CABD-149E-43EA-8203-82D69D0D2D9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AB5D6B25-7912-4691-AE56-DA360B0977C6}"/>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3A2E8D6-D74F-46D5-98EA-8A75F4F58279}"/>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5EBBF5B-ACF1-47BB-BF48-E000DAD1DCEE}"/>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89FC29B-E093-4BCF-8E88-F7B0F8524A8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50170C7-2820-4BC3-B9FF-D99825F53941}"/>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389D76E-523B-4DEA-A289-E2E41B56C4CB}"/>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95F8F0F-A5BD-4CA1-A7DF-39840AB8C6D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3A7BC72F-2605-46C0-9E21-A5EF79A354D4}"/>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639A4A0-CBA1-4E81-B4F4-FA2C54E63369}"/>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2B15B82-C1BF-4E40-B872-F78F14077BC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0CE226C-ED66-4D3F-8793-4179B64182B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95B0A08-38F4-4153-BBAD-D6B2544B62A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EA8E5A9-19CE-4FFC-BDED-BE22E776770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6AF99D91-B6FC-4733-B135-3F5FF500F0F5}"/>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A7359C45-F9DB-4CC6-B06D-79A6BB80D8E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1DC3865E-CE9C-4856-988C-465C56FED9E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3054B98C-4EC7-4BDA-849E-DB197CF7B54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133EDC7-DABC-4FEA-A3EF-2BE1CB49E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84660191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F6DB7C5-DF4D-4DB2-B7BF-C9E05EB22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3DD7E22-A996-481A-8B37-A42D1EDED8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1C946F0-1180-4CC6-9E31-8C4E2A6D3F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7EE8130-B9F7-460C-9C0D-85B7CE394A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C990F093-5D09-49BC-8F0C-7B6FD390A8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C64986AF-66B2-40A4-A956-69770F3C94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C15267CC-3459-4192-A30A-2460A89C0D3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A963034-3EBF-489C-BDBE-B1DC42D776F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69C2B911-81D2-4764-BB74-C15C3D8A57D6}"/>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E996852-A586-44F1-B358-B2CE88D83201}"/>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D5DC478-1D50-40DC-9930-A389A2325C3C}"/>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4107D895-F8FA-4401-BCB7-06CE9A42A37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B632ECAB-F297-47CA-B477-13754C74099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E8B38355-7D03-40F5-9BAA-B9786052D19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3BC6C77-6D10-46B2-A94C-F70A6F3ABA4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CD4D616-EE2B-4C12-9895-FEB42C24A8AC}"/>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158557E-8A14-4427-98A3-5904FCC0BDBE}"/>
              </a:ext>
            </a:extLst>
          </p:cNvPr>
          <p:cNvPicPr>
            <a:picLocks xmlns:a="http://schemas.openxmlformats.org/drawingml/2006/main" noChangeAspect="1"/>
          </p:cNvPicPr>
          <p:nvPr/>
        </p:nvPicPr>
        <p:blipFill>
          <a:blip xmlns:r="http://schemas.openxmlformats.org/officeDocument/2006/relationships" xmlns:a="http://schemas.openxmlformats.org/drawingml/2006/main" r:embed="R4a34a29b11ec4f2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29A8633-3C7D-4FD7-813D-EF00D5E41ED1}"/>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5213F47-C637-43FB-BD2F-A945C6D1B2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114044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0B6414C8-A749-4DF0-B125-36D955D206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C95F4785-349A-45AD-91CD-7CFE963F6D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4D3DA33A-586A-494D-9397-92E9742F9E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671670ED-8270-468B-9BAE-C74B93D51E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E36EBA6A-69B5-4C32-86AD-2332D8C3AC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8F1A04B-50A6-46AA-9FB8-4C9B278298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5704A19-D35C-4D77-9A26-0C863B9960F0}"/>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B8736A72-EE9D-4B82-BE5A-1E6B5906640C}"/>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6F9A112C-551A-4F32-89C5-00081299C88E}"/>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EC76BDA6-7156-4F12-9148-E72B5D49FF27}"/>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D502E697-881C-4581-90AD-EA07D36B7FA4}"/>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A91A8D3B-6608-4766-9CD6-56C3EEF7ADAE}"/>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C338992B-D4A6-4092-BDEA-C5ED76400C60}"/>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EF4B8E4C-C06B-498A-9142-FC5F4B811943}"/>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B1AD642-6A39-4464-AD1C-F27D3C1F70A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EDDC0847-5735-4063-AB0B-6B09E304C80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E8D1B45C-5F5C-4D01-B160-8D62EC02293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2E59DB18-7A9B-4A4B-9CD8-C4ECC68CD12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D790CFDF-560C-47CD-80A3-280850C8B2B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043AB0A-573F-49C0-9475-5A4D9781E44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E74CC9D8-49A6-4DAE-9F94-850A718FCCA3}"/>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28E4BB65-4AE1-408E-A6F3-B71FF15C640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878E2B82-C600-435A-B5D0-03DD885FE7DE}"/>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840FE471-1639-4AC0-A999-B3F9277C0A70}"/>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1F5615CE-BA71-43C6-A521-CD3DB1BEEF2E}"/>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CE645FFC-9BD5-4CA9-96A3-0EB50FE96208}"/>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11A89F86-E4B2-4570-B3B0-BBFC782BFC1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FE004698-51A3-40CC-B708-4E4130FC65E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3C6049E-8EA0-48C0-A871-7D03B9E6AFB1}"/>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24CFA3AB-FB23-4856-8F08-71C629D4E1AE}"/>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96E9A7CF-8099-4BC6-9E82-49D5A874DD1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AD06C008-69FE-4FF3-93FE-976D6F84C10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38D78BB9-A0D2-44B2-9441-4BC6AEA29A1F}"/>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60BCB7CC-EB31-4BEF-8DEC-7A5B52D7827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CA5E788D-39B8-439E-9F32-82DF6765867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7A2CD4F-667A-4EE6-8ACB-E4F8AB614F4A}"/>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6FC7A5D-3CD8-4931-A646-FCCA1EC92C1E}"/>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391F283-EE60-4408-9602-82D76DAC826C}"/>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2ACE9EE-12A0-4288-8394-2A10E61F9C62}"/>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B17FC1A-ED2D-4874-B1A3-183342BCFF74}"/>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1C6A1F9-CF5F-4F76-AF91-BE67A832B502}"/>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C3FE0D3-4ECA-4E7B-80D7-AD405EB4ED2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6C049854-8816-4573-A3D6-9B044B4E1319}"/>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9813B2E6-49B2-48A0-8286-56EFD328BF96}"/>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9C0FC83A-FAE9-4771-BC9A-56ADD2E7E1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569612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769EE43-DD77-4D91-8086-9EF1E2AC18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1A4C2BEC-16D9-4B89-9F18-DB5FF34D54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6B9A3F73-29CF-4A75-A65F-183F5D00E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8964DEDB-CF5C-4A46-9530-53AEE26DB6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A368D355-8EDF-4F29-893A-2612A8FFB0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D80E5111-1431-4D46-B87A-DADD5348FA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0EAF1ABF-CDC8-41EF-855C-34E75262D0D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7CD062EA-852D-4D19-BC16-9C1F9FD095D1}"/>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8C12AED1-86ED-43CF-A3E0-F93EA1DBE53F}"/>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288625CE-A93D-4093-AD6F-D9743923CEFB}"/>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4CB71C2-5166-4887-BCB0-3787E6F43842}"/>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B6E94C65-8EED-4899-BE4C-A2DF4207B8D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80F410B7-8EC7-4E73-BC62-3B6E508CE04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101FDC76-E120-4143-BA08-0D6FB02BE94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91FD9443-966F-4318-A800-1ECA1385DCA8}"/>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27B2BD37-B6AA-437F-944D-55BD6895127F}"/>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C155B824-B00E-4592-9569-29A59E5B019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538DD460-C670-4544-9D01-D8D0737FB8D4}"/>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C46BB41C-8DB2-4701-BB14-6D4F8DD03950}"/>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A508705-F9DA-45F7-81AD-0DBF3A3D2F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002518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DA660C54-8F06-4932-BF93-35F42E41F9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5F492343-0BE6-4731-9FBE-1B378D780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D1C08764-8504-4EE3-92B7-83CDAE75CF1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85E3ED0-345C-4475-8BCA-EAC0F0023B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F90D53EF-79A9-48D9-B486-DF75E2202F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7F19C89-E524-4A90-A6DF-6A5AA627DD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C886EF6-6814-4A04-8C76-18788199880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76089777-F6E4-4664-A9CA-426402CB8F0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ECB13C7-9A23-4A95-9171-F3EA24DB1844}"/>
              </a:ext>
            </a:extLst>
          </p:cNvPr>
          <p:cNvPicPr>
            <a:picLocks xmlns:a="http://schemas.openxmlformats.org/drawingml/2006/main" noChangeAspect="1"/>
          </p:cNvPicPr>
          <p:nvPr/>
        </p:nvPicPr>
        <p:blipFill>
          <a:blip xmlns:r="http://schemas.openxmlformats.org/officeDocument/2006/relationships" xmlns:a="http://schemas.openxmlformats.org/drawingml/2006/main" r:embed="R064af737db07414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278C9EA-0E34-44A4-A3A1-1FC2E766C21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43C8D1A1-ADB4-4F9C-BA76-3FD0A767CC8A}"/>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D813C1BF-DBB1-46CF-B4DE-98EA0A4C921D}"/>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A555C9A3-DF0C-484A-A268-B479E2736A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1762459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2920332-3F31-423D-858B-F82E068CC6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3894B5CF-D70B-4924-9273-8F86FEC7AF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5FDA3547-2D8F-4A74-9A2A-0755DFCCF5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4A62186-9E94-4914-BC48-190EA8F07A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65FC7401-BA34-4907-9411-BE42F083D6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00E17F4D-0914-42AE-9967-4DB54180A3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4CC62A0B-3BCA-4F0A-9A78-876BCA406E0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7CB2C20-A04E-4D0B-8F15-5A5680BF26E7}"/>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F4BE07E8-DA4B-44A3-A35C-53C2DAFFF84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1C82207-E628-4363-8CFC-7C3CAB59021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AA58446E-BE45-41B2-AE26-994A99F68E34}"/>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0C77DC5-9D1E-4857-AC01-D5BD4EFA10C7}"/>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49AC551-76A6-4CD7-935A-B3E38DE0A1A3}"/>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E7CFC627-0D1C-40C0-BF29-12FBCB348FD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ED28A25-0ABA-4D05-9C0F-02E3DD490FD7}"/>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963264D0-3C59-4F5F-86E0-0E45F65EA2A0}"/>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BB9F54A6-140C-4E7C-9084-2A78C93C54F9}"/>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F48492A-27A6-4BFB-A850-A9B1689C1A74}"/>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724DBDBE-A4A0-4B5F-A1F2-9FA1606899E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A54FE88-F8E7-4437-B6CB-4B0BF06C7425}"/>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74F2FBD4-17B7-4615-811F-727D932BA9BA}"/>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CF8078C-8FDC-4012-A080-81E2DC9C22E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5EBAA65-80D3-4AFD-A960-51B6E137ADBA}"/>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6AE9177C-22C0-4E59-91A0-99B330FF16CE}"/>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44E4D059-6488-4ACE-A5AC-80640F5A34F9}"/>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99DB21AA-3D9D-4268-A008-42A592EE123E}"/>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E1BEFE1-2B79-4300-9B90-BA637AB5A11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BE5959ED-51AC-4DD4-942D-9434C480C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1019660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403C6589-B18D-4770-8690-BABF025038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A00CB6D-96BF-471E-9A02-7A61C3CFEA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BDFC524C-D06E-4902-98C6-038C5A90F0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9C9F2171-2DEE-4594-80FD-E720ED7B73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DC6E42A-FA3D-4C9E-9EAC-ADAF0C1A17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2C7CF9A6-0B66-4B4E-88A3-879573E331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AEC6A49-F5DF-43C0-BEB6-E20F74EEA28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17CDC04-E6FA-473E-8392-AF2D5C2BBE74}"/>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5986484-5D92-47AA-AE73-A13970D59E36}"/>
              </a:ext>
            </a:extLst>
          </p:cNvPr>
          <p:cNvPicPr>
            <a:picLocks xmlns:a="http://schemas.openxmlformats.org/drawingml/2006/main" noChangeAspect="1"/>
          </p:cNvPicPr>
          <p:nvPr/>
        </p:nvPicPr>
        <p:blipFill>
          <a:blip xmlns:r="http://schemas.openxmlformats.org/officeDocument/2006/relationships" xmlns:a="http://schemas.openxmlformats.org/drawingml/2006/main" r:embed="Ra52e463041124426"/>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0DC3B95-070D-4595-940E-6DDAD8AD5AF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AD79424-4600-4A71-B3C0-A276BFDE1434}"/>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AC834D4C-3D91-40BE-B86A-077BFEAB2B5D}"/>
              </a:ext>
            </a:extLst>
          </p:cNvPr>
          <p:cNvPicPr>
            <a:picLocks xmlns:a="http://schemas.openxmlformats.org/drawingml/2006/main" noChangeAspect="1"/>
          </p:cNvPicPr>
          <p:nvPr/>
        </p:nvPicPr>
        <p:blipFill>
          <a:blip xmlns:r="http://schemas.openxmlformats.org/officeDocument/2006/relationships" xmlns:a="http://schemas.openxmlformats.org/drawingml/2006/main" r:embed="R54b19b5802174cd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BAEF50F-5F1E-468B-B447-8147BF4502E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FCFB7BE-86A9-471A-92AE-06DA11F3F33C}"/>
              </a:ext>
            </a:extLst>
          </p:cNvPr>
          <p:cNvPicPr>
            <a:picLocks xmlns:a="http://schemas.openxmlformats.org/drawingml/2006/main" noChangeAspect="1"/>
          </p:cNvPicPr>
          <p:nvPr/>
        </p:nvPicPr>
        <p:blipFill>
          <a:blip xmlns:r="http://schemas.openxmlformats.org/officeDocument/2006/relationships" xmlns:a="http://schemas.openxmlformats.org/drawingml/2006/main" r:embed="Rc666112548ea45f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0235DDEF-CD65-4AF7-9478-45A3DF423FC3}"/>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CD5EE43-735A-41F3-800D-FB9829FBFE7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CAADE71-1AA1-499A-9919-39885F19C16D}"/>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A7529BE5-9FC7-4544-99E2-6E325501FD6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0E4B46A2-E3E6-48C4-A4B2-7AF2D0300C3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0E5F1DB7-05B0-4F13-A4EB-0AC265834323}"/>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CF43D2-1AA2-43C1-AD04-8FFD33D35C1D}"/>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ADFDAE8B-DFE6-4611-9846-09A5990299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8514357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1F9E8F18-306A-4B99-B05B-277E23CF2A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DD397131-5139-4FE3-B8EB-6F436DEDBD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61E3872E-4458-432E-9EAF-CD518FF18B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5AF0081-05F3-4859-919B-FA0C15B779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410EF01D-0102-4947-820C-4D200BFC3D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D9BFFB0-7A36-4220-9D4E-1891F5CB5E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BFBDC65A-0F1A-43F7-9EF9-94E5A462B285}"/>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5BCDFB2-EC2F-4675-A30F-6EE16B0E5CD9}"/>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3655E88-DE6E-4E65-93A4-F2B16DCD1691}"/>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9CFB281D-68B1-40AC-9948-13D096C6124F}"/>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434F192-97B8-4733-9DF5-2E62F147F373}"/>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9964EDF-1804-4608-8C90-BAF87A0C801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71F4C9B-4495-47CB-8FA1-C1B11EA25D6E}"/>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577747-0205-47C8-B24E-B5807F51137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BE3C137B-E797-482E-B497-7F3CC829A7F7}"/>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B6BEF8C-450B-47E0-8B93-9B6FF9D1DE3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0C4414E2-9F48-4977-874C-BD76B5392775}"/>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67790E64-4847-45FC-BD86-9BC8D0280F0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5CFDCFB-8037-4595-B6C5-FFB60E76092F}"/>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27B2129D-91C9-4AE5-AE24-6C70F832BE1D}"/>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E896D5CB-9ED7-4EFE-A01F-787EDB657CA3}"/>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6D6C105-4792-4CE0-A98C-2A06A00EADC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5499437-D73B-4901-B973-1EC1FAEBE2EC}"/>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5110B5D-11DD-4390-A8FA-35327B0F2F78}"/>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EC5E2E2-AC4C-40C1-91E0-9009F4CFD9EB}"/>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9DC051B4-8EDA-4D48-BB35-BD42880C645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998328C-9FEC-4A17-AC18-4335F7B06E3C}"/>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588935A8-435B-41D2-9771-8D41FE3DA2E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82823A6-B7F0-41A8-AEE1-FB6B95B75D9A}"/>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604E1F6-B43F-44A8-9CF0-EE468A982B09}"/>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385DA205-23E3-4BFB-AF25-F28EDBF72D8D}"/>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12BD5CC9-CCB2-4056-92F0-1E17BF82D4E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C7F646F-41F5-4482-A521-85ECA32470FF}"/>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CA5AC0DD-8CE1-408D-80C8-2A72AD33B71A}"/>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5E33EEB8-F945-4854-B4E8-11C620278180}"/>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325F655-215C-4424-977C-CF1790177D6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5593194-13C0-40C1-90D7-BFCC3CB3BE1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410D11A-961B-417E-81E8-C32DE25EE88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B75A8FE-571B-4928-A9B8-749520F1CE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EAA7F852-DC94-4386-BD8F-D9C2748FFC70}"/>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6627A9C-DC53-4645-9A22-13BE2856438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9AB67AF2-7285-449E-982C-7A02DA01255D}"/>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86992113-8613-48DD-AD46-D9BEEB57A5F9}"/>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5DE4E2E-03C7-4E10-8EFD-50F10B381E1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F168D5E-8E30-4135-96EE-899ED66BBDA2}"/>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7A25304-EE77-42ED-BF61-C28C5675CB68}"/>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32A0BAB-81B9-4A53-9E77-526C7568BB4D}"/>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236C2AE-D8A3-495A-99A8-B87F48B4FB6A}"/>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9944181-6F84-4D27-98C1-3FA964298DE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7B00373A-E9C3-4722-9CB3-1C99B6868081}"/>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EBAD2498-28A8-4818-BC5B-CE86935FD302}"/>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2A91360A-9FC2-462C-A900-0AB598CC0646}"/>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4D04352-5AB9-4045-B8D8-CB489CB0900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5DD8375A-1DCB-400F-90ED-18EE259ABBB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5B0EFA9-4DE7-440E-A75D-5C3BE175069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6ADEB8B9-7A25-46B0-ABE4-E81C3F86972E}"/>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46A0D84-2236-4E1C-B36E-9767DBC2649B}"/>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6D8877AC-A714-4C0B-8951-36A7D77A06AA}"/>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2B9A797D-5C31-4064-8FFB-B02052B0E1E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AAA40A5-09D6-4F2C-9583-DD097A990295}"/>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B4D35FA0-2462-417B-AF70-B2B79FCA0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1896620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D736956-EB96-40E1-9E3C-1AE7B5CAE1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02B15A2D-AA02-4B1F-B9F9-26E3160DD3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2A32A898-D007-478A-AA90-B56FE65553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3315DB2-538F-48C2-BC30-337FB215D7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9CD6573-4F9E-4CD7-B542-247FD14A00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BA3D8DE-A5E2-4529-ABAD-1C73D2697B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EDB5EC4-CC9C-40A7-902B-8E51AE81C649}"/>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E725B03-F05A-4FDB-8B41-EAFF7BD5CF3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C3D4F94-B38C-45B8-8673-1435C49CFE9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F64F9B8-5450-4B72-8BBF-B5C9F1DE96A3}"/>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F068DA8-DFC0-4390-B9EB-655095369A4A}"/>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3ED59AFC-08E5-4D08-A5DA-A441AC3CF61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051926C-69ED-407F-A6AB-56AAC48D9CCB}"/>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833601F-463A-4B5B-A5CB-190105A9D621}"/>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E5BAB60-D41E-4650-A3B7-DDCA9E1A27D4}"/>
              </a:ext>
            </a:extLst>
          </p:cNvPr>
          <p:cNvPicPr>
            <a:picLocks xmlns:a="http://schemas.openxmlformats.org/drawingml/2006/main" noChangeAspect="1"/>
          </p:cNvPicPr>
          <p:nvPr/>
        </p:nvPicPr>
        <p:blipFill>
          <a:blip xmlns:r="http://schemas.openxmlformats.org/officeDocument/2006/relationships" xmlns:a="http://schemas.openxmlformats.org/drawingml/2006/main" r:embed="Ra59703b670d4400a"/>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F2FA82A1-249F-4067-8B88-6D38F1D601A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F9CC1D3-4FCA-4051-A183-2F253A1CEA4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D46591E-B992-4DB4-A243-BFC1CD18DDA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CD921AD-5D99-47DA-BF5A-C41421ACBFAF}"/>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3658F6E-6247-47AE-849E-3F3F95F38FDB}"/>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27C39768-D509-4F78-AA5E-DC17B8B8DDD0}"/>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86C62F7B-ACA6-4B45-8C69-0D5A8948C11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4588739A-77CE-4301-8959-CC116FE55A4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1821231-6A18-43BC-9BA6-913869EE5C2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6B3F97F-D5AB-4051-BD3C-23DF7E9B656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79D140BF-AB8B-4321-A6F6-68A0FDEE6F61}"/>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CFDEBC0-C4D6-468F-878E-BC2916C63DA8}"/>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97F3D42-1B46-4526-98C1-AE3BD4D91107}"/>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D6BEB9C8-2BAC-411E-9908-B48096C2C454}"/>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4DB2D92-8827-45C0-B80C-DA3478F1C48A}"/>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E993D58-C123-413A-B7E8-DB2BAAD4D31D}"/>
              </a:ext>
            </a:extLst>
          </p:cNvPr>
          <p:cNvPicPr>
            <a:picLocks xmlns:a="http://schemas.openxmlformats.org/drawingml/2006/main" noChangeAspect="1"/>
          </p:cNvPicPr>
          <p:nvPr/>
        </p:nvPicPr>
        <p:blipFill>
          <a:blip xmlns:r="http://schemas.openxmlformats.org/officeDocument/2006/relationships" xmlns:a="http://schemas.openxmlformats.org/drawingml/2006/main" r:embed="R3f2cfbd76d5c4e7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2746EDE7-892B-4BF2-9845-AD5D60EF583D}"/>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D65F535-7CE9-4FA2-8E22-67432B71F8FE}"/>
              </a:ext>
            </a:extLst>
          </p:cNvPr>
          <p:cNvPicPr>
            <a:picLocks xmlns:a="http://schemas.openxmlformats.org/drawingml/2006/main" noChangeAspect="1"/>
          </p:cNvPicPr>
          <p:nvPr/>
        </p:nvPicPr>
        <p:blipFill>
          <a:blip xmlns:r="http://schemas.openxmlformats.org/officeDocument/2006/relationships" xmlns:a="http://schemas.openxmlformats.org/drawingml/2006/main" r:embed="R2b42ff106bba447a"/>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986C87AA-A824-4505-8212-413B566A68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492776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FE657220-DCB2-431B-9D57-4BCCBC82FC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B83203BA-F631-4744-B07A-FDE205FC87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A7E901E9-CF2B-4CD1-BB89-3A70D4B947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C56DF67C-670F-49E8-85E7-085B209AA3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7C7069A-872F-4CA3-BA08-478A73AB96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7EA5AFB-0554-4697-BE41-8181CC80F3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07D848E1-1A94-4290-96DC-A60FE55E343F}"/>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0DFB151-10DB-42B9-85E9-806E86762F63}"/>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B283349-DC1E-41EE-B4DB-EE9EAB52077F}"/>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EF61590-3E9A-4D48-B7A1-2E9C21CCBD1E}"/>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AA65399-A63B-4741-9757-6325417C3A35}"/>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924341A-A710-4613-9421-8B87AAE1AB93}"/>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94E5CA3-213E-469E-9FB2-39C1CBA18BBE}"/>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45F382F-1FEE-4EE3-B80C-996B951F98C8}"/>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B106338-7E71-4C67-8324-9ACC6ECCC96B}"/>
              </a:ext>
            </a:extLst>
          </p:cNvPr>
          <p:cNvPicPr>
            <a:picLocks xmlns:a="http://schemas.openxmlformats.org/drawingml/2006/main" noChangeAspect="1"/>
          </p:cNvPicPr>
          <p:nvPr/>
        </p:nvPicPr>
        <p:blipFill>
          <a:blip xmlns:r="http://schemas.openxmlformats.org/officeDocument/2006/relationships" xmlns:a="http://schemas.openxmlformats.org/drawingml/2006/main" r:embed="R7c3f1a1a431c44e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47480E37-FA36-4135-A4BB-036FCB3375D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6EA89C1-865B-4B21-97B4-F5BBC9CF2BFC}"/>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A65167E-1BCF-439A-A1BF-7644AACC692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5ACDF70-8C12-4D6B-BA95-A4E900093984}"/>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7E7B22D7-FED8-45D5-97CD-4F5C38BBEEC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814A6362-3B58-46E7-90C3-7ED657FB193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119ECE6-B3F5-4C26-AECB-11CCBB717FB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12A09242-837A-4BE5-8D6A-DC73240CC7C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501E37C-40C3-4200-A5EE-952746FE48B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29DE8BB-5F32-44C8-9FBF-7B9C1AC492E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70DA919-DAA8-4A23-A55C-67D860C7061A}"/>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D6EA6883-AACD-41C4-B642-4020E2BF307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EF0BAB49-E5BA-43E3-862B-54CB9DDFB8F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B7AC611D-9662-46A5-89E8-6D8B89C9C36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BDAEC8A-C423-437B-8766-46897C8712C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F7C83244-61D9-43A3-8EF4-935AC707A431}"/>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C9BEBE1-CCD1-4E74-9434-26F5F4379827}"/>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9CC813-F6A6-4574-A54F-3E16E5A7123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810D215-DC89-418E-A43B-9F7D5C00124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0C641C39-5A97-4CCC-BEF9-898E224AF154}"/>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618EF74-30D1-49CE-843F-65BB052FFEA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3BCC421F-1928-49BF-B5D7-E89E3F1DC1AA}"/>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3CADC955-07EF-49C1-8107-414DA707B7D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BA8876A3-A3A5-45D7-BFDE-E08734E1F1D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3C4769-2F71-4145-9E05-1D2DFC0A2EE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8FE3CA7-4653-495C-BD51-531AAEA890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539666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300687FF-C1FB-4745-B7FB-CE32FCD7FE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54979ECB-4CDA-4257-873A-2815D30A63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8F505F66-D112-4D76-BCB7-FB3E5AFB1D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B029D50B-44F0-4DF0-835B-4A284117BE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48E0C944-43F3-4E0D-B62F-3C356BAB49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767E3CD-3760-406E-A4EC-17408F13AE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CF07AB3-F844-4E99-B0AF-BCAA261D989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75CF8E0-284E-45A0-B6C9-31BC0C55E1E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2D87F41-AE50-49E3-B5F4-AFEA98DF8797}"/>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791F5686-4957-4240-9449-CF25F50D1891}"/>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28F727C-ABB8-4D9B-B99D-B3CE1EB4ECCF}"/>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90454D78-0641-4572-94AD-9D375F016DF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FF4279B-FE36-49DE-A284-55F2842466D8}"/>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80134858-CDBC-4085-BAE6-82B95376CAE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AD47977D-B473-419B-BB10-CB4F57F97942}"/>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59D1E1BF-200F-4DC7-B51B-8BFFA1FB3765}"/>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3CF9850-7649-4DBA-968A-E0AF7C554FAC}"/>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2BA7E582-6F29-411D-B8C4-1FDD3F932C7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715AC94-1066-46A2-A14F-1BE402D83CF1}"/>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A1466F5-4A6A-4AEE-9157-17F70A28A68C}"/>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2A8F277-12B8-40E4-B991-3E598334771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CA316F54-AAE7-4E65-9D8C-E95484734EC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14316D8-9C36-4544-80BB-C3F7F24DCA40}"/>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EE94B8AA-BDFA-415E-905E-F855FFE15C8F}"/>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CBB17E7E-027E-46DE-BF0D-A14BF2FEB3CF}"/>
              </a:ext>
            </a:extLst>
          </p:cNvPr>
          <p:cNvPicPr>
            <a:picLocks xmlns:a="http://schemas.openxmlformats.org/drawingml/2006/main" noChangeAspect="1"/>
          </p:cNvPicPr>
          <p:nvPr/>
        </p:nvPicPr>
        <p:blipFill>
          <a:blip xmlns:r="http://schemas.openxmlformats.org/officeDocument/2006/relationships" xmlns:a="http://schemas.openxmlformats.org/drawingml/2006/main" r:embed="Rb5b45753c3374f3b"/>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37CFC1E-554D-4FA7-B225-219DEB151540}"/>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A5E750D-6475-4FCF-89A8-403D1C425AEB}"/>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E16A089-56CD-4422-8445-7F8CFAD6BD8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6560C74-0E65-4531-889C-F6E81E144B5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7BB4B892-4116-484F-90EC-EAE6864DE026}"/>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B4337CA-F0C1-4DE3-A233-44842E3C309E}"/>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63E97E7-E2E6-4531-98FD-9381EADC66B6}"/>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49F549A-D5EB-4D2F-BB18-B961B6F4FD1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65FCB6B-1411-40B0-91CF-BD61D3C2589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23AA36D4-9EC7-422F-91A8-89C392297170}"/>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C72A364-1FD7-4D9F-A5E6-883ECFE27C0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54E346A-7AF8-44A8-B2C9-6019F9CF5D1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A9B6B8C-13C2-4E91-9EE5-E3F8752B4B9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BFE0372-87B6-47D3-ADFC-397435FE970A}"/>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81A660C7-CE97-4B1A-A30F-88152FA87ED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07D962F-1A84-4F6B-847A-05A730AA615B}"/>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36880BAA-D5E4-4323-89B6-93C53BF8811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88AAE8CC-7F75-4F65-BBF8-2CB2DA84CAC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87ADC35-E6CE-44FF-B373-49FF438BF1D9}"/>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78C6990-9E7B-4171-A5C0-3354681BAF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455887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F9D2EFDB-26ED-44D9-86E3-D2289EF069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C2998E12-1FD4-4257-AE89-44CB75D1D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5BDEB9D-9007-4921-AF37-FF65E2A0DC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1FC5F6BE-D7D7-44F4-A38D-28DAE6FF6B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45BA5B05-4186-489E-AD11-B5BA5DA0BE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316D155-6E0B-4CE5-9F1C-6A6C5024DE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A5C3DE97-6F11-4678-8C85-000B0DF4AFF3}"/>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C8DB6C28-18E2-43C2-B9D0-2B034C28A4E7}"/>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CE826684-53F9-4228-BFE0-F760BB00BA1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9D77145-04EF-4C5B-BC31-CEC9A576D24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C2F49B6-6374-44AC-B41D-2C965C26DC37}"/>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4AAAD126-7AE7-4206-91E3-E8DD17CE971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ED698C2-7E56-4585-B3B2-0E105FB7227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1EA696D8-9195-4F0D-9F2E-A0A554ADD592}"/>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A708370E-3C95-4EFF-A679-1AFFC84FF77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54144EC-556D-45FC-B6DC-611712C4D5EF}"/>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13DC455-27B6-4B87-8B68-BBC36C514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1F8382B-704E-4781-B67F-27EC5E2020F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6CDF304-45E2-4968-80B7-3E26DA19C4F1}"/>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8CE7CAC-15F4-4D5C-858A-D25A114CF540}"/>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E68ED769-AA81-4034-A7A3-D8CC6AA3587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026F6727-518E-45BB-B021-B0FBBC5F315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F3EF97FB-C81F-478B-A539-A0A8400502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30331975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BBE7EED-475C-49F8-8ADB-528F09BEA5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1D059813-6CF4-48BE-9D8E-2D35E03D81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F8531D0-30E5-483B-8EAB-464344A2B1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01280A61-8126-4D84-BED0-CAD7CC5A9D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4446C68-5806-46C2-9F10-509F234F09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64210AE3-552A-4758-A599-3626360247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1038C3C-4315-450B-80DF-AF28CECC3C2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735688E7-E4E4-4D8B-A308-BA48BAB8835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799D5A0-AD3C-405A-A1F1-D5787851A41B}"/>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0FBBE7F5-757A-46B6-B1BF-855088E154E7}"/>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CC096A77-88F9-4D5A-8854-3EC0DED2CEBD}"/>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7DC1E49-210A-4EBD-B564-33682E9401D2}"/>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B73A8DC1-F36A-40F1-A0E4-80BFDA428638}"/>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0C5C00B-9384-433A-B3DF-E21A2A32992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CF0AE8B-BE11-4B42-9D6E-44B57F94442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574B56EE-9FE0-4A09-8BEB-D67868729A6D}"/>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BB32A6F-7177-49B4-A34C-A5BB2D9D516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8DCC1490-BFD8-4AF2-AE14-E8C83BAE98DA}"/>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BCFB76A0-A7AF-4E42-9ECA-4FE5AE03DA7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13A29CDC-2050-4023-9D02-3320C2F41528}"/>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FECAAF5-7602-4B8F-BB2C-BD6D53468C1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6A4780FC-D42F-4E6C-8DC2-0173D103522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069E7524-3E55-4FFA-BFA8-1785DEFC051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48315A35-AF01-4EE7-B70A-8EE4F482AE84}"/>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A2604B6-EEAD-4232-93D7-39DC7C8E01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329915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5F3A520B-771B-42C3-BF91-C644BCE8A1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F654576-D120-4C94-8371-A7CF23144F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F8088B9-E3ED-4860-9600-E93205299D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A25D4C02-982D-42E8-A552-DFD3C53B9C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A10A2270-AC28-41DA-A73A-B03ADFB4AB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8C272B7-7E83-4D73-85A9-08BB9C3A53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63ADF90-BBB7-44C5-BADB-BE0A8798B67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EBDE27D-B458-4C42-AB31-0ADE2C56EA8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F2B7A40-E832-4C60-9416-B6D8CDB65C5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6D0C82E-8CB1-4DF8-BBC2-B0EBED52C78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D206B6FC-97C9-48F4-8FCA-651527627C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3F5DF24-EB64-47C2-B515-DF5510B7C839}"/>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A809553E-8B3E-49F5-9C0A-D23BB71786E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5FFE843-A124-440C-866F-184558B8AB4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12F9705C-39C1-45D9-B578-F76D8813905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30057B46-5CA1-4581-BDE2-DD3A79EABDC8}"/>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F34CB6F-EC60-4237-B6ED-02CFCD45BB77}"/>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409FB16-8E2C-49C7-9BA7-9BFC45708400}"/>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0BDC63C6-2702-4C44-B226-576B22B880F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F2BECF1-37B0-4C12-BDB4-9DE8B9380D8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3F2FF01-F8FE-429C-B6C6-E1001E949472}"/>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347A8BB-CDAF-4789-82D6-CE7F1279A575}"/>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ADC3FE64-FED2-45CA-A03D-EBAB29A79F4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94E2618-0C26-4128-B555-7A1D268594B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48EDBF6B-6D7D-465A-A4BF-81C632D71BE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81908305-C747-4BFF-9454-E3E0F3D35438}"/>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1D251CAB-09FE-4584-9D0C-9A3ACEB09D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5827730-D477-4B12-8ED7-3B7721ABB9D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CF1C9A43-6743-4603-90CD-90359E8676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3126434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905EF4E8-9692-493F-A10D-8B29EA1611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8B7FCF39-36F5-4F06-A110-F51528D6C4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FCBB5FAB-07DA-424B-B7FE-68E99566B3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D9B39DEE-04C5-4382-BE9E-D8A2BBCEA4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C7E5A06-DF65-40C5-AD73-888DD459A4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1C6BCA32-9081-4C6E-80B9-4D169B8A9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7449D059-1E54-4382-A009-ADCE4B6E4EA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188EF28-F643-42E5-AD1F-81845D5CE83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977A1865-AB4B-45A3-BC62-21EF8FFD18B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83FC474B-F01E-40B9-9CF1-52D7296814F4}"/>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AE6F4184-8166-4C35-8381-F6721D36C02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EBFA36F-0278-4686-9ED4-C549FF58412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1A4CDE7C-DFA5-4CC4-8B92-0CBA66C57EBA}"/>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E1094047-28BE-4847-979F-FC14246DF356}"/>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E54B7CC8-CA50-4E5A-88E3-ED86E125793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F9826204-A4DF-468B-8088-D413420E5C3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F127ABC-227F-47FA-BC47-B3BE2B07030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E019E26-D95D-4AF5-9865-5650BA674FF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23DB099-269D-42EF-BCF7-A03A22781F1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D26B6C8C-C478-4EFB-90F6-BB7355D4619A}"/>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2C8E4CE-1B05-4297-9D46-D7B7DC4BF5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C44330C-BB45-4A30-A286-35E83273698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9B2ABD7-BF67-4D1B-8A1A-4E4799119AE0}"/>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00EA8571-73B5-4968-835E-135FEC5B4DF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384B3DC-1F42-4CA1-9E65-2C2F80ACFDAA}"/>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0122F6B-CCD4-410E-86AB-8D9EDE152939}"/>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721631F4-3255-4DBC-AA89-CFAA19A8B35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944553-3411-48E1-8C1A-7A3B4D51904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C37B1AB-1FF5-4BDE-8EDD-22B7ED85C6C6}"/>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145FF4A5-271A-47FB-AC9F-113F78779DC7}"/>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2AC2C6C0-870B-4E39-8A49-45A99E5BB07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563CB7AE-077A-4A4D-8775-FD12520BE4E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A37091C-BE1B-437C-95F6-BF6C2173364B}"/>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608612BE-003D-4C2C-B0B4-D7413F7CD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9479581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F57648E6-B57E-45D5-988C-D9D83FA8F4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1765B148-6E29-40A4-86AB-08498E29B0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43F49B6-2131-46BF-988A-7238DBBF24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8E4BA6D-7C21-4E0A-BC5D-CD0CCD897A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71A870AD-792F-4269-B694-D9FEB67190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9998FEDD-391E-4F24-AF50-8E8B8535B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FB53939C-632A-40DD-B9CB-0B31EAC845A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45433DD4-5D68-4EF7-A4CE-2D70E563E7B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8B39B96-ECA5-4B06-9004-01AD132632C7}"/>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F6717F-E296-4B54-A3E2-6324E487FE37}"/>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9A69DFDC-3EF3-471F-8954-3EDDA0A05FE9}"/>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B640A77-30BC-4030-9623-F088F3A1A70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F97C52DD-D578-41B5-884A-78EE2DF489B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EBC9ED06-2745-4112-B1AC-E3D612FD85D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0783BC3-B7A7-4AB6-9639-9181D7889E5F}"/>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2D7B27B-8404-4E8F-A675-E12F613DCE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8150928-1C49-4BAB-AE2B-FBFA040050BA}"/>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07B7CBE-56B9-474B-B125-58EEE0D087AC}"/>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ACE1FE6F-6EBC-4223-BD6B-084502F659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5307864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C9F86AD2-C414-4943-B7D9-5111184BF4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6147C0A1-1BC1-4337-B9B5-E2F7E4A8E1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6B9ED5C-D3A7-439C-8A20-6690B373C7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F5ABBB9-92CC-49F5-BA7F-1B23FF75F7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FDB5077-C707-4D8C-8B94-B0DF2DC049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07B0C69-5EFE-4BBC-9736-CC4412A46E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86DEFDA7-9069-47C2-8C4C-F2C60380C1A8}"/>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EDF8B22C-F217-4948-BD72-853774F07DA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10C9C757-49CA-4998-B91F-A8E81E3FD3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67DE8B3-D9AB-479F-BAB1-C1F674FEC218}"/>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D27BBD0-B6A7-4A07-8CD5-F589A9055EE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520CE8D-C909-431A-804A-FB64725E0D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07EC5B2C-3225-4154-B2B8-FC392DDA4BD4}"/>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3B460BD3-FDE6-44A3-8D31-AC87786FFDF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7B6D127C-70E1-486F-98C5-A7B14AAA9795}"/>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788BE903-BD48-4DED-975A-E292E98EBDD7}"/>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99C846C8-AE12-42DF-A920-D26FCA792B8C}"/>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CFEEA93-C149-46D1-AB85-5647EF1D516C}"/>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39AD8AD3-1D95-41F3-9F76-B5D6D440A20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1F96CD0-54FA-43C9-886E-1436984B3D9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F71538ED-C51C-4B5C-89FA-D59E6C5441A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FAFD89-5179-4144-A5C8-F8DE302EC51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515D12E-F788-4222-BAB9-103CB79CEE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1121553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E2A3F95-916F-425B-9A31-69D7A7AC1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8C908B2A-96F1-41AC-B61C-AF3017AF6A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FFBD38B9-5217-481C-A666-F0FB1E859D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9CF1B59-A8DC-439D-A914-5EEDC25A29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6A2166F-3E4D-413C-85FB-A905D1DC54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EEA0E6E-95CC-4960-9463-B88B2D08E1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D432177F-4A8E-4C88-AF84-E5EF6761F6F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758E626-E6BF-438A-981A-0D8E89673592}"/>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EF9052A-9608-476D-957E-A4FFF748C90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4F006433-BCD6-4483-8B04-104FA3AB365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66291A2D-9D1A-4B8C-80F4-1DBC4BE5D2D3}"/>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F4B6361-004F-46D8-B3F0-4E537A2D43EC}"/>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CB8C3AC5-5C40-4A9A-9424-74B14053B3B0}"/>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C4A3C2A8-9402-430D-8C8B-8E3EBB4776F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74282DE9-1A8A-41A5-8656-A34799F2119E}"/>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CED27193-D325-4F74-B464-40A56CDC4AB8}"/>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67CD8D21-6D03-49EF-B54D-301A4E1C107D}"/>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3E2093F-053C-467F-89B8-4EC0A8C2CE5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B860A4F-28DA-4D90-B27A-08B1B241492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F6718AEE-DB61-4D3C-B3AD-1EFF02467566}"/>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FD73F035-13ED-46E5-BE8F-D6A4CB1FBC7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15DE4F7-AC63-4ABA-9747-7ABA3F70552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12522CB-5657-4422-8603-0BA1FB4B90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13477002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D0CA7ED6-68A8-4CDE-8877-1FFCC30BD3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58A38474-EAEB-444A-A61E-822B0747AE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FB9217D2-16E7-4EAE-AACE-9E0CD714CE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6C11D024-7A97-479A-BFE6-CF08A95DEE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D5E55EE5-C67B-40C0-8C5D-955E03E443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6CF0CA75-D5FF-4AF7-910A-CA1A3DA77A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79F7D967-A82B-4374-9519-94C3F4C9A7CD}"/>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BB0F1D0-2D46-4F73-8798-BB6FFD7B2DDC}"/>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CA51C71B-47FB-4681-A74A-5ECDF68C4FF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B5C46841-B3D2-4D1C-9A09-E867A66742F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2BE8673A-4E84-4B51-8E83-8BD39D570358}"/>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29444F7-FA09-401A-8A2D-60B78524B8E9}"/>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748A8E0-F636-4723-BA49-4425F311309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CE5F3856-C0A9-4756-9144-88FFCDB28BEA}"/>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7FF7F72-B311-4B8D-B131-D86BD468518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E204C8C-FE38-4BF2-8043-50DFF866966A}"/>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F2D86FEB-407B-4640-9DC4-FCEE74B2B552}"/>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566A3D20-ACDA-45E5-AB25-B45FB53862F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1754FDA3-64A6-461D-84F6-4FAFD9FDA19F}"/>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E053FBFC-E79C-4249-AA3C-2EBFB9D29C56}"/>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C067A8F-9F79-49FE-A885-6A9E7489E0E3}"/>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2330D2D-6E51-4F85-8808-270B38F05AE3}"/>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1E6047B0-2C9B-4E4A-931A-48FE627A0F96}"/>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76FB59C4-0BCA-4890-B900-CF968400E7E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FF03BC7B-3C1F-4C4A-AA3F-A4F42152C62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1211DBA8-D56F-4541-9E1B-5D98D65AFFB4}"/>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3B4F8B2-8254-4A38-9A39-B9D265F5108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703C85B-4E22-4BDD-8839-2DCA8466051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743C4852-AB04-4330-8808-ECB5AA3AFED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0D87B16-89CC-48FB-BE66-2662D2FA3FE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57BF8DAD-EDF9-4E5A-A7BA-06BA50EA7314}"/>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71920875-21D9-40C0-A449-E56764DD8F8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6E035FF-2C52-488A-A5A5-27AA1FD3D98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2557E44F-885A-428E-A6D6-5DE7DCFD038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8D22F97-5F4E-40BB-8DAC-F2B7F7E9C32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F4ECA9E-FC79-40CE-AB64-7E7987A6BDB2}"/>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8A4A10C-BE82-468F-B764-52846D478F8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1BC3848C-9573-42CE-B1BD-1B2A0F0635E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0601F68-9D78-4D8E-A2EC-0B9223E2B14B}"/>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A7156892-F6AE-4900-891F-FC3E9BC77271}"/>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BBE58625-EC2B-427C-B564-9A926DFA9DF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FAFFA058-B45F-4363-86BA-E100EC9B0288}"/>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E617F587-B205-42F1-8818-15018ADC124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204B896F-ED25-4C95-8503-A1A3712C8599}"/>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58EAF3DF-731F-4D45-AE87-AA4F6D560C25}"/>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0AE78C3-5AD6-42A3-980D-CA0738F644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328323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55DFD1E8-6286-4890-A88E-96A7B30DA1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9986A636-AC8C-4666-8E7F-64496676B8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F1ED3C61-E98B-449C-9087-CE3214F02C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68956BF-0BFA-4EF7-9A6A-26DE36EF84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3A32EA18-0B55-4E7B-9CF1-73FB665EB8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F04170FB-B9D3-41E2-B4BB-036A49B30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C8E12735-838E-4E40-9F85-E1CD158560C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124458C-96F6-4ACE-9624-0B4C30C8399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5ECD26C1-F113-4DF3-9ECF-FF6C93DD49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5BBD58CE-426E-4101-BCF5-79041BF7367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22B0ABC-3E1D-45F0-9C70-8E21CAEDD35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4C4A336-67B8-48A8-B8E4-E7E40152898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32D452A4-4D29-4F24-9126-E88C0A81038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AD81A60-1F0C-4A11-848B-643C7E69314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E3A5BF5-71AF-401A-A62A-F4CD81970DE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1E1CFA2A-87EC-43E5-9A52-1DFB2152ADD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23DACE35-A9E0-49EF-9D0F-AAF8240057A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267FD7A-C4D0-4178-A0A2-2CBFD4D2DB0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C3CF383-4CA3-4041-8E75-12F97119CB3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11BE387A-6D6B-4E6B-A39A-62454FA427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D728E5CC-64AB-470B-924A-D805327BC6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835309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55E3B9E1-353C-4DDD-9A7D-57FF09AAB6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A34BE1C3-FB40-420D-A55C-EC849646F7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3EF95F56-DA7A-4697-9171-AC4EC8BDB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BF3351DB-270E-4CEB-A3F0-9321592019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0F45647E-6A79-4A1C-B4B3-C9494BB80D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8284D4AD-E15E-4725-81A8-D056B1D989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0996A77-B4C7-4CA5-A297-47197F1349E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06689DF-E6BE-4CF8-91FF-AB9F8132C5D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5F81FEAF-0CC7-4548-9919-323F29BDFC5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D59A700-F4DC-4F4E-9175-1560E7B453E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F77A86E-BFF2-423B-8FDE-9FEAEE0DCD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BD95DBF-63C8-49C8-A1E8-BEE3706DC68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15C7DED-4C50-42E9-95C9-F36E9E7D67C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0EA674B-A3D4-41CB-859E-CFD246E92E7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C012957A-AA1C-495F-A162-DED89487499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F721DE8-8709-468D-A145-533C6C5AF7C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AF2CB27-35AC-415B-A3E5-382428205D3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641B2859-E995-4E93-B028-459F380E302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5B15622D-A989-412E-9724-246DBFF6348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60DFA663-AF40-45D9-B499-D763FC5EBCE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3227CF16-AD23-4DEB-A2F2-EA7A882B70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051237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EF1BBDB7-70E9-4459-A70B-70AA976607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4700079F-98A1-4337-B882-E99E07DF93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6E31CC09-293E-4B07-A514-C27E63893A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4A34FD46-6A61-4626-962C-0891361B2B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9D4E43E-76E7-4A0C-8519-888E505B11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E9F604E7-432E-43F9-86B2-C13063333B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24E663C5-DD21-4F1C-85B5-521ABD4B5EC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A8C70ED-DAEB-452B-A03F-C8A57A0CC57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6550408-0C56-4585-9F48-C4D311D1FC0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C6C1DF1D-3F9E-4DA1-9B45-D628F75F118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36B9980-40FF-449C-96E2-253E3451406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ADFA644-2DC9-4EEC-B344-E6AEF447C08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938EFB13-31F0-4D0C-AFBD-3DCEF885AB7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01F02F87-74B6-4D76-A092-83EF336848D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ACDFA59C-B7F6-4E3C-8490-642C69FA487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79A9C374-1C46-443C-AF37-C308D5EE542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D94BE84D-9029-4BFD-967C-E6F0756F64F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BDF32633-D3E4-4925-8A16-BF804EC5CEC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9A3AE6-16A4-46C3-AC39-FEB3BC476C9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23E328D-AE82-4C72-ABF2-C0B07D82D0D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F942638E-4F8E-433B-B6A0-8A9626A77A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5509666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1ED1CF77-F182-430C-AAE3-FB8A6A18A0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CF2A0B49-997F-4DF8-8ED8-DC51CE79A5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CADA1046-AD7C-4332-ADCC-99A5D555C0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EF444247-3A49-4ED2-89EA-E09783DEE2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C207BFB0-1CE4-469C-87B8-C26E34FC45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45DAB473-8DF1-4D9F-9A50-5CD0EA9293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2848A386-AA79-48C0-B848-4A52D63D5C3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DD2DE78-72CA-4E4E-A9A0-B5F29970807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0BA4DCF-791F-47BA-A270-55883ACDF2C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A0A777B8-36FD-40FF-964C-7D595ADCB63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704EF5E-A34C-44D7-90C7-03AC6D9969D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463C31-340D-407A-B89A-7559BDD4190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2C7EBB0E-D46B-4030-AE9B-91584F328B6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AB50D49E-A2AA-4D5B-8380-AF079536D25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BA397D48-0C58-45ED-BE71-CFD7D41AD75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B9BE957-9D12-4A85-9606-4F2A2925A5F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2F57B49-4C19-4263-8A52-0B4AA002CEE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B4F8EF8-3723-4EDA-9FD0-67DB7C792DD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46E2D933-3F1A-4E4E-9377-40EA6C94E30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1D7E6179-D6E0-49BA-8C86-BDFFCAE2C60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9E1B805A-C7FC-4F55-8267-1ADD242BB8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047048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828C60B6-3979-4490-AC07-23F0D7E495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CB8C4615-7F8F-4740-B182-CB60263491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555B1CAC-DE77-446E-A862-A710E72C40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C2A0617A-DB2E-4069-9CA9-F571FC211D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C4AFE1E5-5D6C-45EF-AF47-A14319814B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5023567-56E0-4076-9D21-6CBD44F5B0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D9121403-048E-4A6D-9CD6-6906C4D3205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9A19555-4802-4B4C-9368-9013C28ED3D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6D7E10FD-F2B2-42B0-939F-CDC7C58D99A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3DD3A056-FD51-4185-A0D3-0160192CA3B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FD3F02B-C0EC-44FC-A3B2-E3892CADC4A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53AB15F-099E-4B88-9DFD-A9A0A8B0C75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7454F53D-E65D-41C7-8DFA-AED00B6B64A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65AF73A-72D5-4094-B274-958E61CB53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F0FA1CF-BC1B-4D5C-B340-2383E9EBF42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23D6AD2-EC65-4D4A-9575-DDA3F526360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5823E02-82CE-4DF4-8A70-1B888C9853D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EF16955B-A7A8-4C87-B162-5BF6B2C6FBC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D76DF10F-6A8D-4331-B6D5-BE509F36C9E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806CE8A1-06D1-4696-90C8-90892086797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6537B958-8C50-4D79-A9EF-BA4EE03C5F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82015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49740151-4932-4F22-81B7-4D34069E70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A20D24B6-986E-4AED-917A-3D05EC3B44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4F894404-B035-4D68-93CA-7C38422372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ECAFABE-69EC-40BC-A6DE-9E7C8C6C77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0C3062F8-091A-41D0-8640-A6BD413386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7D18807-8ECA-441D-823B-09D6C4904A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F177497-8EB5-4559-8AC8-DF5FAB82D6F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ABBF756-E690-410D-A874-327DBCA250B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141E17D3-CBA3-483A-B094-AB2F6148EF5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2702AC6-1C30-4BD9-9DCC-DF4A66D2CDE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8402E59-9140-491F-BA8D-75605FDF761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6E4DAD1-C6D2-4190-9CB8-AF9043F1403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2EF48AB0-7E37-4731-A42E-0A6004DD8B9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4CB1462C-6CD4-4B81-816C-650AF6F5A2E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19DC318D-2BEE-460B-AFE7-6BEBA3DBE75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607959A8-FF3E-4A2C-98C2-A329FC5B4C5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27AF9BB4-2E91-44AB-9541-E31C336AD27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597BAA0B-48C3-4A54-B6D3-70134BCB1BF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C3609758-36BA-4D15-BEB7-B15AD483C94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9C8C7E7-9C65-4F8D-9C91-086176DECE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888DFA3-6BB3-4216-AA1E-2B82BD6D8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1723253"/>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D4EE9682-AA1D-4FFA-922A-1FFA526F08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F0130CB7-3839-4529-BF44-6ADFF4E42A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FC7B695F-7FDF-4C97-9576-173CFA5A41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2333F71-181D-49F2-929C-9166CA4E21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02C5C28-7B21-4654-B8EF-22305F1346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8DF1FA0-43E8-436E-B1B7-7FB931BA64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42E21094-89D2-4F99-8D90-AD256589E2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FA6F00F-751D-40A2-9A05-D7BAFCF9621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CBC056DD-30C6-4A31-9EB3-EEE74AF9B15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41E9F3D-9D55-4082-9A35-6C67A65594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2AE6DFF-DC3C-4BE8-8B91-E077FDAF522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8444FCC-24ED-4463-89AF-DC190018256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CC7890F9-49F9-4118-A32C-9DCE63B71E6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8BC48494-AEDA-46DF-816A-81A76CB9539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D584B8D-7A38-491D-A812-7A8E8C3B9FE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FCAC7DE-F8B3-43C7-B38F-D53CFB44D31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CEF9C7E-05DA-4D39-A91A-EBD1EA91030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336A0DC2-BF2F-4F3C-8E99-0EEEBF798D8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886059CD-54AF-4197-99B7-EF966607786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6BB5EF3-A4ED-4E16-AD01-FE85D636176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06AA7DC-E636-4A3B-9F63-E7042B343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685994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33CC3FB-162F-4894-9C2A-66650E152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608AF4D5-45E1-4F0A-BA4B-4F4F8D7130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5C45EBFA-3BE1-40F4-BA8F-9F295EE500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3BF677A-B6D4-402B-A95B-EAB7FF8DF2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CC96E552-DF36-4820-B536-85F44719F1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FCBDFD8-BF19-4A4E-8F32-7A7F8CFB83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1AE9A2F1-B37F-4BCF-9929-AD02093D150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CB8228-A9CD-4FAF-B863-85AD4B55640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6E33646-9699-4154-8CFB-95537EFCB38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636717CB-953F-4881-BD53-16386ABF4A5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57FA713-AFF0-4D32-9C2F-7E676D15D0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57590F9-C121-4C64-885A-ABA0E897F61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01C4035D-E3AF-4330-97CF-5F3140C0028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27E9D4E-3F9B-4ECE-9BB4-16CA8BF58C7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1747B0E3-1440-4F1C-9099-92F50C25DD4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204AD638-200F-4FC3-9785-D9CD9E04BCC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67A22C5C-32BE-4440-A62E-9A398860184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91341852-EB7E-4FD0-AE3E-94F20519EC4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4F13D50E-ACE9-4A63-87F3-C9B78081F98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291C5E7-62D1-41B0-B971-C08B332ED3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C51A344-5B2B-4A1B-A70C-1F86B3A68E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89967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F175F3F1-463A-421D-9F25-C5129AB96A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24659400-6205-4EE1-953A-8C455C0C49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A2F872D2-2583-4286-9678-8F1FF7861D6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7BA0B6F-004C-4E83-926B-40D94ECEB9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A9A4A77-FA7D-47EB-B7FF-5089CD9FB3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B7938E31-3001-4875-81DB-85F53BBAF2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EE5F000-D163-4DBB-A1A3-75E5799ED0A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F504C8D0-DCA1-4E9D-9086-A8D34F2305CD}"/>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D5D1770-E3D3-445B-8629-DD7C4C3D245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555EB99-9D81-4DD5-8DF0-2A397C4AF7DD}"/>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0E6809E-321B-4565-8432-299881D3D12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DDBEA8E-B89E-4FFF-8AB5-A02C53E47B64}"/>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6DBB07E6-CDF9-41CA-B3BC-BA43CB6461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99927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8362126-C5FB-4159-A3E0-2876D5F7A9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1BB842E5-64BA-45D8-A73C-B0D4C9D6E0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600EA6F4-3795-48BE-8707-1F8653D36E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90DA80D7-0885-42A3-BAE7-30F695B6CD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BE89C3AC-BB64-4C56-A213-01E741705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55D029BC-DECE-461C-AAD1-228E7E0593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C14B64A1-F6A6-4D02-9155-E82493550D88}"/>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B1EB38A-CD89-4ED5-B605-EFCF9862B75F}"/>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CCB86839-E307-4177-818D-823F1D44D5C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583DFA7E-1417-49C9-83EC-303FAA8CE6B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8F8785F7-4D1C-4E67-9925-3F021DD4E0E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BD3E062A-5F24-4F46-863F-D3494F2B02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9181A5CD-0D55-42F2-A6C8-DB233132240C}"/>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6C752690-2B36-4936-AF76-A7A2068CE2E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2E68A1B-5D2F-4476-9724-B829CE20C12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2597524-18A3-40BB-8024-4110D6C1C5E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C9D25F74-38ED-435F-B440-A29A00122B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049902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C53D075-8A43-42D6-B270-4A16C752F9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16E4E1B3-6B00-4EF1-B6AB-D2ED06D30C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7403C37B-697B-4A5E-878B-74E49613F5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EBA0EDDC-A66F-4605-930E-A8A8DC74A7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06A3D4A-3D06-4B08-B019-80CCFD778E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AF8AAE6D-6E3D-4313-BCD2-99044EAE1E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00E6E25-15D3-4C41-8C43-FF04420A598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B5737E0-CD63-40B6-A77E-6829E7A58B6E}"/>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BE0730B-DFE7-4FC2-9D6B-5FFDBC70A398}"/>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3DA7AE6-F7A4-49DA-A285-EED308C4693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3683E43-2750-4D36-9B9D-2104E3E40313}"/>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AB2CFA89-370F-412A-813F-8B2DBC44EE4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D08D0E76-3508-4749-8BCE-E2092B644B5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9549B04-9F9C-4AF7-BE7E-A9E46B09D7C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DDA6313-DC3E-4AE3-BB33-FA07FC9E0D67}"/>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3D6619E-402E-45FB-AD8E-3E5524382F5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CED8A36-1DC9-4479-9163-F6C573F60D6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64E2B17-BDC0-4CE7-8341-432275A50E3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8722395-218F-4671-8078-1DAFBED058FB}"/>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AC447C9-0093-49A4-B0F8-787A99C01DA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B4CAD5E-3080-4C80-AE5C-32E9C25EFB7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CA3290A-64E1-4E2F-A3D2-7B0D0AF579E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A2CF3BE-17DD-4287-AFE3-4D12704401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67614848"/>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C99595E-8DCD-4CEA-ABE7-51404B9E64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89B9BCD4-2B4A-4BDE-8D63-D90A697507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79973A3-4136-42A8-9DB8-E4ACA812D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0D875C7E-502F-45CF-8F6B-CD04392CA4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BB06F87-3693-4E02-A7C9-24A5FE4C42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4FDD136-C708-44EC-93FF-5B2F0EC465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55BFCEA-5D18-4520-A481-E528E89A781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4E039B1-7C8F-4794-879C-87A3B1EC968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5C0F071-27A0-47A7-895E-4162CFE2918E}"/>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F90FB22A-6CA1-4CC5-B9C8-026620C21C5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311CAFF-F8D6-4C41-8E5A-0AFDA79D5D0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8502548-5CD7-42AE-B4FD-D1406A9ABCA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1F2C761-BA01-4D33-A4BF-7591E6ABE53D}"/>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69B6C4EC-F87A-48E9-86F0-DAF8F23A506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B30CC2E-43DE-4E53-BEB1-15FE445BE85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DCF6757-7C6B-4DC5-B895-A1BECFC43E6A}"/>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8D36773-F696-4AC3-97D2-69AE637B64A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AAE639A-AFFF-4A65-A82F-6A0764C4C8B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78208560-D65C-4576-A252-0A8F157AFA2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3F8FF40-6EAF-487A-8404-33D18A2293F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95ACA5F-7A80-4D3C-8147-EB9B37A86F4C}"/>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DD6728D-1927-43F8-9849-28D580BC34E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243AE41-E927-4AD3-8D69-64AA6B60F86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441B138C-53F4-4DC1-B31F-05465105DCF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1728F6F-6FD5-4C5E-93A2-77A47D1E970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2773558-D28A-4527-8B6E-9A378D2FDB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229075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1DA8CA3-0F5C-4723-9015-BB05F3147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7A049FDA-E44F-4A8A-BB08-3925258C15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7E000492-9346-43FB-8248-CEB4C1F71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32E0848-36D7-452C-AAEE-FCFB7777A3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BBDBB7FC-AB4E-4D70-A85A-23366CC927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DE11BBB1-6465-4C26-A320-A968E8AC7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03933AD-6E3C-4DB6-8957-933105136011}"/>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0EC46EA-CEB6-48E8-B56D-AF6B49C087EE}"/>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3ACB18EE-58CD-493C-84C5-7471501DD2B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D11AD88C-6055-4EF4-B369-EE0D24DD2446}"/>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98B7EA4A-91CB-4E37-A57F-80A1BEDD68B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505D14C-31E8-4FB1-BBD3-27EFB7107DC9}"/>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20CA1482-D1FE-42E3-88F9-7A2CDC2C864F}"/>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946CD3B-91EF-4CC4-88CD-C08F035724F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F9DB3FB-5B8B-43FC-AA9F-A7113557CE1D}"/>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DD7263C2-5E10-4E61-AC39-280BA80EE4B9}"/>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8F0BAD7C-15F3-4F3A-A263-109A35FC0B9E}"/>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C58481AA-91C8-466B-A2B9-A00DC8142CD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B3CC82F5-01D4-489A-96DA-E9F5C9BCA8E9}"/>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9CADA1F-A66B-4C02-87D8-43E81D626BC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3A19939-57CD-4F34-99CF-A2691C22C67B}"/>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3390C45-66D2-4BF8-9F27-75B100ED011F}"/>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FC87BBD-8B34-4EC1-98EB-825EC775A75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73706F6-EE9A-4319-8F97-E9D0008EFFB2}"/>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E53C484-6282-41EA-B177-E3870661D1C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EF2E319-F651-484E-A216-B0AA5FC1964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45D7DE4-BCB1-4D36-8CE5-EBD37B6766B7}"/>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2734ECCE-FF26-4CE0-98FD-7BA469A2CA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530233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76AE596-9B82-4AF1-AB6C-A4B4EB39D3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439CF60F-F441-45E1-BC2A-15D449B8F7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170471F4-2972-4FD1-B266-EA44511EB3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4B09841-7E05-48BD-A34B-F84385DF74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BC3DAFE6-C0C4-4D6E-9B8B-B95CDFA7E7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603DBF5-1F5A-4E72-B100-A59289D422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909A2F8-E191-4401-A3A6-3A3CAFEEC37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707CFAB-CA20-42B1-9236-258ABB114FE6}"/>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234CD19D-1F2D-4C64-9309-4688BA3B73F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A4FE975-218D-48AF-ACEE-1304C20C2E8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1E02A52-2F12-4094-A013-8639D3A7C9A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AB9E4A26-7777-42CB-B273-65AF05D88B8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36A42717-76F8-411B-9A18-EF07D5240C80}"/>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990F4054-32E7-46FB-AD32-491967FCF606}"/>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D252594-2A9C-4DD9-8FD4-76669E1D329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972151E-A6E7-4B1A-9089-0DDB4D9C7A4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DB08C88B-F105-4208-88B6-670BF84F800F}"/>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29CF7D7-7D5F-4C3D-A574-F77F2DC452A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232014C5-15AA-454D-B047-1E2F39274388}"/>
              </a:ext>
            </a:extLst>
          </p:cNvPr>
          <p:cNvPicPr>
            <a:picLocks xmlns:a="http://schemas.openxmlformats.org/drawingml/2006/main" noChangeAspect="1"/>
          </p:cNvPicPr>
          <p:nvPr/>
        </p:nvPicPr>
        <p:blipFill>
          <a:blip xmlns:r="http://schemas.openxmlformats.org/officeDocument/2006/relationships" xmlns:a="http://schemas.openxmlformats.org/drawingml/2006/main" r:embed="Ra01359770e0445c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DD0CBBD-B814-408B-A52F-D31F7B8BD31B}"/>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7FE4426D-C555-483F-A993-0E790DC2C3A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B674FD0-760C-40B5-9FEA-3355DED7975E}"/>
              </a:ext>
            </a:extLst>
          </p:cNvPr>
          <p:cNvPicPr>
            <a:picLocks xmlns:a="http://schemas.openxmlformats.org/drawingml/2006/main" noChangeAspect="1"/>
          </p:cNvPicPr>
          <p:nvPr/>
        </p:nvPicPr>
        <p:blipFill>
          <a:blip xmlns:r="http://schemas.openxmlformats.org/officeDocument/2006/relationships" xmlns:a="http://schemas.openxmlformats.org/drawingml/2006/main" r:embed="R6156487b7bd04ef8"/>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CFE4A6F-E11E-4CFC-AD83-492032203BA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BA920809-CF97-4A03-BE66-F03BFC8FD567}"/>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A53CC89-6421-4E74-BA1C-A1D0847A6AA1}"/>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4A8B8393-78C4-459B-936C-B578E2243BB9}"/>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C62E20F-A827-45E0-943A-60E934067FE4}"/>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18ADABC-DC46-43EC-9EF2-5B567574CC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5951528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A4793FC-0346-4B8D-83C8-C53A60454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DB0CBD6F-7B90-433F-ACFA-EBAC5C410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78181F7A-C793-4E0F-B559-998173CA95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85BDFFE4-3FE9-4B8B-9A3C-865B9ADE39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F27655E-BBCB-49DA-811B-26AD97CBF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F15F171-8551-45C9-86B0-6F9A53D522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0D8B933-FC92-4AE1-B4CA-78EF0D996BF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E5E7AAE5-483A-4DE0-B621-656430E8987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FD6A520-D61A-45C5-8ABE-E73166433488}"/>
              </a:ext>
            </a:extLst>
          </p:cNvPr>
          <p:cNvPicPr>
            <a:picLocks xmlns:a="http://schemas.openxmlformats.org/drawingml/2006/main" noChangeAspect="1"/>
          </p:cNvPicPr>
          <p:nvPr/>
        </p:nvPicPr>
        <p:blipFill>
          <a:blip xmlns:r="http://schemas.openxmlformats.org/officeDocument/2006/relationships" xmlns:a="http://schemas.openxmlformats.org/drawingml/2006/main" r:embed="Rd468623ea3b3495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D04FF823-7130-47DF-8C38-4350C8CBEC55}"/>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BBD8ACD3-2671-4454-A343-BABBAF31560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F128593-4641-46CC-8114-08CB2028F7A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214688A4-92C9-4984-80F2-EC25DF8B6256}"/>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2802CC4-6DDB-43E6-A744-BE67DE470F48}"/>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7F18599-252A-4562-9E11-24544533DBF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456E748-FFD6-4351-92E4-B3610315CA04}"/>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A59CB82-34D8-40EB-BFF4-D5222DD587A7}"/>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138356E-61FA-42EF-A80C-710F77C1C072}"/>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867CB758-9DE6-4859-B234-9BB531B8F039}"/>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8A1DAA8E-A82E-4E62-9A44-13436F1DA061}"/>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6C2AA89-4D04-47CA-8F19-E997DB41C972}"/>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C083034E-D3A5-4E65-B677-8F2A4B8790E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52879B4-37CC-41A0-9C41-B4F202C5290F}"/>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A434980-0EC9-44CF-9D33-8B1142A3477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E48CAB3E-23E5-461B-B023-E432A983068A}"/>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B101FEE4-D6AD-4F7C-8C9F-85175EDE6270}"/>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D3749B0-C457-4647-B16F-C214FCAC2D3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BB9C5C46-6299-4346-86AB-48E461E808E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68C9510-C3DC-4A83-A478-B53790374E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736169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0E31BDC9-E053-442A-B2F9-0D29A915E0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571EF36-CB97-4EBE-B5E0-D211A66861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C89D58C-9810-4304-BD22-77F28007CA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ED84A34C-10D9-4A59-AAF4-CF9C22D443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E60D2308-8702-4578-B9CC-449F23186E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2091345-7A90-4793-AD2B-33DBEB202E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EDC7CCF-2B36-4286-B3F1-B3584BBCF0C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67EE4FEB-604B-45B3-9C7D-B86D0C1F3EA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5E61A5C9-59A6-41CB-AA96-11761C9A0D0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DDB53C9D-B582-46C8-A289-81930229E1F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DDBC71A-B148-441C-91BD-ED0632565E32}"/>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F49CC7F-DEFB-4956-B52F-E367D8DB3D3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A9C705D0-AF59-446C-8C6B-E6C11C1C1C37}"/>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BA6AE18-C2F1-43DD-B52A-DDC2B9DDA76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90205A42-F168-4913-9841-9A9B826C5F30}"/>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26FD4C3-8027-4859-B0CC-5FA0A5015473}"/>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CB946E99-C207-46BA-8A83-ADB2F3931F9A}"/>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EDF3E3E7-6118-4DB1-996A-F5682F3261CD}"/>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F4768DA-72D0-4D08-A0A4-D202BCC939B4}"/>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8D96515B-B831-4548-BE8C-B05C80844A6C}"/>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11C4F02-ACBE-4E0F-B967-72524E94FAFC}"/>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00EEAB6F-6AE9-4CA4-ADF0-8EA970D241C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7C31940-D552-4883-B4AA-D0F571F2B0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414240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03CC4D7-AC4E-42FF-833A-9CF43A92F4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4377283D-05DF-4931-9DFA-0AECBDAF3E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20E6AF41-C22C-4B29-B7E6-502AB31B66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632657E6-BA6B-4056-8DEE-BDD443296A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3322065B-60D4-473D-B12E-B7E568BAF4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9BC0AFC-B89B-4B58-87B2-E160EFED0A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DCCDF7C1-B084-42B5-8F7D-39EA66BAE74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F1416972-1DBB-423D-B4F8-617BB2BC00E7}"/>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56EBA318-9539-46C9-A45E-2985F6B783A5}"/>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E520524F-533D-4254-B68E-6529071F96CD}"/>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FC1F2F6-A6B2-450E-BEFE-E9303A51FCF8}"/>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8000253A-60B9-4197-99F2-58A106456255}"/>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4586CCCC-2818-4EA3-B63B-6D68D6113488}"/>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70BEBE56-9189-4196-8A87-E2934FD2F04D}"/>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FCC6375F-F227-494E-B22F-D6E7C62904D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6C55D8F-4A92-487D-A554-51C6CFBAE546}"/>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46CD9326-EC79-4188-9583-838EA5AE9CDE}"/>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14A67BDA-2ACA-4930-AB2A-EEA2AEA9CB47}"/>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90CB03B-9F9B-4192-991F-97C3E2DF1858}"/>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53083BE3-4A44-4587-B521-4B6D9FE47BC2}"/>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F266343-22A9-470A-88D3-4EDD38443795}"/>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5C004BB-29B1-450D-B190-A99A973A4E5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A606C79D-74B6-463C-8E79-C119A0D8658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256FE80-4535-4890-9481-D96BD6EED1E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28D2C34-467B-4046-BF11-F374DC46FC86}"/>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1E3F1C2-0AE9-49AD-886B-3177D08B4568}"/>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61B12F81-262F-431D-81D7-9A0043588D8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6556FEB7-A2D1-4086-AEC2-695B7FC655C5}"/>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7F74E35-25D2-4A6D-AC3E-5E8ACADFA943}"/>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CA476D58-765D-498D-AD4A-ECA8FB096CD8}"/>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3E4D565-CF44-466F-ACE9-A601EDBC5D1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B0AB0E9-47DF-4F12-A9EA-54A46CAD61CB}"/>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C328D1AC-370D-4848-8728-434C77B2D90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21F22016-5F31-4EA6-B23B-415585294F6E}"/>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02A3FCD-F45C-45CF-80A9-5DEB48B422A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6131861E-FBC0-445E-BDB8-28F28FDD7315}"/>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1BC9088B-79D1-4A46-9188-745DC8E06ECF}"/>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9750BED-5CC5-4919-AF35-6141EB380BD9}"/>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886FD507-B4E5-4109-844B-0E148A93E8C3}"/>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0C170942-68CD-4C83-B51A-B6DEA7A05D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969954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21355954-CE81-4A3B-93EF-FFEA68CA5D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0225B5F8-6DEA-49B0-9FF3-7F171354C7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711F6782-DAD2-4D5D-975A-BD35029ACD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6DC0E200-DF62-4012-ACC2-7B1EAAEF07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C0DBA37E-CBB7-4532-A124-685936EC10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A1255A7-0417-4D00-A30C-148A37CC7F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C0C38A1C-89C8-447A-8848-0F2BB9B3959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D70A4AF7-1A8D-4FE2-990B-9F742FE25E97}"/>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EDC065C1-845A-4F5A-85CC-B8D142A8C406}"/>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CD63141C-A0EE-4928-B4ED-3D826AA9B4A0}"/>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EDC65609-AA80-432F-8606-4012DCFB3D62}"/>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29676135-FDBD-4F13-A512-843ADB047D24}"/>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32DD9C8-B51B-494C-A3FB-478A029F007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75F81C3-D5F5-4AF3-986F-0EE8D2EFB69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F9A891E-2459-4EE9-9C51-C9C7E6A6CA8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E6A04DB0-7E74-443A-AF4E-9141B2235321}"/>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0CF8DDA6-0BB7-48AC-A2BF-427BCB803D7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01FAFC2-A3F7-4418-8C47-5F75A55923C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76F7BD5-3295-41F7-9C94-8F9DA4653B7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7D25B389-9451-4AF3-A50C-04AEFA2FEB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D5188BA-9864-42AC-BA4B-CF518011DA58}"/>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60135C1-B80C-4F0E-8973-0543F4C3CEAD}"/>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9F3C2566-DBAF-41FE-8363-BC035E732F4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43D9A6B7-787E-488B-925F-13C32C145EE3}"/>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58AF34E-C8D0-41F7-8700-9E8550A60FBE}"/>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54493FD-9807-48DA-B080-D1E61F341797}"/>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D06E12E-0A4F-46BB-BE44-9017BC99186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D226BF0-1610-418C-A9FD-5117FF05AA0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706A0F0B-10FC-42D3-A00E-DBE8417F2585}"/>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8946BB38-9815-4BA5-A174-A6F9EE6B4D8C}"/>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DDCCC3CE-82AC-4A16-879B-BD984EA6B549}"/>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A3050976-38B6-4272-A1B4-38B661101DFD}"/>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890A94B1-6803-463D-9B67-99205F026B20}"/>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F55CF3D2-AB9E-4BB7-B3EF-B2FDD6D507D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1599EAE-4C8A-41A5-90D0-144DE8DEF96C}"/>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45A6D9BB-9AD0-4258-81F8-3F386BF50C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213526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EB635DC-A48B-40A8-92C9-7A0FC07B8A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60E9A007-1D61-456E-A298-6BD10D1A26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9264C2FA-5F5D-4C45-8CBF-3419DB866D4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FD33732F-65BC-4EB1-A022-860B83E8BA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FF9A028B-9E04-4A65-BF05-73CC42A3BC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63D61B4C-DF87-483D-AC7C-7251EF45F0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755BFD94-6B7A-4B73-AC13-35346BBF2A0C}"/>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9998033D-66AC-46A1-8A09-28DECBC75548}"/>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583D9F4D-0BC1-432D-85C5-39AE9C87D982}"/>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DCD3233C-51AD-44EA-80C0-39032D329F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BC93F4C6-F72E-4AB6-A1FB-1FC57AA8D2DA}"/>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16784C8-6DC0-4E3B-97B8-67D06F2D839B}"/>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47EDFC61-B843-4BEC-B94F-A010A094A79C}"/>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A801F8F4-72E0-482E-89A5-2B18AC8FD116}"/>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3B1ABE1A-F23B-49A7-B217-80640C2B042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819AD362-223D-4FB0-AFA8-7D54CAC78036}"/>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E9E062F5-CCBC-4646-BE4E-8D83C12A72E8}"/>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E54DEA8-9C09-41FB-AA46-7C02B72DC63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72D2A340-A0F0-4810-9619-6030BA9819B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3DCD3C40-433D-41D6-8ECC-944229E6178C}"/>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F8D8FB70-6971-4618-86F3-18831A3DCB5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9ADF4CF-AF09-479A-8371-029E36A1817D}"/>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3C7C088B-9E82-46D1-B66F-0FAF85411792}"/>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663D03A8-73D8-427F-8956-2C80CE52288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3870C15F-A109-4EF0-B16B-C53E7C6FA909}"/>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3F315D7-F010-412A-BB77-278729FCB520}"/>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2B0C1DCA-124B-44D1-AE69-D7DBE431946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EA4CEB84-2357-4E82-9AE8-31F8B6381038}"/>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D490DC0F-08D3-494C-804A-36FFFD6D646C}"/>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0595BC95-E1EC-48A6-A1AC-3AC60B6CF39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D61DD051-DBB1-4F6B-9E6C-FAB202EB83F2}"/>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693125D-40C1-45EF-BB44-A8EF236751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318675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790EC436-AD39-4E5B-BD7F-698F128BC3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321E3C76-A837-4A62-AE4D-A4C516C728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BEBEA4F2-9FCE-4411-A9BF-3B6B047CE3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B54571B9-36DC-496A-9502-7C8C469D19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D69526D-BEE8-4C3B-AB97-ABFE915BE8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5ADA298B-2E37-462D-84D8-1F2C058D2D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F7AF9415-6938-495F-92C9-6312CAD768B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F5DBD3D2-25DB-4008-B76E-B4C6D31E97A5}"/>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D4BB300-C82F-4681-860B-F6B73A5B39C5}"/>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2BA0AC18-DFDE-4D00-8C6C-53177B8BCF4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F1B0FB4-16F8-4CE1-9A6B-2D35D84272C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DA8D07ED-D852-4335-9D62-0F094DD9DE42}"/>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9AA0958B-B58E-487D-8D10-0630D5F42C7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954672D5-C36E-4948-89A6-B9CCB252138A}"/>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836606C-0372-4FFC-A2D3-9AB15934E546}"/>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C1B8C338-303B-4E33-9E98-2CAC89587D78}"/>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CA50DB5C-9DD6-4EF1-88EA-92A390BB43D5}"/>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1EAAD141-4CC1-4453-A783-BFDA04263E12}"/>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EC58E916-1C9B-4474-9000-5B1E00CE6987}"/>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7F86D481-50F7-4EB2-94EE-728CEA8A227C}"/>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1A8169FE-D5DE-44A6-AA2F-0EF27A7E344E}"/>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97BEECD-2BDF-44CC-AF6C-CC53D4E467AE}"/>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5EB34792-FAE1-439D-AB3B-88778CEDD4D9}"/>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14D7BCCC-5DC4-41C7-8290-8C94ECA7C683}"/>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4CD2C16-8922-456D-B5B6-84A0C6BC0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33090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60F62149-4258-496D-829A-73BA79B834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29E15A90-3DF7-49BC-A5AC-20CD3F79D3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4AC06651-A24A-4A71-90E5-B9118977B4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A6D507E-5145-4164-BF99-11AAE51FA3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9ED83C4-0E5F-49B4-9AB8-244F7D4B7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53EBD02E-092A-4D91-9916-D21B914B8B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F8E2E921-5446-44FF-BACE-873E17B4C82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683967E2-6F2F-4E27-ADFF-11EB4A543F61}"/>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885EADB-73C6-4C79-A746-EE2A23E638B3}"/>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1D1DD72D-009F-48E1-8831-01F40765CDE5}"/>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80BCDEA2-B9D1-4E01-97BB-BA0BC1C048F4}"/>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054AF74-71EF-4A0F-B2A6-D5BF02C361A2}"/>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922A2C77-93A9-435F-A5C2-56A355B40B33}"/>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EF1B5432-D4C5-46B3-A187-B98F89E72B8F}"/>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A1ACABCE-AE7F-43EB-81E7-4E8C80528F1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8F3CA6A5-1099-4BB2-AA44-E096998DC676}"/>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B1B78442-640E-4265-8823-9FD40204F1D3}"/>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BDBB803-0ED9-4A03-A8A9-2B3348FDA85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B2127A52-015D-4E6E-9A1E-70A6F301EE3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2A35D1C1-FA13-40BA-8290-F0B60972959A}"/>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D5EB0F9-E1CC-4683-9B5D-EF80AE5667D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FDCDA34-BD0F-45CF-8DD3-159BDA78A37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0322531-54B3-4BBC-B38A-FAC57A1A34EC}"/>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A545FC02-8C2F-49DF-83EC-799986E2586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7D75CD9B-CF1F-485B-B144-619C309962D9}"/>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7D84898-FD4B-4F3E-8824-ABB6CA440E91}"/>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1EE8EA63-8FE6-4D7A-8D21-F81D1DBAA2E1}"/>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35A05E5-34A7-4FFB-B4AA-386784DCFFDD}"/>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99C63F4-615B-42E1-92FA-AE83A470921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F5B90C3-8758-47D0-B36F-967DCD95220C}"/>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D7BB8F4A-EADA-4ABD-8D42-BA51DAA64B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026620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E50E458D-783A-40AD-89AF-A2D2AF3447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699A17CD-F9CD-442D-8E1C-A5659D7A08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E7880C81-2300-4433-AFEF-6F9CB242E8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FA572D9-66B0-4DE6-95B2-28B97715F2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92B24A4C-A632-4659-9655-757FCB5F81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9455AFA7-B42B-4896-815F-1D0FD32379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771A8BEF-3CD0-4F01-96F0-C385B5F17E1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731C851-D770-4EA7-BC27-8A12264BA9F2}"/>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46E65B2B-0B7E-406F-909F-7C4F4085C0D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6A752E69-7361-4233-BC96-B4098702908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6A6D2A17-60C3-4A6B-9815-8DE825A98529}"/>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9D46FC45-DCFC-4998-A1A2-0AE10EF45006}"/>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C60AC579-0A99-4599-BC05-C78C14B2D2A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3B170D63-7AF8-417B-9533-00CCD584B2B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14D32788-4370-4ED7-A2A6-5E370328EBF7}"/>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62D88A06-1803-401E-AABC-523C93582C8E}"/>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21E17790-4928-4964-8915-5C48D4B7D29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ED20B23-EBB4-44C5-8695-4AC2F24BF75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BEAF1CE1-6F71-4665-B494-3C7548AF5272}"/>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5A27E48C-6FB7-47D7-B9DF-67F295D4E2EA}"/>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A7AE980D-6151-4DFF-967E-FACC6D5F938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B3D496A-8D1F-4E3B-B520-290E93EA9BB2}"/>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E63E8553-2236-46F1-A272-B6CACA3F05F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37B5BAAD-4D8F-463D-87D3-857D6111B5E4}"/>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73031D2F-C757-4F25-A80F-489A67226EBB}"/>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9EE1871-DCBD-400A-A328-DE75A1C16238}"/>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1EDB320-DD66-4158-8A33-BDF26AF9BE8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B22E47D5-E582-4E50-ACA2-4B31AE5CA17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0AC0A4B-CE99-4435-A6AC-991CE509153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3ABBD589-A3D5-422C-97BF-E70440913C9D}"/>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7A280C86-98A1-4AAB-90BD-6044BD49F2D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40D9330A-EC79-4203-B4A0-134F07FDE7D8}"/>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50CDC112-6B54-4F3C-BB92-B3CF931E7B6E}"/>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388089B-3CB0-4DBD-A35E-79821F4CF268}"/>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22A43A9-2323-402C-B898-2EAE1EE213C2}"/>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22D8812-F6FF-4E28-83DB-57AA943430F1}"/>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106E376-DEA9-420E-9C66-D7CC59B3BD90}"/>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69DC3DAC-83BB-458B-8778-F20DC677E790}"/>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12780BDE-CAEE-447C-85F1-3C624EDD593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2AADF7C-FFB6-443E-AD3C-50818193416E}"/>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4E38EA3A-6291-4474-BA48-3717B2BE56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129318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C1C4BD4C-45CD-498F-8872-B9160FBF98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78ADF0BD-B40B-42F6-BA0A-21246CC0AB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1D082487-E50D-4056-BEAF-CC11703434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95E1864-F955-46A1-A90F-66041F4368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096DA217-CBFA-4735-A390-24F5F19C70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FD28A834-307D-4B62-86FB-24F7FF754F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352FA93-3FA5-4EA9-A90A-D4A341347152}"/>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CE2F90E-F04D-467A-B2CB-846B7727C9DE}"/>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6FAE4324-EE95-4C39-9D60-9201D52991F0}"/>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3D7B216-9991-4FD2-A244-A7C307C0C6E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80A3D556-8012-4FD1-B7E3-576536AD1C28}"/>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74FB0852-9C25-4892-9504-268199F7311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0DD864B3-5D68-481F-83C6-143283D6217C}"/>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5FF37F-AA04-4CC0-8AA7-85B5285242B5}"/>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00F29AF-48D3-4E6B-BD9A-DEC514E182D3}"/>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C3845A65-F7D3-4A01-AE85-F4DD56495FF5}"/>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A29DC89-9404-486F-8383-84A69B2C2CC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3995717-0FEE-4CBA-8122-DAB84B7A22CE}"/>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8329CFF-692D-425A-9B26-7796AA55E8AF}"/>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C322A46F-C432-4F31-BC30-A828BE9A2ED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00A9122-64F4-4661-889D-22ABC8F40D85}"/>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675EBA72-FE25-44F2-AB10-FA99E402E5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49DF26D8-B5C4-44A7-8E0B-4FCC546CA17B}"/>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EBE5EDBB-D9D4-4252-8CF1-B780AC919BEB}"/>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CAF184E7-8928-4199-8E18-E577AE0D699E}"/>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D8E2C925-66CF-4501-AC11-D2F35BBD1EAE}"/>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19E05C8-5E7F-44FE-AED0-1D89B8D3132D}"/>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7993ED71-9035-4433-8D6D-42AEE27D5CA4}"/>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C48C0F3-FA6E-46F6-982E-154507B9D7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268462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759DF42E-9069-4D95-8BB7-7AE6E87B67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AA82B556-85EE-413E-9C08-B6011A707C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FF3DEC51-8A3F-4115-AF05-BEF4E1016C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18937A3-60D7-4DCF-91D3-4E217F13A7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CC7FB68C-C305-400C-84F9-0749C8BE4A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434307CF-320B-4535-8403-3C3B7F69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87042991-9A2E-4FAD-9067-FDA271B531B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A794B87D-B55C-45BE-96C5-54EC2C7F7B20}"/>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90DA80BD-F13C-49E6-B0E3-F5CED2A5EC7A}"/>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7E899B3-AB33-4368-9665-34EB8D4AD9D8}"/>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775279F-F7B1-4304-BDC7-B7F9BFE8AEC4}"/>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E0FA61A-3426-41E7-976C-00C25BAFCF83}"/>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F3D9E13-AF4B-4E76-8E66-2EE2F5E91964}"/>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44454B6F-1317-43CC-B85E-A68ABE407D3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2325C5E-47E8-47D3-AD1F-FF5DFC13E6DC}"/>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1AAD8283-FD6F-4918-83F0-5C19EB9E112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A00D4AD-4283-4BFD-A0BD-A246F029D44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4E0AAF4A-A4D6-4214-9A91-0FA9159D53F5}"/>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D7EEADC-9B27-42A0-BAE4-1EBA641A89B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07C01D5-C853-43FD-9EA4-D3E27FA57463}"/>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2E3A4B5-CC9E-41D8-A885-505B3719E2C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4105357-1AE9-4FC6-BCE1-F15A31BCA053}"/>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298DDCE9-E1D3-46B8-B7B7-A19D416878F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72706A5B-DF0C-4389-98FB-475AB27444E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2456AC98-44C3-49ED-801B-5EF36FF70F7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47D743B1-B243-4394-9ED9-5F2C7BF3A4B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DA32AD2-310A-4A12-86DC-98D94ACD6E9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CC925D29-400E-4C76-A4BE-22E75DA0393E}"/>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BE55BA4-4AAD-4126-AC85-CC8B00035CDE}"/>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DCAEA3AE-267A-4A17-B486-6A8D3D4A0304}"/>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0DF4FC3-9F17-43B3-9EBF-2FE70B883F8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4061253E-5222-4B97-BD6F-F6E2A65E87AF}"/>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F1CA609-FBC0-4380-AC24-4063AA0BEE5E}"/>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B4951CB1-4C9D-4EDB-B5BE-F6F6701E9A73}"/>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3C19BDB-2501-48A3-83D1-2A3D648B1FF8}"/>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0D4F2446-A500-472E-A255-D37535C7ECD5}"/>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CE192296-25AD-49EB-B163-47ECD68A872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54C5FE6D-A484-4BA4-BFAB-DE0E187FA21C}"/>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E9CF61E4-637B-41CF-909F-76C5D5BAC71C}"/>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C5881BE4-221A-42A3-8E00-8CF243FC05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84FC536-24A2-49F2-9F89-1ECB4317BB5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3C71A9F6-7787-4568-BF1F-AEA1F652BDED}"/>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BA608CC9-D3A6-4803-8B63-5B5EACE909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3714582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869358D9-5679-4F47-98B5-D9A0BBB5CF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1F03E11D-3BD3-44C1-AEE7-862C5A27C6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6E5EA8E0-520D-4B4D-9AC0-F5010131D2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040AFDB-03B0-4F4E-93BC-36CB113C2E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9C1640DF-15D1-409D-8AEE-6F9A95C1D1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FEEEE5C5-E0C2-4E36-995A-8244BD19C7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9694F1A0-8F5F-401F-92C8-EED62835817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E3EDD64A-44FE-4B90-9B6E-76FCC969D0BF}"/>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85E8B4D3-9441-41F3-8230-61C539F8FF6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A55EFEB-B0B5-43F1-B26C-96F7DD3E1AB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652EBC00-C263-4C47-9321-9A577D97FE7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AA62671F-CA05-4952-8B82-99A3FC4395F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A441A45-EEC3-41A9-BAC7-2A271DF32C05}"/>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115036B-C253-4D79-B8CD-DE9DBFB24866}"/>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4DD86B77-FACB-4C1E-969B-DF85EA09A50D}"/>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21D0DA3E-52D1-4C2D-A1F0-C3969EE5E572}"/>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5456EE1F-65F6-4AA7-B0B6-CE07EAB96FE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DE1D7B16-FA43-4B35-83B2-76D30938DA70}"/>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13CE1595-08EB-432E-A23A-F122105B46A1}"/>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CFEEE1D6-C43E-49B2-A751-B70C39338E6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1015D96-295F-474E-8727-0CD5C1F219E2}"/>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497B9D84-27A2-4456-9934-FA282D8435FF}"/>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C513E80D-B485-43F8-AB56-7BBD9209235F}"/>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94356CCD-4CCB-49C0-8AA2-959A9A6BA0B7}"/>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DE11D40E-473B-4A2B-9A0C-1520AB9894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033962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E4975AB0-00FD-40E9-B44D-04A072F8F6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55B5E89A-D299-4AF5-8105-1F8F538396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7761EDBA-6CB3-49C4-84E0-AEC2B14A6E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E72F7D4D-E2D4-4E64-A74C-FB9EB8EFF9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6DF070F-E59C-4A3A-B869-B1818FB990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58EF893A-0D3C-4E89-BB38-BBB99B846D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227FC9CC-DAB2-4C43-A9C7-B78FA33C9ED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4892CE40-05BD-4808-AAEB-3C95C574B2D8}"/>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09AC6F80-7C39-4FE3-A012-8A1458804717}"/>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69978A52-7187-464C-893F-94C24DF0BA35}"/>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19A48991-CFA3-4788-91C2-92EFBFF5608F}"/>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ED91616C-492A-42E5-BF35-D59D4A510073}"/>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AF823BC1-0139-4974-B8D6-A23B9EFD291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4408839A-A325-4564-93E1-AD1822C4E4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268631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A3B8C54C-BFB1-4658-80C0-D633C7F44D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24C84F7C-4A49-4785-86F1-8E8DF3AA94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D5E97500-85AA-43AF-8A1D-34EF966BC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FB18274-FA5D-419C-AA40-07D34150B7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6626A75F-F786-43C1-AF90-EA26E6A224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705C1AC-4317-4671-B40F-251810814F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CA82B4D7-3CC3-4784-8BB7-4A40BB743ED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4D3877B3-7202-4C7C-8A58-A79F3648530E}"/>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330D8012-B927-489F-805C-0E93BAAD3F0E}"/>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FA811F87-B064-40BD-9F28-02A55C88C24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4AD5B143-2397-4943-B5F3-F1A843E0D800}"/>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858C28B9-3402-48CC-B372-86ABEA6E0B13}"/>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2A1684E8-CC4F-4C64-94D9-F6F7112B8A9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4BBFA846-DDC2-4877-A21A-225CE92749E1}"/>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2F343641-C0DF-4805-94BC-3118F9B89EAA}"/>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C5E92122-3CB8-4BE4-A9E2-3D2101503BB3}"/>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32CE9B7-2EA0-4349-A165-6B09E6B08463}"/>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60AA351-2D58-4639-9A5C-D2B8560091C3}"/>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0275D84-1F94-4D41-9209-39EFC38BA99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6B7A2204-5591-4899-99CB-5C16B951B61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A42D6B83-7DA8-4311-8A89-AEC6C20CD25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88AF3371-FDBB-4C84-BEB4-3F9039D2CF5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3DCC69CF-2A2A-4F5C-BDF4-4C452B94D9C5}"/>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EA885B3-F479-4333-970C-0FB738C85F93}"/>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9F9A571A-FA1F-4373-9477-42E6B2D89817}"/>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CB81EFC1-8499-4E31-92B8-496A1216291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231FA65F-9A9C-4A3A-8933-864A82EFFCA8}"/>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BA1235DD-8AE7-4B4C-83CA-9A871483F349}"/>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DD09D13E-B766-4C4B-BCE8-C2D1F1B958DA}"/>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5345286C-D5C4-4E66-9484-468090AC5A50}"/>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023D9962-E059-454F-B40B-EDAC991240A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175E8F60-23B3-4DB7-A603-C22609F11A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308420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CC8C7693-0C2A-47A9-9240-609CD2C3A7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2E92E37D-DDEB-4E53-8468-F987A976DB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9E136CE9-F922-490D-802C-785107DFD2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BBBEBCB-D50F-49AA-9661-44DB5BE13C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641CC63-D126-4637-8C99-4B3976B19D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A0EED770-88B7-4FDA-B4DD-3F4DF6039F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0701EC67-1B22-4C45-883C-451C59C8F7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5158C714-17EF-43C7-AC76-EFE19437C4FD}"/>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3711F9E-FC06-4065-99E7-23AC0240C1C8}"/>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D8098379-0E28-43BA-98B9-1C610A4C3E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27F01578-B5ED-4574-B91C-210C6E44D20E}"/>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9E7B7F9C-9DB6-4784-8DB0-0EB46B3D131F}"/>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6047484-1DDC-4E5C-9AB5-A21B9C46180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386BA98E-B1F1-41F8-BCED-F14610F4CD12}"/>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A2EEFF60-E930-4700-BDAE-6C8CF44C9477}"/>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03AD1AE2-F6B8-4BD4-A558-6FC11A9E5B88}"/>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CB8D6DED-408F-49F2-8FDE-EF9375DE38A7}"/>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7A55454F-8F3B-4DD0-8635-F9D3C47D4FFB}"/>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D3A6713-38C3-4171-9BE9-7C71B904A74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288A952-01B4-4C58-AC51-F6E306E6E7F5}"/>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C6D05D5-9A13-4559-9E0D-4EB4D8A94F0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D9DE57D7-FCA8-4258-B515-78E2F8F5DC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5335110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F1E14CF0-B7BE-45D9-B388-B88BDD0713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F01970FC-C4FC-4D91-9ECA-89B6EFA165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878F11F0-F1BB-4DEC-9FFF-61A89F2AEB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D95928B-D89E-47BD-B445-5DDD1E3572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4F46CD4-ABF6-4DE2-81D5-E86790DC53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B39B14B8-AD31-4CDA-B480-5A2925EB30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68AC4CCC-EFBF-4C25-9B4E-9CA1A7C428E5}"/>
              </a:ext>
            </a:extLst>
          </p:cNvPr>
          <p:cNvPicPr>
            <a:picLocks xmlns:a="http://schemas.openxmlformats.org/drawingml/2006/main" noChangeAspect="1"/>
          </p:cNvPicPr>
          <p:nvPr/>
        </p:nvPicPr>
        <p:blipFill>
          <a:blip xmlns:r="http://schemas.openxmlformats.org/officeDocument/2006/relationships" xmlns:a="http://schemas.openxmlformats.org/drawingml/2006/main" r:embed="Rf5e66f7e086d464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85AE306-2512-4B7C-A669-E471A280E07B}"/>
              </a:ext>
            </a:extLst>
          </p:cNvPr>
          <p:cNvPicPr>
            <a:picLocks xmlns:a="http://schemas.openxmlformats.org/drawingml/2006/main" noChangeAspect="1"/>
          </p:cNvPicPr>
          <p:nvPr/>
        </p:nvPicPr>
        <p:blipFill>
          <a:blip xmlns:r="http://schemas.openxmlformats.org/officeDocument/2006/relationships" xmlns:a="http://schemas.openxmlformats.org/drawingml/2006/main" r:embed="R232efca93cb943f0"/>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AD7E1CF6-6B7F-4F4D-BA21-1C3BDC656F77}"/>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9ABA1568-C7CB-4613-83B9-FEAFEB9F2752}"/>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F2246F5-0CAE-4711-AE56-67D8C20199A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231E66D-98BC-4DDE-90ED-9309BBBB60E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EAA6FFFC-4C57-4E30-805E-8BFDDE98FEF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F67C531-3181-4299-8324-B3DBBDD6DE11}"/>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B557371-E911-43DD-8FF4-993FB9BF1DB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BEF1F236-4F4A-4EDC-BC99-70776B34881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2064856B-C3C7-4159-8BC6-5CB891A9A5D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6BCFF32-5F1D-4E66-879D-1214C4BE3F90}"/>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151DDEA5-6B1A-410A-8BC0-4265A6AD2ADE}"/>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3611C570-6FC7-4884-9BFB-D8280187464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FAF8C578-F627-438A-8950-433888306A07}"/>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4527F28D-0C0D-4F48-8A90-02FB401E726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EABA754F-BD46-462E-A175-3EAD1662FA6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416895E-9798-43CD-962A-0EE0047F9094}"/>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012974A-09C0-418E-A9C6-7929C9E786C6}"/>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16D5700-7758-46D0-8903-3CFD864D425A}"/>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9BA16035-156C-40E5-9579-030628D0C6FD}"/>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A7F169B-ADC1-443C-BCBB-9DFBE5D1534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70B226-C809-4CF3-BDE8-60D2D792D67E}"/>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CAC1A1E-F85F-4EFD-9B37-4E37E448624B}"/>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BBA2F18B-AD89-4A87-B9B8-35A3A1E61F12}"/>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A1139A69-3C14-4812-AE99-4D00AEBC8EB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FFC4C7A-F91B-4002-81A3-0BA588D22A0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E767710D-B709-49B3-A1CA-EF8645F85E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1459830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6017CF9E-1BD6-4CE9-8CF0-482A3ED4CB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4ECA4F2-10BD-4FAE-B4C8-A2A1D9CBE9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C4A636F1-604D-4621-A416-8DE4ABDC86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1A85964-17EB-41B5-8E04-19D1DD2FE1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303C4FAA-3A73-48EE-A549-52F31ED601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4E672048-8D95-40AF-88DE-7164632E7C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65348B46-7D55-4ED0-96F8-E391A7A61A1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39A1D668-A5E2-40EB-9DED-F798602A7FC0}"/>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1A979C0B-ADF3-4CA8-9721-0279BE1EF34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0353F00-8E54-4CD0-9C8E-365C9D91E40B}"/>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F00B6C-1501-4DA5-85C0-804F9EA8F28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14AA5AE5-E881-465A-9028-D6BF6896586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E4F4FD8F-26A8-4856-A41C-DF5DC6D70CD7}"/>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47C9E3D2-ED21-4649-856F-D6061EB66B39}"/>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C2ACB53-1445-45FE-B1E0-13A9A8005D8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D1A16571-218B-46ED-AA3D-54F5B120FA1F}"/>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8C9CA87-1D26-459D-9D1B-2C7B6456235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780D737-1A3A-4457-BA69-A85BA2369767}"/>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7573FFED-7819-4FBB-93F3-32E66551778B}"/>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D4A7C9E1-CFDE-4F27-BB66-0116ACB21DA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AAEA24C-0E03-4AAF-81D5-73A45FC4BA5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0BE6D9D3-04F3-47A4-8853-B227AB7153AF}"/>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2B5D41C0-5A8B-4ACC-B2BE-DA43FFCD5B7D}"/>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19F46EC-80DF-4DF4-B3E7-082948AE7651}"/>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610D77A-F0FE-4AD6-A594-1A4CA4FDD562}"/>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4C8F8747-551F-48CE-B085-FA434947E2BC}"/>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C4E5932D-0779-4DC4-BDFF-18AEA0412966}"/>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EC95C07-83C4-44D2-A996-51727C72491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9F6E9B5-B4D2-48FC-8622-23C303EF4F4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0E70DC87-3E9C-4B41-B047-AC9601ACCB64}"/>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2B51339-57ED-4A37-8B78-08447B77CE5C}"/>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284968FE-E2D9-4077-BF3A-EA9547EFDF87}"/>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53659AD3-0020-4A9A-82E3-67C889C56AE4}"/>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102808C-A7C1-4E8D-AC9A-DFD7AFFD1AE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EFDEACD9-B52F-46AA-AA03-AE700DFF72AD}"/>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F1CD1D21-EC41-4E0A-97F5-4BA86FD41704}"/>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444FD212-0E5A-4F43-B263-6D582E067500}"/>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B3637260-9DD4-4D3B-BA27-6D887B3C1B2F}"/>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37D1E151-E9FB-406D-9463-90C92453FE7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CC5284AF-E1DB-4D33-9F25-EB1F5DB90D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743078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D4EF7933-5F21-4983-8FC6-F52C9857B0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DC96EE61-DCFE-45C0-BADA-AA4404A1DD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EE479D06-C8B1-42A1-9560-FA4F751426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7587D846-5C6E-4A51-8304-DF0FF907C3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E502AF52-B447-46F2-930F-C455D7F766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A6DED281-4450-489F-A2E0-8D49C86165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9F291C9A-58BE-4E0C-A452-0FD18816FDEB}"/>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F6FA9FF-5D33-401A-AC5F-5AAEE9BCDEC8}"/>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7B750E2-6584-4ED5-9008-99F89A3E402A}"/>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BD6155B9-62E9-4ACB-A033-686FA61042EA}"/>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C747664-6709-4B22-8F7A-89F937610B5D}"/>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9B70D428-D757-4CB6-822D-8C57070BA054}"/>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22A7F6E-D1D9-476B-82AB-8AAF9462EAB5}"/>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0CB1ECEA-7238-4107-8DBF-DC124A17BCC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BBB9BA75-948B-4D42-B228-128F6F90D80C}"/>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DD09B288-7E4A-43A5-BFC8-25681AE4314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B8AEAFEF-EE1D-4D46-AF1F-6FA124547158}"/>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6B5DC040-63B3-460B-B271-7B95789E099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E1FC03EA-6665-4968-9548-F3441B8E0C7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6116D2FE-8E57-448D-A772-9D7F9BA70D0B}"/>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169A3DAC-8542-4464-90AF-8B056956FF1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100BBCA-E039-4364-90E9-23E04D2A51C7}"/>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425A14B-0A7E-4233-B17B-6DC6C52AEC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34416460"/>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2C59B7A5-4652-4AEB-8083-3E324C4584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F1714BB3-A078-498A-9B37-BE2F91DA06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7D82F127-402B-4D82-87E9-69BA0D6BE9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F4614DA-3154-457B-B39B-9EF9244840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D1AA853-99F7-4C2C-91DB-57DF1792B0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2528BDF0-8749-4D6C-900A-644282B5A6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C66E78AF-9E2B-4603-8BEC-D6F3368C1403}"/>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E8E8985-C462-4701-A714-566D45A7FC1E}"/>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3F7B8DE6-FBD3-4152-A8F8-06D7F5A7556A}"/>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F8E3253F-309A-4E63-A012-889F02F339A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6E10C92-18A2-4F39-8DD0-417AAB3ACED7}"/>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D50DB1AE-4329-48D2-B242-5EDC6593E6EB}"/>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1CC55F0B-11A0-448A-A231-0B1EE345F5FA}"/>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2F01958-6D6E-48BB-ACC6-937E70097C33}"/>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A8824D6E-6A38-4BEE-B580-983EB24AA240}"/>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5BBA9D3C-12A7-4FA7-AF2B-48A6508F0C56}"/>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FB6EFF8-21B1-4C46-8F63-C5B95DD43E8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26C4581E-B7E1-40E9-A5B5-E974A93806E8}"/>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26A8367-BDF7-4DD9-A990-4711C9AFB7B3}"/>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02C6BDE8-BAFA-4432-A346-607C7577A9A6}"/>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0EF84A8A-2A44-4C0A-A5A5-2EB9ACB2DE30}"/>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72E92378-5289-4804-8D2A-931A9678E192}"/>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93E921E8-F4CB-41D5-A675-743CCF10B29C}"/>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6FDFE535-E536-47B5-AFB5-63A4DA0793F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D4EF8816-B8BC-40E9-8C78-708A646B20B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228BC49-09CF-4B81-8368-030E37E35C13}"/>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A7AC1D3E-74A1-4638-A3B7-9C225643E1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42728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5252A41-2D3C-4F5C-9A97-710976E6E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4D9AA7DD-380E-4B41-B776-2E59C26D96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129C27D2-C844-4ACE-81A7-061DCEF5A0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329EBEB-EF7C-4E60-A9C2-3F02C76D48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D6BA0A46-E87B-49CA-8FA7-0F71F2159C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3FB0220E-53D3-4A03-9645-711039430A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0A33B00B-4E24-4AA4-AF06-2DA5E3CC3816}"/>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AACE67E-1DAB-4A77-9EE7-E865FB847919}"/>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26A5757F-44E5-4B76-BC3E-8520BF117157}"/>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2BF61189-AF03-4F13-8638-26E0CF84CE45}"/>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6CAA63E7-9CB6-4039-9EA1-63E4AF186E4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34AACD7B-D7A5-4F5C-9360-16E70ACA3757}"/>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EC28CA5B-FA7F-441F-82BA-560160BE7FC4}"/>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797F5178-CA86-4237-BE79-4598655CA74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BFB4E7E6-5CA8-41A2-923D-962442BC13FC}"/>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FB4DF23F-C5F2-4A4B-A283-4D49337FC5A2}"/>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FCFFEDAF-3B59-4292-8124-E21B8BD5AF86}"/>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475A8DF3-A9D6-4918-99CE-AD908AB52F4A}"/>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006678B-D61F-46B8-BC1F-A34D8928FC98}"/>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A5357F0-919B-47F9-8455-3F88D0875E5B}"/>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68E14CEE-0178-40B0-883A-D042EDA93EB0}"/>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D038E420-26B5-4279-81E9-C5DCEA09098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8BD2FBF-EF78-4AF2-A2D2-7435B898D80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9EF891E6-39F8-4927-888A-1EEA427D0454}"/>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532B7A6C-5397-4D37-A1B8-2E62C918102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7A2A6D90-7772-450A-AE6F-99302CC761C8}"/>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6B381B69-3D2F-443D-B13D-5CA26212525F}"/>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3D759446-81F3-41AD-8F77-675851806B2B}"/>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8DAE66F1-7148-4D59-BBBE-E9615C69FC8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602BFDB9-3F94-4ABB-8CD8-21B58643F183}"/>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6A0E3A19-E29E-4F8F-8757-CEECF4BCAAC1}"/>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FEAA0C0B-10AB-4262-A591-E4A75D3F3A0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4B75996B-7AA7-41EC-9370-C535BCB541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4193614"/>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44D1A4B-8FD7-466A-9BDE-E66E367751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95280F97-89E9-4934-9895-664BA67FE8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0A6838BD-127D-413B-AAE1-CD5EC01543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27999DE8-9218-4FEE-B02E-407B781DB2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8511CFAE-9363-44F9-A7ED-8DF069776F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5176A55D-F1A4-4CE6-A4B1-397DC22D0B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3711E73E-23EC-4637-BA44-9A55FF78127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A7618C8-F2B8-4D6B-BE91-6AD476FD2021}"/>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82A615FC-B28D-40F8-81FE-7CE040E8BA9A}"/>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A08C50E0-96B1-4EC3-BE7F-14741F5D3BD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03D6B984-59FE-4D8C-985F-8694912DA98F}"/>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396C6FE-CB44-4168-ADFD-D277CAEA4854}"/>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4882F05A-9551-485E-9C5A-C06C2F3B81D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31F1B98-60C1-44ED-95F5-CA0005BB84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3711685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C5054F48-CEFB-4370-B68B-5031E90BAC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A698D27B-1452-4CEA-9AEB-CBF82BC3D4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0E8E483-9793-465F-8EC4-1D908C6669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9B996D65-B461-469B-B870-006EC4DE4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80151E57-A65A-452D-8809-EAA3EA122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75A1847-54CB-4EA5-A7DC-CEA5FACA46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14EE4554-C29A-4F78-BEF7-9787B97A3DDA}"/>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549D388E-9AB7-493C-A756-3B3981BA571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1A48089A-BFA4-40F8-AC98-F9E3D1ACDF3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64C3BC1F-AC45-40F6-866C-6C400BD2872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D11D092D-6C2F-45CA-B3E7-FCD822A2723A}"/>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628525EC-9815-408F-8922-21673CC0518D}"/>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7BD3B0A9-6D37-402E-8F0F-3767F3D49E95}"/>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F79873B1-8558-441A-8F9D-80AF31F4DCC7}"/>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94D6102A-B5E8-44B5-B932-7240C83D3208}"/>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BDF7474-37C7-4563-A4A4-1909248E9F69}"/>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5F66FBB8-4609-427C-BBC9-A0D88FE9AC5C}"/>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4596745B-7F81-4ABC-AF7F-E838908FEBA2}"/>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9BC264B-5917-4A47-9C8A-149CC093C90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CA3D51CA-D22C-41A1-B8C2-3E5ACBDFAE5A}"/>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399A67D9-06A0-4DFB-91E6-CECF5B28C320}"/>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B85C4F21-70DD-4582-BFFE-896A1F8D055D}"/>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4B513834-E372-4054-ACCE-C2A86FDD82F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977E7D6-1E94-4B15-8645-3904B9350391}"/>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147352AD-FA54-4194-8646-6FAFD8E2ECB5}"/>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D5D08015-33F4-4914-A7EC-2CD641965BE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56F0BF22-C58C-4F1E-88E4-3F9730A0C015}"/>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9B9141DB-C8FE-4A74-A262-ECA15CC89D9B}"/>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129DB391-CFCB-46A4-AA85-E4FF782B591B}"/>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3B17F2F-3966-4C8D-B99C-7808933C8846}"/>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B0B8D050-E0DF-4DC4-86AF-F089BB87851F}"/>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35C4BD18-83B0-489D-871A-AC05926D2C5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D2A970E6-30FB-4835-A476-C8314EABD9AA}"/>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4F7C7E5D-E39E-4A88-94E2-8FD42EEA3521}"/>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2D07B9C9-DC0A-4AAD-A2E6-9DD28CA4E1A3}"/>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2788FCAB-8151-4084-9932-0E23606DFFA6}"/>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605E30E2-5F21-4A8C-A071-8D9F4E1A258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444202A4-7B83-46C7-973B-F7A95B434C5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3FB14930-6B3C-4AEC-A3F5-65766D8548AE}"/>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1A6417E-7CE1-401E-94CE-DB3B4ED6AF8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BED6B08-421C-4EDD-9F88-F430E5239F7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1574A48B-3B77-4421-B5DA-7603BFB752B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A3384E9-B2EF-4B3B-8A51-579BA9CF53A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8515CBFB-86D3-46E7-8C99-8C1F0A8D06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6113180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269F717A-6164-4ED0-9104-AFAC005352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63BC5254-A599-43E8-9513-6F054A351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BE12D76E-55CC-4185-9531-3B8C75A2B5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04D2AD7A-6224-4113-97F3-B6612021DF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5BF91A7-D2F8-49F1-989B-FCCAF06BDC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55837A46-5AC9-4FB2-9FD9-4AE8FA9B74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CC10E8B3-0963-4370-9D90-3FAE9571581A}"/>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AED391AD-C9CE-4CA0-A94A-62A988298A0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CC026DEA-53DF-4D84-B418-9D847AD5932F}"/>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76FC2D4F-A09A-4BDC-B5F9-3BDE19219AF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A5C8B0A0-E99B-4B50-A7F6-C7EAAF9DD9D2}"/>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E36A35F-F591-411E-B43A-075808671520}"/>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2B262A5E-1AB7-4B63-9832-F6C5D17E9246}"/>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261B53F-8550-4B43-A327-A58839CA79C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2C454F95-FC57-4316-92BD-8D070D474E28}"/>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F7C44AC-F32B-4C02-9EE0-5974D6C979E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9DA46348-F1AB-4AF3-AB19-1B4B402FDAD1}"/>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E88BBEB4-6C62-4F30-8681-7A8709C4561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9FEC435-5902-47EA-B05B-6D1FE6D5FC57}"/>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F8FE8A4-2360-44A9-831D-35059AE05E06}"/>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215D0844-76CF-45B4-9118-DB79C42C5A05}"/>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61214B05-1D57-4033-B8B9-6BAA0B515510}"/>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8C8FF65-5864-41AE-9809-A378838A1C6A}"/>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24646D6C-DED8-4385-B518-D4463DDCD44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8C64BB3B-B201-4C21-9A02-0A702637C386}"/>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018EC66-729A-45F7-94CB-55B2A07FE03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79C36AAB-5DF0-4636-B2CB-F2D451B6687C}"/>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8496C680-EC70-43B2-A748-7B5451E15B81}"/>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21B2DBF2-3837-4AE9-8F38-68E83FF07DD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21195B76-29FF-4A2B-BB51-C99FF56F6892}"/>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2566CB6-E7A1-411D-9BFE-3D0C96F7B2F7}"/>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197B800-3C03-4661-B792-6EA8908FCB56}"/>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1302DDF5-32EC-48F0-86B6-1F841D04C5F7}"/>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1858322C-73E6-40A0-98C0-19F8FB25EF7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527E958-E8CA-4EC0-9753-9D21AEAF838E}"/>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D6308A55-E019-4525-A93C-54DD1A69B945}"/>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E7223682-73A3-4D4D-A689-2977187A563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FD89D34E-109D-41B9-861D-C8D402F5201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5DB0CA2D-5E0A-4E69-906D-2F48A24BD8D5}"/>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DFB3C35A-BFC1-4F84-9953-EEEC120A5C1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E6594D4-D95C-4CAD-9A6A-C2B079569CC2}"/>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2D12B2B9-A5C6-4E04-9F6F-D68DC8F5F6A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44DAEFCB-7B2B-40D1-B7A9-A7E9465D0131}"/>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089E0E8B-7169-49EE-B1C3-BCD481767D8D}"/>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8141AC98-3DE8-42C5-9235-A375BC78FC2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AFEBB0F-48D1-43C7-BECC-E1C9FBC65897}"/>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8F840A28-9A62-406D-A1A2-232D58FC25B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FE6BD856-3337-41BB-8520-351420721E1C}"/>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715CD21B-37D6-472E-B3B3-4F22A8AD919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4F33CBC5-86E3-4C01-A888-D2FCF510DFBD}"/>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CC8626F1-43ED-4A69-B052-FB6768AC87F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9FEF317-4F40-4701-AECF-B42463220916}"/>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BAE6D046-1698-4935-BCE7-C6992C181536}"/>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70131866-2D8F-4008-8B77-44B2223152EC}"/>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8918E2A-723D-49F0-9E04-B19F513FD6C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05EE2E3-2D8F-42B7-BF51-06202CF7B697}"/>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8B4F93EF-BB1C-4420-B9E2-A87AC77377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4308178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84D165C6-A9D3-40B0-B91E-AAEF2ADA3B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DCCD775A-B0D2-48EC-823E-5070CC1C00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BD4C409C-7044-410A-BA1C-805A8E0E30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265BD232-1A35-4A4C-8DD2-7919079749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60715946-0E52-42FA-A156-C4B72C59F9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5AAE6198-C589-4526-9A25-A01BE31C3A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51BD1F75-97BA-4A28-ACBB-ECFFCA90AAD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CE41FEDF-0158-41C6-A533-AA80BC007FF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74061FE4-EF17-410F-AAF0-06AB82149A7A}"/>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9AFECB95-3F9B-4FD2-9B09-A229DA330F8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000DC61A-BF77-4E93-909C-0FB4B5DDBF97}"/>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C3C2233-F53B-43FC-8FE0-03FC0A8E2D91}"/>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54EE5FBA-5643-4DB4-9A24-F66C250295DF}"/>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C8253718-0D96-44C6-8E20-AC72AA8F69C8}"/>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4bf23c7fcbff4353"/>
          </a:graphicData>
        </a:graphic>
      </p:graphicFrame>
      <p:sp>
        <p:nvSpPr>
          <p:cNvPr id="15" name="Python 할당 피크">
            <a:extLst xmlns:a="http://schemas.openxmlformats.org/drawingml/2006/main">
              <a:ext uri="{FF2B5EF4-FFF2-40B4-BE49-F238E27FC236}">
                <a16:creationId xmlns:a16="http://schemas.microsoft.com/office/drawing/2014/main" id="{D0E8D528-3A63-48F8-B339-4E0ED9FA0997}"/>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3F6DA5D6-6420-44A1-B38A-DFAE302275D7}"/>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1D7A9A-7397-478F-AED8-074C359E726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1C63BD05-7401-4585-8CB1-156DB61B8DDC}"/>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5236F11-DBB8-44EE-8C82-B26D5E557436}"/>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2C3E322-1FAE-4197-B077-2CB0EA5AE9E7}"/>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779DDB0E-848E-4B4F-AE38-168AC531517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E8D2D5B6-A9A4-4191-8337-0BF07CD106B5}"/>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736E864A-F20C-42B6-96CC-9F9CF0011FC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ABE0329B-CFB8-47C2-9F82-8EF0DAB0330A}"/>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F90FE303-7A55-4D69-A3E9-AB86DC57D9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8128592"/>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56923AA1-3AB1-45E5-893D-9D3C78C1F1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3177AAB9-6B67-42EA-8306-F67636F076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AFCB7213-EBF5-4CDC-86A5-34ED8385BF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EDBE273A-4F87-4CAA-AC0C-B41ED85A2B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8805C57A-95E0-4264-85CC-14A964B3EF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6C851BCE-0A7D-4111-BCDF-90FD7869DF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DF7DEB5F-D232-4290-9766-1E8C225AA22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E9620BB8-5EC1-4D7D-8A48-90B3AF982AEE}"/>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605DA84E-9E86-4547-B072-DBE49D64818B}"/>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9B2B4FB8-9418-43C3-9CAA-84FDD9C4EC10}"/>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0EA81E1-26F6-4F2A-9A40-47996B49B15F}"/>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56A09D4-1C97-4D68-8C2C-4736694A9A16}"/>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8FF15B18-B984-45AC-9F99-7B556FAF432C}"/>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8AAED40E-3B6F-40FA-9DA4-D7712D9C373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A97E3CB-85B9-4826-AB38-4803CEA56B7D}"/>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FE78D610-6B0A-428C-A5ED-3922DB064668}"/>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08FADC1-78A2-4776-A3B8-ACD3834CF247}"/>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BADB3CD9-2FD7-4665-BC80-1EABBF83A6AA}"/>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827F5B13-28E8-41F4-BFE9-3090F5DAA9B9}"/>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83777680-9720-40FE-81D4-FA93BDBD4D0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00C80C5-3F45-4F7D-839F-E4C32F4DC70E}"/>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38976E5E-E2BB-4FA1-9D6B-BC6DBFE9DC6C}"/>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27E1601A-E340-41F8-984F-5B4CDCD58EFC}"/>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D9F5D3ED-D60A-46B5-8AC7-183C77889DD4}"/>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294AFA8C-D6BF-4680-9EE0-CB889B73AAE8}"/>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96C84F5F-1E52-4918-9E97-8678A55040CF}"/>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84264343-1816-457E-9966-145C93FEAAE5}"/>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61AA07F-9DBD-4764-B9A7-E0863A5ACDBC}"/>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58B3914C-B93D-48A8-939E-8152F230C457}"/>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002AE2B5-727C-40DF-BBBA-82D72A69CCD0}"/>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61203D1C-759A-410A-806E-72478EE8A593}"/>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6D8C900-9347-401D-9028-A0CF7B339016}"/>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FF6436BE-4777-464B-9AD7-02D9601DD7DD}"/>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FE89D50-E4E8-4CF6-8FBE-0AF9C33DABD6}"/>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AFFB93A1-FCB8-4C63-9985-12853C204CAD}"/>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98EC84E8-AB52-45FD-8DD4-F2768B4FFA9F}"/>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9A3814FB-7CAF-48EB-95E0-26E3D2D2FBBC}"/>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97BED644-0F10-44D3-BB6E-BDAFCAAD0AC6}"/>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2AB4CC03-0C72-4477-889A-A8D9FD3029EF}"/>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B0E8C0E5-66FD-4020-84DD-044A574F01B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2D3D2916-C92D-4EF7-B6D4-044FAE4CB3F2}"/>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1E97971-2E5C-4CD4-88E7-C2F2D8D90782}"/>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2A7903CF-89AE-4332-8451-AC7A36BC4A12}"/>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6A6B604D-6A3C-4B4A-A176-1F913FF15264}"/>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2CE0E861-8C6C-4416-ADD9-2AFDF451B2E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18C9D1CA-4A33-4E20-8249-8BA9DEC7BBFD}"/>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BC563457-5D4D-45DC-A20E-1F8FCAAC9519}"/>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A6BA58C-BF94-4A44-89C5-22A69A25F75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BF4604B2-FA1F-450E-9716-B62909235F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9053525"/>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26A9D39C-6685-4CE3-9B42-8B7763CAEB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36492A62-6002-409B-9F28-379DBB1E1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B7B0B16C-EF93-4838-842A-11EA160088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487CD691-AE8F-46B0-8054-DA07FEBDB1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A4991B72-E6D6-4686-BB4E-8E23CE0EFE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1D355478-75BE-480A-B6E6-ED0878B3EE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D1C33762-836F-4B6E-AB0B-215BD6BDEF12}"/>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0CDFA73B-AAD3-4FC4-9297-628D8A40A28E}"/>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7BF779D1-332C-418F-B6DE-552199F931B1}"/>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040BB1AD-0503-4C0B-88A6-5B7C3792E552}"/>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BC8EAB-0A26-4DE9-93C5-B519C8832E8B}"/>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01392239-DEAC-4C30-B00F-CFF4D0F7A415}"/>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0D31383A-EA5E-40AF-B2A0-AFB3724BCA6B}"/>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25253B66-5D09-4EAA-8734-F35B7ADE3817}"/>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7BE77A0-2EC7-4279-94CF-BCD71D588785}"/>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44B2A1BE-BA49-45B1-9807-C647A36C0266}"/>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C9CD2A39-0F35-4BA0-8A20-163D8C345DAD}"/>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CC48DCCC-C19F-4EEE-8AED-D7EF8CD40ED0}"/>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E61027D3-7D30-4233-AA76-56D8C93189BE}"/>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63319060-9A4F-42B9-8338-837C0CBD61ED}"/>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D8E6A378-5D65-43B3-9064-220CE445E0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188443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B0E91DF3-E395-488E-B8E9-9A60D3002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3D7C65A5-AD29-4BED-AC78-680C124CD1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93FB706D-7007-42C8-B6F5-D8C372E6F4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E1663A54-51A7-43E7-BFC9-BC335687E6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1D04D010-4C36-4DCF-BA38-7D8737B1A8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5DCE0EDF-5BBC-49CC-B5C2-397402AB47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65F20247-7B64-43E1-BEBF-29FAAC2C3168}"/>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09BC52B2-6A95-4122-8B07-B69039B81890}"/>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192CF51B-F653-4D5F-B3FC-DFCDB554E48F}"/>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84629A5A-2E77-4F02-9252-FC0E5DC33FCE}"/>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432018A8-BE0B-494E-88A9-D7E0AC1105A5}"/>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851A24D-DF4B-44CA-82B1-7163210DE4AE}"/>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FF69F44C-F1BF-4314-8CF9-27AD4E0EEE18}"/>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56E1962C-C747-4174-BAC2-4DE4753F10E8}"/>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8739A7C7-0006-429C-A82A-5DCF0DC12DEC}"/>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588F378-1F78-4512-9F68-2997784A4AD5}"/>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EAA8F107-E8D0-44AB-9211-F1D8E8B7A66D}"/>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225EBF51-1CD7-4F2F-A2A5-D2352D000567}"/>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30DA33C9-F896-4D00-A037-6965A6EC5FC7}"/>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0E8E6294-5E7B-406E-8DFB-A11890226192}"/>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09E39FCF-54E6-4797-A18D-7091D74B8B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694341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73174AC2-F8C5-481F-B91B-7E22F333BA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92577803-5BDF-4766-BCA8-EF445B37C4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491DC216-83F7-4A2F-911B-36597B9D5C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291A98AF-692B-4C95-853C-CC7DD17227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5682959D-8245-4EB2-9B29-7D0CA9C4D3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7B5110C-359E-4506-9C30-69BD20FCF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8A03448A-A907-416E-8E0E-F7F7A1434038}"/>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0A26B814-558B-416B-9305-80AB33B26E12}"/>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FD3A529D-4614-4EA1-B366-931B1D192411}"/>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C980DFCC-B4A7-43BC-8199-F0C6D95CE873}"/>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9C6FB9AD-1D62-419C-AEEC-F517D3DA5C28}"/>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DA10A726-8990-4EF8-8D8F-5EAF29E37C7E}"/>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FA3EFC65-319F-45F5-A9D8-5ED524A48937}"/>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1F92DAF1-E290-47D0-8F33-9B92E363D286}"/>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FCF81AD1-3A2B-43FC-87B8-2A0E74212FD1}"/>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A469F14E-6B10-48DE-AB1C-0836A0F5D730}"/>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33B0D030-371F-476B-93C8-50A16853AB32}"/>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49E7E1ED-336E-481F-BDB8-2746A78614EF}"/>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F798EE03-99A0-4732-9C49-27124109C05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B5AAA895-71DE-4DFA-A5E2-CF2372826AFC}"/>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E1AEB9FD-75B0-4E8D-B37A-D77068DA19A2}"/>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40E8EE64-DF3C-4DCC-9EBC-72EDD42A80DB}"/>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EC35FBC4-4012-4DB1-9766-3998D2591B34}"/>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47F989F8-E5D0-4EBF-A0CF-6B64603C53A8}"/>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F94EE06F-944E-493A-A633-4FD393E9C310}"/>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917B31E5-A5A7-4A6E-BCDB-B64BCFCC8563}"/>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2198EB18-F219-44A3-ABEB-6EAA1E766680}"/>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E813CBB1-FFE6-4C66-B6C8-BF53BC65A2BE}"/>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69CA8855-8B21-4D55-85ED-892E026C4CBE}"/>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6BDD78D7-B260-4045-9851-D31B522D49CB}"/>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284FFBCD-4746-4BD2-8597-038E1CCD81A2}"/>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E62E6D94-A855-4CFF-94FA-A1BAA1EAF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024420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6FDE5FA3-B916-4040-8244-D4C271FEDF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E4891909-E210-407C-AB7A-4629DD6E8E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CF107828-D4DD-4912-B5B7-64BAB17030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56AAED06-F2C1-4FCD-9A60-51824BD3E0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441A7B74-55BF-4873-AB0E-8DD2ACA801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AE04DA9B-7AEC-43A8-A77D-4D2CEF50B1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A7C9DB1D-3FC7-4588-80C1-D4E7A32B728B}"/>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C3A8F704-8DBE-4AE4-8094-D9165D69DE60}"/>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2DDB581F-0214-42F5-A385-3043A4315899}"/>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A2F8B035-97A4-4EAE-9EB4-4AE978519BDC}"/>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E889F232-4F2D-44B6-8C67-E4D8499554A5}"/>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420AE8D5-5D28-4E9C-A9FA-107C6BE2D9FC}"/>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D6875B86-78CE-49D7-AF7A-91BB94231761}"/>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F33CEA39-094F-430F-B1E1-FA67F7E8A3D0}"/>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014EAB0E-3286-4581-9359-9D591583FE74}"/>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67DFCE1F-E013-4345-966C-6D51FAF31D97}"/>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E8969CAF-00F7-4193-8130-CDAF82F42154}"/>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3074203F-00CC-466D-AA1C-9B36282DDF67}"/>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FD0B24A2-D550-4BFB-A332-DF27E45285CE}"/>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7CB7B09F-6DF2-4767-91FB-B75132CE49FD}"/>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62ED5AAF-641B-48C3-948A-37D433959E4F}"/>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B4501D2E-7BD3-4FAC-A4A6-FF43042C3F0D}"/>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624026A2-353C-471C-85D1-E62A55BCC7DA}"/>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5C814B42-5AEA-403E-9932-C20DB116DC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174605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6ADCF64A-6196-49CD-8347-F7481A69B0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6FC00CDD-1F3C-4933-A754-7FAC33F4C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F085E673-AD74-4C33-99BA-8638B77E3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5DAA1CDC-708B-459B-AF32-22CBEBA623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2230A3EE-D0CB-425D-A928-8711B02732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2C1111CD-DE9F-496F-975E-9EECA4E265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0545558F-D0B0-4305-8AFF-0D6CFFE0B799}"/>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E4CC3F71-171B-44D6-9BF1-8B5E05A02F5E}"/>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95086088-0461-452A-8D3B-0D1C7A26450C}"/>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9A32BB70-87ED-4D33-AB39-07D1ABFFA9A4}"/>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40B136FD-8388-41B7-A2DA-61CCBA65E2F4}"/>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162F66CD-FF07-4C54-9624-5C88C1409D12}"/>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8A55CD0-7CBB-4498-B40F-1655793744BD}"/>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611B996E-E981-43F3-8788-9ACE9C85FAA3}"/>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76CB6E30-BA0E-4743-8213-A778FB5D2589}"/>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6B0BE031-7305-43C2-8BC1-864AF0BF1911}"/>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56AB739-DF8F-48D2-A11C-DE2D88A0E18B}"/>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61F9D5D4-ECB2-4253-8E90-10D7668AEDE5}"/>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ED23A9CF-5DB1-4346-946E-7A8B666373FD}"/>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E84CC9D7-522E-43B7-832E-7FA5339F44F9}"/>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DDB44278-75BF-4EBC-8BF2-FE7EA36AC50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9DED6540-890E-4AF9-B0E7-D1648D5E8D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948998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501FCFAC-5420-461E-A01F-25AC1BC414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C98D0AED-C0E2-49A2-9623-7C412C3A2E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5BD3C3D6-0864-471B-9E31-CC714AC0B7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CC10C7C7-D666-4CFC-9772-88DDC94DC7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723D026-41B5-43F8-9C5C-FAF2A0B4689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3D9BB987-BB7E-461C-AF67-7C0FC6B27B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C981940B-F441-4946-9F1D-FF4A196B62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53015A69-FFE3-4051-BA5C-7551469869E1}"/>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7ED526F4-519E-4469-84C1-081DF9AA87FA}"/>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D8799C0A-8728-496C-8A47-D271E82BC5E2}"/>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70D89AC2-E634-402E-B2CF-34B5887C46FD}"/>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A3F48109-82E5-4D95-BF11-BC09397E7E54}"/>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FD5AC08E-0DCE-4634-9B96-29DF9B7F1FD2}"/>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92266C74-5D9F-4E60-933E-CB83B3AA4FDB}"/>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9DDED246-4B2C-4EFB-8ACB-C0F54C34A99E}"/>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7100014A-78C5-470B-A3F1-069F49BA2267}"/>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13BFF9A4-EF9C-4C45-8BDA-3DF211E94080}"/>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EF4B374E-7C6C-4879-B076-5B7D6CE3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6506018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68F9C3BA-9B3B-41E8-B6C6-34309A5B60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99F0E20A-1537-4ABD-961D-58E1D4318E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17AE57C3-4660-4E0A-9ED7-6273B3338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FC405423-3F52-43F6-B1AB-ECB56BE966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FCE24EC5-8840-4A0B-AC6F-1B11338562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F0D2972-E8B0-4B4C-B51C-9D1C766BF9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6F63E4A2-6B73-49AE-95C4-EA90C929072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0855DE63-19D7-43BF-A93F-6770C0477145}"/>
              </a:ext>
            </a:extLst>
          </p:cNvPr>
          <p:cNvPicPr>
            <a:picLocks xmlns:a="http://schemas.openxmlformats.org/drawingml/2006/main" noChangeAspect="1"/>
          </p:cNvPicPr>
          <p:nvPr/>
        </p:nvPicPr>
        <p:blipFill>
          <a:blip xmlns:r="http://schemas.openxmlformats.org/officeDocument/2006/relationships" xmlns:a="http://schemas.openxmlformats.org/drawingml/2006/main" r:embed="R8d7213c143e540fc"/>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CDB09AF8-7ABC-4090-ACA8-4BDCF370A36E}"/>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C185F239-6AAB-4CCE-97EB-EC6FF940CAD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BE89DBD8-0549-4E0F-B032-A62822478AAA}"/>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D5D811A4-7C84-4151-A0EE-C243F571F5F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F3BE1FB6-E771-467B-9DAC-412DD1BF5FEE}"/>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2D7B36B5-9EF8-4AE0-96EB-A0F9A684132B}"/>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3A1FD819-0148-494B-BA18-EEC89059942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DCCC5AED-1972-4C81-825D-686C954DFEDB}"/>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F68B6F1B-E1A8-4552-BB9C-6079AC176C24}"/>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486349FD-5183-43CC-A489-2E7862E29EBB}"/>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CA0A5E04-6168-41B0-A9A6-AAE1944B1B59}"/>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EE6203E4-F039-404C-B58E-9ABF10D7CAD4}"/>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9B3D9923-5FE9-40D9-8051-F7940CA37394}"/>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9B7ACC0F-EB48-4BBC-9897-94982B3925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086646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4E56D2AE-4B75-4978-9F4C-4A12D73EE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B3F8C242-9007-43C0-9C08-299AD88BB0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B930DD53-54B1-48D3-AB3B-C62F9DDD11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2FF0DC5D-5ED6-481F-A82D-1D88C78897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1757086E-F973-4D29-829E-3878780D5E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7E3AF427-02FE-43DC-A59F-C7E68AF990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E5289D2C-A343-4A7A-9855-1E498FB6FDD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0690F486-CC17-477F-B2E1-03DD3555EDF6}"/>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0E563DA8-81FE-4193-8445-14BF8AC40A7D}"/>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A16E4264-97BE-46C2-8C16-51D9BAF0F812}"/>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CE5A5D51-4A17-4F97-B5D6-123F3C54C56D}"/>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186E98C7-D1DC-4A0A-ABD0-D607253EB87B}"/>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55843EFD-69D6-46F8-AB3D-68D359A8D246}"/>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4CDFC300-945C-4AC5-BDA4-45185F4A3D91}"/>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21F9F344-A52C-49FE-AFB8-95D7149B0E0A}"/>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3C89EAFF-7C72-49C4-A96B-B56E2AD94887}"/>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C867AFD5-E746-4F67-8AAD-D8D328A56F96}"/>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A5C7C5E-3B68-4BA2-9DC9-62A5994C49FF}"/>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10C258C5-7CB6-43B9-AB0A-73AE2532E3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8536592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42BB8761-9521-40B6-9E3D-ED74FB105D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E2F39333-F389-4FE5-B33B-44AE8522BE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E7BB2F3A-5569-4828-9238-02B4A2B8B2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111A78AB-043D-400D-8E48-0955A4C2F5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A9EE854-F389-443C-B163-ADBDDF32DB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8EC444D5-5E16-4BCD-A9C0-F46E80127F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A695B377-C7E9-40D9-A528-9A481BCBF79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D37FEEA7-E6D8-4CB6-A268-EDF330281EF8}"/>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0E18AEFB-D0BB-4513-AB46-DB2420C15DA4}"/>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3F98C3A-2D29-4548-AC09-EEC9E697AEB4}"/>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91DCC7BE-2FC5-486E-9EC6-A3840482849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3D9FB136-3B01-418A-9684-D492A75FDC51}"/>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D113863-73EC-4B61-8821-5F1E26BA0F7F}"/>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765C1516-5FE7-49C8-8D9B-241F7CD1923B}"/>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6ADE2F0D-9616-4991-804D-36CD32AB8B30}"/>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E299E7B2-162F-4AE8-8488-644BF4FA6EA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C4ED8AC2-9E6F-4458-9395-275A5088DC4F}"/>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EC5C9A96-5335-4DA6-94B0-8ADFA7E30D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403904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A7B55D03-F4EE-48D0-8171-C5D2B17676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5130F3B6-3F83-4A2F-B908-40730C04AD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31A11D9B-E3D7-4F27-ABEA-7B241DD2B9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30400F57-88C6-4339-971E-67D6AC9486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92AED138-49CB-4071-9197-221A10EA16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80E38FC9-A635-4535-81BB-1712374F17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B49239AF-C667-4655-9E4E-A218ABA83DD8}"/>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7DCB2D79-0E35-47D9-9A15-C5D933381C1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4130519-F8F8-4D73-B98B-E745B45A0EDC}"/>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43A621FD-5D34-4E1E-B06A-EB3DBD1381E8}"/>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3A7D979-5ABA-4346-A34D-ECE96B0AAEAA}"/>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99C6E2DA-D12C-4A5E-A0E5-1E21BA9A51F6}"/>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0F7C2D5-F41A-4C0A-8AB3-C0D1F16FC5F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E502082F-55E4-49F1-A64B-369E671BCA9A}"/>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CF541683-13F7-498D-B195-256835DD447B}"/>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4DF9CED7-9853-428D-AB6A-BC5338E384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1243173"/>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A8A3F1D-E0B7-42BD-B009-DB92DACEA8B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7F967F75-F525-430E-B42B-5FEE7E63BF7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53A604AA-EF5C-4A22-AF19-05BE33C3D5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19097641-A767-40AC-A9A7-DD2C925BB0DA}"/>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99A6511-2AE7-4FDD-B101-42BA1976708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73E15739-A5FA-4714-AD26-802EFF8FF89B}"/>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07EF8254-C6AD-4987-BC55-7B27F61B2AC2}"/>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F713ADBE-63D3-40CF-A571-D9E586F77CD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5CB0FAE-2CA3-4FAD-AA7A-B76F06BDC620}"/>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90A1D587-C72B-4BA6-B13C-15D3A8D7F381}"/>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8F25849D-8AA8-4B52-B891-4FA61713D13B}"/>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47770B1-679F-4ADE-B99A-2258C924227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E7D2DC9-C289-4428-BFDA-66C2BE532E65}"/>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D850D5A-F6A5-455F-A618-DEA362055C1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1C295F2C-10F7-49EC-A1E1-6672852A69D0}"/>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CA1AE1BC-0EAE-4CCC-9BF9-31115064555C}"/>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2EAE941-F366-404A-9FD4-B14858ED4F05}"/>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8742FFB-9CC7-4E4B-901D-EB44054AD09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3E0BEC5-6E87-4BEE-A4FC-AB0FB563CA8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11D98B1F-DD08-4E4C-9B46-0F6894D35A22}"/>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F0EC2BD-9398-49EA-936A-0795FB04A75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565AB741-7637-44F5-BCB1-E1E4C818ED6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9E1201F-4D3D-4418-B84A-8638C728621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A73E3EB-4AE7-4A51-B24E-C6939C6190E6}"/>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DE4F7879-3BC5-4752-BD70-DC60B6114573}"/>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25532AE8-DC27-4CE6-BE20-86C3B76C54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9C29661D-BECE-474C-ADDB-6154EF032F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12C9AA60-D7EA-46BE-9253-761632A546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B9BD6C11-A642-4D5D-9797-90F1435D4E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457805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D3F87338-33E7-44DA-B828-500BCE4204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3403A22A-7C25-429F-A2CC-7B8967CB71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88E9FA70-0F81-425E-B80E-CC601327DE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4F57D0F1-5242-4231-A11F-4750B9F9BC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A9D06F6B-58B5-4BD4-8D82-77CE45095D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D9C1C0BD-5093-42AB-B2BF-0AEEA56CBB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79DD4709-6E2E-4A8D-B4D8-B019A8F3260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7B90999C-BEF0-46D2-B363-5E0CAFBC954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E61B5645-48E1-4A39-96C0-67B508C5E51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4D8465B7-0751-46F8-8CDB-D7771257BA3D}"/>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A6A0AF9-FCC9-44D5-BD52-09718C331462}"/>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9A188EE6-1342-4CE3-B83A-B88104D75D4D}"/>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CB3AA961-F5A5-43D1-905A-42EC4EC67EB7}"/>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F8F49F33-4CB7-46D5-B52D-DDA5915F2650}"/>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D6BF61A7-21CA-405D-BF84-8D2512E204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1473393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18880AA2-89E5-4467-B602-C63380242E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D765E10D-5F42-40CF-A257-E36195C7E8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CB923ACD-80D9-4B19-92CD-262DCA70FA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F8DB10C-17C3-4CB6-91BC-2BACDD826D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4E99CB99-61C9-4D6C-8BB1-1AB63523FE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03DEB275-2290-4924-B795-0732ED4ED3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16255F0-6064-4C10-A44F-33DCFEB5E67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7D55030E-9386-4E73-9AF4-120A911F6277}"/>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A71B0369-399A-451C-B603-3D2770EF62FD}"/>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F43F510-8265-4C07-B18A-3D3DC288CF3A}"/>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838B71F1-8BC0-4ED8-9115-BED4EA8D0069}"/>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F2A3C308-11EF-4DD3-9E9B-B924ACE72F5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9D399C6-937E-470F-B44F-BAA9C021F707}"/>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3F13881-3EEF-4FBF-BD42-22FE900DD031}"/>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23253A4-383E-48D2-89D0-D252AA9E1081}"/>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383DD6D6-B3D0-41EB-9A80-13A1178600DF}"/>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89D2D59-D3FD-40F7-B1C9-ECC30CB46207}"/>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AEB2B704-6630-4AE9-B2DC-0CD01913E3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568039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C9D35896-6246-448C-B723-E31A27CEA7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3C5383E9-A806-4FCA-AE08-6E958920F1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CFE2B09F-A530-4BBF-A9F2-ECDB3A7774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EB09D9CA-5181-4EA2-98A3-70A5753DAE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F03AEE3-5DDC-4AA5-9CE3-05B7476E7B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172DFB9F-E0E3-42A7-9EC3-6063C120CC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58187AB2-770A-4DC3-BF9A-A72884155EB4}"/>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5F91BF53-A4F9-4EE2-B4DA-A132994D558B}"/>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F5CCB13-98F5-4064-BE1C-C327C31E31FA}"/>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4997289C-566D-49ED-BDEE-E394652F9757}"/>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B4176686-A100-4306-BF2F-E8D15580915A}"/>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8B80C12B-DD76-4FEC-875A-DB9BCCB4CDA7}"/>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5FA69251-B22A-473E-A1AE-2F364AA86E56}"/>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E6C2AEA1-D27D-4C3F-AF18-70F09F36CE6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6B893DB9-9BA3-4E13-B9EA-212242163A5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5D8EB4C9-86B7-4543-80FE-5FD09EF98EDA}"/>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F62E1CE0-31AD-4EA6-9BA6-A34A5885BDC8}"/>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6D134384-BA30-432F-BF1A-7B5E4FFF4B3E}"/>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12375FE2-1D0B-4DE9-B4ED-14D4BE48503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BF94F5B9-F2D5-485E-93ED-3DB3399ECD22}"/>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20B3ABE-C088-4F7F-887C-2E4245A70592}"/>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A9F45C01-9AC6-46FA-AC65-DEA00B4E83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8156211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BF2649FF-6F24-4894-85AC-FB7A9E2D13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8FC386F4-2627-44A0-B2AC-9EC057BFE8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942ACC3F-C824-44AE-826C-E0AFF04074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80DC9B3B-4C8D-4116-ABB2-1EA979DEB7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E530CF57-AD0F-4D9B-A540-84BA725B5F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131DF591-6263-4ABA-9504-019E687112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E9AE5F6B-EA4B-4F51-BF4C-BDA7147A45DC}"/>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94357103-B004-4FA7-BB5F-8C143E458E0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5D67790A-8E97-4805-AF9A-C72A76A84684}"/>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21D5F44-9630-4978-B2E3-390A4F43F22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6630288A-DA85-4500-8B2A-32A93079DE3D}"/>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ADF4A869-1691-4C06-B856-830BC8DC6B67}"/>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968362DE-0884-4FDB-9BF3-52773EDE5622}"/>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EE4BA5B1-8350-4A72-8399-F384DFD198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0055117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7E060E0A-4AE9-4E95-A94A-FADB039D1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C84656F0-8DCD-485B-A8E5-3D38894DE7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C1D534D2-1399-4B70-A950-E3A9F4C710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24C4947B-514C-47EC-AE70-A249E92A92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FA182E17-AA45-4D7E-834A-FFEF932AF0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4B5296AC-E576-453D-81F0-4ECEB64FBF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408ADC24-3154-4BDF-A79C-AE1018E74770}"/>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83A3271D-A638-4C2B-94C9-618092F92D7B}"/>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1233A963-4F03-42DB-BAE6-98AE5D88704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5BE84BEE-9FEA-4F2C-BFAB-1DC326049CE6}"/>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994E70B-D2B9-471D-8709-1D501B433D67}"/>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6BD38893-9D22-4833-8A94-96E550606673}"/>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D297A1C1-EF62-4916-8DAC-6ABD0529B865}"/>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4048B32E-B512-4298-A79F-45AD8373FA14}"/>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E7502C9F-0DBC-4F2A-90D3-D390039CA17E}"/>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C8956FB2-9224-4364-B9E5-965F503C4C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96213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51D6052E-DE99-41B5-B7B7-28DEA2F4C2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DFE79F80-FB78-435F-8AF2-A2CD4B800E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679C9F1B-3802-4AF0-A9CB-FE1E442BCF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A49609C-46AD-4031-AC91-741E3B922D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0E4DE12A-E397-4670-9B03-7CA123FFF8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E1A0E8A-3F9A-47CA-B7ED-C0CEE3F955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1B812D0C-E66C-4212-BFDA-19FE72F354C8}"/>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6141793-E35A-4ADF-B6EC-11B7A36E17CA}"/>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73CC064-7D40-4F4F-A934-54330B3A502A}"/>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A8F9B74-2CE0-4AB0-B92E-66B419210F58}"/>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E5BAB5E-B566-46A4-BCFB-194837A71601}"/>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D7863D47-7A11-4A37-8740-CB5000F5628C}"/>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8B3F1DA6-4C6F-4989-9F41-38C1AB28A29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97A662A6-9110-410A-B65D-49D9E03490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949828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81E4DFBD-9B67-4BF2-B54C-98630C84D90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209CACA1-4E0D-454E-A78F-2268EE20EF5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FF35F5AD-E473-41A2-B4A9-BD4D121871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BAFF4D6-E2D3-4410-B2FC-B6EA3DB0FB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E7E38E82-3446-4B7B-9740-A15604607B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599B25DF-95AD-4C01-9B93-1DB0D03D52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3ECBD24A-CF56-4D38-8CF3-4FD477C250A3}"/>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732AB3B-E71D-4716-A144-D9C9B385B16F}"/>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79B7AAAB-1792-40C0-95DF-67C28F5624DC}"/>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1C959180-EDED-4587-A5CE-839D8113D37C}"/>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363E8E3-3D88-4721-93AB-7490986E11B4}"/>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A01002B0-103C-48FB-BBBA-9655503466D7}"/>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2EADFB92-B9AE-488B-AF15-A39BEE431080}"/>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562840FA-8859-4671-8E26-30741521E0BD}"/>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1184A428-95ED-48A0-8DA5-C6E801F0CCA7}"/>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EE49FE0E-FA3B-48D1-B0AA-5114B3DD9E1D}"/>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C4FA94F9-C23F-4371-94CD-F1A776808750}"/>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276395C-A019-4BD7-B505-2ACF64EFEF62}"/>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6DC1F02D-DA2A-4842-ADDA-6F66D9B3054C}"/>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F839B6C3-4D22-44CD-A8B7-ED515718FDFC}"/>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D269B82E-4F38-4E4F-9AD9-8B529A19980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3778645-F0D8-417D-B25E-58741C1D8B4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DDA74E6-A8A6-4C5C-95AB-FEBFC7103E75}"/>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4FBEDA4B-4083-4B5C-A5FD-73381AE744B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AC5CFCC-F495-41B0-A1AA-2D59E972ACA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F279A96F-179D-436E-B031-8F8E185B48D7}"/>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2808C471-4B8F-4C2D-BCFC-56FFCC5D2E07}"/>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9C8D89C0-6C51-4A9B-9819-772218D64151}"/>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BBF94A3-7967-4956-9C59-399006AAE6C7}"/>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C26D0D0-B0D6-4DB1-8D02-AFFBFB7365D5}"/>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18FABB09-62D3-4AD2-9418-785ACC130DD0}"/>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8599C7B6-7A73-4C7A-BEA5-56E4B6A6D4C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69C22B86-7860-4377-9D4B-C68F55D7B102}"/>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C69F83F-C85A-4BFE-BADC-D653B7EF1215}"/>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340AFC5B-C408-4BD3-BCA2-0C757F5B927C}"/>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5668835F-05F9-45D2-8E02-66FA86D409E1}"/>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BF483D39-EDE0-4E1B-9731-443DAFE4C5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384020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DD498B45-5B4A-429E-9855-84B1A01FDB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6E47E27A-7262-4AA1-B1C1-65AFB68E12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F0747295-DD41-429F-A52C-567CB04FB10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C40D9905-B5D0-44C2-8E84-6208CC2A95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2212930B-6989-4DDA-A336-EE15AE6AC3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A65875D9-46C9-407D-A8E2-2D0FAF556B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94978C65-D2F2-4FEB-AF30-39EF66F4BD0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64992FA3-DCC4-43D9-854B-B9D71AB52A4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1C3ECE7-CC1A-42BC-AD52-7CE653361BF7}"/>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29C80D1B-FC5E-4986-BD0C-9D7ADC18B2C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8F6CDC4A-FFEA-4257-B009-C4A5CB14B038}"/>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0C50F15C-C43E-4369-8FA1-E0B54C1B9C35}"/>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293B2579-DA10-4781-8615-F4079B5FFDC8}"/>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09A844C0-1726-4EE8-893B-7B3B301D901C}"/>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FD884D18-8CD8-4C6E-A9A6-E1E0C0FB534C}"/>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E922A84-4AED-468C-8D4E-BC7BCD17DE35}"/>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4B6071E6-4F9E-4433-8B87-794AD5CACD1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9274F6C3-2445-48E9-8ADC-D518FF4058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265899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EB6D5722-542C-47A4-9026-DA4BFFDAEA3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22839A77-D28C-45B0-8CEE-598A5189A33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C62DD6D8-D925-465C-B1AC-DD5E3138B8D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C082DDC-CD70-4714-A80C-1A25363A5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43AA68BB-1DBC-4CF3-8908-840A27396D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AC6A41E4-8FEC-4DD8-B761-A367669E5C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C4786BDA-8F6F-44F3-8927-90EDB24EAFA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0305E46A-4E99-4F2E-BD28-7AA3866C3382}"/>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76D8A6C-C795-457A-8444-D27EC5D0F9F5}"/>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BE3AC41D-5641-4B93-A9EF-607E9D04861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9845A845-1730-481E-9C55-B4751CDA61F5}"/>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9D51D23F-F6C5-4873-9787-09ED821603C2}"/>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803E7A32-11C5-4E03-B73A-A260B5F90E88}"/>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FFE96265-981B-4DB7-81CE-E2627D00B379}"/>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80BC66E4-629E-4A71-A7DA-BFC07BE04964}"/>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0037133E-35AE-4A1A-98A3-A43480FE151D}"/>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2EDF108-ED56-439C-8BD1-F53EF9D6D0D1}"/>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AFF516A0-6727-429D-9588-70AC38B6005A}"/>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B2A32DD2-376D-432A-98E2-DB42EDF291D7}"/>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4E6A8E04-6FD9-4B0E-B0DE-168D5D7BFD51}"/>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2A9EBD18-E8D9-4D41-ADD7-1FE2BD22EE9D}"/>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A628252C-E45D-482C-A47A-09F9F4F8482A}"/>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EF66FC6C-F215-43C8-BD00-8411568768D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7135F037-CA57-4F9A-85FC-7EC475C93DD0}"/>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8B46D12-AD1D-4961-81D7-4AD4127FD28C}"/>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E9E2BD18-0378-4181-859B-B118A691608F}"/>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B840FD7-B09E-4B51-AEA3-C3CFE47CF866}"/>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85F28153-942E-4E2C-BD5B-87A869240ADF}"/>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ED1E1CF6-9438-4D22-887D-15F6D9F2743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BB84335-9A2F-41DF-8628-6E2BA49BACB4}"/>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9D3705DF-E6B3-4994-AA89-E8B3A2964625}"/>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47EE07C2-089F-4C12-A503-3689D9368263}"/>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40C2BD3F-5B8D-4D96-BD67-875C20A037ED}"/>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B78781D5-77B7-43DF-83D4-28A8660DE976}"/>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01E8FD9A-5407-4FD9-9D10-E014905F4F81}"/>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5E68B62C-F2F1-4A39-BC74-2AE3EAFA5112}"/>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915DB48A-AEC6-4980-B802-D8EE20B6A71A}"/>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BE92B0A2-2EA9-45F9-8955-A915361A44DB}"/>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6FF5381-934C-4E96-9677-4B4BC0937444}"/>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7F7FEE01-9AF6-4D1D-9315-8696B32B7398}"/>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12CA6DA5-33FA-4951-81B9-9FFDCA63C3F2}"/>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9775B687-C659-4827-8475-E2D553E5A36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227F1223-0E07-4003-AD4A-1BB7DABCA1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11289061"/>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DE70C2F2-C3B2-4A89-A217-7A35A2BC7D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B089B3B3-5182-4FE1-94BD-E8702F619C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FE31159B-9488-44E1-A667-E9F6CB5941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974EC66E-CE52-4083-B7B6-4DEE1DD81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252B136-729E-47B0-A5A7-646176025F5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90478B72-85DD-4AD4-A682-130A0165FC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99EBEA58-0082-4ACA-9822-E63DB5A0A7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AC010846-9FCA-4846-9417-6038B57091E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AC9C0CF-893E-42CA-81C9-D1EE663B0B8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54E3F5C5-F5F1-4331-B5E5-0E4DCD5CBA9D}"/>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96F25B5C-6472-4634-8522-3EC640C025A9}"/>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91A4764E-1049-424D-B2EA-F87FDE662D81}"/>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0034A76-51D2-476E-9054-3EF080F78633}"/>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DFCE501-DF3E-4EBB-A281-4F38CF5D3839}"/>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6EBD6620-1F01-4E1B-9F2F-1DD59944548D}"/>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FA8A970-956B-424A-BCDC-3D562653FF28}"/>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26D8650B-EDE9-4679-84F2-CAC7B4260FB6}"/>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30ECD1BF-1F30-4C1B-8AB4-D63C868C2A6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13911E30-BD10-4F6F-81DA-833ED1FD0BFD}"/>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8ED9B972-A536-4E0E-AE38-3E8E6AE2160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16851553-2F8A-4B27-96A9-5FE156EA67FF}"/>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CA2E633C-F136-4321-B76D-AA00D283717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89A03E0B-7ABA-434C-94D5-0C5D1540BF7C}"/>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9C634055-5BAD-4989-AF1A-7C191EC404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91041588"/>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EAAA600D-55D0-4695-ACA4-ADB6B385FAF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BE42CC12-29A8-49F0-B368-2843DB710DF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CED94FD2-BD6D-4454-A290-03966AB20F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AC2F48CD-7AA8-44CD-B171-B2DBE9DED7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836F2F6-0E88-41EE-B2AD-813A4724C53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015C6DF9-1E32-41C5-8062-866BE2CEC6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EED9DB80-02F7-4618-9790-4891BCEDC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EBB166CD-B549-499E-B9E8-D1983F51C144}"/>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D1F71818-2103-433D-95B2-E09D0F73CDF5}"/>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59490017-8A33-4845-806B-74A54E64241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A241144E-E99B-43F0-A87D-D87126274CB6}"/>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65F48DE5-F29E-4365-BA96-B7D482795316}"/>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F05BCB3-C88A-4E2D-90B2-4503F2F8EC31}"/>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5B3A48F7-4FC1-4696-A4A1-75A3DE9B7F5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CA4E220A-BECB-4C8B-9684-D5320A0F2CA2}"/>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7D4D9E08-3075-4383-8DBD-1D290DA10860}"/>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16C34FA9-8A2A-4B0E-9B6D-2FAB9179FE8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8FC7708-729B-41E0-B02F-8133C8AA4A6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66CA2202-16E6-4AE7-97DE-E12DE77411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628421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0BDBD274-581C-4AA7-88C6-144371CD898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78C50FAE-24BC-486D-8655-187673C789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C4C911EC-1772-4BFA-91EC-73BA395C32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7A6BD4BE-0776-41B1-803F-ADF109BB83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6D2A14-189B-442E-99E9-D1F06BAAF1D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1FEF7149-9CBB-4B5F-AD34-0D9F7F8B3C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93C6995-F65B-4072-81C5-7FB2426E18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1043336F-2169-4B14-B7E1-CD3141AA2CC6}"/>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C11DABF9-B973-48DD-9116-B4124D104680}"/>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809D6032-8FA9-411A-95F6-B296B9158BE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E9FF4179-238E-4E95-B1B8-690FCC0F0CCB}"/>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9F1ACDEE-A615-4EA2-955B-076640FBC59F}"/>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AB844230-69BB-41B5-978A-94D5CB5086E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B7F2A35-C104-4CF6-ABCF-347729972C44}"/>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EC087394-433B-477B-841D-BD6406A35E29}"/>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65081EE0-97BB-4046-B070-5E6F182BCB7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2DFC1009-033A-4114-B62D-17B655A3626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B77D048-5472-4470-B76F-9E92D1A4476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75E05202-0135-47C0-BCF7-A34B7694A160}"/>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EB5BB548-91A6-47B6-A781-0BF99A8DE933}"/>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5AA3EF88-1DB1-43A0-98F6-07647088FDD2}"/>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B65396B8-70DC-44F1-A3C1-9E8CFF3F2D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02624"/>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B1103C8-04B2-4982-9BB1-4306CBCCD42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66476DA6-FBBE-4263-8DF7-58620EF3EF2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1F27367F-571E-4388-A985-3BF87F81D5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482F2F67-41DD-4434-AD6D-694893898A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E4CD425-9A4C-4807-9895-2F8845C7378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31930D9E-ED7D-4633-87BA-F299007DA7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EE960B6C-0BEF-4366-83F8-0148C16BB6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9D8E665C-A735-49C8-B712-EEDB88BEB5FF}"/>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55890E5E-92C5-403B-BBD1-2CA40AE93ABD}"/>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C8B27141-387D-4772-855E-05612EED0FA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E1FD06F9-3807-4368-A3AE-4468DAE24ECB}"/>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973FEAD4-DC33-4633-97F9-FFAC3A5662DA}"/>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ED437E5A-4602-4C37-B89E-E7AB0B997E07}"/>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BA3D584B-4628-4AD2-ACA7-9296B76418C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22AF68A6-B3A9-4400-B33A-6E379E038B96}"/>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63615BC9-BA60-495D-BF87-2813D26B503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759D50E0-2255-44B5-909D-0A74F901E52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32E8A2BB-2832-4571-B908-217DE245E223}"/>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0CD1D320-6AFC-4F14-B518-746ACDAE6EE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8C2D948D-6BC2-4D37-89D3-781A69F4AD9E}"/>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29453851-C5C0-441D-B6A6-0B6FB68A79B0}"/>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EEE1F78A-871C-4141-8613-AA8028E002F6}"/>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69A26FCF-AEB7-4996-8D6A-9D79EFA86B27}"/>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BDC2B89-4740-4709-9975-4D08B088A3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5922619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7A3C23C2-ED1B-4E71-8274-042E29A83AE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256E01DC-C108-45AE-A904-C14E05D1B3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2A291D57-C381-47C2-AF10-919D5C57AB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C93798D-6137-497C-AB24-068D49CB23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65D510C-5744-4DBE-B593-EC6FCF675CE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57E7D447-F12A-4138-B05E-4824723AB8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C722D331-3CB9-4C62-B294-6235AE24B1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B0A82C5C-50FD-452E-8913-B601D08CA69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CD5739D5-F8C2-4472-B3B7-12A4D035B642}"/>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863F5543-2750-49BF-AFBD-4F25378E5A1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B23E0A0A-0FD7-4759-8F64-72065F01CA31}"/>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800F6A32-D8C6-4208-8FE6-45FF96E6368F}"/>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5118514E-3C89-45F7-A663-4C910B27632F}"/>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F4BAE592-CE63-491E-ACE0-F405971E77D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73AB2D2D-C3B2-4562-AF4A-917117158C5D}"/>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9A45C5FB-A053-400C-BB47-D7A5A588A262}"/>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34766CBE-F085-4B52-8CD1-6044C37A7FBE}"/>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809DF5F-0944-4C35-A403-1FACDD876427}"/>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5B20F74-D07F-4CB2-B21C-15F0DB0FEA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3323538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5FE8AE3-596B-425C-AAA6-A33C14984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491A0A75-E97A-4585-8796-7D2A06F449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42C658F0-3E52-45C8-BF21-07D7C1AD41A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ABAEF4A4-5E94-44B1-987A-A77019B7D3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34FB32A-75F5-44F7-BA7D-D5EB197B79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3D591B2-45D8-4AF2-B27A-9871215F25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E659983-AC42-49DF-9449-3E8543E9F599}"/>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B03FF24-66FE-4110-AE5F-A0A3BCC644A6}"/>
              </a:ext>
            </a:extLst>
          </p:cNvPr>
          <p:cNvPicPr>
            <a:picLocks xmlns:a="http://schemas.openxmlformats.org/drawingml/2006/main" noChangeAspect="1"/>
          </p:cNvPicPr>
          <p:nvPr/>
        </p:nvPicPr>
        <p:blipFill>
          <a:blip xmlns:r="http://schemas.openxmlformats.org/officeDocument/2006/relationships" xmlns:a="http://schemas.openxmlformats.org/drawingml/2006/main" r:embed="Rac3d621e78614294"/>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5E1ABC54-8005-4857-8E02-43DD345BDBA1}"/>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8CC3F44-29FE-4661-8CAD-CCEBBE000BE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5BFFEE1-421D-4E2D-8E2E-4D67AB253D9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5C015AC3-6CAC-4B45-B6B0-9CD0F9AAF54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9E26AC4-9A79-4F14-871C-AEA7CA56F178}"/>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FA637D81-B871-4FDD-ACF5-059FBC816A96}"/>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18E80A2-95EC-4075-810E-79C5AC8BBD3A}"/>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3C8A510B-9BF5-4304-8ABC-A262739E9929}"/>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2872F570-3545-42DE-86A8-E71F6C11B973}"/>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3E7695A0-865F-46D3-A311-088F8AE6C735}"/>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5C3B6183-FD57-42C5-9941-EE7A59321516}"/>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75A60F7A-5D61-4124-BFC4-19551782C549}"/>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E19449B8-3B3C-4D45-A7A1-EA8E7679FF79}"/>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02856D29-1786-4E2C-AF98-6CAB78F0765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662B78D-B4EC-4896-8254-EE231CEA09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1059494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4BB86664-97E9-4678-8B6D-88647832AF0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A7B1145A-AE0E-4AC1-8E20-D48692AFE41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51CCF2E7-64F3-46F4-8B9A-78AB824C80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B962CC7D-8520-4CF2-8514-F55D452D3F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79097CD-0312-489D-B46B-0B5C4EC23D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EBD6E21A-C42F-4B7E-908B-7270DEF0DE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17342D7-0C99-43D7-8A81-17F278453F7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D9CF2C5B-6EEB-487E-82C8-38DF7D1FC3E6}"/>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519B804-42EC-4D0C-879E-740E8FB97D1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0CCCD408-4F81-40E4-8338-C8E5C8C53DF6}"/>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C229032-9730-4877-B58A-9C8600178561}"/>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FAE3669-57EF-4CB8-8FEF-54E8C7939009}"/>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CDCFBC0-20AF-47B1-BB34-C3EFD471A6B6}"/>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D2BB9A1-B4C6-443B-BFBD-32F51AE365A6}"/>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FFD65832-F12A-4419-8905-02BD50175C58}"/>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1D08AA5-ABF4-441F-AAAD-A0EAF80B6B44}"/>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2C9783D-735A-4DBF-B3C9-FCB61C777623}"/>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18647BFF-983D-40DD-A6F0-C833A795704F}"/>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7E821F2-3584-41A0-BC9E-C402A88EC3FA}"/>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F5607264-0947-4329-ABC8-DEBA82B60B2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D0C2B37D-FD47-4194-B4D0-1F2555F813D3}"/>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F513E155-3AE8-4E11-B374-33B4A5ECF311}"/>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5B4678C7-28EC-470D-B271-1BCC9DB4291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D5F96A76-0718-497F-849F-8291983359F8}"/>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686FA7A-F0C9-47AF-B9DB-67D5AF887DE0}"/>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36A0229-A25F-4307-8B9B-E452C886D1E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97A92AE2-C04F-4BA0-85FB-C7830B24F909}"/>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90BE6A29-3253-4897-9F21-32585A5E29DC}"/>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2EBA4D61-AB90-4798-BE69-67B773F865D2}"/>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837D3C3-7D0C-4CE3-9700-BA61FB13ABE2}"/>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D770A260-BD72-4DE0-B86D-A20A3FF45305}"/>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98E5B152-625D-42D7-A366-1D6A2D5300A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50D2F527-6EC7-4BD5-96EB-E92D8C2F1F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4771475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B995F7E1-5B1B-4D54-AE0C-BEBBA741C9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E747FDCC-CA28-4F27-B2A3-CE1E907EEF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26639279-6CC2-4090-893C-BE6E5E6BF6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C014FF9B-B7DC-41C8-99DB-EFF19B718E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521CA06B-15F7-4B51-A5D8-CF3FBA6A79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4CBE90EF-B61D-4FF6-8218-E6C9E19E73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CC4BA65A-B393-4B79-9D3E-E688C31BC81B}"/>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6C6F2F72-D5A2-4A25-9A8E-7ED81E4B162A}"/>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DD93DEB-7F73-4CD9-94AB-92FE0876D16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C0D1F1E5-A9AA-4196-BC84-8A5EC3A36DA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89391927-DEFB-4CBD-B6D2-4716DC08A0BA}"/>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64693D-259C-49BE-BF06-65553E1CE6C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46872C19-D021-4169-A960-11855C00E333}"/>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9C91D2FA-781F-47C7-961A-FB15C8C73C9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A600D6C5-D827-49CC-BDDF-E868B649B828}"/>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B82782BD-06C8-4658-A01E-66E379E80F37}"/>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C49095-58FF-4147-9949-068CBAAE071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E01AE7F0-7F4A-4F63-9EF1-DABBDFC57A53}"/>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05327733-D154-4D39-80BB-9509AB485952}"/>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0B0EF685-733B-41CD-AC34-46CA292D15F5}"/>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FEFD9D0D-FB28-44FF-A917-9FAFE901E6BE}"/>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C54A9F8-BB77-46A7-9938-AE737C308FBE}"/>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E6FD0CC-791F-4BE2-BFDB-DB64E4DE04F2}"/>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419B8497-DEC1-47A6-A47D-D991E428CF52}"/>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F036EDAF-A77F-48CE-BF9C-CC79036DC2C9}"/>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5E62973F-7F89-4AC1-93B1-2C5696074A11}"/>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546CCD7B-8512-47BF-B799-7BA04E88477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12BDC7EF-A23C-4637-AE28-F00FFAB49C5E}"/>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A7C79B97-112D-4262-9D16-B03EC49C5F01}"/>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74053AB5-7255-4F3B-AB01-632AC425F78E}"/>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9FA9BF6-4813-41C2-AE93-D92DB55E6E3C}"/>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0795C00D-B4D3-4E3B-A62B-F028F278590A}"/>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EF06929B-279F-49DE-85B1-8118D3A01863}"/>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D16A3C4-7D69-49A5-B2C8-EA503D989AA0}"/>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7C5A8F82-FC9B-43FA-AC25-8039FF84CAA2}"/>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564E4C3-D3A9-4BBC-B88C-6AD7B28CBB9E}"/>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3FF28BB1-AA17-452F-AE56-49DD7C6C0B7B}"/>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5311DE4A-848F-43E8-B6FF-B79E42B5DBBF}"/>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2524064A-CD0E-443F-83CC-07C9DE904F8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C0B87BDE-4139-49AB-99BF-11475D779A43}"/>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0BD2B04-30C6-400E-B856-83C17ED5373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BC25D031-7037-47C5-9BD8-BE693F4EDCF1}"/>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0F9EA9F-0053-409C-8415-96745C5526ED}"/>
              </a:ext>
            </a:extLst>
          </p:cNvPr>
          <p:cNvPicPr>
            <a:picLocks xmlns:a="http://schemas.openxmlformats.org/drawingml/2006/main" noChangeAspect="1"/>
          </p:cNvPicPr>
          <p:nvPr/>
        </p:nvPicPr>
        <p:blipFill>
          <a:blip xmlns:r="http://schemas.openxmlformats.org/officeDocument/2006/relationships" xmlns:a="http://schemas.openxmlformats.org/drawingml/2006/main" r:embed="Raa82b7a8603d4b2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B923752-5A14-4439-95F2-6CB053F1DBB2}"/>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D5D5993A-4930-4D2F-A968-8182F2D3FBB7}"/>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03F731D5-0869-446B-9CA8-10A2928ED76C}"/>
              </a:ext>
            </a:extLst>
          </p:cNvPr>
          <p:cNvPicPr>
            <a:picLocks xmlns:a="http://schemas.openxmlformats.org/drawingml/2006/main" noChangeAspect="1"/>
          </p:cNvPicPr>
          <p:nvPr/>
        </p:nvPicPr>
        <p:blipFill>
          <a:blip xmlns:r="http://schemas.openxmlformats.org/officeDocument/2006/relationships" xmlns:a="http://schemas.openxmlformats.org/drawingml/2006/main" r:embed="R20d7c716fb0e4ad5"/>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DD32756C-D867-4B63-83F4-D083E5E146BC}"/>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4BE169B4-156C-495B-821E-F7AE915BEA9A}"/>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4DAB3860-6CD9-41F5-B743-F68AD12CF35D}"/>
              </a:ext>
            </a:extLst>
          </p:cNvPr>
          <p:cNvPicPr>
            <a:picLocks xmlns:a="http://schemas.openxmlformats.org/drawingml/2006/main" noChangeAspect="1"/>
          </p:cNvPicPr>
          <p:nvPr/>
        </p:nvPicPr>
        <p:blipFill>
          <a:blip xmlns:r="http://schemas.openxmlformats.org/officeDocument/2006/relationships" xmlns:a="http://schemas.openxmlformats.org/drawingml/2006/main" r:embed="R0412a20288f640be"/>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75C474A-ADE6-42D3-B2DA-C5D7C941D4E8}"/>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8EAF5278-10BD-48A5-80FA-26A7470A6D8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3178D9BE-D3F5-4A4A-A762-6CF87D1BE879}"/>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708F3B9A-D8FD-4AD0-A78B-D332440F55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8708399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034B849B-2B6A-45FC-9BEC-78944DF26C4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777DE5B7-399E-4118-BABF-564AA0B39B2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34590428-EE05-4743-BE60-BBB2E9C27F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625BD93C-E438-4841-9C60-1463CB9B7A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FCB345BD-AACA-451C-B17A-8686DC488D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673CBBA-37AE-4CA2-A785-515BFF9FC6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C9D18236-C0B8-48DF-B5D6-D3747B535638}"/>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3E229296-DE94-4998-920A-DE38D77FE6AB}"/>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B4C1273-4F6B-4D3B-AECC-37883EFEAED6}"/>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A40A5592-A894-4B6E-8135-26AF6BC7F7E1}"/>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4295B66-81C9-4C55-AD9A-19E948806E6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1D7BD80-BD3E-4638-98F8-56748FE05040}"/>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78F41CEF-B479-4836-A46F-AFC7D91BAE13}"/>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1E899362-1834-42C7-AB08-2ABC07EEB84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B669F2FF-5865-43C0-BF11-3D34A5D970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3944939"/>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E2811158-619A-411A-B700-A748A740759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42481642-FAA9-406A-93C3-EC2720D1AE4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496D7D30-322E-4100-A9C9-6F586E0418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1B5EC508-AD7A-4ED1-865E-D1230E5345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3FD83EC-573B-4309-8932-F4406A44C8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7D22FF61-32BD-4FF7-8261-8C6F052061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28CB282-3B56-43F9-807D-AEAB9273E39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AF8B727A-26E4-4F1B-99D4-567F3914BC5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43429F24-8152-4E72-AFA6-96FE2D51B207}"/>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F870E4F2-64BD-4417-87F3-FE8FACA83F9C}"/>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99CC89E0-285B-4365-AE30-0996A9331CD4}"/>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70E49B7B-7815-4768-84E5-8EE0D28B38AD}"/>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C9833292-A201-40AA-BCB7-EE2DFEB7D351}"/>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D6C179BF-424B-41AE-B664-0AE5B6F17D46}"/>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7AC2BA30-7F58-4EB5-91C4-F665200FCBAA}"/>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D2E4EF5-48DD-4859-889F-3BCEEC4FE5C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D98A32FE-E10D-4DB6-91AE-712B87D84025}"/>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A0390EE-8552-430B-873F-35D76925FB50}"/>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E8E374E6-9731-43BC-8FAF-1F3892F9286E}"/>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41343D5-2336-4FEC-B519-BFA34BE470F1}"/>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4B007281-7ED1-41F2-93F1-B7C2547CBE46}"/>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F7290AAA-E70C-4022-B750-4F0F324D1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226274659"/>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798EDEE0-8D49-4991-909F-56EA335B9D4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B653415A-1310-4864-96CD-65F3707EFD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81E57C7E-78C3-4202-AA47-0B0411C3C58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903F498-03E5-4747-9AEC-4AB081773D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1528D2D9-56F8-4106-A79A-BB5E06844E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B35DBC2-FA50-4565-87EA-EF8AA553E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6827DF9B-ABC2-47E4-A3F2-C9F62CE91010}"/>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5F0C157F-68A4-4452-A26E-A19340644CDB}"/>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A10D8DC3-6965-4996-A51F-019E362B617A}"/>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03201B2D-C7EE-4EFD-8247-C77F8A6B29F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C78E2525-242A-4B7E-9273-85B4317470FD}"/>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742BF690-4850-44CF-95F7-963DB792C78C}"/>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0E704486-CD7C-40F0-BDE2-4D694793B02E}"/>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4118936B-8912-41BB-8BD4-FF2004ADD00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E0BFAA97-2908-43FE-B61E-7FF5B7589E22}"/>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F2029BF5-B242-43DE-8A44-E9EBCF99DB18}"/>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E92D873D-669D-4406-9D73-78BC812E86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4663503"/>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A531244-054F-4BBD-8034-D1EFE77C342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255786FA-3DF3-4E50-9922-021155CC1DC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778A81D7-B294-4ABA-8FAC-407CB21EE7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C5C4AFBD-8E4E-4789-91D5-9DBD10A602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9832F90-21AB-4FCF-ABF8-28B51F32D5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CC793569-F9F1-4F25-B400-4BE88A4F89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C9551DE5-B421-4B75-8B94-ECD6E96AE7B6}"/>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F6C4130B-5A59-45D6-8E97-B9C7825AB9FC}"/>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53977C1-C178-45BD-9C7B-6E73061E0B09}"/>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5653E0D-C735-44EF-B56A-A949D7638EC9}"/>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1BB2381B-A166-41C3-9C0E-9CDC6DA2DB0D}"/>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F441E44-9910-4B64-88D2-9CB8686CBDED}"/>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8065F36-9A09-44B7-B3A3-B17C6AB99548}"/>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496EB39-6E3A-4D63-8472-6ADA267D36AC}"/>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210A9EBC-B6AD-4500-A558-E58F3C1ED3D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853892B8-F38B-4224-A20B-28FEC1FBF1CB}"/>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EF41CE72-53F4-427B-AB98-13C3394A46F1}"/>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BEA7AB2-EAB4-4B2F-8EB0-C590F288457A}"/>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50417A1-D3B8-43AC-A8C8-4D53DCCA9F5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DAAFCB-5B15-4346-813D-3FCC88A0240F}"/>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D931C4CB-AD33-4298-ABCD-DB44A4C337AA}"/>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2D8D15EF-1DDE-443E-A4C3-F8B65C023127}"/>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D6D7FB0-2B31-420A-9C51-F34118742367}"/>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F36566C-B9A6-4FDD-B5DC-F8BDF6AEA7D1}"/>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416B1904-B65F-4101-876A-6CBABB3978BB}"/>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3EE0212-9BF4-4F3F-AD7B-7A0FF4FB2391}"/>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01785D8B-5065-4BF7-9560-BF1584CB37B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1BD33AF4-22D2-426B-8DD0-3E26B925972B}"/>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92D88D6-3691-4FBA-8246-E2E7B857DE80}"/>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13914B2-2F3B-4CD5-9AA0-F2E8E7235AF5}"/>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2F70A6E7-B486-4DC3-9457-7A5C10B7AD9C}"/>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B855F2D4-5FCD-4D98-8863-23124DDEB086}"/>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5792211-8F0F-41BE-A227-C2857BC70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77837225"/>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63DF728D-DD7D-420C-8156-D7859338B85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354A83D5-15FA-4F7F-AE57-5586E12B62C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BA89BDA4-379E-4E49-B943-136FDA24E1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29ADAFB3-0B40-4BEA-BAEA-17C3469EEF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BD287105-E398-4F0A-818A-5C1468AF49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15A9A90B-540A-4117-94F9-506B634E11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69848F26-FF93-4659-9209-27751F29985A}"/>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43CFF603-C01E-4AF9-9373-2EB509C1FE1F}"/>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7F722AFE-110E-46E9-937A-7064622C03D3}"/>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5FA37DC-2332-448D-9AAC-75A36625897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75EBDA0E-794F-4196-94E3-1CF793F83AC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7BC68C6-01EE-481C-9A2B-8D0ED17B962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5A83DDB6-69F5-49A4-9265-57C93A16A68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603721B3-880F-4A58-B6D5-9EED6FB31969}"/>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1D1C56DC-8452-4903-9582-6CE3FF17F8D7}"/>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9DFB9FDE-4C3C-4F03-87E3-F1617D00F353}"/>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2898CF1B-773C-471E-AEB4-0F2603F983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4463553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F0BBD379-FDD3-4757-9F00-DEB337F9A4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36DD324B-416B-422B-B79B-02C0A27C3E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CF1FB45B-9152-4226-B2AD-EC492DE5EF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0E9B3277-4FDC-49EA-8D75-919EDF4DB8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BF6B603-C3FF-484D-A7EC-BD27462C34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94E769A-C8CB-4722-AB69-25F47AB156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F7E164A9-42EC-4A85-B83F-F72AE6B7B3DB}"/>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14018D09-D90C-4131-8C68-C29405E4841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67B52F0-63C4-473F-9F5A-AAC9815729E7}"/>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8FE04F25-BF02-4EBF-B276-FD187AC5BCEF}"/>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5AE4F2C5-4A6B-47FC-8088-BB171ED7CE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26173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2026-10-23T04:40:45.6320000Z</dcterms:created>
  <dcterms:modified xsi:type="dcterms:W3CDTF">2026-10-23T04:40:45.6320000Z</dcterms:modified>
</coreProperties>
</file>