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slides/charts/chart1.xml" ContentType="application/vnd.openxmlformats-officedocument.drawingml.chart+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0e7aa5358434f1d" /><Relationship Type="http://schemas.openxmlformats.org/officeDocument/2006/relationships/extended-properties" Target="/docProps/app.xml" Id="Rfa49cc6eded2420d" /><Relationship Type="http://schemas.openxmlformats.org/officeDocument/2006/relationships/officeDocument" Target="/ppt/presentation.xml" Id="R56c9a43e5bd24152" /></Relationships>
</file>

<file path=ppt/presentation.xml><?xml version="1.0" encoding="utf-8"?>
<p:presentation xmlns:p="http://schemas.openxmlformats.org/presentationml/2006/main">
  <p:sldMasterIdLst>
    <p:sldMasterId xmlns:r="http://schemas.openxmlformats.org/officeDocument/2006/relationships" id="2147483648" r:id="Rf25a8f5e16134e50"/>
  </p:sldMasterIdLst>
  <p:notesMasterIdLst>
    <p:notesMasterId xmlns:r="http://schemas.openxmlformats.org/officeDocument/2006/relationships" r:id="R2b4e4d65af8a47da"/>
  </p:notesMasterIdLst>
  <p:sldIdLst>
    <p:sldId xmlns:r="http://schemas.openxmlformats.org/officeDocument/2006/relationships" id="256" r:id="R7cfdb75cff344ef4"/>
    <p:sldId xmlns:r="http://schemas.openxmlformats.org/officeDocument/2006/relationships" id="257" r:id="Rf89a6659fb4c4792"/>
    <p:sldId xmlns:r="http://schemas.openxmlformats.org/officeDocument/2006/relationships" id="258" r:id="R63e663c380354bda"/>
    <p:sldId xmlns:r="http://schemas.openxmlformats.org/officeDocument/2006/relationships" id="259" r:id="Rfae90517d8754681"/>
    <p:sldId xmlns:r="http://schemas.openxmlformats.org/officeDocument/2006/relationships" id="260" r:id="Ra41edfd44b70434d"/>
    <p:sldId xmlns:r="http://schemas.openxmlformats.org/officeDocument/2006/relationships" id="261" r:id="Rd25300e8ae664ac4"/>
    <p:sldId xmlns:r="http://schemas.openxmlformats.org/officeDocument/2006/relationships" id="262" r:id="R04882af7a033499c"/>
    <p:sldId xmlns:r="http://schemas.openxmlformats.org/officeDocument/2006/relationships" id="263" r:id="R71945410c72a42d7"/>
    <p:sldId xmlns:r="http://schemas.openxmlformats.org/officeDocument/2006/relationships" id="264" r:id="R0f1209ee09714f62"/>
    <p:sldId xmlns:r="http://schemas.openxmlformats.org/officeDocument/2006/relationships" id="265" r:id="R2aff48139b4f449f"/>
    <p:sldId xmlns:r="http://schemas.openxmlformats.org/officeDocument/2006/relationships" id="266" r:id="R4c449a947ff9443f"/>
    <p:sldId xmlns:r="http://schemas.openxmlformats.org/officeDocument/2006/relationships" id="267" r:id="R8cfcf4f2388f468a"/>
    <p:sldId xmlns:r="http://schemas.openxmlformats.org/officeDocument/2006/relationships" id="268" r:id="R1ccec9343a0c4c09"/>
    <p:sldId xmlns:r="http://schemas.openxmlformats.org/officeDocument/2006/relationships" id="269" r:id="R849028d12ddb4088"/>
    <p:sldId xmlns:r="http://schemas.openxmlformats.org/officeDocument/2006/relationships" id="270" r:id="R5b9e65daba004238"/>
    <p:sldId xmlns:r="http://schemas.openxmlformats.org/officeDocument/2006/relationships" id="271" r:id="R0cb1d31171ef40a1"/>
    <p:sldId xmlns:r="http://schemas.openxmlformats.org/officeDocument/2006/relationships" id="272" r:id="Re58ee86552cc4bb9"/>
    <p:sldId xmlns:r="http://schemas.openxmlformats.org/officeDocument/2006/relationships" id="273" r:id="R8d64efe98d62474a"/>
    <p:sldId xmlns:r="http://schemas.openxmlformats.org/officeDocument/2006/relationships" id="274" r:id="Rd4ccdf0d5a444eb2"/>
    <p:sldId xmlns:r="http://schemas.openxmlformats.org/officeDocument/2006/relationships" id="275" r:id="R9ef88c3ebd76407b"/>
    <p:sldId xmlns:r="http://schemas.openxmlformats.org/officeDocument/2006/relationships" id="276" r:id="Rc0ab424679a94ba7"/>
    <p:sldId xmlns:r="http://schemas.openxmlformats.org/officeDocument/2006/relationships" id="277" r:id="Re0674dc8c7d048ce"/>
    <p:sldId xmlns:r="http://schemas.openxmlformats.org/officeDocument/2006/relationships" id="278" r:id="Rae5577580f7249b2"/>
    <p:sldId xmlns:r="http://schemas.openxmlformats.org/officeDocument/2006/relationships" id="279" r:id="Rd21c3a6b76f441c6"/>
    <p:sldId xmlns:r="http://schemas.openxmlformats.org/officeDocument/2006/relationships" id="280" r:id="R218cfbdded994eb7"/>
    <p:sldId xmlns:r="http://schemas.openxmlformats.org/officeDocument/2006/relationships" id="281" r:id="R8ee7552268124a2b"/>
    <p:sldId xmlns:r="http://schemas.openxmlformats.org/officeDocument/2006/relationships" id="282" r:id="R0b901da71f0d4ba5"/>
    <p:sldId xmlns:r="http://schemas.openxmlformats.org/officeDocument/2006/relationships" id="283" r:id="Ra40c4e3cd8694ab9"/>
    <p:sldId xmlns:r="http://schemas.openxmlformats.org/officeDocument/2006/relationships" id="284" r:id="Re78a4bc5a7804868"/>
    <p:sldId xmlns:r="http://schemas.openxmlformats.org/officeDocument/2006/relationships" id="285" r:id="R98d5a192688d4999"/>
    <p:sldId xmlns:r="http://schemas.openxmlformats.org/officeDocument/2006/relationships" id="286" r:id="R0f517a3b27814319"/>
    <p:sldId xmlns:r="http://schemas.openxmlformats.org/officeDocument/2006/relationships" id="287" r:id="Rc03fae8caf6c4d20"/>
    <p:sldId xmlns:r="http://schemas.openxmlformats.org/officeDocument/2006/relationships" id="288" r:id="Rb95a3472fc854331"/>
    <p:sldId xmlns:r="http://schemas.openxmlformats.org/officeDocument/2006/relationships" id="289" r:id="Rda1b7b6a92cb4a25"/>
    <p:sldId xmlns:r="http://schemas.openxmlformats.org/officeDocument/2006/relationships" id="290" r:id="Rffd3ea29f3824892"/>
    <p:sldId xmlns:r="http://schemas.openxmlformats.org/officeDocument/2006/relationships" id="291" r:id="R00647f23e6c3415e"/>
    <p:sldId xmlns:r="http://schemas.openxmlformats.org/officeDocument/2006/relationships" id="292" r:id="R16c6f91f9a744246"/>
    <p:sldId xmlns:r="http://schemas.openxmlformats.org/officeDocument/2006/relationships" id="293" r:id="R608bd53f626c4783"/>
    <p:sldId xmlns:r="http://schemas.openxmlformats.org/officeDocument/2006/relationships" id="294" r:id="R1762936aaf3d4585"/>
    <p:sldId xmlns:r="http://schemas.openxmlformats.org/officeDocument/2006/relationships" id="295" r:id="Rca18c964f4be4f39"/>
    <p:sldId xmlns:r="http://schemas.openxmlformats.org/officeDocument/2006/relationships" id="296" r:id="Ra6cc6c633004423c"/>
    <p:sldId xmlns:r="http://schemas.openxmlformats.org/officeDocument/2006/relationships" id="297" r:id="R7a9ab3a412f447e1"/>
    <p:sldId xmlns:r="http://schemas.openxmlformats.org/officeDocument/2006/relationships" id="298" r:id="R51f25db122d048a1"/>
    <p:sldId xmlns:r="http://schemas.openxmlformats.org/officeDocument/2006/relationships" id="299" r:id="Rf5c2bfb9b2ab48aa"/>
    <p:sldId xmlns:r="http://schemas.openxmlformats.org/officeDocument/2006/relationships" id="300" r:id="Re8bfe6d89ea94b93"/>
    <p:sldId xmlns:r="http://schemas.openxmlformats.org/officeDocument/2006/relationships" id="301" r:id="R427dee6ba38641df"/>
    <p:sldId xmlns:r="http://schemas.openxmlformats.org/officeDocument/2006/relationships" id="302" r:id="R51ad6f64aaee4d15"/>
    <p:sldId xmlns:r="http://schemas.openxmlformats.org/officeDocument/2006/relationships" id="303" r:id="R8b5939f279ff4b4d"/>
    <p:sldId xmlns:r="http://schemas.openxmlformats.org/officeDocument/2006/relationships" id="304" r:id="Rdc9aa9f4ce894c70"/>
    <p:sldId xmlns:r="http://schemas.openxmlformats.org/officeDocument/2006/relationships" id="305" r:id="R258b5480cdd64cb1"/>
    <p:sldId xmlns:r="http://schemas.openxmlformats.org/officeDocument/2006/relationships" id="306" r:id="R16e39c8bac234f19"/>
    <p:sldId xmlns:r="http://schemas.openxmlformats.org/officeDocument/2006/relationships" id="307" r:id="Rbbd5202ce0de45b5"/>
    <p:sldId xmlns:r="http://schemas.openxmlformats.org/officeDocument/2006/relationships" id="308" r:id="R77dc907419f549a2"/>
    <p:sldId xmlns:r="http://schemas.openxmlformats.org/officeDocument/2006/relationships" id="309" r:id="R0af4add92cd94186"/>
    <p:sldId xmlns:r="http://schemas.openxmlformats.org/officeDocument/2006/relationships" id="310" r:id="R5979967a9cc647c7"/>
    <p:sldId xmlns:r="http://schemas.openxmlformats.org/officeDocument/2006/relationships" id="311" r:id="R210c361ef1b84e0f"/>
    <p:sldId xmlns:r="http://schemas.openxmlformats.org/officeDocument/2006/relationships" id="312" r:id="Rd1ae59956b9a486b"/>
    <p:sldId xmlns:r="http://schemas.openxmlformats.org/officeDocument/2006/relationships" id="313" r:id="R7c92c0e080214f7d"/>
    <p:sldId xmlns:r="http://schemas.openxmlformats.org/officeDocument/2006/relationships" id="314" r:id="R409a1200471046a6"/>
    <p:sldId xmlns:r="http://schemas.openxmlformats.org/officeDocument/2006/relationships" id="315" r:id="R8cb7e75d04564f8e"/>
    <p:sldId xmlns:r="http://schemas.openxmlformats.org/officeDocument/2006/relationships" id="316" r:id="R760f99893b4a4bf0"/>
    <p:sldId xmlns:r="http://schemas.openxmlformats.org/officeDocument/2006/relationships" id="317" r:id="R201a066b61024193"/>
    <p:sldId xmlns:r="http://schemas.openxmlformats.org/officeDocument/2006/relationships" id="318" r:id="Rd47ab3fd9e894020"/>
    <p:sldId xmlns:r="http://schemas.openxmlformats.org/officeDocument/2006/relationships" id="319" r:id="R86a01502702b48fa"/>
    <p:sldId xmlns:r="http://schemas.openxmlformats.org/officeDocument/2006/relationships" id="320" r:id="Rdfa072cf63d04e1c"/>
    <p:sldId xmlns:r="http://schemas.openxmlformats.org/officeDocument/2006/relationships" id="321" r:id="R5a087ac4190f40e8"/>
    <p:sldId xmlns:r="http://schemas.openxmlformats.org/officeDocument/2006/relationships" id="322" r:id="R56d0b25088c04357"/>
    <p:sldId xmlns:r="http://schemas.openxmlformats.org/officeDocument/2006/relationships" id="323" r:id="R5da12933b9f2429d"/>
    <p:sldId xmlns:r="http://schemas.openxmlformats.org/officeDocument/2006/relationships" id="324" r:id="Rf77f9b0aca744142"/>
    <p:sldId xmlns:r="http://schemas.openxmlformats.org/officeDocument/2006/relationships" id="325" r:id="Ra204f13041fa4103"/>
    <p:sldId xmlns:r="http://schemas.openxmlformats.org/officeDocument/2006/relationships" id="326" r:id="R51eef75d44094dcc"/>
    <p:sldId xmlns:r="http://schemas.openxmlformats.org/officeDocument/2006/relationships" id="327" r:id="R6c1a48fe528c4483"/>
    <p:sldId xmlns:r="http://schemas.openxmlformats.org/officeDocument/2006/relationships" id="328" r:id="R2db5e581d426433d"/>
    <p:sldId xmlns:r="http://schemas.openxmlformats.org/officeDocument/2006/relationships" id="329" r:id="R5472d7dcdfea4d53"/>
    <p:sldId xmlns:r="http://schemas.openxmlformats.org/officeDocument/2006/relationships" id="330" r:id="R3d14358ad5484670"/>
    <p:sldId xmlns:r="http://schemas.openxmlformats.org/officeDocument/2006/relationships" id="331" r:id="R85d84bbed5604bd2"/>
    <p:sldId xmlns:r="http://schemas.openxmlformats.org/officeDocument/2006/relationships" id="332" r:id="R3fdba07a17c54a75"/>
    <p:sldId xmlns:r="http://schemas.openxmlformats.org/officeDocument/2006/relationships" id="333" r:id="R799de4decffc40e1"/>
    <p:sldId xmlns:r="http://schemas.openxmlformats.org/officeDocument/2006/relationships" id="334" r:id="R147898eb315b43ad"/>
    <p:sldId xmlns:r="http://schemas.openxmlformats.org/officeDocument/2006/relationships" id="335" r:id="R47ff4ae520e849f0"/>
    <p:sldId xmlns:r="http://schemas.openxmlformats.org/officeDocument/2006/relationships" id="336" r:id="R0cc5f9080f4b44d1"/>
    <p:sldId xmlns:r="http://schemas.openxmlformats.org/officeDocument/2006/relationships" id="337" r:id="Rc2bb05ee112642f6"/>
    <p:sldId xmlns:r="http://schemas.openxmlformats.org/officeDocument/2006/relationships" id="338" r:id="Rc3386c88caa94ee5"/>
    <p:sldId xmlns:r="http://schemas.openxmlformats.org/officeDocument/2006/relationships" id="339" r:id="Rd42d454346c7417d"/>
    <p:sldId xmlns:r="http://schemas.openxmlformats.org/officeDocument/2006/relationships" id="340" r:id="Re68d80aa96db49ed"/>
    <p:sldId xmlns:r="http://schemas.openxmlformats.org/officeDocument/2006/relationships" id="341" r:id="Recd6ee87f3704ad8"/>
    <p:sldId xmlns:r="http://schemas.openxmlformats.org/officeDocument/2006/relationships" id="342" r:id="Rdc47ab5591cd4c2c"/>
    <p:sldId xmlns:r="http://schemas.openxmlformats.org/officeDocument/2006/relationships" id="343" r:id="R69f0f42a18144ed3"/>
    <p:sldId xmlns:r="http://schemas.openxmlformats.org/officeDocument/2006/relationships" id="344" r:id="R27c5a441cda8441f"/>
    <p:sldId xmlns:r="http://schemas.openxmlformats.org/officeDocument/2006/relationships" id="345" r:id="R7dd80b16735f444d"/>
    <p:sldId xmlns:r="http://schemas.openxmlformats.org/officeDocument/2006/relationships" id="346" r:id="R9234707a4f4f4e6c"/>
    <p:sldId xmlns:r="http://schemas.openxmlformats.org/officeDocument/2006/relationships" id="347" r:id="Ra9050de3d5cd4c73"/>
    <p:sldId xmlns:r="http://schemas.openxmlformats.org/officeDocument/2006/relationships" id="348" r:id="R37644d5015434d7d"/>
    <p:sldId xmlns:r="http://schemas.openxmlformats.org/officeDocument/2006/relationships" id="349" r:id="R25da5e53900b489a"/>
    <p:sldId xmlns:r="http://schemas.openxmlformats.org/officeDocument/2006/relationships" id="350" r:id="Rc19af31b25064453"/>
    <p:sldId xmlns:r="http://schemas.openxmlformats.org/officeDocument/2006/relationships" id="351" r:id="R31788622036646de"/>
    <p:sldId xmlns:r="http://schemas.openxmlformats.org/officeDocument/2006/relationships" id="352" r:id="Rbcc11c9634bc480b"/>
    <p:sldId xmlns:r="http://schemas.openxmlformats.org/officeDocument/2006/relationships" id="353" r:id="Rbf682ef7d42f4d65"/>
    <p:sldId xmlns:r="http://schemas.openxmlformats.org/officeDocument/2006/relationships" id="354" r:id="R7464682a96124cc0"/>
    <p:sldId xmlns:r="http://schemas.openxmlformats.org/officeDocument/2006/relationships" id="355" r:id="R91b75264bfdf48d8"/>
    <p:sldId xmlns:r="http://schemas.openxmlformats.org/officeDocument/2006/relationships" id="356" r:id="R3a9392eea64a48cb"/>
    <p:sldId xmlns:r="http://schemas.openxmlformats.org/officeDocument/2006/relationships" id="357" r:id="R5679fe5c1d4141ea"/>
    <p:sldId xmlns:r="http://schemas.openxmlformats.org/officeDocument/2006/relationships" id="358" r:id="Rf95366f96d4640a5"/>
    <p:sldId xmlns:r="http://schemas.openxmlformats.org/officeDocument/2006/relationships" id="359" r:id="Rf7602a9399e94ccb"/>
    <p:sldId xmlns:r="http://schemas.openxmlformats.org/officeDocument/2006/relationships" id="360" r:id="Rdb0c31612cf642a7"/>
    <p:sldId xmlns:r="http://schemas.openxmlformats.org/officeDocument/2006/relationships" id="361" r:id="Ra5eaaa1cc4b3457d"/>
    <p:sldId xmlns:r="http://schemas.openxmlformats.org/officeDocument/2006/relationships" id="362" r:id="Rd2023e8c00de49a4"/>
    <p:sldId xmlns:r="http://schemas.openxmlformats.org/officeDocument/2006/relationships" id="363" r:id="R8e8bf06f78844f53"/>
    <p:sldId xmlns:r="http://schemas.openxmlformats.org/officeDocument/2006/relationships" id="364" r:id="R551ebc5cc7df49f6"/>
    <p:sldId xmlns:r="http://schemas.openxmlformats.org/officeDocument/2006/relationships" id="365" r:id="R19bb94cd19094971"/>
    <p:sldId xmlns:r="http://schemas.openxmlformats.org/officeDocument/2006/relationships" id="366" r:id="R4adf9973a5b04a55"/>
    <p:sldId xmlns:r="http://schemas.openxmlformats.org/officeDocument/2006/relationships" id="367" r:id="Rc9980c990d09403d"/>
    <p:sldId xmlns:r="http://schemas.openxmlformats.org/officeDocument/2006/relationships" id="368" r:id="R78c33961de394d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678ddb4b16414e" /><Relationship Type="http://schemas.openxmlformats.org/officeDocument/2006/relationships/slideMaster" Target="/ppt/slideMasters/slideMaster1.xml" Id="Rf25a8f5e16134e50" /><Relationship Type="http://schemas.openxmlformats.org/officeDocument/2006/relationships/notesMaster" Target="/ppt/notesMasters/notesMaster1.xml" Id="R2b4e4d65af8a47da" /><Relationship Type="http://schemas.openxmlformats.org/officeDocument/2006/relationships/presProps" Target="/ppt/presProps.xml" Id="R8096400a4f08411d" /><Relationship Type="http://schemas.openxmlformats.org/officeDocument/2006/relationships/tableStyles" Target="/ppt/tableStyles.xml" Id="Re6c95a8d01a54b7a" /><Relationship Type="http://schemas.openxmlformats.org/officeDocument/2006/relationships/slide" Target="/ppt/slides/slide1.xml" Id="R7cfdb75cff344ef4" /><Relationship Type="http://schemas.openxmlformats.org/officeDocument/2006/relationships/slide" Target="/ppt/slides/slide2.xml" Id="Rf89a6659fb4c4792" /><Relationship Type="http://schemas.openxmlformats.org/officeDocument/2006/relationships/slide" Target="/ppt/slides/slide3.xml" Id="R63e663c380354bda" /><Relationship Type="http://schemas.openxmlformats.org/officeDocument/2006/relationships/slide" Target="/ppt/slides/slide4.xml" Id="Rfae90517d8754681" /><Relationship Type="http://schemas.openxmlformats.org/officeDocument/2006/relationships/slide" Target="/ppt/slides/slide5.xml" Id="Ra41edfd44b70434d" /><Relationship Type="http://schemas.openxmlformats.org/officeDocument/2006/relationships/slide" Target="/ppt/slides/slide6.xml" Id="Rd25300e8ae664ac4" /><Relationship Type="http://schemas.openxmlformats.org/officeDocument/2006/relationships/slide" Target="/ppt/slides/slide7.xml" Id="R04882af7a033499c" /><Relationship Type="http://schemas.openxmlformats.org/officeDocument/2006/relationships/slide" Target="/ppt/slides/slide8.xml" Id="R71945410c72a42d7" /><Relationship Type="http://schemas.openxmlformats.org/officeDocument/2006/relationships/slide" Target="/ppt/slides/slide9.xml" Id="R0f1209ee09714f62" /><Relationship Type="http://schemas.openxmlformats.org/officeDocument/2006/relationships/slide" Target="/ppt/slides/slide10.xml" Id="R2aff48139b4f449f" /><Relationship Type="http://schemas.openxmlformats.org/officeDocument/2006/relationships/slide" Target="/ppt/slides/slide11.xml" Id="R4c449a947ff9443f" /><Relationship Type="http://schemas.openxmlformats.org/officeDocument/2006/relationships/slide" Target="/ppt/slides/slide12.xml" Id="R8cfcf4f2388f468a" /><Relationship Type="http://schemas.openxmlformats.org/officeDocument/2006/relationships/slide" Target="/ppt/slides/slide13.xml" Id="R1ccec9343a0c4c09" /><Relationship Type="http://schemas.openxmlformats.org/officeDocument/2006/relationships/slide" Target="/ppt/slides/slide14.xml" Id="R849028d12ddb4088" /><Relationship Type="http://schemas.openxmlformats.org/officeDocument/2006/relationships/slide" Target="/ppt/slides/slide15.xml" Id="R5b9e65daba004238" /><Relationship Type="http://schemas.openxmlformats.org/officeDocument/2006/relationships/slide" Target="/ppt/slides/slide16.xml" Id="R0cb1d31171ef40a1" /><Relationship Type="http://schemas.openxmlformats.org/officeDocument/2006/relationships/slide" Target="/ppt/slides/slide17.xml" Id="Re58ee86552cc4bb9" /><Relationship Type="http://schemas.openxmlformats.org/officeDocument/2006/relationships/slide" Target="/ppt/slides/slide18.xml" Id="R8d64efe98d62474a" /><Relationship Type="http://schemas.openxmlformats.org/officeDocument/2006/relationships/slide" Target="/ppt/slides/slide19.xml" Id="Rd4ccdf0d5a444eb2" /><Relationship Type="http://schemas.openxmlformats.org/officeDocument/2006/relationships/slide" Target="/ppt/slides/slide20.xml" Id="R9ef88c3ebd76407b" /><Relationship Type="http://schemas.openxmlformats.org/officeDocument/2006/relationships/slide" Target="/ppt/slides/slide21.xml" Id="Rc0ab424679a94ba7" /><Relationship Type="http://schemas.openxmlformats.org/officeDocument/2006/relationships/slide" Target="/ppt/slides/slide22.xml" Id="Re0674dc8c7d048ce" /><Relationship Type="http://schemas.openxmlformats.org/officeDocument/2006/relationships/slide" Target="/ppt/slides/slide23.xml" Id="Rae5577580f7249b2" /><Relationship Type="http://schemas.openxmlformats.org/officeDocument/2006/relationships/slide" Target="/ppt/slides/slide24.xml" Id="Rd21c3a6b76f441c6" /><Relationship Type="http://schemas.openxmlformats.org/officeDocument/2006/relationships/slide" Target="/ppt/slides/slide25.xml" Id="R218cfbdded994eb7" /><Relationship Type="http://schemas.openxmlformats.org/officeDocument/2006/relationships/slide" Target="/ppt/slides/slide26.xml" Id="R8ee7552268124a2b" /><Relationship Type="http://schemas.openxmlformats.org/officeDocument/2006/relationships/slide" Target="/ppt/slides/slide27.xml" Id="R0b901da71f0d4ba5" /><Relationship Type="http://schemas.openxmlformats.org/officeDocument/2006/relationships/slide" Target="/ppt/slides/slide28.xml" Id="Ra40c4e3cd8694ab9" /><Relationship Type="http://schemas.openxmlformats.org/officeDocument/2006/relationships/slide" Target="/ppt/slides/slide29.xml" Id="Re78a4bc5a7804868" /><Relationship Type="http://schemas.openxmlformats.org/officeDocument/2006/relationships/slide" Target="/ppt/slides/slide30.xml" Id="R98d5a192688d4999" /><Relationship Type="http://schemas.openxmlformats.org/officeDocument/2006/relationships/slide" Target="/ppt/slides/slide31.xml" Id="R0f517a3b27814319" /><Relationship Type="http://schemas.openxmlformats.org/officeDocument/2006/relationships/slide" Target="/ppt/slides/slide32.xml" Id="Rc03fae8caf6c4d20" /><Relationship Type="http://schemas.openxmlformats.org/officeDocument/2006/relationships/slide" Target="/ppt/slides/slide33.xml" Id="Rb95a3472fc854331" /><Relationship Type="http://schemas.openxmlformats.org/officeDocument/2006/relationships/slide" Target="/ppt/slides/slide34.xml" Id="Rda1b7b6a92cb4a25" /><Relationship Type="http://schemas.openxmlformats.org/officeDocument/2006/relationships/slide" Target="/ppt/slides/slide35.xml" Id="Rffd3ea29f3824892" /><Relationship Type="http://schemas.openxmlformats.org/officeDocument/2006/relationships/slide" Target="/ppt/slides/slide36.xml" Id="R00647f23e6c3415e" /><Relationship Type="http://schemas.openxmlformats.org/officeDocument/2006/relationships/slide" Target="/ppt/slides/slide37.xml" Id="R16c6f91f9a744246" /><Relationship Type="http://schemas.openxmlformats.org/officeDocument/2006/relationships/slide" Target="/ppt/slides/slide38.xml" Id="R608bd53f626c4783" /><Relationship Type="http://schemas.openxmlformats.org/officeDocument/2006/relationships/slide" Target="/ppt/slides/slide39.xml" Id="R1762936aaf3d4585" /><Relationship Type="http://schemas.openxmlformats.org/officeDocument/2006/relationships/slide" Target="/ppt/slides/slide40.xml" Id="Rca18c964f4be4f39" /><Relationship Type="http://schemas.openxmlformats.org/officeDocument/2006/relationships/slide" Target="/ppt/slides/slide41.xml" Id="Ra6cc6c633004423c" /><Relationship Type="http://schemas.openxmlformats.org/officeDocument/2006/relationships/slide" Target="/ppt/slides/slide42.xml" Id="R7a9ab3a412f447e1" /><Relationship Type="http://schemas.openxmlformats.org/officeDocument/2006/relationships/slide" Target="/ppt/slides/slide43.xml" Id="R51f25db122d048a1" /><Relationship Type="http://schemas.openxmlformats.org/officeDocument/2006/relationships/slide" Target="/ppt/slides/slide44.xml" Id="Rf5c2bfb9b2ab48aa" /><Relationship Type="http://schemas.openxmlformats.org/officeDocument/2006/relationships/slide" Target="/ppt/slides/slide45.xml" Id="Re8bfe6d89ea94b93" /><Relationship Type="http://schemas.openxmlformats.org/officeDocument/2006/relationships/slide" Target="/ppt/slides/slide46.xml" Id="R427dee6ba38641df" /><Relationship Type="http://schemas.openxmlformats.org/officeDocument/2006/relationships/slide" Target="/ppt/slides/slide47.xml" Id="R51ad6f64aaee4d15" /><Relationship Type="http://schemas.openxmlformats.org/officeDocument/2006/relationships/slide" Target="/ppt/slides/slide48.xml" Id="R8b5939f279ff4b4d" /><Relationship Type="http://schemas.openxmlformats.org/officeDocument/2006/relationships/slide" Target="/ppt/slides/slide49.xml" Id="Rdc9aa9f4ce894c70" /><Relationship Type="http://schemas.openxmlformats.org/officeDocument/2006/relationships/slide" Target="/ppt/slides/slide50.xml" Id="R258b5480cdd64cb1" /><Relationship Type="http://schemas.openxmlformats.org/officeDocument/2006/relationships/slide" Target="/ppt/slides/slide51.xml" Id="R16e39c8bac234f19" /><Relationship Type="http://schemas.openxmlformats.org/officeDocument/2006/relationships/slide" Target="/ppt/slides/slide52.xml" Id="Rbbd5202ce0de45b5" /><Relationship Type="http://schemas.openxmlformats.org/officeDocument/2006/relationships/slide" Target="/ppt/slides/slide53.xml" Id="R77dc907419f549a2" /><Relationship Type="http://schemas.openxmlformats.org/officeDocument/2006/relationships/slide" Target="/ppt/slides/slide54.xml" Id="R0af4add92cd94186" /><Relationship Type="http://schemas.openxmlformats.org/officeDocument/2006/relationships/slide" Target="/ppt/slides/slide55.xml" Id="R5979967a9cc647c7" /><Relationship Type="http://schemas.openxmlformats.org/officeDocument/2006/relationships/slide" Target="/ppt/slides/slide56.xml" Id="R210c361ef1b84e0f" /><Relationship Type="http://schemas.openxmlformats.org/officeDocument/2006/relationships/slide" Target="/ppt/slides/slide57.xml" Id="Rd1ae59956b9a486b" /><Relationship Type="http://schemas.openxmlformats.org/officeDocument/2006/relationships/slide" Target="/ppt/slides/slide58.xml" Id="R7c92c0e080214f7d" /><Relationship Type="http://schemas.openxmlformats.org/officeDocument/2006/relationships/slide" Target="/ppt/slides/slide59.xml" Id="R409a1200471046a6" /><Relationship Type="http://schemas.openxmlformats.org/officeDocument/2006/relationships/slide" Target="/ppt/slides/slide60.xml" Id="R8cb7e75d04564f8e" /><Relationship Type="http://schemas.openxmlformats.org/officeDocument/2006/relationships/slide" Target="/ppt/slides/slide61.xml" Id="R760f99893b4a4bf0" /><Relationship Type="http://schemas.openxmlformats.org/officeDocument/2006/relationships/slide" Target="/ppt/slides/slide62.xml" Id="R201a066b61024193" /><Relationship Type="http://schemas.openxmlformats.org/officeDocument/2006/relationships/slide" Target="/ppt/slides/slide63.xml" Id="Rd47ab3fd9e894020" /><Relationship Type="http://schemas.openxmlformats.org/officeDocument/2006/relationships/slide" Target="/ppt/slides/slide64.xml" Id="R86a01502702b48fa" /><Relationship Type="http://schemas.openxmlformats.org/officeDocument/2006/relationships/slide" Target="/ppt/slides/slide65.xml" Id="Rdfa072cf63d04e1c" /><Relationship Type="http://schemas.openxmlformats.org/officeDocument/2006/relationships/slide" Target="/ppt/slides/slide66.xml" Id="R5a087ac4190f40e8" /><Relationship Type="http://schemas.openxmlformats.org/officeDocument/2006/relationships/slide" Target="/ppt/slides/slide67.xml" Id="R56d0b25088c04357" /><Relationship Type="http://schemas.openxmlformats.org/officeDocument/2006/relationships/slide" Target="/ppt/slides/slide68.xml" Id="R5da12933b9f2429d" /><Relationship Type="http://schemas.openxmlformats.org/officeDocument/2006/relationships/slide" Target="/ppt/slides/slide69.xml" Id="Rf77f9b0aca744142" /><Relationship Type="http://schemas.openxmlformats.org/officeDocument/2006/relationships/slide" Target="/ppt/slides/slide70.xml" Id="Ra204f13041fa4103" /><Relationship Type="http://schemas.openxmlformats.org/officeDocument/2006/relationships/slide" Target="/ppt/slides/slide71.xml" Id="R51eef75d44094dcc" /><Relationship Type="http://schemas.openxmlformats.org/officeDocument/2006/relationships/slide" Target="/ppt/slides/slide72.xml" Id="R6c1a48fe528c4483" /><Relationship Type="http://schemas.openxmlformats.org/officeDocument/2006/relationships/slide" Target="/ppt/slides/slide73.xml" Id="R2db5e581d426433d" /><Relationship Type="http://schemas.openxmlformats.org/officeDocument/2006/relationships/slide" Target="/ppt/slides/slide74.xml" Id="R5472d7dcdfea4d53" /><Relationship Type="http://schemas.openxmlformats.org/officeDocument/2006/relationships/slide" Target="/ppt/slides/slide75.xml" Id="R3d14358ad5484670" /><Relationship Type="http://schemas.openxmlformats.org/officeDocument/2006/relationships/slide" Target="/ppt/slides/slide76.xml" Id="R85d84bbed5604bd2" /><Relationship Type="http://schemas.openxmlformats.org/officeDocument/2006/relationships/slide" Target="/ppt/slides/slide77.xml" Id="R3fdba07a17c54a75" /><Relationship Type="http://schemas.openxmlformats.org/officeDocument/2006/relationships/slide" Target="/ppt/slides/slide78.xml" Id="R799de4decffc40e1" /><Relationship Type="http://schemas.openxmlformats.org/officeDocument/2006/relationships/slide" Target="/ppt/slides/slide79.xml" Id="R147898eb315b43ad" /><Relationship Type="http://schemas.openxmlformats.org/officeDocument/2006/relationships/slide" Target="/ppt/slides/slide80.xml" Id="R47ff4ae520e849f0" /><Relationship Type="http://schemas.openxmlformats.org/officeDocument/2006/relationships/slide" Target="/ppt/slides/slide81.xml" Id="R0cc5f9080f4b44d1" /><Relationship Type="http://schemas.openxmlformats.org/officeDocument/2006/relationships/slide" Target="/ppt/slides/slide82.xml" Id="Rc2bb05ee112642f6" /><Relationship Type="http://schemas.openxmlformats.org/officeDocument/2006/relationships/slide" Target="/ppt/slides/slide83.xml" Id="Rc3386c88caa94ee5" /><Relationship Type="http://schemas.openxmlformats.org/officeDocument/2006/relationships/slide" Target="/ppt/slides/slide84.xml" Id="Rd42d454346c7417d" /><Relationship Type="http://schemas.openxmlformats.org/officeDocument/2006/relationships/slide" Target="/ppt/slides/slide85.xml" Id="Re68d80aa96db49ed" /><Relationship Type="http://schemas.openxmlformats.org/officeDocument/2006/relationships/slide" Target="/ppt/slides/slide86.xml" Id="Recd6ee87f3704ad8" /><Relationship Type="http://schemas.openxmlformats.org/officeDocument/2006/relationships/slide" Target="/ppt/slides/slide87.xml" Id="Rdc47ab5591cd4c2c" /><Relationship Type="http://schemas.openxmlformats.org/officeDocument/2006/relationships/slide" Target="/ppt/slides/slide88.xml" Id="R69f0f42a18144ed3" /><Relationship Type="http://schemas.openxmlformats.org/officeDocument/2006/relationships/slide" Target="/ppt/slides/slide89.xml" Id="R27c5a441cda8441f" /><Relationship Type="http://schemas.openxmlformats.org/officeDocument/2006/relationships/slide" Target="/ppt/slides/slide90.xml" Id="R7dd80b16735f444d" /><Relationship Type="http://schemas.openxmlformats.org/officeDocument/2006/relationships/slide" Target="/ppt/slides/slide91.xml" Id="R9234707a4f4f4e6c" /><Relationship Type="http://schemas.openxmlformats.org/officeDocument/2006/relationships/slide" Target="/ppt/slides/slide92.xml" Id="Ra9050de3d5cd4c73" /><Relationship Type="http://schemas.openxmlformats.org/officeDocument/2006/relationships/slide" Target="/ppt/slides/slide93.xml" Id="R37644d5015434d7d" /><Relationship Type="http://schemas.openxmlformats.org/officeDocument/2006/relationships/slide" Target="/ppt/slides/slide94.xml" Id="R25da5e53900b489a" /><Relationship Type="http://schemas.openxmlformats.org/officeDocument/2006/relationships/slide" Target="/ppt/slides/slide95.xml" Id="Rc19af31b25064453" /><Relationship Type="http://schemas.openxmlformats.org/officeDocument/2006/relationships/slide" Target="/ppt/slides/slide96.xml" Id="R31788622036646de" /><Relationship Type="http://schemas.openxmlformats.org/officeDocument/2006/relationships/slide" Target="/ppt/slides/slide97.xml" Id="Rbcc11c9634bc480b" /><Relationship Type="http://schemas.openxmlformats.org/officeDocument/2006/relationships/slide" Target="/ppt/slides/slide98.xml" Id="Rbf682ef7d42f4d65" /><Relationship Type="http://schemas.openxmlformats.org/officeDocument/2006/relationships/slide" Target="/ppt/slides/slide99.xml" Id="R7464682a96124cc0" /><Relationship Type="http://schemas.openxmlformats.org/officeDocument/2006/relationships/slide" Target="/ppt/slides/slide100.xml" Id="R91b75264bfdf48d8" /><Relationship Type="http://schemas.openxmlformats.org/officeDocument/2006/relationships/slide" Target="/ppt/slides/slide101.xml" Id="R3a9392eea64a48cb" /><Relationship Type="http://schemas.openxmlformats.org/officeDocument/2006/relationships/slide" Target="/ppt/slides/slide102.xml" Id="R5679fe5c1d4141ea" /><Relationship Type="http://schemas.openxmlformats.org/officeDocument/2006/relationships/slide" Target="/ppt/slides/slide103.xml" Id="Rf95366f96d4640a5" /><Relationship Type="http://schemas.openxmlformats.org/officeDocument/2006/relationships/slide" Target="/ppt/slides/slide104.xml" Id="Rf7602a9399e94ccb" /><Relationship Type="http://schemas.openxmlformats.org/officeDocument/2006/relationships/slide" Target="/ppt/slides/slide105.xml" Id="Rdb0c31612cf642a7" /><Relationship Type="http://schemas.openxmlformats.org/officeDocument/2006/relationships/slide" Target="/ppt/slides/slide106.xml" Id="Ra5eaaa1cc4b3457d" /><Relationship Type="http://schemas.openxmlformats.org/officeDocument/2006/relationships/slide" Target="/ppt/slides/slide107.xml" Id="Rd2023e8c00de49a4" /><Relationship Type="http://schemas.openxmlformats.org/officeDocument/2006/relationships/slide" Target="/ppt/slides/slide108.xml" Id="R8e8bf06f78844f53" /><Relationship Type="http://schemas.openxmlformats.org/officeDocument/2006/relationships/slide" Target="/ppt/slides/slide109.xml" Id="R551ebc5cc7df49f6" /><Relationship Type="http://schemas.openxmlformats.org/officeDocument/2006/relationships/slide" Target="/ppt/slides/slide110.xml" Id="R19bb94cd19094971" /><Relationship Type="http://schemas.openxmlformats.org/officeDocument/2006/relationships/slide" Target="/ppt/slides/slide111.xml" Id="R4adf9973a5b04a55" /><Relationship Type="http://schemas.openxmlformats.org/officeDocument/2006/relationships/slide" Target="/ppt/slides/slide112.xml" Id="Rc9980c990d09403d" /><Relationship Type="http://schemas.openxmlformats.org/officeDocument/2006/relationships/slide" Target="/ppt/slides/slide113.xml" Id="R78c33961de394d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d953d36e1145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3f708eb6754d0c" /><Relationship Type="http://schemas.openxmlformats.org/officeDocument/2006/relationships/notesMaster" Target="/ppt/notesMasters/notesMaster1.xml" Id="Rc59a70a3cad447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1eb7209d8ad4dff" /><Relationship Type="http://schemas.openxmlformats.org/officeDocument/2006/relationships/notesMaster" Target="/ppt/notesMasters/notesMaster1.xml" Id="Re6c6823c551c4d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356635ed3a3445a" /><Relationship Type="http://schemas.openxmlformats.org/officeDocument/2006/relationships/notesMaster" Target="/ppt/notesMasters/notesMaster1.xml" Id="R6aa6def4611a4b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a9bde7957c4082" /><Relationship Type="http://schemas.openxmlformats.org/officeDocument/2006/relationships/notesMaster" Target="/ppt/notesMasters/notesMaster1.xml" Id="Rb09d29a686d84d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aee1c4cfe63491b" /><Relationship Type="http://schemas.openxmlformats.org/officeDocument/2006/relationships/notesMaster" Target="/ppt/notesMasters/notesMaster1.xml" Id="R7dea1590abb04f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bea238fe1b4b65" /><Relationship Type="http://schemas.openxmlformats.org/officeDocument/2006/relationships/notesMaster" Target="/ppt/notesMasters/notesMaster1.xml" Id="Ra54ad64649f641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de58afcfc6475b" /><Relationship Type="http://schemas.openxmlformats.org/officeDocument/2006/relationships/notesMaster" Target="/ppt/notesMasters/notesMaster1.xml" Id="Rf4c35469cf2543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2d405b4c0149b2" /><Relationship Type="http://schemas.openxmlformats.org/officeDocument/2006/relationships/notesMaster" Target="/ppt/notesMasters/notesMaster1.xml" Id="Rc8a056370ce543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c5d218ce0e4631" /><Relationship Type="http://schemas.openxmlformats.org/officeDocument/2006/relationships/notesMaster" Target="/ppt/notesMasters/notesMaster1.xml" Id="R42ed41ec6e084c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894752345fc47cd" /><Relationship Type="http://schemas.openxmlformats.org/officeDocument/2006/relationships/notesMaster" Target="/ppt/notesMasters/notesMaster1.xml" Id="Re1fbdba7fc7e435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5d02e74b634786" /><Relationship Type="http://schemas.openxmlformats.org/officeDocument/2006/relationships/notesMaster" Target="/ppt/notesMasters/notesMaster1.xml" Id="Rf6760ef8ac644c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40f601ae52945f5" /><Relationship Type="http://schemas.openxmlformats.org/officeDocument/2006/relationships/notesMaster" Target="/ppt/notesMasters/notesMaster1.xml" Id="R74a838b860384d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174831117b4765" /><Relationship Type="http://schemas.openxmlformats.org/officeDocument/2006/relationships/notesMaster" Target="/ppt/notesMasters/notesMaster1.xml" Id="Rd121addf4f074e8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a82f311fba74be0" /><Relationship Type="http://schemas.openxmlformats.org/officeDocument/2006/relationships/notesMaster" Target="/ppt/notesMasters/notesMaster1.xml" Id="R92e0215cef04454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4867b4df60f4b1d" /><Relationship Type="http://schemas.openxmlformats.org/officeDocument/2006/relationships/notesMaster" Target="/ppt/notesMasters/notesMaster1.xml" Id="Rca360c84f89940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e361638d46a4f7c" /><Relationship Type="http://schemas.openxmlformats.org/officeDocument/2006/relationships/notesMaster" Target="/ppt/notesMasters/notesMaster1.xml" Id="Rd4cbc3fefc6e461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04a6573d78c49bc" /><Relationship Type="http://schemas.openxmlformats.org/officeDocument/2006/relationships/notesMaster" Target="/ppt/notesMasters/notesMaster1.xml" Id="R65a026e447aa430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ba7ba6925e64549" /><Relationship Type="http://schemas.openxmlformats.org/officeDocument/2006/relationships/notesMaster" Target="/ppt/notesMasters/notesMaster1.xml" Id="R5e958c499f6c4a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34b266c7f5848f4" /><Relationship Type="http://schemas.openxmlformats.org/officeDocument/2006/relationships/notesMaster" Target="/ppt/notesMasters/notesMaster1.xml" Id="R857ed51163e04b7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f8df9477e834919" /><Relationship Type="http://schemas.openxmlformats.org/officeDocument/2006/relationships/notesMaster" Target="/ppt/notesMasters/notesMaster1.xml" Id="R629d2771c6fd4f6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fdaa05954f4a11" /><Relationship Type="http://schemas.openxmlformats.org/officeDocument/2006/relationships/notesMaster" Target="/ppt/notesMasters/notesMaster1.xml" Id="R1730bbd47234406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ccf3e1b2c940a3" /><Relationship Type="http://schemas.openxmlformats.org/officeDocument/2006/relationships/notesMaster" Target="/ppt/notesMasters/notesMaster1.xml" Id="Rcdce0664d4e34e5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1941bf5b8d34a81" /><Relationship Type="http://schemas.openxmlformats.org/officeDocument/2006/relationships/notesMaster" Target="/ppt/notesMasters/notesMaster1.xml" Id="R3994d0f858ee4f8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d5011772594e6f" /><Relationship Type="http://schemas.openxmlformats.org/officeDocument/2006/relationships/notesMaster" Target="/ppt/notesMasters/notesMaster1.xml" Id="Rcebc0437178a4d4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7e917b0f6584fff" /><Relationship Type="http://schemas.openxmlformats.org/officeDocument/2006/relationships/notesMaster" Target="/ppt/notesMasters/notesMaster1.xml" Id="R3fa83c0ae365449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7486dea68bd478a" /><Relationship Type="http://schemas.openxmlformats.org/officeDocument/2006/relationships/notesMaster" Target="/ppt/notesMasters/notesMaster1.xml" Id="Rb9bf532207cd449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1a7b7b079ae4a4e" /><Relationship Type="http://schemas.openxmlformats.org/officeDocument/2006/relationships/notesMaster" Target="/ppt/notesMasters/notesMaster1.xml" Id="Rb813fdfe66444e2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431c9b3110e4c93" /><Relationship Type="http://schemas.openxmlformats.org/officeDocument/2006/relationships/notesMaster" Target="/ppt/notesMasters/notesMaster1.xml" Id="R031f35114a5a4f8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1f9f7fc967f464e" /><Relationship Type="http://schemas.openxmlformats.org/officeDocument/2006/relationships/notesMaster" Target="/ppt/notesMasters/notesMaster1.xml" Id="R72c0e8d9e7864d8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c38a03ff3f141e0" /><Relationship Type="http://schemas.openxmlformats.org/officeDocument/2006/relationships/notesMaster" Target="/ppt/notesMasters/notesMaster1.xml" Id="R2d86aa90e80b435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e790c7e685a4850" /><Relationship Type="http://schemas.openxmlformats.org/officeDocument/2006/relationships/notesMaster" Target="/ppt/notesMasters/notesMaster1.xml" Id="R0976c2fe976645d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7110f44131e4fe3" /><Relationship Type="http://schemas.openxmlformats.org/officeDocument/2006/relationships/notesMaster" Target="/ppt/notesMasters/notesMaster1.xml" Id="Rbe59d4faff4143c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ee20d7aab524d7f" /><Relationship Type="http://schemas.openxmlformats.org/officeDocument/2006/relationships/notesMaster" Target="/ppt/notesMasters/notesMaster1.xml" Id="Rf7b3d87b0d8c472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08e11f5557044a8" /><Relationship Type="http://schemas.openxmlformats.org/officeDocument/2006/relationships/notesMaster" Target="/ppt/notesMasters/notesMaster1.xml" Id="R27e53e132f354a6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5733b6b0bc94943" /><Relationship Type="http://schemas.openxmlformats.org/officeDocument/2006/relationships/notesMaster" Target="/ppt/notesMasters/notesMaster1.xml" Id="Ref41199a39884d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6a5e202941c4820" /><Relationship Type="http://schemas.openxmlformats.org/officeDocument/2006/relationships/notesMaster" Target="/ppt/notesMasters/notesMaster1.xml" Id="R0620cf524e074c3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e19b4c1f1114b9c" /><Relationship Type="http://schemas.openxmlformats.org/officeDocument/2006/relationships/notesMaster" Target="/ppt/notesMasters/notesMaster1.xml" Id="R35fd086a5a0e4dd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7db36bfe9d9448d" /><Relationship Type="http://schemas.openxmlformats.org/officeDocument/2006/relationships/notesMaster" Target="/ppt/notesMasters/notesMaster1.xml" Id="R084c9a8c12a145b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478f19b50394b7a" /><Relationship Type="http://schemas.openxmlformats.org/officeDocument/2006/relationships/notesMaster" Target="/ppt/notesMasters/notesMaster1.xml" Id="R91b724fc500d410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541a9670b8f4058" /><Relationship Type="http://schemas.openxmlformats.org/officeDocument/2006/relationships/notesMaster" Target="/ppt/notesMasters/notesMaster1.xml" Id="R196285466ec142e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ac4500867334645" /><Relationship Type="http://schemas.openxmlformats.org/officeDocument/2006/relationships/notesMaster" Target="/ppt/notesMasters/notesMaster1.xml" Id="Rfcb476e88f0a473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24ff38138fd4d1a" /><Relationship Type="http://schemas.openxmlformats.org/officeDocument/2006/relationships/notesMaster" Target="/ppt/notesMasters/notesMaster1.xml" Id="Rf86376c489a142a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426091989844b40" /><Relationship Type="http://schemas.openxmlformats.org/officeDocument/2006/relationships/notesMaster" Target="/ppt/notesMasters/notesMaster1.xml" Id="R1acc1ad239bc42a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8076b813b2640a1" /><Relationship Type="http://schemas.openxmlformats.org/officeDocument/2006/relationships/notesMaster" Target="/ppt/notesMasters/notesMaster1.xml" Id="R9d28d436c674494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52b5bee89b54a71" /><Relationship Type="http://schemas.openxmlformats.org/officeDocument/2006/relationships/notesMaster" Target="/ppt/notesMasters/notesMaster1.xml" Id="R6ea2d005dcc9482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f84abfc038240ba" /><Relationship Type="http://schemas.openxmlformats.org/officeDocument/2006/relationships/notesMaster" Target="/ppt/notesMasters/notesMaster1.xml" Id="R738fff339af2476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5ccf6b87cd14b50" /><Relationship Type="http://schemas.openxmlformats.org/officeDocument/2006/relationships/notesMaster" Target="/ppt/notesMasters/notesMaster1.xml" Id="R2923d4f304fa4a4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c31a66c81f14579" /><Relationship Type="http://schemas.openxmlformats.org/officeDocument/2006/relationships/notesMaster" Target="/ppt/notesMasters/notesMaster1.xml" Id="R1ba332129431439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a5b660491254829" /><Relationship Type="http://schemas.openxmlformats.org/officeDocument/2006/relationships/notesMaster" Target="/ppt/notesMasters/notesMaster1.xml" Id="R2656bd69957d45d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b562bf8093545c1" /><Relationship Type="http://schemas.openxmlformats.org/officeDocument/2006/relationships/notesMaster" Target="/ppt/notesMasters/notesMaster1.xml" Id="R0f7b28e610514fa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93d039e926a4fdb" /><Relationship Type="http://schemas.openxmlformats.org/officeDocument/2006/relationships/notesMaster" Target="/ppt/notesMasters/notesMaster1.xml" Id="Rde1e60bcd42d4ec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b52548924fa4d38" /><Relationship Type="http://schemas.openxmlformats.org/officeDocument/2006/relationships/notesMaster" Target="/ppt/notesMasters/notesMaster1.xml" Id="Rb6d9e5e1faa1400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515473b08cd4ea4" /><Relationship Type="http://schemas.openxmlformats.org/officeDocument/2006/relationships/notesMaster" Target="/ppt/notesMasters/notesMaster1.xml" Id="R36788dc563894f0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bc87b2be8114265" /><Relationship Type="http://schemas.openxmlformats.org/officeDocument/2006/relationships/notesMaster" Target="/ppt/notesMasters/notesMaster1.xml" Id="R0ba9e7f4cd604f2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6efc2e025044c43" /><Relationship Type="http://schemas.openxmlformats.org/officeDocument/2006/relationships/notesMaster" Target="/ppt/notesMasters/notesMaster1.xml" Id="R6db6b8b4099a4b0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a5651c68def4815" /><Relationship Type="http://schemas.openxmlformats.org/officeDocument/2006/relationships/notesMaster" Target="/ppt/notesMasters/notesMaster1.xml" Id="R67bc00d71c55400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627210830e1478e" /><Relationship Type="http://schemas.openxmlformats.org/officeDocument/2006/relationships/notesMaster" Target="/ppt/notesMasters/notesMaster1.xml" Id="R23cf4032e77f414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e32d9c88ce14980" /><Relationship Type="http://schemas.openxmlformats.org/officeDocument/2006/relationships/notesMaster" Target="/ppt/notesMasters/notesMaster1.xml" Id="Rb21d7e3432ba4b2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ada16e13ece4845" /><Relationship Type="http://schemas.openxmlformats.org/officeDocument/2006/relationships/notesMaster" Target="/ppt/notesMasters/notesMaster1.xml" Id="Rf6d14eab44d748f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778c5f08e064661" /><Relationship Type="http://schemas.openxmlformats.org/officeDocument/2006/relationships/notesMaster" Target="/ppt/notesMasters/notesMaster1.xml" Id="R15ded4bd74584a5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dc7a800fd224912" /><Relationship Type="http://schemas.openxmlformats.org/officeDocument/2006/relationships/notesMaster" Target="/ppt/notesMasters/notesMaster1.xml" Id="R10300bcf72e8481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2e16414bc4c4096" /><Relationship Type="http://schemas.openxmlformats.org/officeDocument/2006/relationships/notesMaster" Target="/ppt/notesMasters/notesMaster1.xml" Id="Rb6827fd00ed8420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e04476501f547a4" /><Relationship Type="http://schemas.openxmlformats.org/officeDocument/2006/relationships/notesMaster" Target="/ppt/notesMasters/notesMaster1.xml" Id="Ref9b6dffb3b04c1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a389a4d733e4877" /><Relationship Type="http://schemas.openxmlformats.org/officeDocument/2006/relationships/notesMaster" Target="/ppt/notesMasters/notesMaster1.xml" Id="R2b18830f30bc4ca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54a6e59c1c64d6f" /><Relationship Type="http://schemas.openxmlformats.org/officeDocument/2006/relationships/notesMaster" Target="/ppt/notesMasters/notesMaster1.xml" Id="R77e4a65e905046a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bc38dd388ec4896" /><Relationship Type="http://schemas.openxmlformats.org/officeDocument/2006/relationships/notesMaster" Target="/ppt/notesMasters/notesMaster1.xml" Id="Rb74c42fc3c0d4ec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62bc02549ab402c" /><Relationship Type="http://schemas.openxmlformats.org/officeDocument/2006/relationships/notesMaster" Target="/ppt/notesMasters/notesMaster1.xml" Id="R89d3d495db3f440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9418c1f71e6454a" /><Relationship Type="http://schemas.openxmlformats.org/officeDocument/2006/relationships/notesMaster" Target="/ppt/notesMasters/notesMaster1.xml" Id="Rbf44167beafc423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950380fcc12425b" /><Relationship Type="http://schemas.openxmlformats.org/officeDocument/2006/relationships/notesMaster" Target="/ppt/notesMasters/notesMaster1.xml" Id="R249fca72040243a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8ad5a3e869a44fa" /><Relationship Type="http://schemas.openxmlformats.org/officeDocument/2006/relationships/notesMaster" Target="/ppt/notesMasters/notesMaster1.xml" Id="Rf7162d80562f40c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ed28b310a93495e" /><Relationship Type="http://schemas.openxmlformats.org/officeDocument/2006/relationships/notesMaster" Target="/ppt/notesMasters/notesMaster1.xml" Id="R10ced2d9c265432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7cb77a593644a1c" /><Relationship Type="http://schemas.openxmlformats.org/officeDocument/2006/relationships/notesMaster" Target="/ppt/notesMasters/notesMaster1.xml" Id="Rd973092b9c4d479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ed3f86545cf4728" /><Relationship Type="http://schemas.openxmlformats.org/officeDocument/2006/relationships/notesMaster" Target="/ppt/notesMasters/notesMaster1.xml" Id="R97710f03b516497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6a6c432ad024873" /><Relationship Type="http://schemas.openxmlformats.org/officeDocument/2006/relationships/notesMaster" Target="/ppt/notesMasters/notesMaster1.xml" Id="R747e24bf44f6468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f5c55bfb87c4d0f" /><Relationship Type="http://schemas.openxmlformats.org/officeDocument/2006/relationships/notesMaster" Target="/ppt/notesMasters/notesMaster1.xml" Id="R79c82ae225f2421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b3dea21516f4081" /><Relationship Type="http://schemas.openxmlformats.org/officeDocument/2006/relationships/notesMaster" Target="/ppt/notesMasters/notesMaster1.xml" Id="R07a04a3ed04c408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9f3a428336c48be" /><Relationship Type="http://schemas.openxmlformats.org/officeDocument/2006/relationships/notesMaster" Target="/ppt/notesMasters/notesMaster1.xml" Id="R2014a11b22af48f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5eab455b7f04124" /><Relationship Type="http://schemas.openxmlformats.org/officeDocument/2006/relationships/notesMaster" Target="/ppt/notesMasters/notesMaster1.xml" Id="R2e03b9e28bbe482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3f5eabcd8a4467e" /><Relationship Type="http://schemas.openxmlformats.org/officeDocument/2006/relationships/notesMaster" Target="/ppt/notesMasters/notesMaster1.xml" Id="R356edddca4b54dd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7f99be9e09447ac" /><Relationship Type="http://schemas.openxmlformats.org/officeDocument/2006/relationships/notesMaster" Target="/ppt/notesMasters/notesMaster1.xml" Id="R35a300724e574673"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0f52ad0a98b0493b" /><Relationship Type="http://schemas.openxmlformats.org/officeDocument/2006/relationships/notesMaster" Target="/ppt/notesMasters/notesMaster1.xml" Id="R861b979a8aa7491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43d7db0e6e84d1d" /><Relationship Type="http://schemas.openxmlformats.org/officeDocument/2006/relationships/notesMaster" Target="/ppt/notesMasters/notesMaster1.xml" Id="R83894cf8423e48f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21bb2f6e37e4b16" /><Relationship Type="http://schemas.openxmlformats.org/officeDocument/2006/relationships/notesMaster" Target="/ppt/notesMasters/notesMaster1.xml" Id="Rb72cee27b56e42d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57093a9c3424006" /><Relationship Type="http://schemas.openxmlformats.org/officeDocument/2006/relationships/notesMaster" Target="/ppt/notesMasters/notesMaster1.xml" Id="Ra5721aa41ade4e93"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9f752acdb644322" /><Relationship Type="http://schemas.openxmlformats.org/officeDocument/2006/relationships/notesMaster" Target="/ppt/notesMasters/notesMaster1.xml" Id="R98b3249f129c467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878e52754394fe2" /><Relationship Type="http://schemas.openxmlformats.org/officeDocument/2006/relationships/notesMaster" Target="/ppt/notesMasters/notesMaster1.xml" Id="Rb8e3e4aab69a4fc1"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27ea9b4d4594da1" /><Relationship Type="http://schemas.openxmlformats.org/officeDocument/2006/relationships/notesMaster" Target="/ppt/notesMasters/notesMaster1.xml" Id="Rc11bcd04d3a443f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7fb63ad165a4697" /><Relationship Type="http://schemas.openxmlformats.org/officeDocument/2006/relationships/notesMaster" Target="/ppt/notesMasters/notesMaster1.xml" Id="R0a08051311ee4bb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95c0efd5e01410b" /><Relationship Type="http://schemas.openxmlformats.org/officeDocument/2006/relationships/notesMaster" Target="/ppt/notesMasters/notesMaster1.xml" Id="R0ee13af698ef486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d901ef7073745c4" /><Relationship Type="http://schemas.openxmlformats.org/officeDocument/2006/relationships/notesMaster" Target="/ppt/notesMasters/notesMaster1.xml" Id="Rf3c783c8060e44be"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c100b2c125f346c9" /><Relationship Type="http://schemas.openxmlformats.org/officeDocument/2006/relationships/notesMaster" Target="/ppt/notesMasters/notesMaster1.xml" Id="Re578dcd62ece4fad"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a7372980133d4248" /><Relationship Type="http://schemas.openxmlformats.org/officeDocument/2006/relationships/notesMaster" Target="/ppt/notesMasters/notesMaster1.xml" Id="Raa2c83da1ca74664"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cf4b8ff0225f4277" /><Relationship Type="http://schemas.openxmlformats.org/officeDocument/2006/relationships/notesMaster" Target="/ppt/notesMasters/notesMaster1.xml" Id="Reac3a6aac6244a75"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56bb40cc0f3e43d9" /><Relationship Type="http://schemas.openxmlformats.org/officeDocument/2006/relationships/notesMaster" Target="/ppt/notesMasters/notesMaster1.xml" Id="Rde9bfa6f6c0c4f3f"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8d1910a8bfd46ff" /><Relationship Type="http://schemas.openxmlformats.org/officeDocument/2006/relationships/notesMaster" Target="/ppt/notesMasters/notesMaster1.xml" Id="Rbaf84f4ad5374e08"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8ee67b0d2c6425c" /><Relationship Type="http://schemas.openxmlformats.org/officeDocument/2006/relationships/notesMaster" Target="/ppt/notesMasters/notesMaster1.xml" Id="R2c3d415c256a4d3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196005f1388e413a" /><Relationship Type="http://schemas.openxmlformats.org/officeDocument/2006/relationships/notesMaster" Target="/ppt/notesMasters/notesMaster1.xml" Id="R96ced657712f4c5b"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b06490e1d55e4e5f" /><Relationship Type="http://schemas.openxmlformats.org/officeDocument/2006/relationships/notesMaster" Target="/ppt/notesMasters/notesMaster1.xml" Id="Rcacd12f0410a45a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35210d6b06734fee" /><Relationship Type="http://schemas.openxmlformats.org/officeDocument/2006/relationships/notesMaster" Target="/ppt/notesMasters/notesMaster1.xml" Id="Ra4c3d936e7cc462d"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a50932351abb4acf" /><Relationship Type="http://schemas.openxmlformats.org/officeDocument/2006/relationships/notesMaster" Target="/ppt/notesMasters/notesMaster1.xml" Id="R9e2dc3cbc25f4e26"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b039e4fe01c94a12" /><Relationship Type="http://schemas.openxmlformats.org/officeDocument/2006/relationships/notesMaster" Target="/ppt/notesMasters/notesMaster1.xml" Id="R743361af6263444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3c3d35dc0cf542f1" /><Relationship Type="http://schemas.openxmlformats.org/officeDocument/2006/relationships/notesMaster" Target="/ppt/notesMasters/notesMaster1.xml" Id="Rb3901a0e666d45b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5af1e4e9d8e841a6" /><Relationship Type="http://schemas.openxmlformats.org/officeDocument/2006/relationships/notesMaster" Target="/ppt/notesMasters/notesMaster1.xml" Id="R1b4e57d1ed8846c4"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4aa868dd504a41e1" /><Relationship Type="http://schemas.openxmlformats.org/officeDocument/2006/relationships/notesMaster" Target="/ppt/notesMasters/notesMaster1.xml" Id="R699f784a9d7343f8"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9bd0624fed9f4f22" /><Relationship Type="http://schemas.openxmlformats.org/officeDocument/2006/relationships/notesMaster" Target="/ppt/notesMasters/notesMaster1.xml" Id="R30a0ad4d2c5a43c8"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6b0070da38b4b71" /><Relationship Type="http://schemas.openxmlformats.org/officeDocument/2006/relationships/notesMaster" Target="/ppt/notesMasters/notesMaster1.xml" Id="Rc5be7b4daaa64bd9"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39238a6133eb4dc5" /><Relationship Type="http://schemas.openxmlformats.org/officeDocument/2006/relationships/notesMaster" Target="/ppt/notesMasters/notesMaster1.xml" Id="R0bb25329f7ad41c1"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07e7ae76eabc4b03" /><Relationship Type="http://schemas.openxmlformats.org/officeDocument/2006/relationships/notesMaster" Target="/ppt/notesMasters/notesMaster1.xml" Id="R8274cbe9100049ab"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df11257a814a4c7f" /><Relationship Type="http://schemas.openxmlformats.org/officeDocument/2006/relationships/notesMaster" Target="/ppt/notesMasters/notesMaster1.xml" Id="Rcfa8dbeed34b492f"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b5c28df2b0f046db" /><Relationship Type="http://schemas.openxmlformats.org/officeDocument/2006/relationships/notesMaster" Target="/ppt/notesMasters/notesMaster1.xml" Id="R454e8271a18f47c1"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aa3360653e824019" /><Relationship Type="http://schemas.openxmlformats.org/officeDocument/2006/relationships/notesMaster" Target="/ppt/notesMasters/notesMaster1.xml" Id="Rb2368eb3ddbd434a"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487a03a4118d421c" /><Relationship Type="http://schemas.openxmlformats.org/officeDocument/2006/relationships/notesMaster" Target="/ppt/notesMasters/notesMaster1.xml" Id="R49a3c3f707e04632"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430ce4ad191f4317" /><Relationship Type="http://schemas.openxmlformats.org/officeDocument/2006/relationships/notesMaster" Target="/ppt/notesMasters/notesMaster1.xml" Id="R10acfd508dc54f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전체402분이다.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43분·전체402분·Lecture160분이며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전체402분이다.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S70에서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S70에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전체402분이다.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총92분, 전체402분이다.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S63에서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S64–S65로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범위·S63 연결1.5). 지연 시 명령과 테스트 이름을 낭독하지 않고 행별 대응을 짚는다. 조건부 계획, 입력/수행 구분, 단독 효과 미입증은 생략하지 않는다. 6분에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절차는 재사용하고, 답은 근거로 정한다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S62의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S64에서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S64/S61보다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S64 연결0.75. 지연 시 지침 원문과 세 질문을 전부 낭독하지 않는다. 허용된 보류와 실제 결과의 구분은 생략하지 않고3분에 S64으로 이동한다.</a:t>
            </a:r>
          </a:p>
          <a:p xmlns:a="http://schemas.openxmlformats.org/drawingml/2006/main">
            <a:r>
              <a:t/>
            </a:r>
          </a:p>
          <a:p xmlns:a="http://schemas.openxmlformats.org/drawingml/2006/main">
            <a:r>
              <a:t>Fallback: LOCAL STATIC ARTIFACT — production/ACT_3.pptx의 S63, production/preview/act3/S63.png 및 production/preview/full/S63.png.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밝기 통계 계산의 성능 개선 후보</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S65은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S64에는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S65의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선택한 변경의 시간·메모리·동작 확인</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한 Agent 조사와 Subagent 역할 분리</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S67의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S67에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S67으로 이동한다.</a:t>
            </a:r>
          </a:p>
          <a:p xmlns:a="http://schemas.openxmlformats.org/drawingml/2006/main">
            <a:r>
              <a:t/>
            </a:r>
          </a:p>
          <a:p xmlns:a="http://schemas.openxmlformats.org/drawingml/2006/main">
            <a:r>
              <a:t>Fallback: LOCAL STATIC ARTIFACT — production/ACT_3.pptx의 S66, production/preview/act3/S66.png 및 production/preview/full/S66.png.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밝기 통계 작업을 나누지 않은 이유</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“S66의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S66에서는 성능·빌드·테스트 조사가 서로 기다리지 않아도 된다고 가정했다. 이제 S64/S61의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S64에서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S65에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S66의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S66의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Lecture1분(S66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이번 Context와 다시 쓸 지식</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S67에서는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S69에서는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S69에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S67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S69로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Demo 지식의 원래 출처</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“S68의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S68의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S70으로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작업에 쓰인 구성의 역할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“S69에서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S69의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S65처럼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S69의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S71에서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S61–S65의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함께 작동하는 작업 환경, Harness</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“S70의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S70의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S72–S73를 연다. 제품이나 새 명령을 실행하지 않는다.</a:t>
            </a:r>
          </a:p>
          <a:p xmlns:a="http://schemas.openxmlformats.org/drawingml/2006/main">
            <a:r>
              <a:t>마지막 연결은 다음 프로젝트에서도 사용할 기반의 가치다. 실행 조건의 세부는 S74–S78에서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S70의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S72–S73은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S70/STATE-04-PERF의 AGENTS.md·docs·Skill·tests·benchmark와 기록된 입력/실행 조건을 같은 도식에 대응하는 CAPTURED 정적 요약이다. 실제 실행 캡처가 아니며 제품·Agent·benchmark·Demo repository를 실행하거나 새 Trial을 만들지 않는다. S70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만든 Harness를 다음 프로젝트의 기반으로</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S71의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S72 또는 production/preview/full/S72.png.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공통 기반에 프로젝트 기준을 연결한다</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S74의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S73 또는 production/preview/full/S73.png.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S73의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“그 기반으로 실제 작업을 하다가 사람이 추가로 확인할 부분을 찾는다면, 그 보정은 어디에 남을까요?”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작업 중 사람이 보정할 일이 생긴다면?</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작업 중 사람이 보정할 일이 생긴다면?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추가 확인이 필요하다는 점을 사람이 발견해 이번 요청을 보정하는 상황을 가정한다. 무엇이 이 빈틈을 만들었는지와 어느 출처를 바꿔야 하는지는 아직 판단하지 않는다.</a:t>
            </a:r>
          </a:p>
          <a:p xmlns:a="http://schemas.openxmlformats.org/drawingml/2006/main">
            <a:r>
              <a:t/>
            </a:r>
          </a:p>
          <a:p xmlns:a="http://schemas.openxmlformats.org/drawingml/2006/main">
            <a:r>
              <a:t>**Opening Question:**</a:t>
            </a:r>
          </a:p>
          <a:p xmlns:a="http://schemas.openxmlformats.org/drawingml/2006/main">
            <a:r>
              <a:t>“변경한 부분은 확인했지만, 사람이 관련 동작도 확인해 달라고 해야 한다면?”</a:t>
            </a:r>
          </a:p>
          <a:p xmlns:a="http://schemas.openxmlformats.org/drawingml/2006/main">
            <a:r>
              <a:t/>
            </a:r>
          </a:p>
          <a:p xmlns:a="http://schemas.openxmlformats.org/drawingml/2006/main">
            <a:r>
              <a:t>**Speaker Flow:**</a:t>
            </a:r>
          </a:p>
          <a:p xmlns:a="http://schemas.openxmlformats.org/drawingml/2006/main">
            <a:r>
              <a:t>1. (0:00–0:35 / Lecture) 교육용 상황 라벨을 먼저 읽는다. 실제 Demo의 후속 실패를 재현한 장면이 아니라 운영 중 추가 확인이 필요할 수 있다는 가정이다.</a:t>
            </a:r>
          </a:p>
          <a:p xmlns:a="http://schemas.openxmlformats.org/drawingml/2006/main">
            <a:r>
              <a:t>2. (0:35–1:25 / Lecture) 왼쪽은 변경한 부분 확인, 가운데는 관련 동작에 대한 사람의 검토 질문, 오른쪽은 추가 요청이다. 검증 결과나 누락 원인은 보여주지 않는다.</a:t>
            </a:r>
          </a:p>
          <a:p xmlns:a="http://schemas.openxmlformats.org/drawingml/2006/main">
            <a:r>
              <a:t>3. (1:25–2:00 / Lecture) 이 보정이 현재 대화에만 남는지, 다음 작업의 수행 체계로 반영되는지를 다음 장의 질문으로 넘긴다.</a:t>
            </a:r>
          </a:p>
          <a:p xmlns:a="http://schemas.openxmlformats.org/drawingml/2006/main">
            <a:r>
              <a:t/>
            </a:r>
          </a:p>
          <a:p xmlns:a="http://schemas.openxmlformats.org/drawingml/2006/main">
            <a:r>
              <a:t>**Evidence / Source:**</a:t>
            </a:r>
          </a:p>
          <a:p xmlns:a="http://schemas.openxmlformats.org/drawingml/2006/main">
            <a:r>
              <a:t>plan/MASTER_PLAN.md §5.9의 반복 보정을 다음 작업의 개선으로 전환하는 교육 의도; DEC-0092. 장면은 설명용 가정이며 실제 TRIAL-001/006/008에서 관찰한 새로운 누락이 아니다.</a:t>
            </a:r>
          </a:p>
          <a:p xmlns:a="http://schemas.openxmlformats.org/drawingml/2006/main">
            <a:r>
              <a:t/>
            </a:r>
          </a:p>
          <a:p xmlns:a="http://schemas.openxmlformats.org/drawingml/2006/main">
            <a:r>
              <a:t>**Claim Boundary:**</a:t>
            </a:r>
          </a:p>
          <a:p xmlns:a="http://schemas.openxmlformats.org/drawingml/2006/main">
            <a:r>
              <a:t>CONCEPTUAL — 추가 확인을 요청한다는 교육용 가정이다. 실제 graypipe의 검증 누락·실패나 새 Trial이 아니며 Agent·지침·제품 코드 중 어느 것이 원인인지 확정하지 않는다.</a:t>
            </a:r>
          </a:p>
          <a:p xmlns:a="http://schemas.openxmlformats.org/drawingml/2006/main">
            <a:r>
              <a:t/>
            </a:r>
          </a:p>
          <a:p xmlns:a="http://schemas.openxmlformats.org/drawingml/2006/main">
            <a:r>
              <a:t>**Beginner Explanation:**</a:t>
            </a:r>
          </a:p>
          <a:p xmlns:a="http://schemas.openxmlformats.org/drawingml/2006/main">
            <a:r>
              <a:t>사람이 한 번 더 확인을 요청하는 장면에서 이야기를 시작한다.</a:t>
            </a:r>
          </a:p>
          <a:p xmlns:a="http://schemas.openxmlformats.org/drawingml/2006/main">
            <a:r>
              <a:t/>
            </a:r>
          </a:p>
          <a:p xmlns:a="http://schemas.openxmlformats.org/drawingml/2006/main">
            <a:r>
              <a:t>**Advanced Insight:**</a:t>
            </a:r>
          </a:p>
          <a:p xmlns:a="http://schemas.openxmlformats.org/drawingml/2006/main">
            <a:r>
              <a:t>관찰할 빈틈과 원인 가설·변경 대상의 확정을 구분한다. 이후 ACT4에서 원인 확인과 평가 범위를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“이번 요청에 그 말을 더하면, 다음에도 읽을 공통 수행 지침까지 바뀔까요?”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요청은 보정해도, 공통 지침은 그대로다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요청은 보정해도, 공통 지침은 그대로다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이번 요청의 검증 범위를 보정해도 공통 지침을 따로 갱신하지 않은 상황이라면, 다음 작업이 읽는 수행 방법은 이전 상태로 남는다. 현재 Task 보정과 재사용 체계 개선은 별도다.</a:t>
            </a:r>
          </a:p>
          <a:p xmlns:a="http://schemas.openxmlformats.org/drawingml/2006/main">
            <a:r>
              <a:t/>
            </a:r>
          </a:p>
          <a:p xmlns:a="http://schemas.openxmlformats.org/drawingml/2006/main">
            <a:r>
              <a:t>**Opening Question:**</a:t>
            </a:r>
          </a:p>
          <a:p xmlns:a="http://schemas.openxmlformats.org/drawingml/2006/main">
            <a:r>
              <a:t>“대화에서 관련 동작도 확인하라고 더한 것이, 공통 수행 방법을 갱신한 것과 같을까요?”</a:t>
            </a:r>
          </a:p>
          <a:p xmlns:a="http://schemas.openxmlformats.org/drawingml/2006/main">
            <a:r>
              <a:t/>
            </a:r>
          </a:p>
          <a:p xmlns:a="http://schemas.openxmlformats.org/drawingml/2006/main">
            <a:r>
              <a:t>**Speaker Flow:**</a:t>
            </a:r>
          </a:p>
          <a:p xmlns:a="http://schemas.openxmlformats.org/drawingml/2006/main">
            <a:r>
              <a:t>1. (0:00–0:35 / Lecture) 왼쪽 이번 작업의 요청에서 관련 동작도 확인해 달라는 보정을 읽는다. 실제 검증 실행·통과 결과는 제시하지 않는다.</a:t>
            </a:r>
          </a:p>
          <a:p xmlns:a="http://schemas.openxmlformats.org/drawingml/2006/main">
            <a:r>
              <a:t>2. (0:35–1:25 / Lecture) 오른쪽은 공통 지침을 갱신하지 않은 상황이라는 가정이다. 대화가 수정됐다는 사실과 재사용 출처가 바뀌었다는 사실이 다름을 설명한다.</a:t>
            </a:r>
          </a:p>
          <a:p xmlns:a="http://schemas.openxmlformats.org/drawingml/2006/main">
            <a:r>
              <a:t>3. (1:25–2:00 / Lecture) 원본 지침이 원인이라는 결론이나 지침을 무조건 추가하라는 처방은 내리지 않는다. 다음 작업으로 보정이 이어지는지 묻는다.</a:t>
            </a:r>
          </a:p>
          <a:p xmlns:a="http://schemas.openxmlformats.org/drawingml/2006/main">
            <a:r>
              <a:t/>
            </a:r>
          </a:p>
          <a:p xmlns:a="http://schemas.openxmlformats.org/drawingml/2006/main">
            <a:r>
              <a:t>**Evidence / Source:**</a:t>
            </a:r>
          </a:p>
          <a:p xmlns:a="http://schemas.openxmlformats.org/drawingml/2006/main">
            <a:r>
              <a:t>plan/MASTER_PLAN.md §§5.8–5.9 및 §14의 현재 작업 수정과 Harness Improvement Loop 구분; DEC-0092. 실제 stale workflow의 원인·수정 결과를 앞에서 확정하지 않는다.</a:t>
            </a:r>
          </a:p>
          <a:p xmlns:a="http://schemas.openxmlformats.org/drawingml/2006/main">
            <a:r>
              <a:t/>
            </a:r>
          </a:p>
          <a:p xmlns:a="http://schemas.openxmlformats.org/drawingml/2006/main">
            <a:r>
              <a:t>**Claim Boundary:**</a:t>
            </a:r>
          </a:p>
          <a:p xmlns:a="http://schemas.openxmlformats.org/drawingml/2006/main">
            <a:r>
              <a:t>CONCEPTUAL — 공통 지침을 갱신하지 않은 경우의 비교다. 실제 요청·원본 지침 변경 이력이 아니며 지침이 누락 원인이라고 단정하거나 보정 성공을 주장하지 않는다.</a:t>
            </a:r>
          </a:p>
          <a:p xmlns:a="http://schemas.openxmlformats.org/drawingml/2006/main">
            <a:r>
              <a:t/>
            </a:r>
          </a:p>
          <a:p xmlns:a="http://schemas.openxmlformats.org/drawingml/2006/main">
            <a:r>
              <a:t>**Beginner Explanation:**</a:t>
            </a:r>
          </a:p>
          <a:p xmlns:a="http://schemas.openxmlformats.org/drawingml/2006/main">
            <a:r>
              <a:t>이번 대화에 더한 말과 다음 작업이 다시 읽는 지침은 다르다.</a:t>
            </a:r>
          </a:p>
          <a:p xmlns:a="http://schemas.openxmlformats.org/drawingml/2006/main">
            <a:r>
              <a:t/>
            </a:r>
          </a:p>
          <a:p xmlns:a="http://schemas.openxmlformats.org/drawingml/2006/main">
            <a:r>
              <a:t>**Advanced Insight:**</a:t>
            </a:r>
          </a:p>
          <a:p xmlns:a="http://schemas.openxmlformats.org/drawingml/2006/main">
            <a:r>
              <a:t>일회 요청의 수정이 시스템의 영속적 출처 변경을 뜻하지 않는다. 어떤 출처를 바꿀지는 후속 원인 확인으로 결정해야 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“공통 지침은 그대로인데, 다음 작업에서도 비슷한 확인이 필요하면 어떻게 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다음 작업에서도 같은 보정이 반복된다면?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다음 작업에서도 같은 보정이 반복된다면?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공통 수행 지침을 갱신하지 않은 교육용 상황에서 작업 A/B/C마다 사람이 같은 확인을 추가로 요청한다. 사람의 경험이 다음 작업에 쓸 체계의 개선으로 돌아오지 않는 문제가 남는다.</a:t>
            </a:r>
          </a:p>
          <a:p xmlns:a="http://schemas.openxmlformats.org/drawingml/2006/main">
            <a:r>
              <a:t/>
            </a:r>
          </a:p>
          <a:p xmlns:a="http://schemas.openxmlformats.org/drawingml/2006/main">
            <a:r>
              <a:t>**Opening Question:**</a:t>
            </a:r>
          </a:p>
          <a:p xmlns:a="http://schemas.openxmlformats.org/drawingml/2006/main">
            <a:r>
              <a:t>“작업이 바뀔 때마다 같은 보정을 사람이 다시 해야 한다면, 무엇이 축적되지 않은 걸까요?”</a:t>
            </a:r>
          </a:p>
          <a:p xmlns:a="http://schemas.openxmlformats.org/drawingml/2006/main">
            <a:r>
              <a:t/>
            </a:r>
          </a:p>
          <a:p xmlns:a="http://schemas.openxmlformats.org/drawingml/2006/main">
            <a:r>
              <a:t>**Speaker Flow:**</a:t>
            </a:r>
          </a:p>
          <a:p xmlns:a="http://schemas.openxmlformats.org/drawingml/2006/main">
            <a:r>
              <a:t>1. (0:00–0:35 / Lecture) 같은 공통 지침 아래 순서대로 이어지는 작업 A/B/C를 읽는다. 실제 세 번의 실험·Subagent 실행·제품 상태가 아니다.</a:t>
            </a:r>
          </a:p>
          <a:p xmlns:a="http://schemas.openxmlformats.org/drawingml/2006/main">
            <a:r>
              <a:t>2. (0:35–1:25 / Lecture) 각 작업 아래에서 사람이 관련 동작도 확인해 달라고 같은 보정을 반복하는 부분을 가리킨다. 그림의 반복은 설명 도식이며 비용·토큰 증가를 측정한 그래프가 아니다.</a:t>
            </a:r>
          </a:p>
          <a:p xmlns:a="http://schemas.openxmlformats.org/drawingml/2006/main">
            <a:r>
              <a:t>3. (1:25–2:00 / Lecture) 사람은 경험을 얻었지만 다음 작업의 수행 체계는 그대로라는 문제를 회수한다. 이 문제를 어떤 근거로 개선할지가 다음 질문이다.</a:t>
            </a:r>
          </a:p>
          <a:p xmlns:a="http://schemas.openxmlformats.org/drawingml/2006/main">
            <a:r>
              <a:t/>
            </a:r>
          </a:p>
          <a:p xmlns:a="http://schemas.openxmlformats.org/drawingml/2006/main">
            <a:r>
              <a:t>**Evidence / Source:**</a:t>
            </a:r>
          </a:p>
          <a:p xmlns:a="http://schemas.openxmlformats.org/drawingml/2006/main">
            <a:r>
              <a:t>plan/MASTER_PLAN.md §5.9의 매번 사람이 같은 지시를 다시 알려주는 반복 실패·보정 예와 고정 Insight; DEC-0092. 가상의 순차 작업이며 실제 Product 반복 이력이나 TRIAL-006의 관측 횟수가 아니다.</a:t>
            </a:r>
          </a:p>
          <a:p xmlns:a="http://schemas.openxmlformats.org/drawingml/2006/main">
            <a:r>
              <a:t/>
            </a:r>
          </a:p>
          <a:p xmlns:a="http://schemas.openxmlformats.org/drawingml/2006/main">
            <a:r>
              <a:t>**Claim Boundary:**</a:t>
            </a:r>
          </a:p>
          <a:p xmlns:a="http://schemas.openxmlformats.org/drawingml/2006/main">
            <a:r>
              <a:t>CONCEPTUAL — 작업 A/B/C는 반복을 설명하는 도식이며 실제 Trial·Subagent·비교 실험이 아니다. 반복 횟수·토큰·시간·성과를 측정하지 않았고 원인은 미확정이다.</a:t>
            </a:r>
          </a:p>
          <a:p xmlns:a="http://schemas.openxmlformats.org/drawingml/2006/main">
            <a:r>
              <a:t/>
            </a:r>
          </a:p>
          <a:p xmlns:a="http://schemas.openxmlformats.org/drawingml/2006/main">
            <a:r>
              <a:t>**Beginner Explanation:**</a:t>
            </a:r>
          </a:p>
          <a:p xmlns:a="http://schemas.openxmlformats.org/drawingml/2006/main">
            <a:r>
              <a:t>매번 사람이 같은 말을 다시 해야 하는 문제가 눈에 보인다.</a:t>
            </a:r>
          </a:p>
          <a:p xmlns:a="http://schemas.openxmlformats.org/drawingml/2006/main">
            <a:r>
              <a:t/>
            </a:r>
          </a:p>
          <a:p xmlns:a="http://schemas.openxmlformats.org/drawingml/2006/main">
            <a:r>
              <a:t>**Advanced Insight:**</a:t>
            </a:r>
          </a:p>
          <a:p xmlns:a="http://schemas.openxmlformats.org/drawingml/2006/main">
            <a:r>
              <a:t>Task 간에 개선 지식이 전달되지 않는 구조적 빈틈을 식별한다. 원인·지속 출처·평가 대상은 아직 열어 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 경험으로 다음 작업의 체계를 바꾸려면, 무엇을 근거로 어디를 고칠지 판단해야 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반복 보정을 개선으로 잇는 기록</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반복 보정을 개선으로 잇는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원래 기준과 적용 지침, 실제 수행·검증 범위, 사람이 보정한 내용을 함께 남겨야 무엇이 달랐는지 비교할 수 있다. 그 기록을 근거로 원인과 변경 대상을 판단하고 다시 확인할 필요가 생긴다.</a:t>
            </a:r>
          </a:p>
          <a:p xmlns:a="http://schemas.openxmlformats.org/drawingml/2006/main">
            <a:r>
              <a:t/>
            </a:r>
          </a:p>
          <a:p xmlns:a="http://schemas.openxmlformats.org/drawingml/2006/main">
            <a:r>
              <a:t>**Opening Question:**</a:t>
            </a:r>
          </a:p>
          <a:p xmlns:a="http://schemas.openxmlformats.org/drawingml/2006/main">
            <a:r>
              <a:t>“보정한 문장만으로, 코드·지침·도구·검증 중 무엇을 고칠지 알 수 있을까요?”</a:t>
            </a:r>
          </a:p>
          <a:p xmlns:a="http://schemas.openxmlformats.org/drawingml/2006/main">
            <a:r>
              <a:t/>
            </a:r>
          </a:p>
          <a:p xmlns:a="http://schemas.openxmlformats.org/drawingml/2006/main">
            <a:r>
              <a:t>**Speaker Flow:**</a:t>
            </a:r>
          </a:p>
          <a:p xmlns:a="http://schemas.openxmlformats.org/drawingml/2006/main">
            <a:r>
              <a:t>1. (0:00–0:35 / Lecture) 왼쪽 기록 틀은 실제 보고서가 아닌 교육용 항목이다. 원래 기준과 지침을 실제 수행·검증 범위에 대조하고 사람의 보정을 함께 남긴다.</a:t>
            </a:r>
          </a:p>
          <a:p xmlns:a="http://schemas.openxmlformats.org/drawingml/2006/main">
            <a:r>
              <a:t>2. (0:35–1:25 / Lecture) 오른쪽의 원인·변경 위치·재확인은 아직 답하지 않은 질문이다. 지침을 늘리는 것이 항상 답이 아니며 코드·도구·평가 기준 등 다른 원인도 확인해야 한다.</a:t>
            </a:r>
          </a:p>
          <a:p xmlns:a="http://schemas.openxmlformats.org/drawingml/2006/main">
            <a:r>
              <a:t>3. (1:25–2:00 / Lecture) 기록은 다음 작업에 쓸 체계를 검토할 입력이라는 필요만 고정한다. 구체적 원인 확인·갱신·재평가는 ACT4의 기존 사례에서 다룬다.</a:t>
            </a:r>
          </a:p>
          <a:p xmlns:a="http://schemas.openxmlformats.org/drawingml/2006/main">
            <a:r>
              <a:t/>
            </a:r>
          </a:p>
          <a:p xmlns:a="http://schemas.openxmlformats.org/drawingml/2006/main">
            <a:r>
              <a:t>**Evidence / Source:**</a:t>
            </a:r>
          </a:p>
          <a:p xmlns:a="http://schemas.openxmlformats.org/drawingml/2006/main">
            <a:r>
              <a:t>plan/MASTER_PLAN.md §5.9 및 §14; DEC-0092. 실제 교육 제작의 평가·보고 기준 변경과 후속 기록은 기존 ACT4 S93–S97에 보존하며, 이 장의 기록 틀을 실제 실행 보고서로 쓰지 않는다.</a:t>
            </a:r>
          </a:p>
          <a:p xmlns:a="http://schemas.openxmlformats.org/drawingml/2006/main">
            <a:r>
              <a:t/>
            </a:r>
          </a:p>
          <a:p xmlns:a="http://schemas.openxmlformats.org/drawingml/2006/main">
            <a:r>
              <a:t>**Claim Boundary:**</a:t>
            </a:r>
          </a:p>
          <a:p xmlns:a="http://schemas.openxmlformats.org/drawingml/2006/main">
            <a:r>
              <a:t>TEACHING MODEL — 개선 검토에 필요한 기록 틀이다. 실제 새 보고서·원인 확정·지침 갱신·재평가·품질 향상을 입증하지 않으며 AI 모델의 자동 학습을 뜻하지 않는다.</a:t>
            </a:r>
          </a:p>
          <a:p xmlns:a="http://schemas.openxmlformats.org/drawingml/2006/main">
            <a:r>
              <a:t/>
            </a:r>
          </a:p>
          <a:p xmlns:a="http://schemas.openxmlformats.org/drawingml/2006/main">
            <a:r>
              <a:t>**Beginner Explanation:**</a:t>
            </a:r>
          </a:p>
          <a:p xmlns:a="http://schemas.openxmlformats.org/drawingml/2006/main">
            <a:r>
              <a:t>누가 무엇을 보정했는지뿐 아니라 원래 기준과 실제 수행도 함께 보아야 한다.</a:t>
            </a:r>
          </a:p>
          <a:p xmlns:a="http://schemas.openxmlformats.org/drawingml/2006/main">
            <a:r>
              <a:t/>
            </a:r>
          </a:p>
          <a:p xmlns:a="http://schemas.openxmlformats.org/drawingml/2006/main">
            <a:r>
              <a:t>**Advanced Insight:**</a:t>
            </a:r>
          </a:p>
          <a:p xmlns:a="http://schemas.openxmlformats.org/drawingml/2006/main">
            <a:r>
              <a:t>사람의 보정을 바로 새 규칙으로 바꾸지 않고, 원인을 가려 적절한 출처를 변경하고 재평가할 증거로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“우리 업무에서 매번 사람이 보정하는 하나를 골라, 어떤 근거와 담당이 필요한지 생각해 보겠습니다.”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같은 보정을 되풀이하지 않으려면?</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같은 보정을 되풀이하지 않으려면?</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 minutes + Q&amp;A 5 minutes + Transition 2 minutes</a:t>
            </a:r>
          </a:p>
          <a:p xmlns:a="http://schemas.openxmlformats.org/drawingml/2006/main">
            <a:r>
              <a:t/>
            </a:r>
          </a:p>
          <a:p xmlns:a="http://schemas.openxmlformats.org/drawingml/2006/main">
            <a:r>
              <a:t>**Primary Message:**</a:t>
            </a:r>
          </a:p>
          <a:p xmlns:a="http://schemas.openxmlformats.org/drawingml/2006/main">
            <a:r>
              <a:t>다시 알려주는 정보·다시 지시하는 절차·빠뜨린 확인 기준 중 반복 보정 하나를 고른다. 그 근거와 원래 출처, 검토·갱신·재확인 책임을 생각하고 다음 작업에 반영할 개선 과정이 필요한 이유를 회수한다.</a:t>
            </a:r>
          </a:p>
          <a:p xmlns:a="http://schemas.openxmlformats.org/drawingml/2006/main">
            <a:r>
              <a:t/>
            </a:r>
          </a:p>
          <a:p xmlns:a="http://schemas.openxmlformats.org/drawingml/2006/main">
            <a:r>
              <a:t>**Opening Question:**</a:t>
            </a:r>
          </a:p>
          <a:p xmlns:a="http://schemas.openxmlformats.org/drawingml/2006/main">
            <a:r>
              <a:t>“우리 팀에서 사람이 되풀이하는 보정 하나는 무엇이며, 무엇을 근거로 누가 다시 확인해야 할까요?”</a:t>
            </a:r>
          </a:p>
          <a:p xmlns:a="http://schemas.openxmlformats.org/drawingml/2006/main">
            <a:r>
              <a:t/>
            </a:r>
          </a:p>
          <a:p xmlns:a="http://schemas.openxmlformats.org/drawingml/2006/main">
            <a:r>
              <a:t>**Speaker Flow:**</a:t>
            </a:r>
          </a:p>
          <a:p xmlns:a="http://schemas.openxmlformats.org/drawingml/2006/main">
            <a:r>
              <a:t>1. (0:00–3:00 / Reflection) 다시 알려주는 정보·다시 지시하는 절차·빠뜨린 확인 기준 중 사람이 반복 보정하는 하나를 생각한다. 실제 작성·발표는 요구하지 않는다. 고른 내용이 현재 대화에만 남는지, 다음 작업에도 적용될 필요가 있는지 묻는다.</a:t>
            </a:r>
          </a:p>
          <a:p xmlns:a="http://schemas.openxmlformats.org/drawingml/2006/main">
            <a:r>
              <a:t>2. (3:00–8:00 / Q&amp;A) 선택적으로 질문을 받는다. 어떤 기준·실행 기록·보정 내용을 볼지, 원래 출처가 어디인지, 누가 검토·갱신·재확인을 맡을지 생각한다. 한 원인이나 새 규칙을 미리 확정하지 않는다. 질문이 없으면 “이번 대화에서만 보정했다면 다음 작업은 무엇을 다시 읽을까요?”를 보조 질문으로 사용한다.</a:t>
            </a:r>
          </a:p>
          <a:p xmlns:a="http://schemas.openxmlformats.org/drawingml/2006/main">
            <a:r>
              <a:t>3. (8:00–10:00 / Transition) 하단 다음 ACT 문장을 읽는다. 사람의 반복 보정이 다음 작업의 개선으로 이어지게 하려면 기록·원인 확인·적절한 변경·재평가가 필요하다는 문제를 닫고 ACT4 제목 S80으로 이동한다. S81에서 실제 성공은 보존하고 별도의 가상 유지 사례를 연다. ACT4의 설명·순서·시간을 미리 소진하거나 축소하지 않는다.</a:t>
            </a:r>
          </a:p>
          <a:p xmlns:a="http://schemas.openxmlformats.org/drawingml/2006/main">
            <a:r>
              <a:t/>
            </a:r>
          </a:p>
          <a:p xmlns:a="http://schemas.openxmlformats.org/drawingml/2006/main">
            <a:r>
              <a:t>**Evidence / Source:**</a:t>
            </a:r>
          </a:p>
          <a:p xmlns:a="http://schemas.openxmlformats.org/drawingml/2006/main">
            <a:r>
              <a:t>plan/MASTER_PLAN.md §§5.8–5.9, §14; 기존 BEAT-035–038 및 DEC-0079/0080/0092. 검증된 STATE-04-PERF의 성공은 유지하고, ACT4의 별도 가상 변화와 실제 Meta 사례를 그대로 둔다.</a:t>
            </a:r>
          </a:p>
          <a:p xmlns:a="http://schemas.openxmlformats.org/drawingml/2006/main">
            <a:r>
              <a:t/>
            </a:r>
          </a:p>
          <a:p xmlns:a="http://schemas.openxmlformats.org/drawingml/2006/main">
            <a:r>
              <a:t>**Claim Boundary:**</a:t>
            </a:r>
          </a:p>
          <a:p xmlns:a="http://schemas.openxmlformats.org/drawingml/2006/main">
            <a:r>
              <a:t>TEACHING MODEL — 개인 성찰이며 작성·실습·공개 답변을 요구하지 않는다. 실제 누락 원인·수정 대상·담당·재평가 결과를 확정하지 않는다. ACT4의 구성·시간·관찰/가상 경계를 유지한다.</a:t>
            </a:r>
          </a:p>
          <a:p xmlns:a="http://schemas.openxmlformats.org/drawingml/2006/main">
            <a:r>
              <a:t/>
            </a:r>
          </a:p>
          <a:p xmlns:a="http://schemas.openxmlformats.org/drawingml/2006/main">
            <a:r>
              <a:t>**Beginner Explanation:**</a:t>
            </a:r>
          </a:p>
          <a:p xmlns:a="http://schemas.openxmlformats.org/drawingml/2006/main">
            <a:r>
              <a:t>매번 사람이 다시 하는 보정 한 가지를 자기 업무에서 떠올린다.</a:t>
            </a:r>
          </a:p>
          <a:p xmlns:a="http://schemas.openxmlformats.org/drawingml/2006/main">
            <a:r>
              <a:t/>
            </a:r>
          </a:p>
          <a:p xmlns:a="http://schemas.openxmlformats.org/drawingml/2006/main">
            <a:r>
              <a:t>**Advanced Insight:**</a:t>
            </a:r>
          </a:p>
          <a:p xmlns:a="http://schemas.openxmlformats.org/drawingml/2006/main">
            <a:r>
              <a:t>반복 보정의 근거·적용 범위·원래 출처와 검토·재평가 책임을 분리해 생각한다.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정적 성찰 화면. R1 세 후보→R2 반복 보정 하나 선택→R3 근거·출처/검토·재확인 책임의 순서로 발표자 초점을 옮긴다. 새 실행이나 실제 원인·담당 배정은 없다.</a:t>
            </a:r>
          </a:p>
          <a:p xmlns:a="http://schemas.openxmlformats.org/drawingml/2006/main">
            <a:r>
              <a:t/>
            </a:r>
          </a:p>
          <a:p xmlns:a="http://schemas.openxmlformats.org/drawingml/2006/main">
            <a:r>
              <a:t>**Audience Interaction:**</a:t>
            </a:r>
          </a:p>
          <a:p xmlns:a="http://schemas.openxmlformats.org/drawingml/2006/main">
            <a:r>
              <a:t>Reflection3분→선택 Q&amp;A5분→Transition2분. 공개 답변과 작성은 요구하지 않는다. 질문이 없으면 현재 대화에만 남은 보정과 다음 작업이 읽을 출처를 묻는다.</a:t>
            </a:r>
          </a:p>
          <a:p xmlns:a="http://schemas.openxmlformats.org/drawingml/2006/main">
            <a:r>
              <a:t/>
            </a:r>
          </a:p>
          <a:p xmlns:a="http://schemas.openxmlformats.org/drawingml/2006/main">
            <a:r>
              <a:t>**Transition:**</a:t>
            </a:r>
          </a:p>
          <a:p xmlns:a="http://schemas.openxmlformats.org/drawingml/2006/main">
            <a:r>
              <a:t>“만든 기반은 재사용할 수 있습니다. 이제 사람이 반복해서 보정한 경험을 다음 작업의 개선으로 되돌리는 방법을 보겠습니다.” ACT4 제목 S80을 거쳐 S81의 기존 실제 성공 회수와 별도 가상 유지 사례로 이어간다.</a:t>
            </a:r>
          </a:p>
          <a:p xmlns:a="http://schemas.openxmlformats.org/drawingml/2006/main">
            <a:r>
              <a:t/>
            </a:r>
          </a:p>
          <a:p xmlns:a="http://schemas.openxmlformats.org/drawingml/2006/main">
            <a:r>
              <a:t>**Time Management:**</a:t>
            </a:r>
          </a:p>
          <a:p xmlns:a="http://schemas.openxmlformats.org/drawingml/2006/main">
            <a:r>
              <a:t>총10분:0–3 Reflection,3–8 Q&amp;A,8–10 Transition.8분에 질문을 닫고 하단의 다음 ACT 문장으로 이동한다. 지연 시 부연·도구 예시를 줄이되 반복 보정 문제와 근거·책임 질문을 유지한다.10분에 S80 제목으로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S79 또는 production/preview/full/S79.png.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기록과 피드백으로 시스템 개선하기</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S81의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S81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전체402분이다. 제목·부제만 안내하고1분에 S81로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production/preview/full/S80.png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확인한 성공을 유지하려면</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S79에서 위치·검토/갱신 역할을 생각했다는 점을 회수한다. 실제 밝기 통계는 출력6항목·전체 테스트11/11·같은 조건의 측정/guard를 확인한 성공으로 마쳤다고 짧게 남긴다. S65의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S79에서 떠올린 한 가지에 대해 어떤 기준/환경 변화가 담당자의 재검토를 요구할지 조용히 생각하게 한다. 앞 장의 위치·담당 선택을 다시 시키거나 답변/산출물을 요구하지 않는다. 다음 S82부터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처음에는 기준과 재사용 절차가 맞았다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Project는 바뀌고 Workflow는 남았다</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S79의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S83와 production/preview/act4/S83.png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이번 요청과 다음 작업의 지침</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원인을 고르기 전에 확인할 기록</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S86에서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S85, production/preview/act4/S85.png 및 production/preview/full/S85.png.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주어진 정보와 원인 가설을 나눈다</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확인한 원인에 맞춰 변경 대상을 고른다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S85 2분/S76 1분 그대로이며 S87는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확인된 범위만 검토하고 갱신한다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S79의 ‘어디에 두고 누가 유지할까’를 이 가상 유지 문제에서 회수했다고 정리한다. 실제 수정/재평가 결과는 없으며 S89에서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S90에서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S74–S78를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S94은 결과와 원인 해석의 구분, S95는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S65의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S92와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S95의 세 기록 항목과 S96의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S100에 전체 여정 회수를 넘긴다. 다섯 ACT의 여정을 여기서 미리 재강의하지 않는다.</a:t>
            </a:r>
          </a:p>
          <a:p xmlns:a="http://schemas.openxmlformats.org/drawingml/2006/main">
            <a:r>
              <a:t>기존 연결 질문을 유지한 채 ACT 5 제목 S99를 거쳐 S100의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S100으로 이동한다.</a:t>
            </a:r>
          </a:p>
          <a:p xmlns:a="http://schemas.openxmlformats.org/drawingml/2006/main">
            <a:r>
              <a:t>기존 연결 질문을 유지한 채 ACT 5 제목 S99를 거쳐 S100의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S100의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production/preview/act4/S98.png 및 production/preview/full/S98.png다.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내 업무에 맞게 조합하고 덜어내기</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S100의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S100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전체402분이다. 제목·부제만 안내하고1분에 S100로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문제에 맞춰, 일하는 방식을 넓혔다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S101은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S108/S98에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실제 Demo는 문제에 맞춰 바뀌었다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이번 문제에 필요한 구성만 선택했다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S101의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S103로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S69에서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결과를 수용할지는 사람이 판단한다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S102의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S104에서는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AI가 일할 조건과 확인 경로를 설계한다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S103의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S105로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모델·플랫폼이 바뀌면 Harness도 다시 본다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S104의 설계 관점에서 “그때 필요했던 보조 장치가 지금도 필요한가?”를 묻는다. S102은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S106의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무엇을 남기고, 무엇을 덜어낼까?</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S105의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S107으로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덜어낸 뒤에도 필요한 일을 하는가?</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S106에서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S108에서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내 업무에서는 무엇이 반복해서 막힐까?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S109에서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S109의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고른 문제에서, 다음 행동 하나로</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S108에서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S108에서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S110–S112에서 팁 제목·현재 위치만 회수하고 S113의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S108과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S110의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S108의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실무 적용 팁 · 작업 환경과 기준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S12, S48, S58, S68, S78다.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S12 Repository 작업은 Codex에서 시작한다 / S48 AGENTS.md에는 무엇을 남길까? / S58 테스트 명령을 언제 쓰고 무엇을 판단할까? / S68 이번 Context와 다시 쓸 지식 / S78 반복 보정을 개선으로 잇는 기록. 제목·위치만 짚고 본문을 다시 강의하지 않는다.</a:t>
            </a:r>
          </a:p>
          <a:p xmlns:a="http://schemas.openxmlformats.org/drawingml/2006/main">
            <a:r>
              <a:t>3. (0:45–1:00 / Lecture) S111로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S111으로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실무 적용 팁 · 요청 작성</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S112로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검증과 개선</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S85, S89, S106, S107다.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S85 원인을 고르기 전에 확인할 기록 / S89 지침을 고친 뒤, 무엇을 다시 확인할까? / S106 무엇을 남기고, 무엇을 덜어낼까? / S107 덜어낸 뒤에도 필요한 일을 하는가?. 제목·위치만 짚고 본문을 다시 강의하지 않는다.</a:t>
            </a:r>
          </a:p>
          <a:p xmlns:a="http://schemas.openxmlformats.org/drawingml/2006/main">
            <a:r>
              <a:t>3. (0:45–1:00 / Lecture) S113로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Q&amp;A와 교육 마무리</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S109에서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S100과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S109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5568c0eb764c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367dc618a434d3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8bdaa9ecf6f46c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508dff851204c2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4887147b7df41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734b6b93364d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E0B2CF-9D8B-4925-8AE9-FF317010687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60A6009-7C58-49E2-82D3-39829E30008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C59B85B-4C75-427E-856A-C842D65B964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47BEFC-09CB-4192-BCE4-E4B4DB124D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495DDB-E05D-46EB-A014-2319608AA09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B5125E1-3141-4D89-BE0A-D9796306D4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0921A9-C27C-48D3-B4F0-6FEE08F8624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7EDAB69-FA1B-46CC-B904-5813164B32D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99AD56-BD1B-42F7-8290-E4041720A7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74E379-ADDD-48E9-B35E-DF1501FA6D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4bde0373d04337" /><Relationship Type="http://schemas.openxmlformats.org/officeDocument/2006/relationships/slideLayout" Target="/ppt/slideLayouts/slideLayout1.xml" Id="Ra5bbe18d4f204cf3" /><Relationship Type="http://schemas.openxmlformats.org/officeDocument/2006/relationships/slideLayout" Target="/ppt/slideLayouts/slideLayout2.xml" Id="R2de3805cc49c409e" /><Relationship Type="http://schemas.openxmlformats.org/officeDocument/2006/relationships/slideLayout" Target="/ppt/slideLayouts/slideLayout3.xml" Id="R83dd96db58694040" /><Relationship Type="http://schemas.openxmlformats.org/officeDocument/2006/relationships/slideLayout" Target="/ppt/slideLayouts/slideLayout4.xml" Id="R52241ed74c544401" /><Relationship Type="http://schemas.openxmlformats.org/officeDocument/2006/relationships/slideLayout" Target="/ppt/slideLayouts/slideLayout5.xml" Id="Red20221fd5474eb3" /><Relationship Type="http://schemas.openxmlformats.org/officeDocument/2006/relationships/slideLayout" Target="/ppt/slideLayouts/slideLayout6.xml" Id="R051553d73df442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bbe18d4f204cf3"/>
    <p:sldLayoutId xmlns:r="http://schemas.openxmlformats.org/officeDocument/2006/relationships" id="2147483650" r:id="R2de3805cc49c409e"/>
    <p:sldLayoutId xmlns:r="http://schemas.openxmlformats.org/officeDocument/2006/relationships" id="2147483651" r:id="R83dd96db58694040"/>
    <p:sldLayoutId xmlns:r="http://schemas.openxmlformats.org/officeDocument/2006/relationships" id="2147483652" r:id="R52241ed74c544401"/>
    <p:sldLayoutId xmlns:r="http://schemas.openxmlformats.org/officeDocument/2006/relationships" id="2147483653" r:id="Red20221fd5474eb3"/>
    <p:sldLayoutId xmlns:r="http://schemas.openxmlformats.org/officeDocument/2006/relationships" id="2147483654" r:id="R051553d73df442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820bc91d302408a" /><Relationship Type="http://schemas.openxmlformats.org/officeDocument/2006/relationships/notesSlide" Target="/ppt/notesSlides/notesSlide1.xml" Id="R0049e6f1012a43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966731667a34495" /><Relationship Type="http://schemas.openxmlformats.org/officeDocument/2006/relationships/image" Target="/ppt/media/image.png" Id="Rf280910552164803" /><Relationship Type="http://schemas.openxmlformats.org/officeDocument/2006/relationships/notesSlide" Target="/ppt/notesSlides/notesSlide2.xml" Id="Rd8d2b303b437417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68d1cb1d86845de" /><Relationship Type="http://schemas.openxmlformats.org/officeDocument/2006/relationships/notesSlide" Target="/ppt/notesSlides/notesSlide3.xml" Id="Rf22f36f36d3541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49920bb85b14b7e" /><Relationship Type="http://schemas.openxmlformats.org/officeDocument/2006/relationships/notesSlide" Target="/ppt/notesSlides/notesSlide4.xml" Id="R5f0ecce05d4a42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b97431d1b2845a2" /><Relationship Type="http://schemas.openxmlformats.org/officeDocument/2006/relationships/image" Target="/ppt/media/image2.png" Id="R845dc54b41f44866" /><Relationship Type="http://schemas.openxmlformats.org/officeDocument/2006/relationships/notesSlide" Target="/ppt/notesSlides/notesSlide5.xml" Id="R8caf6ccc070e48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219a1b9af4e42fe" /><Relationship Type="http://schemas.openxmlformats.org/officeDocument/2006/relationships/notesSlide" Target="/ppt/notesSlides/notesSlide6.xml" Id="R899ca9e6f02845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639d095ad4c4604" /><Relationship Type="http://schemas.openxmlformats.org/officeDocument/2006/relationships/notesSlide" Target="/ppt/notesSlides/notesSlide7.xml" Id="Rf3920d4600b04a2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afee630376c4400" /><Relationship Type="http://schemas.openxmlformats.org/officeDocument/2006/relationships/notesSlide" Target="/ppt/notesSlides/notesSlide8.xml" Id="Rc28aac4122fe40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298eb29daad47c7" /><Relationship Type="http://schemas.openxmlformats.org/officeDocument/2006/relationships/notesSlide" Target="/ppt/notesSlides/notesSlide9.xml" Id="R5a496eb9cb3c42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e85ab3950064696" /><Relationship Type="http://schemas.openxmlformats.org/officeDocument/2006/relationships/image" Target="/ppt/media/image3.png" Id="R5946719de07940f1" /><Relationship Type="http://schemas.openxmlformats.org/officeDocument/2006/relationships/notesSlide" Target="/ppt/notesSlides/notesSlide10.xml" Id="Rd9b0588033474e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8cd975af14a4079" /><Relationship Type="http://schemas.openxmlformats.org/officeDocument/2006/relationships/image" Target="/ppt/media/image4.png" Id="R61e43625110e4623" /><Relationship Type="http://schemas.openxmlformats.org/officeDocument/2006/relationships/notesSlide" Target="/ppt/notesSlides/notesSlide11.xml" Id="R84d9a89c66a6410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68e626ccafb444d" /><Relationship Type="http://schemas.openxmlformats.org/officeDocument/2006/relationships/notesSlide" Target="/ppt/notesSlides/notesSlide12.xml" Id="R65ddb017669648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7e2faf0eaa34862" /><Relationship Type="http://schemas.openxmlformats.org/officeDocument/2006/relationships/image" Target="/ppt/media/image5.png" Id="R7a905517d600417f" /><Relationship Type="http://schemas.openxmlformats.org/officeDocument/2006/relationships/image" Target="/ppt/media/image6.png" Id="Rcde71ffabd1f4288" /><Relationship Type="http://schemas.openxmlformats.org/officeDocument/2006/relationships/image" Target="/ppt/media/image7.png" Id="R242d005aa0a942f0" /><Relationship Type="http://schemas.openxmlformats.org/officeDocument/2006/relationships/notesSlide" Target="/ppt/notesSlides/notesSlide13.xml" Id="R0cfa27487a6f4a7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1fb8b872c748d2" /><Relationship Type="http://schemas.openxmlformats.org/officeDocument/2006/relationships/notesSlide" Target="/ppt/notesSlides/notesSlide14.xml" Id="Reb4e18c6b52e452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d4b7b9ce2524c63" /><Relationship Type="http://schemas.openxmlformats.org/officeDocument/2006/relationships/notesSlide" Target="/ppt/notesSlides/notesSlide15.xml" Id="Rf5f200393772410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ad7f7d4051d40ff" /><Relationship Type="http://schemas.openxmlformats.org/officeDocument/2006/relationships/image" Target="/ppt/media/image8.png" Id="Ra2c04592c7584523" /><Relationship Type="http://schemas.openxmlformats.org/officeDocument/2006/relationships/image" Target="/ppt/media/image9.png" Id="R0f6d1d8a765e4f65" /><Relationship Type="http://schemas.openxmlformats.org/officeDocument/2006/relationships/image" Target="/ppt/media/image10.png" Id="R9f8d788cecd94dfd" /><Relationship Type="http://schemas.openxmlformats.org/officeDocument/2006/relationships/notesSlide" Target="/ppt/notesSlides/notesSlide16.xml" Id="R6d9b69f28f40476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948acd502214477" /><Relationship Type="http://schemas.openxmlformats.org/officeDocument/2006/relationships/image" Target="/ppt/media/image11.png" Id="Rdf32348985f0450b" /><Relationship Type="http://schemas.openxmlformats.org/officeDocument/2006/relationships/notesSlide" Target="/ppt/notesSlides/notesSlide17.xml" Id="R909c1949debc4fb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5cdeee608af414b" /><Relationship Type="http://schemas.openxmlformats.org/officeDocument/2006/relationships/image" Target="/ppt/media/image12.png" Id="Ree85c4ce42724089" /><Relationship Type="http://schemas.openxmlformats.org/officeDocument/2006/relationships/notesSlide" Target="/ppt/notesSlides/notesSlide18.xml" Id="R7eb4f757c2294e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99cb0b573164a60" /><Relationship Type="http://schemas.openxmlformats.org/officeDocument/2006/relationships/notesSlide" Target="/ppt/notesSlides/notesSlide19.xml" Id="Rc27fbc0cd5b94fd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0a577137dc64ddc" /><Relationship Type="http://schemas.openxmlformats.org/officeDocument/2006/relationships/notesSlide" Target="/ppt/notesSlides/notesSlide20.xml" Id="Rebf989e6e09849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f0de8cff5f74cc2" /><Relationship Type="http://schemas.openxmlformats.org/officeDocument/2006/relationships/notesSlide" Target="/ppt/notesSlides/notesSlide21.xml" Id="Ra79a2e9e9621482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b261faebe924d98" /><Relationship Type="http://schemas.openxmlformats.org/officeDocument/2006/relationships/notesSlide" Target="/ppt/notesSlides/notesSlide22.xml" Id="Rdbff23b85a9e4a0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a7a494b38604f6a" /><Relationship Type="http://schemas.openxmlformats.org/officeDocument/2006/relationships/notesSlide" Target="/ppt/notesSlides/notesSlide23.xml" Id="Re1a672caa2f94c8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eb4862d2aea4f4b" /><Relationship Type="http://schemas.openxmlformats.org/officeDocument/2006/relationships/notesSlide" Target="/ppt/notesSlides/notesSlide24.xml" Id="Ra64d5d5ee083493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1ed458ce4414e28" /><Relationship Type="http://schemas.openxmlformats.org/officeDocument/2006/relationships/notesSlide" Target="/ppt/notesSlides/notesSlide25.xml" Id="R899b0cdd2ca54fe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559d871a09649d2" /><Relationship Type="http://schemas.openxmlformats.org/officeDocument/2006/relationships/notesSlide" Target="/ppt/notesSlides/notesSlide26.xml" Id="Re6fbacd80c1f492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37f3a056d604b1d" /><Relationship Type="http://schemas.openxmlformats.org/officeDocument/2006/relationships/notesSlide" Target="/ppt/notesSlides/notesSlide27.xml" Id="R6d3be7f3480c41d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5f5cd6e525f4e8a" /><Relationship Type="http://schemas.openxmlformats.org/officeDocument/2006/relationships/notesSlide" Target="/ppt/notesSlides/notesSlide28.xml" Id="R4f046d2737d8452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7833e0b3e3643f6" /><Relationship Type="http://schemas.openxmlformats.org/officeDocument/2006/relationships/notesSlide" Target="/ppt/notesSlides/notesSlide29.xml" Id="R6bcf9b407b01414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5ce3cebe35f4ca8" /><Relationship Type="http://schemas.openxmlformats.org/officeDocument/2006/relationships/notesSlide" Target="/ppt/notesSlides/notesSlide30.xml" Id="R2aac0a1557d144c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82e00ecc331437f" /><Relationship Type="http://schemas.openxmlformats.org/officeDocument/2006/relationships/notesSlide" Target="/ppt/notesSlides/notesSlide31.xml" Id="R50c720e2d02d4ea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91bb169bccb4223" /><Relationship Type="http://schemas.openxmlformats.org/officeDocument/2006/relationships/notesSlide" Target="/ppt/notesSlides/notesSlide32.xml" Id="R342df5aa7ca0461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6ce348449054a1a" /><Relationship Type="http://schemas.openxmlformats.org/officeDocument/2006/relationships/notesSlide" Target="/ppt/notesSlides/notesSlide33.xml" Id="R9706d788ed5c4b9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0fbb52d0bac4152" /><Relationship Type="http://schemas.openxmlformats.org/officeDocument/2006/relationships/notesSlide" Target="/ppt/notesSlides/notesSlide34.xml" Id="R93079443d6c1439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41d5e8849a54da8" /><Relationship Type="http://schemas.openxmlformats.org/officeDocument/2006/relationships/notesSlide" Target="/ppt/notesSlides/notesSlide35.xml" Id="R9a83e2b401864c1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7d8ed8ad3624ad8" /><Relationship Type="http://schemas.openxmlformats.org/officeDocument/2006/relationships/notesSlide" Target="/ppt/notesSlides/notesSlide36.xml" Id="R92f35a97dd9740d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88d2e0d94ef4c04" /><Relationship Type="http://schemas.openxmlformats.org/officeDocument/2006/relationships/notesSlide" Target="/ppt/notesSlides/notesSlide37.xml" Id="R73fd4bcf8d0a4a7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462db21e90449b4" /><Relationship Type="http://schemas.openxmlformats.org/officeDocument/2006/relationships/notesSlide" Target="/ppt/notesSlides/notesSlide38.xml" Id="R5b9f837497ff407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d618f3bb3a44e58" /><Relationship Type="http://schemas.openxmlformats.org/officeDocument/2006/relationships/notesSlide" Target="/ppt/notesSlides/notesSlide39.xml" Id="R1df6469873ae4d6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aafeaf1dddb42bf" /><Relationship Type="http://schemas.openxmlformats.org/officeDocument/2006/relationships/notesSlide" Target="/ppt/notesSlides/notesSlide40.xml" Id="R2d5e76a772e3455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c6291ac7dcc4977" /><Relationship Type="http://schemas.openxmlformats.org/officeDocument/2006/relationships/image" Target="/ppt/media/image13.png" Id="R899f06e813834e1e" /><Relationship Type="http://schemas.openxmlformats.org/officeDocument/2006/relationships/image" Target="/ppt/media/image14.png" Id="Rcb84130dc9384e4a" /><Relationship Type="http://schemas.openxmlformats.org/officeDocument/2006/relationships/notesSlide" Target="/ppt/notesSlides/notesSlide41.xml" Id="Rf9379281e954446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fda2b76677f4164" /><Relationship Type="http://schemas.openxmlformats.org/officeDocument/2006/relationships/image" Target="/ppt/media/image15.png" Id="R21a12e0c82774661" /><Relationship Type="http://schemas.openxmlformats.org/officeDocument/2006/relationships/notesSlide" Target="/ppt/notesSlides/notesSlide42.xml" Id="R6f5cc6b2ed6243a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34ffba9208d42cb" /><Relationship Type="http://schemas.openxmlformats.org/officeDocument/2006/relationships/notesSlide" Target="/ppt/notesSlides/notesSlide43.xml" Id="R724289c5a46246c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a5cec122a424ccc" /><Relationship Type="http://schemas.openxmlformats.org/officeDocument/2006/relationships/notesSlide" Target="/ppt/notesSlides/notesSlide44.xml" Id="R67511a152be14b3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8436128054d4a19" /><Relationship Type="http://schemas.openxmlformats.org/officeDocument/2006/relationships/notesSlide" Target="/ppt/notesSlides/notesSlide45.xml" Id="R2728386122594e1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ddf73eabea6482e" /><Relationship Type="http://schemas.openxmlformats.org/officeDocument/2006/relationships/notesSlide" Target="/ppt/notesSlides/notesSlide46.xml" Id="Rf53f625116d7444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bf8b4be6f024635" /><Relationship Type="http://schemas.openxmlformats.org/officeDocument/2006/relationships/notesSlide" Target="/ppt/notesSlides/notesSlide47.xml" Id="Rf76ed7540095488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92a10dcfd71f46c7" /><Relationship Type="http://schemas.openxmlformats.org/officeDocument/2006/relationships/notesSlide" Target="/ppt/notesSlides/notesSlide48.xml" Id="R90b9d8f5487b456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3dee0db1c815401a" /><Relationship Type="http://schemas.openxmlformats.org/officeDocument/2006/relationships/notesSlide" Target="/ppt/notesSlides/notesSlide49.xml" Id="R866ee23d3a5a454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8ee076dd63949fe" /><Relationship Type="http://schemas.openxmlformats.org/officeDocument/2006/relationships/notesSlide" Target="/ppt/notesSlides/notesSlide50.xml" Id="Rb628e22ed72f4c1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774f9774e8a452d" /><Relationship Type="http://schemas.openxmlformats.org/officeDocument/2006/relationships/notesSlide" Target="/ppt/notesSlides/notesSlide51.xml" Id="R6c2897ab60e4480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e4ec951378149ff" /><Relationship Type="http://schemas.openxmlformats.org/officeDocument/2006/relationships/notesSlide" Target="/ppt/notesSlides/notesSlide52.xml" Id="Rc4e6cf1d5d89474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0d26874b70b476a" /><Relationship Type="http://schemas.openxmlformats.org/officeDocument/2006/relationships/notesSlide" Target="/ppt/notesSlides/notesSlide53.xml" Id="Reb7d9737adb7492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b9b806ed48e4a03" /><Relationship Type="http://schemas.openxmlformats.org/officeDocument/2006/relationships/notesSlide" Target="/ppt/notesSlides/notesSlide54.xml" Id="R586bf4014050445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1cd34bd2fd04304" /><Relationship Type="http://schemas.openxmlformats.org/officeDocument/2006/relationships/notesSlide" Target="/ppt/notesSlides/notesSlide55.xml" Id="Rdd7587d92b584ea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6910dbb606a4e37" /><Relationship Type="http://schemas.openxmlformats.org/officeDocument/2006/relationships/notesSlide" Target="/ppt/notesSlides/notesSlide56.xml" Id="Rd3a4f1d133a2432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df4aeaebcc44147" /><Relationship Type="http://schemas.openxmlformats.org/officeDocument/2006/relationships/image" Target="/ppt/media/image16.png" Id="R3a7692abdb4d4e57" /><Relationship Type="http://schemas.openxmlformats.org/officeDocument/2006/relationships/image" Target="/ppt/media/image17.png" Id="Rfd9ffbd7299f4b5e" /><Relationship Type="http://schemas.openxmlformats.org/officeDocument/2006/relationships/notesSlide" Target="/ppt/notesSlides/notesSlide57.xml" Id="R0e373aee3dbe4e3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ffd5f2aa462148be" /><Relationship Type="http://schemas.openxmlformats.org/officeDocument/2006/relationships/notesSlide" Target="/ppt/notesSlides/notesSlide58.xml" Id="R4f4ffd18d88a480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53d859640c1452c" /><Relationship Type="http://schemas.openxmlformats.org/officeDocument/2006/relationships/notesSlide" Target="/ppt/notesSlides/notesSlide59.xml" Id="R5e2d2dfba5e04b0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97ae93023e04424" /><Relationship Type="http://schemas.openxmlformats.org/officeDocument/2006/relationships/notesSlide" Target="/ppt/notesSlides/notesSlide60.xml" Id="R80cae2d697fc45f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458582b40204550" /><Relationship Type="http://schemas.openxmlformats.org/officeDocument/2006/relationships/notesSlide" Target="/ppt/notesSlides/notesSlide61.xml" Id="R1862797088f34dd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a65794159e846da" /><Relationship Type="http://schemas.openxmlformats.org/officeDocument/2006/relationships/notesSlide" Target="/ppt/notesSlides/notesSlide62.xml" Id="Rbd0565690227441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89103fb81d444c1" /><Relationship Type="http://schemas.openxmlformats.org/officeDocument/2006/relationships/notesSlide" Target="/ppt/notesSlides/notesSlide63.xml" Id="Rd979f018a0ec46b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c04a9c2293ee4f58" /><Relationship Type="http://schemas.openxmlformats.org/officeDocument/2006/relationships/notesSlide" Target="/ppt/notesSlides/notesSlide64.xml" Id="R1c5e305f583a48c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319a0b78e4894eea" /><Relationship Type="http://schemas.openxmlformats.org/officeDocument/2006/relationships/chart" Target="/ppt/slides/charts/chart1.xml" Id="R2837e2baa8a24bb0" /><Relationship Type="http://schemas.openxmlformats.org/officeDocument/2006/relationships/notesSlide" Target="/ppt/notesSlides/notesSlide65.xml" Id="Rbb5920f2a2b8443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d82af435ecec4ddd" /><Relationship Type="http://schemas.openxmlformats.org/officeDocument/2006/relationships/notesSlide" Target="/ppt/notesSlides/notesSlide66.xml" Id="R1e29a35cfa934e3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5e513cff88154bab" /><Relationship Type="http://schemas.openxmlformats.org/officeDocument/2006/relationships/notesSlide" Target="/ppt/notesSlides/notesSlide67.xml" Id="Rb51fc541fe2e433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724fe70ea67a4b8f" /><Relationship Type="http://schemas.openxmlformats.org/officeDocument/2006/relationships/notesSlide" Target="/ppt/notesSlides/notesSlide68.xml" Id="Re9def910bd1c49b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7ce0ecd751341ef" /><Relationship Type="http://schemas.openxmlformats.org/officeDocument/2006/relationships/notesSlide" Target="/ppt/notesSlides/notesSlide69.xml" Id="Rce326036a1654bc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ded24b1a7694dc0" /><Relationship Type="http://schemas.openxmlformats.org/officeDocument/2006/relationships/notesSlide" Target="/ppt/notesSlides/notesSlide70.xml" Id="Rda8917d6cfca428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764866c34bb441d" /><Relationship Type="http://schemas.openxmlformats.org/officeDocument/2006/relationships/notesSlide" Target="/ppt/notesSlides/notesSlide71.xml" Id="Rb5098e66a37c4e8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bee5e3399aa746bb" /><Relationship Type="http://schemas.openxmlformats.org/officeDocument/2006/relationships/notesSlide" Target="/ppt/notesSlides/notesSlide72.xml" Id="R0a1c43968f364ab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c5975fbfcf94ffe" /><Relationship Type="http://schemas.openxmlformats.org/officeDocument/2006/relationships/notesSlide" Target="/ppt/notesSlides/notesSlide73.xml" Id="Rf63ff5cb52fe4d7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e0de11884bbe4d23" /><Relationship Type="http://schemas.openxmlformats.org/officeDocument/2006/relationships/notesSlide" Target="/ppt/notesSlides/notesSlide74.xml" Id="R50c66644607140c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d4ba70e811704615" /><Relationship Type="http://schemas.openxmlformats.org/officeDocument/2006/relationships/notesSlide" Target="/ppt/notesSlides/notesSlide75.xml" Id="R124e8df1eb9245e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c82e1e132c764acc" /><Relationship Type="http://schemas.openxmlformats.org/officeDocument/2006/relationships/notesSlide" Target="/ppt/notesSlides/notesSlide76.xml" Id="R792469c7fa9d485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edbca8fd15e4b8e" /><Relationship Type="http://schemas.openxmlformats.org/officeDocument/2006/relationships/notesSlide" Target="/ppt/notesSlides/notesSlide77.xml" Id="R3a2711ef99974023"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83be0cb0f05486e" /><Relationship Type="http://schemas.openxmlformats.org/officeDocument/2006/relationships/notesSlide" Target="/ppt/notesSlides/notesSlide78.xml" Id="Rcedff953935f4f0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387a93018e74dd7" /><Relationship Type="http://schemas.openxmlformats.org/officeDocument/2006/relationships/notesSlide" Target="/ppt/notesSlides/notesSlide79.xml" Id="R9e164edbc61f467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59d4b10d253e4502" /><Relationship Type="http://schemas.openxmlformats.org/officeDocument/2006/relationships/notesSlide" Target="/ppt/notesSlides/notesSlide80.xml" Id="R8125b83a09ea45d8"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a642a80292bc43c6" /><Relationship Type="http://schemas.openxmlformats.org/officeDocument/2006/relationships/notesSlide" Target="/ppt/notesSlides/notesSlide81.xml" Id="R307845bf78a3444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797a95995bdc4ba4" /><Relationship Type="http://schemas.openxmlformats.org/officeDocument/2006/relationships/notesSlide" Target="/ppt/notesSlides/notesSlide82.xml" Id="R9ec4a035b47d4e5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4f5a66bdf430485d" /><Relationship Type="http://schemas.openxmlformats.org/officeDocument/2006/relationships/notesSlide" Target="/ppt/notesSlides/notesSlide83.xml" Id="Re676418897d2401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7477c87015ed4922" /><Relationship Type="http://schemas.openxmlformats.org/officeDocument/2006/relationships/notesSlide" Target="/ppt/notesSlides/notesSlide84.xml" Id="Re26b330399534e11"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9e8d49bb00484a09" /><Relationship Type="http://schemas.openxmlformats.org/officeDocument/2006/relationships/notesSlide" Target="/ppt/notesSlides/notesSlide85.xml" Id="R33be6388d1cc48f5"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cd2e3f6d94f4dd9" /><Relationship Type="http://schemas.openxmlformats.org/officeDocument/2006/relationships/notesSlide" Target="/ppt/notesSlides/notesSlide86.xml" Id="R314125c4714e470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e0b6cc19278742d9" /><Relationship Type="http://schemas.openxmlformats.org/officeDocument/2006/relationships/notesSlide" Target="/ppt/notesSlides/notesSlide87.xml" Id="R4c17205c17f844e5"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b758a3d2a56349fc" /><Relationship Type="http://schemas.openxmlformats.org/officeDocument/2006/relationships/notesSlide" Target="/ppt/notesSlides/notesSlide88.xml" Id="R6363ea6bc15f44dd"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730a69c7786743a1" /><Relationship Type="http://schemas.openxmlformats.org/officeDocument/2006/relationships/notesSlide" Target="/ppt/notesSlides/notesSlide89.xml" Id="Rb9d4be6a33a34ec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c96909f1342460c" /><Relationship Type="http://schemas.openxmlformats.org/officeDocument/2006/relationships/notesSlide" Target="/ppt/notesSlides/notesSlide90.xml" Id="R175d69c1df214f25"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a94411e4a2074945" /><Relationship Type="http://schemas.openxmlformats.org/officeDocument/2006/relationships/notesSlide" Target="/ppt/notesSlides/notesSlide91.xml" Id="Rd96dba7868d249c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186bbafc729a4a8e" /><Relationship Type="http://schemas.openxmlformats.org/officeDocument/2006/relationships/notesSlide" Target="/ppt/notesSlides/notesSlide92.xml" Id="R1c25323de0ff4de2"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b2fa31e5d9a44c76" /><Relationship Type="http://schemas.openxmlformats.org/officeDocument/2006/relationships/notesSlide" Target="/ppt/notesSlides/notesSlide93.xml" Id="R5444ecc595274ec8"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a3cc0d6aaa474081" /><Relationship Type="http://schemas.openxmlformats.org/officeDocument/2006/relationships/notesSlide" Target="/ppt/notesSlides/notesSlide94.xml" Id="Rbf19d5cd625d4ac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7da20bcb4a5f4bc3" /><Relationship Type="http://schemas.openxmlformats.org/officeDocument/2006/relationships/notesSlide" Target="/ppt/notesSlides/notesSlide95.xml" Id="R172cdac09a624fdd"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219b7d56acbc4d2e" /><Relationship Type="http://schemas.openxmlformats.org/officeDocument/2006/relationships/notesSlide" Target="/ppt/notesSlides/notesSlide96.xml" Id="R084bd32bb54f4386"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f4494b0bd89e4cda" /><Relationship Type="http://schemas.openxmlformats.org/officeDocument/2006/relationships/notesSlide" Target="/ppt/notesSlides/notesSlide97.xml" Id="R6995338e3cc247cd"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c8b5fa30819a401e" /><Relationship Type="http://schemas.openxmlformats.org/officeDocument/2006/relationships/image" Target="/ppt/media/image18.png" Id="R5061a78f8b1446cd" /><Relationship Type="http://schemas.openxmlformats.org/officeDocument/2006/relationships/notesSlide" Target="/ppt/notesSlides/notesSlide98.xml" Id="R45868d7130fa4331"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42105b8ab2954aa9" /><Relationship Type="http://schemas.openxmlformats.org/officeDocument/2006/relationships/notesSlide" Target="/ppt/notesSlides/notesSlide99.xml" Id="R6a07e80794f84d0b"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0a5413427b0c45af" /><Relationship Type="http://schemas.openxmlformats.org/officeDocument/2006/relationships/notesSlide" Target="/ppt/notesSlides/notesSlide100.xml" Id="Rcf2b01c9bd654e51"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89fb7f30dcce4793" /><Relationship Type="http://schemas.openxmlformats.org/officeDocument/2006/relationships/notesSlide" Target="/ppt/notesSlides/notesSlide101.xml" Id="R194409d6764b4299"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e110d2eee6d64e58" /><Relationship Type="http://schemas.openxmlformats.org/officeDocument/2006/relationships/notesSlide" Target="/ppt/notesSlides/notesSlide102.xml" Id="R14d374997d0e42e3"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5d9b2ea2a60949e3" /><Relationship Type="http://schemas.openxmlformats.org/officeDocument/2006/relationships/notesSlide" Target="/ppt/notesSlides/notesSlide103.xml" Id="R849ee19887194383"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1585f0ee523f4ae1" /><Relationship Type="http://schemas.openxmlformats.org/officeDocument/2006/relationships/notesSlide" Target="/ppt/notesSlides/notesSlide104.xml" Id="R660b8edf48c5498b"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a05dc3b08474426f" /><Relationship Type="http://schemas.openxmlformats.org/officeDocument/2006/relationships/notesSlide" Target="/ppt/notesSlides/notesSlide105.xml" Id="R4df3565a8cf14374"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e0bc21e91e0d4110" /><Relationship Type="http://schemas.openxmlformats.org/officeDocument/2006/relationships/notesSlide" Target="/ppt/notesSlides/notesSlide106.xml" Id="Re0534598b76c455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bfd968e470f3429a" /><Relationship Type="http://schemas.openxmlformats.org/officeDocument/2006/relationships/notesSlide" Target="/ppt/notesSlides/notesSlide107.xml" Id="Re9fbcc44444b414d"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b0cbc4e004c04f6f" /><Relationship Type="http://schemas.openxmlformats.org/officeDocument/2006/relationships/notesSlide" Target="/ppt/notesSlides/notesSlide108.xml" Id="Rc2e053112f164041"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33164edd94254d01" /><Relationship Type="http://schemas.openxmlformats.org/officeDocument/2006/relationships/notesSlide" Target="/ppt/notesSlides/notesSlide109.xml" Id="Ra50cbd4860c146f8"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e5ecef472b374f97" /><Relationship Type="http://schemas.openxmlformats.org/officeDocument/2006/relationships/notesSlide" Target="/ppt/notesSlides/notesSlide110.xml" Id="R6ea49668f17644d2"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430645b2326c4add" /><Relationship Type="http://schemas.openxmlformats.org/officeDocument/2006/relationships/notesSlide" Target="/ppt/notesSlides/notesSlide111.xml" Id="R1c076634bdff410e"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0343fa64b21d4108" /><Relationship Type="http://schemas.openxmlformats.org/officeDocument/2006/relationships/notesSlide" Target="/ppt/notesSlides/notesSlide112.xml" Id="Re184360c3c104e4d"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622948efff47461e" /><Relationship Type="http://schemas.openxmlformats.org/officeDocument/2006/relationships/notesSlide" Target="/ppt/notesSlides/notesSlide113.xml" Id="R633d5339a129443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BB5B9DF9-8DCC-4931-9F2D-9320D837F2C9}"/>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CB5422D-5475-4715-B996-D1913B8855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82AFF141-19AE-415F-AE7E-356D66F0F42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CD67BB55-ACCE-4254-9D1C-AE14D4C30C53}"/>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BF57A827-5C37-4DFA-A3E6-520B457FC8DB}"/>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0DCF8F52-124E-44B7-A1F2-F93CC8C26AA2}"/>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3A1569A-6A55-4547-8005-3016B720B7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4871311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01F248DB-D171-4240-B3AE-A752257C38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A53707F-CCA3-4522-B34F-43DC909C3D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E5944FD6-F442-4A58-85EA-08CB58FAE1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E6F4A7-6E77-4901-9CBE-DB31C1C211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04EA3BC-CBD8-41CC-A7EB-DAC2A2AB89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58D43CBC-3840-4FD8-9761-5822C06386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1DE6CEDC-F4EE-448C-B311-72852F9F4843}"/>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CEE43AB8-5B76-45B6-9736-BF0843CE2D82}"/>
              </a:ext>
            </a:extLst>
          </p:cNvPr>
          <p:cNvPicPr>
            <a:picLocks xmlns:a="http://schemas.openxmlformats.org/drawingml/2006/main" noChangeAspect="1"/>
          </p:cNvPicPr>
          <p:nvPr/>
        </p:nvPicPr>
        <p:blipFill>
          <a:blip xmlns:r="http://schemas.openxmlformats.org/officeDocument/2006/relationships" xmlns:a="http://schemas.openxmlformats.org/drawingml/2006/main" r:embed="Rf280910552164803"/>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1618F5CA-6725-4EB5-B824-70EB2DA09D1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DED0C25-2CE4-429C-9F0A-4FA8E9CAC17A}"/>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DA66196D-9A1E-4822-9825-CEF1B672737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ED8BAECE-A368-4AEE-A749-B3DB5A5416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3088801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62E1904-FA97-40FE-9C35-70DCBDC4D7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D95C2CE6-9D24-474B-A366-FA34529E38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68B5C757-16DA-4322-BFF3-BF6FD578F2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B55D072-3883-4BE6-AB2B-2B52A33CCE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DE5FB924-85E2-46C1-B8D5-5935A23943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886C7A6-767C-42EF-A238-BA6216E991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5D2B14FC-C628-40E8-82B6-78AE55A30FB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3987D62-5A54-4152-95C2-F99CFDFDB213}"/>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B841F64-186F-48A0-9C6B-6BB63AF01DDE}"/>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4E7DDFE9-F1B9-4277-9A07-EAC24173F2F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665487-E88E-4B29-AC3E-2A894CB5B2B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46F66A2A-62C3-4A2C-BDFE-39F464386B1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214AF1D-FBCE-47F3-83F9-4A0D62F01AA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A910DEEA-4D2D-4B66-85E9-66604E378A7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F20413C-4E0C-4604-BF09-D0E8FE050E3A}"/>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383191C-2530-4574-8DDA-ACC4660DB91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7D699385-6911-483E-B164-05CFB9FE4DF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3F56C3C-8C16-473A-9950-4F86BD50950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C2F6DEB5-B2AF-4737-9775-39C5F73F3909}"/>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5EDA7A7-58E5-4A64-BD24-C57F669E6CC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0FE0FD5-AEB9-4599-A0B1-952F4286B83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6044A6BF-6186-43F0-AB65-C6074B7CD5C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A53411F-C6D7-4EE5-88B4-31A818B0CEF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D00EADA9-8F67-415D-A6D6-A68B2E6A240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AF85D43F-0053-4373-A2AF-D3CD7DF4AA38}"/>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B0CFB2C6-FB82-4AE3-8C8A-0C0E909142B2}"/>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986A3B3-CCE4-48EB-AB14-FEC3462DE235}"/>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729AD965-DCEF-4E33-923A-D831D971CB7B}"/>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08D59CD6-521E-448A-A278-1C7D688000E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E3530C95-526A-401C-A380-3607C5F91F6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F370E593-70FB-4016-8BEB-02F6910ABBC6}"/>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E0770933-3489-41F1-AB47-876422D29245}"/>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3A82A78C-C1DF-490C-8DE9-232834960C0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BA44CB4D-0640-46A0-931B-5B7B20B3BB2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A2E5E490-7765-4C99-9466-59F917E975B0}"/>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B6CA49B-9EAE-4BB6-9894-D67D3AA9B1CC}"/>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3798EF8-1A42-42CC-9698-AF78A16062B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C70CD43B-B2F7-4458-832F-86173BABC7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2694777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2D03435-46AA-4312-9ADF-35880873D9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C1A78890-CA99-4E9D-B134-95A5B33A45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45078584-4625-419A-8DF9-DCB279D8E1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24553197-57F0-469F-8A42-9DD765CFB0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79291A8-5FF3-4253-B4E8-3386AC64AF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53801EC-43E7-46C1-9A40-21F51107C2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A6E51B2D-3D77-455A-9091-F252B65EBFB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BD34336-3C22-414D-8CF7-66A272C8D781}"/>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2EFE503B-2076-4995-99D3-2D34EC4F311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8EB5F4A6-483E-4271-A6C9-051AB4493FCD}"/>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B8263765-70E3-41EB-99C6-A918AE4A8E8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DE474255-835B-4456-BDAE-EB6CDB8A7FD4}"/>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62A34D08-80C1-4735-8C13-CC560B71E533}"/>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F4FEBACF-B71D-4522-B0B9-FE3AC4185DA6}"/>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09AB4A21-37CC-41F4-80FE-B823EBF128E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DF298E8-7520-4315-B1C8-A31887027920}"/>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80D4759D-88E4-4F3E-B6B0-C8AE02C3F084}"/>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BFA66A7D-E6F9-472F-9F19-804095C693D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FF2005A-89BA-41FB-8F39-7982A086F50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DCB70B2-A874-4B14-9E4C-BE370B52A316}"/>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C8A304B-AA09-4D58-8459-72F171F497CD}"/>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F3AFE802-B78A-4A22-A198-3454427D2A9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9FC416B-5F61-4D04-9B11-01493CDE6A51}"/>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1D85659D-98FD-4317-AB7D-4941FF6BEC81}"/>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5B89AFC2-EAA1-475B-BA29-18182A3EA672}"/>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9692E56-13CB-4CC8-BA56-CE80FB4124A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6A20A254-0FCD-4376-B661-757DBADF4E9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BC94F67-E4F7-4A53-B9EB-F18D2A20353E}"/>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4BD545CF-462C-4993-9054-6DBCAA3C8CA9}"/>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4AD9C5B-7280-44E2-9B19-3C571072F371}"/>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F0E5FE14-C82E-4CB0-A506-E8442F5B23FC}"/>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02B7AAAC-C675-4EF7-A5F4-D4F15548D15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4B758DE0-72C9-4C79-ABE3-734F9DED4F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73732497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DAFE0C5E-410C-442F-ACEB-1C18E8703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96E8411E-04B7-47F9-9302-615CBED2AD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FE27EB5C-EAA1-464F-84A2-1980C2E09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0B66B74-5A88-4702-AC09-E050CF3A8B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3EE7535E-0A9E-4E4E-99AA-6658447D2D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61EF8E7D-7F9A-4F46-A740-8F49142423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709337B-692F-4BC7-B917-73694E874BC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9833CF1A-CC14-4F98-A057-4BD32E47F20B}"/>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39A165F4-9544-4D8D-9FCE-BC6E6D964E7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F18EE3AE-2398-419D-ACAD-B9E41F554AF5}"/>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C2273FD9-E478-4EE8-9613-79B6D6E6FF0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F5D78B6-5181-42F4-8265-B59F647CCF59}"/>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3E6A5370-1C55-4BFC-8702-089786D0E14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102F7C84-5174-452D-B2E4-E71B52B2A88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1A9E33F-AAB6-4DC8-9079-42D990B7D16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DA72D3A-5A97-4ACA-B7C1-1284810408B1}"/>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026941B-0CA5-4FFE-AC26-2A974DFE30CD}"/>
              </a:ext>
            </a:extLst>
          </p:cNvPr>
          <p:cNvPicPr>
            <a:picLocks xmlns:a="http://schemas.openxmlformats.org/drawingml/2006/main" noChangeAspect="1"/>
          </p:cNvPicPr>
          <p:nvPr/>
        </p:nvPicPr>
        <p:blipFill>
          <a:blip xmlns:r="http://schemas.openxmlformats.org/officeDocument/2006/relationships" xmlns:a="http://schemas.openxmlformats.org/drawingml/2006/main" r:embed="R845dc54b41f44866"/>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F286F4E-EA74-469D-8D46-535C9D92EC31}"/>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03D86039-E2DE-44C8-8A8E-5B00E302BF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20616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293EA3F0-60EB-439B-A112-CCEAA89419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246E5E63-DCC6-4863-8B5D-C9A4C4CFA5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C9CBAC8F-FFB0-42A1-8AE6-577D8A78BB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483EF0B6-EC5B-42EA-AFC8-AD26FDFC08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6704B89E-2D9E-4CC0-8FE5-3CD20ACE48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43AF2855-A725-4ECB-82D0-394A365C10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DFB744A8-EF02-482C-BFD4-66FE95680E57}"/>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E0AD729C-F4D1-4E54-B033-380FB8F17536}"/>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48F3253C-F379-41C3-BCF4-916104DF2232}"/>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CB2285F-0402-47F1-9E07-911CF4890171}"/>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C47446F-54D5-4FE5-999A-1950A2EDA48A}"/>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86C0B805-92E4-4F32-AF4E-FE5AC853707A}"/>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108E0625-0126-49AA-BAD0-144745622262}"/>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3018A17-ABD0-45B5-8D28-B1EBBE71467E}"/>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64BDA8D-98C6-4DAE-A2F1-359E2BC64220}"/>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E7B27A83-58C7-4388-8934-3D4805C0566C}"/>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F7F0B8E4-2136-4959-814A-B70B2F194DBF}"/>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2F9A42AA-21F1-4450-9100-AAF71509ADC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0676AFDE-F8CA-46E6-827F-B2B24B2A8B86}"/>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6B1B8907-D3FE-4A6B-965D-D0AEFF6A608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83B426B0-CC6F-4CE8-A971-3296226331B9}"/>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829B27F8-0CA9-4E06-8288-6B2321DEFBE5}"/>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E3E4A604-1863-42F9-8D0F-8403293FE298}"/>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B7FF55FC-5A01-4304-A8AB-3E79DD526CB4}"/>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3E2D75F-CEE3-4857-983F-AAC403EF20E9}"/>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08F292FD-0200-4C8D-B072-835EE1AB6524}"/>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2732D11-BC44-4A85-9042-F37772942E6B}"/>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9F4B35F4-A047-4629-873F-F2B8C6C40541}"/>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1D0B76D-013C-4633-9D5B-EADBE6A6958E}"/>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805DBB87-5C2B-4CD4-B374-2BCDB3CCB6A5}"/>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EAE32BA-0673-401F-AD86-3F73291D0684}"/>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FDB38B24-2F8A-48A2-93EF-FA6F1FE1405C}"/>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5FB159B4-B86B-4C0D-BBED-D94078A95DB6}"/>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9C799E72-7A7A-4394-A712-064F3DCF0A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289908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C609D3FA-EAE5-4C87-B1E0-DF025AB2F2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C9509F98-E18F-46ED-B59C-38BB15F58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19B7F1D8-9D13-414D-9C88-FD63116FEB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F2E6FBAB-EDBF-4519-BC07-042B72A9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D151B0B1-F212-4424-8E0F-740AF3A3D2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6BEB3DAA-B752-4DAB-AD71-3C714FCC57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FE7989A7-560F-43DF-B5EF-1004B42CE7D6}"/>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999F7FC7-BF35-4C11-93D7-DD4B8D2E6368}"/>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42288484-2B20-42AB-836D-915FB18A88C7}"/>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2CF0945E-8A5A-472F-A1C4-143FF1A57AF5}"/>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C6AAEA3B-08C8-4FCB-8960-D664BBB6F7ED}"/>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0022C5A4-376F-40D0-A0CB-173CE7F44766}"/>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5EA73D5D-7F0F-46C5-ACAB-C9D074AC11C8}"/>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90103441-66A7-470A-8804-67E95022E75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02BF32F4-7CE6-4AF2-A429-C956D710A637}"/>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B26BFE46-49F2-4352-83D3-EE279C736D1A}"/>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48036FB-0C1D-4E05-8FB3-8AB2E10939A4}"/>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F0EFE9BA-D60B-43FA-A14C-3FB2EF6C36D5}"/>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0CFC44E7-79AD-4256-991F-E8D3196DAFD2}"/>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7C32A6E3-2421-462A-A32E-C374F0174512}"/>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701A4326-CABF-4E69-925F-FDA900265F7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A0865993-C581-4776-9F8A-A4E00FAABF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713340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50D4FFE9-B39E-426B-8E36-E32723ECFF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3A62F56B-5D03-49A1-B260-51A3CFFE9D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FBEBB672-8A93-4860-9F94-87ABB5A336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A5E3A4E8-8150-404D-AC34-BA2E482E73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2E857D73-B7F2-49C1-BB99-BD3134329B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54D84A03-52EE-4927-8864-5A6866DF82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AACA5054-F1F0-4D6A-A1EF-1991DE7E012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55B9B9A5-0614-4426-82A1-25FBD661565E}"/>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66D3B32-4211-4735-84BC-B01AFA2417AA}"/>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8EB3583A-E750-4A6C-ABDB-26AE66907503}"/>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8A5ECCD6-BD39-484C-88F5-79E95A4D3633}"/>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1AA4C4B1-F259-4831-9507-DE815F7DB18E}"/>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29BF49CD-38F0-439B-95C5-FE785D7F8448}"/>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0A317BD4-0131-4D90-B50A-6D7D64354604}"/>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144034D3-74C5-4781-8126-CFE66C0FF823}"/>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77B94CA-B69D-4C9B-9F23-81EDF51DE00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C77B1417-BA41-4BF4-A21B-6CB23F02FE5D}"/>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5775D2CD-C739-4AD6-93C8-E4EA00797AF4}"/>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0F92A44D-D747-4ACC-B232-676C569CFC8B}"/>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D0D2B009-8534-4F91-95E2-9B6FDE86B3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154013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AF57088F-E792-4460-B0E3-2AC1B373F2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4516F6C3-E44A-4EAA-8F36-0D22050509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BC91CE63-6DC6-4120-B68A-BBA4821D94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ED824D43-7FF2-449F-8330-02411A3E6A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99618B11-2EE2-4932-9A50-F9AE159E7D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B16B7E09-B670-4FCA-8971-D7513659E4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FCFC0C3F-A9C5-4C77-83A4-115C001CC3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EEFDDD7D-189C-4091-8CE1-87EA29FAE5BE}"/>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2B14BFA0-9814-46A2-BC14-72FFE483729E}"/>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BDB8A904-B323-4269-B12B-A588E7C6AD06}"/>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564A0BA3-DA86-4958-AF22-FA02DA5079AD}"/>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F9507FD3-EC98-487C-9C6A-3F1BC18264D5}"/>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50AC5808-9DAC-486C-A7F3-F95835DE9F22}"/>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13B06B21-E57C-40E8-A0DD-0630A2421F0E}"/>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09A8F413-6270-4BCF-BF6D-A30777E8B32C}"/>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6A38A5DE-4343-4A63-935F-7B5AB9890CAD}"/>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C0F91A48-4096-4B2F-9D90-855BE9B40FA7}"/>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24CA8377-7FDF-457F-978D-3C0BC6B74A1E}"/>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17389F64-9B46-4CFE-B3E4-2EC8616A90BC}"/>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010BB955-E64C-4B16-84BD-94DC585E7A2F}"/>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BC3B4719-F170-4FC8-9042-79F2B1E4D7FC}"/>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3BB4D609-8510-46FD-9875-62B8128F214B}"/>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261A5EB4-63EC-4B7D-A528-9DB00DF61C3D}"/>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157F855E-785D-4547-884C-9FEF7E736FFC}"/>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772F5AF5-0743-4B89-B957-340B9449C2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1017164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FE934530-33C0-4D36-842E-54196CF3BF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215BEEF9-9A7D-44EA-8F63-34DC294026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D4391253-05CE-4678-8D88-3130379F19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DD421346-49F5-4315-A495-D02309953F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65FB3F1E-D03B-4781-B576-AF1F6CFA67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36A9E725-D0E1-4416-B9B7-744FB9C296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5C3911CE-345B-4E90-817B-8F570413B50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F253B79-F48B-4F91-A7C1-5894A6E970FC}"/>
              </a:ext>
            </a:extLst>
          </p:cNvPr>
          <p:cNvPicPr>
            <a:picLocks xmlns:a="http://schemas.openxmlformats.org/drawingml/2006/main" noChangeAspect="1"/>
          </p:cNvPicPr>
          <p:nvPr/>
        </p:nvPicPr>
        <p:blipFill>
          <a:blip xmlns:r="http://schemas.openxmlformats.org/officeDocument/2006/relationships" xmlns:a="http://schemas.openxmlformats.org/drawingml/2006/main" r:embed="R5946719de07940f1"/>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32E04798-4983-48CD-81C3-EDEEE327CC16}"/>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4721D667-A616-404D-85FD-34C38DB938AC}"/>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627F9370-04C9-44CA-BCEC-C9BE97FB811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1CA8C74-BEB0-491A-A286-6BF20ED5071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7F9BACC2-0A41-4A56-9CC6-CD50A42892EF}"/>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72FC78D2-1C0F-423E-BE0D-61C2B9DAFB1F}"/>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FA20BD56-8B7A-4EE4-BE9C-3F30DD3C3E0A}"/>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8D7C4595-A980-4F48-9DE1-DFB515251275}"/>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C71E5042-157A-4E4B-B0ED-93D6CF8EF6F9}"/>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F1ECDA45-FFB1-4DBF-9342-D234BDBBED42}"/>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59EC101A-3247-44C3-8E80-DCD2F601654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B9225B69-4123-4072-A067-F538C6E77708}"/>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4706349D-C09E-4B6B-988E-45B87C1CC5A2}"/>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31FECF6-0B55-4084-872F-AA1CEA2C59F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F0394B-6A7B-4B74-A318-B074B9140B59}"/>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7ED647F3-99A8-470E-A42F-047108E09A9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7526A856-7087-4DA3-B2DA-622F6C79FAC9}"/>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275007CC-5160-49D1-85A3-FF46F3C2F03F}"/>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CECB95C-03DD-4A72-B6A7-0F5BFBEB5347}"/>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DE174B5F-35C9-46B1-A6D8-87C61BB0ED86}"/>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F2A3831-287D-47DD-8029-4C8175C95144}"/>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B20DFEE2-34E8-4DAF-AB54-5E97762E473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24FABE-6A0A-44E0-A942-6FDE6315F83C}"/>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1A688F32-00B5-45B8-AB39-4EE021843DE7}"/>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959BDFBC-D7E7-4103-8666-3527B12B19FF}"/>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72F0D0C5-C5BD-49D1-8089-575634602461}"/>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2BB0A3DD-5150-4C9C-B792-F8CFFEA744B3}"/>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9764A771-EB04-4386-B1E9-E4E8BE1354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1686818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1410C744-1068-44DC-B2EA-A5EA16F900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3FCA70BE-24E7-4DCA-B7BC-CAB4DCA968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C93CC04C-0C61-41A2-B49C-D1FD25A038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A33F30F9-5CF8-4C73-A4BE-069FCA7967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09E603E3-F6B5-49FC-83A1-349EBF6ACF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E3FE8D13-E2A9-4ABE-BF19-EF061A5A5B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CABB590-776E-4789-A110-CB97C2CA824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31E13B87-0E2D-4FDF-B33A-4DF9F1394795}"/>
              </a:ext>
            </a:extLst>
          </p:cNvPr>
          <p:cNvPicPr>
            <a:picLocks xmlns:a="http://schemas.openxmlformats.org/drawingml/2006/main" noChangeAspect="1"/>
          </p:cNvPicPr>
          <p:nvPr/>
        </p:nvPicPr>
        <p:blipFill>
          <a:blip xmlns:r="http://schemas.openxmlformats.org/officeDocument/2006/relationships" xmlns:a="http://schemas.openxmlformats.org/drawingml/2006/main" r:embed="R61e43625110e462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59455F11-7FB5-4192-912E-EC427CCBA1B5}"/>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4D6273B7-8C28-420E-A570-01CF7DB1A0C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18A3430-2180-4565-A992-754F63163B5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479D4F82-7836-4B4D-B5E1-44A266022CC2}"/>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60CED61C-C783-4BCA-BC3F-2C4B7E3D6E1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7A4AB3DD-0B10-4D38-B086-F8198ECDF34F}"/>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B33617D4-1C06-4AE5-9641-DA7D77D7C4CB}"/>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F43282-FA7E-4DDB-A316-B367C571367A}"/>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2ABC1CB2-C4D3-4A6C-9565-7A6320308302}"/>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B9714160-AA86-444C-8478-71E335CE30F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99FAFC15-1AA5-440D-96AE-DB6EF8010387}"/>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5A7C0D58-0764-4274-AB32-D877BB14270C}"/>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2FFC0075-52E4-414E-8F32-443B1F95219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F2898C1E-32C5-4228-91CA-DC15146C1F8E}"/>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3D2A5EC8-27E4-435D-8E18-3343460A8D4C}"/>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F49FA7C0-B634-4C4A-9179-E95695223949}"/>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6F2B3D94-F40F-459D-9086-55F1E00008D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CE8A6CFB-60BA-4840-AB48-E328D70F79BB}"/>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076990BF-B326-439A-B923-FB7130C55D41}"/>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AA6FC1FC-EEA0-4CF7-B8D8-730C8B26AFF6}"/>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D50F01DE-D07E-404E-A8DF-77E5A8AF903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508EA12-B06A-4974-A2A8-673AD19CD0C3}"/>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3A72DE28-DCAF-480A-8C18-7F97984EC0D0}"/>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D6FD3E5-FD95-4B19-86F7-D1238EE3E4C9}"/>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E8CEF58F-8CFF-4E32-8233-18DCDF1E9D6F}"/>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807C9A99-30F1-4502-B82F-BA9E468DFA8E}"/>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56E1CD54-EC14-4F45-9658-898A3CD001A8}"/>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EEF399E4-837A-4F8A-A036-DEA29D8B83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591908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D348CA4F-AD1E-469E-9D34-DFADCC3495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1BB01520-A87A-48D0-A644-3852C454F5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17B5333F-6FC3-4061-8B10-679619984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2CD35943-C99F-45B3-A40C-3AE23A29B3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6680CBCF-5146-40DB-AC44-4C4AF08971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4698B20-8981-40F2-AFB8-DEF3110CAC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820ED90C-5A00-4BAD-B13D-455D038E8F2F}"/>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ABF70D4A-4176-4B5A-9B26-F11A1BAFC75E}"/>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40607014-6EBE-4D91-9C06-628EA6ED73E8}"/>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492A126F-A331-4583-A1D4-28436D8EA55E}"/>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8CAB7E89-D4A0-4E6C-8373-DB3CEE62178F}"/>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D0AC1FA2-4BA3-44AF-A7F9-F6383391ADD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B547B1CA-52DE-4623-90F4-0C468C068F72}"/>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F00C770-3A74-4B1A-97FC-3F0BB21B781C}"/>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7CB3952-DCE6-473C-B478-AAB06BA76EF7}"/>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C1E53884-FE89-498B-B44E-9D8011EF5D71}"/>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375957AF-9C5B-4E14-8D37-1065044D4523}"/>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01EF119-4478-426B-902C-2E335A9A1A04}"/>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319C18A-4D44-4A66-B949-C3D10324F0FB}"/>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5B3AA62-2431-4769-9AEF-3557F4AE00F5}"/>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218965D6-F35B-4C94-A947-98E7A7AB6A5C}"/>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31AAC12-B41A-423E-B00B-4634CFFD6639}"/>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5E0E15CA-23F2-4164-8F75-D9FF506DD98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DD6D8F52-4F80-4BCE-A1D9-FE75B9F94C4D}"/>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6D26F51-D445-4F94-913A-DCEE86E2BD41}"/>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431DA3CF-B298-4514-B59E-653DB68C4450}"/>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1335844B-56AF-4FA9-9505-0B8A78980C3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99D2CD67-F0A0-4E64-8582-F777139ADD9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2AA0E63D-7965-4691-9082-F6F6E8249E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69F7293B-197C-42D6-9BCC-851300D80B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5006385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C2E2D61C-970D-4148-A30E-BA14AD5038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1FCF0285-090C-4617-805A-D84515C067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46A9502F-7B3D-4DD3-8BD5-02E0B15EEA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7E947536-44C7-4A58-9A5F-1C986C15B9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120C11B-DA09-4FD9-B919-335E38862B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4BF60253-7F7C-468D-A5A5-A5E18069E6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2DE3CE05-1FF3-4E3A-940B-7F1D7268A6C9}"/>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C815361-8830-4473-8941-2335B9D3C6B4}"/>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9862F84-BDAD-427C-9D57-7F9FF1AF456E}"/>
              </a:ext>
            </a:extLst>
          </p:cNvPr>
          <p:cNvPicPr>
            <a:picLocks xmlns:a="http://schemas.openxmlformats.org/drawingml/2006/main" noChangeAspect="1"/>
          </p:cNvPicPr>
          <p:nvPr/>
        </p:nvPicPr>
        <p:blipFill>
          <a:blip xmlns:r="http://schemas.openxmlformats.org/officeDocument/2006/relationships" xmlns:a="http://schemas.openxmlformats.org/drawingml/2006/main" r:embed="R7a905517d600417f"/>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B21FB5-D987-4F2A-9DFC-E3BAD426148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232BC353-4393-4385-8E4B-FD5A36061FB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CD8491DB-2457-4827-8595-9E8AC29F4037}"/>
              </a:ext>
            </a:extLst>
          </p:cNvPr>
          <p:cNvPicPr>
            <a:picLocks xmlns:a="http://schemas.openxmlformats.org/drawingml/2006/main" noChangeAspect="1"/>
          </p:cNvPicPr>
          <p:nvPr/>
        </p:nvPicPr>
        <p:blipFill>
          <a:blip xmlns:r="http://schemas.openxmlformats.org/officeDocument/2006/relationships" xmlns:a="http://schemas.openxmlformats.org/drawingml/2006/main" r:embed="Rcde71ffabd1f4288"/>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27253345-7E78-4A8C-8A93-7A5ADF2589D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000C5E2-6E1F-4CAB-9683-2E4E504A159B}"/>
              </a:ext>
            </a:extLst>
          </p:cNvPr>
          <p:cNvPicPr>
            <a:picLocks xmlns:a="http://schemas.openxmlformats.org/drawingml/2006/main" noChangeAspect="1"/>
          </p:cNvPicPr>
          <p:nvPr/>
        </p:nvPicPr>
        <p:blipFill>
          <a:blip xmlns:r="http://schemas.openxmlformats.org/officeDocument/2006/relationships" xmlns:a="http://schemas.openxmlformats.org/drawingml/2006/main" r:embed="R242d005aa0a942f0"/>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F9827FA4-5D27-450A-B9CB-D73759031434}"/>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3F6923A5-5AE8-4392-9640-203C6DAA16F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31870EF1-1793-42BC-B95D-F7C81821EF72}"/>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ECC6BA7E-9A35-46CF-9FF1-424E6C88579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B8DF40C7-4B7F-4FB8-9332-EA1B86FAF3E1}"/>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6D079746-B5B2-49A1-8244-796CFD97EDD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936085A7-3EB1-4F96-85BD-B3DAFD2FA0F6}"/>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FDE865F7-8951-4114-A310-225C805AE2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73558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54316B-3C51-4D24-BA29-629AEB1C81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BE986382-DC16-4037-83A9-A78E6EBF39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8BA4B0C3-EA93-4379-95A7-CF61B02170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27D0213E-F5C9-4721-9A79-D76E455B87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0F8C3D60-5FDE-4460-A5CB-4BB9D7EF43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9B01394-57A0-4A13-B7C6-CF22F7A886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5E03EB1-1611-4BB8-91ED-385479B40F64}"/>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4F38407-92D3-4589-9B84-122B85F5C2A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D48A92C7-9EC3-484F-B2E1-4F653F9E905B}"/>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984BC4F-1575-47FD-9645-28752D90101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EB1E8734-005C-40B2-8396-650F6145F2D0}"/>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E91D600-8A58-4908-8376-970C80F2082A}"/>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C7B383D5-0CB4-4AFF-B5DA-2CE222CC5F1A}"/>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8EE21C4-C8DA-41D9-995C-14A81B6BA918}"/>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59BCE4E-7AF2-420C-B4FD-BEF69C8FBE4E}"/>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4FBE5F60-8432-4EDB-9AF9-8F7EBBE21CF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A868CCEB-2AAA-40A7-95A0-FCCF36A161CF}"/>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A5C7F268-B2A7-409E-9A51-D5A2D0E3713B}"/>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D6DCF56-8C89-4526-A070-55D41A5573B2}"/>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5685278-1CC9-4C81-BF9F-E77801FC7501}"/>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D9160E5-7119-4C9D-879A-6AC20118FBBB}"/>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8980D5DF-98C6-46B7-B4F0-A36278AA1B82}"/>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CDE8939B-2655-45F6-92C2-E76B2FB818A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DFCE051-EE91-4340-B938-31FC9FB11281}"/>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7DEA32D2-1CB0-42C3-8049-028EC9E5EC8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C2A665F6-214F-4206-91CD-1409997E4A0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5ABAA298-AAF9-467B-95EB-AF701A4DF18E}"/>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5CBDAF93-0F25-4FF7-BBF6-320AD2F4F029}"/>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5C65AE0-8BD1-43BB-B626-C8BE56476C0E}"/>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F0D4CD3-948B-4DA4-8E05-42C20DE1BCE4}"/>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590B573-1812-4D9D-B001-8F8C89A76AF9}"/>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07F2DCA-2FA8-4E8C-89B6-740C0B9E17C3}"/>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4D0A4184-F1B0-454D-81DB-1AF50575DA9F}"/>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24B7FD3-8E50-4682-80F6-521E1B571135}"/>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BCB0A572-EC70-4F18-A63F-DBBDDD1AD8AA}"/>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787B2224-5D0F-4CF2-B339-85323A2E97D9}"/>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0988EB67-35C4-49A4-805F-033FAD64654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2AE3325F-7138-486E-AA65-ACF011D56ACA}"/>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2C36525-0ACE-42B4-9691-044A2BF627B2}"/>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97FD8D8-FBFE-4BF8-BC54-A0ADB8FCA33F}"/>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414D434-FA2C-4EF4-942C-7B67409C0BE0}"/>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C9883FA8-D229-4301-A83D-D7FD37016C86}"/>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68E8CF23-9C93-4F77-A6B8-4E3753695C2C}"/>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BF45CD8-D751-4C31-89B2-BD39557DF19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1ECBEC4-4AD0-4628-85FA-64EF26BB4904}"/>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C18A4B68-89FC-4FB2-8C92-AAE427A07D9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64C1DCF-184C-414A-8408-C0589E232B2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061DB8C-169E-428E-9312-EC0C9F916F47}"/>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B9C58B94-70F2-4421-8152-3F2E9C8CF61C}"/>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FFDE965-1E64-49F2-9DDC-789A38017FE7}"/>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5C54AEC-F278-4494-8CDE-F75F248BF657}"/>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7737C7F6-E359-4330-8C60-E198019F11BB}"/>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D6E5083-0811-4910-860E-22F811E1BB87}"/>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12DA72B2-A631-40A4-B70B-9C68736F33E8}"/>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D823258-57D4-462D-AE74-338283D30AF6}"/>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4C7D734-464A-40C2-83B9-10ACF644BCB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3A089D61-9A8F-4323-83FA-BE66EFCE311E}"/>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63DA3957-0224-4144-B26A-DAC27ECA7C6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B86C7B97-D304-42F1-8BDA-EA5C68C25ECF}"/>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3B7145B-6F56-447B-8280-B4C0940DCDEC}"/>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E63C2C5A-9C55-4032-A70B-83DB1F0919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9959702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1422FAB1-3B23-4DB2-8A83-6FB22F4B3288}"/>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DB4E4ADA-5938-41AF-80CA-A1A3F70708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FE77DAB-C713-4CC9-BE8E-5E80D2CB2C1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B81B80C-764E-409D-9A49-62FE3B255AF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0FD28E39-46B6-4738-B466-EFA07EF4ED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F0F69C45-0956-4CDA-ADE2-C681603EECBF}"/>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B96458C-CAE2-4D95-A56E-551077A7E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1824033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491921ED-220F-4BF2-8E32-93721E08B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420474A6-FDE3-4A2E-9484-0E574E6EBD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897CD88C-1045-4545-8166-4C807BD829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670F3DCE-6B98-40CD-BAB0-D4C2D34CF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37848B5C-7D29-4F2A-813A-9E637D619E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8D411B5C-0AF5-43CF-84C7-8F0016FC64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290BD39F-729B-44FA-B84C-7B28C8020DC1}"/>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573FF620-1615-4D40-857E-EAA6AECF87A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81B5E60-C519-4255-B345-B680D4FCC10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D147C1D-1DE5-44F5-BB3B-ACC6A689E0D9}"/>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129BE887-954D-469A-BC2E-5A906D14372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1E5DC4E7-CDFA-4297-925E-2D74CCF823F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820BC39-2A49-4A23-9408-FC65D4F785C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BF02CF3-A5D4-4479-90A1-A38064EF1B47}"/>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642E8EC-1F89-4BBF-A378-23440AD243AF}"/>
              </a:ext>
            </a:extLst>
          </p:cNvPr>
          <p:cNvPicPr>
            <a:picLocks xmlns:a="http://schemas.openxmlformats.org/drawingml/2006/main" noChangeAspect="1"/>
          </p:cNvPicPr>
          <p:nvPr/>
        </p:nvPicPr>
        <p:blipFill>
          <a:blip xmlns:r="http://schemas.openxmlformats.org/officeDocument/2006/relationships" xmlns:a="http://schemas.openxmlformats.org/drawingml/2006/main" r:embed="Ra2c04592c758452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03AAEA00-657B-4FE0-8DE9-84BB380C38FA}"/>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7B2A4B1-DFCA-44B7-8067-EF3FABED035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32B2CEB3-0FA5-4A8A-9782-9499B17D3DC1}"/>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7E4A2634-2655-4A5D-A005-895F7CE66EE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C37C530-09E4-4121-B126-DCF395F73A5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2F55CEC4-E79A-4887-A628-6255BE615DC1}"/>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DD65A244-6864-472B-B092-EC402147D5B9}"/>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5DFC6F1-62CC-4C63-82C0-607B01EF6FA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5CB7FA58-B2E9-47E5-A6BF-33723BC34F0E}"/>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4DCC6366-A491-4FF9-AF08-0AC2AF0DEE3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5AE247EF-D4CC-4831-B17C-B533109AC102}"/>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D78C1C9-81BA-427E-AB0E-87396D65B741}"/>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4211DD5-6E4C-4BC9-AFA6-F4CFD2FD0B52}"/>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61F6F4D-4DCF-4B68-9FEB-786B4719D9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9561EDBB-A62A-4410-A950-EBDEE533F81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2CA8439-1FE2-4D77-B6A5-08BED3610B8E}"/>
              </a:ext>
            </a:extLst>
          </p:cNvPr>
          <p:cNvPicPr>
            <a:picLocks xmlns:a="http://schemas.openxmlformats.org/drawingml/2006/main" noChangeAspect="1"/>
          </p:cNvPicPr>
          <p:nvPr/>
        </p:nvPicPr>
        <p:blipFill>
          <a:blip xmlns:r="http://schemas.openxmlformats.org/officeDocument/2006/relationships" xmlns:a="http://schemas.openxmlformats.org/drawingml/2006/main" r:embed="R0f6d1d8a765e4f65"/>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467106BF-5C3A-49AD-91ED-7712A0E8AAE0}"/>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8D8C2F3F-5616-4C06-A350-18AADD51B5CF}"/>
              </a:ext>
            </a:extLst>
          </p:cNvPr>
          <p:cNvPicPr>
            <a:picLocks xmlns:a="http://schemas.openxmlformats.org/drawingml/2006/main" noChangeAspect="1"/>
          </p:cNvPicPr>
          <p:nvPr/>
        </p:nvPicPr>
        <p:blipFill>
          <a:blip xmlns:r="http://schemas.openxmlformats.org/officeDocument/2006/relationships" xmlns:a="http://schemas.openxmlformats.org/drawingml/2006/main" r:embed="R9f8d788cecd94df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3084595F-5BB5-4332-8041-4293479A63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582562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3AA73E2B-8C9B-4F23-975E-A936D855E7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CAF702AA-1A00-4B98-9CF7-D6DB8D8992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91FF1BD3-DD8B-4559-AB3B-A1F02F56C1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9145BB03-9538-469A-80D6-A21BCB2FB2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6D57F213-A5D0-4B28-B148-048211F87D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3F47C46-3B02-4045-AC38-6D93F72A5F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D7C0102-9352-4744-8FD7-C63A4E5A4121}"/>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AF58F93A-1B5D-49E8-BEFF-B9233602D395}"/>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30FC7DD-733B-45A3-AD03-D8ABF644FB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F98EC42-A031-4B78-BAE5-3E607E4227CE}"/>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B5259327-E620-4B37-8202-22433103AF9D}"/>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06B95B76-C830-4B8C-8E5E-6BB1C9CF1561}"/>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4F025B7-A4FD-4F43-9B77-026D25473C8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7593D8D-2BAA-4529-95A4-0D23650EA91E}"/>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519546B-3D82-4EB4-BF22-8252CA21E130}"/>
              </a:ext>
            </a:extLst>
          </p:cNvPr>
          <p:cNvPicPr>
            <a:picLocks xmlns:a="http://schemas.openxmlformats.org/drawingml/2006/main" noChangeAspect="1"/>
          </p:cNvPicPr>
          <p:nvPr/>
        </p:nvPicPr>
        <p:blipFill>
          <a:blip xmlns:r="http://schemas.openxmlformats.org/officeDocument/2006/relationships" xmlns:a="http://schemas.openxmlformats.org/drawingml/2006/main" r:embed="Rdf32348985f0450b"/>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7C20C03-FF31-405B-A8AB-61D98682399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183EB195-8AE3-4688-A834-F543B3EB3F6F}"/>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8F09271B-E5C5-47A8-868E-9A4C845BB24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BEE623D-8B16-41B5-B316-61D823BE4CDF}"/>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D1574E6-CFEC-4278-B9F4-6874C4A0E7A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A53EB606-5249-4DFD-9C01-53B7C5A10F11}"/>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F4D853E-BD36-40AC-A91C-6E573793728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44D03266-093A-43AD-B071-58E4E9ECA09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8643C6F-3630-4769-99DC-5A2E358E953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4D04F9A7-B744-4A35-A8CC-AA888586F2A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C670A638-ECEE-4709-8243-0330373782AE}"/>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58F0ABFF-61AB-454B-A0A5-A0CF52D706D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A2C2FE43-A985-4808-B55A-0FBD14BAC62E}"/>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4ED8F934-E404-4AEF-BA90-CA931BC0A12C}"/>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1919491F-922B-40C4-B8FB-4F465230FF7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A6ACB631-73BD-4998-ADCE-6639CE043E91}"/>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5A70C5C4-2D0F-4976-873A-FCB37B6DDE0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10927EA0-B11A-4696-9C82-EEB1B23AC3BE}"/>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01ACE6A-2E7D-43DD-92A2-A91C6C83B85F}"/>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36613ECD-8379-4109-9006-1FA3C1B04BB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F33C24A1-BB7D-4B39-B2C6-1EF88FAD233E}"/>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14B1D5EE-1666-4DD5-A183-29E50995A47C}"/>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DAB7770-6E73-45B8-B828-37401D4FA1E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EBA17A3-650E-4E6A-9DF2-810A6A1822B2}"/>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B3E29183-E5C2-4F58-8F04-25F7BF3FEA2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3E2981D-9E4C-41A2-AFD9-3457F932E0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037445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9E9A4222-96BD-418F-BF71-9DF077895A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2473A65D-1D4C-48AA-A302-3A3B3A7031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B17CE710-882A-4089-A47D-ABA573D44B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AED82A4-D078-48F8-BF7B-236CB9CDEA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A43EB218-AD08-46F5-BD5C-8BADC2131E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D7B095FB-2409-4EEF-9020-2E848377C1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FECF16A5-1367-4860-846D-8E49A0CC373A}"/>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E66594DD-B807-4E10-8768-1F5687E41E16}"/>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F8322AC-7492-4DB6-B142-2CB165A20D1C}"/>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3506789A-C862-46AC-9654-2771A2B511D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BA1E4CF-B446-43D7-A240-B4132188F1E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7B411C21-97BD-4E7F-B9C1-349295C5112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FC87FB71-8E1D-4922-B3CF-F8BF293D759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6687321-51BA-40D6-A36E-3E5C5DD5800D}"/>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8D7FF7C5-5DF8-4677-BC9E-678B9739334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5F5A2E58-0E8C-4ADF-845C-645E3A8C0CC4}"/>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59852053-CE45-4A3A-97E1-172F7981652E}"/>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A63D3ED6-7C5D-4C4E-9B42-92B63595A85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7DA815F5-4E40-4669-81B8-283219F161F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650A3951-7020-4C4C-9B9A-751366FBB01D}"/>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E3EE8C4A-38A6-4266-8A27-913F21B15FC5}"/>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7FC22CF-124B-424D-9D17-CD0605B3ABBD}"/>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9746795-D6FC-4E0C-9D7C-ACCE18042F8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D4A99D3-CB69-43F6-8E10-4BABD40AFE5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39157FE0-6B5E-401B-9F48-18E8F59000F9}"/>
              </a:ext>
            </a:extLst>
          </p:cNvPr>
          <p:cNvPicPr>
            <a:picLocks xmlns:a="http://schemas.openxmlformats.org/drawingml/2006/main" noChangeAspect="1"/>
          </p:cNvPicPr>
          <p:nvPr/>
        </p:nvPicPr>
        <p:blipFill>
          <a:blip xmlns:r="http://schemas.openxmlformats.org/officeDocument/2006/relationships" xmlns:a="http://schemas.openxmlformats.org/drawingml/2006/main" r:embed="Ree85c4ce42724089"/>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3495C3E9-1872-42FE-9D09-C7679EF673BE}"/>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C46C397-5480-4905-9FB4-2B30BC7356D4}"/>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E5C4BDF-6274-4D8C-B017-E1D11D76CC4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27C584B5-EB32-477E-9168-ABB4E2BE3ACA}"/>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7F02928E-CF43-4AD2-9555-85A7D6E8B9A0}"/>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9191CB7F-4F57-4D4C-8790-DB04C4BC0404}"/>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262FC99C-284E-4760-83AB-68DB93DF58AC}"/>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50CC4A9-0311-408E-AF93-40A34ACC88B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0C389328-55AE-411A-9712-8A9FA257711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D6CD2443-3DF5-43B6-9404-B4D7302C1A82}"/>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28B38369-71DC-473B-A819-56FB2BC7DFA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79C65A0B-7A8C-4A5B-9EC2-56C1392E250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4FDE3DFD-C307-4532-8D5B-567916FDE13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17F4407D-ECA6-41BB-9C7E-8563E6161F8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B88F47AF-E632-4A46-8E5D-7ABBE5AC1536}"/>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F5DD17C-39A9-4846-95CA-7706E3708CD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70A00761-39AD-4CAF-869C-8F5A33F5208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45F40132-F936-4990-ADA9-97C8FF13B5B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CEAA731F-A854-4DCF-A0F8-9D2EF1859B92}"/>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55FE5472-D748-40DB-A3E3-7E4222021B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289178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C830C0FF-CFAF-491E-A354-469F8A5303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4A7C0F05-8CC2-4CEA-99E7-6930EF4825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3085B5A3-89AB-487B-AD68-55FF30E97B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4E7A818D-ED5B-44AB-B7D2-5330D57097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12C05CB-6345-46AB-B207-7160704D70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46DE0B03-9EDC-43FB-92B6-53B4725DC6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7A177A03-00D8-4D1D-8DB8-075346B11988}"/>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002B10F-8BFB-451A-9A4E-559958261404}"/>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BC2DBF8-A314-4D14-BA6A-FFF78E40F3BF}"/>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F9AACD96-7F93-4E9F-ABAF-2F27A49F6D46}"/>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F428745C-BB80-4F45-9194-A534227F707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65E143C5-8558-443B-BBFD-35607833EC0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C88AABC3-467E-4A86-96B7-368F7092934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6D54AF5A-0757-4884-B37E-5CAFF11B2A3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7883293-FD47-48C2-8F91-61B512F42B31}"/>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82EAC28-C178-435E-8A7D-2FB8E6096D85}"/>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CBD6847-3A52-4147-8CD7-7E984E9D0C4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AF1AEEC-A0B4-4265-AD92-64C99F870D1E}"/>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7A7B707-BDE0-4994-94A9-942190FCE580}"/>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F20F7FD-3917-415E-BED4-2662C60CEBF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5DCADC42-4BB8-4C10-9C30-18C8EE7371F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F784DF7-2738-4A44-BCBA-DF6E1DABCDF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1D06DB75-8CE6-4061-B16E-DFD1EFCBDB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32372150"/>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71F14F7-2AC4-4405-BBE1-EBDF17D249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C31069A3-67C7-45BF-99C9-82CBD7EF64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9DC626AA-45B6-4076-9200-D45DF67AB1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833099D2-CE6F-46FE-B21C-E8B2406D21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109167CE-478C-4519-A9E5-39C31F06B9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39E32C5-8C3F-4AA6-834E-0E5AFB8328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755EE92C-F388-4B82-8573-9C43F1C4F8C8}"/>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BAB8B17C-DDA2-4548-8816-408A78CD1EC1}"/>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0502DF8-8FE5-435E-AC84-DC71BE58F8C3}"/>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7C09D679-F412-498F-8199-8EAD5CBC91A2}"/>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778440DC-CFCF-482C-9CBB-4AAF0044CC70}"/>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CB9DBBC6-B122-4CE9-96AB-26BC8D08189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CF9317A9-0E42-46AD-B6D6-D642DC8701DC}"/>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CCA1593A-B224-4FD7-80FB-B2333D33DC2B}"/>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9DD361C-589B-40D4-877E-ECF921D7437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C7753D63-670F-41E2-81A6-EB0AFFC4E17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A9163547-012C-409D-A5C5-5765B3452C91}"/>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2A32FFF-9053-40FA-B8BF-551625B5BAF7}"/>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E43E82C7-2350-4D31-A1FB-AC4F9976C732}"/>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AC08967-5332-4767-89A0-2D3CBC6D977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606B8E6A-C456-4924-BC7B-CCF48BF682C8}"/>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79C8EC93-E283-4972-B446-9C118415DFE1}"/>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000E2F72-C09A-4AAB-9282-915892F338EE}"/>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F335548D-740A-4299-A449-4F58DF80B3DD}"/>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472A5BA-24C2-4136-B565-394A4426E2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309720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DCCBE18-E58A-4405-89C0-F5FF51A510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FF6E6CC4-4008-4A94-8C42-72D102E867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713B5D24-A649-406D-831A-88EA96FC1F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59EB700-E7A9-4CF3-A9FD-003370FC83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B67F82AA-E899-4AA5-AD32-79F92D850E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782B35A-EE41-48BD-B82D-0AA91EA61A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338B0CC-D38C-4D82-B44D-744B43E31EF3}"/>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10E929A1-71EC-4184-AAAF-A25DE75DB5AA}"/>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A98E2AA3-528F-401F-9602-80E25855D867}"/>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04D635C-99B1-4194-8E4B-82E8D4A3C21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C0B9291-4785-4DD5-A430-ADFCB7143887}"/>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9E08C2A-E372-4D56-8674-3A88ACB89425}"/>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EE6A3AA-E22C-4AE7-A0B8-A066F3B39E3B}"/>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55555E28-3C7E-445A-84BA-9704D3849B21}"/>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D0D49A2-1BCF-4388-9131-D714C852025A}"/>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2FADEF2A-8AF2-4B69-A7BD-FD62A5FC4D8B}"/>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0A7EE3CA-8888-4DB2-91E1-7C0C08299C6C}"/>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56FC793E-8D26-452A-A83C-250E743BB7A4}"/>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BF088637-F394-484E-8452-E22A82CB96D1}"/>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5C72B2E4-D787-4E8F-80CA-BE819CA7F2FC}"/>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54AD0F5-D5B1-4209-ABD3-F8BE84B03F2B}"/>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FCD517DD-1E7F-4FF3-9C60-AADF2CCD075B}"/>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F293C62-E0FE-4BF8-94B3-7C3BF8EAA1A6}"/>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4AB0BC2-E3F2-4812-B5E2-AED37B4B7F19}"/>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F0B3F451-F7D3-4430-907A-4F37648332B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0CEA3C3E-215A-4AB8-B2BB-0B021DEDB6D8}"/>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3AE7A383-6958-49DB-A3B6-9D987DF7AF8E}"/>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A9547BF-AE53-4FA2-8A99-69BB1795977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E372DD10-3064-4A29-9704-57EFD7C138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92298548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9710112F-0F64-4402-90FD-F90A769FB4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5C6FB9F3-64AB-4B56-A4BF-DBE0C123A0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B3F242E1-AB36-4766-8D3C-8456B2E1D0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7FCCB0B-A03B-43BB-AD27-0ED0596B6D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4587C55-DAB6-4545-A3C3-F9FEB75561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2E0D90A4-7351-49B2-A3FE-E6B7C4FF4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FBF0BFE9-C180-4487-8D1E-F3062DA92E4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E182D7DE-BDBD-4AF7-B538-AF29E4A222B2}"/>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CF6AEDAD-2EE2-4B15-9C55-85261D48D91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B1698E1-B362-4DFB-93D3-9C16FA0C7992}"/>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5E76CFB-DF0A-44BA-B22D-83E6B3446126}"/>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A9A1FBF9-9E9A-45DE-8606-2156F3E9ABE6}"/>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4B7F45B3-EBD1-4738-A6AA-52FC42A2C45C}"/>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095CBC06-5B5F-43B5-AD9E-BB6BCE6079D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4220047B-58C0-4841-81EB-E59D396C700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FF2A5EF-F8D4-4647-829C-92916046F3BB}"/>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E49DA0D4-773F-4DDC-9E55-257C6972E3A4}"/>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593C4113-5332-403F-9EA0-6A341D3ADE53}"/>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A49C5DE8-AD5E-4C3C-B89E-2D3A4B3E885D}"/>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5788FA3-E52F-45EB-9D6D-CBCEF51E3F30}"/>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4EFE635A-575A-4009-ABAB-AB4D96428009}"/>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DC0E48D-25CD-4B54-9994-7E2B7AE91988}"/>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A935DB67-BC5A-46F4-BBE0-D6127DC811A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407014B5-239F-419A-8351-5E4993FAAD2E}"/>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235D0C25-C2A9-4D82-85B8-2E62A8DD7BC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26E9E3F-1ABC-4A65-AA80-1F8C292B41C3}"/>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779C6109-FAA8-4C51-91FC-1F496429D96B}"/>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183FD9FD-7DB7-4BA8-B437-0428774DBF65}"/>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D5B3F9AA-94B7-4BDC-B795-3E235D571A32}"/>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BB482FAB-C60B-4DF4-A35B-D4CB9B91254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6EAB327A-4353-4BBE-8E41-B501AFB0D1F2}"/>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F8A93D36-8609-4AF4-9B80-B5AC8D7D08B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8B15CBD1-3F0C-4BEB-AF12-376D666E6E13}"/>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C6D90126-B728-4818-AF5D-1FEF070392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6652210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3585B0B-1935-4B1F-B108-76340C2C4C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F78322E0-C3CA-4A70-9964-80209D9AF3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37A74789-994F-434E-B6F1-011770EBBE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F1CA523-1B66-490B-A082-58ABC6D10F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155C3A4-0A96-429F-BCE2-29EE71A98E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59EB27E1-A498-4598-A402-356AA6566A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0CCF1CF7-A76F-4C7A-8E1A-1A09F655DA17}"/>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77BE4890-6185-4382-B97C-3475CA7156C5}"/>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0D7FB539-0B61-46B5-8889-1A70A9AF5A0D}"/>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BE639D-D8FB-45FB-B06C-FC81950E0AFC}"/>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B2997EDA-D189-4719-B31E-F241D7EDFC9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1F2EA31-A634-4135-B33C-1DD97CD181DF}"/>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646B768-4879-453A-832B-4E0CAE862B3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92CA5DE7-7A84-49B2-909F-8518CD6DD44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B8BAEC4A-AE15-497E-8B72-A9EBD3403BB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23446091-9E0D-4BBA-9F76-D50B20CF33B4}"/>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15C8D891-9592-40A9-911C-62496628E86F}"/>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34E81CCA-9070-4FDE-AEC9-A9F6DB470C3B}"/>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88137D15-4E98-442F-871D-E76A9910BF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048475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835FF67E-1799-4BBC-92C8-52A3D8D648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456A4799-9809-4026-802B-406376B4F9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A3C891C2-F748-4E94-A526-F7AD090868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DB9492F-6A12-4705-B164-DB6F1824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43AB9001-028F-4DC9-AAFB-2FD5E70ABF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D826A8A4-E65C-4D52-908D-D19F13D76C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179DAF2A-A551-4B1C-9F40-F702BA11173B}"/>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CD81D1FC-16A0-409C-9888-BC6559D7813E}"/>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B1CFBBD-8E40-4266-A72F-AC585839532C}"/>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8F3338AF-E771-4A78-B341-45D92A56832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3155C08-56FD-4B86-A99C-9BD75B262390}"/>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FF91522B-F132-42B8-B544-38638EAFB33A}"/>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65A1450-F5CD-4EB9-B212-D7EA39E6DC4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9631CFAF-B49D-4A34-879E-6E185EDF722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0258CF22-75CE-4E4F-9B22-D231CB9AB469}"/>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814E068D-3847-4155-815D-7244204EFF7E}"/>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E89307C3-7E43-4803-B083-BA108F07365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7409BCE5-5ED9-4A39-BAC2-1F820336D10B}"/>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992A0A79-C5D7-4997-924C-37EFA743C5A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6DABC8E0-434C-4ACC-AD0C-F9BB2745E407}"/>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BBB2FDD-A533-4535-9C03-EF43D5FDD5E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20A17C28-3FE7-4C2E-B547-BAC22FC64331}"/>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004F0E9C-F26A-4544-BBC0-784CD3999A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8293862"/>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94FF9215-649D-4FB5-9D2A-BC430F8F59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6BB8553A-E8A1-407C-8FB5-0290BE7EBF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964AD138-D699-4461-9CB7-014BE7A211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E70DFD54-B145-43E3-A211-6288528881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72DE5C18-311A-4D92-BA87-891113ECCE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1C050C6-D1A2-478E-B645-021C892FF9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E9829036-8368-4850-A4B5-E924A8B93D0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492BF3D8-68A2-41CF-B06D-99434C168128}"/>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5EDF7604-FD41-4DFF-BE37-B0E013CE54AA}"/>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33717A5-3DE6-492F-BB77-946207680A3E}"/>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7A5AA7F9-7B9A-4A59-B4E8-CD0298205B3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F892A0AE-1DC2-4CB4-B910-C6E554436201}"/>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25A43FAE-7B74-4D73-9EE6-A12D1C6BF5A9}"/>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DDA48C84-B678-4C8D-9F8F-D3701DA98F96}"/>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812BE55-C5D0-4755-9353-0A5700B8003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4B71D02-172D-49D3-BB92-1C0B61A32B5E}"/>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9D0822F5-ACE2-412B-BEA9-DF6873D41295}"/>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B49ABB5E-D0B6-4167-8E48-5254CF4BDA8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BC39B71C-777B-4241-8EEA-E219985F6077}"/>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E34B6270-F6BE-470A-8CAC-0FE39DB2A783}"/>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76F6A57-D03B-41A6-9D0C-0CBEA6BE5FE5}"/>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ACA99790-9DD7-4E1B-929B-0532577699C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EA84B296-57E0-4524-89CE-3E56247D9D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8175231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DA4B8DB9-EE93-43C8-BF5C-4F0EC2E5EF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B41B0BD4-74EC-4190-BCFA-1E1F3A656F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69159299-2D85-4991-B869-36D2ED0D81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554B3B16-DF94-4D54-A98A-4C1AB79579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3D367FD4-7594-4984-9E8A-F22593919E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967CA967-8EF1-47C1-8E0D-E018F7FB77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059961E4-43F8-4D99-B7A6-0815C420F057}"/>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4105E232-8AED-41D7-8698-7E509E59287E}"/>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B18AD575-C1A2-402A-A586-AC5613398F2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8BED761-2732-4F26-8EF0-F92915C9C095}"/>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25604D87-2AEA-4CB8-AC67-0791AEF335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BE3C442C-186B-4823-BB10-AF795A3D2958}"/>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4851328-7AF6-443E-A8D0-030D1777A90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679FC2D-AD96-4631-9AAE-36FA896FFE9A}"/>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2F5D64-8BBA-4CAE-9401-EF7895B0CEE2}"/>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679645B9-3500-4A1B-8685-2DB8D2CB8010}"/>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4F382F7F-8BAC-46BF-B12F-4116A5861899}"/>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B4996F87-89F5-4164-A487-E005C2751726}"/>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8E1D7181-EABE-48AA-8001-DA4F85DE1184}"/>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63757B2D-BC2E-4C2F-AB7F-F00BC2C24F10}"/>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41E5834C-90A9-422A-9037-A08017D0EDE0}"/>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9E43C16D-FC5B-4EEF-9780-28C206B8B26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BBF28DBF-EBA8-4C12-A653-20AF90DC711D}"/>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82947EF-AEE4-4ED1-BCDE-AD2FD408C614}"/>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6362B893-DA2B-485D-9A7B-FEDEB4B56EA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C4EB5FD7-A783-4FFE-987B-4E3668F765BA}"/>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41993840-2C1A-4388-95F2-04E925C9AC3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2A175563-AB34-4CD6-9DB2-BC14D424A57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9B1EF7E-85DB-45AF-99F6-996DE4296103}"/>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514A69D5-5D5F-4699-A8E6-4A2FF817BB42}"/>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1AC55C0-04A1-4AA3-84ED-1F1F4AF8BFD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C3A700AE-3ADC-4342-A81C-1D46574DF56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06331412-4EAD-4E85-9667-9FA3B7603BF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5BE0B562-E133-484C-BDBD-09AAE728480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22A179B-B206-41A4-8F29-42956B720B9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88D5BA93-98F1-428A-867A-C8CC2D2755BE}"/>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DBBA4F41-35B1-4E66-8EE4-85A1CC948B8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51982CB-F692-41BD-BB19-D62A95F548F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F902949-DBDB-48E9-AEF6-DB24C19412B2}"/>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B632F33E-EA0B-45AE-BDFD-74C9DCAB515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BD2BE210-45C7-4052-A75D-1E1674869C3D}"/>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1CBE404D-CE7A-4F38-B1C4-B565CC787DA1}"/>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E02AF600-9D53-49E6-B29E-7523C9664089}"/>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22CF3F0-6111-4B7C-97BD-9CAEF097EA70}"/>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0A95A99F-0C28-4F8C-A7DE-96EF24FEA51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ECBC48D-EF2A-4C3D-A546-1A2C4721BA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098645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ACB58630-AF57-4086-B787-D989D370FB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2024A3C2-674A-4FF4-97D8-90FCE1EBE5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FF968D2E-D5E3-4E4A-8890-D5104450BB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B7A411-C01E-4E24-8AF4-83DFA33019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DFDB79C8-B836-47B5-87DF-A2EA557A30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71DAEEAD-76F8-43BF-AB73-A8602377C2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0406B139-A855-4988-920E-4596D7578F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273AC7D-CDFF-4FCD-9491-B516AB148B1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2E5BA255-539E-44A4-B00C-EFD2D4004A1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2EE2962E-5B86-4D8F-9270-9637AC7FDF4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41C1626-3188-483B-9BF5-B34E05AF4D9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1EDFDC8-ECAA-4D4E-A58F-6749387BD44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03A5046E-A87B-431D-86A8-18189085618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C6FC05C-068C-4C58-B20C-2D42902B3E0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6BF8D315-6E99-433F-A30B-3B3B5F1A1F8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1685B15A-F79A-427A-A09B-BCB1DF02F46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A9D8CBB4-50AE-40F9-828E-1028F20FD03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4F34542F-A5D0-4FFA-8678-F3CBABB91B6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9FD7FB9F-B1E4-4C4E-B643-ED4332E9AD6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CFA3D60-15E6-487B-B39C-92C04D0F0D6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E99A93A3-351D-4C9B-A012-47BE172F291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A262FB1-2E14-4A73-A0DF-CDD1D350911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432CC78-34EF-4104-A828-5288EFA67F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674296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8333C746-0C8E-4654-AA06-7AD739C998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756510A5-24EF-4DD2-A000-9E889CE4DA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C6577579-206C-4FB0-8006-CC0D26CCAF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7EA655E8-FAA6-4CFA-B8F2-9AD0EDB88F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F0B119BC-9F3D-4575-8030-3A43AEFEC1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8D08ACE0-2E49-4E59-B5D5-CE9322A542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718E20B7-A715-48FF-8844-B96E8CF087A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320C96-3E87-4ABD-B69F-CD47ECE19DD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8A78F7A8-BD07-4E5E-BCF1-BE019D709CB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DEB1B229-15EA-48FB-BFCD-660A125F84F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FE78E81-E8CA-4C93-9D9A-5082C8CF851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FFBE955-2855-48B0-897F-94D6C94EA9E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D288475A-40E7-49ED-B55F-D343B099E22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47A5D55-611F-4024-B352-9B9D70E68F2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9B241AA3-D2C0-4B45-A6C4-06E31386547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47191CBD-2A75-44EE-A028-489DAF477BF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0A3F3F1-FD3B-401F-BFB4-4D4AA5EB976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A6D645F7-5EE1-48E9-92D3-4D263FE3572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A40F950-0C86-4A04-884C-F834DF5D9B6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D02360F2-4F3E-481E-9691-AE25DD83A92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87BC58A-E556-45CA-95A1-C5D0AD40D6F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C50411D-28E7-4BFC-BE00-15F4F3EB6B7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22FC9FD-9AF2-4EB1-95FF-21BC32186E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5709296"/>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80B9EC52-5612-4424-B0B0-0EA9F963C6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53BDF3CC-5D74-4D30-A494-EB52F75C56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8F1710F0-8ECA-4501-960F-E8613D839A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B7ED1D4-8636-4F0A-BBF4-DF3A7281C7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26CF5A69-7B0D-426E-91C9-121F8CA1C0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8924F3B7-195F-46AB-A33B-3FCF36AB2D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AB6F2990-59E4-4629-9D7C-6D47FE09AD3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BF29FFF-3344-45D2-B3CE-561AFAF9836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E2EF5D3-7267-4AA3-B67E-50B063C549B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9C11E94C-4640-4130-BE75-2F39A223B86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CEF7A77-DAFD-4ECD-BB44-1EF4CDEE374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77E04D4-3234-42F2-9732-A4F96B82220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292D578B-F451-47C0-A46C-CE16EE676F0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9CC29AEE-3B81-44FE-80AD-8F058F82E17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952E32CA-83A1-4EF8-9A47-E19C2C4D4C5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248D5771-4AF0-4C4D-B022-2B55DF951BF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96106866-EFBC-41FA-8F81-FDEF237BBC8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B55B720D-1179-44AA-BBF2-EAFA0985107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B50F89DB-CF57-4B03-877D-0D47A74EE36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49BD370B-A323-4AB2-B987-17E7E810FF9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F30E3CC6-3465-4BB9-B6F8-207AA25FFAC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D9658A2-83EF-47DC-82DC-02018F55AE2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DCD4050-A54B-4CB1-8986-5E332ADF3C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058662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83CAFD2F-15F4-4BBB-B1D7-EEB163AEAC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D3BFFD68-842E-4F73-926B-F8CC2367A2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D5039C79-6413-49ED-85B4-3707DE760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8E85DD3F-7745-46CC-AE0D-1E3E981ABA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CA89A2B9-DF0D-44C2-B9D7-EAEC1FB42E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CE42A112-1BE4-40D6-B2B3-ECBBF87F95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E213DE4-12D1-4371-8924-7613FF31C0C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542F3C2-8C29-4A49-B7FE-F12DAF00345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B152A59C-683D-4EB8-A63B-4675EFD2C6F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6625421C-8093-4F4E-8228-D38C00420D6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0E9489B-C757-4E46-8FD2-730419F3F5C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56BEDAF-4A32-446B-960F-0990F229D6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ECA91171-3601-493F-B5FF-E132ECC23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844B764B-CF2F-4196-9AA5-59815CE212C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DDA271A0-23B7-436B-A800-ACEC4BCE5B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D08D39D-EB4A-44A7-A996-A7C5698B7A1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C57597A0-8071-4672-A444-F91287D4F82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1849D9FA-BC92-4F41-8941-8D39DFBEC1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5F94ABF-B6CE-4CB8-A727-B5AA1A383D5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1C6D3E36-D1BA-478C-AAFF-275914F2683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6C8DA6B4-35B2-4F56-A3D4-9B825DC7553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495F047-5027-4EC2-9D8D-482CB925FAB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0B1BCDB-F04C-4037-8A5E-CEE364EA87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399557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1C9B0415-BF65-4981-8E7D-CC2E6E10CD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A84F7B35-B02F-4AC7-A1A2-7352B1F473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DA837ABF-D95B-4DA9-867D-999EC3965C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83E2E23-7715-4FAE-B0AF-8E24F1EBD2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C7912DE-2BF4-4071-BFB9-7F388DF8D4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73E430B8-D456-45BB-93F2-78F4DC7275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526023B-A079-4896-9868-7FCF2DDFC4C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96226F9-F69C-4A94-B82D-F47647DD7BF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8D27D64-89CC-47E8-8A25-60552B0A783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0DA3723-F524-4F85-8F66-C0632745868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68604A3-9AC2-470D-8444-EE9954C7B72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EC57D0A-9C57-4491-BA2C-676BD360E3F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C1DB2A5B-3B25-4B40-B018-61D4533C5C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5779EF5-B02D-42C1-A273-A2321820E2B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F3567E07-D12B-486C-8F7A-3D316A157F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0E71D12-A49E-4E6B-B3A3-1A63E95AD5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D39B7EE1-FE37-4BB3-8225-423F1D3ECB2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9307B421-6A2F-4AB1-B5E0-9E68F60EFF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52AC23DC-51D3-4F2D-9EC6-6CDC04913A1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96E76DD-155F-4F65-8432-6A4619DA19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30F0322-A947-40DE-8DD5-D658123C02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41BED4E-18C5-4B66-AACC-FCC25202ED7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C7CBE817-98C5-4731-8006-FDEBC5D662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633848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B19FB854-365E-4C2C-AFBF-B12F424F11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78B1CE16-02AB-4A64-A864-5D55EDB02A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01CD5ACE-94D5-4D1D-B0DB-E41ADDBE0E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F75A019-E9CC-4AF7-A434-086E7D535B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71BE1D02-22D3-4C0C-BA48-49D82D5BCC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D517AB45-6A05-46B4-9E00-F7EF026609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52684438-F711-4E4E-8510-19C10D938E4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6060323-C167-476C-A5B5-4C1A153AE59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F79D17CE-8C0D-4972-A411-DAB42779C09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6E0A9746-719B-465A-9E69-54A60469AE4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E78D7A7-737C-4EB8-97FD-481623B7249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65E9842-55D8-4780-8D66-2EFAC19F2AA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1909A427-A558-45BB-9B78-50EF633D2B8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B39ABD60-D3E1-4285-877D-C0344EDF3B2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777196B7-6150-42F5-9D3A-24DA095AE71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0E09839E-4DFC-4540-B6B5-0646E5A2296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46797E76-A08F-400F-8EA1-3679A6A631D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D07885EF-2F0E-4894-AD2A-8A9F0EC60CB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CEFCB4D4-A242-44F5-869A-6EDB97B947E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B02F085E-A056-4D99-9611-890FF522B80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77EF2C46-1AC1-4AA7-BD06-07C78AA11C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DE38E79-231A-4E9B-B073-D8C24A008FC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A720EBD0-5132-4B58-918E-3A1F7CD36C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671187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A889B335-1869-4590-B775-323F6D32D6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59993DD0-35EC-4055-996D-26DC9267C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79058293-BB90-4476-BDB1-492FD3108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6B0CE045-50A0-47F4-B212-4C35F4A474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1BC6DAC7-AC32-462B-B27D-179BA88341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27F45D03-69E5-4DAB-8EBA-EE08C03569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2E88F749-3BF5-4274-9266-EEC998D8B8E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A640651-D897-4BE2-835A-235B5A15EFB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D2FF183D-8F28-4B74-912C-52CA234E937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6121A86D-9B8C-4FC2-B371-530FC923789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350F28A-B9F6-4D62-B8DC-36B66297818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33731B4-A0B9-4609-B5BF-F1758A4DBC4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28035D3-F763-496F-987C-F5B9644AD87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2130221E-B875-4C56-B345-73572367FAC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98426E9A-E414-4040-8D2B-3DC157B98BD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BAC0EA5C-2E63-429E-9314-07110006D77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59DCCB9-26E0-4672-AEBC-75130C1AD45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ACA109CA-1C54-4150-B411-CE7B3EF5CB5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BC75A74C-9C07-4FF6-B6E7-3FBAD69A3C9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9956E33-8A81-41EB-BC6E-AAFF4A64E6C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99847C4C-3776-416E-B0F0-030BCFFA4A4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8DED610-4A62-4B65-BE2B-B396E1D6D6F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D0314A3-56F7-4685-8C73-FDEDC82BC3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7898653"/>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58073229-E9FC-46C0-9E05-120F6D3C91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09990E3F-7AA1-409D-97A2-7D1D96FC09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6E156154-A9B5-46D8-B24E-204DB33E9D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C16EED2D-75FA-4725-B3F1-238A158A5B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30EFB079-A490-4714-A671-4A34B83841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6F2FDAA2-945B-41A8-884F-65307DB9B8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4E30D0A7-928E-4746-85EA-DD228B8E1E3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114A49F-F6BE-42CD-B729-EBA347882E3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B93E2D74-E9BB-4589-8E6A-AEA5B32C855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3E0C1BD-B0A1-4B7C-B7E4-904B369F24D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19B7D9A-42F6-4DA4-8FAE-A699653644E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2485532-9E8C-4728-8361-D89520D5BB7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C9F533C3-6489-4EAC-921A-53D55D577EF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51AC54F-27A4-4069-9675-D3CA53E63BA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075084FB-0CD3-4A7E-A8DB-221DDC9BC05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82416F4-7BEE-4F63-B28B-C411374454E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04A48D1A-22C1-4C16-BD26-32FD43A1B51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36807F5C-86BE-4555-B141-0B1BEA40051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96CDCE58-E3F1-4A24-95D8-C2A2E81A738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43B54463-72A6-4B17-9716-D5DC6DB2737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0C954B83-3868-42FA-97A1-52831B3D07F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2EEF917-8A93-43C3-BC03-237871D3173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87F7D34-E4E3-4133-8FF8-1904689880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665536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D9385B18-66CF-44D6-826F-37392D162D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5382AF9F-E3FF-4E17-8729-25927CBCE4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7B1DA80E-931B-40DC-A2E1-E69A8FAFF4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6999BBC3-924D-43EA-9648-26016C59C4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04C2FD17-DC19-4E1E-B8A8-B1B36EEE8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5D396BB-9401-4112-A2C4-CE8AFD3BF3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4CF040F-7973-4AA2-BC4A-269E968861C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0CBB2AB-7830-4A61-83B0-F87D30D616A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F76CB5-72F6-41C9-B5F2-264E09FE1794}"/>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ADD6AA4F-16EA-45DD-8ACB-6E89C24B0968}"/>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92C3C3D4-4BF8-4ADD-807E-191926457BE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3AAD7A4E-2A0E-453B-82E9-53CF28B3C386}"/>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4ADD6285-FC09-487B-9710-0804893393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7291223"/>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4E66836F-1B57-457B-93D1-2BD1699C48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993660-E8EF-4364-A2A1-E7E77CF869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481D51E1-951F-4B21-90DE-03348AF80C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5E5F600-1DA8-43F5-AF15-860C8FC9EB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FEE7AA7-3C4C-44C5-9B97-CCB485760C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73010C02-1D21-4B07-8554-930B227D51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216D1D4E-A9A2-4000-9DD6-863C1BFD8E9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311029D9-33B6-425A-B28A-3BA0EFB2AD26}"/>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99BAE180-DE39-4A28-AC64-9CC95BC7F80C}"/>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B5E7FE2A-E19B-45B5-8A89-A2DEFFFA4B4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A198808B-595E-40F7-9BBA-78FFE8E6C16F}"/>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15F470E-0BDD-4AEE-AD89-2595E84F368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60D7DD7-E4E6-46B8-83FF-BAE33281AE4C}"/>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DD398D79-EB46-4265-BD13-6A0D9E11369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C01EEF92-96B8-4872-AAAC-52D2FFA42D4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D14FBFC9-23C5-498E-9EDC-2F5C384950E8}"/>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E0F46794-DAA7-4ADA-9D82-91AB7EECD6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5623731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B37A5804-ED7C-4792-B400-DCA5F02DC56B}"/>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4025BC2A-2B6F-4E28-83E6-C2804841F7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CE37626D-6FBD-4C96-81FD-DC647BFDC27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135D8D6D-3A12-4F07-97E7-B58B57003F5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A80F5EE5-E5FE-4D3F-A63B-482FEB632266}"/>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12AEC8F-787D-4E7A-AF8A-DB6AC98630E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A796C308-1AA5-4117-ABE3-D947ABBA68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298463162"/>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4AB6632-CCA4-4D6E-901E-8D944D9D48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15E6EA6F-21E8-4E97-B457-B3049CD9AC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C14776AB-8247-484D-8651-59BB4406CF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D9498291-9C67-4C53-AC2C-5178A1BA7F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186E8635-E2F2-4E3F-9958-44B0F8784F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43040E2-9DCA-4801-9E12-CF2370D2B7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D60BF7D-A1F6-4F8C-ABD5-671D50C78A04}"/>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5BCEA4B4-E9E4-42D1-816D-6623326E042E}"/>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C762D52-2832-456B-857E-47D2DD62C1E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7484743-E163-40F6-B03D-32AE8CBD4D01}"/>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4290C0E-9758-4F9A-8D28-C49216A95C8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7E0182F-AD96-4D31-8923-1EEB9A647D9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650FF2F-2526-4CE2-9512-2A611F32AB6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A996D66-9845-47DB-BFD5-4750AC94D47E}"/>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628117B-9A4C-4C75-997D-1F7878D869E7}"/>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9B79419-6A8F-47E3-9B8D-D52145AEA3D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1F3A2EE5-B8B3-4D89-9896-7088A7B19C63}"/>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7BBE27F1-B7D1-48C8-BF84-75597779AA78}"/>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BA364DED-D553-4EC0-A803-DA91A0600DFA}"/>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82DCEC8-93F6-49B5-9292-A8BC723F668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9113773-1486-4C46-BB1F-401B4D6DDB9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F503B3B-52D2-4836-B6D8-5A1D2DBE300E}"/>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A650D45-1DD3-417B-86F6-45598D2E98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353815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C2EF870-B58E-483D-8315-5281D7532C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F6385090-78A1-437E-B852-C48EEC83EC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A6AF71A0-F742-4450-8448-F46E9CC5F6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655C1282-EAAC-432F-8CB3-5384446E5A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5678624B-D274-4ABB-B36B-A0129DE08F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2668F59-5E67-442B-86C6-D3081A1EB1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5C0599E-5F31-412D-BA1F-F4B55447BEB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13DBFDF6-9227-4A4C-9D6A-082214FBF46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BF1A6D8D-B78E-431C-93C7-BB1F07CD5C6B}"/>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591D214-E884-4A8A-98AF-A2C8DF33259A}"/>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D61BA47-A213-4A0C-8E05-D1B0FB5E84BE}"/>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DB4DF8F-1112-4E2C-85DC-06F9D17E0FC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231D6C7-071A-407D-A5A7-F268DF3EEB6D}"/>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F6E35E60-57A4-48C0-8AE0-DB9041FF6B7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B4DE7C01-9682-4F18-8D31-C61C4F085707}"/>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1C3A271D-2077-4939-AA80-0C5F76C1287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F0A1E474-1AE7-4D95-AEE9-2833CA8E256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05AB6741-5DE3-4741-B315-131727E7757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7BE81E6D-B68D-4D82-9B69-CA641C7B542E}"/>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3B243DF-E576-4CF3-B32A-E46446C0CB42}"/>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FC7B597-1E37-4995-843B-631C24F13AD9}"/>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D1E6990B-0663-4C32-81A5-B3F6DDE10D33}"/>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A140ED39-4AEA-4554-AAC6-60CC761E396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A45ABAD-C772-4482-A526-950017D73731}"/>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D68DA51B-89C2-4E84-8EE7-064E595C18A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CD4F2B85-C1F1-4EBC-905B-E93F2B5473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124193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E6501D3F-A2C0-457D-A127-E9FCDEDEEA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FE194D42-3D0A-4FD8-B979-8B73F578E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69D505C1-28C2-443C-8847-E752A63933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551404D-DC58-4BCB-8D47-5A34FBF688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843EF8C-526F-4696-814F-F8BBCAB2DF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67F6652B-C27D-4778-8F3C-EECDAE1613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01C92F83-573C-4A92-8726-D24D18904380}"/>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15274FD8-4FBF-4CD7-8C14-63A594FE992E}"/>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DC74C87E-519F-4EE3-952F-EF8D91E8EE2A}"/>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4F7D175-5347-458E-9B32-9D94AF0C6A1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22AE89C-F398-443D-A71F-A76A50CC2A0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C48A9055-36A5-4688-82A0-8FE1FD5B68F7}"/>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E5DCF99F-F3E5-457F-9E26-38B573D1C4A5}"/>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0D3BB7D-1417-4838-B5A7-A4A6E10B4C3A}"/>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11D8537-10C8-4D81-A3B2-726D3E2CF498}"/>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DCF18691-CC09-43A7-86B0-D2323434EC8B}"/>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F626200-A5AF-44EE-A9A6-692B5B84D77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D967C50E-20FB-4475-9CEB-8F36591DE816}"/>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D22C464-E0A9-4CBF-9C9D-AC0D9FC39EEC}"/>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08DE59A-A0A2-4CCB-BCBC-CABAA26B262A}"/>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5294BA-D32C-475E-B265-FC9FD42C9EB3}"/>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FF80493-C2FA-4F00-AB18-4DB4B9925279}"/>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B2589EF-2E9A-48A1-893C-E8CAB33E80A7}"/>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C606B8D-ECF9-452C-965B-BC1D95FCC126}"/>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C832200B-E6CC-414B-BF97-E2E4CCBAFE37}"/>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701A437-C681-4D9E-B8B5-2A702E883FE7}"/>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1547F2E4-C21F-45A4-8C34-8ADAA46F862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12AAA3AF-EC17-46AD-9834-F80E1956D4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979755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7821CF43-8BC5-4F5E-AFDA-B2C57B33D0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9DED0102-A29B-4F9F-8508-4C63985964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C45F2D5B-072C-4A44-884F-BDCCABC800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F5C34B8C-FC50-4B51-AF33-2B99C54319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7F6C1107-5C87-4F2D-81CE-86543081E2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0632702D-2918-4D49-9236-C9C0EB4400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64A4D9DE-90DB-4C97-97AE-1FC7BAF3341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1C65A33E-D1D5-4671-9E13-3383D22D84B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F968135-8D59-4464-9444-EFEEDA34224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81BEA6F-5BF6-4147-B7CC-CC85583DA85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BD0AE334-10FA-4EBB-ADF4-3B6FBE3232B8}"/>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6D6961A-EE9E-4914-8083-C22B530C893B}"/>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0DE1A756-A248-428A-ABD6-451DCDC057E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5974CB0-286F-4D61-82B8-3FF5A174C0DC}"/>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33EFF111-E89C-402D-B9C5-39FE133FF29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0AD5D86-9A38-41CC-B4A7-714342660067}"/>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42000F71-9792-4EA6-B63A-2C125EF5ADD6}"/>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AEBA7A2-D2F2-46B6-88B9-3C608542415D}"/>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3A9B6670-7651-48CE-B0EF-0FCD40DC2E43}"/>
              </a:ext>
            </a:extLst>
          </p:cNvPr>
          <p:cNvPicPr>
            <a:picLocks xmlns:a="http://schemas.openxmlformats.org/drawingml/2006/main" noChangeAspect="1"/>
          </p:cNvPicPr>
          <p:nvPr/>
        </p:nvPicPr>
        <p:blipFill>
          <a:blip xmlns:r="http://schemas.openxmlformats.org/officeDocument/2006/relationships" xmlns:a="http://schemas.openxmlformats.org/drawingml/2006/main" r:embed="R899f06e813834e1e"/>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4D1AA7A5-4014-452F-BAE2-E7DE991041E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2F98309-D6DE-4DDD-808D-10E1979FDD34}"/>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CDAEE27-C14F-48F7-9BB4-A2529C682CC5}"/>
              </a:ext>
            </a:extLst>
          </p:cNvPr>
          <p:cNvPicPr>
            <a:picLocks xmlns:a="http://schemas.openxmlformats.org/drawingml/2006/main" noChangeAspect="1"/>
          </p:cNvPicPr>
          <p:nvPr/>
        </p:nvPicPr>
        <p:blipFill>
          <a:blip xmlns:r="http://schemas.openxmlformats.org/officeDocument/2006/relationships" xmlns:a="http://schemas.openxmlformats.org/drawingml/2006/main" r:embed="Rcb84130dc9384e4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492C048C-066A-4445-B840-859D4529D1B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7F14D831-03A0-46FD-944F-68C02B24490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23E9024-AB13-4CEA-93C8-14FD6170B0AE}"/>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49E8C8D9-10D0-4007-B98B-09B9492AAAC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641E098F-A992-477F-AF87-4F4407D01A72}"/>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17098EF-AE81-4F68-BABC-6D9B8A70AA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2727166"/>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9C0613C3-85DF-4D01-BFEA-2D5D7A0B8E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2301D9C2-6834-4051-970C-E8BDD25048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EDBF8D47-679F-46EE-8F5B-E2ECCD08C5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D8E3C14-1AFB-429A-8C69-0AD73B8732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C5E872F-2220-4EE2-81CF-12AE4CA863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896AD66-0C19-4202-B123-1AC3C3AFD2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178B220-943F-4009-ADC9-A618748EFC3E}"/>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6F54A25-9048-41B2-9732-38B167E45D7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2221FDA6-B684-4697-B01C-0D2BC266E07D}"/>
              </a:ext>
            </a:extLst>
          </p:cNvPr>
          <p:cNvPicPr>
            <a:picLocks xmlns:a="http://schemas.openxmlformats.org/drawingml/2006/main" noChangeAspect="1"/>
          </p:cNvPicPr>
          <p:nvPr/>
        </p:nvPicPr>
        <p:blipFill>
          <a:blip xmlns:r="http://schemas.openxmlformats.org/officeDocument/2006/relationships" xmlns:a="http://schemas.openxmlformats.org/drawingml/2006/main" r:embed="R21a12e0c82774661"/>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32F550B-F8BA-4C2E-95C6-3A9F44C04B8E}"/>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1954290D-0662-4028-91B1-BBB225394A70}"/>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40F5ADA8-F067-457A-8393-5E97FFE6250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03D0AC0E-CD02-4380-B106-6303402095F2}"/>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35F9EC3-0EDF-40D0-897B-711028203774}"/>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F7A5A221-9F78-4851-94B4-15566C27DF2C}"/>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748D5A4-3F4A-4823-B2C9-85477EC88D2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BB66B13D-51E5-4A2B-AE37-A7B7886CDB6C}"/>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6101261-9638-4429-A9B3-E7B73ABA9014}"/>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E68E8984-7B3E-462A-9F7A-B894389F36B0}"/>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1AFE05BD-9F9C-4742-B647-F93A0B70DCF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AC8F2974-73D6-435D-B712-7B62D6406526}"/>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662197E9-D445-4941-B2DB-C833C28D44BA}"/>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FF86079A-0ED3-4F57-A203-B2BFC07D8EF7}"/>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44745AA2-8AA7-4AB3-8AE9-C9D9B412921E}"/>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4591C546-1B97-4AC8-886C-8D95E0E0F36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D5D5A4EF-51CD-437F-9867-A9DDCF247AAD}"/>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7EEE730C-C750-4709-8EBB-58060E9CB1FF}"/>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DA4A1388-E4DD-452A-ADE9-E970F32561CD}"/>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FD9B01B9-CC52-4405-A2E4-EC1FC9C25B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2821393"/>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9CEE7D-9619-4478-8FF3-406AFECD2B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D94AF744-F19F-4161-A718-1F374CEF15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2F8DD3BE-28D6-4750-863F-8B28301984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12B02C-7276-47E0-A943-DDF355A25E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AF981E28-8827-4DE1-BFF0-DD58628BD8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5B805D15-0987-4A1D-A16C-7D55D79A2E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0E0875DD-233F-4130-A279-F7A902781F3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12893F2-B9BA-46F9-BD64-B4B29CD1C8C7}"/>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C22D6644-9A88-4C8C-B3AA-5A4EE4D85A34}"/>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B4674D4E-CF26-44C8-A906-7BDF0B3E6F99}"/>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554A20FC-50C1-4F06-9D21-9FCDD67C08E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8FCD60F-25DC-4DD7-99D7-D179F15ACADF}"/>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FFE93470-021D-4598-A71F-7A51DE0B5453}"/>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C51E23-4452-46D6-937F-AA44C6318BCE}"/>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DA506608-C9EC-4C69-AE91-30F3B4F2EBB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C437561D-46F9-4ED7-932A-96005EEA438A}"/>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B317BC05-168B-4399-9EA6-B5E4937DE38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75FB7E1C-903B-4BE6-BC76-DEB73C68F34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8182B318-A5F6-4F1B-A744-33821377A168}"/>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5A2F6E4D-D44C-49F6-A881-37C2EDF57A0E}"/>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B1A31962-6609-4BA7-911B-C453FF4A8590}"/>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D427C04-957C-43D9-A9F3-ED420026E88B}"/>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EC0D67FE-14A4-4107-81B4-1EBE8A70BC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8832256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912DBC74-8B9F-4556-823F-1755F6FFF3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F6F99634-0804-4DDA-9718-064564D936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F7F024BE-434C-47DF-8F43-78CC2485F7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E935D27-C3B4-409D-A771-6244C2C6B6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FB403E47-1B37-4C81-875E-2B2BCFD490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940131EC-2D2F-4AFA-B1C7-E7625EA227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6C28A076-4817-4359-830F-0D52F27227C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9F538097-06E6-4D9E-964B-D09349CF91A2}"/>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F46F1939-E386-4BBF-B545-1F7BA300BE8D}"/>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4315D07B-562B-4359-B1B1-B58F6A59AF03}"/>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A24ED0A1-1B5A-49AC-8CD9-BA08278FAD8D}"/>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F4FA2612-87B7-4E2D-8ABD-E1768AE60D48}"/>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92377633-0365-47AE-B876-8F952A7AED2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6398B5DF-BE40-4946-AB9F-6539A71F3AAC}"/>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E8CB437F-18CF-4BBF-8AE6-93B7F75BFED8}"/>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6B8FB73-4628-4F44-8491-A6B191D11642}"/>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C689B95C-AA4E-4320-BB33-F0432521162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DEA1549-6E82-44B0-A9B4-4F07221F0033}"/>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6971ACF-65E0-4A6F-A26D-60704E4A9B1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956F051F-6499-4D27-B4CB-3FCA7F3B06CD}"/>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29052CD-7D68-4519-80FD-C725614E88CF}"/>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E5A271B5-D9A0-42E7-AFB4-20F5DB5FCA36}"/>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4B71DFD9-EC1B-484B-9481-699721D59270}"/>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F5C949A6-F38A-4806-A306-F0E81444B148}"/>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BDAE008-9829-4826-B90D-54408AC546F4}"/>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8CAACE0C-9E39-4B7F-9BFE-7952E67C250F}"/>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C2884F50-C489-4318-8164-620B5D0BC3FE}"/>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A59FD210-AE27-4A72-B311-1FAAD2BE651C}"/>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3C16F94-5F36-4729-932B-DE5AA4606C0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EAF202C9-1909-4DDC-BA2F-3BDC808C64C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56C55A5F-AAB8-4CFD-90F1-82B82F246C07}"/>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855750A6-3A77-48D1-9280-590B2DB2B1E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4FB3E34E-96F4-47EA-98F8-E4E85E0B1277}"/>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87EE3B76-A518-4C97-BC7E-C831645ABF19}"/>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1D35EE18-D9DF-4208-8228-4062239F3585}"/>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A9226880-D1D2-4251-B984-29E345EE1F94}"/>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AF9A9A3-04A2-4920-AA53-1491FF9C4EC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5C7DDE2A-AD05-4BC8-A1B6-E195460909A2}"/>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A471ED59-7A13-4698-98AB-6C4BD25FF0F6}"/>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29138687-6A9C-43C7-960C-E6624EB600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8680961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A5E96BA-3F08-4BFA-BAD6-880C828FF5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E4C7BC2F-3432-4935-AAB9-2F8A60F935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27915F15-78D4-4CC4-826B-BE06F95F84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FACADD4F-FB61-4B05-A3BC-030A4E9BC0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F6A9B610-5EB5-4827-A10D-B391FEC88E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C05A6BF0-B392-4818-B813-57752CE0E1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40AF8D98-4F2C-4955-8E51-855C0C9B50B8}"/>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EB4A5D99-8137-46DC-9FEB-107F13599EEE}"/>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51D43DC1-E937-4D99-B989-6C1AC1E7AE0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6FA4B52B-66B5-48A8-AA2D-D32FF9C6D5F5}"/>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9DF7605E-02B2-478F-BD42-6C9DE042337D}"/>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2002C594-BFB1-4AA7-9309-EF29C2ACB7B4}"/>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33CC1AC-9A0B-43A8-8BD9-684E3CB186CF}"/>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3072981-8DAF-466F-86B6-52CE44AF3F2C}"/>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F1EDF62-6CF2-4327-8C7F-E8231E6ECAFE}"/>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35A144FE-05A5-4CE4-B55C-197339ED1D12}"/>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775CC230-CDA9-431C-ADC9-FE2B82761D8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F6F63F39-BF8B-4CD9-B194-27F2F8EC3952}"/>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912BC8C-4BFD-4075-82A4-E8BC123F3D9A}"/>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304CDFF7-BB9F-4082-9D27-A6342D3C93A2}"/>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A745567B-3486-4E13-BA70-B37D4219356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C07D0B1-1BAB-4B9C-A06C-00C20587615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E9037913-26DB-4156-8763-4C7F75E52849}"/>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4554917-2B4E-40F1-8927-804999116806}"/>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C6A264E-AF3A-4BAE-A9D0-D88AFA97F275}"/>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C073A851-197B-4E9F-A628-183B0488AEBC}"/>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321EC42-03E3-416F-82A1-592F897429C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646D8D07-F5D8-4B4B-8DE4-DAFCE06B4BE9}"/>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9C68A8EE-8827-4629-9957-6102022CF29E}"/>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1E80D2D0-82F9-4303-888C-AC92C309C766}"/>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86920368-1358-40B9-9B41-B7DFDA16F2D5}"/>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8BF82189-81E1-4B34-9C50-00237F4F5316}"/>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2865AE9A-6ED6-4B51-801D-664ACE342945}"/>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23E806B-EB37-4DCD-8189-9EB808ED7A2A}"/>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ECD802-0F7D-460F-AB8E-57A6A048EF40}"/>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2C7B943-B317-486D-8CD2-B03740FF5E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2695889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97A17C42-1A89-4812-8D0D-CEBA8DBF82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30597BFC-E236-4B4E-A4F6-2C25588AED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47B55DB8-AB82-40DE-AD49-A0E573667E6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E887D97-82E3-4E7B-9A59-42E232D3F1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5D056DAD-2E2D-42C6-8889-4D1987541A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3D4FC9B-5ED0-462C-A824-E2680E6016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6A0A688-0677-46B2-8D67-64187ACE9491}"/>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548CF7E9-86EF-406E-B076-C34660299185}"/>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196EDBFC-56ED-40DE-9248-133E2B3C41A7}"/>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964B5136-66A1-4B4E-8C62-0AB3007C36B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A2A7B3BB-22BE-4092-9133-2E784EDDEDDF}"/>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6A52A8-70F0-4A02-90D6-74FF22466C61}"/>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6944CDFC-D277-4276-B51F-41AE71C2C342}"/>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C449C62F-4641-4CEE-8660-C6264AFC20B3}"/>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8566FD90-23DA-4C94-9C6D-73479DF4C7BD}"/>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F9DEC614-9051-4212-8429-E9A8F6FB728F}"/>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080FC294-0061-4D8B-87C9-C86000F82EA2}"/>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E24AC6D5-94BF-463C-A95B-A1974B1A7CA5}"/>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8AA44CAC-480B-4B5D-9A00-C0AEA252A202}"/>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8B5F6F27-8EA1-4A64-9A48-D0B34D893CCA}"/>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D7D865A9-6E1D-429A-9DD2-08D278C1E810}"/>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ABA88093-FE12-47DE-A2CD-FF91CCEDED48}"/>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2B74712D-9E4A-46FC-98A6-71880C25C659}"/>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1DC55D4F-F224-4F78-9A5D-F30190D62B76}"/>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5C249415-F09C-4298-969F-8F18A96708CF}"/>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9465E127-CAD4-4BBA-8BA3-30CC43FA413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7675AAB8-D7B2-4EB2-9AC7-5AE0CDEFAC0C}"/>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67BC9FB2-199F-4B7F-A269-D51DD25F0FAF}"/>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3B72A08B-5ABA-4794-ADF0-DCD26595B394}"/>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93BB018-DE43-4CB4-948A-71789EAE9647}"/>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05BBA4A7-3023-4376-B254-ED935B392473}"/>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C6395A93-8654-4B27-BDBC-62F72E32BC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11042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C65A4B9F-0A70-4188-A040-14EE6B5EC6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2C3BF75-6DA2-4393-A403-DFF94F1F11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951B53FE-379F-4375-BB2B-0B5464A0E4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18B0F92-5867-49D6-943F-8A239861B2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2C77D900-5B4A-49D0-9100-460BD67064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225B5127-A019-49E9-90DB-000EDB7981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96B0D1B9-B3D6-4FC4-972C-1EE458E0488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22587021-EA72-4914-9341-BB93E40EF542}"/>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CEF35E-C40A-44F3-A950-CC2EB9A36FCC}"/>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8887131B-8B7C-43A8-8D12-179E1F7750C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874C77C2-F1F5-4AEA-8F8A-EFCCA80EFE81}"/>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E91F6FB5-CB5D-4B04-A3C5-CDAAE247201C}"/>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12C441DC-BD0F-4D15-9BD3-0601CB3F0E37}"/>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0DAF892-B0D9-4787-9582-B2CF93E264F6}"/>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5FE4F937-C30A-4DA4-81F9-A9F0BAB4F13E}"/>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C5B6F7B-1E1F-44FE-AD84-6991CF9CDFF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14AC14F-6E79-4F3A-9A8F-BC8FC538B5CB}"/>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CFAD7B26-1258-4D65-A40C-7C963F360730}"/>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A483F59E-C6E3-4579-9DF8-FD13D683F0E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3C984D08-2008-49DD-AD68-8AE1200316A8}"/>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F7EF020E-4B5B-4321-A9D2-78EE910E8BA9}"/>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DAC5B3F-DA18-4EF1-952C-00566106E366}"/>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B195204B-A96F-4FB6-BF7D-F08B81660CB1}"/>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B081B32A-17F4-4D1A-A7BA-E3433BEBDD08}"/>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8C284D31-F94C-45F6-A5D6-75A27B8FF4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540064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72295C8F-B692-45D6-B883-C55BDB7CFA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2F6B29B3-2E7F-4CDB-9307-28DE4AD3EC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42591C0-3673-4559-964F-5D5C16C508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545E547F-CA5D-4EA7-9A46-4FF0FA4A53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3CF83FBF-2790-4692-8EA9-FB2EE7AD7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25FADB63-B2AE-45C0-994C-ABA8C83675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47F47159-1E45-4F1D-9FD3-350FE978209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4353ED4F-E12C-4645-AD38-B97291F36421}"/>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A73B1DF2-D4BD-46C5-91AB-4D1E8F3C041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F765DC0-3D3F-45BD-9C80-3C20C79A83A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2D920AE9-E883-4F32-8139-95010129122A}"/>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171C82C2-4F46-4533-8773-96BB03C01FE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7EEC86E-AF8C-48F1-B75B-92C411925920}"/>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D785F158-24D1-4649-A381-22D1B14AC9C7}"/>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6B9C4509-5556-49FE-8709-2ED026AF5E3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BCD1BC16-148E-47C5-9690-C2DE35DAFA95}"/>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777A7687-9C22-4D58-90CC-66E6D50BC2ED}"/>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5B74BC9-7E3C-4CE0-BE26-65AC93C0A467}"/>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B982F97-96E2-44FA-A627-D1F56718A446}"/>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0F454BF-5A1E-4D79-AA20-247B3B6ECDD8}"/>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EBB480E-1BBE-4A90-B839-12BA816577EE}"/>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8192EB2-B1FB-4448-A7A7-77E95044479D}"/>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8C7E9167-1BE5-4AFB-BAD1-5CA58791F84A}"/>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C257B7D7-55B9-450B-9BB0-A6ACE99C847C}"/>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BA94D52B-16C0-4464-8049-0013D73D69F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C0F0D422-6386-49A6-AD60-EFBC850A11A0}"/>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44407A31-5D3B-4D1F-A48A-676BB8B4C49F}"/>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9393ECBB-8F58-4AE8-9189-518BB46F67B4}"/>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FF92BFC4-9ACF-4B37-89D4-6687E0719155}"/>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41F4265-92CB-416E-A46E-2C3191C481E3}"/>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EB7663D2-1C3A-4EA4-B81D-EA51F0A0502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2875729A-CCA6-40B4-8EDE-E70C555869A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7D27CF46-6BD1-4EFB-8923-3C0321D492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0453389"/>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4A0A774D-DE45-4053-B435-F27B0B265A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BF52ED5B-E08B-4CD7-B54A-099010B213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50F4893-3D2A-4A5E-BC2D-EC0DB3A820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87C205A-0E90-4A93-9A3F-C83C95AE28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B9883685-19DB-4955-8442-9B1E421849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45B82F9-E01B-448D-BF7E-B01BD89DAE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6BD03968-7D8B-468B-8A70-1B74C24DC79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970BE82F-76E3-4511-9952-F9884E75A7C9}"/>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2CD37559-220E-4B99-A43C-9DFDD6B1BE02}"/>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955DFCCB-0AD7-4E9F-8CE7-7B2C369D6CE7}"/>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F5D0C7B5-60AC-40B2-BCF5-19F43FA9E81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528A60DE-9611-4D48-B5E0-9F56E30E3283}"/>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590C442E-02FF-4162-8C02-3F256F8539EF}"/>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9C603AA2-05BE-4312-B1D3-7D869EFAFBFA}"/>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A19EDAE-0EF7-4B54-9BCD-2AA2B38EDF3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D55AC8D0-33D2-484B-996E-904D86B99673}"/>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7D23299D-CED1-4183-9B6C-BB5BBF8B341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D7DC8F1-58D0-4AFA-A9B5-AEB5FAA17DA5}"/>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79B22D87-AE07-46E1-9257-6A6D9C24461F}"/>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1FD9BE7-8C8A-4015-9808-60401379E5EC}"/>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3FBF4F14-934B-4B15-8166-BF5418E0F24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5C70A20-BB19-447F-BADE-6CEACFD04C11}"/>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95F74737-4237-43B2-9384-122FFCDF010D}"/>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F626F39C-2B6C-4723-9B4F-042BE7440A9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09074315-15B1-43A8-ADDF-33F53208D98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124C029F-7447-45A9-9776-68BE5B211042}"/>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8C53529F-AC36-4FAA-B685-9374129158F9}"/>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8B44FD31-B4C9-4C91-A6B8-C2C8FC55403D}"/>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9C465E8-D79E-4154-BC9A-D95088130281}"/>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0F3181B-90F5-4E51-81E4-8AE351A77B37}"/>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C2576833-DC39-48AC-B646-CC57D67A4025}"/>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9DCAE47-53EF-488A-8AAD-5E37E99D3629}"/>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5C2B0DFE-86C7-430F-AB67-0F4D7CF2E643}"/>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9B18B161-8474-4EEA-B5CA-1546DB62952D}"/>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B490F3F5-53C4-431B-8A04-DB1464A212B8}"/>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84B07FA-76F9-48E9-B795-90A8EE612C17}"/>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6125B1EE-84B6-451C-8233-B0793B72982D}"/>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5532420-727D-498A-97C0-798A08D947DF}"/>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002449A1-4F21-4930-A71C-CE8DB1792C30}"/>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CEA4091C-C57A-4F5F-8D23-2C549890E321}"/>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ADB7FE7A-1898-4086-8913-D884C7F8FA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839497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FDA858DD-40CD-45C0-9494-505487F8B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177F4D57-ECBB-448E-97C1-82AFFCA67B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54DB426C-B0BA-4C59-8B28-860EF2A634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B8DB832-5199-4867-BCE1-ACE612EF7C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674F619-232C-4C24-8AD5-75FE8677A7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35C36F61-9246-4E47-AFAC-5298E03912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7681546-A59B-4167-8794-0C7CD29538A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6A8AD6F8-AD61-4AB3-8C4B-53BEC3D478AF}"/>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42E058E8-6107-4932-AC5A-8CCC0F3200C9}"/>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5E7D1B4-1FDE-4374-B4E3-0BBDB05B417E}"/>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79E13DB7-AFDC-4E80-B171-1A912E643DA2}"/>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EDF7BD30-3867-46CF-A81D-C94635AB21C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B25297AD-9A24-4664-A717-8348E6879726}"/>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01E111-7E71-44F8-9EFA-72E5534D06BB}"/>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6531A49F-9EF6-44B0-9FDA-FFCA8825877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09FC073C-66F6-42E6-ABBB-6D7894FBB9D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BF637A83-A600-4349-824F-5B7BB53DCF4C}"/>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7946CF66-C087-43B8-8A92-4CEA0BB4A60A}"/>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D4CCF691-84CE-4017-B23A-398A2D829B3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0E81918-8B51-4AEF-9E08-5F1DEA0D2172}"/>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45CF5DA-991F-42F1-A0B3-92F73D0E2B37}"/>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4EE9A02F-C2DB-4C71-B8C4-9B6B4D39F26F}"/>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2C4B9DC2-FBA8-43BC-B0FE-242FDF95B17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7F812296-5642-4ED6-89C2-C88E3D1264E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6F03269-C920-4146-9392-5564176F59C1}"/>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020D0926-D371-489C-AD26-B02EC792DEBB}"/>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0969174-9A07-407F-8A58-F5E2792057E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98F3D40-4F74-4B54-B5B8-73C0FBD2B41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96924AA5-82CA-4B9E-B704-95197A058D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369992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4D691C6F-01BF-49B4-AE04-63113CC253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F9D50BA2-8F63-457B-A5D7-7DDBDAA960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56A452EC-A889-4821-B1AD-2D5B98EE41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CE5068FB-3EA1-4EEE-AA57-1E9A97C299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0F2E2202-B252-4668-9144-456DA0F67B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A73ACDCA-4927-428A-A635-A528BDBBCD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8792ABCF-7806-479B-B712-62AB4309150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59B6E1E5-9F6F-4816-9004-0FBBAD626267}"/>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704D84EE-BD3A-403B-93AD-571BA811D7AA}"/>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D748C46C-4A53-44B7-876D-5D8FD3AA12D9}"/>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22F24941-EE5E-40D9-A6F9-8E8A2A968381}"/>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57DBBA8F-B7A6-4891-A826-18C4572814A1}"/>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F2291EF-4A32-427E-B3DB-09CD5F549A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6BDBC550-8E9C-4DEB-8397-2C86668B57FB}"/>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DAD76DD2-4EE9-4CBD-9D82-14A4CC0C58A3}"/>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6757B17C-CCA8-4B8C-A305-4ECBB0FFF532}"/>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B3B39C91-CF65-41B0-8F94-A1AFEBA61E77}"/>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2E7926CC-16CA-4723-8B62-C6D84A01A94D}"/>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AFDADA4-54A6-40B0-8CDB-611A76875EC4}"/>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09BFC90F-2878-4CC0-BDA5-2A5CC5F2BCD9}"/>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C104235D-25F9-4FB4-82D7-AE159296DE6E}"/>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F5926A5E-4E07-45E5-A06E-C148AB259EE6}"/>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B01117B-55C7-45C8-BDA2-53DC1949923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86079E45-D704-4824-82D6-7888C4A0D68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3AC1C3E1-A12D-4FE7-9E0D-636F0BB0308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6ED92840-B384-48C6-9398-78A4DAF99212}"/>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CD49E9FE-9788-4178-8220-BBACE8152BA0}"/>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3410B6D-0F1B-42DE-8AAB-52297C50BF0E}"/>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3DA2FC4D-3210-4F8C-95DA-5CA81AEAC6EC}"/>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ABB2A36E-9BD8-43BA-8B87-FA4A24B3F028}"/>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B34BAF92-3F61-487F-A7BC-7CA46F61D148}"/>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8AE1AC3B-EA07-4CC6-9D65-B63226F11526}"/>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68080E0-CAC5-4687-A59E-29B9A26CF972}"/>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2A8F0142-6A74-4BDE-8D0C-CC228A7A1EED}"/>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7DC9E21-D927-4BAE-8E09-9B5FD3C3623F}"/>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B40BF6D2-DA9F-4C9A-AE0A-DEED4525174E}"/>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F6A5090D-FC77-4B8F-B90E-862CDD5EA968}"/>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0627AFAA-2905-4A61-A2D0-AD8C7BE06124}"/>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DEEB741-9B11-43FF-AA65-5D83E5F1BEB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A4A8C78C-6CB9-4D7C-A954-E0BCBC412C05}"/>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C3F4DFA3-AFE0-49E3-A6B6-7AF43FEE6282}"/>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D705AA3D-5592-4AA6-89D7-657D662F43CC}"/>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FB6895F3-BEED-452F-BC1B-D6F2B18C34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77634715"/>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42788FEE-3548-442B-9110-1C05A3CD83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132916A1-B182-4012-AE34-B618BD970F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20ED069E-B680-4938-9925-CD3D62A1C0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4660B4D0-47FB-4D2B-96C2-80DE8928FB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CC5C0D4C-BAD2-42E5-BB14-F4D21405A6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8D5381B3-5E57-4BB6-A035-6F8260061D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8CD3109D-884E-4F53-984D-894AFF794FD1}"/>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41C0C409-85A6-4D1E-A043-2FA4ADE7FF52}"/>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3355235-B083-42EB-A0F6-BDF1A9A6BC0F}"/>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E87AE940-4DB8-4627-BAD1-4387FC41708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1B4BC03E-7206-46E3-8932-130D94D7A51F}"/>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69DA39C0-A16A-4BB4-BB93-BF8E6D8F750E}"/>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CCB7317-5A14-4BFC-8D5D-45B8E5697891}"/>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B75D20B1-B3A9-4E4D-A1D4-8F0CE8700DA6}"/>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EC008A19-26E2-45B8-A698-AC545473F7D6}"/>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2581DEEC-25FB-47A6-8041-6E601E75B971}"/>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B7EB9AA4-5209-4F5D-A7E2-1EE420F4B623}"/>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F5B02BC9-A30D-4B60-973A-2F748302094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BEEE5D5A-2E2E-40C4-BBC5-E3BBDEBF60C6}"/>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785AE51B-F927-4548-A1D2-4B455B4CF543}"/>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994AC3B-D610-4A50-81E7-E6AA8448099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814B4C94-9507-4EC5-8724-A90E17254B35}"/>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5491E342-E40B-4713-8978-B24B9F1376EB}"/>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0FC9BE2-3EFD-4B26-B1A0-FF92A781A3B7}"/>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351D2AB7-DDDB-407B-906A-663241A304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871125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85E2BF2C-1E14-4622-A030-AD6C72CC5B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0276F734-4DDB-40B3-ACB3-F4F77A5C82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730B6D2F-3349-4398-88FD-2B918D4BC0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456EB1B0-F49F-41CA-A207-A8834DD861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8C2C9D6B-45DC-4DF8-B843-63BFD495C7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83CD4A40-E318-4078-86FC-14B6DB9CB6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528F576F-8C99-44FC-853E-F9AEF514FD2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F5C5192-E592-4F4F-B0DF-5C38A8A11DEF}"/>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ED4E709E-F14A-4217-B1EB-0DAD95162C85}"/>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764FFBD7-00A0-4DFD-A23A-27B8F834EC75}"/>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FA7542A7-827F-4A9B-A3FF-A69D7FA17173}"/>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72EBBD3A-60BD-4865-B098-BA740EB86E9B}"/>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03831B92-22B5-4488-BF2A-27C388E8113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26A3B361-9AB0-4B8F-A1AB-52E88A290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988492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96B4FA52-F088-4D28-829D-1816ADBE32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79F39D20-716E-470F-8693-3078CA0ECA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4C916C1E-1DAD-4B0F-9AAF-6A3EAB9631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1AC0C11-8EC9-4087-B74A-3B5D0632A6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C56EE94C-ECDC-4C08-BE7F-FECC86328E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B752A13C-938A-4D04-A23D-420B99CFC3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ED50718E-6F27-4339-BFB3-DF1B1A6A2C6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D71B45A7-9C6E-456B-92C6-241552854EFE}"/>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247477CE-E7E1-4038-9937-E7BD18BF4C7D}"/>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C5BD4BEE-872F-418B-B0DA-68512DFE324B}"/>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7828DDF1-30D8-4452-8F93-FBF0688F7CC9}"/>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D5FDD25B-8E23-4E0E-A75E-21FA61E2A9EF}"/>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9C06BC47-CE69-4F31-9F30-C81AD24FD38C}"/>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52FB93F2-FF37-48CA-94AA-0D0990D5E745}"/>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F6B9205C-017D-42E8-94CA-EE3285313F82}"/>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6A02A334-B519-4912-A0AD-9E249DF26B2F}"/>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AADE695-E527-4BBE-B8BF-7671F9C873C6}"/>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032E68C-A1CD-4C53-B0B8-700071B7436E}"/>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94267FA7-A002-4CCF-A5FA-DE0838514E2A}"/>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A23B568B-4916-4C7B-B66F-327BDF092A42}"/>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6A98CED0-3505-41A9-8E4F-0F82B762593D}"/>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B6976F16-0595-4672-9697-029688AE6DD4}"/>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3D3FE24C-4E6F-48ED-BFFB-89BA0B8A5A77}"/>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795D14B4-63DC-4484-B0E1-85AA530DE5F5}"/>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49D9652-16ED-44DF-823F-546680E8286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E0E8BB48-A9CA-474B-8ED0-CE29364208A4}"/>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D1432E2F-D287-4030-8C68-07353D2BAF4C}"/>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56F23A64-9D8B-4B96-A2AE-E15ABF111210}"/>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BA6EAB3B-FC25-4FE0-AB13-9A0CDE1FC90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D329EDAE-0CA4-445D-984C-FD1962923D9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7C01E00E-2D7C-4B22-8921-2CBA4AFA813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E241C2D4-6CCD-48BA-93DB-BE80CCA42E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4603697"/>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04C3E525-A201-4B51-9EC9-DC56E82E53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9CB5281B-B642-43B0-BF43-5B002678DD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A8ADBB35-BE39-4B33-A994-09DB45CBCB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648B8D1-9DBA-495E-B919-D27E25130A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BC9B016D-F0F8-4C66-A618-5D2E6ADB63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5577C950-C96D-465A-99AE-7F28F92FBC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727416A9-66BF-45B4-BDCB-C831284495FB}"/>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940DCB6B-862A-472E-9008-9AB618219E86}"/>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AD4DB93D-7A72-4D0C-AEBE-22F13DC8F964}"/>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22F96B0E-24A0-4F68-9BB9-B203B14F4789}"/>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FF568432-2EAF-47F5-9DBF-3AD0F6CA232F}"/>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DAD7FFBC-4F76-477E-99D5-3FF2AB62709F}"/>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C806347E-4E9D-4713-AF64-7547F31A0D07}"/>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113BB123-1305-4CBC-9870-40F45FDCCEE8}"/>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527A0A7A-6194-47C8-A2B9-F735F54DCF31}"/>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AD01B6A-0159-4951-9052-701F9262D9F9}"/>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8F6589B-C533-4E9D-936B-D717E8D051FE}"/>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2A4EB3D3-BAE3-47C6-92F7-BFF363F8221D}"/>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3CA8AB81-72C4-4AAB-81AF-7BFFE8EE5696}"/>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FC102C1-0A6B-41CC-BDFA-8BD75A876556}"/>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4E1EC93B-7C2C-4A89-BA4D-356CB495A725}"/>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10FE7A75-C792-4EB9-A6FC-15DF31FF3A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962686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A81CD202-2D83-41C1-AA0E-7FB966B36ED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BFEC1234-C683-4EBA-87ED-7C796BA5D3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4C5805D1-3C72-4402-8CDB-5CA1411FD06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AA802388-0DAD-4F6C-869A-4B6D59006F8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95B13603-A3BB-4F6A-B126-1115682400C6}"/>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DCEA5CD0-3D12-45C9-9D9B-C38F4017EA4E}"/>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A2FFF2F-27D3-482A-9E23-4278E95077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8893571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F0A071C-3E7C-4096-8909-DF82AF375C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894B54EB-8E36-45D6-8403-BEB8552106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429F558B-9902-4B17-9057-CF98458F2C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D8C5DFD-81B6-4719-BF69-D5648D36F7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0D741D11-C62B-469C-AA79-34C167D440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612E4A4-4B99-4FFE-807B-7771326638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0666052-2921-4811-BFB3-E044469A8E15}"/>
              </a:ext>
            </a:extLst>
          </p:cNvPr>
          <p:cNvPicPr>
            <a:picLocks xmlns:a="http://schemas.openxmlformats.org/drawingml/2006/main" noChangeAspect="1"/>
          </p:cNvPicPr>
          <p:nvPr/>
        </p:nvPicPr>
        <p:blipFill>
          <a:blip xmlns:r="http://schemas.openxmlformats.org/officeDocument/2006/relationships" xmlns:a="http://schemas.openxmlformats.org/drawingml/2006/main" r:embed="R3a7692abdb4d4e5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2A05D515-DDE8-4DC7-B0A0-55F76C2CA7F6}"/>
              </a:ext>
            </a:extLst>
          </p:cNvPr>
          <p:cNvPicPr>
            <a:picLocks xmlns:a="http://schemas.openxmlformats.org/drawingml/2006/main" noChangeAspect="1"/>
          </p:cNvPicPr>
          <p:nvPr/>
        </p:nvPicPr>
        <p:blipFill>
          <a:blip xmlns:r="http://schemas.openxmlformats.org/officeDocument/2006/relationships" xmlns:a="http://schemas.openxmlformats.org/drawingml/2006/main" r:embed="Rfd9ffbd7299f4b5e"/>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5AC241AB-DB1D-4158-A61A-4DE2F2F0D2FE}"/>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2A2BE422-FF2E-4397-AD8D-D87CF1E6522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970F99D-F185-4A0E-B315-DC34E9BED6E6}"/>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3D2905BA-0BE4-4104-87A4-16D0EB582B20}"/>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E81A1065-9A48-48CB-AF21-A2ABBF1E2554}"/>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6F2B8E66-C193-4539-AC16-8E79A20939D5}"/>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3E98B415-360C-4855-A747-464379DC7BB5}"/>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46F8C836-5741-4BC2-8C11-D9C5D96CA30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43CBCDF6-AD14-4EAA-802A-8E672D7F452C}"/>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ED3D0FD-5E48-42E7-BC9C-7198EC7F8121}"/>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6AACC598-2FCB-450C-A3C8-16C96E08A9CB}"/>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B26C080-E44F-474B-8BFB-D8002C188D7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1179F8E-982E-4DCF-BB62-A1F561EC9A34}"/>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C0B80C87-4A94-439B-A5F1-01689590E754}"/>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3462EA47-5CD1-40F2-ADF7-7713F6A7A10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91B9A31D-DCAE-48AB-9DCD-15013891921B}"/>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22077C79-E674-48FD-8194-5B100513CA05}"/>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D75F1673-723C-4D8C-A120-38C683F9F91D}"/>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0C8BC0D8-E263-4660-8807-754FC3E698E0}"/>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29F0E58B-6CC1-42CB-9AB5-50B377F0E4B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96C87B38-6F3C-46C0-BAB6-2A08C39AA22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E540B987-BD91-4E9A-B62F-7AF5F78B74B7}"/>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0240115A-5BFA-4EC3-BACA-EACE4E6C91BA}"/>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529908A5-D418-4865-BDD0-23F3A6471A8D}"/>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374CD6DB-9AAB-48CA-956F-581B8F2C6D38}"/>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DE56002B-1915-455F-AE03-2614664A21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2267041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661DC8DC-65CD-49F2-9C34-545FD05FC9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DF2AAF5F-D50B-4D52-A8E8-0676ECEEDD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F6007730-15A1-4859-8E83-12F32AA8EA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9D72EB3-A818-45AB-860A-7A9654497C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A7A54033-1FB9-4EE4-8FE2-2F1B069573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AECC67D-F089-4191-9B2C-E53BCC0630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7DE2E5D9-630D-4553-99F2-63BD2F568150}"/>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20BC6E6-EA6D-4728-B93C-0E5F33CAD2D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52C12FF4-9B6C-4DB5-99EA-A72855D73F6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EFFBDD52-6061-4152-8A36-3E1ABD5E9C5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F728F12B-38AD-46A4-B39C-AE89CCA90702}"/>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1AAF644F-3367-4C9B-9536-4520ECFA1672}"/>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9E131407-18EF-4EFF-96BD-B685370DB7C7}"/>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7A1921A3-9D3F-47B0-832A-7B2FE1AEE3FE}"/>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F9F16E69-C45B-436F-9D90-53551094872A}"/>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3715EFD2-F922-4F19-AF29-826BAE7CECF4}"/>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9D65E80-1598-40DB-823D-0A3562E704D7}"/>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BC43B022-AAD0-4372-ABBF-8CBEB6218D52}"/>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C59FDC62-585D-4446-9347-B324E3E92729}"/>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9E388BA0-2C9C-43F8-BC60-D7D30451136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74929DA0-64AF-4870-BEB8-F540017824CF}"/>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67AC7028-FF08-465E-B3F9-6AB14F1C153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EDF3D70D-C230-450F-A239-9842CE84250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0DDD9EE6-2A6A-433D-9CE7-68CA3C4D3CD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7BD050F0-6C85-4531-ADA2-BB0EBF564485}"/>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8A210C91-7C8C-4C45-A8A7-4291A3D4609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671A983-5B6B-4162-83CD-D1C3A47B4B6B}"/>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8BD1BEFB-F518-45E6-966B-39BBC5C4B46B}"/>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1F8EF7F-43BF-43DE-ABDD-CFCE8369DB4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B2E084B8-C25A-4585-A24C-A4C8F075291B}"/>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8044A988-1D85-4808-916B-2947F82AFD51}"/>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5B0AAA06-34FA-4963-B8D9-DFAEF4C42701}"/>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46A3A089-184B-4A5F-8F66-8DA7C55A4426}"/>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7FDC4BC-71DC-440B-A269-EADFE8EA3788}"/>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726020C2-535C-4D11-AFC6-6E6B6DFBE450}"/>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AC5E8054-EEB4-48FC-90BC-ACD788E1503B}"/>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5A8BC172-793A-4DD0-8512-36233A57E6B7}"/>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3D5308CB-7AFD-43B4-B7D0-610647CE99A9}"/>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062D2A48-00A8-4EE4-9E3B-D01487F9DE28}"/>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CC8B9DB-D56C-4037-A1F3-1FA2668B49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9708D429-B38B-4712-8B3E-5764E7BB83E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2E6EA626-E48D-45EE-833E-3A7B4C8A8A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6889051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37F0248-369C-4EBD-9BC3-E869FF22B2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9D6D11C4-57F0-4EED-A4DE-9F245FC5FA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B35B61F2-BBAB-4A82-8466-06B30CAA61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9D3EAF53-4A8B-49AC-8ED4-3B45C892F2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C8A8CA11-773D-4B0D-8223-A9C69A851A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FC3D8E1B-01C1-423B-905B-D4955606E0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61C9D4D-6B65-4DA1-8F7A-34513EBC05EE}"/>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A5FAD6C6-7087-4E61-AC61-F0518A0FD1E0}"/>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910A2F99-0893-4A3C-968C-7184A88EA336}"/>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45CA178D-287D-4AE0-9708-986AF4AFACC4}"/>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84261F-EE07-45B7-937E-088EB4F3CEDF}"/>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629661F5-3C0F-46F1-81FB-004CA74C009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FD7F8BA8-CC27-4F40-A047-2DFD1B00FE5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494825E4-B5D5-4AC4-86F7-A2159B15D104}"/>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ABAA93BD-8473-40D9-BF9F-86139B825D45}"/>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3C716FE-0A71-478B-909E-0C002AD0824B}"/>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66CDCAF5-EE3E-4FD3-992C-A1423C54CDF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53ADAD33-42E3-4918-B7ED-5E2D18669E29}"/>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5B0AC900-981C-47E6-B5F6-52B48245E0E2}"/>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84227274-B2DD-46DB-A710-A3A685A129C7}"/>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548AAB39-FEDE-4FE4-8647-A4C9EFC85E5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F8F4946-5958-419B-8042-BE4B91A8AE0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CA8D18B2-19DB-472C-BE29-4981303B7C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1389903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625406BC-0714-4EC9-AC32-A07AEEF6C6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24A13E9D-2571-4825-95D8-9ABB14F2E9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AD2D26A5-D94B-4ECB-8A7B-4F2949BD2D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4A9EF91F-A351-488D-BC3A-8E0BBD22C2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3BF27BB7-14A8-43FE-9684-499BACD18A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1E542AEC-297A-4676-89D1-ED0D066B0D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01B2FE74-4370-492E-B31B-6AA5CB90F342}"/>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80E22EAB-FC55-44DC-BDFA-ADD56DC308B9}"/>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E5ECC25B-C351-416C-A61D-76AB5117F97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598D213C-AA00-4BC6-9DD5-2E17D446B290}"/>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BD8FB059-0C43-4072-B2AE-6FED5839B31D}"/>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4BF82A62-7EA8-4699-963F-1EBE0A778FFB}"/>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D05F477-CF3C-4359-BCEB-CADA36C708F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08BCCA45-E022-4F1C-B9DB-12B0AEBFF04E}"/>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F69E6BCC-65AE-4A7B-A1EC-784A2B77F7BD}"/>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DA8EBC8-E1A5-47A1-838B-2F70CF64A03D}"/>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DD733F81-9382-4833-A943-FFD9B3ABCEA1}"/>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6C784290-BF8F-479F-A7A5-F02396526B8F}"/>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EB60659-A486-4D84-86E8-0C5F2224BB1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BE6B4089-7ACA-4AAD-B51D-5988FCAC422B}"/>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4DF22538-A063-4C8D-B88C-DA0C6EA454E5}"/>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C60199ED-F300-488F-AEF2-187F4918DA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7E04573-AE1B-4D68-949B-568DDAE72D19}"/>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CDEF16D-EA90-4469-88ED-1A2F5613A870}"/>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2617F304-C2CD-422A-BE09-CA5CE84F94B7}"/>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4801FE6E-E8AF-4942-9982-99E2A02A3EE0}"/>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16916AB1-EECA-41F4-8914-93F84255E1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0050412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1C1B0DB3-716D-4194-9B66-BB84F298C9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2DCF306B-E8A6-43D4-BC61-41CEB9124B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7432CF78-38B8-46CA-8B40-0E3E61FD47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94B4ECC-79B9-44CF-BC27-6F28416899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79C9A4B1-050E-4021-9ECE-6CBA3A646A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E998D641-7BE2-4EA0-BECF-493CD45B37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90E9B4A7-0878-4735-98F2-1A4109D493E6}"/>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78870F58-0DE7-4C2B-89A7-DE6E597D4A60}"/>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CFC38817-6F0C-421F-94B7-C3899835A3F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667ADCF3-2565-4414-95E1-1077111B3791}"/>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3D6BBC4A-7FDC-4BD1-ABD2-CAB6FDC8F9A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A11DDC02-A681-41FF-B06B-E338F88AF59B}"/>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9EA8C3C-4A36-4ADD-B28A-F0826515B133}"/>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13BD2170-C927-4C08-9E8F-7A079AF3279E}"/>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793CDF4D-8B4A-4CB8-AE21-BCC7CBB5A57A}"/>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6C1965F8-CB1E-4542-8E2F-66BD048C2F38}"/>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DCCBF50D-3463-4241-9CF3-5FA75A02E31F}"/>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21D72AD8-84E5-4988-9DB1-B9D5F6189B2E}"/>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35542AC-4E18-45FA-9162-0175B02981B6}"/>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1EA5EF3F-BC25-44EB-9D6E-B9439B21F8EA}"/>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6B3F390D-89DC-4B70-8F92-02CF39BAC469}"/>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1274C62A-0C3D-4318-BCAD-C90E15E0423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AC9F34CA-3152-441C-BA81-ED9946A5A764}"/>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AAA11061-0890-4CF4-9F91-121DF7B41D2F}"/>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5D9B2F0-E0EE-4DD7-86CD-BA261116AA9C}"/>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76A9170-5C21-4A1B-B959-A56B5876BEAF}"/>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7783B8EC-8091-4E54-8570-F70CDF1C202B}"/>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DC65EF7B-C083-4C58-8723-E8B1E50793B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CC342E01-4705-4B47-A0F3-3DE3A85D4AEB}"/>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F23C0148-91D3-4230-BA1E-B0A15CBD2C84}"/>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E5DB4B9B-06EF-4B79-A3BD-71CEEF97353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DCE22D50-9DFE-44A2-B514-A9AE4011B59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243BE26-312F-4798-B94F-B0725E8425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17504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C89C3D02-352D-487C-9EE3-DB16C44D9B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8016B3D3-1F38-4051-8AB8-6D668C70B9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D065D422-1831-4C9D-BA58-DF73161568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67A700-662E-4D4D-935C-6FBD17D4EC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D5063F05-7F99-461F-A3A4-E0C771B9E0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7AE77D04-D4B7-444D-953A-89F48E1FE6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484E3913-117D-4ADF-987F-F26CBA19E7BD}"/>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59275D-921A-4ACF-A875-78F8E088AE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00F7F3AD-6E4D-4300-94AF-C44B8FD91AC9}"/>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6C599C75-A439-4D1D-A6C2-58FE44EB57A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F682A82C-53B4-457A-8F9A-6F590178B74A}"/>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947B11A1-2CE7-4D32-B740-08971B64B72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585E290F-7DEC-4B86-8F5C-36B6BF5B0A2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A22C362E-799D-4ADD-9EA7-58BFCA0D8D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2180730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702A0CAD-0A8C-4BBC-A904-B8C4BEACA6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3">
            <a:extLst xmlns:a="http://schemas.openxmlformats.org/drawingml/2006/main">
              <a:ext uri="{FF2B5EF4-FFF2-40B4-BE49-F238E27FC236}">
                <a16:creationId xmlns:a16="http://schemas.microsoft.com/office/drawing/2014/main" id="{9185E3C4-BA47-4A4A-9064-E2F1DC8467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절차는 재사용하고, 답은 근거로 정한다">
            <a:extLst xmlns:a="http://schemas.openxmlformats.org/drawingml/2006/main">
              <a:ext uri="{FF2B5EF4-FFF2-40B4-BE49-F238E27FC236}">
                <a16:creationId xmlns:a16="http://schemas.microsoft.com/office/drawing/2014/main" id="{13F372E3-31D0-423F-8ED8-1B69F83F32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02E359D4-B973-435B-A02E-69FFD753C2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3FD810DE-1912-4828-B42C-5FF8BCCF50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055328F-7C52-40C9-9749-A40F0B7B7D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10C42881-CC63-4D50-B866-E908DBD1D910}"/>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AF40B2B2-4640-4D35-A7AE-13AD872AD65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1A72173C-3CAA-4B3F-A5E1-CAB27C3A4FFD}"/>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6F1A443D-860A-4175-A204-89FE2A30351A}"/>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8F3978D9-FE70-4576-AEF7-E1ABDC11102D}"/>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6532D280-E0B7-4BCC-9E4D-9AF7274AC94F}"/>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D4F0A31C-D74A-440D-9BF4-0A8913E0EEE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9D5426A7-C079-481C-96C9-6F19FEAFF86B}"/>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37D16CF7-81F7-43F2-8F91-B3BA7EF6584C}"/>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C9A197EE-DF0D-4C98-9BC0-F666A4195042}"/>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F83238E2-9D78-41FE-A742-5DB165F77EA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9DD989A0-BAA8-4270-80E7-44ABDCFA9B0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AD00388-6BB3-4FF1-A98B-F08C8B363B1D}"/>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73F3BA40-9F1F-4A6E-9E94-6C834BBBFD3E}"/>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94306AEC-BCC9-425D-A1C3-4DBC826E6CA8}"/>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370F095E-78B4-44D9-81CC-E55D1B836E9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BB91DF07-4059-434E-B17F-33B46B42D124}"/>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09F1939-A3B3-4367-BD03-0411F6D0F9F0}"/>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E294EC62-D71D-4958-9765-B53EF8FC0596}"/>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E8413A73-53F2-47C2-9995-AB1B7BF16A77}"/>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F457CCB1-A652-4F84-9EF3-732E36EAC43F}"/>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88E2F75D-B9B1-4862-837D-053186F907E3}"/>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300B5E2D-1ED0-48CF-8DC9-9957B3CC29C4}"/>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55F0CDC-9323-42E1-BA65-C03DBB6633CA}"/>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4BC9706-B9B3-4BE6-98C5-CE2CFF93C5EC}"/>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F2E65EE9-0A8A-4F06-8D61-0190F1D00E31}"/>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16B3E386-73BA-4029-996F-79D41AA0C2EB}"/>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0E34E06D-5A1D-4931-A7DC-A291F3FA8390}"/>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4269DC8-497D-49A9-AFDC-48DD9D760ACB}"/>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F316C294-B452-4D28-B94F-FA3F781BC953}"/>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A1FBA1FB-74EA-48D5-8AAB-77AF081671C3}"/>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17075FC8-838F-4CEE-A494-6C970BEE65D5}"/>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F93F1667-F8EC-4A2E-B61E-D93E0BA855A7}"/>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CF12F9B3-5101-4F90-85BE-996A8EFC6413}"/>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A8921617-1B5E-4CBC-A1C0-43072CB39F24}"/>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C99DCB14-EFAB-4AB4-A224-79C5FC23241F}"/>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62491482-C55A-4224-A3FD-0A721B25A064}"/>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1BC9A25C-52CA-449F-A680-DE157F4D81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91975784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0E84026-C99E-4568-97B4-03813AA952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4">
            <a:extLst xmlns:a="http://schemas.openxmlformats.org/drawingml/2006/main">
              <a:ext uri="{FF2B5EF4-FFF2-40B4-BE49-F238E27FC236}">
                <a16:creationId xmlns:a16="http://schemas.microsoft.com/office/drawing/2014/main" id="{E4600705-D9E9-4F47-B4C0-4F0BCA6353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밝기 통계 계산의 성능 개선 후보">
            <a:extLst xmlns:a="http://schemas.openxmlformats.org/drawingml/2006/main">
              <a:ext uri="{FF2B5EF4-FFF2-40B4-BE49-F238E27FC236}">
                <a16:creationId xmlns:a16="http://schemas.microsoft.com/office/drawing/2014/main" id="{73F19779-A0BF-444E-A455-5EFF60EF81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10B1F35-2FD6-4E5B-B6C6-3D826D811B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ABA5D16F-B789-455E-A1D8-0FDB8BA6A2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D02906E9-5374-44E6-A112-D6F022AC12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EEF46EC2-B807-4AC5-8DB0-67B8C3BF242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F4736E6A-34EB-4235-BB30-DD629D6808DF}"/>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568F0A19-9B00-42DE-AA3A-E5BC2D4835AD}"/>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AB0A395-4D0C-43A1-9AE0-2F97BEC4AE59}"/>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46B6C16-48A6-4443-BDE4-9300952D40BB}"/>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B8E25B9D-4025-48CC-85FB-AB69466B89D6}"/>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89CECF5A-E73E-45B6-8DDD-C7A5F534876B}"/>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86991531-1543-4FC2-A8CE-56030FAB66F3}"/>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74EFF3A7-44B3-45A5-BC2A-FED3D9B36D04}"/>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A3AAAFEB-FA86-49D9-B07C-97E6E30973D2}"/>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87651D76-1236-4105-80C4-66B5B606283A}"/>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F75FEC71-C09D-4E9B-9799-F1A6E42463D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55E00F9F-71E6-4BE2-AF91-379BDE45C150}"/>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B711FFA-9F86-4CAD-86B4-269A6DD77C7E}"/>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E96568F4-F9F7-42FC-BA79-83EA51EA2DE6}"/>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AF60153B-2FFD-4E03-BB66-9029E2A4CBDE}"/>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E019FCFA-F5B8-415C-A88D-C61CC3C0B8B2}"/>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AD7B43FE-F042-40C5-8EA4-DAC7D0015DED}"/>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64EBF37D-FB6E-4311-8B97-0475F07A1A2F}"/>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21EA6952-24BB-413F-AA4C-C698745D70A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82E39D9C-0E2F-40A8-B582-2448F046C896}"/>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A1BEBAE6-86CC-42A5-AD72-7D8EE38E488C}"/>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AB9FC7A-A1EF-4CD3-9726-AD71EEEA8F7D}"/>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B4AF7C27-EA34-481D-91DB-B49286FFDCAE}"/>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88C0414F-9A6F-4160-8071-9578B07D98E0}"/>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19FE51E5-2563-43AB-BF83-D0442AF220EC}"/>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627E596E-7ACB-48D3-8449-C24473FEB207}"/>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F4CFF7F9-BEA2-47F5-A633-015B40B75882}"/>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27DA5535-1CDC-4EA1-AB37-58EAF3ABD77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A7578AF-6F95-4BF7-88B0-EC482C49B686}"/>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35FFB7FA-2E04-470B-BF5B-788EAC561805}"/>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6569BDEE-7AE2-419B-94F4-A94B316F2851}"/>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D3EC2320-FEB0-49E3-9989-3D052844CD63}"/>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771A3349-2904-494B-AFA4-04951680DD89}"/>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E82F099D-69EE-4001-8066-D0E0AAF9FD61}"/>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C47634F1-5A69-4ADB-8D0E-FBE1EC4CFF1F}"/>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A458BC0F-BFDC-4AAE-9335-A244BB5A015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77F47C71-1CBB-426C-BF68-D490F8FCD4B6}"/>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AE74D93-B036-4E8C-8DAF-0F22E184975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88EA3F25-F6A1-4A90-8D24-96A80D9ACA0A}"/>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6110D996-3829-454C-8BE2-F9EC9F1F312B}"/>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A56882E-AA87-454A-B7EC-C1982E106FFD}"/>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7EA41C2E-B115-46E9-82CB-D68E377C7D2B}"/>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97A8A10-79C9-4D08-9F5F-AD851EC66C30}"/>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CEE2C51E-960F-4DFA-A245-75C9721E6AEE}"/>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CD2C88F1-45FC-4D80-AB22-C6DCD44DF2E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C2E235F4-C94F-42CF-AB89-8EC148B150D4}"/>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84B4A30-275B-45A5-A25D-D62E4AD4FD99}"/>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6687D0A2-E5A8-4B83-98BC-8D3C6C2B25A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ED3FDF02-B3C4-443D-A8C5-70231024661E}"/>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9FAD600F-88EF-409A-8D5D-F5D829B5A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870352195"/>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02A91CF8-F4E9-4134-AB9D-C21CCA9E8E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5">
            <a:extLst xmlns:a="http://schemas.openxmlformats.org/drawingml/2006/main">
              <a:ext uri="{FF2B5EF4-FFF2-40B4-BE49-F238E27FC236}">
                <a16:creationId xmlns:a16="http://schemas.microsoft.com/office/drawing/2014/main" id="{384C225D-E606-4C06-A76E-5923F016AC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선택한 변경의 시간·메모리·동작 확인">
            <a:extLst xmlns:a="http://schemas.openxmlformats.org/drawingml/2006/main">
              <a:ext uri="{FF2B5EF4-FFF2-40B4-BE49-F238E27FC236}">
                <a16:creationId xmlns:a16="http://schemas.microsoft.com/office/drawing/2014/main" id="{7A02681F-B22F-4D94-8F6D-8CA10B1B28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2B9A5A93-5EC1-434A-B65F-F908EA1FEA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558659D3-9E75-4519-A896-6A7426D2AD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CEF2CBC0-4F3C-484E-8BFF-EB13FD4EA0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4FEEB2AA-A490-4898-87DF-AC54DED7A01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44AC943-4D34-420C-9D04-71B42301D2E7}"/>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84FBA8E9-700C-4A52-9B63-A509DCB5DE87}"/>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0266E755-6DED-4375-9D38-95AF90EC579B}"/>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8207EAE-9DBF-4A86-B618-D12ECF9D550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C2B112-FBB0-4AB4-A745-9F5FFF4BB5A9}"/>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2A764D4B-BBE0-409D-BCE4-EE7DC9A21C3C}"/>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873FC8A5-9158-4F87-9984-DE7F28AB331E}"/>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2837e2baa8a24bb0"/>
          </a:graphicData>
        </a:graphic>
      </p:graphicFrame>
      <p:sp>
        <p:nvSpPr>
          <p:cNvPr id="15" name="Python 할당 피크">
            <a:extLst xmlns:a="http://schemas.openxmlformats.org/drawingml/2006/main">
              <a:ext uri="{FF2B5EF4-FFF2-40B4-BE49-F238E27FC236}">
                <a16:creationId xmlns:a16="http://schemas.microsoft.com/office/drawing/2014/main" id="{F992AC4B-221B-4B66-95A9-5D2579FD3913}"/>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9F5160B4-7A46-41F8-B65D-F14A42BA6806}"/>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7023C692-62FD-4EE7-BC45-50E866110E06}"/>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EA26A8EF-22BC-41A0-AB2F-27652004E1C9}"/>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6C8FCD1B-0862-4B30-BB41-42A3AE3B1E3B}"/>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3CA92B50-2EA6-4BE3-A1D5-A789DBC982F0}"/>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E735662B-4668-4E7A-8A14-435093BECE9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64B48DB-3498-4CB1-BD43-A2B071A21E8F}"/>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9CC22441-ED5D-4047-A458-3B270B61DA6F}"/>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5FD931D7-62CD-4BEE-AEB4-62068C49C375}"/>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B9686D4-2A56-46D7-BAAC-449A785A74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00296097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FA975C44-6E9D-484E-875C-B898AA043D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6">
            <a:extLst xmlns:a="http://schemas.openxmlformats.org/drawingml/2006/main">
              <a:ext uri="{FF2B5EF4-FFF2-40B4-BE49-F238E27FC236}">
                <a16:creationId xmlns:a16="http://schemas.microsoft.com/office/drawing/2014/main" id="{2C02B8DC-1010-4D84-A943-F9736AEE3E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한 Agent 조사와 Subagent 역할 분리">
            <a:extLst xmlns:a="http://schemas.openxmlformats.org/drawingml/2006/main">
              <a:ext uri="{FF2B5EF4-FFF2-40B4-BE49-F238E27FC236}">
                <a16:creationId xmlns:a16="http://schemas.microsoft.com/office/drawing/2014/main" id="{AAAC52CF-6933-4A0A-BD87-6EA7824382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4BA903F7-65D4-459A-8597-A532E4CE2A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29F48FD-159A-4E7B-BE2F-AA1B081E80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A2761549-71EA-4E00-B664-E6C44819E4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8EF5E106-DE4F-43CC-A70C-9A722D7A532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CB17EC9C-C06C-48F9-B2E3-3D7DEE9936FE}"/>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0EC3CC3-064C-43B0-A1B8-A307FAA9D0E6}"/>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A6785C1A-18EA-4630-8DF5-BED1F0644657}"/>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2B720E0-8BB8-4C4F-AC66-84DDB665E35C}"/>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6408578B-0529-4091-ABDB-BD800EF55429}"/>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656F4054-6808-48CC-9D99-94DC4DB11D7D}"/>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18580CF3-D7BD-47E9-804C-081DF52CB7E2}"/>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C6D5C1BD-F394-41F5-B300-75D587E97DEC}"/>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5F605182-AD48-42E5-8746-1DABB326BEA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1A2691A-32F0-46E1-9D2C-1CEC405DFF62}"/>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9D7BEFFF-1C30-4E0B-BDE6-5CCA4E4ECB65}"/>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6487512A-4D1F-4BFE-97CE-2D42679A833F}"/>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AB71CFF9-9823-4E39-A711-9A94B741106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CD10212-964C-459A-9E62-D595725EDB3B}"/>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C3879024-E1FE-4BE3-B616-F1DE2CFE30DC}"/>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C57E0479-F25C-4BAA-971A-0897F67A57C7}"/>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DE6DCE39-EB28-4549-842C-B1BAE85E6769}"/>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150CB1DF-012E-4DE9-BCED-743ED57C115A}"/>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FB908A0-744E-4945-843B-A6D145DE3F0C}"/>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B8CF45A5-0858-4BBD-9C9E-F51C6F34313B}"/>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884C416-9C2D-44A8-A852-7B900069A788}"/>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0D4D239-1828-4484-ABDC-D1EB41E7818A}"/>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B7A5467C-A96F-490A-8471-D19453241668}"/>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01B8157-7112-4CA9-85E8-F9627624DA7E}"/>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D47DA98-2376-4BF6-95BF-E675958A14F7}"/>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22518A0B-68E1-4C9F-B8D4-C39FFDF81530}"/>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3A751829-A8BC-451E-AE48-B955254985F2}"/>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888E686F-C15E-4A29-B71A-A083D7C7A0D2}"/>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73D2A99-4957-4F83-8071-07E475A2A639}"/>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647CB7CE-EBB4-45F6-93C4-C51A5C9A6E33}"/>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EF58D6D6-3696-4121-867C-4B57457B5EB7}"/>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650BC61-9784-4DC2-9D7D-0CD93E50128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2C783870-3708-423B-B04A-C21ED2593AB8}"/>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2408A87-6E35-4121-A1D0-C94D3CA5383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8A60BB69-22DC-412F-93E7-326D61703C1F}"/>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D3A7E61D-057A-4B03-ABC0-ED97099571B5}"/>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39B1CAF5-F053-489E-9C83-6E5D82115145}"/>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4944CF77-E56A-45B6-825B-34DF5CB2FFA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FDB10B82-27D8-483B-8B04-B4F5039133B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52D8D66-0A42-4071-8179-43CEC3ACDF94}"/>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A579DC5C-AF40-474B-A670-0C7702B006A4}"/>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04773FE2-0818-4085-8151-36CF2C3775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962909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584AFC8C-3435-4613-B6DC-7C5085C7F9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7">
            <a:extLst xmlns:a="http://schemas.openxmlformats.org/drawingml/2006/main">
              <a:ext uri="{FF2B5EF4-FFF2-40B4-BE49-F238E27FC236}">
                <a16:creationId xmlns:a16="http://schemas.microsoft.com/office/drawing/2014/main" id="{C9856279-8EDE-49D7-BB8C-1EA005B266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밝기 통계 작업을 나누지 않은 이유">
            <a:extLst xmlns:a="http://schemas.openxmlformats.org/drawingml/2006/main">
              <a:ext uri="{FF2B5EF4-FFF2-40B4-BE49-F238E27FC236}">
                <a16:creationId xmlns:a16="http://schemas.microsoft.com/office/drawing/2014/main" id="{83DAA75E-A372-421D-96DE-56178075E6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CC0BDDA3-1795-4E6B-BB5B-FBCD1F27FC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2D99B8F1-9BDB-4DB1-AEF1-C6CC779B10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96CED2EC-F674-4FD1-95D5-1CA97DCC52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E23C4F45-D823-44AF-B4FF-1CFD32422656}"/>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8808D8D8-67CB-4115-A192-D2F8819E5CA9}"/>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5E0E1B16-309A-4D1C-BB9F-EC536187A0C9}"/>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55B40DE1-96BC-44D3-BF0B-D3854F5D60AE}"/>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580A74-72AC-4980-B98F-4247527C1E1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2E73ED1B-91BE-4D20-82F8-AE6737DFE7E4}"/>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9B55F121-8FDE-4DC3-A02D-63A43B80023C}"/>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C11DC1DD-C03C-41B9-8216-5B460A9427B9}"/>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E48D2E1-BF4E-422C-BE7A-EB65DF6264C0}"/>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7129F65D-F053-43A1-8433-EDEA91923F84}"/>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5AAE3A3F-7F14-4472-9DB6-1BD461D862F2}"/>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89ECE4F1-7A5D-45E0-BBF2-ACF6F23CCC3F}"/>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64D2D0C2-E946-46E3-AEED-C0B52DA3DF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D3C95C14-0384-404B-B621-501FB53A0012}"/>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EC2B9B7A-ECE3-4117-9074-ACB933D542FC}"/>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1D639C9D-2F1C-4837-B6AA-E805748AB334}"/>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B6A5824B-6438-40A1-977A-0E787929DC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8980118"/>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34B84F53-A44B-43F0-9CB6-F23F78BB87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8">
            <a:extLst xmlns:a="http://schemas.openxmlformats.org/drawingml/2006/main">
              <a:ext uri="{FF2B5EF4-FFF2-40B4-BE49-F238E27FC236}">
                <a16:creationId xmlns:a16="http://schemas.microsoft.com/office/drawing/2014/main" id="{A3B8F441-52B4-4F5E-8001-65F22529BD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이번 Context와 다시 쓸 지식">
            <a:extLst xmlns:a="http://schemas.openxmlformats.org/drawingml/2006/main">
              <a:ext uri="{FF2B5EF4-FFF2-40B4-BE49-F238E27FC236}">
                <a16:creationId xmlns:a16="http://schemas.microsoft.com/office/drawing/2014/main" id="{4999C652-7469-4303-B7E9-54A50ABB50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0ACCC95F-5C77-4DCC-A4B3-D619515CC6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630FF22-D2BC-4449-8C66-229CCEB0A6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ED48B5F-1F54-405B-B9D0-B8BC12545D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B3540EF6-B0B6-41FD-A9AD-44599C8C6B4F}"/>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D3F6066F-675B-422C-BE9A-D19418DAA5CE}"/>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BA730930-DAEF-4E48-9E51-D08219429994}"/>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1227DE81-4A7B-4AEA-89A8-E1655FB2A1E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2EDCD0CE-C917-4198-AD03-BF2D8F385349}"/>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B2582C6-4C16-4FC8-8A61-8C2A372F5650}"/>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1C3F69B7-942A-4BD2-A112-572ED8A29B8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B1C81FB-DD76-4B36-A02D-9C4D7FDEE31B}"/>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88D6344E-ECE3-4558-8BF8-5B0CBC72189B}"/>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5B9DB704-C42A-4748-8977-E4B5740FBD43}"/>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9CFBDD92-5202-4F73-AF68-3C317354E565}"/>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8FB8AE74-9A6A-43D7-AABA-ECD4EE305EE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54C8BD-F8D5-47BA-B79B-70D3BDB1A86F}"/>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40BEA83-0040-4E57-A7C8-7B0F32D45BB2}"/>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64B09B21-B466-4AED-AB34-B9E16262FA6F}"/>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647DEB56-E037-4175-ACCF-12243016B236}"/>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96494B1C-12B2-4EFA-8307-8440C444834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8891C609-0647-4968-BD49-F2C3E546D3F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142BB2E3-CE29-4B10-93CB-E0B17E5EA3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614145"/>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E9773B52-906B-4A5C-8313-CB11838C2C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9">
            <a:extLst xmlns:a="http://schemas.openxmlformats.org/drawingml/2006/main">
              <a:ext uri="{FF2B5EF4-FFF2-40B4-BE49-F238E27FC236}">
                <a16:creationId xmlns:a16="http://schemas.microsoft.com/office/drawing/2014/main" id="{103CF4B6-8DE7-4773-A85A-C0E20931BF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Demo 지식의 원래 출처">
            <a:extLst xmlns:a="http://schemas.openxmlformats.org/drawingml/2006/main">
              <a:ext uri="{FF2B5EF4-FFF2-40B4-BE49-F238E27FC236}">
                <a16:creationId xmlns:a16="http://schemas.microsoft.com/office/drawing/2014/main" id="{4A5C691F-387B-4C04-87D8-ADA5CC4075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6E72C2E0-EF9B-47D0-8F98-27A04AD631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8DEE16DA-0AD0-486E-8724-62812BDBE6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C053E149-19D5-424B-A0BC-8F53D9E62D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BFAB7689-532E-4408-8192-7B4F2FF2A016}"/>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F932ED0C-1C4F-41CF-82A7-93A832261DB3}"/>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E470FB8-FA35-4981-88C5-21C0D7E8CFEC}"/>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1D795EA1-3445-4F35-A1C5-FD08E0B2F32A}"/>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348A6A29-45F7-422A-B2F4-E99DFA84EF1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A2A66AD9-83D0-4750-8FB2-DB96EFCBE7D1}"/>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62FD1567-A08A-4656-9998-CD0951BED420}"/>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BA9A5E3B-3C0A-417A-9D6B-AC78087068B6}"/>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5CC7A2FD-BD0F-43DB-AD06-381D5EFE0DA8}"/>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457BAE56-0DE0-4A62-9FE2-C2320DBBB5DD}"/>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FE736A00-B9C9-4A57-8B47-0C951DF7D118}"/>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81970AA4-4D87-4824-B3CE-F9CFEE9D4AEF}"/>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CBA3BE9F-C864-424F-A1EC-9EBF3C57965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B4BAF434-0534-418E-BCB2-FCA1707AB8D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955EE7B9-FD16-4F89-935C-BDB1A3A35B38}"/>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43FCC63-44A3-410B-8B6B-C2C6A968084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1C1861AA-E04E-445A-8873-00907292AE89}"/>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D53785F9-1F7A-42F4-86D5-59BC28CB2FD9}"/>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8F3F791B-77AA-4381-B614-C6A707F447E5}"/>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FD2B44EF-E950-42AB-ACF0-4CFF3D5D2947}"/>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77D86F29-4476-44AA-B37D-635469EEDF63}"/>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73C7BA45-8D2B-4EFB-8BF4-998DE684E042}"/>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487B6061-A58F-4751-8B8F-45633DFAC4E5}"/>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8882E4EB-EBE1-4144-8A19-9CEE118D6276}"/>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D0085C8D-6F2E-4B8F-9355-A25C55FD0EB5}"/>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DCC29A2E-5178-4226-BFBF-8644AC3737B6}"/>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456970B3-3A45-461E-98E4-18F1D05CC250}"/>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339A364E-FDA5-4D8A-B0D8-6BDBB4F58534}"/>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FE0C26D9-2BD1-4DF5-9411-71A7659BFD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0813546"/>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73D728AF-F03F-4244-B6DB-A7A3205E96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0">
            <a:extLst xmlns:a="http://schemas.openxmlformats.org/drawingml/2006/main">
              <a:ext uri="{FF2B5EF4-FFF2-40B4-BE49-F238E27FC236}">
                <a16:creationId xmlns:a16="http://schemas.microsoft.com/office/drawing/2014/main" id="{79F140D4-7EF7-44CA-B879-B404CD90E7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에 쓰인 구성의 역할">
            <a:extLst xmlns:a="http://schemas.openxmlformats.org/drawingml/2006/main">
              <a:ext uri="{FF2B5EF4-FFF2-40B4-BE49-F238E27FC236}">
                <a16:creationId xmlns:a16="http://schemas.microsoft.com/office/drawing/2014/main" id="{22A280EF-ED05-4C79-A154-0246FDC60D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96478F95-E090-4E02-81EF-F0A9209CF3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A2A6D43E-88C9-486A-A466-B904E265B2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40E446D-7E15-4D7E-BC12-30B31082EC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0A236DC1-6CDC-4168-9879-10CDCEF6B888}"/>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1BED9FC8-B0F3-4539-9049-C76302CB152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8EC221CE-3087-4FAB-8233-B5A3D6D80096}"/>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CE7C126C-1D84-44CA-908B-41709109EDEE}"/>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9579D8DD-12BD-4987-8C01-AA98C1449B9B}"/>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C132FD73-CDEB-4AC4-8A85-1BF7C9B360B5}"/>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BF4CD90F-3BDF-4AA3-89A4-818A84A5FEF4}"/>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D65A820D-E230-4B40-AFBC-FC495B207004}"/>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4D7E7EE8-BCFC-4EAD-820A-A65942EC0A33}"/>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7E4C9CFE-AE6E-4520-B525-1FDA94892166}"/>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A03DC5AB-B50A-47E3-BB64-91A1EC21878C}"/>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71CFE7A-1AAF-42E4-88B4-B5561EC325D1}"/>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C031904F-9206-4C37-8742-270FB4D6BB4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5BC36FE7-3E95-40AB-B30E-D1A60CF875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30826285-7D0E-491F-98D6-8F5561BE741C}"/>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E6ABD4E6-081F-46F3-B843-4B613CC9314C}"/>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89036253-5777-4F72-99D7-2C21B2E3827B}"/>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9D24F39-FD4D-4375-837A-CA71E22B8CF0}"/>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1A1985BE-9582-4C1D-A1C3-2018291B168D}"/>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43714261-6A48-49A5-9C9E-0C9E7B9DB1DC}"/>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586DF0E1-464A-4774-9930-AD99EDFC2DFC}"/>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F23FC248-0DA6-4E37-B878-B02CDE791D4D}"/>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B9333A70-B3F4-4998-B704-01B9E4CDF2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0133828"/>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8BB6F067-D4EA-4171-8BB3-4D52EBF736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1">
            <a:extLst xmlns:a="http://schemas.openxmlformats.org/drawingml/2006/main">
              <a:ext uri="{FF2B5EF4-FFF2-40B4-BE49-F238E27FC236}">
                <a16:creationId xmlns:a16="http://schemas.microsoft.com/office/drawing/2014/main" id="{F64326AA-8D4C-48CD-B6E5-D029267B8B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함께 작동하는 작업 환경, Harness">
            <a:extLst xmlns:a="http://schemas.openxmlformats.org/drawingml/2006/main">
              <a:ext uri="{FF2B5EF4-FFF2-40B4-BE49-F238E27FC236}">
                <a16:creationId xmlns:a16="http://schemas.microsoft.com/office/drawing/2014/main" id="{A801135B-25A6-4E7A-ACE5-8FD4F67BA5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CD15D275-C510-40A9-895E-8965316C1F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08FE1A73-C63C-4CB7-991F-FF17A74508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8E87208-3A84-4FE0-BD84-09A006D45E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E346FA03-DBB7-4B09-AE14-35C28A5291F0}"/>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A41E454A-C7C2-49F6-9B0C-7B31A02E1D09}"/>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26C58BE9-AD5D-448B-9035-EF3D123067C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0CF40A10-BFC9-4761-9630-57E796FB4E2E}"/>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B13E767E-6E9A-48F9-948A-C6BDA07A17BA}"/>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879D066E-61CD-485F-895F-55D65D2427D6}"/>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5E3CFFD8-E346-4142-8AD9-B3860C68F4DA}"/>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B2D8F0A-AAAB-4768-8268-DBEF9E4D1DFB}"/>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E7D65499-C106-4986-92D5-7C359660E17C}"/>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7FD30505-0636-4124-BF44-14640A2A214A}"/>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D8C8BC68-F3BD-4059-8360-B5382E4A36FD}"/>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8897F580-BF07-455A-ACC4-D87C37C82F9F}"/>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0964418B-DA4E-467B-971C-7A84448DC44D}"/>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8FDA66B3-D67D-492C-9213-430A5539273F}"/>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58D01946-19E3-4BE5-8A28-1692FB16E969}"/>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5F6726D-8792-4208-968C-E343D719F714}"/>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CA7FFCFD-3867-4018-BFC7-65D15E6580C4}"/>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FBAB02ED-F4F8-41A0-85E8-2E6D966F3BC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4E76CA14-182B-40A8-AF83-8CF53DBAFF5E}"/>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3D7B6ED-20C4-4088-A494-F1D32D7C3C46}"/>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95FB8695-9AD5-4E4A-AA1C-498DB16F9A72}"/>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6D5F716F-F55C-46BA-A650-129832CA7D19}"/>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0E5EADD-C8F0-4C40-9868-7916D207CA28}"/>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04B0EEC4-DBF6-46B9-A1CA-D1862F629A1A}"/>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1A454F89-B6D6-4FEF-B633-3524536B1915}"/>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2ED517B6-6F99-4051-B5A7-110D9FE4CF3E}"/>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9D7FE8E0-F08E-415D-821D-1D0E54C4B35B}"/>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A5182ED2-5F08-4C42-9C9F-5340F5B201E3}"/>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8600AB29-57D2-47BE-805E-E6FEF3D613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7658411"/>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5FAACE9E-407D-4EB1-A5D1-D516E6EF7B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2">
            <a:extLst xmlns:a="http://schemas.openxmlformats.org/drawingml/2006/main">
              <a:ext uri="{FF2B5EF4-FFF2-40B4-BE49-F238E27FC236}">
                <a16:creationId xmlns:a16="http://schemas.microsoft.com/office/drawing/2014/main" id="{E92E2B3C-26E6-4680-870C-BBD1A14F53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만든 Harness를 다음 프로젝트의 기반으로">
            <a:extLst xmlns:a="http://schemas.openxmlformats.org/drawingml/2006/main">
              <a:ext uri="{FF2B5EF4-FFF2-40B4-BE49-F238E27FC236}">
                <a16:creationId xmlns:a16="http://schemas.microsoft.com/office/drawing/2014/main" id="{D1E58C1B-3074-442F-9163-CBA82FBD6E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B64D61B2-DB69-40A7-864C-E14FBBA159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BEFB2C8D-F9F8-4A16-BCA9-F70713495F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4765F21D-B82E-4568-9890-DAFD115C52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5BD337AD-20AA-4B9C-A683-BB2BF071DFD1}"/>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166E34A4-E123-42F9-B57C-0A7064A058FC}"/>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5CB883DE-5562-4FDA-834B-DD45F0CC639E}"/>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D53024C7-2B3A-47E3-A9BA-00A32D83CE32}"/>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F0840EA4-C9D7-4987-8E66-31A3F99D8383}"/>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B922DE8-D63B-4B50-9941-B3C89CFAD98B}"/>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BCCB5F81-D3AF-43A3-9D57-45356218FB74}"/>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0FBD903F-BA79-4E3D-AA63-93AFDDDF85B9}"/>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EC306C2D-0A21-49AE-8868-60A490EFAE69}"/>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9C95B30A-13A7-4AF5-AD27-01826E489003}"/>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3A73E5A4-27D7-40A4-8566-A9AFB57E4B3D}"/>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5C109AE9-45CB-4986-A21A-C48E40250714}"/>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4D0F648E-35FD-49D0-9F61-AAE2825ADBAC}"/>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2614A442-E3DB-4BE3-9651-F9D0C56185F8}"/>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7F4B36-45CF-4F62-ADA9-A56AEA15E6EA}"/>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73D2D4C5-68AC-46E4-9366-40133158082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D96183C6-458C-49EE-8989-F89789E9BF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6201583"/>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62308054-2CD6-4593-9369-5576F7D3A5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3">
            <a:extLst xmlns:a="http://schemas.openxmlformats.org/drawingml/2006/main">
              <a:ext uri="{FF2B5EF4-FFF2-40B4-BE49-F238E27FC236}">
                <a16:creationId xmlns:a16="http://schemas.microsoft.com/office/drawing/2014/main" id="{9F995648-BF51-4256-848C-CCB297E15A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공통 기반에 프로젝트 기준을 연결한다">
            <a:extLst xmlns:a="http://schemas.openxmlformats.org/drawingml/2006/main">
              <a:ext uri="{FF2B5EF4-FFF2-40B4-BE49-F238E27FC236}">
                <a16:creationId xmlns:a16="http://schemas.microsoft.com/office/drawing/2014/main" id="{22750143-10A1-4C86-9742-CAA382B50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1FF16560-0C18-4928-835F-A83D3D98B5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8365528A-C830-4603-8403-484619D7A1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B6F76046-F92E-4A02-9C73-7D3B7BD2D6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0435F252-04CD-4766-A053-684DFCB66B5B}"/>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FDFA034-85DD-4F05-B333-03259A372167}"/>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75D4771B-99DF-4589-9A2C-C20CD82C47F9}"/>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4DDC161E-F9BE-4FEB-94D1-3B5911018D30}"/>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2FACE71C-F089-4815-96FC-81552A4B95DF}"/>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D96983DD-5934-41FE-B143-5FC586CCD30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039EBAE6-3F5F-461C-8076-D3F7DB1194EC}"/>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7FF74DB-C82A-4F74-B21C-3D804D2F12B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CAFB71E3-F47E-464B-A63B-63BA30F43588}"/>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A19CEA1B-3735-4F31-8F95-BD1CF43A263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5BDEF7A7-631A-4685-8412-A3E5E0D24EB3}"/>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2FE30E1B-C9A7-4DFB-8EFD-483936FC93C0}"/>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29BE3966-A7CE-4609-A711-F03C7AEA68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001461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EB12F2CB-1FD5-426A-8207-15BDEC08E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4">
            <a:extLst xmlns:a="http://schemas.openxmlformats.org/drawingml/2006/main">
              <a:ext uri="{FF2B5EF4-FFF2-40B4-BE49-F238E27FC236}">
                <a16:creationId xmlns:a16="http://schemas.microsoft.com/office/drawing/2014/main" id="{DEFC86B8-515F-4A62-8B29-90E7E51008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37D71BE2-2C52-465C-8BE2-6BA90F85DC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3A119DA5-ED1B-46DC-BF1B-5A729E4FF6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B832FCBD-388C-472A-B0F9-48A259C8B7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EA3B90CF-4AA7-4982-846B-6683741272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8EF4B20C-3FE9-4EDB-9048-46667A88899B}"/>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988C4287-1205-4BC1-8B3C-0F3F54A13C3E}"/>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503D08D-364A-44B6-97DB-F8B00AA5FC8F}"/>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C8C2A2F8-9CBA-4A0F-9F48-0CAE21C93069}"/>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E4DA33EB-4F72-4751-8FBC-CD7926A4E530}"/>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CB77AF11-7316-48BD-8002-ABCB879F9704}"/>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1F6B8664-1903-47F0-85FA-523F3DF90895}"/>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F2996EF4-4859-4228-8109-185247D4D808}"/>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073F722-2EBC-43C0-B20E-148D2EFA8773}"/>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E67524BC-4386-4CAE-8332-3CA8CAD6169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863326CB-B71C-4E0C-AB33-08EBAFABCD2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B6EF9CFD-D970-4DFF-AB96-BFD53B7B66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2285987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CONCEPTUAL / 운영하며 발견하는 확인의 빈틈">
            <a:extLst xmlns:a="http://schemas.openxmlformats.org/drawingml/2006/main">
              <a:ext uri="{FF2B5EF4-FFF2-40B4-BE49-F238E27FC236}">
                <a16:creationId xmlns:a16="http://schemas.microsoft.com/office/drawing/2014/main" id="{2B3B4B4C-6C55-4DFC-A24C-8EE9FEE32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운영하며 발견하는 확인의 빈틈</a:t>
            </a:r>
          </a:p>
        </p:txBody>
      </p:sp>
      <p:sp>
        <p:nvSpPr>
          <p:cNvPr id="2" name="S75">
            <a:extLst xmlns:a="http://schemas.openxmlformats.org/drawingml/2006/main">
              <a:ext uri="{FF2B5EF4-FFF2-40B4-BE49-F238E27FC236}">
                <a16:creationId xmlns:a16="http://schemas.microsoft.com/office/drawing/2014/main" id="{B4046197-154A-4ECF-BE4F-A4B50EB93B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작업 중 사람이 보정할 일이 생긴다면?">
            <a:extLst xmlns:a="http://schemas.openxmlformats.org/drawingml/2006/main">
              <a:ext uri="{FF2B5EF4-FFF2-40B4-BE49-F238E27FC236}">
                <a16:creationId xmlns:a16="http://schemas.microsoft.com/office/drawing/2014/main" id="{F7011FED-0687-4221-9EE4-49E6FD90A3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중 사람이 보정할 일이 생긴다면?</a:t>
            </a:r>
          </a:p>
        </p:txBody>
      </p:sp>
      <p:sp>
        <p:nvSpPr>
          <p:cNvPr id="4" name="">
            <a:extLst xmlns:a="http://schemas.openxmlformats.org/drawingml/2006/main">
              <a:ext uri="{FF2B5EF4-FFF2-40B4-BE49-F238E27FC236}">
                <a16:creationId xmlns:a16="http://schemas.microsoft.com/office/drawing/2014/main" id="{037D12A8-A621-4A4E-A989-E3538978FA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도 · 관련 동작의 확인이 더 필요하다는 가정">
            <a:extLst xmlns:a="http://schemas.openxmlformats.org/drawingml/2006/main">
              <a:ext uri="{FF2B5EF4-FFF2-40B4-BE49-F238E27FC236}">
                <a16:creationId xmlns:a16="http://schemas.microsoft.com/office/drawing/2014/main" id="{17238E3D-FD2B-4D7B-B985-70C6F43FA3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상황도 · 관련 동작의 확인이 더 필요하다는 가정</a:t>
            </a:r>
          </a:p>
        </p:txBody>
      </p:sp>
      <p:sp>
        <p:nvSpPr>
          <p:cNvPr id="6" name="실제 graypipe의 실패·누락 이력이 아님 · 원인은 아직 미확인 · 다음 장의 보정도 실행 결과가 아님">
            <a:extLst xmlns:a="http://schemas.openxmlformats.org/drawingml/2006/main">
              <a:ext uri="{FF2B5EF4-FFF2-40B4-BE49-F238E27FC236}">
                <a16:creationId xmlns:a16="http://schemas.microsoft.com/office/drawing/2014/main" id="{A0D59E1E-5884-43AF-90C4-4B6C1AEE6A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graypipe의 실패·누락 이력이 아님 · 원인은 아직 미확인 · 다음 장의 보정도 실행 결과가 아님</a:t>
            </a:r>
          </a:p>
        </p:txBody>
      </p:sp>
      <p:sp>
        <p:nvSpPr>
          <p:cNvPr id="7" name="이번 결과를 검토하다가, 추가로 확인할 부분을 찾았다면">
            <a:extLst xmlns:a="http://schemas.openxmlformats.org/drawingml/2006/main">
              <a:ext uri="{FF2B5EF4-FFF2-40B4-BE49-F238E27FC236}">
                <a16:creationId xmlns:a16="http://schemas.microsoft.com/office/drawing/2014/main" id="{71B19420-CD00-4E04-B6EB-858C21E862E2}"/>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이번 결과를 검토하다가, 추가로 확인할 부분을 찾았다면</a:t>
            </a:r>
          </a:p>
        </p:txBody>
      </p:sp>
      <p:sp>
        <p:nvSpPr>
          <p:cNvPr id="8" name="">
            <a:extLst xmlns:a="http://schemas.openxmlformats.org/drawingml/2006/main">
              <a:ext uri="{FF2B5EF4-FFF2-40B4-BE49-F238E27FC236}">
                <a16:creationId xmlns:a16="http://schemas.microsoft.com/office/drawing/2014/main" id="{80EB836E-ED9C-4487-8F17-46F4BA06FCF9}"/>
              </a:ext>
            </a:extLst>
          </p:cNvPr>
          <p:cNvSpPr>
            <a:spLocks xmlns:a="http://schemas.openxmlformats.org/drawingml/2006/main" noGrp="1"/>
          </p:cNvSpPr>
          <p:nvPr/>
        </p:nvSpPr>
        <p:spPr>
          <a:xfrm xmlns:a="http://schemas.openxmlformats.org/drawingml/2006/main">
            <a:off x="60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Agent 작업">
            <a:extLst xmlns:a="http://schemas.openxmlformats.org/drawingml/2006/main">
              <a:ext uri="{FF2B5EF4-FFF2-40B4-BE49-F238E27FC236}">
                <a16:creationId xmlns:a16="http://schemas.microsoft.com/office/drawing/2014/main" id="{593D5615-ABF8-4093-AB62-8794E062F9C3}"/>
              </a:ext>
            </a:extLst>
          </p:cNvPr>
          <p:cNvSpPr>
            <a:spLocks xmlns:a="http://schemas.openxmlformats.org/drawingml/2006/main" noGrp="1"/>
          </p:cNvSpPr>
          <p:nvPr/>
        </p:nvSpPr>
        <p:spPr>
          <a:xfrm xmlns:a="http://schemas.openxmlformats.org/drawingml/2006/main">
            <a:off x="80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 작업</a:t>
            </a:r>
          </a:p>
        </p:txBody>
      </p:sp>
      <p:sp>
        <p:nvSpPr>
          <p:cNvPr id="10" name="변경한 부분 확인">
            <a:extLst xmlns:a="http://schemas.openxmlformats.org/drawingml/2006/main">
              <a:ext uri="{FF2B5EF4-FFF2-40B4-BE49-F238E27FC236}">
                <a16:creationId xmlns:a16="http://schemas.microsoft.com/office/drawing/2014/main" id="{C12E34C8-BEC5-49B5-A465-B2FC89C984DE}"/>
              </a:ext>
            </a:extLst>
          </p:cNvPr>
          <p:cNvSpPr>
            <a:spLocks xmlns:a="http://schemas.openxmlformats.org/drawingml/2006/main" noGrp="1"/>
          </p:cNvSpPr>
          <p:nvPr/>
        </p:nvSpPr>
        <p:spPr>
          <a:xfrm xmlns:a="http://schemas.openxmlformats.org/drawingml/2006/main">
            <a:off x="80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변경한 부분 확인</a:t>
            </a:r>
          </a:p>
        </p:txBody>
      </p:sp>
      <p:cxnSp>
        <p:nvCxnSpPr>
          <p:cNvPr id="11" name="">
            <a:extLst xmlns:a="http://schemas.openxmlformats.org/drawingml/2006/main">
              <a:ext uri="{FF2B5EF4-FFF2-40B4-BE49-F238E27FC236}">
                <a16:creationId xmlns:a16="http://schemas.microsoft.com/office/drawing/2014/main" id="{389039D9-D786-4FFC-9AB2-34A40A977731}"/>
              </a:ext>
            </a:extLst>
          </p:cNvPr>
          <p:cNvCxnSpPr/>
          <p:nvPr/>
        </p:nvCxnSpPr>
        <p:spPr>
          <a:xfrm xmlns:a="http://schemas.openxmlformats.org/drawingml/2006/main">
            <a:off x="400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BE018707-3F63-4843-8DCD-9000425A3AD3}"/>
              </a:ext>
            </a:extLst>
          </p:cNvPr>
          <p:cNvSpPr>
            <a:spLocks xmlns:a="http://schemas.openxmlformats.org/drawingml/2006/main" noGrp="1"/>
          </p:cNvSpPr>
          <p:nvPr/>
        </p:nvSpPr>
        <p:spPr>
          <a:xfrm xmlns:a="http://schemas.openxmlformats.org/drawingml/2006/main">
            <a:off x="441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사람의 검토">
            <a:extLst xmlns:a="http://schemas.openxmlformats.org/drawingml/2006/main">
              <a:ext uri="{FF2B5EF4-FFF2-40B4-BE49-F238E27FC236}">
                <a16:creationId xmlns:a16="http://schemas.microsoft.com/office/drawing/2014/main" id="{1A54C0A8-D1DC-47E0-A088-31D1E0436F6C}"/>
              </a:ext>
            </a:extLst>
          </p:cNvPr>
          <p:cNvSpPr>
            <a:spLocks xmlns:a="http://schemas.openxmlformats.org/drawingml/2006/main" noGrp="1"/>
          </p:cNvSpPr>
          <p:nvPr/>
        </p:nvSpPr>
        <p:spPr>
          <a:xfrm xmlns:a="http://schemas.openxmlformats.org/drawingml/2006/main">
            <a:off x="461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사람의 검토</a:t>
            </a:r>
          </a:p>
        </p:txBody>
      </p:sp>
      <p:sp>
        <p:nvSpPr>
          <p:cNvPr id="14" name="관련 동작은?">
            <a:extLst xmlns:a="http://schemas.openxmlformats.org/drawingml/2006/main">
              <a:ext uri="{FF2B5EF4-FFF2-40B4-BE49-F238E27FC236}">
                <a16:creationId xmlns:a16="http://schemas.microsoft.com/office/drawing/2014/main" id="{9B1F7BB8-79B4-43A6-A220-5492A3FD15A3}"/>
              </a:ext>
            </a:extLst>
          </p:cNvPr>
          <p:cNvSpPr>
            <a:spLocks xmlns:a="http://schemas.openxmlformats.org/drawingml/2006/main" noGrp="1"/>
          </p:cNvSpPr>
          <p:nvPr/>
        </p:nvSpPr>
        <p:spPr>
          <a:xfrm xmlns:a="http://schemas.openxmlformats.org/drawingml/2006/main">
            <a:off x="461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관련 동작은?</a:t>
            </a:r>
          </a:p>
        </p:txBody>
      </p:sp>
      <p:cxnSp>
        <p:nvCxnSpPr>
          <p:cNvPr id="15" name="">
            <a:extLst xmlns:a="http://schemas.openxmlformats.org/drawingml/2006/main">
              <a:ext uri="{FF2B5EF4-FFF2-40B4-BE49-F238E27FC236}">
                <a16:creationId xmlns:a16="http://schemas.microsoft.com/office/drawing/2014/main" id="{3181D707-8A8E-4A22-AB98-3F3B3E5D6338}"/>
              </a:ext>
            </a:extLst>
          </p:cNvPr>
          <p:cNvCxnSpPr/>
          <p:nvPr/>
        </p:nvCxnSpPr>
        <p:spPr>
          <a:xfrm xmlns:a="http://schemas.openxmlformats.org/drawingml/2006/main">
            <a:off x="781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0B6F4ACF-A785-4A07-99B2-F03D05E8A390}"/>
              </a:ext>
            </a:extLst>
          </p:cNvPr>
          <p:cNvSpPr>
            <a:spLocks xmlns:a="http://schemas.openxmlformats.org/drawingml/2006/main" noGrp="1"/>
          </p:cNvSpPr>
          <p:nvPr/>
        </p:nvSpPr>
        <p:spPr>
          <a:xfrm xmlns:a="http://schemas.openxmlformats.org/drawingml/2006/main">
            <a:off x="8229600" y="2762250"/>
            <a:ext cx="3352800" cy="198120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7" name="추가 요청">
            <a:extLst xmlns:a="http://schemas.openxmlformats.org/drawingml/2006/main">
              <a:ext uri="{FF2B5EF4-FFF2-40B4-BE49-F238E27FC236}">
                <a16:creationId xmlns:a16="http://schemas.microsoft.com/office/drawing/2014/main" id="{196E4892-4A5F-48FE-879E-DE06D1F20281}"/>
              </a:ext>
            </a:extLst>
          </p:cNvPr>
          <p:cNvSpPr>
            <a:spLocks xmlns:a="http://schemas.openxmlformats.org/drawingml/2006/main" noGrp="1"/>
          </p:cNvSpPr>
          <p:nvPr/>
        </p:nvSpPr>
        <p:spPr>
          <a:xfrm xmlns:a="http://schemas.openxmlformats.org/drawingml/2006/main">
            <a:off x="842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추가 요청</a:t>
            </a:r>
          </a:p>
        </p:txBody>
      </p:sp>
      <p:sp>
        <p:nvSpPr>
          <p:cNvPr id="18" name="관련 동작도&#10;확인해 주세요.">
            <a:extLst xmlns:a="http://schemas.openxmlformats.org/drawingml/2006/main">
              <a:ext uri="{FF2B5EF4-FFF2-40B4-BE49-F238E27FC236}">
                <a16:creationId xmlns:a16="http://schemas.microsoft.com/office/drawing/2014/main" id="{02658913-2BB9-4E2D-B580-F642F8D9A4CB}"/>
              </a:ext>
            </a:extLst>
          </p:cNvPr>
          <p:cNvSpPr>
            <a:spLocks xmlns:a="http://schemas.openxmlformats.org/drawingml/2006/main" noGrp="1"/>
          </p:cNvSpPr>
          <p:nvPr/>
        </p:nvSpPr>
        <p:spPr>
          <a:xfrm xmlns:a="http://schemas.openxmlformats.org/drawingml/2006/main">
            <a:off x="842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관련 동작도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확인해 주세요.</a:t>
            </a:r>
          </a:p>
        </p:txBody>
      </p:sp>
      <p:sp>
        <p:nvSpPr>
          <p:cNvPr id="19" name="이 보정은 다음 작업에도 필요한 내용일까?">
            <a:extLst xmlns:a="http://schemas.openxmlformats.org/drawingml/2006/main">
              <a:ext uri="{FF2B5EF4-FFF2-40B4-BE49-F238E27FC236}">
                <a16:creationId xmlns:a16="http://schemas.microsoft.com/office/drawing/2014/main" id="{B3413ED8-B480-4A0F-84FD-3CD183C98FF0}"/>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보정은 다음 작업에도 필요한 내용일까?</a:t>
            </a:r>
          </a:p>
        </p:txBody>
      </p:sp>
      <p:sp>
        <p:nvSpPr>
          <p:cNvPr id="20" name="Legacy module connection">
            <a:extLst xmlns:a="http://schemas.openxmlformats.org/drawingml/2006/main">
              <a:ext uri="{FF2B5EF4-FFF2-40B4-BE49-F238E27FC236}">
                <a16:creationId xmlns:a16="http://schemas.microsoft.com/office/drawing/2014/main" id="{476D7F3D-3A54-4699-9804-B899D10CAF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065693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CONCEPTUAL / 현재 작업의 보정과 공통 수행 체계">
            <a:extLst xmlns:a="http://schemas.openxmlformats.org/drawingml/2006/main">
              <a:ext uri="{FF2B5EF4-FFF2-40B4-BE49-F238E27FC236}">
                <a16:creationId xmlns:a16="http://schemas.microsoft.com/office/drawing/2014/main" id="{55A416F7-E270-486E-BFF4-3C2039BB93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현재 작업의 보정과 공통 수행 체계</a:t>
            </a:r>
          </a:p>
        </p:txBody>
      </p:sp>
      <p:sp>
        <p:nvSpPr>
          <p:cNvPr id="2" name="S76">
            <a:extLst xmlns:a="http://schemas.openxmlformats.org/drawingml/2006/main">
              <a:ext uri="{FF2B5EF4-FFF2-40B4-BE49-F238E27FC236}">
                <a16:creationId xmlns:a16="http://schemas.microsoft.com/office/drawing/2014/main" id="{0CCF96E8-44A3-43F0-AA4D-78F4AB8E0B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요청은 보정해도, 공통 지침은 그대로다">
            <a:extLst xmlns:a="http://schemas.openxmlformats.org/drawingml/2006/main">
              <a:ext uri="{FF2B5EF4-FFF2-40B4-BE49-F238E27FC236}">
                <a16:creationId xmlns:a16="http://schemas.microsoft.com/office/drawing/2014/main" id="{E51D4B71-ABF6-4400-B3FB-AC43F2B165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요청은 보정해도, 공통 지침은 그대로다</a:t>
            </a:r>
          </a:p>
        </p:txBody>
      </p:sp>
      <p:sp>
        <p:nvSpPr>
          <p:cNvPr id="4" name="">
            <a:extLst xmlns:a="http://schemas.openxmlformats.org/drawingml/2006/main">
              <a:ext uri="{FF2B5EF4-FFF2-40B4-BE49-F238E27FC236}">
                <a16:creationId xmlns:a16="http://schemas.microsoft.com/office/drawing/2014/main" id="{C92BCAA5-A4E1-4E27-8F37-99D2E905C3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앞 장의 교육용 상황을 이어서 비교 · 실제 요청·지침 변경 기록이 아님">
            <a:extLst xmlns:a="http://schemas.openxmlformats.org/drawingml/2006/main">
              <a:ext uri="{FF2B5EF4-FFF2-40B4-BE49-F238E27FC236}">
                <a16:creationId xmlns:a16="http://schemas.microsoft.com/office/drawing/2014/main" id="{7DF4381B-6E41-45F7-A2D8-5F1169C067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앞 장의 교육용 상황을 이어서 비교 · 실제 요청·지침 변경 기록이 아님</a:t>
            </a:r>
          </a:p>
        </p:txBody>
      </p:sp>
      <p:sp>
        <p:nvSpPr>
          <p:cNvPr id="6" name="이번 작업 범위를 보정하는 것과 공통 체계를 바꾸는 것은 별개 · 지침이 원인이라고 확정하지 않음">
            <a:extLst xmlns:a="http://schemas.openxmlformats.org/drawingml/2006/main">
              <a:ext uri="{FF2B5EF4-FFF2-40B4-BE49-F238E27FC236}">
                <a16:creationId xmlns:a16="http://schemas.microsoft.com/office/drawing/2014/main" id="{179555D0-90AA-405D-AE41-4B2AA05A28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이번 작업 범위를 보정하는 것과 공통 체계를 바꾸는 것은 별개 · 지침이 원인이라고 확정하지 않음</a:t>
            </a:r>
          </a:p>
        </p:txBody>
      </p:sp>
      <p:sp>
        <p:nvSpPr>
          <p:cNvPr id="7" name="이번 작업의 요청">
            <a:extLst xmlns:a="http://schemas.openxmlformats.org/drawingml/2006/main">
              <a:ext uri="{FF2B5EF4-FFF2-40B4-BE49-F238E27FC236}">
                <a16:creationId xmlns:a16="http://schemas.microsoft.com/office/drawing/2014/main" id="{7777F441-D7A7-4D43-820B-9D7FB033770D}"/>
              </a:ext>
            </a:extLst>
          </p:cNvPr>
          <p:cNvSpPr>
            <a:spLocks xmlns:a="http://schemas.openxmlformats.org/drawingml/2006/main" noGrp="1"/>
          </p:cNvSpPr>
          <p:nvPr/>
        </p:nvSpPr>
        <p:spPr>
          <a:xfrm xmlns:a="http://schemas.openxmlformats.org/drawingml/2006/main">
            <a:off x="609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작업의 요청</a:t>
            </a:r>
          </a:p>
        </p:txBody>
      </p:sp>
      <p:sp>
        <p:nvSpPr>
          <p:cNvPr id="8" name="다음에도 읽을 공통 지침">
            <a:extLst xmlns:a="http://schemas.openxmlformats.org/drawingml/2006/main">
              <a:ext uri="{FF2B5EF4-FFF2-40B4-BE49-F238E27FC236}">
                <a16:creationId xmlns:a16="http://schemas.microsoft.com/office/drawing/2014/main" id="{8541592F-1710-4F96-AB8A-1EBBF3FF3BAD}"/>
              </a:ext>
            </a:extLst>
          </p:cNvPr>
          <p:cNvSpPr>
            <a:spLocks xmlns:a="http://schemas.openxmlformats.org/drawingml/2006/main" noGrp="1"/>
          </p:cNvSpPr>
          <p:nvPr/>
        </p:nvSpPr>
        <p:spPr>
          <a:xfrm xmlns:a="http://schemas.openxmlformats.org/drawingml/2006/main">
            <a:off x="6705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다음에도 읽을 공통 지침</a:t>
            </a:r>
          </a:p>
        </p:txBody>
      </p:sp>
      <p:sp>
        <p:nvSpPr>
          <p:cNvPr id="9" name="">
            <a:extLst xmlns:a="http://schemas.openxmlformats.org/drawingml/2006/main">
              <a:ext uri="{FF2B5EF4-FFF2-40B4-BE49-F238E27FC236}">
                <a16:creationId xmlns:a16="http://schemas.microsoft.com/office/drawing/2014/main" id="{6FBF7314-1160-483B-8055-E05F2151C5AC}"/>
              </a:ext>
            </a:extLst>
          </p:cNvPr>
          <p:cNvSpPr>
            <a:spLocks xmlns:a="http://schemas.openxmlformats.org/drawingml/2006/main" noGrp="1"/>
          </p:cNvSpPr>
          <p:nvPr/>
        </p:nvSpPr>
        <p:spPr>
          <a:xfrm xmlns:a="http://schemas.openxmlformats.org/drawingml/2006/main">
            <a:off x="609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관련 동작도&#10;확인해 주세요.">
            <a:extLst xmlns:a="http://schemas.openxmlformats.org/drawingml/2006/main">
              <a:ext uri="{FF2B5EF4-FFF2-40B4-BE49-F238E27FC236}">
                <a16:creationId xmlns:a16="http://schemas.microsoft.com/office/drawing/2014/main" id="{65AC6552-C623-4F0B-B4C3-2D734DCFCD2A}"/>
              </a:ext>
            </a:extLst>
          </p:cNvPr>
          <p:cNvSpPr>
            <a:spLocks xmlns:a="http://schemas.openxmlformats.org/drawingml/2006/main" noGrp="1"/>
          </p:cNvSpPr>
          <p:nvPr/>
        </p:nvSpPr>
        <p:spPr>
          <a:xfrm xmlns:a="http://schemas.openxmlformats.org/drawingml/2006/main">
            <a:off x="838200" y="3000375"/>
            <a:ext cx="4419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관련 동작도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확인해 주세요.</a:t>
            </a:r>
          </a:p>
        </p:txBody>
      </p:sp>
      <p:sp>
        <p:nvSpPr>
          <p:cNvPr id="11" name="현재 작업의 검증 범위를 보정">
            <a:extLst xmlns:a="http://schemas.openxmlformats.org/drawingml/2006/main">
              <a:ext uri="{FF2B5EF4-FFF2-40B4-BE49-F238E27FC236}">
                <a16:creationId xmlns:a16="http://schemas.microsoft.com/office/drawing/2014/main" id="{AB821E71-6159-44CF-BCFB-D169BA9B9795}"/>
              </a:ext>
            </a:extLst>
          </p:cNvPr>
          <p:cNvSpPr>
            <a:spLocks xmlns:a="http://schemas.openxmlformats.org/drawingml/2006/main" noGrp="1"/>
          </p:cNvSpPr>
          <p:nvPr/>
        </p:nvSpPr>
        <p:spPr>
          <a:xfrm xmlns:a="http://schemas.openxmlformats.org/drawingml/2006/main">
            <a:off x="838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현재 작업의 검증 범위를 보정</a:t>
            </a:r>
          </a:p>
        </p:txBody>
      </p:sp>
      <p:sp>
        <p:nvSpPr>
          <p:cNvPr id="12" name="">
            <a:extLst xmlns:a="http://schemas.openxmlformats.org/drawingml/2006/main">
              <a:ext uri="{FF2B5EF4-FFF2-40B4-BE49-F238E27FC236}">
                <a16:creationId xmlns:a16="http://schemas.microsoft.com/office/drawing/2014/main" id="{9C4A7366-3486-48E6-9A99-41148C95A91D}"/>
              </a:ext>
            </a:extLst>
          </p:cNvPr>
          <p:cNvSpPr>
            <a:spLocks xmlns:a="http://schemas.openxmlformats.org/drawingml/2006/main" noGrp="1"/>
          </p:cNvSpPr>
          <p:nvPr/>
        </p:nvSpPr>
        <p:spPr>
          <a:xfrm xmlns:a="http://schemas.openxmlformats.org/drawingml/2006/main">
            <a:off x="6705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3" name="이전 수행 방법 그대로">
            <a:extLst xmlns:a="http://schemas.openxmlformats.org/drawingml/2006/main">
              <a:ext uri="{FF2B5EF4-FFF2-40B4-BE49-F238E27FC236}">
                <a16:creationId xmlns:a16="http://schemas.microsoft.com/office/drawing/2014/main" id="{15C21D1E-6E37-4DB6-A6B0-C8E703BD6F90}"/>
              </a:ext>
            </a:extLst>
          </p:cNvPr>
          <p:cNvSpPr>
            <a:spLocks xmlns:a="http://schemas.openxmlformats.org/drawingml/2006/main" noGrp="1"/>
          </p:cNvSpPr>
          <p:nvPr/>
        </p:nvSpPr>
        <p:spPr>
          <a:xfrm xmlns:a="http://schemas.openxmlformats.org/drawingml/2006/main">
            <a:off x="6934200" y="3276600"/>
            <a:ext cx="441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이전 수행 방법 그대로</a:t>
            </a:r>
          </a:p>
        </p:txBody>
      </p:sp>
      <p:sp>
        <p:nvSpPr>
          <p:cNvPr id="14" name="공통 지침은 따로 갱신하지 않은 가정">
            <a:extLst xmlns:a="http://schemas.openxmlformats.org/drawingml/2006/main">
              <a:ext uri="{FF2B5EF4-FFF2-40B4-BE49-F238E27FC236}">
                <a16:creationId xmlns:a16="http://schemas.microsoft.com/office/drawing/2014/main" id="{9DE41BE0-6724-487A-91E9-DF741508BC21}"/>
              </a:ext>
            </a:extLst>
          </p:cNvPr>
          <p:cNvSpPr>
            <a:spLocks xmlns:a="http://schemas.openxmlformats.org/drawingml/2006/main" noGrp="1"/>
          </p:cNvSpPr>
          <p:nvPr/>
        </p:nvSpPr>
        <p:spPr>
          <a:xfrm xmlns:a="http://schemas.openxmlformats.org/drawingml/2006/main">
            <a:off x="6934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공통 지침은 따로 갱신하지 않은 가정</a:t>
            </a:r>
          </a:p>
        </p:txBody>
      </p:sp>
      <p:sp>
        <p:nvSpPr>
          <p:cNvPr id="15" name="대화에서 바로잡은 내용이, 공통 체계에 자동 반영되지는 않는다">
            <a:extLst xmlns:a="http://schemas.openxmlformats.org/drawingml/2006/main">
              <a:ext uri="{FF2B5EF4-FFF2-40B4-BE49-F238E27FC236}">
                <a16:creationId xmlns:a16="http://schemas.microsoft.com/office/drawing/2014/main" id="{B28A73BF-64FE-4B2A-9F5B-E4E58C7E888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대화에서 바로잡은 내용이, 공통 체계에 자동 반영되지는 않는다</a:t>
            </a:r>
          </a:p>
        </p:txBody>
      </p:sp>
      <p:sp>
        <p:nvSpPr>
          <p:cNvPr id="16" name="Legacy module connection">
            <a:extLst xmlns:a="http://schemas.openxmlformats.org/drawingml/2006/main">
              <a:ext uri="{FF2B5EF4-FFF2-40B4-BE49-F238E27FC236}">
                <a16:creationId xmlns:a16="http://schemas.microsoft.com/office/drawing/2014/main" id="{24CE1FF7-5E2A-4B86-9137-F59C2177CE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2065276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CONCEPTUAL / 다음 작업에 돌아오지 않는 경험">
            <a:extLst xmlns:a="http://schemas.openxmlformats.org/drawingml/2006/main">
              <a:ext uri="{FF2B5EF4-FFF2-40B4-BE49-F238E27FC236}">
                <a16:creationId xmlns:a16="http://schemas.microsoft.com/office/drawing/2014/main" id="{60A1E382-EEEC-45DC-8250-37458099FC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다음 작업에 돌아오지 않는 경험</a:t>
            </a:r>
          </a:p>
        </p:txBody>
      </p:sp>
      <p:sp>
        <p:nvSpPr>
          <p:cNvPr id="2" name="S77">
            <a:extLst xmlns:a="http://schemas.openxmlformats.org/drawingml/2006/main">
              <a:ext uri="{FF2B5EF4-FFF2-40B4-BE49-F238E27FC236}">
                <a16:creationId xmlns:a16="http://schemas.microsoft.com/office/drawing/2014/main" id="{36B8980B-9080-43B9-B391-247F627BFC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다음 작업에서도 같은 보정이 반복된다면?">
            <a:extLst xmlns:a="http://schemas.openxmlformats.org/drawingml/2006/main">
              <a:ext uri="{FF2B5EF4-FFF2-40B4-BE49-F238E27FC236}">
                <a16:creationId xmlns:a16="http://schemas.microsoft.com/office/drawing/2014/main" id="{E16471BB-35D2-44FA-A4F8-13F5BD0539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같은 보정이 반복된다면?</a:t>
            </a:r>
          </a:p>
        </p:txBody>
      </p:sp>
      <p:sp>
        <p:nvSpPr>
          <p:cNvPr id="4" name="">
            <a:extLst xmlns:a="http://schemas.openxmlformats.org/drawingml/2006/main">
              <a:ext uri="{FF2B5EF4-FFF2-40B4-BE49-F238E27FC236}">
                <a16:creationId xmlns:a16="http://schemas.microsoft.com/office/drawing/2014/main" id="{886591E6-7534-4DBB-80C7-A56F43C842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반복 도식 · 작업 A/B/C는 실제 Trial이나 Subagent 실행이 아님">
            <a:extLst xmlns:a="http://schemas.openxmlformats.org/drawingml/2006/main">
              <a:ext uri="{FF2B5EF4-FFF2-40B4-BE49-F238E27FC236}">
                <a16:creationId xmlns:a16="http://schemas.microsoft.com/office/drawing/2014/main" id="{1748FE58-ED70-4786-BA9C-9A03242729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반복 도식 · 작업 A/B/C는 실제 Trial이나 Subagent 실행이 아님</a:t>
            </a:r>
          </a:p>
        </p:txBody>
      </p:sp>
      <p:sp>
        <p:nvSpPr>
          <p:cNvPr id="6" name="반복 횟수·토큰·시간·성공률을 측정한 결과가 아님 · 공통 지침을 갱신하지 않은 상황의 설명">
            <a:extLst xmlns:a="http://schemas.openxmlformats.org/drawingml/2006/main">
              <a:ext uri="{FF2B5EF4-FFF2-40B4-BE49-F238E27FC236}">
                <a16:creationId xmlns:a16="http://schemas.microsoft.com/office/drawing/2014/main" id="{915AAE7A-B7AC-46AB-863A-092357E735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 횟수·토큰·시간·성공률을 측정한 결과가 아님 · 공통 지침을 갱신하지 않은 상황의 설명</a:t>
            </a:r>
          </a:p>
        </p:txBody>
      </p:sp>
      <p:sp>
        <p:nvSpPr>
          <p:cNvPr id="7" name="">
            <a:extLst xmlns:a="http://schemas.openxmlformats.org/drawingml/2006/main">
              <a:ext uri="{FF2B5EF4-FFF2-40B4-BE49-F238E27FC236}">
                <a16:creationId xmlns:a16="http://schemas.microsoft.com/office/drawing/2014/main" id="{5523FE54-E521-43AB-BD51-89EDC0B55AB3}"/>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음 작업이 읽는 공통 수행 지침은 그대로">
            <a:extLst xmlns:a="http://schemas.openxmlformats.org/drawingml/2006/main">
              <a:ext uri="{FF2B5EF4-FFF2-40B4-BE49-F238E27FC236}">
                <a16:creationId xmlns:a16="http://schemas.microsoft.com/office/drawing/2014/main" id="{E31FC6FD-1793-48CA-8C57-E3D6E5038457}"/>
              </a:ext>
            </a:extLst>
          </p:cNvPr>
          <p:cNvSpPr>
            <a:spLocks xmlns:a="http://schemas.openxmlformats.org/drawingml/2006/main" noGrp="1"/>
          </p:cNvSpPr>
          <p:nvPr/>
        </p:nvSpPr>
        <p:spPr>
          <a:xfrm xmlns:a="http://schemas.openxmlformats.org/drawingml/2006/main">
            <a:off x="800100" y="2038350"/>
            <a:ext cx="1059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다음 작업이 읽는 공통 수행 지침은 그대로</a:t>
            </a:r>
          </a:p>
        </p:txBody>
      </p:sp>
      <p:sp>
        <p:nvSpPr>
          <p:cNvPr id="9" name="">
            <a:extLst xmlns:a="http://schemas.openxmlformats.org/drawingml/2006/main">
              <a:ext uri="{FF2B5EF4-FFF2-40B4-BE49-F238E27FC236}">
                <a16:creationId xmlns:a16="http://schemas.microsoft.com/office/drawing/2014/main" id="{0D6219AE-0230-41C8-B1CE-DC0018E29AFC}"/>
              </a:ext>
            </a:extLst>
          </p:cNvPr>
          <p:cNvSpPr>
            <a:spLocks xmlns:a="http://schemas.openxmlformats.org/drawingml/2006/main" noGrp="1"/>
          </p:cNvSpPr>
          <p:nvPr/>
        </p:nvSpPr>
        <p:spPr>
          <a:xfrm xmlns:a="http://schemas.openxmlformats.org/drawingml/2006/main">
            <a:off x="60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작업 A">
            <a:extLst xmlns:a="http://schemas.openxmlformats.org/drawingml/2006/main">
              <a:ext uri="{FF2B5EF4-FFF2-40B4-BE49-F238E27FC236}">
                <a16:creationId xmlns:a16="http://schemas.microsoft.com/office/drawing/2014/main" id="{B4F52B00-336B-44C2-93C8-645093E5D445}"/>
              </a:ext>
            </a:extLst>
          </p:cNvPr>
          <p:cNvSpPr>
            <a:spLocks xmlns:a="http://schemas.openxmlformats.org/drawingml/2006/main" noGrp="1"/>
          </p:cNvSpPr>
          <p:nvPr/>
        </p:nvSpPr>
        <p:spPr>
          <a:xfrm xmlns:a="http://schemas.openxmlformats.org/drawingml/2006/main">
            <a:off x="78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A</a:t>
            </a:r>
          </a:p>
        </p:txBody>
      </p:sp>
      <p:cxnSp>
        <p:nvCxnSpPr>
          <p:cNvPr id="11" name="">
            <a:extLst xmlns:a="http://schemas.openxmlformats.org/drawingml/2006/main">
              <a:ext uri="{FF2B5EF4-FFF2-40B4-BE49-F238E27FC236}">
                <a16:creationId xmlns:a16="http://schemas.microsoft.com/office/drawing/2014/main" id="{A8B210B8-015C-45D1-B5CA-26783FCCBA40}"/>
              </a:ext>
            </a:extLst>
          </p:cNvPr>
          <p:cNvCxnSpPr/>
          <p:nvPr/>
        </p:nvCxnSpPr>
        <p:spPr>
          <a:xfrm xmlns:a="http://schemas.openxmlformats.org/drawingml/2006/main">
            <a:off x="228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C1206231-ACD7-4F86-AF61-9CF79DBBF89D}"/>
              </a:ext>
            </a:extLst>
          </p:cNvPr>
          <p:cNvSpPr>
            <a:spLocks xmlns:a="http://schemas.openxmlformats.org/drawingml/2006/main" noGrp="1"/>
          </p:cNvSpPr>
          <p:nvPr/>
        </p:nvSpPr>
        <p:spPr>
          <a:xfrm xmlns:a="http://schemas.openxmlformats.org/drawingml/2006/main">
            <a:off x="60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3" name="사람: 관련 동작도&#10;확인해 주세요.">
            <a:extLst xmlns:a="http://schemas.openxmlformats.org/drawingml/2006/main">
              <a:ext uri="{FF2B5EF4-FFF2-40B4-BE49-F238E27FC236}">
                <a16:creationId xmlns:a16="http://schemas.microsoft.com/office/drawing/2014/main" id="{561F142A-BCA9-4B88-AC63-CE4672A519D8}"/>
              </a:ext>
            </a:extLst>
          </p:cNvPr>
          <p:cNvSpPr>
            <a:spLocks xmlns:a="http://schemas.openxmlformats.org/drawingml/2006/main" noGrp="1"/>
          </p:cNvSpPr>
          <p:nvPr/>
        </p:nvSpPr>
        <p:spPr>
          <a:xfrm xmlns:a="http://schemas.openxmlformats.org/drawingml/2006/main">
            <a:off x="78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14" name="">
            <a:extLst xmlns:a="http://schemas.openxmlformats.org/drawingml/2006/main">
              <a:ext uri="{FF2B5EF4-FFF2-40B4-BE49-F238E27FC236}">
                <a16:creationId xmlns:a16="http://schemas.microsoft.com/office/drawing/2014/main" id="{8E355EBC-5929-4DC1-B6E3-C5B90B7E9B70}"/>
              </a:ext>
            </a:extLst>
          </p:cNvPr>
          <p:cNvCxnSpPr/>
          <p:nvPr/>
        </p:nvCxnSpPr>
        <p:spPr>
          <a:xfrm xmlns:a="http://schemas.openxmlformats.org/drawingml/2006/main">
            <a:off x="400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5" name="">
            <a:extLst xmlns:a="http://schemas.openxmlformats.org/drawingml/2006/main">
              <a:ext uri="{FF2B5EF4-FFF2-40B4-BE49-F238E27FC236}">
                <a16:creationId xmlns:a16="http://schemas.microsoft.com/office/drawing/2014/main" id="{42CA45A8-C333-4F5E-9715-26C4BBB3ABEF}"/>
              </a:ext>
            </a:extLst>
          </p:cNvPr>
          <p:cNvSpPr>
            <a:spLocks xmlns:a="http://schemas.openxmlformats.org/drawingml/2006/main" noGrp="1"/>
          </p:cNvSpPr>
          <p:nvPr/>
        </p:nvSpPr>
        <p:spPr>
          <a:xfrm xmlns:a="http://schemas.openxmlformats.org/drawingml/2006/main">
            <a:off x="441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다음 작업 B">
            <a:extLst xmlns:a="http://schemas.openxmlformats.org/drawingml/2006/main">
              <a:ext uri="{FF2B5EF4-FFF2-40B4-BE49-F238E27FC236}">
                <a16:creationId xmlns:a16="http://schemas.microsoft.com/office/drawing/2014/main" id="{13A15591-1DA4-4CE7-AD17-795C955AC540}"/>
              </a:ext>
            </a:extLst>
          </p:cNvPr>
          <p:cNvSpPr>
            <a:spLocks xmlns:a="http://schemas.openxmlformats.org/drawingml/2006/main" noGrp="1"/>
          </p:cNvSpPr>
          <p:nvPr/>
        </p:nvSpPr>
        <p:spPr>
          <a:xfrm xmlns:a="http://schemas.openxmlformats.org/drawingml/2006/main">
            <a:off x="459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B</a:t>
            </a:r>
          </a:p>
        </p:txBody>
      </p:sp>
      <p:cxnSp>
        <p:nvCxnSpPr>
          <p:cNvPr id="17" name="">
            <a:extLst xmlns:a="http://schemas.openxmlformats.org/drawingml/2006/main">
              <a:ext uri="{FF2B5EF4-FFF2-40B4-BE49-F238E27FC236}">
                <a16:creationId xmlns:a16="http://schemas.microsoft.com/office/drawing/2014/main" id="{2BD373C2-3DFB-4645-8341-0798892E768F}"/>
              </a:ext>
            </a:extLst>
          </p:cNvPr>
          <p:cNvCxnSpPr/>
          <p:nvPr/>
        </p:nvCxnSpPr>
        <p:spPr>
          <a:xfrm xmlns:a="http://schemas.openxmlformats.org/drawingml/2006/main">
            <a:off x="609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
            <a:extLst xmlns:a="http://schemas.openxmlformats.org/drawingml/2006/main">
              <a:ext uri="{FF2B5EF4-FFF2-40B4-BE49-F238E27FC236}">
                <a16:creationId xmlns:a16="http://schemas.microsoft.com/office/drawing/2014/main" id="{DE45DAB5-3389-4158-96DD-6D5F2A7D7232}"/>
              </a:ext>
            </a:extLst>
          </p:cNvPr>
          <p:cNvSpPr>
            <a:spLocks xmlns:a="http://schemas.openxmlformats.org/drawingml/2006/main" noGrp="1"/>
          </p:cNvSpPr>
          <p:nvPr/>
        </p:nvSpPr>
        <p:spPr>
          <a:xfrm xmlns:a="http://schemas.openxmlformats.org/drawingml/2006/main">
            <a:off x="441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9" name="사람: 관련 동작도&#10;확인해 주세요.">
            <a:extLst xmlns:a="http://schemas.openxmlformats.org/drawingml/2006/main">
              <a:ext uri="{FF2B5EF4-FFF2-40B4-BE49-F238E27FC236}">
                <a16:creationId xmlns:a16="http://schemas.microsoft.com/office/drawing/2014/main" id="{49E30B1B-9962-4DAE-86AA-A6ECFD51B049}"/>
              </a:ext>
            </a:extLst>
          </p:cNvPr>
          <p:cNvSpPr>
            <a:spLocks xmlns:a="http://schemas.openxmlformats.org/drawingml/2006/main" noGrp="1"/>
          </p:cNvSpPr>
          <p:nvPr/>
        </p:nvSpPr>
        <p:spPr>
          <a:xfrm xmlns:a="http://schemas.openxmlformats.org/drawingml/2006/main">
            <a:off x="459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20" name="">
            <a:extLst xmlns:a="http://schemas.openxmlformats.org/drawingml/2006/main">
              <a:ext uri="{FF2B5EF4-FFF2-40B4-BE49-F238E27FC236}">
                <a16:creationId xmlns:a16="http://schemas.microsoft.com/office/drawing/2014/main" id="{4CAAAE67-2EA5-49E8-973D-B221B9986D11}"/>
              </a:ext>
            </a:extLst>
          </p:cNvPr>
          <p:cNvCxnSpPr/>
          <p:nvPr/>
        </p:nvCxnSpPr>
        <p:spPr>
          <a:xfrm xmlns:a="http://schemas.openxmlformats.org/drawingml/2006/main">
            <a:off x="781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5E2E3D81-79F6-49A4-AEE7-071428B3165B}"/>
              </a:ext>
            </a:extLst>
          </p:cNvPr>
          <p:cNvSpPr>
            <a:spLocks xmlns:a="http://schemas.openxmlformats.org/drawingml/2006/main" noGrp="1"/>
          </p:cNvSpPr>
          <p:nvPr/>
        </p:nvSpPr>
        <p:spPr>
          <a:xfrm xmlns:a="http://schemas.openxmlformats.org/drawingml/2006/main">
            <a:off x="822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다음 작업 C">
            <a:extLst xmlns:a="http://schemas.openxmlformats.org/drawingml/2006/main">
              <a:ext uri="{FF2B5EF4-FFF2-40B4-BE49-F238E27FC236}">
                <a16:creationId xmlns:a16="http://schemas.microsoft.com/office/drawing/2014/main" id="{58ABF393-7FCB-4263-8296-935A94264AD6}"/>
              </a:ext>
            </a:extLst>
          </p:cNvPr>
          <p:cNvSpPr>
            <a:spLocks xmlns:a="http://schemas.openxmlformats.org/drawingml/2006/main" noGrp="1"/>
          </p:cNvSpPr>
          <p:nvPr/>
        </p:nvSpPr>
        <p:spPr>
          <a:xfrm xmlns:a="http://schemas.openxmlformats.org/drawingml/2006/main">
            <a:off x="840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C</a:t>
            </a:r>
          </a:p>
        </p:txBody>
      </p:sp>
      <p:cxnSp>
        <p:nvCxnSpPr>
          <p:cNvPr id="23" name="">
            <a:extLst xmlns:a="http://schemas.openxmlformats.org/drawingml/2006/main">
              <a:ext uri="{FF2B5EF4-FFF2-40B4-BE49-F238E27FC236}">
                <a16:creationId xmlns:a16="http://schemas.microsoft.com/office/drawing/2014/main" id="{73DF8EBC-32B2-46B8-ABAD-CE27B29EAE5B}"/>
              </a:ext>
            </a:extLst>
          </p:cNvPr>
          <p:cNvCxnSpPr/>
          <p:nvPr/>
        </p:nvCxnSpPr>
        <p:spPr>
          <a:xfrm xmlns:a="http://schemas.openxmlformats.org/drawingml/2006/main">
            <a:off x="990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4" name="">
            <a:extLst xmlns:a="http://schemas.openxmlformats.org/drawingml/2006/main">
              <a:ext uri="{FF2B5EF4-FFF2-40B4-BE49-F238E27FC236}">
                <a16:creationId xmlns:a16="http://schemas.microsoft.com/office/drawing/2014/main" id="{439A5202-BA46-4723-92CF-940BD68FBAE3}"/>
              </a:ext>
            </a:extLst>
          </p:cNvPr>
          <p:cNvSpPr>
            <a:spLocks xmlns:a="http://schemas.openxmlformats.org/drawingml/2006/main" noGrp="1"/>
          </p:cNvSpPr>
          <p:nvPr/>
        </p:nvSpPr>
        <p:spPr>
          <a:xfrm xmlns:a="http://schemas.openxmlformats.org/drawingml/2006/main">
            <a:off x="822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25" name="사람: 관련 동작도&#10;확인해 주세요.">
            <a:extLst xmlns:a="http://schemas.openxmlformats.org/drawingml/2006/main">
              <a:ext uri="{FF2B5EF4-FFF2-40B4-BE49-F238E27FC236}">
                <a16:creationId xmlns:a16="http://schemas.microsoft.com/office/drawing/2014/main" id="{C4A540B4-A713-4654-99F5-AC8991FFBF7E}"/>
              </a:ext>
            </a:extLst>
          </p:cNvPr>
          <p:cNvSpPr>
            <a:spLocks xmlns:a="http://schemas.openxmlformats.org/drawingml/2006/main" noGrp="1"/>
          </p:cNvSpPr>
          <p:nvPr/>
        </p:nvSpPr>
        <p:spPr>
          <a:xfrm xmlns:a="http://schemas.openxmlformats.org/drawingml/2006/main">
            <a:off x="840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sp>
        <p:nvSpPr>
          <p:cNvPr id="26" name="사람은 같은 보정을 반복하고, 다음 작업의 체계는 그대로다">
            <a:extLst xmlns:a="http://schemas.openxmlformats.org/drawingml/2006/main">
              <a:ext uri="{FF2B5EF4-FFF2-40B4-BE49-F238E27FC236}">
                <a16:creationId xmlns:a16="http://schemas.microsoft.com/office/drawing/2014/main" id="{C14E730C-D6C4-4D00-A773-D20EE413D0C6}"/>
              </a:ext>
            </a:extLst>
          </p:cNvPr>
          <p:cNvSpPr>
            <a:spLocks xmlns:a="http://schemas.openxmlformats.org/drawingml/2006/main" noGrp="1"/>
          </p:cNvSpPr>
          <p:nvPr/>
        </p:nvSpPr>
        <p:spPr>
          <a:xfrm xmlns:a="http://schemas.openxmlformats.org/drawingml/2006/main">
            <a:off x="609600" y="52673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사람은 같은 보정을 반복하고, 다음 작업의 체계는 그대로다</a:t>
            </a:r>
          </a:p>
        </p:txBody>
      </p:sp>
      <p:sp>
        <p:nvSpPr>
          <p:cNvPr id="27" name="Legacy module connection">
            <a:extLst xmlns:a="http://schemas.openxmlformats.org/drawingml/2006/main">
              <a:ext uri="{FF2B5EF4-FFF2-40B4-BE49-F238E27FC236}">
                <a16:creationId xmlns:a16="http://schemas.microsoft.com/office/drawing/2014/main" id="{893038F1-97F4-4D38-B2D5-80E166B50F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77254227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다음 작업의 체계를 검토할 근거">
            <a:extLst xmlns:a="http://schemas.openxmlformats.org/drawingml/2006/main">
              <a:ext uri="{FF2B5EF4-FFF2-40B4-BE49-F238E27FC236}">
                <a16:creationId xmlns:a16="http://schemas.microsoft.com/office/drawing/2014/main" id="{DA253CE8-EE37-4E0F-9497-F30E701928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작업의 체계를 검토할 근거</a:t>
            </a:r>
          </a:p>
        </p:txBody>
      </p:sp>
      <p:sp>
        <p:nvSpPr>
          <p:cNvPr id="2" name="S78">
            <a:extLst xmlns:a="http://schemas.openxmlformats.org/drawingml/2006/main">
              <a:ext uri="{FF2B5EF4-FFF2-40B4-BE49-F238E27FC236}">
                <a16:creationId xmlns:a16="http://schemas.microsoft.com/office/drawing/2014/main" id="{ED17280E-B740-4318-8341-09A9C1115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반복 보정을 개선으로 잇는 기록">
            <a:extLst xmlns:a="http://schemas.openxmlformats.org/drawingml/2006/main">
              <a:ext uri="{FF2B5EF4-FFF2-40B4-BE49-F238E27FC236}">
                <a16:creationId xmlns:a16="http://schemas.microsoft.com/office/drawing/2014/main" id="{8AE6C57A-0E4D-44BC-98F3-0A65A67EC1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보정을 개선으로 잇는 기록</a:t>
            </a:r>
          </a:p>
        </p:txBody>
      </p:sp>
      <p:sp>
        <p:nvSpPr>
          <p:cNvPr id="4" name="">
            <a:extLst xmlns:a="http://schemas.openxmlformats.org/drawingml/2006/main">
              <a:ext uri="{FF2B5EF4-FFF2-40B4-BE49-F238E27FC236}">
                <a16:creationId xmlns:a16="http://schemas.microsoft.com/office/drawing/2014/main" id="{1C976948-0F61-4AC5-8CD7-3920D83580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수행 기록과 사람의 보정을 연결하는 기록 틀">
            <a:extLst xmlns:a="http://schemas.openxmlformats.org/drawingml/2006/main">
              <a:ext uri="{FF2B5EF4-FFF2-40B4-BE49-F238E27FC236}">
                <a16:creationId xmlns:a16="http://schemas.microsoft.com/office/drawing/2014/main" id="{4111BB89-C80D-46E4-9684-7210E759ED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수행 기록과 사람의 보정을 연결하는 기록 틀</a:t>
            </a:r>
          </a:p>
        </p:txBody>
      </p:sp>
      <p:sp>
        <p:nvSpPr>
          <p:cNvPr id="6" name="원인·변경 대상은 아직 미확정 · 실제 갱신·재평가 결과나 자동 학습을 보여주는 도식이 아님">
            <a:extLst xmlns:a="http://schemas.openxmlformats.org/drawingml/2006/main">
              <a:ext uri="{FF2B5EF4-FFF2-40B4-BE49-F238E27FC236}">
                <a16:creationId xmlns:a16="http://schemas.microsoft.com/office/drawing/2014/main" id="{A8E06085-A436-47DC-A0E8-F9BBDE268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원인·변경 대상은 아직 미확정 · 실제 갱신·재평가 결과나 자동 학습을 보여주는 도식이 아님</a:t>
            </a:r>
          </a:p>
        </p:txBody>
      </p:sp>
      <p:sp>
        <p:nvSpPr>
          <p:cNvPr id="7" name="보정한 문장만 남기면, 어디를 고칠지 판단하기 어렵다">
            <a:extLst xmlns:a="http://schemas.openxmlformats.org/drawingml/2006/main">
              <a:ext uri="{FF2B5EF4-FFF2-40B4-BE49-F238E27FC236}">
                <a16:creationId xmlns:a16="http://schemas.microsoft.com/office/drawing/2014/main" id="{FB58E42D-5323-446F-ACA8-83F2508EF4A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보정한 문장만 남기면, 어디를 고칠지 판단하기 어렵다</a:t>
            </a:r>
          </a:p>
        </p:txBody>
      </p:sp>
      <p:sp>
        <p:nvSpPr>
          <p:cNvPr id="8" name="">
            <a:extLst xmlns:a="http://schemas.openxmlformats.org/drawingml/2006/main">
              <a:ext uri="{FF2B5EF4-FFF2-40B4-BE49-F238E27FC236}">
                <a16:creationId xmlns:a16="http://schemas.microsoft.com/office/drawing/2014/main" id="{C3006CEA-2ADE-4C37-A5AD-7E73DBD6BF94}"/>
              </a:ext>
            </a:extLst>
          </p:cNvPr>
          <p:cNvSpPr>
            <a:spLocks xmlns:a="http://schemas.openxmlformats.org/drawingml/2006/main" noGrp="1"/>
          </p:cNvSpPr>
          <p:nvPr/>
        </p:nvSpPr>
        <p:spPr>
          <a:xfrm xmlns:a="http://schemas.openxmlformats.org/drawingml/2006/main">
            <a:off x="609600" y="2457450"/>
            <a:ext cx="6248400" cy="26003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기준과 지침">
            <a:extLst xmlns:a="http://schemas.openxmlformats.org/drawingml/2006/main">
              <a:ext uri="{FF2B5EF4-FFF2-40B4-BE49-F238E27FC236}">
                <a16:creationId xmlns:a16="http://schemas.microsoft.com/office/drawing/2014/main" id="{27CF2D63-2DF3-4E07-9911-F6963672A343}"/>
              </a:ext>
            </a:extLst>
          </p:cNvPr>
          <p:cNvSpPr>
            <a:spLocks xmlns:a="http://schemas.openxmlformats.org/drawingml/2006/main" noGrp="1"/>
          </p:cNvSpPr>
          <p:nvPr/>
        </p:nvSpPr>
        <p:spPr>
          <a:xfrm xmlns:a="http://schemas.openxmlformats.org/drawingml/2006/main">
            <a:off x="819150" y="2676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기준과 지침</a:t>
            </a:r>
          </a:p>
        </p:txBody>
      </p:sp>
      <p:sp>
        <p:nvSpPr>
          <p:cNvPr id="10" name="무엇을 지키고 어떻게 일해야 했나?">
            <a:extLst xmlns:a="http://schemas.openxmlformats.org/drawingml/2006/main">
              <a:ext uri="{FF2B5EF4-FFF2-40B4-BE49-F238E27FC236}">
                <a16:creationId xmlns:a16="http://schemas.microsoft.com/office/drawing/2014/main" id="{F33C66CA-0BE2-49E4-9E0D-764F219A2069}"/>
              </a:ext>
            </a:extLst>
          </p:cNvPr>
          <p:cNvSpPr>
            <a:spLocks xmlns:a="http://schemas.openxmlformats.org/drawingml/2006/main" noGrp="1"/>
          </p:cNvSpPr>
          <p:nvPr/>
        </p:nvSpPr>
        <p:spPr>
          <a:xfrm xmlns:a="http://schemas.openxmlformats.org/drawingml/2006/main">
            <a:off x="2667000" y="2676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지키고 어떻게 일해야 했나?</a:t>
            </a:r>
          </a:p>
        </p:txBody>
      </p:sp>
      <p:sp>
        <p:nvSpPr>
          <p:cNvPr id="11" name="">
            <a:extLst xmlns:a="http://schemas.openxmlformats.org/drawingml/2006/main">
              <a:ext uri="{FF2B5EF4-FFF2-40B4-BE49-F238E27FC236}">
                <a16:creationId xmlns:a16="http://schemas.microsoft.com/office/drawing/2014/main" id="{91462B2D-792A-4C7F-A223-E68807AC6A43}"/>
              </a:ext>
            </a:extLst>
          </p:cNvPr>
          <p:cNvSpPr>
            <a:spLocks xmlns:a="http://schemas.openxmlformats.org/drawingml/2006/main" noGrp="1"/>
          </p:cNvSpPr>
          <p:nvPr/>
        </p:nvSpPr>
        <p:spPr>
          <a:xfrm xmlns:a="http://schemas.openxmlformats.org/drawingml/2006/main">
            <a:off x="819150" y="3362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실제 수행">
            <a:extLst xmlns:a="http://schemas.openxmlformats.org/drawingml/2006/main">
              <a:ext uri="{FF2B5EF4-FFF2-40B4-BE49-F238E27FC236}">
                <a16:creationId xmlns:a16="http://schemas.microsoft.com/office/drawing/2014/main" id="{0CB0A027-0A8A-4C45-B3C3-FE14A2F8B121}"/>
              </a:ext>
            </a:extLst>
          </p:cNvPr>
          <p:cNvSpPr>
            <a:spLocks xmlns:a="http://schemas.openxmlformats.org/drawingml/2006/main" noGrp="1"/>
          </p:cNvSpPr>
          <p:nvPr/>
        </p:nvSpPr>
        <p:spPr>
          <a:xfrm xmlns:a="http://schemas.openxmlformats.org/drawingml/2006/main">
            <a:off x="819150" y="3438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실제 수행</a:t>
            </a:r>
          </a:p>
        </p:txBody>
      </p:sp>
      <p:sp>
        <p:nvSpPr>
          <p:cNvPr id="13" name="어디까지 실행·확인했나?">
            <a:extLst xmlns:a="http://schemas.openxmlformats.org/drawingml/2006/main">
              <a:ext uri="{FF2B5EF4-FFF2-40B4-BE49-F238E27FC236}">
                <a16:creationId xmlns:a16="http://schemas.microsoft.com/office/drawing/2014/main" id="{16C77A27-9506-42E0-B9D9-7C5FE6F00B6D}"/>
              </a:ext>
            </a:extLst>
          </p:cNvPr>
          <p:cNvSpPr>
            <a:spLocks xmlns:a="http://schemas.openxmlformats.org/drawingml/2006/main" noGrp="1"/>
          </p:cNvSpPr>
          <p:nvPr/>
        </p:nvSpPr>
        <p:spPr>
          <a:xfrm xmlns:a="http://schemas.openxmlformats.org/drawingml/2006/main">
            <a:off x="2667000" y="3438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어디까지 실행·확인했나?</a:t>
            </a:r>
          </a:p>
        </p:txBody>
      </p:sp>
      <p:sp>
        <p:nvSpPr>
          <p:cNvPr id="14" name="">
            <a:extLst xmlns:a="http://schemas.openxmlformats.org/drawingml/2006/main">
              <a:ext uri="{FF2B5EF4-FFF2-40B4-BE49-F238E27FC236}">
                <a16:creationId xmlns:a16="http://schemas.microsoft.com/office/drawing/2014/main" id="{9D66857F-8240-4CF2-A5E6-F4BBCCE8B409}"/>
              </a:ext>
            </a:extLst>
          </p:cNvPr>
          <p:cNvSpPr>
            <a:spLocks xmlns:a="http://schemas.openxmlformats.org/drawingml/2006/main" noGrp="1"/>
          </p:cNvSpPr>
          <p:nvPr/>
        </p:nvSpPr>
        <p:spPr>
          <a:xfrm xmlns:a="http://schemas.openxmlformats.org/drawingml/2006/main">
            <a:off x="819150" y="4124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사람의 보정">
            <a:extLst xmlns:a="http://schemas.openxmlformats.org/drawingml/2006/main">
              <a:ext uri="{FF2B5EF4-FFF2-40B4-BE49-F238E27FC236}">
                <a16:creationId xmlns:a16="http://schemas.microsoft.com/office/drawing/2014/main" id="{D402D58A-7075-4BD6-80B0-BCA6631EE994}"/>
              </a:ext>
            </a:extLst>
          </p:cNvPr>
          <p:cNvSpPr>
            <a:spLocks xmlns:a="http://schemas.openxmlformats.org/drawingml/2006/main" noGrp="1"/>
          </p:cNvSpPr>
          <p:nvPr/>
        </p:nvSpPr>
        <p:spPr>
          <a:xfrm xmlns:a="http://schemas.openxmlformats.org/drawingml/2006/main">
            <a:off x="819150" y="4200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보정</a:t>
            </a:r>
          </a:p>
        </p:txBody>
      </p:sp>
      <p:sp>
        <p:nvSpPr>
          <p:cNvPr id="16" name="무엇을 추가로 확인하게 했나?">
            <a:extLst xmlns:a="http://schemas.openxmlformats.org/drawingml/2006/main">
              <a:ext uri="{FF2B5EF4-FFF2-40B4-BE49-F238E27FC236}">
                <a16:creationId xmlns:a16="http://schemas.microsoft.com/office/drawing/2014/main" id="{1B58FED9-6A2C-4F58-B2EF-14E948262FEB}"/>
              </a:ext>
            </a:extLst>
          </p:cNvPr>
          <p:cNvSpPr>
            <a:spLocks xmlns:a="http://schemas.openxmlformats.org/drawingml/2006/main" noGrp="1"/>
          </p:cNvSpPr>
          <p:nvPr/>
        </p:nvSpPr>
        <p:spPr>
          <a:xfrm xmlns:a="http://schemas.openxmlformats.org/drawingml/2006/main">
            <a:off x="2667000" y="4200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추가로 확인하게 했나?</a:t>
            </a:r>
          </a:p>
        </p:txBody>
      </p:sp>
      <p:cxnSp>
        <p:nvCxnSpPr>
          <p:cNvPr id="17" name="">
            <a:extLst xmlns:a="http://schemas.openxmlformats.org/drawingml/2006/main">
              <a:ext uri="{FF2B5EF4-FFF2-40B4-BE49-F238E27FC236}">
                <a16:creationId xmlns:a16="http://schemas.microsoft.com/office/drawing/2014/main" id="{C21AAEE6-A653-4D01-8A0B-36B05E102F10}"/>
              </a:ext>
            </a:extLst>
          </p:cNvPr>
          <p:cNvCxnSpPr/>
          <p:nvPr/>
        </p:nvCxnSpPr>
        <p:spPr>
          <a:xfrm xmlns:a="http://schemas.openxmlformats.org/drawingml/2006/main">
            <a:off x="6953250" y="3752850"/>
            <a:ext cx="1066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원인은 무엇일까?">
            <a:extLst xmlns:a="http://schemas.openxmlformats.org/drawingml/2006/main">
              <a:ext uri="{FF2B5EF4-FFF2-40B4-BE49-F238E27FC236}">
                <a16:creationId xmlns:a16="http://schemas.microsoft.com/office/drawing/2014/main" id="{1871E296-8AB9-407B-93F2-F2344C784517}"/>
              </a:ext>
            </a:extLst>
          </p:cNvPr>
          <p:cNvSpPr>
            <a:spLocks xmlns:a="http://schemas.openxmlformats.org/drawingml/2006/main" noGrp="1"/>
          </p:cNvSpPr>
          <p:nvPr/>
        </p:nvSpPr>
        <p:spPr>
          <a:xfrm xmlns:a="http://schemas.openxmlformats.org/drawingml/2006/main">
            <a:off x="8229600" y="26479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원인은 무엇일까?</a:t>
            </a:r>
          </a:p>
        </p:txBody>
      </p:sp>
      <p:sp>
        <p:nvSpPr>
          <p:cNvPr id="19" name="어디를 바꿀까?">
            <a:extLst xmlns:a="http://schemas.openxmlformats.org/drawingml/2006/main">
              <a:ext uri="{FF2B5EF4-FFF2-40B4-BE49-F238E27FC236}">
                <a16:creationId xmlns:a16="http://schemas.microsoft.com/office/drawing/2014/main" id="{AF222586-1C56-4525-856C-2A475823E1C7}"/>
              </a:ext>
            </a:extLst>
          </p:cNvPr>
          <p:cNvSpPr>
            <a:spLocks xmlns:a="http://schemas.openxmlformats.org/drawingml/2006/main" noGrp="1"/>
          </p:cNvSpPr>
          <p:nvPr/>
        </p:nvSpPr>
        <p:spPr>
          <a:xfrm xmlns:a="http://schemas.openxmlformats.org/drawingml/2006/main">
            <a:off x="8229600" y="34861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어디를 바꿀까?</a:t>
            </a:r>
          </a:p>
        </p:txBody>
      </p:sp>
      <p:sp>
        <p:nvSpPr>
          <p:cNvPr id="20" name="무엇으로 다시 확인할까?">
            <a:extLst xmlns:a="http://schemas.openxmlformats.org/drawingml/2006/main">
              <a:ext uri="{FF2B5EF4-FFF2-40B4-BE49-F238E27FC236}">
                <a16:creationId xmlns:a16="http://schemas.microsoft.com/office/drawing/2014/main" id="{02AB56CD-E58F-47E8-8ECB-A48A201AB72D}"/>
              </a:ext>
            </a:extLst>
          </p:cNvPr>
          <p:cNvSpPr>
            <a:spLocks xmlns:a="http://schemas.openxmlformats.org/drawingml/2006/main" noGrp="1"/>
          </p:cNvSpPr>
          <p:nvPr/>
        </p:nvSpPr>
        <p:spPr>
          <a:xfrm xmlns:a="http://schemas.openxmlformats.org/drawingml/2006/main">
            <a:off x="8229600" y="4324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무엇으로 다시 확인할까?</a:t>
            </a:r>
          </a:p>
        </p:txBody>
      </p:sp>
      <p:sp>
        <p:nvSpPr>
          <p:cNvPr id="21" name="기록을 근거로, 다음 작업에 쓸 체계를 검토해야 한다">
            <a:extLst xmlns:a="http://schemas.openxmlformats.org/drawingml/2006/main">
              <a:ext uri="{FF2B5EF4-FFF2-40B4-BE49-F238E27FC236}">
                <a16:creationId xmlns:a16="http://schemas.microsoft.com/office/drawing/2014/main" id="{CB31077D-49C2-4B61-8186-542482E52130}"/>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기록을 근거로, 다음 작업에 쓸 체계를 검토해야 한다</a:t>
            </a:r>
          </a:p>
        </p:txBody>
      </p:sp>
      <p:sp>
        <p:nvSpPr>
          <p:cNvPr id="22" name="">
            <a:extLst xmlns:a="http://schemas.openxmlformats.org/drawingml/2006/main">
              <a:ext uri="{FF2B5EF4-FFF2-40B4-BE49-F238E27FC236}">
                <a16:creationId xmlns:a16="http://schemas.microsoft.com/office/drawing/2014/main" id="{0ECF4CBB-8B6E-44B5-9494-E0289350D3F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B22319A8-C17B-4C71-979C-746843BBA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653CC6A4-D455-4784-88AC-F97C39D5F0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05876604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내 업무의 반복 보정에서 Loop의 필요로">
            <a:extLst xmlns:a="http://schemas.openxmlformats.org/drawingml/2006/main">
              <a:ext uri="{FF2B5EF4-FFF2-40B4-BE49-F238E27FC236}">
                <a16:creationId xmlns:a16="http://schemas.microsoft.com/office/drawing/2014/main" id="{2FA627AA-B461-4F38-9210-9C0519D757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 보정에서 Loop의 필요로</a:t>
            </a:r>
          </a:p>
        </p:txBody>
      </p:sp>
      <p:sp>
        <p:nvSpPr>
          <p:cNvPr id="2" name="S79">
            <a:extLst xmlns:a="http://schemas.openxmlformats.org/drawingml/2006/main">
              <a:ext uri="{FF2B5EF4-FFF2-40B4-BE49-F238E27FC236}">
                <a16:creationId xmlns:a16="http://schemas.microsoft.com/office/drawing/2014/main" id="{5A6D24AD-77F9-44BE-9C67-9A85141D4A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같은 보정을 되풀이하지 않으려면?">
            <a:extLst xmlns:a="http://schemas.openxmlformats.org/drawingml/2006/main">
              <a:ext uri="{FF2B5EF4-FFF2-40B4-BE49-F238E27FC236}">
                <a16:creationId xmlns:a16="http://schemas.microsoft.com/office/drawing/2014/main" id="{12E27D95-00DC-4A8C-8E24-3CE5B3050D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보정을 되풀이하지 않으려면?</a:t>
            </a:r>
          </a:p>
        </p:txBody>
      </p:sp>
      <p:sp>
        <p:nvSpPr>
          <p:cNvPr id="4" name="">
            <a:extLst xmlns:a="http://schemas.openxmlformats.org/drawingml/2006/main">
              <a:ext uri="{FF2B5EF4-FFF2-40B4-BE49-F238E27FC236}">
                <a16:creationId xmlns:a16="http://schemas.microsoft.com/office/drawing/2014/main" id="{1809591F-D6CA-4F0E-89FB-B212B66A10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앞의 반복 상황은 교육용 가정">
            <a:extLst xmlns:a="http://schemas.openxmlformats.org/drawingml/2006/main">
              <a:ext uri="{FF2B5EF4-FFF2-40B4-BE49-F238E27FC236}">
                <a16:creationId xmlns:a16="http://schemas.microsoft.com/office/drawing/2014/main" id="{FFC85D01-8B1A-493B-845F-524B8DE437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앞의 반복 상황은 교육용 가정</a:t>
            </a:r>
          </a:p>
        </p:txBody>
      </p:sp>
      <p:sp>
        <p:nvSpPr>
          <p:cNvPr id="6" name="어떤 원인·수정 대상·담당도 미리 확정하지 않음 · ACT 4에서 원인 확인·변경·재평가를 다룸">
            <a:extLst xmlns:a="http://schemas.openxmlformats.org/drawingml/2006/main">
              <a:ext uri="{FF2B5EF4-FFF2-40B4-BE49-F238E27FC236}">
                <a16:creationId xmlns:a16="http://schemas.microsoft.com/office/drawing/2014/main" id="{7F55A830-07C2-455D-8996-D43D0D1CE7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원인·수정 대상·담당도 미리 확정하지 않음 · ACT 4에서 원인 확인·변경·재평가를 다룸</a:t>
            </a:r>
          </a:p>
        </p:txBody>
      </p:sp>
      <p:sp>
        <p:nvSpPr>
          <p:cNvPr id="7" name="">
            <a:extLst xmlns:a="http://schemas.openxmlformats.org/drawingml/2006/main">
              <a:ext uri="{FF2B5EF4-FFF2-40B4-BE49-F238E27FC236}">
                <a16:creationId xmlns:a16="http://schemas.microsoft.com/office/drawing/2014/main" id="{467F6464-B710-4629-B70F-39CED32242C5}"/>
              </a:ext>
            </a:extLst>
          </p:cNvPr>
          <p:cNvSpPr>
            <a:spLocks xmlns:a="http://schemas.openxmlformats.org/drawingml/2006/main" noGrp="1"/>
          </p:cNvSpPr>
          <p:nvPr/>
        </p:nvSpPr>
        <p:spPr>
          <a:xfrm xmlns:a="http://schemas.openxmlformats.org/drawingml/2006/main">
            <a:off x="60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시 알려주는 정보">
            <a:extLst xmlns:a="http://schemas.openxmlformats.org/drawingml/2006/main">
              <a:ext uri="{FF2B5EF4-FFF2-40B4-BE49-F238E27FC236}">
                <a16:creationId xmlns:a16="http://schemas.microsoft.com/office/drawing/2014/main" id="{4A331F4C-8BD6-436B-8CF6-7050CF0A2285}"/>
              </a:ext>
            </a:extLst>
          </p:cNvPr>
          <p:cNvSpPr>
            <a:spLocks xmlns:a="http://schemas.openxmlformats.org/drawingml/2006/main" noGrp="1"/>
          </p:cNvSpPr>
          <p:nvPr/>
        </p:nvSpPr>
        <p:spPr>
          <a:xfrm xmlns:a="http://schemas.openxmlformats.org/drawingml/2006/main">
            <a:off x="78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알려주는 정보</a:t>
            </a:r>
          </a:p>
        </p:txBody>
      </p:sp>
      <p:sp>
        <p:nvSpPr>
          <p:cNvPr id="9" name="현재 기준 · 참고 위치">
            <a:extLst xmlns:a="http://schemas.openxmlformats.org/drawingml/2006/main">
              <a:ext uri="{FF2B5EF4-FFF2-40B4-BE49-F238E27FC236}">
                <a16:creationId xmlns:a16="http://schemas.microsoft.com/office/drawing/2014/main" id="{89D33805-542F-426B-B1F3-4342A94E5120}"/>
              </a:ext>
            </a:extLst>
          </p:cNvPr>
          <p:cNvSpPr>
            <a:spLocks xmlns:a="http://schemas.openxmlformats.org/drawingml/2006/main" noGrp="1"/>
          </p:cNvSpPr>
          <p:nvPr/>
        </p:nvSpPr>
        <p:spPr>
          <a:xfrm xmlns:a="http://schemas.openxmlformats.org/drawingml/2006/main">
            <a:off x="78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기준 · 참고 위치</a:t>
            </a:r>
          </a:p>
        </p:txBody>
      </p:sp>
      <p:sp>
        <p:nvSpPr>
          <p:cNvPr id="10" name="">
            <a:extLst xmlns:a="http://schemas.openxmlformats.org/drawingml/2006/main">
              <a:ext uri="{FF2B5EF4-FFF2-40B4-BE49-F238E27FC236}">
                <a16:creationId xmlns:a16="http://schemas.microsoft.com/office/drawing/2014/main" id="{91CD5E63-5C82-4A78-81F9-ADB4D4B57DDC}"/>
              </a:ext>
            </a:extLst>
          </p:cNvPr>
          <p:cNvSpPr>
            <a:spLocks xmlns:a="http://schemas.openxmlformats.org/drawingml/2006/main" noGrp="1"/>
          </p:cNvSpPr>
          <p:nvPr/>
        </p:nvSpPr>
        <p:spPr>
          <a:xfrm xmlns:a="http://schemas.openxmlformats.org/drawingml/2006/main">
            <a:off x="2286000" y="3000375"/>
            <a:ext cx="0" cy="314325"/>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7C23769B-C680-4E22-AFA1-60B8053F8640}"/>
              </a:ext>
            </a:extLst>
          </p:cNvPr>
          <p:cNvSpPr>
            <a:spLocks xmlns:a="http://schemas.openxmlformats.org/drawingml/2006/main" noGrp="1"/>
          </p:cNvSpPr>
          <p:nvPr/>
        </p:nvSpPr>
        <p:spPr>
          <a:xfrm xmlns:a="http://schemas.openxmlformats.org/drawingml/2006/main">
            <a:off x="441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다시 지시하는 절차">
            <a:extLst xmlns:a="http://schemas.openxmlformats.org/drawingml/2006/main">
              <a:ext uri="{FF2B5EF4-FFF2-40B4-BE49-F238E27FC236}">
                <a16:creationId xmlns:a16="http://schemas.microsoft.com/office/drawing/2014/main" id="{93786F77-228B-4F00-B990-30CD3A1103E5}"/>
              </a:ext>
            </a:extLst>
          </p:cNvPr>
          <p:cNvSpPr>
            <a:spLocks xmlns:a="http://schemas.openxmlformats.org/drawingml/2006/main" noGrp="1"/>
          </p:cNvSpPr>
          <p:nvPr/>
        </p:nvSpPr>
        <p:spPr>
          <a:xfrm xmlns:a="http://schemas.openxmlformats.org/drawingml/2006/main">
            <a:off x="459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지시하는 절차</a:t>
            </a:r>
          </a:p>
        </p:txBody>
      </p:sp>
      <p:sp>
        <p:nvSpPr>
          <p:cNvPr id="13" name="조사 · 변경 · 보고">
            <a:extLst xmlns:a="http://schemas.openxmlformats.org/drawingml/2006/main">
              <a:ext uri="{FF2B5EF4-FFF2-40B4-BE49-F238E27FC236}">
                <a16:creationId xmlns:a16="http://schemas.microsoft.com/office/drawing/2014/main" id="{E56BD831-A288-4DA0-9974-462FFCEDA665}"/>
              </a:ext>
            </a:extLst>
          </p:cNvPr>
          <p:cNvSpPr>
            <a:spLocks xmlns:a="http://schemas.openxmlformats.org/drawingml/2006/main" noGrp="1"/>
          </p:cNvSpPr>
          <p:nvPr/>
        </p:nvSpPr>
        <p:spPr>
          <a:xfrm xmlns:a="http://schemas.openxmlformats.org/drawingml/2006/main">
            <a:off x="459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보고</a:t>
            </a:r>
          </a:p>
        </p:txBody>
      </p:sp>
      <p:sp>
        <p:nvSpPr>
          <p:cNvPr id="14" name="">
            <a:extLst xmlns:a="http://schemas.openxmlformats.org/drawingml/2006/main">
              <a:ext uri="{FF2B5EF4-FFF2-40B4-BE49-F238E27FC236}">
                <a16:creationId xmlns:a16="http://schemas.microsoft.com/office/drawing/2014/main" id="{CAE6CF74-C248-41CC-A003-AA5099383F60}"/>
              </a:ext>
            </a:extLst>
          </p:cNvPr>
          <p:cNvSpPr>
            <a:spLocks xmlns:a="http://schemas.openxmlformats.org/drawingml/2006/main" noGrp="1"/>
          </p:cNvSpPr>
          <p:nvPr/>
        </p:nvSpPr>
        <p:spPr>
          <a:xfrm xmlns:a="http://schemas.openxmlformats.org/drawingml/2006/main">
            <a:off x="6096000" y="3000375"/>
            <a:ext cx="0" cy="314325"/>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DE1F8AC0-92BD-495C-AA31-5B615D730381}"/>
              </a:ext>
            </a:extLst>
          </p:cNvPr>
          <p:cNvSpPr>
            <a:spLocks xmlns:a="http://schemas.openxmlformats.org/drawingml/2006/main" noGrp="1"/>
          </p:cNvSpPr>
          <p:nvPr/>
        </p:nvSpPr>
        <p:spPr>
          <a:xfrm xmlns:a="http://schemas.openxmlformats.org/drawingml/2006/main">
            <a:off x="822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빠뜨린 확인 기준">
            <a:extLst xmlns:a="http://schemas.openxmlformats.org/drawingml/2006/main">
              <a:ext uri="{FF2B5EF4-FFF2-40B4-BE49-F238E27FC236}">
                <a16:creationId xmlns:a16="http://schemas.microsoft.com/office/drawing/2014/main" id="{9E275AAE-D7FF-4EB6-9438-7B03EF4E216D}"/>
              </a:ext>
            </a:extLst>
          </p:cNvPr>
          <p:cNvSpPr>
            <a:spLocks xmlns:a="http://schemas.openxmlformats.org/drawingml/2006/main" noGrp="1"/>
          </p:cNvSpPr>
          <p:nvPr/>
        </p:nvSpPr>
        <p:spPr>
          <a:xfrm xmlns:a="http://schemas.openxmlformats.org/drawingml/2006/main">
            <a:off x="840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빠뜨린 확인 기준</a:t>
            </a:r>
          </a:p>
        </p:txBody>
      </p:sp>
      <p:sp>
        <p:nvSpPr>
          <p:cNvPr id="17" name="관련 동작 · 검증 범위">
            <a:extLst xmlns:a="http://schemas.openxmlformats.org/drawingml/2006/main">
              <a:ext uri="{FF2B5EF4-FFF2-40B4-BE49-F238E27FC236}">
                <a16:creationId xmlns:a16="http://schemas.microsoft.com/office/drawing/2014/main" id="{91548B7D-3818-4F4A-B2FF-77E08082BD37}"/>
              </a:ext>
            </a:extLst>
          </p:cNvPr>
          <p:cNvSpPr>
            <a:spLocks xmlns:a="http://schemas.openxmlformats.org/drawingml/2006/main" noGrp="1"/>
          </p:cNvSpPr>
          <p:nvPr/>
        </p:nvSpPr>
        <p:spPr>
          <a:xfrm xmlns:a="http://schemas.openxmlformats.org/drawingml/2006/main">
            <a:off x="840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관련 동작 · 검증 범위</a:t>
            </a:r>
          </a:p>
        </p:txBody>
      </p:sp>
      <p:sp>
        <p:nvSpPr>
          <p:cNvPr id="18" name="">
            <a:extLst xmlns:a="http://schemas.openxmlformats.org/drawingml/2006/main">
              <a:ext uri="{FF2B5EF4-FFF2-40B4-BE49-F238E27FC236}">
                <a16:creationId xmlns:a16="http://schemas.microsoft.com/office/drawing/2014/main" id="{7F04DF75-9A4C-4F05-9726-65FD732DA0B6}"/>
              </a:ext>
            </a:extLst>
          </p:cNvPr>
          <p:cNvSpPr>
            <a:spLocks xmlns:a="http://schemas.openxmlformats.org/drawingml/2006/main" noGrp="1"/>
          </p:cNvSpPr>
          <p:nvPr/>
        </p:nvSpPr>
        <p:spPr>
          <a:xfrm xmlns:a="http://schemas.openxmlformats.org/drawingml/2006/main">
            <a:off x="9906000" y="3000375"/>
            <a:ext cx="0" cy="314325"/>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BE57777E-B3D5-406C-A58B-A023485CF02D}"/>
              </a:ext>
            </a:extLst>
          </p:cNvPr>
          <p:cNvSpPr>
            <a:spLocks xmlns:a="http://schemas.openxmlformats.org/drawingml/2006/main" noGrp="1"/>
          </p:cNvSpPr>
          <p:nvPr/>
        </p:nvSpPr>
        <p:spPr>
          <a:xfrm xmlns:a="http://schemas.openxmlformats.org/drawingml/2006/main">
            <a:off x="2286000" y="3314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D55A5F95-30FD-4B1C-BB4C-804213E2D8AE}"/>
              </a:ext>
            </a:extLst>
          </p:cNvPr>
          <p:cNvCxnSpPr/>
          <p:nvPr/>
        </p:nvCxnSpPr>
        <p:spPr>
          <a:xfrm xmlns:a="http://schemas.openxmlformats.org/drawingml/2006/main">
            <a:off x="6096000" y="3314700"/>
            <a:ext cx="0" cy="2190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B3F4D33F-9232-4C41-91BF-5A3259A1D3A8}"/>
              </a:ext>
            </a:extLst>
          </p:cNvPr>
          <p:cNvSpPr>
            <a:spLocks xmlns:a="http://schemas.openxmlformats.org/drawingml/2006/main" noGrp="1"/>
          </p:cNvSpPr>
          <p:nvPr/>
        </p:nvSpPr>
        <p:spPr>
          <a:xfrm xmlns:a="http://schemas.openxmlformats.org/drawingml/2006/main">
            <a:off x="4572000" y="3600450"/>
            <a:ext cx="3048000" cy="5238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반복 보정 하나 선택">
            <a:extLst xmlns:a="http://schemas.openxmlformats.org/drawingml/2006/main">
              <a:ext uri="{FF2B5EF4-FFF2-40B4-BE49-F238E27FC236}">
                <a16:creationId xmlns:a16="http://schemas.microsoft.com/office/drawing/2014/main" id="{D691EF61-0E7B-4F46-AFCC-2FDE0AB7658E}"/>
              </a:ext>
            </a:extLst>
          </p:cNvPr>
          <p:cNvSpPr>
            <a:spLocks xmlns:a="http://schemas.openxmlformats.org/drawingml/2006/main" noGrp="1"/>
          </p:cNvSpPr>
          <p:nvPr/>
        </p:nvSpPr>
        <p:spPr>
          <a:xfrm xmlns:a="http://schemas.openxmlformats.org/drawingml/2006/main">
            <a:off x="4724400" y="3667125"/>
            <a:ext cx="274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반복 보정 하나 선택</a:t>
            </a:r>
          </a:p>
        </p:txBody>
      </p:sp>
      <p:sp>
        <p:nvSpPr>
          <p:cNvPr id="23" name="">
            <a:extLst xmlns:a="http://schemas.openxmlformats.org/drawingml/2006/main">
              <a:ext uri="{FF2B5EF4-FFF2-40B4-BE49-F238E27FC236}">
                <a16:creationId xmlns:a16="http://schemas.microsoft.com/office/drawing/2014/main" id="{25551740-034F-440E-A62C-60AF4999FDF1}"/>
              </a:ext>
            </a:extLst>
          </p:cNvPr>
          <p:cNvSpPr>
            <a:spLocks xmlns:a="http://schemas.openxmlformats.org/drawingml/2006/main" noGrp="1"/>
          </p:cNvSpPr>
          <p:nvPr/>
        </p:nvSpPr>
        <p:spPr>
          <a:xfrm xmlns:a="http://schemas.openxmlformats.org/drawingml/2006/main">
            <a:off x="6096000" y="4124325"/>
            <a:ext cx="0" cy="180975"/>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902B7B03-5638-4301-AA3C-0DF9086CAD6B}"/>
              </a:ext>
            </a:extLst>
          </p:cNvPr>
          <p:cNvSpPr>
            <a:spLocks xmlns:a="http://schemas.openxmlformats.org/drawingml/2006/main" noGrp="1"/>
          </p:cNvSpPr>
          <p:nvPr/>
        </p:nvSpPr>
        <p:spPr>
          <a:xfrm xmlns:a="http://schemas.openxmlformats.org/drawingml/2006/main">
            <a:off x="3200400" y="43053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89EE933E-8695-49C0-BD57-0C0688200349}"/>
              </a:ext>
            </a:extLst>
          </p:cNvPr>
          <p:cNvCxnSpPr/>
          <p:nvPr/>
        </p:nvCxnSpPr>
        <p:spPr>
          <a:xfrm xmlns:a="http://schemas.openxmlformats.org/drawingml/2006/main">
            <a:off x="32004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A2F4179C-B4BD-4B5D-8E24-4A3642E6B1A8}"/>
              </a:ext>
            </a:extLst>
          </p:cNvPr>
          <p:cNvCxnSpPr/>
          <p:nvPr/>
        </p:nvCxnSpPr>
        <p:spPr>
          <a:xfrm xmlns:a="http://schemas.openxmlformats.org/drawingml/2006/main">
            <a:off x="89916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7" name="">
            <a:extLst xmlns:a="http://schemas.openxmlformats.org/drawingml/2006/main">
              <a:ext uri="{FF2B5EF4-FFF2-40B4-BE49-F238E27FC236}">
                <a16:creationId xmlns:a16="http://schemas.microsoft.com/office/drawing/2014/main" id="{C92CC82B-7DA0-4AEF-B886-0380116F4C9B}"/>
              </a:ext>
            </a:extLst>
          </p:cNvPr>
          <p:cNvSpPr>
            <a:spLocks xmlns:a="http://schemas.openxmlformats.org/drawingml/2006/main" noGrp="1"/>
          </p:cNvSpPr>
          <p:nvPr/>
        </p:nvSpPr>
        <p:spPr>
          <a:xfrm xmlns:a="http://schemas.openxmlformats.org/drawingml/2006/main">
            <a:off x="6096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떤 근거·출처를 볼까?">
            <a:extLst xmlns:a="http://schemas.openxmlformats.org/drawingml/2006/main">
              <a:ext uri="{FF2B5EF4-FFF2-40B4-BE49-F238E27FC236}">
                <a16:creationId xmlns:a16="http://schemas.microsoft.com/office/drawing/2014/main" id="{88065FF9-D0A1-45FB-99BB-05980CD27DAA}"/>
              </a:ext>
            </a:extLst>
          </p:cNvPr>
          <p:cNvSpPr>
            <a:spLocks xmlns:a="http://schemas.openxmlformats.org/drawingml/2006/main" noGrp="1"/>
          </p:cNvSpPr>
          <p:nvPr/>
        </p:nvSpPr>
        <p:spPr>
          <a:xfrm xmlns:a="http://schemas.openxmlformats.org/drawingml/2006/main">
            <a:off x="7620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어떤 근거·출처를 볼까?</a:t>
            </a:r>
          </a:p>
        </p:txBody>
      </p:sp>
      <p:sp>
        <p:nvSpPr>
          <p:cNvPr id="29" name="">
            <a:extLst xmlns:a="http://schemas.openxmlformats.org/drawingml/2006/main">
              <a:ext uri="{FF2B5EF4-FFF2-40B4-BE49-F238E27FC236}">
                <a16:creationId xmlns:a16="http://schemas.microsoft.com/office/drawing/2014/main" id="{5C459BEE-3FBF-4EDF-8A74-F47FC6CFE5A0}"/>
              </a:ext>
            </a:extLst>
          </p:cNvPr>
          <p:cNvSpPr>
            <a:spLocks xmlns:a="http://schemas.openxmlformats.org/drawingml/2006/main" noGrp="1"/>
          </p:cNvSpPr>
          <p:nvPr/>
        </p:nvSpPr>
        <p:spPr>
          <a:xfrm xmlns:a="http://schemas.openxmlformats.org/drawingml/2006/main">
            <a:off x="64008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하고 다시 확인할까?">
            <a:extLst xmlns:a="http://schemas.openxmlformats.org/drawingml/2006/main">
              <a:ext uri="{FF2B5EF4-FFF2-40B4-BE49-F238E27FC236}">
                <a16:creationId xmlns:a16="http://schemas.microsoft.com/office/drawing/2014/main" id="{1C38728D-2DB8-417A-B058-94CB501D74A6}"/>
              </a:ext>
            </a:extLst>
          </p:cNvPr>
          <p:cNvSpPr>
            <a:spLocks xmlns:a="http://schemas.openxmlformats.org/drawingml/2006/main" noGrp="1"/>
          </p:cNvSpPr>
          <p:nvPr/>
        </p:nvSpPr>
        <p:spPr>
          <a:xfrm xmlns:a="http://schemas.openxmlformats.org/drawingml/2006/main">
            <a:off x="65532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누가 검토하고 다시 확인할까?</a:t>
            </a:r>
          </a:p>
        </p:txBody>
      </p:sp>
      <p:sp>
        <p:nvSpPr>
          <p:cNvPr id="31" name="다음 ACT: 기록으로 원인을 확인하고, 체계를 고친 뒤 다시 평가한다">
            <a:extLst xmlns:a="http://schemas.openxmlformats.org/drawingml/2006/main">
              <a:ext uri="{FF2B5EF4-FFF2-40B4-BE49-F238E27FC236}">
                <a16:creationId xmlns:a16="http://schemas.microsoft.com/office/drawing/2014/main" id="{4BD098C0-8781-4598-AE44-261CB947D197}"/>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ACT: 기록으로 원인을 확인하고, 체계를 고친 뒤 다시 평가한다</a:t>
            </a:r>
          </a:p>
        </p:txBody>
      </p:sp>
      <p:sp>
        <p:nvSpPr>
          <p:cNvPr id="32" name="Legacy module connection">
            <a:extLst xmlns:a="http://schemas.openxmlformats.org/drawingml/2006/main">
              <a:ext uri="{FF2B5EF4-FFF2-40B4-BE49-F238E27FC236}">
                <a16:creationId xmlns:a16="http://schemas.microsoft.com/office/drawing/2014/main" id="{6A0C1462-8DAD-4768-8909-F3E2C8FB5B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27122804"/>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23730939-CE2F-43CB-B6D5-F441B022037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0">
            <a:extLst xmlns:a="http://schemas.openxmlformats.org/drawingml/2006/main">
              <a:ext uri="{FF2B5EF4-FFF2-40B4-BE49-F238E27FC236}">
                <a16:creationId xmlns:a16="http://schemas.microsoft.com/office/drawing/2014/main" id="{4955CF7E-9EFB-4358-B290-B847D27E3F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
            <a:extLst xmlns:a="http://schemas.openxmlformats.org/drawingml/2006/main">
              <a:ext uri="{FF2B5EF4-FFF2-40B4-BE49-F238E27FC236}">
                <a16:creationId xmlns:a16="http://schemas.microsoft.com/office/drawing/2014/main" id="{787390B7-5E4B-406A-9A0A-6144162760F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EF1E92EC-23DD-42AC-8540-1AF2FDF8DE40}"/>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9FE7535F-1630-4BB2-8D21-85D6FC48565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80FD4BDF-FA96-4814-A559-2ADFD1CEBFD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3978EF84-0252-4B35-8B82-2F477D322B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430693759"/>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3E9A8967-DCB4-40D6-9BEB-03C27287CB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81">
            <a:extLst xmlns:a="http://schemas.openxmlformats.org/drawingml/2006/main">
              <a:ext uri="{FF2B5EF4-FFF2-40B4-BE49-F238E27FC236}">
                <a16:creationId xmlns:a16="http://schemas.microsoft.com/office/drawing/2014/main" id="{9B03759A-734F-4EC9-9FAD-9B52BD7554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확인한 성공을 유지하려면">
            <a:extLst xmlns:a="http://schemas.openxmlformats.org/drawingml/2006/main">
              <a:ext uri="{FF2B5EF4-FFF2-40B4-BE49-F238E27FC236}">
                <a16:creationId xmlns:a16="http://schemas.microsoft.com/office/drawing/2014/main" id="{7304923E-D4D6-4AA8-A6C9-12E266B0A2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56255E71-1774-44B7-B7D6-768F6F7FC3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5F2ECA32-0D17-4BD5-AF63-B0EDCC926D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8576623B-2AA0-4F62-B65C-4DDCA76EAB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4C1E788C-E260-4D84-9DA9-3B044ED02C2B}"/>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3F89C946-DCED-4D34-9379-FA5FDDAEC6E0}"/>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E82D8D73-86FE-4A24-9067-B686224B5797}"/>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B8844ABC-29C9-4A72-8481-DE0E3BFB3560}"/>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28E970FF-84B3-4105-AC95-61E96D41C836}"/>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A82F67FA-9CA0-461E-9AAD-DC36246A82EA}"/>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DE5EA9DD-F223-4E27-B35F-A97F9CEA8EB4}"/>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EAD4445B-4B2D-4B0D-9110-57E8D98B3216}"/>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1269A9EC-FA91-41E8-9BD8-E406EE7788E3}"/>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B7E7A7ED-0816-423F-83EE-B34F50F5A0B7}"/>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055D40A2-5D1A-4AF8-9E07-8643ADB640F9}"/>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4F49E1EF-BF12-48F0-88D1-88E748ACA7B0}"/>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2122E503-A1F6-439A-AACE-4017B8504DEE}"/>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C53E8702-F10A-4602-AD89-87FAD1B4DA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972752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EC1C88C2-D10B-4634-801A-BAE3731AEF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2">
            <a:extLst xmlns:a="http://schemas.openxmlformats.org/drawingml/2006/main">
              <a:ext uri="{FF2B5EF4-FFF2-40B4-BE49-F238E27FC236}">
                <a16:creationId xmlns:a16="http://schemas.microsoft.com/office/drawing/2014/main" id="{C333D5E0-2842-4C95-8B56-7F052F2549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처음에는 기준과 재사용 절차가 맞았다">
            <a:extLst xmlns:a="http://schemas.openxmlformats.org/drawingml/2006/main">
              <a:ext uri="{FF2B5EF4-FFF2-40B4-BE49-F238E27FC236}">
                <a16:creationId xmlns:a16="http://schemas.microsoft.com/office/drawing/2014/main" id="{4CE5A2EE-EE68-4E23-AA24-C07ABCCC93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7A30EF7D-ED83-451B-88CA-E5576C37E0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844F3E9B-72CB-4E56-9470-6F2F758C9B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FBD1392E-1F97-4497-97FD-009ADB4277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FB149F0A-8E72-44E2-AAAF-5D849BD97B41}"/>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F853DF19-2027-4F8B-B97A-60589235C4B0}"/>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C7B84207-B835-4387-B189-D5F861731AEE}"/>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39A1031C-ACD5-4687-A9D8-A4F5A518A65B}"/>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E1C14FA1-9965-40E8-A6B7-F46E13A309A9}"/>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8A1BDD9C-3385-4578-A84F-EF7960878DBB}"/>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83DB6759-8611-4EAD-86D1-480BAC191324}"/>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34B29116-76CE-49C4-AEE9-2A6B90F28EF5}"/>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1D1D38A8-F02B-4092-9BED-F27C7BB800FE}"/>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C1AFD0FE-3D94-41F8-A705-BC9DD5A89C4F}"/>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A8BA56A7-6F5E-4DEC-97B6-53EB8B08FD6F}"/>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BAAE6BC9-6CF1-4AB4-B751-246B0AA615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908112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2A94860C-70CC-49B5-844A-05FADBFBECA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3">
            <a:extLst xmlns:a="http://schemas.openxmlformats.org/drawingml/2006/main">
              <a:ext uri="{FF2B5EF4-FFF2-40B4-BE49-F238E27FC236}">
                <a16:creationId xmlns:a16="http://schemas.microsoft.com/office/drawing/2014/main" id="{0B1040DB-E646-4284-A962-3904C196D90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Project는 바뀌고 Workflow는 남았다">
            <a:extLst xmlns:a="http://schemas.openxmlformats.org/drawingml/2006/main">
              <a:ext uri="{FF2B5EF4-FFF2-40B4-BE49-F238E27FC236}">
                <a16:creationId xmlns:a16="http://schemas.microsoft.com/office/drawing/2014/main" id="{D9E21FC9-81AB-42CB-98D8-E713980ABD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CA9FADA8-72D4-4E5C-9BC8-70A5E8C055C3}"/>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F678B1BB-0E15-4A52-AB43-32CAE9F72671}"/>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8D95603C-C7A1-4A46-BC2E-E9EB01D1F6FA}"/>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339B02D5-5606-4F42-8EAC-C49F8A8A2F49}"/>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0560A58F-D973-46A6-8C6F-51C30ADA084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F4A5906B-FD20-4F6A-97BE-388970D57FA7}"/>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CEFA9DEE-4CA3-4FFC-8CB6-AFE33AB20D67}"/>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6763CFDD-0CB5-4E12-B8FC-43FBB398447B}"/>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7E3FA24F-DB35-4E78-8146-726CF4269AD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AD4D45C-3CCD-4B51-B15A-46081E0D1CE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ED880CA2-A3FC-4A52-9F5B-0E0F3861C4CD}"/>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2920A028-9A3C-48B3-922F-52B9A1E9D21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119D8517-DE9E-4FD7-AE0B-B383DAC3C6B5}"/>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1F204247-5CD0-463F-9F69-12A899CA3F14}"/>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099D73E-DB2E-47A5-BB5F-2B995F966DA4}"/>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5C2ECA3B-9C40-445A-9F35-CD190AD1ED7B}"/>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B3438F82-6A2C-49E0-B192-B4D31D640A16}"/>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0A4B36A6-6D2B-434B-9287-908547D63E6A}"/>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7BA17C37-6219-4FC9-8011-CBB5A2313FBB}"/>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51A49AE-FEE6-4013-A5D9-F83D897FA6AA}"/>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725A507-A752-4886-9DE9-29D79562B73F}"/>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D8E2409B-39FD-4FA8-97A6-E6A55D48ABC0}"/>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35287591-2748-4456-A05C-CC0BB4BACE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DA1112A1-D882-49B1-82EF-2B3B1C337A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03D5B40-5857-482D-9A68-7AB01E9CE5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440635AE-B26D-4666-8748-CCA0E3D3BB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5541636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E72C5ECC-3BCE-4C74-ACD8-5C5EC7EDB9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84">
            <a:extLst xmlns:a="http://schemas.openxmlformats.org/drawingml/2006/main">
              <a:ext uri="{FF2B5EF4-FFF2-40B4-BE49-F238E27FC236}">
                <a16:creationId xmlns:a16="http://schemas.microsoft.com/office/drawing/2014/main" id="{B93CBB62-4961-438B-8C58-67AC342D0C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이번 요청과 다음 작업의 지침">
            <a:extLst xmlns:a="http://schemas.openxmlformats.org/drawingml/2006/main">
              <a:ext uri="{FF2B5EF4-FFF2-40B4-BE49-F238E27FC236}">
                <a16:creationId xmlns:a16="http://schemas.microsoft.com/office/drawing/2014/main" id="{79EDC407-BDA3-4BD2-BB47-B71BF6DD40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409459AD-819F-44A8-9D4B-FBB6D6A7F8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5F53DA82-3EE4-44CC-9807-046810B8BC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C880633F-6636-4454-BEE3-DD96B24745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1CF06C46-9420-40EB-9226-C3654F8A52AF}"/>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0486F1D7-FF3F-4E45-B54E-4B3B5D63AEB0}"/>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C8844DF8-9314-47AE-BAC3-8113E244A285}"/>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E45E0AC1-96B8-464B-9DD5-BF794D54F1F7}"/>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967673F4-24DA-4AA5-A16B-D87805B9A499}"/>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8D9974AB-56CE-4AC4-B56E-992AF304B0D2}"/>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C100002B-A397-436D-96F1-EC118D2D3EE0}"/>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09650B1C-94FE-4F46-AE58-CB591ACB20A2}"/>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E04A4C3F-80F8-4FF5-9A43-BFA9F6802EBA}"/>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4022A338-819A-4B15-B0DC-D9B4171736AD}"/>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D09AA715-0542-46F8-8429-05374C6332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0956755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BA9CB06C-61D6-4FF9-AD81-E7FFB09ED1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5">
            <a:extLst xmlns:a="http://schemas.openxmlformats.org/drawingml/2006/main">
              <a:ext uri="{FF2B5EF4-FFF2-40B4-BE49-F238E27FC236}">
                <a16:creationId xmlns:a16="http://schemas.microsoft.com/office/drawing/2014/main" id="{8FCD765B-3BE9-41FB-920F-680E29BF7C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원인을 고르기 전에 확인할 기록">
            <a:extLst xmlns:a="http://schemas.openxmlformats.org/drawingml/2006/main">
              <a:ext uri="{FF2B5EF4-FFF2-40B4-BE49-F238E27FC236}">
                <a16:creationId xmlns:a16="http://schemas.microsoft.com/office/drawing/2014/main" id="{72B4BE7E-D5DF-455E-9E95-D7B92C6074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C7E4A311-27EB-4CAF-9DD9-A40042FDFC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35385BBA-A3F0-4F06-86D1-DDBEEEEA73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5B591675-56D3-465A-B203-6B218B7521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C072D81D-CC4D-4F03-B509-BFFBECFEAF94}"/>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FC49CF5F-8E36-468B-A59C-FDCC10A35E6A}"/>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4FD2F53E-1553-4383-B21A-B422283C3A30}"/>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4D19161E-6BF5-444F-B418-DDF4A262A016}"/>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D2089D7C-5081-4D6C-B3D0-2337821FD36E}"/>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EE8DF099-3831-4D0C-81C6-9034FD90807D}"/>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6BA947F1-D8FB-497F-9C57-0AECF17AFC56}"/>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993BECEB-9D92-404B-A6AB-FA652E3ED1DA}"/>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75C0C762-DC07-41F3-8A62-446536EFE77E}"/>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118365A-5192-4D7F-8B6E-FF31E60E8506}"/>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9C9548E3-D922-468B-800B-D678548C5075}"/>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6810E30F-EA08-4B22-8320-7A215825703B}"/>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D71147A-198A-45ED-81BA-0250196A7962}"/>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D2853671-CAA2-45A4-8559-77D670703886}"/>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5B4894A9-552F-4BAF-B8E7-F2EDF77B913A}"/>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5AF36777-A037-4444-A710-80D00099655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CC825F28-EF3A-4689-B972-7BC93651E53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3225CD58-ABE7-4A7A-A658-7172B89C0E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83471483"/>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AEF8AA96-A926-4A56-8A63-BBE5CB3669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6">
            <a:extLst xmlns:a="http://schemas.openxmlformats.org/drawingml/2006/main">
              <a:ext uri="{FF2B5EF4-FFF2-40B4-BE49-F238E27FC236}">
                <a16:creationId xmlns:a16="http://schemas.microsoft.com/office/drawing/2014/main" id="{D8260337-BED1-48AA-AA6A-A777D17889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주어진 정보와 원인 가설을 나눈다">
            <a:extLst xmlns:a="http://schemas.openxmlformats.org/drawingml/2006/main">
              <a:ext uri="{FF2B5EF4-FFF2-40B4-BE49-F238E27FC236}">
                <a16:creationId xmlns:a16="http://schemas.microsoft.com/office/drawing/2014/main" id="{81370A08-FE41-4B2F-8352-8D0608C078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73B3EEE4-9B10-4627-9C45-9298C4DAB8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ECD73571-F201-4959-AE41-475F6D86C6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91F9B7B3-2F16-49EB-AC07-754ADD2B56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0397F772-A42D-4EDC-9DBB-4584BFAF6A95}"/>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992401C4-18CA-448A-AC0B-FA6539EF67DA}"/>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CE9D3FF3-5F31-48BF-AD02-7FAC193537FA}"/>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0B85C61-F9B1-41A3-AA9A-05A1B78E10A9}"/>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740220E8-B4B0-4107-9370-2F4FFE9ABAF2}"/>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1A3599FA-5321-4C4E-AA38-94B81926307D}"/>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5D7E02E2-8186-44C6-BA94-CA990D83C0AD}"/>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1A3D4596-9DA7-4889-8600-7DCCB61213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45237052"/>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5FC8443B-66CF-4A6C-801D-8A17BCFB9E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7">
            <a:extLst xmlns:a="http://schemas.openxmlformats.org/drawingml/2006/main">
              <a:ext uri="{FF2B5EF4-FFF2-40B4-BE49-F238E27FC236}">
                <a16:creationId xmlns:a16="http://schemas.microsoft.com/office/drawing/2014/main" id="{36EC918C-A490-4A27-9203-D757D0AE79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확인한 원인에 맞춰 변경 대상을 고른다">
            <a:extLst xmlns:a="http://schemas.openxmlformats.org/drawingml/2006/main">
              <a:ext uri="{FF2B5EF4-FFF2-40B4-BE49-F238E27FC236}">
                <a16:creationId xmlns:a16="http://schemas.microsoft.com/office/drawing/2014/main" id="{DDC64059-7B63-42A9-81AA-CD47E56329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9912D51B-7CFF-4F71-96BA-CB238BA881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5C69FBC7-2BF1-4A08-8DE8-84353CE0CF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D9D4BD97-5723-4BA2-95CD-4D0626DA8B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22808B37-2DB7-46CF-8A3D-244157869602}"/>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042751EC-4EE8-4B28-9FAE-8F0E31DB2259}"/>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A7D3F2E9-8477-4C84-88D0-EF51255B5E11}"/>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735E02CB-D165-4D4D-82F5-A4D6F009B9E8}"/>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B99980CF-5CDA-456F-A48B-9E19E149F017}"/>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4FC368A-AAD4-4A87-A1EC-85F117FF5549}"/>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C055BA7E-952A-4FE4-8B60-898CFA01B0FC}"/>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60626D27-0AD6-43BB-BA82-1D9EB7FD030A}"/>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F81AEE-0908-4C0B-A389-A68A74C51F89}"/>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7C5F84D3-157E-45C5-815A-65BA3DF874D9}"/>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AD1BBE49-8634-4695-81E2-C155146342A4}"/>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5ABEC169-DE04-4313-9855-6DEB9CF3FDC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D2C0D55F-F196-485D-A055-1AF9EED4E7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288810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417EA5CD-E21F-419F-8AAE-FDEE29A61C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8">
            <a:extLst xmlns:a="http://schemas.openxmlformats.org/drawingml/2006/main">
              <a:ext uri="{FF2B5EF4-FFF2-40B4-BE49-F238E27FC236}">
                <a16:creationId xmlns:a16="http://schemas.microsoft.com/office/drawing/2014/main" id="{06234BC8-8405-4F85-9749-EC06F24E84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확인된 범위만 검토하고 갱신한다">
            <a:extLst xmlns:a="http://schemas.openxmlformats.org/drawingml/2006/main">
              <a:ext uri="{FF2B5EF4-FFF2-40B4-BE49-F238E27FC236}">
                <a16:creationId xmlns:a16="http://schemas.microsoft.com/office/drawing/2014/main" id="{7098E64E-1EBB-4F18-B54D-FFA6F2E054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D2840D91-C4B9-43FD-92CF-5636EFD4FE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C5D1B26D-884A-4DF8-B3F3-F429519661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F5315BEF-1886-4D4F-A571-92AF49EE34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4892E948-7089-47F9-B71B-B0D77CF9FDB8}"/>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4DA6B509-E7AE-4D91-84F9-383AFF11CB9D}"/>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73E36498-C961-4E32-A1E7-2906C18BF013}"/>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C5AD5D77-E4BC-422A-B4F0-F47AF99B79CA}"/>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B0D9351B-4B5C-47EB-9BBD-266A374C2001}"/>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F5DA6916-250A-483F-8E7A-D711D575D48D}"/>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462B3B26-A632-4F17-9003-F0C35256D060}"/>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CDA7F139-BB4E-41F4-8429-9F1981365402}"/>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E6168171-7A09-4303-8CDB-9291B7C7E15F}"/>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A436A23F-F705-4801-B278-C45D0930429E}"/>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CCEFE971-65E0-4A2C-8C4D-1970188D3ACE}"/>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25BEBBCA-7951-47AF-B3BD-106EF5449539}"/>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3307A1D5-DC1B-4969-B3B7-BE9038C858BA}"/>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0A07BDE6-0C4C-4285-8123-814819E500D6}"/>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1D7B4386-7148-497C-9137-30FAFA6BE1AD}"/>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82715997-984B-4B50-BF9A-11B52B859E2E}"/>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66926439-5899-465E-9F4D-751BE990034D}"/>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D5DAAE09-2998-4A95-99FD-D99E96C7DC1F}"/>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E81BB852-FCC5-4C9F-9069-1FDB0655FE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786319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BBACBE91-DDEA-44F2-8541-EE458A2B79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9">
            <a:extLst xmlns:a="http://schemas.openxmlformats.org/drawingml/2006/main">
              <a:ext uri="{FF2B5EF4-FFF2-40B4-BE49-F238E27FC236}">
                <a16:creationId xmlns:a16="http://schemas.microsoft.com/office/drawing/2014/main" id="{1498A501-EC52-4C9C-A811-1817E8B6B7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지침을 고친 뒤, 무엇을 다시 확인할까?">
            <a:extLst xmlns:a="http://schemas.openxmlformats.org/drawingml/2006/main">
              <a:ext uri="{FF2B5EF4-FFF2-40B4-BE49-F238E27FC236}">
                <a16:creationId xmlns:a16="http://schemas.microsoft.com/office/drawing/2014/main" id="{7DD885BF-EA45-4B78-9AD3-339A1CE89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EE189F65-FD01-46F3-B421-714CD09CCB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AE0674E3-C877-42F3-8035-7B3300D338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DCB952F6-4CD9-4CB2-A0DE-62E2A9394E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33A75959-7CFB-4BC2-A49B-249661CBB997}"/>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5B1D746E-A7A1-4A85-8975-FD0496C81937}"/>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C948A0B7-0D7D-42C9-BF7E-2719F64FB94C}"/>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A7F51AC9-5709-49FC-9D71-BCED13D3CF69}"/>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29242A56-5D82-4439-83EB-6C7364340AA3}"/>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FF4CAAAD-75D5-4EC8-BCDF-CD3923054FD5}"/>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394E36E1-E59B-423D-AB87-05DA8A478B3C}"/>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05528EB0-4067-4954-8AEF-B5C80D6C1063}"/>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80F00D9E-7D0C-4B8F-8B40-DA7B5C0B5FC6}"/>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006864AA-C5F0-4C82-9EE8-912F7F2AFE01}"/>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6B6693AA-56D0-412D-88AF-D015F5D665F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B08283D6-42B0-4E4C-8F4E-E8732361E29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F95BD11D-234A-4169-A4C0-C75FE9B7D9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56423739"/>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7FB67C8F-FBF2-4522-A349-46A02B505E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90">
            <a:extLst xmlns:a="http://schemas.openxmlformats.org/drawingml/2006/main">
              <a:ext uri="{FF2B5EF4-FFF2-40B4-BE49-F238E27FC236}">
                <a16:creationId xmlns:a16="http://schemas.microsoft.com/office/drawing/2014/main" id="{87A14E64-1274-4AD9-8D14-FF820BE15C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대표 작업은 서로 다른 위험을 확인한다">
            <a:extLst xmlns:a="http://schemas.openxmlformats.org/drawingml/2006/main">
              <a:ext uri="{FF2B5EF4-FFF2-40B4-BE49-F238E27FC236}">
                <a16:creationId xmlns:a16="http://schemas.microsoft.com/office/drawing/2014/main" id="{3F6E99A1-D8AB-4C1C-B799-1DEC22892C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192E13E9-0B73-46A9-B4BA-694D40E57C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1401B503-D075-44F5-88D8-F1BA5EFD8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AD09F558-32D9-4374-8337-909E9AB2C1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16BF407F-366B-4413-AE22-07D451EAEB3E}"/>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ECC5967B-BED8-468F-BCA6-BAFFD9503DD6}"/>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F3C09D8F-DB97-46CC-ADE5-DF4E396038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4970214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8EFC2389-11FE-42EC-921D-A1E94E7995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1">
            <a:extLst xmlns:a="http://schemas.openxmlformats.org/drawingml/2006/main">
              <a:ext uri="{FF2B5EF4-FFF2-40B4-BE49-F238E27FC236}">
                <a16:creationId xmlns:a16="http://schemas.microsoft.com/office/drawing/2014/main" id="{FD363308-AC5B-49DC-B1B3-15440CDEFA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한 작업에 맞춘 규칙,&#10;다른 작업에도 맞을까?">
            <a:extLst xmlns:a="http://schemas.openxmlformats.org/drawingml/2006/main">
              <a:ext uri="{FF2B5EF4-FFF2-40B4-BE49-F238E27FC236}">
                <a16:creationId xmlns:a16="http://schemas.microsoft.com/office/drawing/2014/main" id="{5FFCB040-5C80-4AEC-94DE-0FBB342ECD3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3F0FCB52-BE97-4EDC-BE2A-FF804C6FCA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7C210103-3749-412D-A11C-3FDF36BD93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091FC49B-80D8-495E-9C52-32184D11F1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94D46A46-18AA-4D51-B7CC-2E064BC0D5C3}"/>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50BB4799-2334-49C8-8D36-6B702071E646}"/>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9A26ADB7-7BF5-4694-91F3-4A92F91DB7D6}"/>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2C8BB67A-417E-4777-9FC7-F19A790BAEE0}"/>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7D77D1CC-D432-4921-954A-49BB8E88247A}"/>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1F2331D5-9B3B-400A-A7AF-B9BA01200C18}"/>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E49109BA-B135-43BD-90BF-9F11E1254738}"/>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7EC9BE4C-E263-41B7-8D78-DE0C25FD3BBA}"/>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110FD469-A10A-4C22-A580-92D2414CE6E7}"/>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F6AC8F67-49DF-4D80-BB76-C0842711CA23}"/>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1584DAC0-98AD-4802-913D-107CE2FD4BDD}"/>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32EAD63A-529A-4A8E-A447-F7CA99F4076A}"/>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31DB0E2A-D14E-47F9-81CE-619CFA93D61C}"/>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01C8BE6C-77D7-482B-BA00-17BF42CD88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4421604"/>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BF21BA77-726F-43AF-9FEF-E912A1420C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92">
            <a:extLst xmlns:a="http://schemas.openxmlformats.org/drawingml/2006/main">
              <a:ext uri="{FF2B5EF4-FFF2-40B4-BE49-F238E27FC236}">
                <a16:creationId xmlns:a16="http://schemas.microsoft.com/office/drawing/2014/main" id="{C7954600-7218-479A-825C-ADC0FF9DA1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관찰을 시스템 개선으로 잇는 Loop">
            <a:extLst xmlns:a="http://schemas.openxmlformats.org/drawingml/2006/main">
              <a:ext uri="{FF2B5EF4-FFF2-40B4-BE49-F238E27FC236}">
                <a16:creationId xmlns:a16="http://schemas.microsoft.com/office/drawing/2014/main" id="{A30BF9ED-9DA2-42B4-A5E9-BD8915AA7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3DD3D377-474B-4771-AC11-513062E54A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72BEE749-E456-4302-97D2-DE68DE104B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E90F381C-4B2C-4799-AD0B-4F7510E8BA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5199538E-41E9-4EB9-B156-D0A5646C36C5}"/>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24B1430E-FB30-4EBA-A381-B362C967EFDB}"/>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111894B-BFE2-420F-ADF2-2E4CE37F6F90}"/>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0B48597A-9017-4748-8C68-5DDEAE0B8DFB}"/>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AD5FF739-D6C1-46A5-A804-E7363E4A4412}"/>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B749B96-7FB5-476B-B450-6EACF75EA32D}"/>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EA5EE766-55AC-45F4-85F8-EE47248CE4EE}"/>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F980FFB0-AFCE-43AB-B9CF-E571735B7139}"/>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57DED171-15C2-4CAF-ADAF-A4F95E35AB75}"/>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36B8DFC9-8FE4-447E-883B-1C293309BF2C}"/>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3FA04E79-D583-4F00-99CB-ECD168545F16}"/>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91621397-2BCD-4B9B-8120-64B32216F7FA}"/>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31354CA6-98F4-4FB3-8BF5-017FC510B4BC}"/>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82039858-631A-4C79-9353-59E9EDD1AC37}"/>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C3966D03-98B7-4A69-BFCA-3CC202C3B953}"/>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30F917DB-9621-4F50-963D-B5FE3E0292B2}"/>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E9F91C42-8297-49B3-B5D1-6696C776D677}"/>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BA2F28D-E00A-47AE-A240-9A092B9B038E}"/>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DE0F85FA-B678-4E9F-A412-207262DE4739}"/>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CC63F969-1673-4902-B187-EA9875F42631}"/>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2A5C8AF7-E3AC-4A36-9BA4-18EFC5433ABB}"/>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1D53F858-AB03-40B5-A3F0-FDE24CAB8B6B}"/>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5A286B9E-3E8A-4445-8F53-246C471FC91A}"/>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902E70DE-98E6-429D-B439-6614DA8E66D3}"/>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642A081-2525-4C49-A8CD-073B8F29504F}"/>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05C5CB3E-0AA4-4C3A-8EEC-C6C57716A080}"/>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F5AC1D13-DA54-411F-B410-D21C4A34CFBA}"/>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128EBDE0-E7A2-49B4-A1BD-A1612DCB3289}"/>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F804F4B9-BE3E-4678-B473-E7C267976B03}"/>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F55FBBED-54A4-4EDE-BE06-566ADAD50E3A}"/>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2DC33C39-CDB0-4A44-8FB9-853A34F788BC}"/>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94E48A00-46FB-42C4-A202-B0DFD50364A8}"/>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3BF8FDAA-222F-4401-A822-86F42EC58EDC}"/>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DD9135E8-3EB6-4F81-AFFD-C9E0F04BC9CC}"/>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4AF31B1B-A620-460C-B574-176B1F5723B7}"/>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15291DB0-F1C6-476C-8E5B-FEE77287120A}"/>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1EAB993C-C5FB-4C86-A3C4-6FE5D1DB9791}"/>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7BB12582-818B-44CA-AD64-DA48E7102800}"/>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9D15EFB7-5936-4CB4-A400-A0E765215126}"/>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5A3D69F3-C425-4212-A591-A5E2B93955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56837386"/>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84E54A0C-01DD-4DD7-9B4C-CDCF53A5BA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3">
            <a:extLst xmlns:a="http://schemas.openxmlformats.org/drawingml/2006/main">
              <a:ext uri="{FF2B5EF4-FFF2-40B4-BE49-F238E27FC236}">
                <a16:creationId xmlns:a16="http://schemas.microsoft.com/office/drawing/2014/main" id="{D861E639-DF3F-47C6-BAAD-2CA2776D0A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평가·보고 기준도 개선 대상이다">
            <a:extLst xmlns:a="http://schemas.openxmlformats.org/drawingml/2006/main">
              <a:ext uri="{FF2B5EF4-FFF2-40B4-BE49-F238E27FC236}">
                <a16:creationId xmlns:a16="http://schemas.microsoft.com/office/drawing/2014/main" id="{DAE71D48-4BC3-43AE-B543-1E8D3D19D0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05561E31-F4E5-407F-9162-DADBE228DA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DF4530F-0925-4AD7-BCE8-0FEC02B046D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4F32A74E-4B45-432A-A81D-484C2D5F73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F92A7290-537B-4501-92EC-5E4775457E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F53E73DD-20EA-4C32-BBB1-E8EA48CE8D8D}"/>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6F163734-D725-4BB2-B72D-DC44C4E754F1}"/>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6967F3BE-14A5-495E-9EF6-E01247282DB8}"/>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24C127AC-F6C7-47D4-ACB2-1063822C9645}"/>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F04B2AD0-1B12-4EA0-9999-7473DECB4D34}"/>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A086F96D-6B26-414D-8975-C33FA7F6112F}"/>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F485EAA8-A442-488A-AB90-70E44585EA5D}"/>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B9745500-C9C2-4BFB-AB23-FF527FBB5810}"/>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3DC79C73-7D84-40AC-92A9-FAB979CC7142}"/>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5C117F53-E309-435B-B9E2-2BA530B6506A}"/>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0CAA37F8-59D7-4BD0-8AC8-5BD59A882714}"/>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59375F90-E0DB-48DA-9DAD-6E1AB682FDB6}"/>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DCEEE541-7AA2-4805-BE3E-3EE34A9533CC}"/>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BCF05CEB-84AF-45CC-A3D6-D1829380115C}"/>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6AFEF136-F808-442A-A3D0-7DE528922C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0896308"/>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A5F8FF99-2552-44C9-A7C7-308CAB3C21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4">
            <a:extLst xmlns:a="http://schemas.openxmlformats.org/drawingml/2006/main">
              <a:ext uri="{FF2B5EF4-FFF2-40B4-BE49-F238E27FC236}">
                <a16:creationId xmlns:a16="http://schemas.microsoft.com/office/drawing/2014/main" id="{E979D705-6411-4049-A87D-EFC44B05EA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결과 확인과 원인 해석을 따로 기록한다">
            <a:extLst xmlns:a="http://schemas.openxmlformats.org/drawingml/2006/main">
              <a:ext uri="{FF2B5EF4-FFF2-40B4-BE49-F238E27FC236}">
                <a16:creationId xmlns:a16="http://schemas.microsoft.com/office/drawing/2014/main" id="{BC961011-4D0C-4ECF-A01F-3AF6AACF30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455BC3DF-E8D4-4B50-81EE-7B92E67306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4D0D446-CE60-4531-8238-37D0A46C2AA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7E57768A-CD77-4FBE-A827-DB5A0DC3D1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A67F2094-DB11-46F9-A59A-678D7668B9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64AFA107-3AC5-4CF6-98D0-8837EBFBC905}"/>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D040C030-8A7D-45D7-9A8F-E95ECDD28EFA}"/>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97BAD434-5E39-4A2B-9AC7-78F9B286B0AC}"/>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06F6CD36-B9B0-4BC9-B25D-0C959137C771}"/>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5F593AFC-7718-4F54-9166-BC9EF2EDC314}"/>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FCD1C78A-E813-4147-818F-7FBB05C5EFC1}"/>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9DB8FCE4-BD1A-4725-9894-9ABF554FCBDF}"/>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A80C3B8-E684-4862-856D-E39BEF2A2C99}"/>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F21A1F9C-5547-490A-BC70-01B3A695B49D}"/>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29BD4472-72B8-4C54-87E5-11761965CC2B}"/>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AF0F9B23-1B67-4EE1-92AF-D1C276A44D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24894729"/>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C0B53257-A44F-4EFF-AB57-681D438B0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5">
            <a:extLst xmlns:a="http://schemas.openxmlformats.org/drawingml/2006/main">
              <a:ext uri="{FF2B5EF4-FFF2-40B4-BE49-F238E27FC236}">
                <a16:creationId xmlns:a16="http://schemas.microsoft.com/office/drawing/2014/main" id="{406304B3-4EEC-4D55-BB74-1B5F443471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다음 조사에 남길 기록을 바꿨다">
            <a:extLst xmlns:a="http://schemas.openxmlformats.org/drawingml/2006/main">
              <a:ext uri="{FF2B5EF4-FFF2-40B4-BE49-F238E27FC236}">
                <a16:creationId xmlns:a16="http://schemas.microsoft.com/office/drawing/2014/main" id="{4EA21EA3-916A-44FA-A127-39F2CB293D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53525DC0-AB7B-42EC-8FD3-49525D6401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D1D40EA-BD86-4F1F-9215-AD462C3F728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0F5DD3E6-6EFA-44D0-9357-EB95C636A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F658DDD8-0DB9-4F7A-811E-3A4D6885A7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AB369233-CA4B-4509-BBEF-D32F22822C1A}"/>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9C8B7E1F-B95D-4342-AD90-85B7048E028F}"/>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A147ACCE-73CE-4531-B750-FE8AA218FB7C}"/>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B666135D-B84F-4CDC-AFCE-DF7CFEE3130F}"/>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11C79366-743A-48F8-AB45-3FB35BE10E37}"/>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E590DD9F-CF39-4B04-BF3D-4748FA3EB064}"/>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E05073D4-F49C-4382-8A34-B7A3F8653475}"/>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6FCA382C-8C31-4F08-8837-FC1FA1761E93}"/>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7C8D3C72-C9DD-4AA5-BC80-3B4629A32A94}"/>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880F809A-7973-4BDD-88DA-3217CE3286B7}"/>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0EDD87FD-D5DD-4878-9E7D-1775CDDB870D}"/>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B47DFF6E-BFA3-4853-BFD4-E4069D7706BD}"/>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8807F5FA-4E4D-4965-8907-39F0F6CC06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2342118"/>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0A81AB78-566E-485B-95B9-1F2127B11B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6">
            <a:extLst xmlns:a="http://schemas.openxmlformats.org/drawingml/2006/main">
              <a:ext uri="{FF2B5EF4-FFF2-40B4-BE49-F238E27FC236}">
                <a16:creationId xmlns:a16="http://schemas.microsoft.com/office/drawing/2014/main" id="{B726882D-E823-4687-B6FA-CB642988FD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후속 기록도 원문과 다시 대조했다">
            <a:extLst xmlns:a="http://schemas.openxmlformats.org/drawingml/2006/main">
              <a:ext uri="{FF2B5EF4-FFF2-40B4-BE49-F238E27FC236}">
                <a16:creationId xmlns:a16="http://schemas.microsoft.com/office/drawing/2014/main" id="{A0689416-A6CE-4D3C-B453-0B6E055DA2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C5C3AF97-1E3D-48E0-9712-5B1A23B3B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1DA975D-9F4A-4BF3-8223-AB079357716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5DFEDE6E-F834-40B5-811F-B0CC34DBA6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B5F78474-26FF-4FBA-9486-BAC19E32D6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A74AED68-517E-411D-B9EE-B5E9B92A7B30}"/>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881CCCF2-E9B1-41B7-872C-39F1B4E23D13}"/>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FB46693D-DE53-4EF4-BFC1-04C8FBFB9CC6}"/>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0D05F170-49F8-4E01-BE52-DAC9104D2940}"/>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654E6B79-BDD5-4506-87D4-C9299F8E1332}"/>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4306B77E-3F72-4999-854F-E12D5FA617E7}"/>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7654B000-F0C0-4511-BF54-7C0985ACFCE3}"/>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4D59E1FC-7509-4318-9C14-A0E407441D75}"/>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AC43DB79-D718-478E-A53B-23CB20C5C4C5}"/>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8A8E2D4E-A506-4D0B-92A8-14943DCD5575}"/>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D1461B78-8F19-4704-9A73-9FB283F782A2}"/>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EE8B7FC4-CB28-4817-9388-CE0D0131BBBC}"/>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2F7A412C-D388-44BB-B2B1-28A8659A9150}"/>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9EFA930A-A501-4A88-B8DC-04A7C6916E94}"/>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50F247D0-D97D-4BA2-9F6C-20FA24A417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15705537"/>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DA442B17-8EB5-4994-AE5A-E5827A6FE6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7">
            <a:extLst xmlns:a="http://schemas.openxmlformats.org/drawingml/2006/main">
              <a:ext uri="{FF2B5EF4-FFF2-40B4-BE49-F238E27FC236}">
                <a16:creationId xmlns:a16="http://schemas.microsoft.com/office/drawing/2014/main" id="{791C6A6C-5443-4F25-A3AE-59810587ED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실제 기록을 Loop의 단계에 대응하면">
            <a:extLst xmlns:a="http://schemas.openxmlformats.org/drawingml/2006/main">
              <a:ext uri="{FF2B5EF4-FFF2-40B4-BE49-F238E27FC236}">
                <a16:creationId xmlns:a16="http://schemas.microsoft.com/office/drawing/2014/main" id="{D646A2D0-1DC6-48A8-9923-DC324E7817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62E34F72-00CC-4825-BEC1-D94F858654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0DBFBF4-8977-48D0-A948-1B2434D5C51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40C401D3-AF40-4998-A472-448069A8F4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0EBCFBE4-38BF-4F25-80DD-C78607EDD0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4C8C7756-8182-4A3E-9C30-2029339A4D05}"/>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CCF25856-48E5-414F-B645-9E9FCBE8C72C}"/>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F487FDE2-C1AC-4E31-A580-275E93810812}"/>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B5A68CD4-3F99-48AE-A848-D749BF4FB86A}"/>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243D73D2-FFFC-4CB8-99A1-49E2DA4CD9C0}"/>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B70EDD7F-0D3D-4A6A-B878-CB2B8AF5D94C}"/>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EF296DF6-2447-4A9B-ADE9-A4F0359AEDF4}"/>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ECC6F2D8-F642-4FB7-A9C6-ECEB370160EB}"/>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F9CDCA77-0886-448C-AE5D-0DEEEB0F2D57}"/>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5ACF3FD2-1A1D-4F33-8E95-7A7177DD02C2}"/>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75020943-2027-4134-A0AC-3067B711B019}"/>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4F86267E-43C9-47E4-A6EE-EE443BF37396}"/>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6AF4F9A8-293C-491C-8D77-564C7CB004E2}"/>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61874E3B-F069-4106-BC4D-2E94CF8B1417}"/>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9953F176-A759-4AD0-A4EA-BF85DB2DC235}"/>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77EA0B5C-92ED-4628-9BF3-3739974D88CC}"/>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0086E027-648F-43E1-B05B-C65F79F462D6}"/>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83C6344C-BE3E-4748-BF20-CA4EAFF0F7B1}"/>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4CEC0C90-F8A2-429A-9CA0-232DA6704A04}"/>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DB0DCF52-AB43-4B3B-B223-9E8110F4EFED}"/>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AF7B440F-736E-4979-B854-4E2C0FF5B94A}"/>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2E38A726-2355-42E8-8029-48915E8D16DD}"/>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DCD0AB0F-9611-4CA7-BECD-D360F13927F6}"/>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1FE61844-72AE-431C-A485-0F364E9D7ED4}"/>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180DEFD2-B01C-416A-A88E-967B08C9432F}"/>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EF4E7CD5-B2E0-418C-87F6-A924AE559A7F}"/>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DC88388D-1DE5-4CA2-AC47-064C2650C2D9}"/>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7AA7AFB7-01A0-4C76-BA8A-6276D47D4B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63958"/>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D802FA43-C2DA-475C-82BA-3D8DC346EF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8">
            <a:extLst xmlns:a="http://schemas.openxmlformats.org/drawingml/2006/main">
              <a:ext uri="{FF2B5EF4-FFF2-40B4-BE49-F238E27FC236}">
                <a16:creationId xmlns:a16="http://schemas.microsoft.com/office/drawing/2014/main" id="{C9C57263-E5E8-4D60-A41F-3E44D9C0FE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Project와 환경이 바뀌면&#10;검증도 다시 본다">
            <a:extLst xmlns:a="http://schemas.openxmlformats.org/drawingml/2006/main">
              <a:ext uri="{FF2B5EF4-FFF2-40B4-BE49-F238E27FC236}">
                <a16:creationId xmlns:a16="http://schemas.microsoft.com/office/drawing/2014/main" id="{C74E91B4-7720-4EE5-B33A-E10CE6DBF9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EE836F1D-5501-4EE6-B013-E095CFE762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7FB3DF3C-85F0-47A8-B13D-188CE83999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BE28D799-26EE-41EA-B6E7-014DB3E3E5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0BFF46BB-C917-420A-A1C0-435690A3C2F0}"/>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E0B8581B-A234-4DEA-BF88-5C56F27AC7C2}"/>
              </a:ext>
            </a:extLst>
          </p:cNvPr>
          <p:cNvPicPr>
            <a:picLocks xmlns:a="http://schemas.openxmlformats.org/drawingml/2006/main" noChangeAspect="1"/>
          </p:cNvPicPr>
          <p:nvPr/>
        </p:nvPicPr>
        <p:blipFill>
          <a:blip xmlns:r="http://schemas.openxmlformats.org/officeDocument/2006/relationships" xmlns:a="http://schemas.openxmlformats.org/drawingml/2006/main" r:embed="R5061a78f8b1446c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8967E65C-E8B9-4687-A555-6BCB809BCFC8}"/>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F623D85D-13B3-49BE-9F59-75A917482D1F}"/>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5F84DA95-7B5B-4167-B511-FD38662661CD}"/>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55E450D5-2355-4595-B6BE-FE94456D733E}"/>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56F96149-1050-4509-B9CD-0BBBB579657F}"/>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CE027FBD-085C-4DD8-84F9-10180F165DB6}"/>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1437F20-384E-408D-89AB-9BBAD24A150C}"/>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5BD02A14-C266-4069-8F65-A83934CAC8A4}"/>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75E94BE3-B339-4B47-B886-3EEAAEE2D7D8}"/>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7F891DA8-692D-4556-BD6C-BEC6B6AD24B8}"/>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F2E59D45-CFD8-4BB1-AAA9-4DA0ED895FF0}"/>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0509CA19-A97B-47E2-B57F-02837987C4BD}"/>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202CC9C0-59A4-4211-B639-9E4EC8B0D2B3}"/>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41E4E229-2C05-418E-8B3A-D835D49EE59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353AA992-CAD3-419C-915C-8A8A025951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82363197"/>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EBAE4A2C-FFCD-49B4-9427-9DAA738A28D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99">
            <a:extLst xmlns:a="http://schemas.openxmlformats.org/drawingml/2006/main">
              <a:ext uri="{FF2B5EF4-FFF2-40B4-BE49-F238E27FC236}">
                <a16:creationId xmlns:a16="http://schemas.microsoft.com/office/drawing/2014/main" id="{7DF16885-778A-49EB-B8A2-B05875F74F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
            <a:extLst xmlns:a="http://schemas.openxmlformats.org/drawingml/2006/main">
              <a:ext uri="{FF2B5EF4-FFF2-40B4-BE49-F238E27FC236}">
                <a16:creationId xmlns:a16="http://schemas.microsoft.com/office/drawing/2014/main" id="{98ACFF6C-63C9-4C8A-AC62-266FB61D4A58}"/>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CCFF505C-4D8B-4733-8256-0DD361DEBE5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7B34759A-C4BF-4403-B081-3C08F80AC31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0BA411E4-4296-4E93-BB71-EC5C93BDA94C}"/>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9ED838-5C0D-4781-B72B-41062F787C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21056164"/>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DBDB5438-CF94-490B-928E-97959C4DE5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0">
            <a:extLst xmlns:a="http://schemas.openxmlformats.org/drawingml/2006/main">
              <a:ext uri="{FF2B5EF4-FFF2-40B4-BE49-F238E27FC236}">
                <a16:creationId xmlns:a16="http://schemas.microsoft.com/office/drawing/2014/main" id="{459A73DB-7414-40C7-93D5-558807193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문제에 맞춰, 일하는 방식을 넓혔다">
            <a:extLst xmlns:a="http://schemas.openxmlformats.org/drawingml/2006/main">
              <a:ext uri="{FF2B5EF4-FFF2-40B4-BE49-F238E27FC236}">
                <a16:creationId xmlns:a16="http://schemas.microsoft.com/office/drawing/2014/main" id="{B6F34DAA-93C6-4159-9631-41798C1402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AD12D4B3-EC1B-497F-B95B-C996523455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197D8F2A-2868-4A79-9FB6-0A14355012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359EE70-9EE3-46D6-8472-F75897946E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CF4B8AB5-D992-4180-A417-9729B2F618BC}"/>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18E9BC6F-F121-4FCA-8FF9-1BD72F00E8D0}"/>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CE8F7D29-2ACE-48A5-A903-15CE2289EB45}"/>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8A6CBFFD-5F36-4F6A-8DA9-409D1E8C76FF}"/>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C237D856-A234-4D0A-A0FC-4A297971C29F}"/>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BB3771A8-A685-4530-A224-DAB7A75865EF}"/>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9AA77D83-C5E5-461F-B50C-7AA6ED5F57B8}"/>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82A2E244-4CB6-4D69-94A6-1396701CECBA}"/>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A9A0492-A442-4847-990E-C6A462987E0F}"/>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2031268-E975-43C2-809C-03EDFBF9894C}"/>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149B9E86-C6B6-4FCC-BC31-152C64528CB8}"/>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0030A21A-D1E4-4DEA-896C-5AC77DE4961B}"/>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0EBF3A42-F268-45C9-85CB-369681675114}"/>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A03FACCF-8FD4-41AB-8E16-8488745859CB}"/>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513B7214-51AE-4623-8E30-40B0AEF5D9CE}"/>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99D42566-0A11-4515-B49B-348500103F0E}"/>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C0DD9260-4789-45B6-8865-5F34F368569A}"/>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E236C9DA-F28A-4C54-A994-0CEF637ED1E5}"/>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35DBCA08-F073-4AEB-A913-69E692A62C8D}"/>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04A878DD-327C-4E4F-90C5-3F2CBC10DC1E}"/>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E3FF3375-127A-4403-B03A-1B28CF20B500}"/>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CB518F4D-53EF-406C-8373-3E5197806D6D}"/>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DDD56C56-5D07-49D3-89A3-3A8D77522038}"/>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2346C83E-1900-41AF-ACAC-CD1B96A8C544}"/>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C9B53200-0164-41F0-B21D-37B332D171D1}"/>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4FBF4106-58A7-468F-88A7-64C2C77BA36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86A6E2E0-06D7-4569-979C-5F3451C47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9392814"/>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3CA55EB8-81B3-4BF6-A054-854A2E9478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1">
            <a:extLst xmlns:a="http://schemas.openxmlformats.org/drawingml/2006/main">
              <a:ext uri="{FF2B5EF4-FFF2-40B4-BE49-F238E27FC236}">
                <a16:creationId xmlns:a16="http://schemas.microsoft.com/office/drawing/2014/main" id="{0E794B3D-0FEF-41DB-A58B-4779A009A7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제 Demo는 문제에 맞춰 바뀌었다">
            <a:extLst xmlns:a="http://schemas.openxmlformats.org/drawingml/2006/main">
              <a:ext uri="{FF2B5EF4-FFF2-40B4-BE49-F238E27FC236}">
                <a16:creationId xmlns:a16="http://schemas.microsoft.com/office/drawing/2014/main" id="{8E227964-8300-4996-B9A6-908AC6828A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92CEA95F-76B9-4988-84A3-3E51C59061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8792DC37-0A4F-4406-8B04-83FBEF2E71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46DE0D5B-DDFC-4856-894D-85E1EF1D6B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06CEA4C0-A5F6-48C1-8836-B7501AFB3C07}"/>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73C7B363-010F-4CF1-84D2-F1CDE92EB488}"/>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2384AA8A-C377-496A-A0A2-4F9D6EBEDE83}"/>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5CA401AC-B63A-4933-8809-FDCAF4C2F83B}"/>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2BB3BE6C-07FB-4725-AFFA-3842F09B380B}"/>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346047D6-B93B-49B5-B641-C0055C1C4658}"/>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FBF2F710-76BA-4B44-A32E-C4D951F439CF}"/>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E5E656C8-4BA1-4E6B-981F-66EB7A29D688}"/>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57D78F16-4E83-406C-A2F3-AFA3AA9B9E85}"/>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2D58B297-1FB5-4B5B-A26B-89DC2558B7E8}"/>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AD9C4218-0499-4F8C-8DD1-C68438B5AD24}"/>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82CD66BA-80A9-431C-B55E-8A1E502FFEB1}"/>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B02234F2-2C61-4E7F-8365-3EC294659E82}"/>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7908350F-E744-420C-902A-19489B09DF2A}"/>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986CF6DE-C037-48FF-94C6-52BB465F5D78}"/>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97F830FD-31AA-4C4F-9162-4578CB91E6D1}"/>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075A257F-8ADB-4D4F-A0F3-4E571218D1A8}"/>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5570DE60-2B5E-4D65-961D-25AC08F5AB95}"/>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2811529D-6DB5-4D5D-ACA8-2F46CE457DF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902A5E8E-046A-4059-9197-1ECA17E339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1225094"/>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9C0FC6F3-25E6-4364-9614-6892CC01AD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2">
            <a:extLst xmlns:a="http://schemas.openxmlformats.org/drawingml/2006/main">
              <a:ext uri="{FF2B5EF4-FFF2-40B4-BE49-F238E27FC236}">
                <a16:creationId xmlns:a16="http://schemas.microsoft.com/office/drawing/2014/main" id="{63C28DB9-B1AA-4CCD-BC88-38324FCF89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이번 문제에 필요한 구성만 선택했다">
            <a:extLst xmlns:a="http://schemas.openxmlformats.org/drawingml/2006/main">
              <a:ext uri="{FF2B5EF4-FFF2-40B4-BE49-F238E27FC236}">
                <a16:creationId xmlns:a16="http://schemas.microsoft.com/office/drawing/2014/main" id="{3B7835FD-82B7-4BDA-927A-3B42E7E90B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522BD31F-A0AF-43BD-A1C9-34D8D3357D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C64F9BE0-1D8D-4F38-9FB8-D1267E3E2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052C929B-94E5-4B69-A887-30F656BA5A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BA67D38F-1B7D-44B1-89C8-A7260BEAFA1B}"/>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0D35D994-CACA-4E31-83C3-E1ECE64AAD7C}"/>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EC224D23-60EB-448C-B37F-D8C01DAA2F6F}"/>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EBA2C317-F3F3-4E14-9AB7-0C7682DF9F7C}"/>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D8C91FD7-D7FD-486D-9D99-6AA64AE21FD8}"/>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89A33CAB-6CDB-44FD-AEF5-F55150F1F7E5}"/>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21480E7D-AAA2-4354-88C4-D6067589BC88}"/>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EC0A4B56-84FE-4DD6-92F5-7C579D2E5BC7}"/>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138B824B-5F51-4B52-B65C-D2D6A42D0C1B}"/>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8D0B493D-4DA5-4910-ACC4-0C6457F3E85F}"/>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FDF5DD21-D25E-4AE9-B645-101D744396E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FBDFF538-AD8A-4381-B21D-580A935EE3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45097563"/>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74ED13B0-0453-4D4F-BE9B-615C86B2EC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3">
            <a:extLst xmlns:a="http://schemas.openxmlformats.org/drawingml/2006/main">
              <a:ext uri="{FF2B5EF4-FFF2-40B4-BE49-F238E27FC236}">
                <a16:creationId xmlns:a16="http://schemas.microsoft.com/office/drawing/2014/main" id="{CF9BEC14-654B-40B1-9EF0-800934D2A4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결과를 수용할지는 사람이 판단한다">
            <a:extLst xmlns:a="http://schemas.openxmlformats.org/drawingml/2006/main">
              <a:ext uri="{FF2B5EF4-FFF2-40B4-BE49-F238E27FC236}">
                <a16:creationId xmlns:a16="http://schemas.microsoft.com/office/drawing/2014/main" id="{136B06E5-C761-40D3-B7FB-47649F59CF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DDF8A358-EA73-4A28-85FD-605319F7A1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530C3517-DC03-493B-97F6-A8498DB17A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14118672-369C-4A60-9CE6-6C68DE31C6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6D9FF446-3357-4419-A37F-2986C040B00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C1E3F4A5-6CA6-44EF-9D2B-9C65A288D824}"/>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C041CCB0-8A27-42F8-9361-A4F3B0843AF3}"/>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26874249-78A3-45FB-BF2B-A7EDA08A9A67}"/>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DE6AC1CC-6FE2-426C-8BA5-9917699E6BA7}"/>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5866287E-D33E-4D99-94DF-FF97309D1AAD}"/>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4D13EE80-F7BF-452A-8C39-82B02501DAA7}"/>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1C0D39C0-66F7-40F9-815E-877E64A62E10}"/>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9DA161A5-0682-41AB-8862-7840D6F48C66}"/>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D0578A78-643A-46FD-AC6F-7541BA4350E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3238185-C49D-458E-9F83-629A0259B998}"/>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D6BBAB54-9FF4-4F83-B418-ED9E867C4E47}"/>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EAF9A141-8C84-49C6-95C9-A240F4AE158B}"/>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A4BBB4B5-A1A5-462B-A992-4002B0AD180C}"/>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69248975-D16A-4E05-A4E7-1CAEDAFEC83D}"/>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C06A23C9-9120-4F76-B7A5-4F16AC05ABC5}"/>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DC8CF757-B7E4-46E7-85D1-AC3364DBC852}"/>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EA7139CE-5BAF-419C-87E8-9067FA8EF96D}"/>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8EACB27-7F62-4F4A-926F-1343C264B4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79181380"/>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BF6BA4DA-63FC-4CEE-BF5E-9314211305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4">
            <a:extLst xmlns:a="http://schemas.openxmlformats.org/drawingml/2006/main">
              <a:ext uri="{FF2B5EF4-FFF2-40B4-BE49-F238E27FC236}">
                <a16:creationId xmlns:a16="http://schemas.microsoft.com/office/drawing/2014/main" id="{851CE4FA-8C6A-4F87-BC38-589EC99365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가 일할 조건과 확인 경로를 설계한다">
            <a:extLst xmlns:a="http://schemas.openxmlformats.org/drawingml/2006/main">
              <a:ext uri="{FF2B5EF4-FFF2-40B4-BE49-F238E27FC236}">
                <a16:creationId xmlns:a16="http://schemas.microsoft.com/office/drawing/2014/main" id="{E73E646A-D7F0-40D4-A813-B4FA3C1EB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B1609D14-31D0-4E32-9A3F-42E8D13165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E35CA720-E142-41CC-8008-F2DF72ADA2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739F86D2-5382-46CA-81AF-46EA28D317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7C20E0B0-3D83-4BC9-8DCB-B7ACC6A5D734}"/>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462933E7-D8EF-4D68-BF92-EB4ACB6F9755}"/>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B10F219F-8903-4098-B734-FC67694ED78C}"/>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07140D39-6B1B-4443-8F18-DC6A328D5F9D}"/>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49402873-D757-49AD-82C9-1A42B21FA866}"/>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C001228E-5755-4080-8D38-24C091F86456}"/>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2695EB69-89F9-4486-894E-D118D35E7721}"/>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8034449A-A407-41B6-AE65-5157402A12BB}"/>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75B8F588-9F74-4CFD-94CB-792344089E90}"/>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366CB475-0712-4C2F-9866-3A135354C6A6}"/>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6B5E217E-BE5B-46BD-904A-B5A6E2D5B45E}"/>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C1959B80-3608-4523-B265-98C8BE20C132}"/>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64866A07-ECEC-4DC3-8244-D0B52AD835FD}"/>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CF7E829C-B4C5-4F7D-8D65-4D6566F90E3C}"/>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5C2D21D5-42D6-4FF6-BD22-D7F0C2D63B21}"/>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3DF46726-F334-4A62-897D-F91FB0E792FC}"/>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2E6D9D0C-DB10-45BF-BBFD-A3A3AF168F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7120700"/>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3798AE97-B815-4C48-8AC6-B58951DE11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5">
            <a:extLst xmlns:a="http://schemas.openxmlformats.org/drawingml/2006/main">
              <a:ext uri="{FF2B5EF4-FFF2-40B4-BE49-F238E27FC236}">
                <a16:creationId xmlns:a16="http://schemas.microsoft.com/office/drawing/2014/main" id="{F9CA0E78-3355-4201-A69D-3594524850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모델·플랫폼이 바뀌면 Harness도 다시 본다">
            <a:extLst xmlns:a="http://schemas.openxmlformats.org/drawingml/2006/main">
              <a:ext uri="{FF2B5EF4-FFF2-40B4-BE49-F238E27FC236}">
                <a16:creationId xmlns:a16="http://schemas.microsoft.com/office/drawing/2014/main" id="{72D65DF3-3FD1-45B0-8C19-6BC15513CE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832326B6-E5DE-46BE-80F0-6C2C7646C1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36581FE2-B073-4057-982F-A32763B3C9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9B8E87B-CED9-4D24-AEAE-1608901BDF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3EBB8648-F01B-4265-9DA5-1E3E4177568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26E20340-E6C6-45F7-9E17-16751AB756D3}"/>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7C813312-F49F-4D8D-8380-010F7AD26C64}"/>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98446E34-D182-491E-AB8D-D90401A66A6A}"/>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9D143670-5510-4229-97E7-95178417C18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C198FE0A-78A4-4FA6-894A-E78ED062625B}"/>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1C43C3C-27AA-41B6-A5FD-FAA66D846E6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91CCFD38-81A4-40B9-8A20-DA5134348C7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533ED109-BD70-4C23-A3FD-6C459F123556}"/>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4A16B95E-DDEE-42F3-BDEC-4B4201108769}"/>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58BC6491-91EB-4088-895C-17E5DBEC6B8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B207DBC9-B74A-449D-BAB7-92FCB3A0184D}"/>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C11AC40F-E1CE-4BC6-8B48-6C606F69DB93}"/>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95006A33-DE7B-495F-AC61-FBA4DD421985}"/>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3F0404BF-AC81-4717-A564-0C37066ADD84}"/>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E133533D-0C23-4AEB-8774-885BBA619E2F}"/>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FF15A8B-48C9-4A94-8442-3C4B311BF20A}"/>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A6D32596-B2ED-4142-83E7-1F2B8EE1E250}"/>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DBFB5041-CB94-4554-A093-942CD912293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8B9D7C1E-8FAF-440D-AA9B-0A16972C0347}"/>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F300BCAE-591E-4D55-AB88-CDF4227B8B2D}"/>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D5A4B260-C9C9-47BF-8D05-1C59FC16D18E}"/>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BBDE76C4-5ECF-486A-AFD7-74C39E2C1110}"/>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A0B258D0-D720-4539-886C-3B470E62CAE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4582DF95-1694-41B8-94F6-606D5463DD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9220719"/>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1EA2D813-D0C3-4483-B1D4-F9E468886F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6">
            <a:extLst xmlns:a="http://schemas.openxmlformats.org/drawingml/2006/main">
              <a:ext uri="{FF2B5EF4-FFF2-40B4-BE49-F238E27FC236}">
                <a16:creationId xmlns:a16="http://schemas.microsoft.com/office/drawing/2014/main" id="{C940C494-2540-45F6-8B42-8E70CF4860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무엇을 남기고, 무엇을 덜어낼까?">
            <a:extLst xmlns:a="http://schemas.openxmlformats.org/drawingml/2006/main">
              <a:ext uri="{FF2B5EF4-FFF2-40B4-BE49-F238E27FC236}">
                <a16:creationId xmlns:a16="http://schemas.microsoft.com/office/drawing/2014/main" id="{CB639C60-3C65-458F-9E33-E6DE8BE15B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5A5AE1C8-85BC-4194-B695-F480DA9BA5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42113490-3640-4D4B-A75E-9BFC1489EE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3DC18CBA-D66F-49FB-86E6-DF7AF4A2A1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F5B25E28-C524-4054-9F41-67CD252E6B6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B084187-54C4-44C4-B02D-5621280F0F88}"/>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36485F00-2698-40C4-B449-3119639FBD5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0130896F-92A4-4B07-B74E-D2651D200352}"/>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C16F76EF-B744-464B-912C-9E9B2F3222A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E421A406-C38B-4DD4-A3F0-1869005505FE}"/>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4A061095-8FB3-4A01-8A42-47E90A944076}"/>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6C261AE7-229B-4F9E-B1C9-952470D0CA16}"/>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DC06D7A4-875A-44FA-897D-30665725B3E8}"/>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BFF76A35-EE10-477C-B889-164D4A6559F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4AE8C70C-908F-4246-B10E-737C43641546}"/>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64A0A1E6-D48B-4DCC-9D24-AD2635B60CEA}"/>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4220A7F8-A3BA-415A-BABA-380949231512}"/>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980FF5-4C7F-4D9B-8F15-7935C5ADB2B4}"/>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89E0D2A-E00C-4E56-9ECE-AA3B0E4CD35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952195C-4065-4F4B-AFCC-468ED5B7973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F25478A3-2303-4AB6-B51E-D25AEA6FC4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6876671"/>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1A9B3C59-144D-4C36-AF1A-F6ABB69649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7">
            <a:extLst xmlns:a="http://schemas.openxmlformats.org/drawingml/2006/main">
              <a:ext uri="{FF2B5EF4-FFF2-40B4-BE49-F238E27FC236}">
                <a16:creationId xmlns:a16="http://schemas.microsoft.com/office/drawing/2014/main" id="{5FCA7EBF-44EA-40DA-8AD1-E431530028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덜어낸 뒤에도 필요한 일을 하는가?">
            <a:extLst xmlns:a="http://schemas.openxmlformats.org/drawingml/2006/main">
              <a:ext uri="{FF2B5EF4-FFF2-40B4-BE49-F238E27FC236}">
                <a16:creationId xmlns:a16="http://schemas.microsoft.com/office/drawing/2014/main" id="{A785C746-9996-4186-A23E-E38C8DFABE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74AC87F7-F962-4569-8749-A7957095A4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EC2844B0-B755-418A-9260-2E0C5FEB2B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C998E65E-49DB-42CC-A787-57DC226FBE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616B89B3-5900-453E-9E03-D0D94C956A8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F09BFD0-0254-4235-8C7C-C25D9676C1F0}"/>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A7550B7B-F6F3-44FC-B7DA-A76E3B06CD06}"/>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CE8621E1-F74F-4770-A0F7-3A9AF8913B3E}"/>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D8C6612-15CC-4B12-A5AF-B4897DD0A971}"/>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AD7235CD-45E8-4E4F-8537-3651CAD88377}"/>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2ED90177-EFBF-4841-B1CF-31F3FC368913}"/>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64297406-25EC-42C2-8BBA-2F2CBC4E743E}"/>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EA8C816F-D9BD-4E63-A433-980E70B8881A}"/>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74C0F4F7-EB44-4080-9273-B3EFC2CBF594}"/>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479E11ED-A90A-472D-9D6A-66D5811D69E0}"/>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AB80BE9A-C186-4E4C-8A31-8438B097C4A3}"/>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DD00EE35-32DC-4568-AA92-3E2C018DB959}"/>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C08D7E6B-95C3-42AF-9F38-FB7A19A6905C}"/>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11F45B20-332D-432B-9DC1-AD494330677F}"/>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B958820B-CDE8-4CE5-BE9A-8B55B11A8013}"/>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F2EDA5B7-BC28-4992-A869-8888571EC830}"/>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83D32D7D-9E6E-4CE0-9FDB-E47C64037C8F}"/>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EC027684-5CCE-4C91-BA53-DD1F55031DF5}"/>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4003F180-ACAE-4224-BCED-318C149D5D3A}"/>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9FD71769-6AF6-443B-83B3-178B13AD4BC5}"/>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61803334-8870-4CF1-A4FB-6502A315C348}"/>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4F41CDC5-71D9-4498-9015-A296E14527B9}"/>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1252D8A-9298-4C52-991C-E9F566F42826}"/>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3EB87001-952A-4B8E-8E1E-946E9824DC66}"/>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8614235B-260A-43E1-B28C-1D8B75D107FC}"/>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624D475F-F080-4327-9415-6950C9DEEA09}"/>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DD8239D2-FE06-4D73-BDF5-5DE479D999A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5100D171-D0D9-4108-8578-575D5993FC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22886A9A-2334-4B08-9964-55F44E94B8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1857371"/>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F57D6A73-2DE4-4CD8-8E31-C3FC368997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8">
            <a:extLst xmlns:a="http://schemas.openxmlformats.org/drawingml/2006/main">
              <a:ext uri="{FF2B5EF4-FFF2-40B4-BE49-F238E27FC236}">
                <a16:creationId xmlns:a16="http://schemas.microsoft.com/office/drawing/2014/main" id="{DBA4B900-86B1-4F84-AF45-BFC1121213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내 업무에서는 무엇이 반복해서 막힐까?">
            <a:extLst xmlns:a="http://schemas.openxmlformats.org/drawingml/2006/main">
              <a:ext uri="{FF2B5EF4-FFF2-40B4-BE49-F238E27FC236}">
                <a16:creationId xmlns:a16="http://schemas.microsoft.com/office/drawing/2014/main" id="{064B5A86-0849-47B7-9B3A-4F08BFCF5A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46263211-9A79-436E-BDB0-15566BF140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304764D6-6C8B-4539-9A1A-B2E3D3E752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2D5DFAC6-3EF5-482F-932E-4077000D93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7E93F0E7-D60E-4F3C-8F37-74D93FCAE0B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14E889FE-9A63-437E-A9C7-08B43F95AB68}"/>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D9049F9-56C8-4FBB-9FE6-F9F414B4108A}"/>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3BBFC542-ED56-40F4-B2EA-CEFC80316A0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F5F711B2-6C7B-43E3-9A1A-2D6DD084C5E7}"/>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D2EEE600-58CF-46B6-9B58-75E56FF7EC5A}"/>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A1238E43-96D4-426E-8B09-8EA58758B9B5}"/>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77A6537-8F60-489A-AB27-8EDF132B5D9B}"/>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623ADE6-778F-4AA0-A0D5-653D53022E80}"/>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28B79383-75E5-4195-AF65-D9221449FB80}"/>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6A904FCA-1F42-486E-AE74-F3AA8B8989C4}"/>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CA4B0C1E-CCFF-43A5-8148-06531C6F739C}"/>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824DDF7-16EC-4DDA-BADB-1A736F8677F4}"/>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E1DE3E2-9D0C-4EB6-A90D-A21ED784EC3D}"/>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53D2053F-395D-463F-B3F1-6D6E29B3E706}"/>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29D8AC89-9BEC-41F0-94AA-10DA98B3D72B}"/>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E896A0A4-1E11-4E11-BB86-401A75B305D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5A9A8E1C-0BB8-42C8-A326-E9402D7DEB2B}"/>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69A69B2-B0EE-4C54-83ED-A7057912865C}"/>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5335F051-DF99-482C-BC31-1F7DEDE559B2}"/>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ABDA2A3A-B94F-4553-B7CE-8BEB8B4DF0D3}"/>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674D7F68-E8E2-4FBC-BE0B-FD9787D0C193}"/>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68E5BB8-2831-42D4-822D-771B5803B086}"/>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67C893D-7836-4B78-81CC-915EACBE6CE6}"/>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206C58BD-22D0-4019-8A2D-DA9B06D4A724}"/>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18D06003-8E2E-488B-B8B3-B767BB7FCC8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2452DBD-53AA-4672-BC27-7930FB9C53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31758159"/>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ED3DF036-6A03-487B-B547-2BF0C8A35D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9">
            <a:extLst xmlns:a="http://schemas.openxmlformats.org/drawingml/2006/main">
              <a:ext uri="{FF2B5EF4-FFF2-40B4-BE49-F238E27FC236}">
                <a16:creationId xmlns:a16="http://schemas.microsoft.com/office/drawing/2014/main" id="{6C6FF3F0-5102-4BC1-AE47-633F140BF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고른 문제에서, 다음 행동 하나로">
            <a:extLst xmlns:a="http://schemas.openxmlformats.org/drawingml/2006/main">
              <a:ext uri="{FF2B5EF4-FFF2-40B4-BE49-F238E27FC236}">
                <a16:creationId xmlns:a16="http://schemas.microsoft.com/office/drawing/2014/main" id="{908D9BDE-0319-436B-A252-4735A0B30A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1D1F6A08-DBF2-4097-A568-662B0B1132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D5D18BB4-7812-4F3E-8F66-75A12E7184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E7052EE7-C9DD-4F4D-B4A8-1310108013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FDEE17E6-03BD-47F8-BDE0-A4FD4141A02F}"/>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C3DA8005-CBBC-4EDA-9B3A-36F0A944C8D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2DB5601-FA65-4CD9-82DA-01A827A0853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CA0CE4A-59DB-4853-9312-0A8DC7AF5A1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230E4ED3-6396-49C1-AEA4-722A647CEF6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BD08AA00-9049-4310-8A72-B3204F2BCAA8}"/>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4386E43-F4B5-405F-B665-63FDA3E1412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60D6257E-DAB9-4827-9D9E-96D36CAD5D4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A9B76AAC-9261-4BBB-9E7B-150D41F5DBB7}"/>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B0E36D94-8034-481A-875D-368BFADEAFF0}"/>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04BCFF5C-8542-4FB5-8B75-913B70A9F9A2}"/>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90A88248-4BB1-487C-ABC7-00F55317C81B}"/>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CDF403F4-853D-4323-A134-F6A20241EC7B}"/>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C433C29-B6E5-4A63-A5E3-B209CB73AE3B}"/>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B71C9CCB-4787-4A10-A727-D8D4D0F08034}"/>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E789349E-E01B-4564-A042-04B1FB902961}"/>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130BE00-7521-4B99-B1FC-57AA0C9BF65B}"/>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AF06ABFB-CBA0-4F6B-8879-6D75F8C75FFF}"/>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BF6245C-2BDC-4658-8D57-705D8570DC81}"/>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1414C6A3-C327-4435-9F41-11485B82F6C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31F1D7FE-45AA-4A4E-A9C3-C590BCC356ED}"/>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A1CF779A-B59C-4885-AC74-E1F3895155B3}"/>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E44E10EA-0FBC-44E0-8988-1833A26431E7}"/>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39B4BF8C-E6A6-4D6E-BDAF-70C9FF118FE0}"/>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1CD5617F-C098-4367-A297-13F3DAC239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710226400"/>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8258CE80-09A2-4D40-8A8F-79AE91B1C4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0">
            <a:extLst xmlns:a="http://schemas.openxmlformats.org/drawingml/2006/main">
              <a:ext uri="{FF2B5EF4-FFF2-40B4-BE49-F238E27FC236}">
                <a16:creationId xmlns:a16="http://schemas.microsoft.com/office/drawing/2014/main" id="{402C00CA-C0E8-43FA-8A87-A9EAE4C0B1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실무 적용 팁 · 작업 환경과 기준">
            <a:extLst xmlns:a="http://schemas.openxmlformats.org/drawingml/2006/main">
              <a:ext uri="{FF2B5EF4-FFF2-40B4-BE49-F238E27FC236}">
                <a16:creationId xmlns:a16="http://schemas.microsoft.com/office/drawing/2014/main" id="{593B409D-5C06-4CFB-AC1E-5EFC325160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6C00CB75-3B39-4251-9486-8168952333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DA9F1793-ABCD-4D1A-831F-76DFC8EC9D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E17BC81E-9A24-474F-8990-49EBE07849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EF47206F-E7A8-4858-A850-202AA1AEDAA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D56A0F93-8632-4750-8213-5DB883D4D3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7383536-208E-4B4C-AAC5-54096C61B235}"/>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42017294-D65B-42D7-8165-04C05C854644}"/>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56E92F9-8510-4471-A578-125889E4AC9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7E0AF107-9902-4B9A-8BFF-1632A10C373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ACC09459-B936-4909-B5AC-99D15B05F1E1}"/>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846B1313-E303-42B6-9F82-6F6884996345}"/>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8629439-CE54-4D06-B984-0A0EEF33E647}"/>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421D1277-F6FE-42E2-9C93-E49143B7D4A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60DE598C-08ED-4E28-80CC-59A0EFE4D529}"/>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71952D57-733D-4189-A3F4-A3520EBC4127}"/>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7A3F92E-EC46-4CE3-9B58-2DBED3194168}"/>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CCCEAD17-D513-4552-985F-E25C079B9900}"/>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0789D851-373E-4EA1-B049-8EFD92657E83}"/>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981843E3-80BE-40B0-93EE-5E7DB8748A8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6E06CD3B-F908-42B0-98FA-E855CDC2A98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8">
            <a:extLst xmlns:a="http://schemas.openxmlformats.org/drawingml/2006/main">
              <a:ext uri="{FF2B5EF4-FFF2-40B4-BE49-F238E27FC236}">
                <a16:creationId xmlns:a16="http://schemas.microsoft.com/office/drawing/2014/main" id="{566C3EC5-1FF3-43CC-9F09-41230A993A61}"/>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5" name="이번 Context와 다시 쓸 지식">
            <a:extLst xmlns:a="http://schemas.openxmlformats.org/drawingml/2006/main">
              <a:ext uri="{FF2B5EF4-FFF2-40B4-BE49-F238E27FC236}">
                <a16:creationId xmlns:a16="http://schemas.microsoft.com/office/drawing/2014/main" id="{C34DC985-CCD8-4969-B1CF-E0971A0FBC74}"/>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8444279C-6E84-43A9-BD88-61D80506198A}"/>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C148DA9-FA4C-4266-9BC4-A5B0B6019B6A}"/>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78">
            <a:extLst xmlns:a="http://schemas.openxmlformats.org/drawingml/2006/main">
              <a:ext uri="{FF2B5EF4-FFF2-40B4-BE49-F238E27FC236}">
                <a16:creationId xmlns:a16="http://schemas.microsoft.com/office/drawing/2014/main" id="{6681BAB2-6525-4129-9C12-7A47B47D83E4}"/>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S78</a:t>
            </a:r>
          </a:p>
        </p:txBody>
      </p:sp>
      <p:sp>
        <p:nvSpPr>
          <p:cNvPr id="29" name="반복 보정을 개선으로 잇는 기록">
            <a:extLst xmlns:a="http://schemas.openxmlformats.org/drawingml/2006/main">
              <a:ext uri="{FF2B5EF4-FFF2-40B4-BE49-F238E27FC236}">
                <a16:creationId xmlns:a16="http://schemas.microsoft.com/office/drawing/2014/main" id="{1BFED753-5006-408D-B6AB-1B18D80411D3}"/>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0" name="Legacy module connection">
            <a:extLst xmlns:a="http://schemas.openxmlformats.org/drawingml/2006/main">
              <a:ext uri="{FF2B5EF4-FFF2-40B4-BE49-F238E27FC236}">
                <a16:creationId xmlns:a16="http://schemas.microsoft.com/office/drawing/2014/main" id="{BCA4BF49-4DFF-4D05-BDB8-8DA5975A9A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76373443"/>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5AF6C7D8-0331-446E-91B2-BA33866628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1">
            <a:extLst xmlns:a="http://schemas.openxmlformats.org/drawingml/2006/main">
              <a:ext uri="{FF2B5EF4-FFF2-40B4-BE49-F238E27FC236}">
                <a16:creationId xmlns:a16="http://schemas.microsoft.com/office/drawing/2014/main" id="{068F129C-37C6-49C9-A422-C2E08B6CA4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실무 적용 팁 · 요청 작성">
            <a:extLst xmlns:a="http://schemas.openxmlformats.org/drawingml/2006/main">
              <a:ext uri="{FF2B5EF4-FFF2-40B4-BE49-F238E27FC236}">
                <a16:creationId xmlns:a16="http://schemas.microsoft.com/office/drawing/2014/main" id="{E0CB5126-B628-4C0D-8A7E-7B450C4768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218E88D-0784-415F-8FC5-AE54435002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189ACFB-2E50-40BF-9146-8B4E36A27F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692C8D6D-A156-4227-A56F-A23F78309D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534A60F-21FA-438B-8C0A-2213D605567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AD07290-C117-4BC5-8394-F2EAA69A8F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EA6E0B58-328F-438F-90F3-904D63E08701}"/>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4CB6A7B-38A9-4E76-AADA-9AC6E9F8E0C8}"/>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04ABCD5-8807-4DCE-98D0-5D33F1FF865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437D5160-5276-4042-BADF-300D39658B36}"/>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64AD5C19-B1B0-41E0-BE80-512E7BAFE72E}"/>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9230AD08-A2A7-4A6C-AAF6-33A1E207711E}"/>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E310906-898D-4511-BF9E-979F4D2ABC1A}"/>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5CB898D8-B2BC-41B2-ABF0-34B00F080CB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189A6816-EF5D-4C6C-99A4-4B5910BCCF9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FA5DF12-0EF8-4FE8-A775-CA644B4BD3D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7EAD163-DD83-4B8C-AC6C-3C388C50D08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B8EC85E9-321B-4D52-A321-39B2F562236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8B57A98F-9F84-472F-A618-21EA41E016BD}"/>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61704C32-BB0C-49B0-BDE0-023FE56E687E}"/>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23A916E-C1DE-4898-9815-1A008A53985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0B4DE9AC-7DAA-46CC-91F8-16E736FFA42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E13450B0-2FE7-406A-8C35-2D7282AD2E9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E2E649C5-0407-4340-A18A-5B711C75730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B7679D8-1775-42DE-8970-4864114F447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34687228-D328-461B-AD88-1854F6EF65E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C32598DB-9D30-4BA1-8868-CA185C4B6ACF}"/>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66774DAD-6D1C-4184-95EE-2238A938FF91}"/>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0EC3C9AC-4E24-40A2-A221-43B57CA8683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36C2AE4-0483-4B2E-A103-222770A1622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D0E02866-731B-4FCE-A5F1-A9AD5256BCF6}"/>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7F855638-59B4-448A-B29D-5D574A7A4A03}"/>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43AFC5E-E622-4565-A5FE-A888BE0CCB93}"/>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AB87DFF5-9BCC-490A-B740-F87C8B46BCC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E5AF6CD6-A1B3-40B3-B66B-CAC21F6849F2}"/>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AE9129CB-17F1-4D8C-B43F-99AD3C89EDC8}"/>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B4C09033-AC95-4761-B3C5-37BEA6DBA8F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A8B0418B-5302-43B8-B386-21839B99A3CE}"/>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CC8914D1-69A7-40D8-B1A8-4F27D541FBD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F99551B1-D4C5-4602-81D1-AC39E5A812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006807019"/>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B81D49B9-710D-4A0B-9393-AA2A298096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2">
            <a:extLst xmlns:a="http://schemas.openxmlformats.org/drawingml/2006/main">
              <a:ext uri="{FF2B5EF4-FFF2-40B4-BE49-F238E27FC236}">
                <a16:creationId xmlns:a16="http://schemas.microsoft.com/office/drawing/2014/main" id="{2B372483-811F-47FB-B1E0-0C4D927E14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검증과 개선">
            <a:extLst xmlns:a="http://schemas.openxmlformats.org/drawingml/2006/main">
              <a:ext uri="{FF2B5EF4-FFF2-40B4-BE49-F238E27FC236}">
                <a16:creationId xmlns:a16="http://schemas.microsoft.com/office/drawing/2014/main" id="{4391D650-BEF8-4455-8BB1-07FFB6DE08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34846515-D0E6-416B-9474-7DDDBB3F0F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C7E8565E-95F8-4F2C-A5D9-131A7A7B35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F7D36B0-5391-4221-B20A-D14ED3724C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FFB66DCF-A3B3-4DEE-8283-467595C2FE9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CB5F352-9CD9-4C87-8656-FE3E8562E2E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2F3FB10-9B74-43CC-AFF3-E590409B6D8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26A0323F-B36B-4E77-B922-84D6EEDA4AEC}"/>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FC9975E-F857-40AD-92B1-0C4460512AAE}"/>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5">
            <a:extLst xmlns:a="http://schemas.openxmlformats.org/drawingml/2006/main">
              <a:ext uri="{FF2B5EF4-FFF2-40B4-BE49-F238E27FC236}">
                <a16:creationId xmlns:a16="http://schemas.microsoft.com/office/drawing/2014/main" id="{ED037B9E-D793-4D65-B7E5-C1635EC0E476}"/>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13" name="원인을 고르기 전에 확인할 기록">
            <a:extLst xmlns:a="http://schemas.openxmlformats.org/drawingml/2006/main">
              <a:ext uri="{FF2B5EF4-FFF2-40B4-BE49-F238E27FC236}">
                <a16:creationId xmlns:a16="http://schemas.microsoft.com/office/drawing/2014/main" id="{6E13679D-1B76-4923-9C17-BEB2501C46E7}"/>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F16B7771-E13E-4D70-AC0A-AA357CF765A0}"/>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F92F1C3-F387-424F-B1F8-D77D1E713046}"/>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9">
            <a:extLst xmlns:a="http://schemas.openxmlformats.org/drawingml/2006/main">
              <a:ext uri="{FF2B5EF4-FFF2-40B4-BE49-F238E27FC236}">
                <a16:creationId xmlns:a16="http://schemas.microsoft.com/office/drawing/2014/main" id="{02B062D9-8A66-4028-9E10-1C2AA32F7C73}"/>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S89</a:t>
            </a:r>
          </a:p>
        </p:txBody>
      </p:sp>
      <p:sp>
        <p:nvSpPr>
          <p:cNvPr id="17" name="지침을 고친 뒤, 무엇을 다시 확인할까?">
            <a:extLst xmlns:a="http://schemas.openxmlformats.org/drawingml/2006/main">
              <a:ext uri="{FF2B5EF4-FFF2-40B4-BE49-F238E27FC236}">
                <a16:creationId xmlns:a16="http://schemas.microsoft.com/office/drawing/2014/main" id="{621CEE52-1054-4ED7-9437-955B158AC44A}"/>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F1B24852-5810-4FDA-A8CC-1ED7DD1D3D6D}"/>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5777FC1-5A75-44AE-9FFE-5A2937C68F3F}"/>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6">
            <a:extLst xmlns:a="http://schemas.openxmlformats.org/drawingml/2006/main">
              <a:ext uri="{FF2B5EF4-FFF2-40B4-BE49-F238E27FC236}">
                <a16:creationId xmlns:a16="http://schemas.microsoft.com/office/drawing/2014/main" id="{4C1917A0-7F41-4F23-A3C3-CCAF45AB233C}"/>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S106</a:t>
            </a:r>
          </a:p>
        </p:txBody>
      </p:sp>
      <p:sp>
        <p:nvSpPr>
          <p:cNvPr id="21" name="무엇을 남기고, 무엇을 덜어낼까?">
            <a:extLst xmlns:a="http://schemas.openxmlformats.org/drawingml/2006/main">
              <a:ext uri="{FF2B5EF4-FFF2-40B4-BE49-F238E27FC236}">
                <a16:creationId xmlns:a16="http://schemas.microsoft.com/office/drawing/2014/main" id="{62694704-BDE1-4F25-A244-F6A2F939858D}"/>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F66240AE-E3AD-4C1E-9297-57C0255ED6D9}"/>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7C512E6-CD87-42B8-A199-6074A4DC3CA1}"/>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7">
            <a:extLst xmlns:a="http://schemas.openxmlformats.org/drawingml/2006/main">
              <a:ext uri="{FF2B5EF4-FFF2-40B4-BE49-F238E27FC236}">
                <a16:creationId xmlns:a16="http://schemas.microsoft.com/office/drawing/2014/main" id="{F62871C3-FE86-4398-AAC5-EBDE3DD4FF9A}"/>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S107</a:t>
            </a:r>
          </a:p>
        </p:txBody>
      </p:sp>
      <p:sp>
        <p:nvSpPr>
          <p:cNvPr id="25" name="덜어낸 뒤에도 필요한 일을 하는가?">
            <a:extLst xmlns:a="http://schemas.openxmlformats.org/drawingml/2006/main">
              <a:ext uri="{FF2B5EF4-FFF2-40B4-BE49-F238E27FC236}">
                <a16:creationId xmlns:a16="http://schemas.microsoft.com/office/drawing/2014/main" id="{D89091D4-B70B-47A2-9323-A790FCB7B339}"/>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011F4C48-38F3-4EAC-9543-3BAA6E0EB4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462551432"/>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44D44A61-CE3D-4E20-A487-68B0733963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3">
            <a:extLst xmlns:a="http://schemas.openxmlformats.org/drawingml/2006/main">
              <a:ext uri="{FF2B5EF4-FFF2-40B4-BE49-F238E27FC236}">
                <a16:creationId xmlns:a16="http://schemas.microsoft.com/office/drawing/2014/main" id="{AB5DD7EC-EAC5-495E-BF26-19EB6998A5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Q&amp;A와 교육 마무리">
            <a:extLst xmlns:a="http://schemas.openxmlformats.org/drawingml/2006/main">
              <a:ext uri="{FF2B5EF4-FFF2-40B4-BE49-F238E27FC236}">
                <a16:creationId xmlns:a16="http://schemas.microsoft.com/office/drawing/2014/main" id="{1CEAAF0E-6EAA-4A87-9005-9D75EF8D5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8F2EF5DC-93EE-4F48-8AFA-8D5A1CCB62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0B5FDB38-36EF-4CE1-AF8C-CA54AE27AF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757065EB-E9DF-4400-B07B-1DA6BA1251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A579C63-28BB-429B-942A-6BE581D9C726}"/>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1A8F66A0-A4AD-4CA2-AE8A-37A685485AE6}"/>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2FD35F7-9A4E-499A-A4A3-6DC2B5190338}"/>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7477A228-7DEB-4FE5-951E-E6CC8B8E71B9}"/>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A4ABD400-092D-4964-907C-733497D181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253409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2026-10-25T11:09:24.8210000Z</dcterms:created>
  <dcterms:modified xsi:type="dcterms:W3CDTF">2026-10-25T11:09:24.8210000Z</dcterms:modified>
</coreProperties>
</file>