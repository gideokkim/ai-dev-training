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slides/charts/chart1.xml" ContentType="application/vnd.openxmlformats-officedocument.drawingml.chart+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slides/charts/chart2.xml" ContentType="application/vnd.openxmlformats-officedocument.drawingml.chart+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5846af59dfa4d63" /><Relationship Type="http://schemas.openxmlformats.org/officeDocument/2006/relationships/extended-properties" Target="/docProps/app.xml" Id="Rc897078f369f4c09" /><Relationship Type="http://schemas.openxmlformats.org/officeDocument/2006/relationships/officeDocument" Target="/ppt/presentation.xml" Id="R40965e64d44c49f3" /></Relationships>
</file>

<file path=ppt/presentation.xml><?xml version="1.0" encoding="utf-8"?>
<p:presentation xmlns:p="http://schemas.openxmlformats.org/presentationml/2006/main">
  <p:sldMasterIdLst>
    <p:sldMasterId xmlns:r="http://schemas.openxmlformats.org/officeDocument/2006/relationships" id="2147483648" r:id="Rc43eaa62404e489d"/>
  </p:sldMasterIdLst>
  <p:notesMasterIdLst>
    <p:notesMasterId xmlns:r="http://schemas.openxmlformats.org/officeDocument/2006/relationships" r:id="Re9fac8d495784dd8"/>
  </p:notesMasterIdLst>
  <p:sldIdLst>
    <p:sldId xmlns:r="http://schemas.openxmlformats.org/officeDocument/2006/relationships" id="256" r:id="R9c940bb75ede4cdb"/>
    <p:sldId xmlns:r="http://schemas.openxmlformats.org/officeDocument/2006/relationships" id="257" r:id="R3771aa6b6061452f"/>
    <p:sldId xmlns:r="http://schemas.openxmlformats.org/officeDocument/2006/relationships" id="258" r:id="R9bcbbf6150364e08"/>
    <p:sldId xmlns:r="http://schemas.openxmlformats.org/officeDocument/2006/relationships" id="259" r:id="R71d07aceded44ad6"/>
    <p:sldId xmlns:r="http://schemas.openxmlformats.org/officeDocument/2006/relationships" id="260" r:id="R5f094e075d5a468f"/>
    <p:sldId xmlns:r="http://schemas.openxmlformats.org/officeDocument/2006/relationships" id="261" r:id="Rf029d09a25494729"/>
    <p:sldId xmlns:r="http://schemas.openxmlformats.org/officeDocument/2006/relationships" id="262" r:id="R0c3c95111e964e5c"/>
    <p:sldId xmlns:r="http://schemas.openxmlformats.org/officeDocument/2006/relationships" id="263" r:id="R7298f8d550614c9d"/>
    <p:sldId xmlns:r="http://schemas.openxmlformats.org/officeDocument/2006/relationships" id="264" r:id="Rfe9411b201974a40"/>
    <p:sldId xmlns:r="http://schemas.openxmlformats.org/officeDocument/2006/relationships" id="265" r:id="R9c236de085e94b4e"/>
    <p:sldId xmlns:r="http://schemas.openxmlformats.org/officeDocument/2006/relationships" id="266" r:id="R727241cc07b947c1"/>
    <p:sldId xmlns:r="http://schemas.openxmlformats.org/officeDocument/2006/relationships" id="267" r:id="Rbe25623dc57444bd"/>
    <p:sldId xmlns:r="http://schemas.openxmlformats.org/officeDocument/2006/relationships" id="268" r:id="R0a3b85156d064ec6"/>
    <p:sldId xmlns:r="http://schemas.openxmlformats.org/officeDocument/2006/relationships" id="269" r:id="R8ba93b3070ac40b9"/>
    <p:sldId xmlns:r="http://schemas.openxmlformats.org/officeDocument/2006/relationships" id="270" r:id="R1957e78d588d44d8"/>
    <p:sldId xmlns:r="http://schemas.openxmlformats.org/officeDocument/2006/relationships" id="271" r:id="Racc19501e4fa41c9"/>
    <p:sldId xmlns:r="http://schemas.openxmlformats.org/officeDocument/2006/relationships" id="272" r:id="R0a664db9b4a9461c"/>
    <p:sldId xmlns:r="http://schemas.openxmlformats.org/officeDocument/2006/relationships" id="273" r:id="R8a803071fe5f433d"/>
    <p:sldId xmlns:r="http://schemas.openxmlformats.org/officeDocument/2006/relationships" id="274" r:id="R30663ae2de8d4d86"/>
    <p:sldId xmlns:r="http://schemas.openxmlformats.org/officeDocument/2006/relationships" id="275" r:id="R011e8dff91b14c13"/>
    <p:sldId xmlns:r="http://schemas.openxmlformats.org/officeDocument/2006/relationships" id="276" r:id="Re1ce077ae2704f32"/>
    <p:sldId xmlns:r="http://schemas.openxmlformats.org/officeDocument/2006/relationships" id="277" r:id="Rb0c770384ec045a7"/>
    <p:sldId xmlns:r="http://schemas.openxmlformats.org/officeDocument/2006/relationships" id="278" r:id="R4bcaaac725204a6c"/>
    <p:sldId xmlns:r="http://schemas.openxmlformats.org/officeDocument/2006/relationships" id="279" r:id="R04ac021a00a44ab0"/>
    <p:sldId xmlns:r="http://schemas.openxmlformats.org/officeDocument/2006/relationships" id="280" r:id="R9e8d7d0cd3bf4c4c"/>
    <p:sldId xmlns:r="http://schemas.openxmlformats.org/officeDocument/2006/relationships" id="281" r:id="Rf170892721f54890"/>
    <p:sldId xmlns:r="http://schemas.openxmlformats.org/officeDocument/2006/relationships" id="282" r:id="Rc5da81b3539c41b6"/>
    <p:sldId xmlns:r="http://schemas.openxmlformats.org/officeDocument/2006/relationships" id="283" r:id="R3dd12c76470543d8"/>
    <p:sldId xmlns:r="http://schemas.openxmlformats.org/officeDocument/2006/relationships" id="284" r:id="Rbf3728da7d59454d"/>
    <p:sldId xmlns:r="http://schemas.openxmlformats.org/officeDocument/2006/relationships" id="285" r:id="Re00dd10e48a94acc"/>
    <p:sldId xmlns:r="http://schemas.openxmlformats.org/officeDocument/2006/relationships" id="286" r:id="Re55c2abc23984137"/>
    <p:sldId xmlns:r="http://schemas.openxmlformats.org/officeDocument/2006/relationships" id="287" r:id="R07033a97f26640a3"/>
    <p:sldId xmlns:r="http://schemas.openxmlformats.org/officeDocument/2006/relationships" id="288" r:id="R138a4918d85a4d11"/>
    <p:sldId xmlns:r="http://schemas.openxmlformats.org/officeDocument/2006/relationships" id="289" r:id="R889fefbefb634b69"/>
    <p:sldId xmlns:r="http://schemas.openxmlformats.org/officeDocument/2006/relationships" id="290" r:id="R070b6534c3654906"/>
    <p:sldId xmlns:r="http://schemas.openxmlformats.org/officeDocument/2006/relationships" id="291" r:id="R5f4f99364d9740c1"/>
    <p:sldId xmlns:r="http://schemas.openxmlformats.org/officeDocument/2006/relationships" id="292" r:id="R250662b0fc044237"/>
    <p:sldId xmlns:r="http://schemas.openxmlformats.org/officeDocument/2006/relationships" id="293" r:id="R43b81415036b4ebc"/>
    <p:sldId xmlns:r="http://schemas.openxmlformats.org/officeDocument/2006/relationships" id="294" r:id="Ra08cf94e4cf842bd"/>
    <p:sldId xmlns:r="http://schemas.openxmlformats.org/officeDocument/2006/relationships" id="295" r:id="Ra3f6a0456b8242ba"/>
    <p:sldId xmlns:r="http://schemas.openxmlformats.org/officeDocument/2006/relationships" id="296" r:id="R682d7107935d4cf8"/>
    <p:sldId xmlns:r="http://schemas.openxmlformats.org/officeDocument/2006/relationships" id="297" r:id="R97419ce7c32042a8"/>
    <p:sldId xmlns:r="http://schemas.openxmlformats.org/officeDocument/2006/relationships" id="298" r:id="Rb75ef00146524e98"/>
    <p:sldId xmlns:r="http://schemas.openxmlformats.org/officeDocument/2006/relationships" id="299" r:id="R0ff4c683a8594c1c"/>
    <p:sldId xmlns:r="http://schemas.openxmlformats.org/officeDocument/2006/relationships" id="300" r:id="Rb51a5cd1ebba4fa5"/>
    <p:sldId xmlns:r="http://schemas.openxmlformats.org/officeDocument/2006/relationships" id="301" r:id="R40adfcf942f342af"/>
    <p:sldId xmlns:r="http://schemas.openxmlformats.org/officeDocument/2006/relationships" id="302" r:id="R34aabbb47adc431b"/>
    <p:sldId xmlns:r="http://schemas.openxmlformats.org/officeDocument/2006/relationships" id="303" r:id="R45aa98a960134e29"/>
    <p:sldId xmlns:r="http://schemas.openxmlformats.org/officeDocument/2006/relationships" id="304" r:id="R9454a0e416454438"/>
    <p:sldId xmlns:r="http://schemas.openxmlformats.org/officeDocument/2006/relationships" id="305" r:id="R9860a75a338e4ba5"/>
    <p:sldId xmlns:r="http://schemas.openxmlformats.org/officeDocument/2006/relationships" id="306" r:id="R226a59c92bb54a39"/>
    <p:sldId xmlns:r="http://schemas.openxmlformats.org/officeDocument/2006/relationships" id="307" r:id="R057751aaaad7420f"/>
    <p:sldId xmlns:r="http://schemas.openxmlformats.org/officeDocument/2006/relationships" id="308" r:id="Rc457ea5b3b8b4c2b"/>
    <p:sldId xmlns:r="http://schemas.openxmlformats.org/officeDocument/2006/relationships" id="309" r:id="Rbde19aa8e8304eae"/>
    <p:sldId xmlns:r="http://schemas.openxmlformats.org/officeDocument/2006/relationships" id="310" r:id="Rdca348d4d065421d"/>
    <p:sldId xmlns:r="http://schemas.openxmlformats.org/officeDocument/2006/relationships" id="311" r:id="Rabfa65db6b784749"/>
    <p:sldId xmlns:r="http://schemas.openxmlformats.org/officeDocument/2006/relationships" id="312" r:id="R9a4dd900b7ad4a7a"/>
    <p:sldId xmlns:r="http://schemas.openxmlformats.org/officeDocument/2006/relationships" id="313" r:id="Rbe6d433226384c01"/>
    <p:sldId xmlns:r="http://schemas.openxmlformats.org/officeDocument/2006/relationships" id="314" r:id="R014529286ec74e46"/>
    <p:sldId xmlns:r="http://schemas.openxmlformats.org/officeDocument/2006/relationships" id="315" r:id="R626a6fd439d54a4f"/>
    <p:sldId xmlns:r="http://schemas.openxmlformats.org/officeDocument/2006/relationships" id="316" r:id="R6a390cd970504ae2"/>
    <p:sldId xmlns:r="http://schemas.openxmlformats.org/officeDocument/2006/relationships" id="317" r:id="R413c1186cbd54059"/>
    <p:sldId xmlns:r="http://schemas.openxmlformats.org/officeDocument/2006/relationships" id="318" r:id="Rc65765e3da9f46fc"/>
    <p:sldId xmlns:r="http://schemas.openxmlformats.org/officeDocument/2006/relationships" id="319" r:id="R9f52a30133f94be6"/>
    <p:sldId xmlns:r="http://schemas.openxmlformats.org/officeDocument/2006/relationships" id="320" r:id="R79b45e110b16403b"/>
    <p:sldId xmlns:r="http://schemas.openxmlformats.org/officeDocument/2006/relationships" id="321" r:id="Rbcc865a8c1d24751"/>
    <p:sldId xmlns:r="http://schemas.openxmlformats.org/officeDocument/2006/relationships" id="322" r:id="Rbf6fed6c1dad452c"/>
    <p:sldId xmlns:r="http://schemas.openxmlformats.org/officeDocument/2006/relationships" id="323" r:id="Rb176d8b141fc4ca3"/>
    <p:sldId xmlns:r="http://schemas.openxmlformats.org/officeDocument/2006/relationships" id="324" r:id="R7343ba582f1346c7"/>
    <p:sldId xmlns:r="http://schemas.openxmlformats.org/officeDocument/2006/relationships" id="325" r:id="Rbf3cef3d5d4d4ffb"/>
    <p:sldId xmlns:r="http://schemas.openxmlformats.org/officeDocument/2006/relationships" id="326" r:id="R9cef8603e1f74688"/>
    <p:sldId xmlns:r="http://schemas.openxmlformats.org/officeDocument/2006/relationships" id="327" r:id="Reba83272167e42e9"/>
    <p:sldId xmlns:r="http://schemas.openxmlformats.org/officeDocument/2006/relationships" id="328" r:id="Rf8a921275753438d"/>
    <p:sldId xmlns:r="http://schemas.openxmlformats.org/officeDocument/2006/relationships" id="329" r:id="R6332ed80e1ae461c"/>
    <p:sldId xmlns:r="http://schemas.openxmlformats.org/officeDocument/2006/relationships" id="330" r:id="Rcd88a701c82f44a5"/>
    <p:sldId xmlns:r="http://schemas.openxmlformats.org/officeDocument/2006/relationships" id="331" r:id="R92b73602fb834fd4"/>
    <p:sldId xmlns:r="http://schemas.openxmlformats.org/officeDocument/2006/relationships" id="332" r:id="R673a87066b4b4739"/>
    <p:sldId xmlns:r="http://schemas.openxmlformats.org/officeDocument/2006/relationships" id="333" r:id="Rc15e5b2b06364d2e"/>
    <p:sldId xmlns:r="http://schemas.openxmlformats.org/officeDocument/2006/relationships" id="334" r:id="R5a3d35a96c784adb"/>
    <p:sldId xmlns:r="http://schemas.openxmlformats.org/officeDocument/2006/relationships" id="335" r:id="R1315a97cd3b740d1"/>
    <p:sldId xmlns:r="http://schemas.openxmlformats.org/officeDocument/2006/relationships" id="336" r:id="Rebeabebaf1214c50"/>
    <p:sldId xmlns:r="http://schemas.openxmlformats.org/officeDocument/2006/relationships" id="337" r:id="R0e3617cc03d84d03"/>
    <p:sldId xmlns:r="http://schemas.openxmlformats.org/officeDocument/2006/relationships" id="338" r:id="Ra9b19ea2bc204ca7"/>
    <p:sldId xmlns:r="http://schemas.openxmlformats.org/officeDocument/2006/relationships" id="339" r:id="R734d6432f47749bd"/>
    <p:sldId xmlns:r="http://schemas.openxmlformats.org/officeDocument/2006/relationships" id="340" r:id="Re0431f8d2fab4ae2"/>
    <p:sldId xmlns:r="http://schemas.openxmlformats.org/officeDocument/2006/relationships" id="341" r:id="Rff139f6ac08f4ca5"/>
    <p:sldId xmlns:r="http://schemas.openxmlformats.org/officeDocument/2006/relationships" id="342" r:id="R43de4e1bedc24091"/>
    <p:sldId xmlns:r="http://schemas.openxmlformats.org/officeDocument/2006/relationships" id="343" r:id="R18882b8454644d10"/>
    <p:sldId xmlns:r="http://schemas.openxmlformats.org/officeDocument/2006/relationships" id="344" r:id="R2f837ba37ae940c9"/>
    <p:sldId xmlns:r="http://schemas.openxmlformats.org/officeDocument/2006/relationships" id="345" r:id="R26dcc88afbb64998"/>
    <p:sldId xmlns:r="http://schemas.openxmlformats.org/officeDocument/2006/relationships" id="346" r:id="R62721421d7d84263"/>
    <p:sldId xmlns:r="http://schemas.openxmlformats.org/officeDocument/2006/relationships" id="347" r:id="R1991d476f2e9459f"/>
    <p:sldId xmlns:r="http://schemas.openxmlformats.org/officeDocument/2006/relationships" id="348" r:id="Rcd8562cdce614d1b"/>
    <p:sldId xmlns:r="http://schemas.openxmlformats.org/officeDocument/2006/relationships" id="349" r:id="Re6f5c5919781464e"/>
    <p:sldId xmlns:r="http://schemas.openxmlformats.org/officeDocument/2006/relationships" id="350" r:id="R2a70b373dd0445b4"/>
    <p:sldId xmlns:r="http://schemas.openxmlformats.org/officeDocument/2006/relationships" id="351" r:id="R64343ebe37834596"/>
    <p:sldId xmlns:r="http://schemas.openxmlformats.org/officeDocument/2006/relationships" id="352" r:id="R1602851662a2428e"/>
    <p:sldId xmlns:r="http://schemas.openxmlformats.org/officeDocument/2006/relationships" id="353" r:id="R48a2601b689149f8"/>
    <p:sldId xmlns:r="http://schemas.openxmlformats.org/officeDocument/2006/relationships" id="354" r:id="R154ff1e09e1d4ccb"/>
    <p:sldId xmlns:r="http://schemas.openxmlformats.org/officeDocument/2006/relationships" id="355" r:id="Rc79b97711c0c41e5"/>
    <p:sldId xmlns:r="http://schemas.openxmlformats.org/officeDocument/2006/relationships" id="356" r:id="R2f7858198a6346b8"/>
    <p:sldId xmlns:r="http://schemas.openxmlformats.org/officeDocument/2006/relationships" id="357" r:id="R13d6a4d8fc954e87"/>
    <p:sldId xmlns:r="http://schemas.openxmlformats.org/officeDocument/2006/relationships" id="358" r:id="R0dc7cdc8165d4a37"/>
    <p:sldId xmlns:r="http://schemas.openxmlformats.org/officeDocument/2006/relationships" id="359" r:id="Rfa7a15a743554393"/>
    <p:sldId xmlns:r="http://schemas.openxmlformats.org/officeDocument/2006/relationships" id="360" r:id="Re19228a34f4c40d6"/>
    <p:sldId xmlns:r="http://schemas.openxmlformats.org/officeDocument/2006/relationships" id="361" r:id="R77198026e7b74b23"/>
    <p:sldId xmlns:r="http://schemas.openxmlformats.org/officeDocument/2006/relationships" id="362" r:id="R4dca7c02805e412a"/>
    <p:sldId xmlns:r="http://schemas.openxmlformats.org/officeDocument/2006/relationships" id="363" r:id="R60ad989650eb4e2f"/>
    <p:sldId xmlns:r="http://schemas.openxmlformats.org/officeDocument/2006/relationships" id="364" r:id="Rd00bafb3efa64db6"/>
    <p:sldId xmlns:r="http://schemas.openxmlformats.org/officeDocument/2006/relationships" id="365" r:id="Rd71f4f143ff542bd"/>
    <p:sldId xmlns:r="http://schemas.openxmlformats.org/officeDocument/2006/relationships" id="366" r:id="R8d56323c623144b3"/>
    <p:sldId xmlns:r="http://schemas.openxmlformats.org/officeDocument/2006/relationships" id="367" r:id="R5f1b89c0cd2f4972"/>
    <p:sldId xmlns:r="http://schemas.openxmlformats.org/officeDocument/2006/relationships" id="368" r:id="R61aa644afe694750"/>
    <p:sldId xmlns:r="http://schemas.openxmlformats.org/officeDocument/2006/relationships" id="369" r:id="R95ce3d16a8bd410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b25e48a46346ea" /><Relationship Type="http://schemas.openxmlformats.org/officeDocument/2006/relationships/slideMaster" Target="/ppt/slideMasters/slideMaster1.xml" Id="Rc43eaa62404e489d" /><Relationship Type="http://schemas.openxmlformats.org/officeDocument/2006/relationships/notesMaster" Target="/ppt/notesMasters/notesMaster1.xml" Id="Re9fac8d495784dd8" /><Relationship Type="http://schemas.openxmlformats.org/officeDocument/2006/relationships/presProps" Target="/ppt/presProps.xml" Id="R001bc65373b149f0" /><Relationship Type="http://schemas.openxmlformats.org/officeDocument/2006/relationships/tableStyles" Target="/ppt/tableStyles.xml" Id="Ra186a3ccc6e441a2" /><Relationship Type="http://schemas.openxmlformats.org/officeDocument/2006/relationships/slide" Target="/ppt/slides/slide1.xml" Id="R9c940bb75ede4cdb" /><Relationship Type="http://schemas.openxmlformats.org/officeDocument/2006/relationships/slide" Target="/ppt/slides/slide2.xml" Id="R3771aa6b6061452f" /><Relationship Type="http://schemas.openxmlformats.org/officeDocument/2006/relationships/slide" Target="/ppt/slides/slide3.xml" Id="R9bcbbf6150364e08" /><Relationship Type="http://schemas.openxmlformats.org/officeDocument/2006/relationships/slide" Target="/ppt/slides/slide4.xml" Id="R71d07aceded44ad6" /><Relationship Type="http://schemas.openxmlformats.org/officeDocument/2006/relationships/slide" Target="/ppt/slides/slide5.xml" Id="R5f094e075d5a468f" /><Relationship Type="http://schemas.openxmlformats.org/officeDocument/2006/relationships/slide" Target="/ppt/slides/slide6.xml" Id="Rf029d09a25494729" /><Relationship Type="http://schemas.openxmlformats.org/officeDocument/2006/relationships/slide" Target="/ppt/slides/slide7.xml" Id="R0c3c95111e964e5c" /><Relationship Type="http://schemas.openxmlformats.org/officeDocument/2006/relationships/slide" Target="/ppt/slides/slide8.xml" Id="R7298f8d550614c9d" /><Relationship Type="http://schemas.openxmlformats.org/officeDocument/2006/relationships/slide" Target="/ppt/slides/slide9.xml" Id="Rfe9411b201974a40" /><Relationship Type="http://schemas.openxmlformats.org/officeDocument/2006/relationships/slide" Target="/ppt/slides/slide10.xml" Id="R9c236de085e94b4e" /><Relationship Type="http://schemas.openxmlformats.org/officeDocument/2006/relationships/slide" Target="/ppt/slides/slide11.xml" Id="R727241cc07b947c1" /><Relationship Type="http://schemas.openxmlformats.org/officeDocument/2006/relationships/slide" Target="/ppt/slides/slide12.xml" Id="Rbe25623dc57444bd" /><Relationship Type="http://schemas.openxmlformats.org/officeDocument/2006/relationships/slide" Target="/ppt/slides/slide13.xml" Id="R0a3b85156d064ec6" /><Relationship Type="http://schemas.openxmlformats.org/officeDocument/2006/relationships/slide" Target="/ppt/slides/slide14.xml" Id="R8ba93b3070ac40b9" /><Relationship Type="http://schemas.openxmlformats.org/officeDocument/2006/relationships/slide" Target="/ppt/slides/slide15.xml" Id="R1957e78d588d44d8" /><Relationship Type="http://schemas.openxmlformats.org/officeDocument/2006/relationships/slide" Target="/ppt/slides/slide16.xml" Id="Racc19501e4fa41c9" /><Relationship Type="http://schemas.openxmlformats.org/officeDocument/2006/relationships/slide" Target="/ppt/slides/slide17.xml" Id="R0a664db9b4a9461c" /><Relationship Type="http://schemas.openxmlformats.org/officeDocument/2006/relationships/slide" Target="/ppt/slides/slide18.xml" Id="R8a803071fe5f433d" /><Relationship Type="http://schemas.openxmlformats.org/officeDocument/2006/relationships/slide" Target="/ppt/slides/slide19.xml" Id="R30663ae2de8d4d86" /><Relationship Type="http://schemas.openxmlformats.org/officeDocument/2006/relationships/slide" Target="/ppt/slides/slide20.xml" Id="R011e8dff91b14c13" /><Relationship Type="http://schemas.openxmlformats.org/officeDocument/2006/relationships/slide" Target="/ppt/slides/slide21.xml" Id="Re1ce077ae2704f32" /><Relationship Type="http://schemas.openxmlformats.org/officeDocument/2006/relationships/slide" Target="/ppt/slides/slide22.xml" Id="Rb0c770384ec045a7" /><Relationship Type="http://schemas.openxmlformats.org/officeDocument/2006/relationships/slide" Target="/ppt/slides/slide23.xml" Id="R4bcaaac725204a6c" /><Relationship Type="http://schemas.openxmlformats.org/officeDocument/2006/relationships/slide" Target="/ppt/slides/slide24.xml" Id="R04ac021a00a44ab0" /><Relationship Type="http://schemas.openxmlformats.org/officeDocument/2006/relationships/slide" Target="/ppt/slides/slide25.xml" Id="R9e8d7d0cd3bf4c4c" /><Relationship Type="http://schemas.openxmlformats.org/officeDocument/2006/relationships/slide" Target="/ppt/slides/slide26.xml" Id="Rf170892721f54890" /><Relationship Type="http://schemas.openxmlformats.org/officeDocument/2006/relationships/slide" Target="/ppt/slides/slide27.xml" Id="Rc5da81b3539c41b6" /><Relationship Type="http://schemas.openxmlformats.org/officeDocument/2006/relationships/slide" Target="/ppt/slides/slide28.xml" Id="R3dd12c76470543d8" /><Relationship Type="http://schemas.openxmlformats.org/officeDocument/2006/relationships/slide" Target="/ppt/slides/slide29.xml" Id="Rbf3728da7d59454d" /><Relationship Type="http://schemas.openxmlformats.org/officeDocument/2006/relationships/slide" Target="/ppt/slides/slide30.xml" Id="Re00dd10e48a94acc" /><Relationship Type="http://schemas.openxmlformats.org/officeDocument/2006/relationships/slide" Target="/ppt/slides/slide31.xml" Id="Re55c2abc23984137" /><Relationship Type="http://schemas.openxmlformats.org/officeDocument/2006/relationships/slide" Target="/ppt/slides/slide32.xml" Id="R07033a97f26640a3" /><Relationship Type="http://schemas.openxmlformats.org/officeDocument/2006/relationships/slide" Target="/ppt/slides/slide33.xml" Id="R138a4918d85a4d11" /><Relationship Type="http://schemas.openxmlformats.org/officeDocument/2006/relationships/slide" Target="/ppt/slides/slide34.xml" Id="R889fefbefb634b69" /><Relationship Type="http://schemas.openxmlformats.org/officeDocument/2006/relationships/slide" Target="/ppt/slides/slide35.xml" Id="R070b6534c3654906" /><Relationship Type="http://schemas.openxmlformats.org/officeDocument/2006/relationships/slide" Target="/ppt/slides/slide36.xml" Id="R5f4f99364d9740c1" /><Relationship Type="http://schemas.openxmlformats.org/officeDocument/2006/relationships/slide" Target="/ppt/slides/slide37.xml" Id="R250662b0fc044237" /><Relationship Type="http://schemas.openxmlformats.org/officeDocument/2006/relationships/slide" Target="/ppt/slides/slide38.xml" Id="R43b81415036b4ebc" /><Relationship Type="http://schemas.openxmlformats.org/officeDocument/2006/relationships/slide" Target="/ppt/slides/slide39.xml" Id="Ra08cf94e4cf842bd" /><Relationship Type="http://schemas.openxmlformats.org/officeDocument/2006/relationships/slide" Target="/ppt/slides/slide40.xml" Id="Ra3f6a0456b8242ba" /><Relationship Type="http://schemas.openxmlformats.org/officeDocument/2006/relationships/slide" Target="/ppt/slides/slide41.xml" Id="R682d7107935d4cf8" /><Relationship Type="http://schemas.openxmlformats.org/officeDocument/2006/relationships/slide" Target="/ppt/slides/slide42.xml" Id="R97419ce7c32042a8" /><Relationship Type="http://schemas.openxmlformats.org/officeDocument/2006/relationships/slide" Target="/ppt/slides/slide43.xml" Id="Rb75ef00146524e98" /><Relationship Type="http://schemas.openxmlformats.org/officeDocument/2006/relationships/slide" Target="/ppt/slides/slide44.xml" Id="R0ff4c683a8594c1c" /><Relationship Type="http://schemas.openxmlformats.org/officeDocument/2006/relationships/slide" Target="/ppt/slides/slide45.xml" Id="Rb51a5cd1ebba4fa5" /><Relationship Type="http://schemas.openxmlformats.org/officeDocument/2006/relationships/slide" Target="/ppt/slides/slide46.xml" Id="R40adfcf942f342af" /><Relationship Type="http://schemas.openxmlformats.org/officeDocument/2006/relationships/slide" Target="/ppt/slides/slide47.xml" Id="R34aabbb47adc431b" /><Relationship Type="http://schemas.openxmlformats.org/officeDocument/2006/relationships/slide" Target="/ppt/slides/slide48.xml" Id="R45aa98a960134e29" /><Relationship Type="http://schemas.openxmlformats.org/officeDocument/2006/relationships/slide" Target="/ppt/slides/slide49.xml" Id="R9454a0e416454438" /><Relationship Type="http://schemas.openxmlformats.org/officeDocument/2006/relationships/slide" Target="/ppt/slides/slide50.xml" Id="R9860a75a338e4ba5" /><Relationship Type="http://schemas.openxmlformats.org/officeDocument/2006/relationships/slide" Target="/ppt/slides/slide51.xml" Id="R226a59c92bb54a39" /><Relationship Type="http://schemas.openxmlformats.org/officeDocument/2006/relationships/slide" Target="/ppt/slides/slide52.xml" Id="R057751aaaad7420f" /><Relationship Type="http://schemas.openxmlformats.org/officeDocument/2006/relationships/slide" Target="/ppt/slides/slide53.xml" Id="Rc457ea5b3b8b4c2b" /><Relationship Type="http://schemas.openxmlformats.org/officeDocument/2006/relationships/slide" Target="/ppt/slides/slide54.xml" Id="Rbde19aa8e8304eae" /><Relationship Type="http://schemas.openxmlformats.org/officeDocument/2006/relationships/slide" Target="/ppt/slides/slide55.xml" Id="Rdca348d4d065421d" /><Relationship Type="http://schemas.openxmlformats.org/officeDocument/2006/relationships/slide" Target="/ppt/slides/slide56.xml" Id="Rabfa65db6b784749" /><Relationship Type="http://schemas.openxmlformats.org/officeDocument/2006/relationships/slide" Target="/ppt/slides/slide57.xml" Id="R9a4dd900b7ad4a7a" /><Relationship Type="http://schemas.openxmlformats.org/officeDocument/2006/relationships/slide" Target="/ppt/slides/slide58.xml" Id="Rbe6d433226384c01" /><Relationship Type="http://schemas.openxmlformats.org/officeDocument/2006/relationships/slide" Target="/ppt/slides/slide59.xml" Id="R014529286ec74e46" /><Relationship Type="http://schemas.openxmlformats.org/officeDocument/2006/relationships/slide" Target="/ppt/slides/slide60.xml" Id="R626a6fd439d54a4f" /><Relationship Type="http://schemas.openxmlformats.org/officeDocument/2006/relationships/slide" Target="/ppt/slides/slide61.xml" Id="R6a390cd970504ae2" /><Relationship Type="http://schemas.openxmlformats.org/officeDocument/2006/relationships/slide" Target="/ppt/slides/slide62.xml" Id="R413c1186cbd54059" /><Relationship Type="http://schemas.openxmlformats.org/officeDocument/2006/relationships/slide" Target="/ppt/slides/slide63.xml" Id="Rc65765e3da9f46fc" /><Relationship Type="http://schemas.openxmlformats.org/officeDocument/2006/relationships/slide" Target="/ppt/slides/slide64.xml" Id="R9f52a30133f94be6" /><Relationship Type="http://schemas.openxmlformats.org/officeDocument/2006/relationships/slide" Target="/ppt/slides/slide65.xml" Id="R79b45e110b16403b" /><Relationship Type="http://schemas.openxmlformats.org/officeDocument/2006/relationships/slide" Target="/ppt/slides/slide66.xml" Id="Rbcc865a8c1d24751" /><Relationship Type="http://schemas.openxmlformats.org/officeDocument/2006/relationships/slide" Target="/ppt/slides/slide67.xml" Id="Rbf6fed6c1dad452c" /><Relationship Type="http://schemas.openxmlformats.org/officeDocument/2006/relationships/slide" Target="/ppt/slides/slide68.xml" Id="Rb176d8b141fc4ca3" /><Relationship Type="http://schemas.openxmlformats.org/officeDocument/2006/relationships/slide" Target="/ppt/slides/slide69.xml" Id="R7343ba582f1346c7" /><Relationship Type="http://schemas.openxmlformats.org/officeDocument/2006/relationships/slide" Target="/ppt/slides/slide70.xml" Id="Rbf3cef3d5d4d4ffb" /><Relationship Type="http://schemas.openxmlformats.org/officeDocument/2006/relationships/slide" Target="/ppt/slides/slide71.xml" Id="R9cef8603e1f74688" /><Relationship Type="http://schemas.openxmlformats.org/officeDocument/2006/relationships/slide" Target="/ppt/slides/slide72.xml" Id="Reba83272167e42e9" /><Relationship Type="http://schemas.openxmlformats.org/officeDocument/2006/relationships/slide" Target="/ppt/slides/slide73.xml" Id="Rf8a921275753438d" /><Relationship Type="http://schemas.openxmlformats.org/officeDocument/2006/relationships/slide" Target="/ppt/slides/slide74.xml" Id="R6332ed80e1ae461c" /><Relationship Type="http://schemas.openxmlformats.org/officeDocument/2006/relationships/slide" Target="/ppt/slides/slide75.xml" Id="Rcd88a701c82f44a5" /><Relationship Type="http://schemas.openxmlformats.org/officeDocument/2006/relationships/slide" Target="/ppt/slides/slide76.xml" Id="R92b73602fb834fd4" /><Relationship Type="http://schemas.openxmlformats.org/officeDocument/2006/relationships/slide" Target="/ppt/slides/slide77.xml" Id="R673a87066b4b4739" /><Relationship Type="http://schemas.openxmlformats.org/officeDocument/2006/relationships/slide" Target="/ppt/slides/slide78.xml" Id="Rc15e5b2b06364d2e" /><Relationship Type="http://schemas.openxmlformats.org/officeDocument/2006/relationships/slide" Target="/ppt/slides/slide79.xml" Id="R5a3d35a96c784adb" /><Relationship Type="http://schemas.openxmlformats.org/officeDocument/2006/relationships/slide" Target="/ppt/slides/slide80.xml" Id="R1315a97cd3b740d1" /><Relationship Type="http://schemas.openxmlformats.org/officeDocument/2006/relationships/slide" Target="/ppt/slides/slide81.xml" Id="Rebeabebaf1214c50" /><Relationship Type="http://schemas.openxmlformats.org/officeDocument/2006/relationships/slide" Target="/ppt/slides/slide82.xml" Id="R0e3617cc03d84d03" /><Relationship Type="http://schemas.openxmlformats.org/officeDocument/2006/relationships/slide" Target="/ppt/slides/slide83.xml" Id="Ra9b19ea2bc204ca7" /><Relationship Type="http://schemas.openxmlformats.org/officeDocument/2006/relationships/slide" Target="/ppt/slides/slide84.xml" Id="R734d6432f47749bd" /><Relationship Type="http://schemas.openxmlformats.org/officeDocument/2006/relationships/slide" Target="/ppt/slides/slide85.xml" Id="Re0431f8d2fab4ae2" /><Relationship Type="http://schemas.openxmlformats.org/officeDocument/2006/relationships/slide" Target="/ppt/slides/slide86.xml" Id="Rff139f6ac08f4ca5" /><Relationship Type="http://schemas.openxmlformats.org/officeDocument/2006/relationships/slide" Target="/ppt/slides/slide87.xml" Id="R43de4e1bedc24091" /><Relationship Type="http://schemas.openxmlformats.org/officeDocument/2006/relationships/slide" Target="/ppt/slides/slide88.xml" Id="R18882b8454644d10" /><Relationship Type="http://schemas.openxmlformats.org/officeDocument/2006/relationships/slide" Target="/ppt/slides/slide89.xml" Id="R2f837ba37ae940c9" /><Relationship Type="http://schemas.openxmlformats.org/officeDocument/2006/relationships/slide" Target="/ppt/slides/slide90.xml" Id="R26dcc88afbb64998" /><Relationship Type="http://schemas.openxmlformats.org/officeDocument/2006/relationships/slide" Target="/ppt/slides/slide91.xml" Id="R62721421d7d84263" /><Relationship Type="http://schemas.openxmlformats.org/officeDocument/2006/relationships/slide" Target="/ppt/slides/slide92.xml" Id="R1991d476f2e9459f" /><Relationship Type="http://schemas.openxmlformats.org/officeDocument/2006/relationships/slide" Target="/ppt/slides/slide93.xml" Id="Rcd8562cdce614d1b" /><Relationship Type="http://schemas.openxmlformats.org/officeDocument/2006/relationships/slide" Target="/ppt/slides/slide94.xml" Id="Re6f5c5919781464e" /><Relationship Type="http://schemas.openxmlformats.org/officeDocument/2006/relationships/slide" Target="/ppt/slides/slide95.xml" Id="R2a70b373dd0445b4" /><Relationship Type="http://schemas.openxmlformats.org/officeDocument/2006/relationships/slide" Target="/ppt/slides/slide96.xml" Id="R64343ebe37834596" /><Relationship Type="http://schemas.openxmlformats.org/officeDocument/2006/relationships/slide" Target="/ppt/slides/slide97.xml" Id="R1602851662a2428e" /><Relationship Type="http://schemas.openxmlformats.org/officeDocument/2006/relationships/slide" Target="/ppt/slides/slide98.xml" Id="R48a2601b689149f8" /><Relationship Type="http://schemas.openxmlformats.org/officeDocument/2006/relationships/slide" Target="/ppt/slides/slide99.xml" Id="R154ff1e09e1d4ccb" /><Relationship Type="http://schemas.openxmlformats.org/officeDocument/2006/relationships/slide" Target="/ppt/slides/slide100.xml" Id="Rc79b97711c0c41e5" /><Relationship Type="http://schemas.openxmlformats.org/officeDocument/2006/relationships/slide" Target="/ppt/slides/slide101.xml" Id="R2f7858198a6346b8" /><Relationship Type="http://schemas.openxmlformats.org/officeDocument/2006/relationships/slide" Target="/ppt/slides/slide102.xml" Id="R13d6a4d8fc954e87" /><Relationship Type="http://schemas.openxmlformats.org/officeDocument/2006/relationships/slide" Target="/ppt/slides/slide103.xml" Id="R0dc7cdc8165d4a37" /><Relationship Type="http://schemas.openxmlformats.org/officeDocument/2006/relationships/slide" Target="/ppt/slides/slide104.xml" Id="Rfa7a15a743554393" /><Relationship Type="http://schemas.openxmlformats.org/officeDocument/2006/relationships/slide" Target="/ppt/slides/slide105.xml" Id="Re19228a34f4c40d6" /><Relationship Type="http://schemas.openxmlformats.org/officeDocument/2006/relationships/slide" Target="/ppt/slides/slide106.xml" Id="R77198026e7b74b23" /><Relationship Type="http://schemas.openxmlformats.org/officeDocument/2006/relationships/slide" Target="/ppt/slides/slide107.xml" Id="R4dca7c02805e412a" /><Relationship Type="http://schemas.openxmlformats.org/officeDocument/2006/relationships/slide" Target="/ppt/slides/slide108.xml" Id="R60ad989650eb4e2f" /><Relationship Type="http://schemas.openxmlformats.org/officeDocument/2006/relationships/slide" Target="/ppt/slides/slide109.xml" Id="Rd00bafb3efa64db6" /><Relationship Type="http://schemas.openxmlformats.org/officeDocument/2006/relationships/slide" Target="/ppt/slides/slide110.xml" Id="Rd71f4f143ff542bd" /><Relationship Type="http://schemas.openxmlformats.org/officeDocument/2006/relationships/slide" Target="/ppt/slides/slide111.xml" Id="R8d56323c623144b3" /><Relationship Type="http://schemas.openxmlformats.org/officeDocument/2006/relationships/slide" Target="/ppt/slides/slide112.xml" Id="R5f1b89c0cd2f4972" /><Relationship Type="http://schemas.openxmlformats.org/officeDocument/2006/relationships/slide" Target="/ppt/slides/slide113.xml" Id="R61aa644afe694750" /><Relationship Type="http://schemas.openxmlformats.org/officeDocument/2006/relationships/slide" Target="/ppt/slides/slide114.xml" Id="R95ce3d16a8bd410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524018f86174a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eef543a184c40a9" /><Relationship Type="http://schemas.openxmlformats.org/officeDocument/2006/relationships/notesMaster" Target="/ppt/notesMasters/notesMaster1.xml" Id="Ra4c1271f80ef4c2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5885a368c0143da" /><Relationship Type="http://schemas.openxmlformats.org/officeDocument/2006/relationships/notesMaster" Target="/ppt/notesMasters/notesMaster1.xml" Id="R224f248603094e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348f112908ea4a12" /><Relationship Type="http://schemas.openxmlformats.org/officeDocument/2006/relationships/notesMaster" Target="/ppt/notesMasters/notesMaster1.xml" Id="R57e37700caa44df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885a8d673634b85" /><Relationship Type="http://schemas.openxmlformats.org/officeDocument/2006/relationships/notesMaster" Target="/ppt/notesMasters/notesMaster1.xml" Id="Rb8c84f6c2b254a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cb3bf83e9501443f" /><Relationship Type="http://schemas.openxmlformats.org/officeDocument/2006/relationships/notesMaster" Target="/ppt/notesMasters/notesMaster1.xml" Id="R24c04bca170540e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7e8355fce7142e8" /><Relationship Type="http://schemas.openxmlformats.org/officeDocument/2006/relationships/notesMaster" Target="/ppt/notesMasters/notesMaster1.xml" Id="Ra2a663d46231485a" /></Relationships>
</file>

<file path=ppt/notesSlides/_rels/notesSlide7.xml.rels>&#65279;<?xml version="1.0" encoding="utf-8"?><Relationships xmlns="http://schemas.openxmlformats.org/package/2006/relationships"><Relationship Type="http://schemas.openxmlformats.org/officeDocument/2006/relationships/slide" Target="/ppt/slides/slide7.xml" Id="R7464de376a184e4c" /><Relationship Type="http://schemas.openxmlformats.org/officeDocument/2006/relationships/notesMaster" Target="/ppt/notesMasters/notesMaster1.xml" Id="R1f4f0970b0ff462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efb0a07c62243f1" /><Relationship Type="http://schemas.openxmlformats.org/officeDocument/2006/relationships/notesMaster" Target="/ppt/notesMasters/notesMaster1.xml" Id="Rddc3530ba668415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eff89ab0e344e62" /><Relationship Type="http://schemas.openxmlformats.org/officeDocument/2006/relationships/notesMaster" Target="/ppt/notesMasters/notesMaster1.xml" Id="R7d39025516974b3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1d465f1bc7b470e" /><Relationship Type="http://schemas.openxmlformats.org/officeDocument/2006/relationships/notesMaster" Target="/ppt/notesMasters/notesMaster1.xml" Id="R50bd12f962f4417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f03bda65eeb49db" /><Relationship Type="http://schemas.openxmlformats.org/officeDocument/2006/relationships/notesMaster" Target="/ppt/notesMasters/notesMaster1.xml" Id="Rf3483aee2cbb452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d7dd306b05d48f7" /><Relationship Type="http://schemas.openxmlformats.org/officeDocument/2006/relationships/notesMaster" Target="/ppt/notesMasters/notesMaster1.xml" Id="R72192ffce3ed421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b3273b6c8f4006" /><Relationship Type="http://schemas.openxmlformats.org/officeDocument/2006/relationships/notesMaster" Target="/ppt/notesMasters/notesMaster1.xml" Id="R79ff38c5ee72485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9201514ddd04d1c" /><Relationship Type="http://schemas.openxmlformats.org/officeDocument/2006/relationships/notesMaster" Target="/ppt/notesMasters/notesMaster1.xml" Id="R9b4d37978f3448d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2486252dc16424d" /><Relationship Type="http://schemas.openxmlformats.org/officeDocument/2006/relationships/notesMaster" Target="/ppt/notesMasters/notesMaster1.xml" Id="Rf60ad70e88e9482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f630c0cca284cf4" /><Relationship Type="http://schemas.openxmlformats.org/officeDocument/2006/relationships/notesMaster" Target="/ppt/notesMasters/notesMaster1.xml" Id="R7e7e69129eee411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87178ea44d94268" /><Relationship Type="http://schemas.openxmlformats.org/officeDocument/2006/relationships/notesMaster" Target="/ppt/notesMasters/notesMaster1.xml" Id="R963b969557dc462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156d408c2fe4377" /><Relationship Type="http://schemas.openxmlformats.org/officeDocument/2006/relationships/notesMaster" Target="/ppt/notesMasters/notesMaster1.xml" Id="R5b4a4540287144f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5cf2e3d5b524d45" /><Relationship Type="http://schemas.openxmlformats.org/officeDocument/2006/relationships/notesMaster" Target="/ppt/notesMasters/notesMaster1.xml" Id="R914e239f17f4403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07da67c25e04e6a" /><Relationship Type="http://schemas.openxmlformats.org/officeDocument/2006/relationships/notesMaster" Target="/ppt/notesMasters/notesMaster1.xml" Id="R42936fdf0c46405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10ec96560a64975" /><Relationship Type="http://schemas.openxmlformats.org/officeDocument/2006/relationships/notesMaster" Target="/ppt/notesMasters/notesMaster1.xml" Id="R987f2d1135a146b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166b5eb7cfb4e9b" /><Relationship Type="http://schemas.openxmlformats.org/officeDocument/2006/relationships/notesMaster" Target="/ppt/notesMasters/notesMaster1.xml" Id="Ra4fb54e08d7f48d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941057df90d49f0" /><Relationship Type="http://schemas.openxmlformats.org/officeDocument/2006/relationships/notesMaster" Target="/ppt/notesMasters/notesMaster1.xml" Id="R9450a675d20542e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28d046a7d554662" /><Relationship Type="http://schemas.openxmlformats.org/officeDocument/2006/relationships/notesMaster" Target="/ppt/notesMasters/notesMaster1.xml" Id="Ra276c16f566746f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6436314c0044062" /><Relationship Type="http://schemas.openxmlformats.org/officeDocument/2006/relationships/notesMaster" Target="/ppt/notesMasters/notesMaster1.xml" Id="R24c1ca3a145c462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694017d13ff48de" /><Relationship Type="http://schemas.openxmlformats.org/officeDocument/2006/relationships/notesMaster" Target="/ppt/notesMasters/notesMaster1.xml" Id="Rbfd864be858f4ee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8a89057ce384395" /><Relationship Type="http://schemas.openxmlformats.org/officeDocument/2006/relationships/notesMaster" Target="/ppt/notesMasters/notesMaster1.xml" Id="R2d15bbe096204de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2b0c1da34914163" /><Relationship Type="http://schemas.openxmlformats.org/officeDocument/2006/relationships/notesMaster" Target="/ppt/notesMasters/notesMaster1.xml" Id="R5dfda2841851450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a87a93e541d4b6f" /><Relationship Type="http://schemas.openxmlformats.org/officeDocument/2006/relationships/notesMaster" Target="/ppt/notesMasters/notesMaster1.xml" Id="R47177f0eeaeb4aa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3a675eb99694e1b" /><Relationship Type="http://schemas.openxmlformats.org/officeDocument/2006/relationships/notesMaster" Target="/ppt/notesMasters/notesMaster1.xml" Id="R4f29e9ef0f3d4a0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594081580d64c6d" /><Relationship Type="http://schemas.openxmlformats.org/officeDocument/2006/relationships/notesMaster" Target="/ppt/notesMasters/notesMaster1.xml" Id="R6e4974d7cfa84f7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0ef09548e5d4bc7" /><Relationship Type="http://schemas.openxmlformats.org/officeDocument/2006/relationships/notesMaster" Target="/ppt/notesMasters/notesMaster1.xml" Id="R0bb0746b1007474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a0694924dd14e47" /><Relationship Type="http://schemas.openxmlformats.org/officeDocument/2006/relationships/notesMaster" Target="/ppt/notesMasters/notesMaster1.xml" Id="Ree601e74376144a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5c64ea26e294875" /><Relationship Type="http://schemas.openxmlformats.org/officeDocument/2006/relationships/notesMaster" Target="/ppt/notesMasters/notesMaster1.xml" Id="R26928035d86049a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c8183229aaa473f" /><Relationship Type="http://schemas.openxmlformats.org/officeDocument/2006/relationships/notesMaster" Target="/ppt/notesMasters/notesMaster1.xml" Id="R8643c9f4216947d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e1552997336445d" /><Relationship Type="http://schemas.openxmlformats.org/officeDocument/2006/relationships/notesMaster" Target="/ppt/notesMasters/notesMaster1.xml" Id="Rec6be833760b4d5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72897bd1ac44475" /><Relationship Type="http://schemas.openxmlformats.org/officeDocument/2006/relationships/notesMaster" Target="/ppt/notesMasters/notesMaster1.xml" Id="Rb7dd3fb521cc4bd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df23350fc034661" /><Relationship Type="http://schemas.openxmlformats.org/officeDocument/2006/relationships/notesMaster" Target="/ppt/notesMasters/notesMaster1.xml" Id="R145d12ba44124e3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b1fa3de20054a9f" /><Relationship Type="http://schemas.openxmlformats.org/officeDocument/2006/relationships/notesMaster" Target="/ppt/notesMasters/notesMaster1.xml" Id="R80edf4664166467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5a7fb48ccbb4190" /><Relationship Type="http://schemas.openxmlformats.org/officeDocument/2006/relationships/notesMaster" Target="/ppt/notesMasters/notesMaster1.xml" Id="R823703a9a1ac4f5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2f8bf1c3bbc4e58" /><Relationship Type="http://schemas.openxmlformats.org/officeDocument/2006/relationships/notesMaster" Target="/ppt/notesMasters/notesMaster1.xml" Id="R824403ffb5b24d5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7dd43b3d52742eb" /><Relationship Type="http://schemas.openxmlformats.org/officeDocument/2006/relationships/notesMaster" Target="/ppt/notesMasters/notesMaster1.xml" Id="R3f5cb909ea694b4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c0a4bd4f30d4a87" /><Relationship Type="http://schemas.openxmlformats.org/officeDocument/2006/relationships/notesMaster" Target="/ppt/notesMasters/notesMaster1.xml" Id="R5159fea8ed27413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5badf9dbefe444d" /><Relationship Type="http://schemas.openxmlformats.org/officeDocument/2006/relationships/notesMaster" Target="/ppt/notesMasters/notesMaster1.xml" Id="R83afda386229420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31807b2436042bc" /><Relationship Type="http://schemas.openxmlformats.org/officeDocument/2006/relationships/notesMaster" Target="/ppt/notesMasters/notesMaster1.xml" Id="R64e5fe2c6f504da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d766a696d7b4dd1" /><Relationship Type="http://schemas.openxmlformats.org/officeDocument/2006/relationships/notesMaster" Target="/ppt/notesMasters/notesMaster1.xml" Id="R7efe6872a2794e8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94b375b9a0c4536" /><Relationship Type="http://schemas.openxmlformats.org/officeDocument/2006/relationships/notesMaster" Target="/ppt/notesMasters/notesMaster1.xml" Id="R1de4deda01da41e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ecc590d6861444a" /><Relationship Type="http://schemas.openxmlformats.org/officeDocument/2006/relationships/notesMaster" Target="/ppt/notesMasters/notesMaster1.xml" Id="R07f490cfd3ea4e5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74014c6701f44a1" /><Relationship Type="http://schemas.openxmlformats.org/officeDocument/2006/relationships/notesMaster" Target="/ppt/notesMasters/notesMaster1.xml" Id="R2c528724860341b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4c268d98b7fe4a0a" /><Relationship Type="http://schemas.openxmlformats.org/officeDocument/2006/relationships/notesMaster" Target="/ppt/notesMasters/notesMaster1.xml" Id="R00e84619a58349e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ea2779efffb49b7" /><Relationship Type="http://schemas.openxmlformats.org/officeDocument/2006/relationships/notesMaster" Target="/ppt/notesMasters/notesMaster1.xml" Id="R87482f1088aa4e6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61fd1399f004fe5" /><Relationship Type="http://schemas.openxmlformats.org/officeDocument/2006/relationships/notesMaster" Target="/ppt/notesMasters/notesMaster1.xml" Id="R06d084d0b199402a"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db9d6d9c8f14fbe" /><Relationship Type="http://schemas.openxmlformats.org/officeDocument/2006/relationships/notesMaster" Target="/ppt/notesMasters/notesMaster1.xml" Id="R246b7d933fa444e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4119e98f98e54d39" /><Relationship Type="http://schemas.openxmlformats.org/officeDocument/2006/relationships/notesMaster" Target="/ppt/notesMasters/notesMaster1.xml" Id="R8306453c3eb54a5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d9a4d963c2f4079" /><Relationship Type="http://schemas.openxmlformats.org/officeDocument/2006/relationships/notesMaster" Target="/ppt/notesMasters/notesMaster1.xml" Id="Rc936160c28b445a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b70376a26ea48be" /><Relationship Type="http://schemas.openxmlformats.org/officeDocument/2006/relationships/notesMaster" Target="/ppt/notesMasters/notesMaster1.xml" Id="Rd515497c5c49423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c5eaf6052884e9d" /><Relationship Type="http://schemas.openxmlformats.org/officeDocument/2006/relationships/notesMaster" Target="/ppt/notesMasters/notesMaster1.xml" Id="R11caeda4bfcc48e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6c992db61b147c5" /><Relationship Type="http://schemas.openxmlformats.org/officeDocument/2006/relationships/notesMaster" Target="/ppt/notesMasters/notesMaster1.xml" Id="Rf86335703fca4a5a"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d17c09af556744e3" /><Relationship Type="http://schemas.openxmlformats.org/officeDocument/2006/relationships/notesMaster" Target="/ppt/notesMasters/notesMaster1.xml" Id="Rff28915b25e1468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f60d40836cc45c4" /><Relationship Type="http://schemas.openxmlformats.org/officeDocument/2006/relationships/notesMaster" Target="/ppt/notesMasters/notesMaster1.xml" Id="R881fa8270a8d483d"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3d26e3c34ce4d7d" /><Relationship Type="http://schemas.openxmlformats.org/officeDocument/2006/relationships/notesMaster" Target="/ppt/notesMasters/notesMaster1.xml" Id="R623ab76a4aa04abc"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0238dc16e064462" /><Relationship Type="http://schemas.openxmlformats.org/officeDocument/2006/relationships/notesMaster" Target="/ppt/notesMasters/notesMaster1.xml" Id="R2b2acfc3c7634c63"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6d9114f5463a472f" /><Relationship Type="http://schemas.openxmlformats.org/officeDocument/2006/relationships/notesMaster" Target="/ppt/notesMasters/notesMaster1.xml" Id="R289c9c17a9634641"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fef17ad01da459c" /><Relationship Type="http://schemas.openxmlformats.org/officeDocument/2006/relationships/notesMaster" Target="/ppt/notesMasters/notesMaster1.xml" Id="Rba42f83b43bc4aba"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4d070e8f6b41495c" /><Relationship Type="http://schemas.openxmlformats.org/officeDocument/2006/relationships/notesMaster" Target="/ppt/notesMasters/notesMaster1.xml" Id="Rfcd0e79bf7274f50"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7c41d75db14b4b2c" /><Relationship Type="http://schemas.openxmlformats.org/officeDocument/2006/relationships/notesMaster" Target="/ppt/notesMasters/notesMaster1.xml" Id="R101fbebaa7994324"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db910a7f54774074" /><Relationship Type="http://schemas.openxmlformats.org/officeDocument/2006/relationships/notesMaster" Target="/ppt/notesMasters/notesMaster1.xml" Id="R2ed5729649614eb2"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9ee08815cebe42ad" /><Relationship Type="http://schemas.openxmlformats.org/officeDocument/2006/relationships/notesMaster" Target="/ppt/notesMasters/notesMaster1.xml" Id="R056145af62f344f8"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e742aeb8d8a4e78" /><Relationship Type="http://schemas.openxmlformats.org/officeDocument/2006/relationships/notesMaster" Target="/ppt/notesMasters/notesMaster1.xml" Id="R172e0c9fafb1419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8e64a31d28e848b1" /><Relationship Type="http://schemas.openxmlformats.org/officeDocument/2006/relationships/notesMaster" Target="/ppt/notesMasters/notesMaster1.xml" Id="R3bb6c0b333f74d8b"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0000f963e11e4950" /><Relationship Type="http://schemas.openxmlformats.org/officeDocument/2006/relationships/notesMaster" Target="/ppt/notesMasters/notesMaster1.xml" Id="R5dd035a6909d4424"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11a1d6b9da5b4eb5" /><Relationship Type="http://schemas.openxmlformats.org/officeDocument/2006/relationships/notesMaster" Target="/ppt/notesMasters/notesMaster1.xml" Id="R5b390aacdadf47b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9e6f03cd6cc4eca" /><Relationship Type="http://schemas.openxmlformats.org/officeDocument/2006/relationships/notesMaster" Target="/ppt/notesMasters/notesMaster1.xml" Id="R87597204aae5476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6584a4849834d52" /><Relationship Type="http://schemas.openxmlformats.org/officeDocument/2006/relationships/notesMaster" Target="/ppt/notesMasters/notesMaster1.xml" Id="R8b5a884ddca64169"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0e00b9ecab34cae" /><Relationship Type="http://schemas.openxmlformats.org/officeDocument/2006/relationships/notesMaster" Target="/ppt/notesMasters/notesMaster1.xml" Id="Rd57affc5d0864f32"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e3eb9c7efe664f06" /><Relationship Type="http://schemas.openxmlformats.org/officeDocument/2006/relationships/notesMaster" Target="/ppt/notesMasters/notesMaster1.xml" Id="R5462a4fbb0e1483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54747e4536b34c90" /><Relationship Type="http://schemas.openxmlformats.org/officeDocument/2006/relationships/notesMaster" Target="/ppt/notesMasters/notesMaster1.xml" Id="R542c090f7a154c65"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bd3946507f69484d" /><Relationship Type="http://schemas.openxmlformats.org/officeDocument/2006/relationships/notesMaster" Target="/ppt/notesMasters/notesMaster1.xml" Id="R5156300467ca41ec"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14e257c6b97043b7" /><Relationship Type="http://schemas.openxmlformats.org/officeDocument/2006/relationships/notesMaster" Target="/ppt/notesMasters/notesMaster1.xml" Id="R71c5e94a91824139"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52aac225a44457b" /><Relationship Type="http://schemas.openxmlformats.org/officeDocument/2006/relationships/notesMaster" Target="/ppt/notesMasters/notesMaster1.xml" Id="R475646da46cb4e4d"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6ef188c6281e4c06" /><Relationship Type="http://schemas.openxmlformats.org/officeDocument/2006/relationships/notesMaster" Target="/ppt/notesMasters/notesMaster1.xml" Id="Rb8678fca04344ac5"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f5e95b4aa24434e" /><Relationship Type="http://schemas.openxmlformats.org/officeDocument/2006/relationships/notesMaster" Target="/ppt/notesMasters/notesMaster1.xml" Id="R615ad41ee05b4e8f"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060baf06b2dc413e" /><Relationship Type="http://schemas.openxmlformats.org/officeDocument/2006/relationships/notesMaster" Target="/ppt/notesMasters/notesMaster1.xml" Id="R95e262892f5d4e80"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b3cb59ce760345a8" /><Relationship Type="http://schemas.openxmlformats.org/officeDocument/2006/relationships/notesMaster" Target="/ppt/notesMasters/notesMaster1.xml" Id="R6df6831ce1874db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765da928d0f347c5" /><Relationship Type="http://schemas.openxmlformats.org/officeDocument/2006/relationships/notesMaster" Target="/ppt/notesMasters/notesMaster1.xml" Id="Re8ed961fb2a44863"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d9723e8fe6ad4390" /><Relationship Type="http://schemas.openxmlformats.org/officeDocument/2006/relationships/notesMaster" Target="/ppt/notesMasters/notesMaster1.xml" Id="R36dc953e88a942e7"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3e610821e1da4060" /><Relationship Type="http://schemas.openxmlformats.org/officeDocument/2006/relationships/notesMaster" Target="/ppt/notesMasters/notesMaster1.xml" Id="R8029f140766e4678"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bf6e0c25f24a4a07" /><Relationship Type="http://schemas.openxmlformats.org/officeDocument/2006/relationships/notesMaster" Target="/ppt/notesMasters/notesMaster1.xml" Id="Ra3880db2a74b4e50"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bd877cf8ddd542ea" /><Relationship Type="http://schemas.openxmlformats.org/officeDocument/2006/relationships/notesMaster" Target="/ppt/notesMasters/notesMaster1.xml" Id="R463c1f8d8d1f485a"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8293beba83b24d00" /><Relationship Type="http://schemas.openxmlformats.org/officeDocument/2006/relationships/notesMaster" Target="/ppt/notesMasters/notesMaster1.xml" Id="Rc33d0c15cb014203"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b27d9b51f4b44246" /><Relationship Type="http://schemas.openxmlformats.org/officeDocument/2006/relationships/notesMaster" Target="/ppt/notesMasters/notesMaster1.xml" Id="R17fd323e6323498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9a9c80ff726542e1" /><Relationship Type="http://schemas.openxmlformats.org/officeDocument/2006/relationships/notesMaster" Target="/ppt/notesMasters/notesMaster1.xml" Id="Reb8b1154b8d849a1"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5003612bf63040e1" /><Relationship Type="http://schemas.openxmlformats.org/officeDocument/2006/relationships/notesMaster" Target="/ppt/notesMasters/notesMaster1.xml" Id="R0a9b2083d0ae459b"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3c7d5f55f3a4049" /><Relationship Type="http://schemas.openxmlformats.org/officeDocument/2006/relationships/notesMaster" Target="/ppt/notesMasters/notesMaster1.xml" Id="R0cdb1f90e0e7429d"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7dcf6d2926044d14" /><Relationship Type="http://schemas.openxmlformats.org/officeDocument/2006/relationships/notesMaster" Target="/ppt/notesMasters/notesMaster1.xml" Id="Rdf94eb00bf9043fc"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843d0909540d4854" /><Relationship Type="http://schemas.openxmlformats.org/officeDocument/2006/relationships/notesMaster" Target="/ppt/notesMasters/notesMaster1.xml" Id="Re128a036adef44f4"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7e3fe358f07142ff" /><Relationship Type="http://schemas.openxmlformats.org/officeDocument/2006/relationships/notesMaster" Target="/ppt/notesMasters/notesMaster1.xml" Id="R76b88df835ee4846"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9c2198bb4d6e48a8" /><Relationship Type="http://schemas.openxmlformats.org/officeDocument/2006/relationships/notesMaster" Target="/ppt/notesMasters/notesMaster1.xml" Id="R7a928290a42046e5"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fda9317a3c8f4cc9" /><Relationship Type="http://schemas.openxmlformats.org/officeDocument/2006/relationships/notesMaster" Target="/ppt/notesMasters/notesMaster1.xml" Id="R3a7b15fac4be46ac"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bf2c49c54f9c49b3" /><Relationship Type="http://schemas.openxmlformats.org/officeDocument/2006/relationships/notesMaster" Target="/ppt/notesMasters/notesMaster1.xml" Id="R693e5c47e65d4ae0"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0a31b66fcf964f05" /><Relationship Type="http://schemas.openxmlformats.org/officeDocument/2006/relationships/notesMaster" Target="/ppt/notesMasters/notesMaster1.xml" Id="R357b5961bc224739"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464efb281bde438f" /><Relationship Type="http://schemas.openxmlformats.org/officeDocument/2006/relationships/notesMaster" Target="/ppt/notesMasters/notesMaster1.xml" Id="Rb66fa2c964d240d8"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e899bc424cde42c7" /><Relationship Type="http://schemas.openxmlformats.org/officeDocument/2006/relationships/notesMaster" Target="/ppt/notesMasters/notesMaster1.xml" Id="R78faf61400b24e03"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0869398e35e3425b" /><Relationship Type="http://schemas.openxmlformats.org/officeDocument/2006/relationships/notesMaster" Target="/ppt/notesMasters/notesMaster1.xml" Id="Rbe0189ed45874086"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a84cc8e5adbc453d" /><Relationship Type="http://schemas.openxmlformats.org/officeDocument/2006/relationships/notesMaster" Target="/ppt/notesMasters/notesMaster1.xml" Id="R51e42ebe6c1d4055"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e0555aa4af774a8d" /><Relationship Type="http://schemas.openxmlformats.org/officeDocument/2006/relationships/notesMaster" Target="/ppt/notesMasters/notesMaster1.xml" Id="R2b3188825eee4409"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6d97144d35a14819" /><Relationship Type="http://schemas.openxmlformats.org/officeDocument/2006/relationships/notesMaster" Target="/ppt/notesMasters/notesMaster1.xml" Id="R5c9e941391334ecd"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d7e8a8e06b094c21" /><Relationship Type="http://schemas.openxmlformats.org/officeDocument/2006/relationships/notesMaster" Target="/ppt/notesMasters/notesMaster1.xml" Id="R1fca13f9f53240a8"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ff7f3d254d9b4495" /><Relationship Type="http://schemas.openxmlformats.org/officeDocument/2006/relationships/notesMaster" Target="/ppt/notesMasters/notesMaster1.xml" Id="R66068829684744af"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a1b0315f058c40c9" /><Relationship Type="http://schemas.openxmlformats.org/officeDocument/2006/relationships/notesMaster" Target="/ppt/notesMasters/notesMaster1.xml" Id="R13b64c1c8eea4b4e"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cf06a4a671a143d3" /><Relationship Type="http://schemas.openxmlformats.org/officeDocument/2006/relationships/notesMaster" Target="/ppt/notesMasters/notesMaster1.xml" Id="Rafdb95de5eda4883"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e3a82d3c8b7b43f7" /><Relationship Type="http://schemas.openxmlformats.org/officeDocument/2006/relationships/notesMaster" Target="/ppt/notesMasters/notesMaster1.xml" Id="R1b4aaaf85ec0491a"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8aa95b1fb5f64a8e" /><Relationship Type="http://schemas.openxmlformats.org/officeDocument/2006/relationships/notesMaster" Target="/ppt/notesMasters/notesMaster1.xml" Id="R6d2e288f0e8f4625"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18b313cbb83c49e5" /><Relationship Type="http://schemas.openxmlformats.org/officeDocument/2006/relationships/notesMaster" Target="/ppt/notesMasters/notesMaster1.xml" Id="R6a62ad41eb3b4e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S04으로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S04에서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S04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질문이 커지면 Context를 모으는 일이 생긴다</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S05의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S05의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S05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`production/preview/full/S04.png` 또는 `production/preview/act0/S04.png`의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파일명을 주지 않으면 Agent는 어디부터 볼까?</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S06–S07에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S06–S07로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S06–S07에서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S05–S08–S09의 정적 발표다. S05에서는 좌측 실제 요청의 재구성, 우측 가상 GoogleTest UI의 경계, 세 관찰 대상을 설명하고 S06–S07로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S06/S06에4분씩 나뉘며 S08/S08은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S06–S07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S05 또는 `production/preview/act0/S05.png`. 이번 수정본과 PNG의 일치 여부는 제작 단계에서 확인한다. 화면 사용이 불가능하면 실제 요청의 조건과 세 관찰 항목을 말로 제시하고 S06–S07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Crop은 기대한 폭보다 한 열을 더 포함했다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S05에서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S07에서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S06 / production/preview/act0/S06.png.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테스트·명세·구현을 연결해 원인을 설명했다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S06의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S08로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S07 / production/preview/act0/S07.png.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S08 / production/preview/act0/S08.png.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S10로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S09 / production/preview/act0/S09.png.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Chatbot에 이 자료를 직접 전달한다면?</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S09의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S11에서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S09의 같은 다섯 자료 이름·색을 왼쪽에 유지하고 사람의 찾기/선택/전달을 거쳐 교육용 대화창으로 들어가는 흐름으로 보여준다. 누락된 자료를 도구 능력 부족으로 표현하지 않는다. 정적 경로 production/ACT_0.pptx의 S10 / production/preview/act0/S10.png. 실제 실행 Screenshot이나 새 Live 결과로 표시하지 않는다. S06/S06만 Demo 각4분이며 S08/S08은 Case, S10/S10은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Agent가 자료를 직접 찾아 연결했다</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S10의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S12의 기존 Codex 진입 안내를 연다. Task 의도와 접근의 차이는 S13에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S10와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S11 / production/preview/act0/S11.png. 실제 실행 Screenshot이나 새 Live 결과로 표시하지 않는다. S06/S06만 Demo 각4분이며 S08/S08은 Case, S10/S10은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작업은 Codex에서 시작한다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S05의 조사 태도를 회수한다. “들어가는 곳을 알았으니, 무엇을 볼 수 있고 누가 최종 결정할지 나눠 보겠습니다”라며 S13로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S13에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요청·S13 연결 15초다. 이 장의1분은 보존한다. 현재 ACT0 43분·전체406분·Lecture160분이며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production/preview/act0/S12.png 또는 production/preview/full/S12.png의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S13로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접근과 Task 의도는 별개다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S12은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S14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production/preview/act0/S13.png 및 production/preview/full/S13.png이며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S13에서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S16의 모호한 요청에 연결한다.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S16에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Prompt를 작업 명세로 만들기</a:t>
            </a:r>
          </a:p>
          <a:p xmlns:a="http://schemas.openxmlformats.org/drawingml/2006/main">
            <a:r>
              <a:t/>
            </a:r>
          </a:p>
          <a:p xmlns:a="http://schemas.openxmlformats.org/drawingml/2006/main">
            <a:r>
              <a:t>**Slide ID:**</a:t>
            </a:r>
          </a:p>
          <a:p xmlns:a="http://schemas.openxmlformats.org/drawingml/2006/main">
            <a:r>
              <a:t>S15</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S16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전체406분이다. 제목·부제만 안내하고1분에 S16로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production/preview/full/S15.png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Task에는 무엇이 아직 정해지지 않았을까?</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S14의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S17로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요청만으로는 의도가 보이지 않는다</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S18의 교육용 구체화 예시로 이동한다.</a:t>
            </a:r>
          </a:p>
          <a:p xmlns:a="http://schemas.openxmlformats.org/drawingml/2006/main">
            <a:r>
              <a:t/>
            </a:r>
          </a:p>
          <a:p xmlns:a="http://schemas.openxmlformats.org/drawingml/2006/main">
            <a:r>
              <a:t>Time Management: 원래 Case 4분을 S17 Case 2분 + 새 S18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원하는 작업 경로를 Prompt에 담는다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S19로 연결한다.</a:t>
            </a:r>
          </a:p>
          <a:p xmlns:a="http://schemas.openxmlformats.org/drawingml/2006/main">
            <a:r>
              <a:t/>
            </a:r>
          </a:p>
          <a:p xmlns:a="http://schemas.openxmlformats.org/drawingml/2006/main">
            <a:r>
              <a:t>Time Management: Case 2분. 다섯 줄 요청 45초, 목표 경로와 검증 경계 45초, 다음 질문 연결 30초. S17와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개발자가 정해야 하는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S20로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Task Specification의 다섯 책임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S19의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S21의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더 긴 Prompt보다 분명한 경계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S22의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요청한 과정은 기록에도 남았을까?</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S23로 이동한다. 05 확인·보고 결과는 S24에서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xmlns:a="http://schemas.openxmlformats.org/drawingml/2006/main">
            <a:r>
              <a:t/>
            </a:r>
          </a:p>
          <a:p xmlns:a="http://schemas.openxmlformats.org/drawingml/2006/main">
            <a:r>
              <a:t>Fallback: 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조사에서 한 줄 변경까지</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S06–S07의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S22의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S22의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S24로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변경 결과와 확인 증거</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S21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S25으로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S25으로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Generated ≠ Done</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S26의 승인된 ON-SCREEN SUPPORTING vector·GoogleTest 도식으로 완료 조건과 검사 범위를 연결한다. 주요 C++ 패턴 전이는 S72에서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S26의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Check마다 확인하는 범위</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S72에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S27로 이동한다. 기존 반복 Context 질문은 새8장 뒤의 S35–S36에서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지시와 참고 자료의 구분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입력과 기대 결과의 작은 예시</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바로 검토할 수 있는 결과 형식</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근거가 있는 설명과 미확인의 구분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결과를 바꾸는 결정에서 확인 질문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큰 작업을 검토할 결과물로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기준을 지정한 코드 리뷰 요청</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구체적인 근거로 수정 방향 피드백</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S27–S28의 반복 Context 질문으로 연결한다. 현재 기존 두 장은 S35–S36이다.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S27–S28의 반복 Context 질문으로 연결한다. 현재 기존 두 장은 S35–S36이다.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이번 Task인가, 계속 유지할 Project 정보인가?</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S36에서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S36으로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반복하는 설명을 두 범주로 나누기</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S38의 반복 Project Context 문제로 연결한다.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필요한 정보를 찾아 쓰게 하기</a:t>
            </a:r>
          </a:p>
          <a:p xmlns:a="http://schemas.openxmlformats.org/drawingml/2006/main">
            <a:r>
              <a:t/>
            </a:r>
          </a:p>
          <a:p xmlns:a="http://schemas.openxmlformats.org/drawingml/2006/main">
            <a:r>
              <a:t>**Slide ID:**</a:t>
            </a:r>
          </a:p>
          <a:p xmlns:a="http://schemas.openxmlformats.org/drawingml/2006/main">
            <a:r>
              <a:t>S37</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S38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전체406분이다. 제목·부제만 안내하고1분에 S38로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production/preview/full/S37.png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다른 Task에 같은 설명이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작은 Project Context의 첫 기록</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S40로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S39 및 `production/preview/act2/S39.png`에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S40 handoff. 명령어 옵션별 설명은 생략한다.</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AGENTS.md의 지침대로 검증했다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S41 연결. Demo4분·기존 Mode는 유지하며 실측 리허설은 UNVERIFIED다.</a:t>
            </a:r>
          </a:p>
          <a:p xmlns:a="http://schemas.openxmlformats.org/drawingml/2006/main">
            <a:r>
              <a:t/>
            </a:r>
          </a:p>
          <a:p xmlns:a="http://schemas.openxmlformats.org/drawingml/2006/main">
            <a:r>
              <a:t>Fallback: 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Prompt와 Project Context</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S38–S37.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정확한 정보도 계속 늘어난다</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S43의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정확하지만 이번 작업에는 불필요한 정보</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정보의 범위와 제공 시점</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S43/TRIAL-004의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S43 회수30초, 공통 안내1분, 요청별 상세1분, 재사용 절차1분, 경계·S45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많이 담아도 같은 근거를 똑같이 쓰는가?</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S46으로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AI가 필요한 코드를 찾았다는 것을 무엇으로 확인할까?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S45에서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S47의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S47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필요한 상세 정보로 가는 길</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AGENTS.md에는 무엇을 남길까?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S49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S49, 문서 접근의 관찰과 한계는 S51–S53에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정보를 지우지 않고 위치를 나누기</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두 Task가 무엇을 읽을까?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S51–S53.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S51–S53의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Crop Task에서 관찰한 접근</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의존성 질문은 설정과 소스로 답했다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S50의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S52; production/preview/act2/S52.png.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Task별 접근은 달랐지만 완벽하지는 않다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Context 정리에서 확인한 네 가지</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S54; production/preview/act2/S54.png.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S57으로 넘긴다.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S57에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S57에서 기록의 반복 구조를 확인한다.</a:t>
            </a:r>
          </a:p>
          <a:p xmlns:a="http://schemas.openxmlformats.org/drawingml/2006/main">
            <a:r>
              <a:t/>
            </a:r>
          </a:p>
          <a:p xmlns:a="http://schemas.openxmlformats.org/drawingml/2006/main">
            <a:r>
              <a:t>Audience Interaction: Q&amp;A6分은 팀에서 반복하는 작업 방법을 묻는다. S53의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S57으로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총96분, 전체406분이다.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S64에서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S65–S66로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a:t>
            </a:r>
          </a:p>
          <a:p xmlns:a="http://schemas.openxmlformats.org/drawingml/2006/main">
            <a:r>
              <a:t>“지침과 실제 작업 기록을 대응했습니다. 우리 절차도 Codex와 대화하며 Skill로 만들 수 있는지 짧게 보겠습니다.” S63 팁 뒤 S64에서 절차와 작업별 답의 경계를 회수한다.</a:t>
            </a:r>
          </a:p>
          <a:p xmlns:a="http://schemas.openxmlformats.org/drawingml/2006/main">
            <a:r>
              <a:t/>
            </a:r>
          </a:p>
          <a:p xmlns:a="http://schemas.openxmlformats.org/drawingml/2006/main">
            <a:r>
              <a:t>Time Management: Demo3분(본문 포함 회수0.5, 기준선0.75, 계획·diff0.75, 검증1) + Case3분(근거 구분·요청 책임1.5, 범위·S64 연결1.5). 지연 시 명령과 테스트 이름을 낭독하지 않고 행별 대응을 짚는다. 조건부 계획, 입력/수행 구분, 단독 효과 미입증은 생략하지 않는다. 6분에 S64으로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대화로 재사용할 Skill 만들기</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대화로 재사용할 Skill 만들기</a:t>
            </a:r>
          </a:p>
          <a:p xmlns:a="http://schemas.openxmlformats.org/drawingml/2006/main">
            <a:r>
              <a:t/>
            </a:r>
          </a:p>
          <a:p xmlns:a="http://schemas.openxmlformats.org/drawingml/2006/main">
            <a:r>
              <a:t>**ACT / Section:**</a:t>
            </a:r>
          </a:p>
          <a:p xmlns:a="http://schemas.openxmlformats.org/drawingml/2006/main">
            <a:r>
              <a:t>ACT 3 / 3C Reusable Skill</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Codex의 $skill-creator에 반복할 작업과 사용 조건을 대화로 설명해 Skill 초안을 만들 수 있다. 생성된 지침을 확인하고 대표 요청에 사용해 다듬는다.</a:t>
            </a:r>
          </a:p>
          <a:p xmlns:a="http://schemas.openxmlformats.org/drawingml/2006/main">
            <a:r>
              <a:t/>
            </a:r>
          </a:p>
          <a:p xmlns:a="http://schemas.openxmlformats.org/drawingml/2006/main">
            <a:r>
              <a:t>**Opening Question:**</a:t>
            </a:r>
          </a:p>
          <a:p xmlns:a="http://schemas.openxmlformats.org/drawingml/2006/main">
            <a:r>
              <a:t>“우리 작업 절차도 파일 문법부터 배우지 않고 Skill로 만들 수 있을까요?”</a:t>
            </a:r>
          </a:p>
          <a:p xmlns:a="http://schemas.openxmlformats.org/drawingml/2006/main">
            <a:r>
              <a:t/>
            </a:r>
          </a:p>
          <a:p xmlns:a="http://schemas.openxmlformats.org/drawingml/2006/main">
            <a:r>
              <a:t>**Speaker Flow:**</a:t>
            </a:r>
          </a:p>
          <a:p xmlns:a="http://schemas.openxmlformats.org/drawingml/2006/main">
            <a:r>
              <a:t>1. (0:00–0:30 / Lecture) 실제 지침/기록 대응을 본 S62에서 제작 방법이라는 짧은 실무 팁으로 전환한다. 새 Trial이나 기존 Skill 제작 과정을 재현하는 Demo가 아니다.</a:t>
            </a:r>
          </a:p>
          <a:p xmlns:a="http://schemas.openxmlformats.org/drawingml/2006/main">
            <a:r>
              <a:t>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xmlns:a="http://schemas.openxmlformats.org/drawingml/2006/main">
            <a:r>
              <a:t>3. (1:25–2:00 / Lecture) 오른쪽은 생성 문서의 역할을 보여주는 도식이다. 지침을 검토하고 대표 요청으로 시험해야 한다. 절차와 고정 답을 어떻게 나눌지는 S64의 기존 설명으로 회수한다.</a:t>
            </a:r>
          </a:p>
          <a:p xmlns:a="http://schemas.openxmlformats.org/drawingml/2006/main">
            <a:r>
              <a:t/>
            </a:r>
          </a:p>
          <a:p xmlns:a="http://schemas.openxmlformats.org/drawingml/2006/main">
            <a:r>
              <a:t>**Evidence / Source:**</a:t>
            </a:r>
          </a:p>
          <a:p xmlns:a="http://schemas.openxmlformats.org/drawingml/2006/main">
            <a:r>
              <a:t>SRC-0111 / CLM-0041; https://learn.chatgpt.com/docs/build-skills; 2026-10-25 재확인; DEC-0093. 명시 호출과 초안 제작 안내를 바탕으로 각색한 요청·문서 도식이다.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xmlns:a="http://schemas.openxmlformats.org/drawingml/2006/main">
            <a:r>
              <a:t/>
            </a:r>
          </a:p>
          <a:p xmlns:a="http://schemas.openxmlformats.org/drawingml/2006/main">
            <a:r>
              <a:t>**Beginner Explanation:**</a:t>
            </a:r>
          </a:p>
          <a:p xmlns:a="http://schemas.openxmlformats.org/drawingml/2006/main">
            <a:r>
              <a:t>Skill 파일의 문법부터 직접 외울 필요 없이 Codex에 원하는 작업 방법을 설명해 제작을 시작할 수 있다.</a:t>
            </a:r>
          </a:p>
          <a:p xmlns:a="http://schemas.openxmlformats.org/drawingml/2006/main">
            <a:r>
              <a:t/>
            </a:r>
          </a:p>
          <a:p xmlns:a="http://schemas.openxmlformats.org/drawingml/2006/main">
            <a:r>
              <a:t>**Advanced Insight:**</a:t>
            </a:r>
          </a:p>
          <a:p xmlns:a="http://schemas.openxmlformats.org/drawingml/2006/main">
            <a:r>
              <a:t>사용 조건·입출력·수행 방법의 범위를 좁히고 생성 지침의 검토와 대표 요청 평가를 구분한다. 좋은 실행 결과·정확성·효율을 자동 보장하지 않는다.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“만드는 시작은 대화로 할 수 있습니다. 그러면 이 Skill에는 어떤 절차를 고정하고 어떤 답을 남겨 둬야 할까요?” 기존 S63이 이동한 S64로 이어간다.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S63 / production/preview/full/S63.png.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절차는 재사용하고, 답은 근거로 정한다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1. (0:00–0:35) S63에서 대화로 Skill 초안을 만들 수 있음을 봤다. 이제 그 지침 안에서 다음 작업에도 유지할 수행 절차와 이번 Task의 근거로 결정할 답을 나눈다. 앞의 S62 실제 지침/기록 대응을 짧게 회수하되 제작 방법을 반복하지 않는다.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S65에서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S65/S61보다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S65 연결0.75. 지연 시 지침 원문과 세 질문을 전부 낭독하지 않는다. 허용된 보류와 실제 결과의 구분은 생략하지 않고3분에 S65으로 이동한다.</a:t>
            </a:r>
          </a:p>
          <a:p xmlns:a="http://schemas.openxmlformats.org/drawingml/2006/main">
            <a:r>
              <a:t/>
            </a:r>
          </a:p>
          <a:p xmlns:a="http://schemas.openxmlformats.org/drawingml/2006/main">
            <a:r>
              <a:t>Fallback: LOCAL STATIC ARTIFACT — production/ACT_3.pptx의 S64, production/preview/act3/S64.png 및 production/preview/full/S64.png.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밝기 통계 계산의 성능 개선 후보</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S66은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S65에는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S66의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선택한 변경의 시간·메모리·동작 확인</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S66, production/preview/act3/S66.png 및 production/preview/full/S66.png.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한 Agent 조사와 Subagent 역할 분리</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S66의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S69의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S69에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a:t>
            </a:r>
          </a:p>
          <a:p xmlns:a="http://schemas.openxmlformats.org/drawingml/2006/main">
            <a:r>
              <a:t>“독립 조사 역할을 나눌 수 있다면, 그 역할은 Codex에서 어떻게 만들어 다시 쓸까요?” S68 제작 팁을 거친 뒤 S69의 실제 밝기 통계 판단으로 돌아온다.</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S69으로 이동한다.</a:t>
            </a:r>
          </a:p>
          <a:p xmlns:a="http://schemas.openxmlformats.org/drawingml/2006/main">
            <a:r>
              <a:t/>
            </a:r>
          </a:p>
          <a:p xmlns:a="http://schemas.openxmlformats.org/drawingml/2006/main">
            <a:r>
              <a:t>Fallback: LOCAL STATIC ARTIFACT — production/ACT_3.pptx의 S67, production/preview/act3/S67.png 및 production/preview/full/S67.png.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대화로 조사 Agent 만들기</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대화로 조사 Agent 만들기</a:t>
            </a:r>
          </a:p>
          <a:p xmlns:a="http://schemas.openxmlformats.org/drawingml/2006/main">
            <a:r>
              <a:t/>
            </a:r>
          </a:p>
          <a:p xmlns:a="http://schemas.openxmlformats.org/drawingml/2006/main">
            <a:r>
              <a:t>**ACT / Section:**</a:t>
            </a:r>
          </a:p>
          <a:p xmlns:a="http://schemas.openxmlformats.org/drawingml/2006/main">
            <a:r>
              <a:t>ACT 3 / 3E Conditional Subagent Decision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Codex에 역할·사용 조건·보고 범위를 설명해 프로젝트용 Custom Agent TOML 작성을 요청할 수 있다. 파일의 역할 지침을 확인하고 다음 요청에서 그 이름의 Subagent로 조사를 명시한다.</a:t>
            </a:r>
          </a:p>
          <a:p xmlns:a="http://schemas.openxmlformats.org/drawingml/2006/main">
            <a:r>
              <a:t/>
            </a:r>
          </a:p>
          <a:p xmlns:a="http://schemas.openxmlformats.org/drawingml/2006/main">
            <a:r>
              <a:t>**Opening Question:**</a:t>
            </a:r>
          </a:p>
          <a:p xmlns:a="http://schemas.openxmlformats.org/drawingml/2006/main">
            <a:r>
              <a:t>“반복해서 맡기는 조사 역할을 Codex에서 어떻게 만들어 다시 쓸까요?”</a:t>
            </a:r>
          </a:p>
          <a:p xmlns:a="http://schemas.openxmlformats.org/drawingml/2006/main">
            <a:r>
              <a:t/>
            </a:r>
          </a:p>
          <a:p xmlns:a="http://schemas.openxmlformats.org/drawingml/2006/main">
            <a:r>
              <a:t>**Speaker Flow:**</a:t>
            </a:r>
          </a:p>
          <a:p xmlns:a="http://schemas.openxmlformats.org/drawingml/2006/main">
            <a:r>
              <a:t>1. (0:00–0:30 / Lecture) S67의 독립 조사 분담 가정에서 실제 Codex 활용 방법으로 잠시 전환한다. 일회성 분담은 요청만으로 시작할 수 있고 이 장은 같은 역할을 다시 쓰려는 Custom Agent 설정 예시임을 설명한다.</a:t>
            </a:r>
          </a:p>
          <a:p xmlns:a="http://schemas.openxmlformats.org/drawingml/2006/main">
            <a:r>
              <a:t>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xmlns:a="http://schemas.openxmlformats.org/drawingml/2006/main">
            <a:r>
              <a:t>3. (1:25–2:00 / Lecture) 하단 요청에서 이름과 Subagent 분담을 명시하고 주 Agent가 결과를 기다려 근거를 확인·종합한다. 권한은 부모 설정을 따르며 코드 수정 금지 지침 자체가 권한 격리는 아니다. 실제 실행은 하지 않고 S69의 왜 분담하지 않았는지로 돌아온다.</a:t>
            </a:r>
          </a:p>
          <a:p xmlns:a="http://schemas.openxmlformats.org/drawingml/2006/main">
            <a:r>
              <a:t/>
            </a:r>
          </a:p>
          <a:p xmlns:a="http://schemas.openxmlformats.org/drawingml/2006/main">
            <a:r>
              <a:t>**Evidence / Source:**</a:t>
            </a:r>
          </a:p>
          <a:p xmlns:a="http://schemas.openxmlformats.org/drawingml/2006/main">
            <a:r>
              <a:t>SRC-0112 / CLM-0042; https://learn.chatgpt.com/docs/agent-configuration/subagents; 2026-10-25 재확인; DEC-0093. 공식 Custom agents의 프로젝트 .codex/agents/*.toml 및 name/description/developer_instructions와 명시적 분담 요청을 바탕으로 각색했다.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xmlns:a="http://schemas.openxmlformats.org/drawingml/2006/main">
            <a:r>
              <a:t/>
            </a:r>
          </a:p>
          <a:p xmlns:a="http://schemas.openxmlformats.org/drawingml/2006/main">
            <a:r>
              <a:t>**Beginner Explanation:**</a:t>
            </a:r>
          </a:p>
          <a:p xmlns:a="http://schemas.openxmlformats.org/drawingml/2006/main">
            <a:r>
              <a:t>어떤 조사를 언제 맡기고 무엇을 받으려는지 Codex에 설명하면 재사용할 역할 설정부터 작성하도록 요청할 수 있다.</a:t>
            </a:r>
          </a:p>
          <a:p xmlns:a="http://schemas.openxmlformats.org/drawingml/2006/main">
            <a:r>
              <a:t/>
            </a:r>
          </a:p>
          <a:p xmlns:a="http://schemas.openxmlformats.org/drawingml/2006/main">
            <a:r>
              <a:t>**Advanced Insight:**</a:t>
            </a:r>
          </a:p>
          <a:p xmlns:a="http://schemas.openxmlformats.org/drawingml/2006/main">
            <a:r>
              <a:t>임시 분담과 재사용 가능한 역할 정의를 구분한다. 설정 파일의 필수 필드·역할 범위와 부모 권한의 상속, 주 Agent의 근거 검토·통합 책임을 분리한다.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“필요할 때 역할을 만들어 쓸 수 있습니다. 하지만 이 밝기 통계 작업에서도 나눌 필요가 있었을까요?” 이전 S67이 이동한 S69에서 실제 보류 판단을 회수한다.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S68 / production/preview/full/S68.png.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 작업을 나누지 않은 이유</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“S67의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S67에서는 성능·빌드·테스트 조사가 서로 기다리지 않아도 된다고 가정했다. 이제 S65/S61의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S65에서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S66에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S67의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S67의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Lecture1분(S67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S70로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이번 Context와 다시 쓸 지식</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S69에서는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S71에서는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S71에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S69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S71로 이동한다.</a:t>
            </a:r>
          </a:p>
          <a:p xmlns:a="http://schemas.openxmlformats.org/drawingml/2006/main">
            <a:r>
              <a:t/>
            </a:r>
          </a:p>
          <a:p xmlns:a="http://schemas.openxmlformats.org/drawingml/2006/main">
            <a:r>
              <a:t>Fallback: LOCAL STATIC ARTIFACT — production/ACT_3.pptx의 S70, production/preview/act3/S70.png 및 production/preview/full/S70.png.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Demo 지식의 원래 출처</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“S70의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S70의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S72으로 이동한다.</a:t>
            </a:r>
          </a:p>
          <a:p xmlns:a="http://schemas.openxmlformats.org/drawingml/2006/main">
            <a:r>
              <a:t/>
            </a:r>
          </a:p>
          <a:p xmlns:a="http://schemas.openxmlformats.org/drawingml/2006/main">
            <a:r>
              <a:t>Fallback: LOCAL STATIC ARTIFACT — production/ACT_3.pptx의 S71, production/preview/act3/S71.png 및 production/preview/full/S71.png.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밝기 통계 작업에 쓰인 구성의 역할</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“S71에서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S71의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S66처럼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S71의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S73에서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S61–S66의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S72, production/preview/act3/S72.png 및 production/preview/full/S72.png.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함께 작동하는 작업 환경, Harness</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“S72의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S72의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S74–S75를 연다. 제품이나 새 명령을 실행하지 않는다.</a:t>
            </a:r>
          </a:p>
          <a:p xmlns:a="http://schemas.openxmlformats.org/drawingml/2006/main">
            <a:r>
              <a:t>마지막 연결은 다음 프로젝트에서도 사용할 기반의 가치다. 실행 조건의 세부는 S76–S80에서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S72의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S74–S75은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S72/STATE-04-PERF의 AGENTS.md·docs·Skill·tests·benchmark와 기록된 입력/실행 조건을 같은 도식에 대응하는 CAPTURED 정적 요약이다. 실제 실행 캡처가 아니며 제품·Agent·benchmark·Demo repository를 실행하거나 새 Trial을 만들지 않는다. S72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만든 Harness를 다음 프로젝트의 기반으로</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S73의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S74 또는 production/preview/full/S74.png.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공통 기반에 프로젝트 기준을 연결한다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S76의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S75의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S08과 원기록에 유지하며 새 보정 시나리오의 원인으로 사용하지 않는다.</a:t>
            </a:r>
          </a:p>
          <a:p xmlns:a="http://schemas.openxmlformats.org/drawingml/2006/main">
            <a:r>
              <a:t/>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확인된 성공은 기록된 범위로 보존한다. 새 작업의 첫 결과 뒤에도 남은 문제가 있을 수 있다는 별도 가정으로 S77을 연다.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첫 결과 뒤에도, 확인할 일이 남는다면?</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첫 결과 뒤에도, 확인할 일이 남는다면?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**Opening Question:**</a:t>
            </a:r>
          </a:p>
          <a:p xmlns:a="http://schemas.openxmlformats.org/drawingml/2006/main">
            <a:r>
              <a:t>첫 결과 뒤에 무엇이 아직 남았는지는 누가 확인할까?</a:t>
            </a:r>
          </a:p>
          <a:p xmlns:a="http://schemas.openxmlformats.org/drawingml/2006/main">
            <a:r>
              <a:t/>
            </a:r>
          </a:p>
          <a:p xmlns:a="http://schemas.openxmlformats.org/drawingml/2006/main">
            <a:r>
              <a:t>**Speaker Flow:**</a:t>
            </a:r>
          </a:p>
          <a:p xmlns:a="http://schemas.openxmlformats.org/drawingml/2006/main">
            <a:r>
              <a:t>1. (0:00–1:00 / Lecture) 첫 결과가 나와도 완료 기준의 미충족 항목이 남을 수 있다는 가상 상황을 연다. 화면의 근거 등급을 짚고 실제 Trial의 반복 실패 기록과 구분한다.</a:t>
            </a:r>
          </a:p>
          <a:p xmlns:a="http://schemas.openxmlformats.org/drawingml/2006/main">
            <a:r>
              <a:t>2. (1:00–2:00 / Lecture) 첫 변경 결과를 사람이 검토하고 수정 요청으로 잇는 S78로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첫 변경 결과를 사람이 검토하고 수정 요청으로 잇는 S78로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S77; production/preview/act3/S77.png 및 production/preview/full/S77.png.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남은 문제를 다음 수정으로 이어주는 사람</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남은 문제를 다음 수정으로 이어주는 사람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**Opening Question:**</a:t>
            </a:r>
          </a:p>
          <a:p xmlns:a="http://schemas.openxmlformats.org/drawingml/2006/main">
            <a:r>
              <a:t>같은 목표인데 왜 다음 단계는 다시 요청해야 할까?</a:t>
            </a:r>
          </a:p>
          <a:p xmlns:a="http://schemas.openxmlformats.org/drawingml/2006/main">
            <a:r>
              <a:t/>
            </a:r>
          </a:p>
          <a:p xmlns:a="http://schemas.openxmlformats.org/drawingml/2006/main">
            <a:r>
              <a:t>**Speaker Flow:**</a:t>
            </a:r>
          </a:p>
          <a:p xmlns:a="http://schemas.openxmlformats.org/drawingml/2006/main">
            <a:r>
              <a:t>1. (0:00–1:00 / Lecture) 같은 목표 안에서 검토·수정·재확인을 사람이 매번 다시 요청하는 상황을 설명한다. 화면의 근거 등급을 짚고 실제 Trial의 반복 실패 기록과 구분한다.</a:t>
            </a:r>
          </a:p>
          <a:p xmlns:a="http://schemas.openxmlformats.org/drawingml/2006/main">
            <a:r>
              <a:t>2. (1:00–2:00 / Lecture) 이 연결에서 수행 방법과 다음 행동 판단을 구분하는 S79로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이 연결에서 수행 방법과 다음 행동 판단을 구분하는 S79로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S78; production/preview/act3/S78.png 및 production/preview/full/S78.png.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같은 목표의 수정과 검토가 끊기지 않게</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같은 목표의 수정과 검토가 끊기지 않게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**Opening Question:**</a:t>
            </a:r>
          </a:p>
          <a:p xmlns:a="http://schemas.openxmlformats.org/drawingml/2006/main">
            <a:r>
              <a:t>어떻게 일할지와 다음에 무엇을 고칠지는 같은 질문일까?</a:t>
            </a:r>
          </a:p>
          <a:p xmlns:a="http://schemas.openxmlformats.org/drawingml/2006/main">
            <a:r>
              <a:t/>
            </a:r>
          </a:p>
          <a:p xmlns:a="http://schemas.openxmlformats.org/drawingml/2006/main">
            <a:r>
              <a:t>**Speaker Flow:**</a:t>
            </a:r>
          </a:p>
          <a:p xmlns:a="http://schemas.openxmlformats.org/drawingml/2006/main">
            <a:r>
              <a:t>1. (0:00–1:00 / Lecture) Harness의 수행 방법·도구를 활용하며 검토 지적을 다음 수정으로 돌리는 제어가 필요하다. 화면의 근거 등급을 짚고 실제 Trial의 반복 실패 기록과 구분한다.</a:t>
            </a:r>
          </a:p>
          <a:p xmlns:a="http://schemas.openxmlformats.org/drawingml/2006/main">
            <a:r>
              <a:t>2. (1:00–2:00 / Lecture) 같은 목표의 다음 수정이 이어받을 상태를 S80에서 살펴본다.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같은 목표의 다음 수정이 이어받을 상태를 S80에서 살펴본다.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S79; production/preview/act3/S79.png 및 production/preview/full/S79.png.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다음 수정에 넘길 기록</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다음 수정에 넘길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**Opening Question:**</a:t>
            </a:r>
          </a:p>
          <a:p xmlns:a="http://schemas.openxmlformats.org/drawingml/2006/main">
            <a:r>
              <a:t>다음 수정이 무엇을 이어받아야 할까?</a:t>
            </a:r>
          </a:p>
          <a:p xmlns:a="http://schemas.openxmlformats.org/drawingml/2006/main">
            <a:r>
              <a:t/>
            </a:r>
          </a:p>
          <a:p xmlns:a="http://schemas.openxmlformats.org/drawingml/2006/main">
            <a:r>
              <a:t>**Speaker Flow:**</a:t>
            </a:r>
          </a:p>
          <a:p xmlns:a="http://schemas.openxmlformats.org/drawingml/2006/main">
            <a:r>
              <a:t>1. (0:00–1:00 / Lecture) 목표·완료 기준, 현재 변경·검사 기록, 남은 검토 지적을 다음 수정에 전달한다. 화면의 근거 등급을 짚고 실제 Trial의 반복 실패 기록과 구분한다.</a:t>
            </a:r>
          </a:p>
          <a:p xmlns:a="http://schemas.openxmlformats.org/drawingml/2006/main">
            <a:r>
              <a:t>2. (1:00–2:00 / Lecture) S81에서 내가 계속 이어 주는 다음 요청 하나를 떠올리게 한다.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S81에서 내가 계속 이어 주는 다음 요청 하나를 떠올리게 한다.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S80; production/preview/act3/S80.png 및 production/preview/full/S80.png.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내가 매번 이어 주는 다음 단계는 무엇일까?</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내가 매번 이어 주는 다음 단계는 무엇일까?</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3분 + Q&amp;A 5분 + Transition 2분</a:t>
            </a:r>
          </a:p>
          <a:p xmlns:a="http://schemas.openxmlformats.org/drawingml/2006/main">
            <a:r>
              <a:t/>
            </a:r>
          </a:p>
          <a:p xmlns:a="http://schemas.openxmlformats.org/drawingml/2006/main">
            <a:r>
              <a:t>**Primary Message:**</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**Opening Question:**</a:t>
            </a:r>
          </a:p>
          <a:p xmlns:a="http://schemas.openxmlformats.org/drawingml/2006/main">
            <a:r>
              <a:t>내가 매번 이어 주는 검토·수정·확인 요청은 무엇일까?</a:t>
            </a:r>
          </a:p>
          <a:p xmlns:a="http://schemas.openxmlformats.org/drawingml/2006/main">
            <a:r>
              <a:t/>
            </a:r>
          </a:p>
          <a:p xmlns:a="http://schemas.openxmlformats.org/drawingml/2006/main">
            <a:r>
              <a:t>**Speaker Flow:**</a:t>
            </a:r>
          </a:p>
          <a:p xmlns:a="http://schemas.openxmlformats.org/drawingml/2006/main">
            <a:r>
              <a:t>1. (0:00–3:00 / Reflection) 검토·수정·완료 중 내가 계속 이어 주는 요청 하나를 마음속으로 고른다. 기록·발표를 요구하지 않는다.</a:t>
            </a:r>
          </a:p>
          <a:p xmlns:a="http://schemas.openxmlformats.org/drawingml/2006/main">
            <a:r>
              <a:t>2. (3:00–8:00 / Q&amp;A) 질문을 받는다. 없으면 “검토가 끝난 뒤 다음 수정은 누가 이어 주나요?”를 사용한다. 완료 기준과 사람의 책임을 유지하고 제품 기능을 단정하지 않는다.</a:t>
            </a:r>
          </a:p>
          <a:p xmlns:a="http://schemas.openxmlformats.org/drawingml/2006/main">
            <a:r>
              <a:t>3. (8:00–10:00 / Transition) S82의 목표 기반 실행·검토 시스템 제목을 거쳐 S83의 사람의 연결 문제로 이어간다.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내가 매번 이어 주는 검토·수정·확인 요청은 무엇일까? 공유·기록·실습은 요구하지 않는다.</a:t>
            </a:r>
          </a:p>
          <a:p xmlns:a="http://schemas.openxmlformats.org/drawingml/2006/main">
            <a:r>
              <a:t/>
            </a:r>
          </a:p>
          <a:p xmlns:a="http://schemas.openxmlformats.org/drawingml/2006/main">
            <a:r>
              <a:t>**Transition:**</a:t>
            </a:r>
          </a:p>
          <a:p xmlns:a="http://schemas.openxmlformats.org/drawingml/2006/main">
            <a:r>
              <a:t>S82의 목표 기반 실행·검토 시스템 제목을 거쳐 S83의 사람의 연결 문제로 이어간다.</a:t>
            </a:r>
          </a:p>
          <a:p xmlns:a="http://schemas.openxmlformats.org/drawingml/2006/main">
            <a:r>
              <a:t/>
            </a:r>
          </a:p>
          <a:p xmlns:a="http://schemas.openxmlformats.org/drawingml/2006/main">
            <a:r>
              <a:t>**Time Management:**</a:t>
            </a:r>
          </a:p>
          <a:p xmlns:a="http://schemas.openxmlformats.org/drawingml/2006/main">
            <a:r>
              <a:t>Reflection 3분 + Q&amp;A 5분 + Transition 2분 = 10분.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S81; production/preview/act3/S81.png 및 production/preview/full/S81.png.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목표를 이룰 때까지 수정하고 검토하기</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목표를 이룰 때까지 수정하고 검토하기</a:t>
            </a:r>
          </a:p>
          <a:p xmlns:a="http://schemas.openxmlformats.org/drawingml/2006/main">
            <a:r>
              <a:t/>
            </a:r>
          </a:p>
          <a:p xmlns:a="http://schemas.openxmlformats.org/drawingml/2006/main">
            <a:r>
              <a:t>**ACT / Section:**</a:t>
            </a:r>
          </a:p>
          <a:p xmlns:a="http://schemas.openxmlformats.org/drawingml/2006/main">
            <a:r>
              <a:t>ACT 4 / 4R1 Goal-loop entry</a:t>
            </a:r>
          </a:p>
          <a:p xmlns:a="http://schemas.openxmlformats.org/drawingml/2006/main">
            <a:r>
              <a:t/>
            </a:r>
          </a:p>
          <a:p xmlns:a="http://schemas.openxmlformats.org/drawingml/2006/main">
            <a:r>
              <a:t>**Allocated Time:**</a:t>
            </a:r>
          </a:p>
          <a:p xmlns:a="http://schemas.openxmlformats.org/drawingml/2006/main">
            <a:r>
              <a:t>1 minutes</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Loop Engineering은 같은 목표의 구현·검토·수정을 피드백으로 연결하는 시스템 설계다.</a:t>
            </a:r>
          </a:p>
          <a:p xmlns:a="http://schemas.openxmlformats.org/drawingml/2006/main">
            <a:r>
              <a:t/>
            </a:r>
          </a:p>
          <a:p xmlns:a="http://schemas.openxmlformats.org/drawingml/2006/main">
            <a:r>
              <a:t>**Opening Question:**</a:t>
            </a:r>
          </a:p>
          <a:p xmlns:a="http://schemas.openxmlformats.org/drawingml/2006/main">
            <a:r>
              <a:t>다음 수정과 검토까지 작업 시스템이 이어가려면 무엇이 필요할까?</a:t>
            </a:r>
          </a:p>
          <a:p xmlns:a="http://schemas.openxmlformats.org/drawingml/2006/main">
            <a:r>
              <a:t/>
            </a:r>
          </a:p>
          <a:p xmlns:a="http://schemas.openxmlformats.org/drawingml/2006/main">
            <a:r>
              <a:t>**Speaker Flow:**</a:t>
            </a:r>
          </a:p>
          <a:p xmlns:a="http://schemas.openxmlformats.org/drawingml/2006/main">
            <a:r>
              <a:t>1. (0:00–1:00 / Transition) ACT3의 마지막 질문을 받아 제목과 부제만 안내한다. 목표·완료 기준이 반복을 이끈다는 관점을 예고하고 S83으로 넘긴다.</a:t>
            </a:r>
          </a:p>
          <a:p xmlns:a="http://schemas.openxmlformats.org/drawingml/2006/main">
            <a:r>
              <a:t/>
            </a:r>
          </a:p>
          <a:p xmlns:a="http://schemas.openxmlformats.org/drawingml/2006/main">
            <a:r>
              <a:t>**Evidence / Source:**</a:t>
            </a:r>
          </a:p>
          <a:p xmlns:a="http://schemas.openxmlformats.org/drawingml/2006/main">
            <a:r>
              <a:t>DEC-0097; BEAT-072;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Loop Engineering은 같은 목표의 구현·검토·수정을 피드백으로 연결하는 시스템 설계다.</a:t>
            </a:r>
          </a:p>
          <a:p xmlns:a="http://schemas.openxmlformats.org/drawingml/2006/main">
            <a:r>
              <a:t/>
            </a:r>
          </a:p>
          <a:p xmlns:a="http://schemas.openxmlformats.org/drawingml/2006/main">
            <a:r>
              <a:t>**Advanced Insight:**</a:t>
            </a:r>
          </a:p>
          <a:p xmlns:a="http://schemas.openxmlformats.org/drawingml/2006/main">
            <a:r>
              <a:t>이번 교육의 운영 정의다. 특정 제품의 기능명이나 보편 표준 분류로 주장하지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N/A — ACT 제목 안내.</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다음 수정도 사람이 매번 이어줘야 할까?의 질문으로 이어간다.</a:t>
            </a:r>
          </a:p>
          <a:p xmlns:a="http://schemas.openxmlformats.org/drawingml/2006/main">
            <a:r>
              <a:t/>
            </a:r>
          </a:p>
          <a:p xmlns:a="http://schemas.openxmlformats.org/drawingml/2006/main">
            <a:r>
              <a:t>**Time Management:**</a:t>
            </a:r>
          </a:p>
          <a:p xmlns:a="http://schemas.openxmlformats.org/drawingml/2006/main">
            <a:r>
              <a:t>Transition 1분 = 1분.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S82; production/preview/act4/S82.png 및 production/preview/full/S82.png.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다음 수정도 사람이 매번 이어줘야 할까?</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다음 수정도 사람이 매번 이어줘야 할까?</a:t>
            </a:r>
          </a:p>
          <a:p xmlns:a="http://schemas.openxmlformats.org/drawingml/2006/main">
            <a:r>
              <a:t/>
            </a:r>
          </a:p>
          <a:p xmlns:a="http://schemas.openxmlformats.org/drawingml/2006/main">
            <a:r>
              <a:t>**ACT / Section:**</a:t>
            </a:r>
          </a:p>
          <a:p xmlns:a="http://schemas.openxmlformats.org/drawingml/2006/main">
            <a:r>
              <a:t>ACT 4 / 4R1 Goal-loop entry</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한 목표를 마치는 동안 사람이 검토·수정·재확인의 다음 요청을 계속 연결하는 문제를 드러낸다.</a:t>
            </a:r>
          </a:p>
          <a:p xmlns:a="http://schemas.openxmlformats.org/drawingml/2006/main">
            <a:r>
              <a:t/>
            </a:r>
          </a:p>
          <a:p xmlns:a="http://schemas.openxmlformats.org/drawingml/2006/main">
            <a:r>
              <a:t>**Opening Question:**</a:t>
            </a:r>
          </a:p>
          <a:p xmlns:a="http://schemas.openxmlformats.org/drawingml/2006/main">
            <a:r>
              <a:t>작업 방법이 있어도 다음 단계는 매번 사람이 다시 요청해야 할까?</a:t>
            </a:r>
          </a:p>
          <a:p xmlns:a="http://schemas.openxmlformats.org/drawingml/2006/main">
            <a:r>
              <a:t/>
            </a:r>
          </a:p>
          <a:p xmlns:a="http://schemas.openxmlformats.org/drawingml/2006/main">
            <a:r>
              <a:t>**Speaker Flow:**</a:t>
            </a:r>
          </a:p>
          <a:p xmlns:a="http://schemas.openxmlformats.org/drawingml/2006/main">
            <a:r>
              <a:t>1. (0:00–2:00 / Lecture) S81의 질문을 회수한다. 앞 ACT의 Harness는 수행 방법과 도구를 제공한다. 이 장의 세 요청은 실제 Trial이 아닌 가상 상황이며 같은 목표 안의 연속 단계라고 설명한다.</a:t>
            </a:r>
          </a:p>
          <a:p xmlns:a="http://schemas.openxmlformats.org/drawingml/2006/main">
            <a:r>
              <a:t>2. (2:00–4:00 / Case) ACT3의 세 요청을 다시 나열하지 않고, 사람이 모아 전달하던 검토 의견이 다음 수정의 입력으로 들어가는 두 영역을 짚는다. 목표는 유지하고 남은 문제를 시스템 안에서 넘길 수 있겠다는 질문으로 S84의 완료 기준을 연다.</a:t>
            </a:r>
          </a:p>
          <a:p xmlns:a="http://schemas.openxmlformats.org/drawingml/2006/main">
            <a:r>
              <a:t/>
            </a:r>
          </a:p>
          <a:p xmlns:a="http://schemas.openxmlformats.org/drawingml/2006/main">
            <a:r>
              <a:t>**Evidence / Source:**</a:t>
            </a:r>
          </a:p>
          <a:p xmlns:a="http://schemas.openxmlformats.org/drawingml/2006/main">
            <a:r>
              <a:t>DEC-0097; BEAT-073;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한 목표를 마치는 동안 사람이 검토·수정·재확인의 다음 요청을 계속 연결하는 문제를 드러낸다.</a:t>
            </a:r>
          </a:p>
          <a:p xmlns:a="http://schemas.openxmlformats.org/drawingml/2006/main">
            <a:r>
              <a:t/>
            </a:r>
          </a:p>
          <a:p xmlns:a="http://schemas.openxmlformats.org/drawingml/2006/main">
            <a:r>
              <a:t>**Advanced Insight:**</a:t>
            </a:r>
          </a:p>
          <a:p xmlns:a="http://schemas.openxmlformats.org/drawingml/2006/main">
            <a:r>
              <a:t>Harness와 Loop를 배타적인 제품 단계로 구분하지 않는다. 여기서는 반복의 상태·피드백·다음 행동 제어라는 추가 설계 책임을 드러낸다.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먼저, 무엇이 되면 완료인지 정한다의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S83; production/preview/act4/S83.png 및 production/preview/full/S83.png.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먼저, 무엇이 되면 완료인지 정한다</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먼저, 무엇이 되면 완료인지 정한다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밝기 통계의 출력·동작, 임시 할당, 실행시간 조건을 처음부터 완료 기준으로 두고 반복 중 유지한다.</a:t>
            </a:r>
          </a:p>
          <a:p xmlns:a="http://schemas.openxmlformats.org/drawingml/2006/main">
            <a:r>
              <a:t/>
            </a:r>
          </a:p>
          <a:p xmlns:a="http://schemas.openxmlformats.org/drawingml/2006/main">
            <a:r>
              <a:t>**Opening Question:**</a:t>
            </a:r>
          </a:p>
          <a:p xmlns:a="http://schemas.openxmlformats.org/drawingml/2006/main">
            <a:r>
              <a:t>이 최적화 작업은 무엇을 확인하면 완료라고 할 수 있을까?</a:t>
            </a:r>
          </a:p>
          <a:p xmlns:a="http://schemas.openxmlformats.org/drawingml/2006/main">
            <a:r>
              <a:t/>
            </a:r>
          </a:p>
          <a:p xmlns:a="http://schemas.openxmlformats.org/drawingml/2006/main">
            <a:r>
              <a:t>**Speaker Flow:**</a:t>
            </a:r>
          </a:p>
          <a:p xmlns:a="http://schemas.openxmlformats.org/drawingml/2006/main">
            <a:r>
              <a:t>1. (0:00–2:00 / Lecture) 별도 교육용 최적화 상황임을 먼저 밝힌다. 실제 명세의 여섯 출력은 width, height, pixel_count, minimum, maximum, mean이다. 기능 보존과 자원 조건을 함께 제시한다.</a:t>
            </a:r>
          </a:p>
          <a:p xmlns:a="http://schemas.openxmlformats.org/drawingml/2006/main">
            <a:r>
              <a:t>2. (2:00–4:00 / Case) 반복할 때에도 같은 입력·환경·측정 기준을 사용한다. 수치·대표 입력은 실행 전에 확정해야 하며 현재 TBD다. 과거 측정값을 새 완료 기준이나 새 결과로 가져오지 않는다.</a:t>
            </a:r>
          </a:p>
          <a:p xmlns:a="http://schemas.openxmlformats.org/drawingml/2006/main">
            <a:r>
              <a:t/>
            </a:r>
          </a:p>
          <a:p xmlns:a="http://schemas.openxmlformats.org/drawingml/2006/main">
            <a:r>
              <a:t>**Evidence / Source:**</a:t>
            </a:r>
          </a:p>
          <a:p xmlns:a="http://schemas.openxmlformats.org/drawingml/2006/main">
            <a:r>
              <a:t>DEC-0097; BEAT-074; CASE-LOOP-01; existing six-field specification in DEMO_MATRIX.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밝기 통계의 출력·동작, 임시 할당, 실행시간 조건을 처음부터 완료 기준으로 두고 반복 중 유지한다.</a:t>
            </a:r>
          </a:p>
          <a:p xmlns:a="http://schemas.openxmlformats.org/drawingml/2006/main">
            <a:r>
              <a:t/>
            </a:r>
          </a:p>
          <a:p xmlns:a="http://schemas.openxmlformats.org/drawingml/2006/main">
            <a:r>
              <a:t>**Advanced Insight:**</a:t>
            </a:r>
          </a:p>
          <a:p xmlns:a="http://schemas.openxmlformats.org/drawingml/2006/main">
            <a:r>
              <a:t>모델의 판단에 따라 목표나 테스트 기대값을 낮추지 않는다. 요구 변경이 필요하면 사람이 명시적으로 승인한다.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모델 A가 첫 변경 후보를 만든다의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S84; production/preview/act4/S84.png 및 production/preview/full/S84.png.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모델 A가 첫 변경 후보를 만든다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모델 A가 첫 변경 후보를 만든다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첫 구현은 검토할 후보이며 완료가 아니다. 가상 v1은 전체 값 복사가 남아 있는 계산 방식이다.</a:t>
            </a:r>
          </a:p>
          <a:p xmlns:a="http://schemas.openxmlformats.org/drawingml/2006/main">
            <a:r>
              <a:t/>
            </a:r>
          </a:p>
          <a:p xmlns:a="http://schemas.openxmlformats.org/drawingml/2006/main">
            <a:r>
              <a:t>**Opening Question:**</a:t>
            </a:r>
          </a:p>
          <a:p xmlns:a="http://schemas.openxmlformats.org/drawingml/2006/main">
            <a:r>
              <a:t>코드 초안이 나왔다는 사실만으로 할당량 목표를 이뤘다고 할 수 있을까?</a:t>
            </a:r>
          </a:p>
          <a:p xmlns:a="http://schemas.openxmlformats.org/drawingml/2006/main">
            <a:r>
              <a:t/>
            </a:r>
          </a:p>
          <a:p xmlns:a="http://schemas.openxmlformats.org/drawingml/2006/main">
            <a:r>
              <a:t>**Speaker Flow:**</a:t>
            </a:r>
          </a:p>
          <a:p xmlns:a="http://schemas.openxmlformats.org/drawingml/2006/main">
            <a:r>
              <a:t>1. (0:00–1:00 / Case) 고정된 목표 띠를 다시 짚고 모델 A가 첫 후보를 만드는 단계임을 보인다. 실제 STATE-04-PERF 이후의 회귀나 새 코드 실행이 아니다.</a:t>
            </a:r>
          </a:p>
          <a:p xmlns:a="http://schemas.openxmlformats.org/drawingml/2006/main">
            <a:r>
              <a:t>2. (1:00–3:00 / Case) 가정한 v1의 전체 값 복사를 짚는다. 통계 결과가 맞아 보이는 것과 임시 할당 감소를 확인하는 것은 별개다. 실제 메모리·시간 수치를 표시하지 않는다.</a:t>
            </a:r>
          </a:p>
          <a:p xmlns:a="http://schemas.openxmlformats.org/drawingml/2006/main">
            <a:r>
              <a:t>3. (3:00–4:00 / Case) 후보가 나온 시점에서 확인할 자료가 필요하다고 닫는다. 다음 장은 검사할 항목이며 실제 PASS/FAIL을 보여주는 장이 아니다.</a:t>
            </a:r>
          </a:p>
          <a:p xmlns:a="http://schemas.openxmlformats.org/drawingml/2006/main">
            <a:r>
              <a:t/>
            </a:r>
          </a:p>
          <a:p xmlns:a="http://schemas.openxmlformats.org/drawingml/2006/main">
            <a:r>
              <a:t>**Evidence / Source:**</a:t>
            </a:r>
          </a:p>
          <a:p xmlns:a="http://schemas.openxmlformats.org/drawingml/2006/main">
            <a:r>
              <a:t>DEC-0097; BEAT-075;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첫 구현은 검토할 후보이며 완료가 아니다. 가상 v1은 전체 값 복사가 남아 있는 계산 방식이다.</a:t>
            </a:r>
          </a:p>
          <a:p xmlns:a="http://schemas.openxmlformats.org/drawingml/2006/main">
            <a:r>
              <a:t/>
            </a:r>
          </a:p>
          <a:p xmlns:a="http://schemas.openxmlformats.org/drawingml/2006/main">
            <a:r>
              <a:t>**Advanced Insight:**</a:t>
            </a:r>
          </a:p>
          <a:p xmlns:a="http://schemas.openxmlformats.org/drawingml/2006/main">
            <a:r>
              <a:t>후보 생성·실제 동작·자원 측정을 서로 다른 사건으로 구분한다.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실제 동작과 비용은 도구로 확인한다의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S85; production/preview/act4/S85.png 및 production/preview/full/S85.png.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실제 동작과 비용은 도구로 확인한다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실제 동작과 비용은 도구로 확인한다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2분 + Case 3분</a:t>
            </a:r>
          </a:p>
          <a:p xmlns:a="http://schemas.openxmlformats.org/drawingml/2006/main">
            <a:r>
              <a:t/>
            </a:r>
          </a:p>
          <a:p xmlns:a="http://schemas.openxmlformats.org/drawingml/2006/main">
            <a:r>
              <a:t>**Primary Message:**</a:t>
            </a:r>
          </a:p>
          <a:p xmlns:a="http://schemas.openxmlformats.org/drawingml/2006/main">
            <a:r>
              <a:t>모델의 설명을 실제 검사·측정 기록으로 대조하도록 검증을 설계한다.</a:t>
            </a:r>
          </a:p>
          <a:p xmlns:a="http://schemas.openxmlformats.org/drawingml/2006/main">
            <a:r>
              <a:t/>
            </a:r>
          </a:p>
          <a:p xmlns:a="http://schemas.openxmlformats.org/drawingml/2006/main">
            <a:r>
              <a:t>**Opening Question:**</a:t>
            </a:r>
          </a:p>
          <a:p xmlns:a="http://schemas.openxmlformats.org/drawingml/2006/main">
            <a:r>
              <a:t>완료 기준의 각 항목을 어떤 자료로 확인해야 할까?</a:t>
            </a:r>
          </a:p>
          <a:p xmlns:a="http://schemas.openxmlformats.org/drawingml/2006/main">
            <a:r>
              <a:t/>
            </a:r>
          </a:p>
          <a:p xmlns:a="http://schemas.openxmlformats.org/drawingml/2006/main">
            <a:r>
              <a:t>**Speaker Flow:**</a:t>
            </a:r>
          </a:p>
          <a:p xmlns:a="http://schemas.openxmlformats.org/drawingml/2006/main">
            <a:r>
              <a:t>1. (0:00–2:00 / Lecture) 출력과 동작은 명세를 확인하는 테스트, 할당량은 대표 입력의 측정, 시간은 같은 환경에서의 반복 측정으로 확인한다고 연결한다.</a:t>
            </a:r>
          </a:p>
          <a:p xmlns:a="http://schemas.openxmlformats.org/drawingml/2006/main">
            <a:r>
              <a:t>2. (2:00–5:00 / Case) 검사를 계획했다는 것과 실행 결과를 얻었다는 것을 구분한다. 이 장에는 실행 결과가 없다. 실제 운영에서는 입력·환경·명령·결과·미확인을 검토 모델에게 함께 넘긴다.</a:t>
            </a:r>
          </a:p>
          <a:p xmlns:a="http://schemas.openxmlformats.org/drawingml/2006/main">
            <a:r>
              <a:t/>
            </a:r>
          </a:p>
          <a:p xmlns:a="http://schemas.openxmlformats.org/drawingml/2006/main">
            <a:r>
              <a:t>**Evidence / Source:**</a:t>
            </a:r>
          </a:p>
          <a:p xmlns:a="http://schemas.openxmlformats.org/drawingml/2006/main">
            <a:r>
              <a:t>DEC-0097; BEAT-075;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모델의 설명을 실제 검사·측정 기록으로 대조하도록 검증을 설계한다.</a:t>
            </a:r>
          </a:p>
          <a:p xmlns:a="http://schemas.openxmlformats.org/drawingml/2006/main">
            <a:r>
              <a:t/>
            </a:r>
          </a:p>
          <a:p xmlns:a="http://schemas.openxmlformats.org/drawingml/2006/main">
            <a:r>
              <a:t>**Advanced Insight:**</a:t>
            </a:r>
          </a:p>
          <a:p xmlns:a="http://schemas.openxmlformats.org/drawingml/2006/main">
            <a:r>
              <a:t>테스트 통과도 확인한 범위의 근거다. 모든 결함 부재나 숨은 요구 충족을 보장하지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모델 B는 무엇을 근거로 검토할까?의 질문으로 이어간다.</a:t>
            </a:r>
          </a:p>
          <a:p xmlns:a="http://schemas.openxmlformats.org/drawingml/2006/main">
            <a:r>
              <a:t/>
            </a:r>
          </a:p>
          <a:p xmlns:a="http://schemas.openxmlformats.org/drawingml/2006/main">
            <a:r>
              <a:t>**Time Management:**</a:t>
            </a:r>
          </a:p>
          <a:p xmlns:a="http://schemas.openxmlformats.org/drawingml/2006/main">
            <a:r>
              <a:t>Lecture 2분 + Case 3분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S86; production/preview/act4/S86.png 및 production/preview/full/S86.png.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모델 B는 무엇을 근거로 검토할까?</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모델 B는 무엇을 근거로 검토할까?</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5분</a:t>
            </a:r>
          </a:p>
          <a:p xmlns:a="http://schemas.openxmlformats.org/drawingml/2006/main">
            <a:r>
              <a:t/>
            </a:r>
          </a:p>
          <a:p xmlns:a="http://schemas.openxmlformats.org/drawingml/2006/main">
            <a:r>
              <a:t>**Primary Message:**</a:t>
            </a:r>
          </a:p>
          <a:p xmlns:a="http://schemas.openxmlformats.org/drawingml/2006/main">
            <a:r>
              <a:t>다른 모델 B는 목표·명세·diff·검사 기록을 근거로 구체적인 검토 지적을 만든다.</a:t>
            </a:r>
          </a:p>
          <a:p xmlns:a="http://schemas.openxmlformats.org/drawingml/2006/main">
            <a:r>
              <a:t/>
            </a:r>
          </a:p>
          <a:p xmlns:a="http://schemas.openxmlformats.org/drawingml/2006/main">
            <a:r>
              <a:t>**Opening Question:**</a:t>
            </a:r>
          </a:p>
          <a:p xmlns:a="http://schemas.openxmlformats.org/drawingml/2006/main">
            <a:r>
              <a:t>잘 검토해 달라는 말에 무엇을 함께 전달해야 할까?</a:t>
            </a:r>
          </a:p>
          <a:p xmlns:a="http://schemas.openxmlformats.org/drawingml/2006/main">
            <a:r>
              <a:t/>
            </a:r>
          </a:p>
          <a:p xmlns:a="http://schemas.openxmlformats.org/drawingml/2006/main">
            <a:r>
              <a:t>**Speaker Flow:**</a:t>
            </a:r>
          </a:p>
          <a:p xmlns:a="http://schemas.openxmlformats.org/drawingml/2006/main">
            <a:r>
              <a:t>1. (0:00–2:00 / Case) 왼쪽의 명세·완료 기준, 후보 변경, 검사 기록을 짚는다. 모델 A가 잘 됐다고 요약한 말만 넘기는 대신 검토 가능한 원자료를 제공한다.</a:t>
            </a:r>
          </a:p>
          <a:p xmlns:a="http://schemas.openxmlformats.org/drawingml/2006/main">
            <a:r>
              <a:t>2. (2:00–4:00 / Case) 가상 v1에서 임시 목록이 남았다는 지적과 대표 입력의 확인 자료가 없다는 지적을 구분한다. 두 번째는 동작 실패가 관찰됐다는 뜻이 아니다.</a:t>
            </a:r>
          </a:p>
          <a:p xmlns:a="http://schemas.openxmlformats.org/drawingml/2006/main">
            <a:r>
              <a:t>3. (4:00–5:00 / Case) 검토 결과에는 파일·위치, 위반 기준, 근거와 다음에 확인할 것을 담는다. 모델 B는 다른 모델 역할의 설계이며 실제 조합이나 실행 기록은 아직 없다.</a:t>
            </a:r>
          </a:p>
          <a:p xmlns:a="http://schemas.openxmlformats.org/drawingml/2006/main">
            <a:r>
              <a:t/>
            </a:r>
          </a:p>
          <a:p xmlns:a="http://schemas.openxmlformats.org/drawingml/2006/main">
            <a:r>
              <a:t>**Evidence / Source:**</a:t>
            </a:r>
          </a:p>
          <a:p xmlns:a="http://schemas.openxmlformats.org/drawingml/2006/main">
            <a:r>
              <a:t>DEC-0097; BEAT-076;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다른 모델 B는 목표·명세·diff·검사 기록을 근거로 구체적인 검토 지적을 만든다.</a:t>
            </a:r>
          </a:p>
          <a:p xmlns:a="http://schemas.openxmlformats.org/drawingml/2006/main">
            <a:r>
              <a:t/>
            </a:r>
          </a:p>
          <a:p xmlns:a="http://schemas.openxmlformats.org/drawingml/2006/main">
            <a:r>
              <a:t>**Advanced Insight:**</a:t>
            </a:r>
          </a:p>
          <a:p xmlns:a="http://schemas.openxmlformats.org/drawingml/2006/main">
            <a:r>
              <a:t>검토자는 구현 모델의 결론을 반복하는 대신 명세와 변경·검사 기록을 독립적으로 대조하도록 설계한다.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지적이 다음 수정으로 이어진다의 질문으로 이어간다.</a:t>
            </a:r>
          </a:p>
          <a:p xmlns:a="http://schemas.openxmlformats.org/drawingml/2006/main">
            <a:r>
              <a:t/>
            </a:r>
          </a:p>
          <a:p xmlns:a="http://schemas.openxmlformats.org/drawingml/2006/main">
            <a:r>
              <a:t>**Time Management:**</a:t>
            </a:r>
          </a:p>
          <a:p xmlns:a="http://schemas.openxmlformats.org/drawingml/2006/main">
            <a:r>
              <a:t>Case 5분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S87; production/preview/act4/S87.png 및 production/preview/full/S87.png.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지적이 다음 수정으로 이어진다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지적이 다음 수정으로 이어진다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검토 지적의 번호를 유지해 다음 변경 후보가 무엇을 고치는지 연결한다.</a:t>
            </a:r>
          </a:p>
          <a:p xmlns:a="http://schemas.openxmlformats.org/drawingml/2006/main">
            <a:r>
              <a:t/>
            </a:r>
          </a:p>
          <a:p xmlns:a="http://schemas.openxmlformats.org/drawingml/2006/main">
            <a:r>
              <a:t>**Opening Question:**</a:t>
            </a:r>
          </a:p>
          <a:p xmlns:a="http://schemas.openxmlformats.org/drawingml/2006/main">
            <a:r>
              <a:t>검토에서 찾은 문제는 다음 변경의 어느 부분으로 이어졌을까?</a:t>
            </a:r>
          </a:p>
          <a:p xmlns:a="http://schemas.openxmlformats.org/drawingml/2006/main">
            <a:r>
              <a:t/>
            </a:r>
          </a:p>
          <a:p xmlns:a="http://schemas.openxmlformats.org/drawingml/2006/main">
            <a:r>
              <a:t>**Speaker Flow:**</a:t>
            </a:r>
          </a:p>
          <a:p xmlns:a="http://schemas.openxmlformats.org/drawingml/2006/main">
            <a:r>
              <a:t>1. (0:00–1:00 / Case) 앞 장의 지적 ①과 ②를 같은 번호로 이어 받는다. 새 목표를 추가하는 장이 아니다.</a:t>
            </a:r>
          </a:p>
          <a:p xmlns:a="http://schemas.openxmlformats.org/drawingml/2006/main">
            <a:r>
              <a:t>2. (1:00–3:00 / Case) ① 전체 값 복사 제거, ② 같은 결과 검사 추가라는 후보 변경을 각각 연결한다. 실행하지 않은 수정·테스트를 실제 이력으로 말하지 않는다.</a:t>
            </a:r>
          </a:p>
          <a:p xmlns:a="http://schemas.openxmlformats.org/drawingml/2006/main">
            <a:r>
              <a:t>3. (3:00–4:00 / Case) 지적은 검증 후 수용·기각할 수 있다. 지금 그림은 지적이 타당하다고 가정한 설계이며 수정 후에는 같은 기준으로 다시 확인해야 한다고 넘긴다.</a:t>
            </a:r>
          </a:p>
          <a:p xmlns:a="http://schemas.openxmlformats.org/drawingml/2006/main">
            <a:r>
              <a:t/>
            </a:r>
          </a:p>
          <a:p xmlns:a="http://schemas.openxmlformats.org/drawingml/2006/main">
            <a:r>
              <a:t>**Evidence / Source:**</a:t>
            </a:r>
          </a:p>
          <a:p xmlns:a="http://schemas.openxmlformats.org/drawingml/2006/main">
            <a:r>
              <a:t>DEC-0097; BEAT-077;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검토 지적의 번호를 유지해 다음 변경 후보가 무엇을 고치는지 연결한다.</a:t>
            </a:r>
          </a:p>
          <a:p xmlns:a="http://schemas.openxmlformats.org/drawingml/2006/main">
            <a:r>
              <a:t/>
            </a:r>
          </a:p>
          <a:p xmlns:a="http://schemas.openxmlformats.org/drawingml/2006/main">
            <a:r>
              <a:t>**Advanced Insight:**</a:t>
            </a:r>
          </a:p>
          <a:p xmlns:a="http://schemas.openxmlformats.org/drawingml/2006/main">
            <a:r>
              <a:t>각 변경의 이유와 검토 항목을 연결하면 다음 검토자가 해결·미해결 여부를 추적할 수 있다.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고쳤다면, 같은 기준으로 다시 본다의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S88; production/preview/act4/S88.png 및 production/preview/full/S88.png.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고쳤다면, 같은 기준으로 다시 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고쳤다면, 같은 기준으로 다시 본다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후보 v2를 같은 기준으로 재검증·재검토하고 남은 지적은 다음 수정으로 되돌린다.</a:t>
            </a:r>
          </a:p>
          <a:p xmlns:a="http://schemas.openxmlformats.org/drawingml/2006/main">
            <a:r>
              <a:t/>
            </a:r>
          </a:p>
          <a:p xmlns:a="http://schemas.openxmlformats.org/drawingml/2006/main">
            <a:r>
              <a:t>**Opening Question:**</a:t>
            </a:r>
          </a:p>
          <a:p xmlns:a="http://schemas.openxmlformats.org/drawingml/2006/main">
            <a:r>
              <a:t>지적한 부분을 고쳤다면 바로 끝내도 될까?</a:t>
            </a:r>
          </a:p>
          <a:p xmlns:a="http://schemas.openxmlformats.org/drawingml/2006/main">
            <a:r>
              <a:t/>
            </a:r>
          </a:p>
          <a:p xmlns:a="http://schemas.openxmlformats.org/drawingml/2006/main">
            <a:r>
              <a:t>**Speaker Flow:**</a:t>
            </a:r>
          </a:p>
          <a:p xmlns:a="http://schemas.openxmlformats.org/drawingml/2006/main">
            <a:r>
              <a:t>1. (0:00–2:00 / Case) 후보 v2와 갱신된 기록을 같은 목표 띠 아래에서 보여준다. 출력·할당량·시간 조건을 다시 대조하며 기존 동작의 회귀도 확인한다.</a:t>
            </a:r>
          </a:p>
          <a:p xmlns:a="http://schemas.openxmlformats.org/drawingml/2006/main">
            <a:r>
              <a:t>2. (2:00–3:00 / Case) 조건을 충족했다는 근거가 있으면 완료 판단으로, 남은 문제가 있으면 다음 후보로 이어지는 분기를 짚는다. 실제 v2 성공·v3 실행은 관찰하지 않았다.</a:t>
            </a:r>
          </a:p>
          <a:p xmlns:a="http://schemas.openxmlformats.org/drawingml/2006/main">
            <a:r>
              <a:t>3. (3:00–4:00 / Case) 완료 기준을 낮춰서 끝내지 않는다고 회수한다. 지금까지 단계별로 본 연결을 다음 장에서 하나의 루프로 묶는다.</a:t>
            </a:r>
          </a:p>
          <a:p xmlns:a="http://schemas.openxmlformats.org/drawingml/2006/main">
            <a:r>
              <a:t/>
            </a:r>
          </a:p>
          <a:p xmlns:a="http://schemas.openxmlformats.org/drawingml/2006/main">
            <a:r>
              <a:t>**Evidence / Source:**</a:t>
            </a:r>
          </a:p>
          <a:p xmlns:a="http://schemas.openxmlformats.org/drawingml/2006/main">
            <a:r>
              <a:t>DEC-0097; BEAT-078;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후보 v2를 같은 기준으로 재검증·재검토하고 남은 지적은 다음 수정으로 되돌린다.</a:t>
            </a:r>
          </a:p>
          <a:p xmlns:a="http://schemas.openxmlformats.org/drawingml/2006/main">
            <a:r>
              <a:t/>
            </a:r>
          </a:p>
          <a:p xmlns:a="http://schemas.openxmlformats.org/drawingml/2006/main">
            <a:r>
              <a:t>**Advanced Insight:**</a:t>
            </a:r>
          </a:p>
          <a:p xmlns:a="http://schemas.openxmlformats.org/drawingml/2006/main">
            <a:r>
              <a:t>새 수정이 이전의 유효한 동작을 깨뜨릴 수 있다. 확인된 후보와 시도 이력을 남겨 되돌릴 수 있도록 설계한다.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같은 목표의 구현·검토 루프의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S89; production/preview/act4/S89.png 및 production/preview/full/S89.png.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같은 목표의 구현·검토 루프</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같은 목표의 구현·검토 루프</a:t>
            </a:r>
          </a:p>
          <a:p xmlns:a="http://schemas.openxmlformats.org/drawingml/2006/main">
            <a:r>
              <a:t/>
            </a:r>
          </a:p>
          <a:p xmlns:a="http://schemas.openxmlformats.org/drawingml/2006/main">
            <a:r>
              <a:t>**ACT / Section:**</a:t>
            </a:r>
          </a:p>
          <a:p xmlns:a="http://schemas.openxmlformats.org/drawingml/2006/main">
            <a:r>
              <a:t>ACT 4 / 4R3 Feedback and control</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Case 2분</a:t>
            </a:r>
          </a:p>
          <a:p xmlns:a="http://schemas.openxmlformats.org/drawingml/2006/main">
            <a:r>
              <a:t/>
            </a:r>
          </a:p>
          <a:p xmlns:a="http://schemas.openxmlformats.org/drawingml/2006/main">
            <a:r>
              <a:t>**Primary Message:**</a:t>
            </a:r>
          </a:p>
          <a:p xmlns:a="http://schemas.openxmlformats.org/drawingml/2006/main">
            <a:r>
              <a:t>목표·완료 기준 아래 구현, 도구 근거, 다른 모델의 검토와 다음 수정 판단을 하나의 닫힌 경로로 설계한다.</a:t>
            </a:r>
          </a:p>
          <a:p xmlns:a="http://schemas.openxmlformats.org/drawingml/2006/main">
            <a:r>
              <a:t/>
            </a:r>
          </a:p>
          <a:p xmlns:a="http://schemas.openxmlformats.org/drawingml/2006/main">
            <a:r>
              <a:t>**Opening Question:**</a:t>
            </a:r>
          </a:p>
          <a:p xmlns:a="http://schemas.openxmlformats.org/drawingml/2006/main">
            <a:r>
              <a:t>지금 본 여러 단계가 어떻게 하나의 시스템으로 연결될까?</a:t>
            </a:r>
          </a:p>
          <a:p xmlns:a="http://schemas.openxmlformats.org/drawingml/2006/main">
            <a:r>
              <a:t/>
            </a:r>
          </a:p>
          <a:p xmlns:a="http://schemas.openxmlformats.org/drawingml/2006/main">
            <a:r>
              <a:t>**Speaker Flow:**</a:t>
            </a:r>
          </a:p>
          <a:p xmlns:a="http://schemas.openxmlformats.org/drawingml/2006/main">
            <a:r>
              <a:t>1. (0:00–3:00 / Lecture) 위쪽의 구현·검사·검토를 따라간 뒤 아래쪽의 판단·피드백을 통해 같은 목표의 구현으로 돌아간다. Loop는 Harness의 방법·도구를 활용하며 가중치를 학습한다는 뜻이 아니다.</a:t>
            </a:r>
          </a:p>
          <a:p xmlns:a="http://schemas.openxmlformats.org/drawingml/2006/main">
            <a:r>
              <a:t>2. (3:00–5:00 / Case) 앞의 지적 ①을 한 번만 전체 경로에 대응시킨다. 도구와 모델 검토의 선후·병렬 여부는 작업 의존관계에 따라 정하며 이 그림은 성능·병렬 실행의 실측 기록이 아니다.</a:t>
            </a:r>
          </a:p>
          <a:p xmlns:a="http://schemas.openxmlformats.org/drawingml/2006/main">
            <a:r>
              <a:t/>
            </a:r>
          </a:p>
          <a:p xmlns:a="http://schemas.openxmlformats.org/drawingml/2006/main">
            <a:r>
              <a:t>**Evidence / Source:**</a:t>
            </a:r>
          </a:p>
          <a:p xmlns:a="http://schemas.openxmlformats.org/drawingml/2006/main">
            <a:r>
              <a:t>DEC-0097; BEAT-079;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목표·완료 기준 아래 구현, 도구 근거, 다른 모델의 검토와 다음 수정 판단을 하나의 닫힌 경로로 설계한다.</a:t>
            </a:r>
          </a:p>
          <a:p xmlns:a="http://schemas.openxmlformats.org/drawingml/2006/main">
            <a:r>
              <a:t/>
            </a:r>
          </a:p>
          <a:p xmlns:a="http://schemas.openxmlformats.org/drawingml/2006/main">
            <a:r>
              <a:t>**Advanced Insight:**</a:t>
            </a:r>
          </a:p>
          <a:p xmlns:a="http://schemas.openxmlformats.org/drawingml/2006/main">
            <a:r>
              <a:t>반복의 제어는 반드시 별도 모델이 맡아야 하는 것은 아니다. 목표·상태·피드백 전달·다음 행동을 정하는 운영 로직이 핵심이다.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언제 계속하고, 언제 끝낼까?의 질문으로 이어간다.</a:t>
            </a:r>
          </a:p>
          <a:p xmlns:a="http://schemas.openxmlformats.org/drawingml/2006/main">
            <a:r>
              <a:t/>
            </a:r>
          </a:p>
          <a:p xmlns:a="http://schemas.openxmlformats.org/drawingml/2006/main">
            <a:r>
              <a:t>**Time Management:**</a:t>
            </a:r>
          </a:p>
          <a:p xmlns:a="http://schemas.openxmlformats.org/drawingml/2006/main">
            <a:r>
              <a:t>Lecture 3분 + Case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S90; production/preview/act4/S90.png 및 production/preview/full/S90.png.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언제 계속하고, 언제 끝낼까?</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언제 계속하고, 언제 끝낼까?</a:t>
            </a:r>
          </a:p>
          <a:p xmlns:a="http://schemas.openxmlformats.org/drawingml/2006/main">
            <a:r>
              <a:t/>
            </a:r>
          </a:p>
          <a:p xmlns:a="http://schemas.openxmlformats.org/drawingml/2006/main">
            <a:r>
              <a:t>**ACT / Section:**</a:t>
            </a:r>
          </a:p>
          <a:p xmlns:a="http://schemas.openxmlformats.org/drawingml/2006/main">
            <a:r>
              <a:t>ACT 4 / 4R3 Feedback and control</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Reflection 2분</a:t>
            </a:r>
          </a:p>
          <a:p xmlns:a="http://schemas.openxmlformats.org/drawingml/2006/main">
            <a:r>
              <a:t/>
            </a:r>
          </a:p>
          <a:p xmlns:a="http://schemas.openxmlformats.org/drawingml/2006/main">
            <a:r>
              <a:t>**Primary Message:**</a:t>
            </a:r>
          </a:p>
          <a:p xmlns:a="http://schemas.openxmlformats.org/drawingml/2006/main">
            <a:r>
              <a:t>근거에 따라 완료, 다음 수정, 미완료 중단·사람 확인을 구분한다.</a:t>
            </a:r>
          </a:p>
          <a:p xmlns:a="http://schemas.openxmlformats.org/drawingml/2006/main">
            <a:r>
              <a:t/>
            </a:r>
          </a:p>
          <a:p xmlns:a="http://schemas.openxmlformats.org/drawingml/2006/main">
            <a:r>
              <a:t>**Opening Question:**</a:t>
            </a:r>
          </a:p>
          <a:p xmlns:a="http://schemas.openxmlformats.org/drawingml/2006/main">
            <a:r>
              <a:t>계속 돌리고 있다는 사실과 목표를 달성했다는 사실은 어떻게 구분할까?</a:t>
            </a:r>
          </a:p>
          <a:p xmlns:a="http://schemas.openxmlformats.org/drawingml/2006/main">
            <a:r>
              <a:t/>
            </a:r>
          </a:p>
          <a:p xmlns:a="http://schemas.openxmlformats.org/drawingml/2006/main">
            <a:r>
              <a:t>**Speaker Flow:**</a:t>
            </a:r>
          </a:p>
          <a:p xmlns:a="http://schemas.openxmlformats.org/drawingml/2006/main">
            <a:r>
              <a:t>1. (0:00–3:00 / Lecture) 세 갈래를 조건부터 읽는다. 기준 충족은 확인 범위를 보고하고 완료한다. 수정 가능하면 남은 문제를 전달한다. 근거 부족·정체·한도 도달은 미완료 상태를 보존해 사람에게 묻는다.</a:t>
            </a:r>
          </a:p>
          <a:p xmlns:a="http://schemas.openxmlformats.org/drawingml/2006/main">
            <a:r>
              <a:t>2. (3:00–5:00 / Reflection) 우리 작업의 완료 근거와 중단 뒤 사람에게 넘길 질문 하나를 마음속으로 생각하게 한다. 공유·실습은 요구하지 않으며 숫자 한도는 실행 환경에 맞춰 정한다고 닫는다.</a:t>
            </a:r>
          </a:p>
          <a:p xmlns:a="http://schemas.openxmlformats.org/drawingml/2006/main">
            <a:r>
              <a:t/>
            </a:r>
          </a:p>
          <a:p xmlns:a="http://schemas.openxmlformats.org/drawingml/2006/main">
            <a:r>
              <a:t>**Evidence / Source:**</a:t>
            </a:r>
          </a:p>
          <a:p xmlns:a="http://schemas.openxmlformats.org/drawingml/2006/main">
            <a:r>
              <a:t>DEC-0097; BEAT-079;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근거에 따라 완료, 다음 수정, 미완료 중단·사람 확인을 구분한다.</a:t>
            </a:r>
          </a:p>
          <a:p xmlns:a="http://schemas.openxmlformats.org/drawingml/2006/main">
            <a:r>
              <a:t/>
            </a:r>
          </a:p>
          <a:p xmlns:a="http://schemas.openxmlformats.org/drawingml/2006/main">
            <a:r>
              <a:t>**Advanced Insight:**</a:t>
            </a:r>
          </a:p>
          <a:p xmlns:a="http://schemas.openxmlformats.org/drawingml/2006/main">
            <a:r>
              <a:t>회수 제한이나 예산 소진은 성공 판정이 아니다. 검토 항목의 해결 여부와 명세·검사 결과를 함께 확인한다.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계속 돌리고 있다는 사실과 목표를 달성했다는 사실은 어떻게 구분할까? 공유·기록·실습은 요구하지 않는다.</a:t>
            </a:r>
          </a:p>
          <a:p xmlns:a="http://schemas.openxmlformats.org/drawingml/2006/main">
            <a:r>
              <a:t/>
            </a:r>
          </a:p>
          <a:p xmlns:a="http://schemas.openxmlformats.org/drawingml/2006/main">
            <a:r>
              <a:t>**Transition:**</a:t>
            </a:r>
          </a:p>
          <a:p xmlns:a="http://schemas.openxmlformats.org/drawingml/2006/main">
            <a:r>
              <a:t>다음은 구현한 모델에게 다시 물으면 충분할까?의 질문으로 이어간다.</a:t>
            </a:r>
          </a:p>
          <a:p xmlns:a="http://schemas.openxmlformats.org/drawingml/2006/main">
            <a:r>
              <a:t/>
            </a:r>
          </a:p>
          <a:p xmlns:a="http://schemas.openxmlformats.org/drawingml/2006/main">
            <a:r>
              <a:t>**Time Management:**</a:t>
            </a:r>
          </a:p>
          <a:p xmlns:a="http://schemas.openxmlformats.org/drawingml/2006/main">
            <a:r>
              <a:t>Lecture 3분 + Reflection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S91; production/preview/act4/S91.png 및 production/preview/full/S91.png.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구현한 모델에게 다시 물으면 충분할까?</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구현한 모델에게 다시 물으면 충분할까?</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자기 피드백으로 개선된 연구와 외부 근거 없는 자기 교정의 한계 연구를 조건과 함께 설명한다.</a:t>
            </a:r>
          </a:p>
          <a:p xmlns:a="http://schemas.openxmlformats.org/drawingml/2006/main">
            <a:r>
              <a:t/>
            </a:r>
          </a:p>
          <a:p xmlns:a="http://schemas.openxmlformats.org/drawingml/2006/main">
            <a:r>
              <a:t>**Opening Question:**</a:t>
            </a:r>
          </a:p>
          <a:p xmlns:a="http://schemas.openxmlformats.org/drawingml/2006/main">
            <a:r>
              <a:t>같은 모델에게 다시 생각해 달라고 하면 언제나 좋아질까?</a:t>
            </a:r>
          </a:p>
          <a:p xmlns:a="http://schemas.openxmlformats.org/drawingml/2006/main">
            <a:r>
              <a:t/>
            </a:r>
          </a:p>
          <a:p xmlns:a="http://schemas.openxmlformats.org/drawingml/2006/main">
            <a:r>
              <a:t>**Speaker Flow:**</a:t>
            </a:r>
          </a:p>
          <a:p xmlns:a="http://schemas.openxmlformats.org/drawingml/2006/main">
            <a:r>
              <a:t>1. (0:00–2:00 / Lecture) Self-Refine은 같은 LLM이 생성·피드백·수정을 반복하고 여러 과제에서 개선을 보고했다. 다중 모델 비교 연구가 아니라는 점을 명시한다.</a:t>
            </a:r>
          </a:p>
          <a:p xmlns:a="http://schemas.openxmlformats.org/drawingml/2006/main">
            <a:r>
              <a:t>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xmlns:a="http://schemas.openxmlformats.org/drawingml/2006/main">
            <a:r>
              <a:t/>
            </a:r>
          </a:p>
          <a:p xmlns:a="http://schemas.openxmlformats.org/drawingml/2006/main">
            <a:r>
              <a:t>**Evidence / Source:**</a:t>
            </a:r>
          </a:p>
          <a:p xmlns:a="http://schemas.openxmlformats.org/drawingml/2006/main">
            <a:r>
              <a:t>DEC-0097; BEAT-080; SRC-0223; SRC-0239; CLM-0045. Primary sources checked 2026-10-25: https://arxiv.org/abs/2303.17651; https://arxiv.org/abs/2310.01798</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자기 피드백으로 개선된 연구와 외부 근거 없는 자기 교정의 한계 연구를 조건과 함께 설명한다.</a:t>
            </a:r>
          </a:p>
          <a:p xmlns:a="http://schemas.openxmlformats.org/drawingml/2006/main">
            <a:r>
              <a:t/>
            </a:r>
          </a:p>
          <a:p xmlns:a="http://schemas.openxmlformats.org/drawingml/2006/main">
            <a:r>
              <a:t>**Advanced Insight:**</a:t>
            </a:r>
          </a:p>
          <a:p xmlns:a="http://schemas.openxmlformats.org/drawingml/2006/main">
            <a:r>
              <a:t>2023–2024년의 특정 모델·과제·방법에 관한 결과다. 현재 모든 모델이 자기 교정에 실패한다는 일반화는 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다른 모델의 관점이 도움이 된 실험의 질문으로 이어간다.</a:t>
            </a:r>
          </a:p>
          <a:p xmlns:a="http://schemas.openxmlformats.org/drawingml/2006/main">
            <a:r>
              <a:t/>
            </a:r>
          </a:p>
          <a:p xmlns:a="http://schemas.openxmlformats.org/drawingml/2006/main">
            <a:r>
              <a:t>**Time Management:**</a:t>
            </a:r>
          </a:p>
          <a:p xmlns:a="http://schemas.openxmlformats.org/drawingml/2006/main">
            <a:r>
              <a:t>Lecture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S92; production/preview/act4/S92.png 및 production/preview/full/S92.png.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다른 모델의 관점이 도움이 된 실험</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다른 모델의 관점이 도움이 된 실험</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Case 2분</a:t>
            </a:r>
          </a:p>
          <a:p xmlns:a="http://schemas.openxmlformats.org/drawingml/2006/main">
            <a:r>
              <a:t/>
            </a:r>
          </a:p>
          <a:p xmlns:a="http://schemas.openxmlformats.org/drawingml/2006/main">
            <a:r>
              <a:t>**Primary Message:**</a:t>
            </a:r>
          </a:p>
          <a:p xmlns:a="http://schemas.openxmlformats.org/drawingml/2006/main">
            <a:r>
              <a:t>ReConcile의 StrategyQA 실험에서 여러 모델 조합과 같은 ChatGPT 세 Agent 구성을 비교한 결과를 설명한다.</a:t>
            </a:r>
          </a:p>
          <a:p xmlns:a="http://schemas.openxmlformats.org/drawingml/2006/main">
            <a:r>
              <a:t/>
            </a:r>
          </a:p>
          <a:p xmlns:a="http://schemas.openxmlformats.org/drawingml/2006/main">
            <a:r>
              <a:t>**Opening Question:**</a:t>
            </a:r>
          </a:p>
          <a:p xmlns:a="http://schemas.openxmlformats.org/drawingml/2006/main">
            <a:r>
              <a:t>같은 모델을 여러 번 쓰는 것과 다른 모델을 조합하는 것은 같을까?</a:t>
            </a:r>
          </a:p>
          <a:p xmlns:a="http://schemas.openxmlformats.org/drawingml/2006/main">
            <a:r>
              <a:t/>
            </a:r>
          </a:p>
          <a:p xmlns:a="http://schemas.openxmlformats.org/drawingml/2006/main">
            <a:r>
              <a:t>**Speaker Flow:**</a:t>
            </a:r>
          </a:p>
          <a:p xmlns:a="http://schemas.openxmlformats.org/drawingml/2006/main">
            <a:r>
              <a:t>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xmlns:a="http://schemas.openxmlformats.org/drawingml/2006/main">
            <a:r>
              <a:t>2. (3:00–5:00 / Case) 차이는 6.8 percentage points다. 모델 구성 변경에는 모델별 능력 차이도 포함된다. 코딩 반복 작업이나 현재 Codex에서 같은 향상·비용 절감이 입증됐다고 말하지 않는다.</a:t>
            </a:r>
          </a:p>
          <a:p xmlns:a="http://schemas.openxmlformats.org/drawingml/2006/main">
            <a:r>
              <a:t/>
            </a:r>
          </a:p>
          <a:p xmlns:a="http://schemas.openxmlformats.org/drawingml/2006/main">
            <a:r>
              <a:t>**Evidence / Source:**</a:t>
            </a:r>
          </a:p>
          <a:p xmlns:a="http://schemas.openxmlformats.org/drawingml/2006/main">
            <a:r>
              <a:t>DEC-0097; BEAT-081; SRC-0237; CLM-0043; ReConcile Table 7. Primary sources checked 2026-10-25: https://aclanthology.org/2024.acl-long.381.pdf (Table 7)</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ReConcile의 StrategyQA 실험에서 여러 모델 조합과 같은 ChatGPT 세 Agent 구성을 비교한 결과를 설명한다.</a:t>
            </a:r>
          </a:p>
          <a:p xmlns:a="http://schemas.openxmlformats.org/drawingml/2006/main">
            <a:r>
              <a:t/>
            </a:r>
          </a:p>
          <a:p xmlns:a="http://schemas.openxmlformats.org/drawingml/2006/main">
            <a:r>
              <a:t>**Advanced Insight:**</a:t>
            </a:r>
          </a:p>
          <a:p xmlns:a="http://schemas.openxmlformats.org/drawingml/2006/main">
            <a:r>
              <a:t>모델 다양성의 가능성을 보여주는 제한된 근거다. 토론·합의 프로토콜 전체와 모델 조합의 영향을 구분한다.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잘 만드는 능력과 잘 검토하는 능력의 질문으로 이어간다.</a:t>
            </a:r>
          </a:p>
          <a:p xmlns:a="http://schemas.openxmlformats.org/drawingml/2006/main">
            <a:r>
              <a:t/>
            </a:r>
          </a:p>
          <a:p xmlns:a="http://schemas.openxmlformats.org/drawingml/2006/main">
            <a:r>
              <a:t>**Time Management:**</a:t>
            </a:r>
          </a:p>
          <a:p xmlns:a="http://schemas.openxmlformats.org/drawingml/2006/main">
            <a:r>
              <a:t>Lecture 3분 + Case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S93; production/preview/act4/S93.png 및 production/preview/full/S93.png.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잘 만드는 능력과 잘 검토하는 능력</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잘 만드는 능력과 잘 검토하는 능력</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Case 1분</a:t>
            </a:r>
          </a:p>
          <a:p xmlns:a="http://schemas.openxmlformats.org/drawingml/2006/main">
            <a:r>
              <a:t/>
            </a:r>
          </a:p>
          <a:p xmlns:a="http://schemas.openxmlformats.org/drawingml/2006/main">
            <a:r>
              <a:t>**Primary Message:**</a:t>
            </a:r>
          </a:p>
          <a:p xmlns:a="http://schemas.openxmlformats.org/drawingml/2006/main">
            <a:r>
              <a:t>CriticBench의 생성·검토·수정 능력과 교차 모델 검토 결과를 근거로 검토자 선택을 따로 평가할 이유를 설명한다.</a:t>
            </a:r>
          </a:p>
          <a:p xmlns:a="http://schemas.openxmlformats.org/drawingml/2006/main">
            <a:r>
              <a:t/>
            </a:r>
          </a:p>
          <a:p xmlns:a="http://schemas.openxmlformats.org/drawingml/2006/main">
            <a:r>
              <a:t>**Opening Question:**</a:t>
            </a:r>
          </a:p>
          <a:p xmlns:a="http://schemas.openxmlformats.org/drawingml/2006/main">
            <a:r>
              <a:t>코드를 잘 생성하는 모델이 그 결과의 가장 좋은 검토자일까?</a:t>
            </a:r>
          </a:p>
          <a:p xmlns:a="http://schemas.openxmlformats.org/drawingml/2006/main">
            <a:r>
              <a:t/>
            </a:r>
          </a:p>
          <a:p xmlns:a="http://schemas.openxmlformats.org/drawingml/2006/main">
            <a:r>
              <a:t>**Speaker Flow:**</a:t>
            </a:r>
          </a:p>
          <a:p xmlns:a="http://schemas.openxmlformats.org/drawingml/2006/main">
            <a:r>
              <a:t>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xmlns:a="http://schemas.openxmlformats.org/drawingml/2006/main">
            <a:r>
              <a:t>2. (3:00–4:00 / Case) 약한 모델이 언제나 더 좋은 검토자라는 뜻은 아니다. 이 결과로 검토자 역할을 따로 평가할 이유를 설명하고 다음 장의 모델 배치 설계로 연결한다.</a:t>
            </a:r>
          </a:p>
          <a:p xmlns:a="http://schemas.openxmlformats.org/drawingml/2006/main">
            <a:r>
              <a:t/>
            </a:r>
          </a:p>
          <a:p xmlns:a="http://schemas.openxmlformats.org/drawingml/2006/main">
            <a:r>
              <a:t>**Evidence / Source:**</a:t>
            </a:r>
          </a:p>
          <a:p xmlns:a="http://schemas.openxmlformats.org/drawingml/2006/main">
            <a:r>
              <a:t>DEC-0097; BEAT-081; SRC-0238; CLM-0044; CriticBench section 4.2.5. Primary sources checked 2026-10-25: https://aclanthology.org/2024.findings-acl.91.pdf (section 4.2.5)</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CriticBench의 생성·검토·수정 능력과 교차 모델 검토 결과를 근거로 검토자 선택을 따로 평가할 이유를 설명한다.</a:t>
            </a:r>
          </a:p>
          <a:p xmlns:a="http://schemas.openxmlformats.org/drawingml/2006/main">
            <a:r>
              <a:t/>
            </a:r>
          </a:p>
          <a:p xmlns:a="http://schemas.openxmlformats.org/drawingml/2006/main">
            <a:r>
              <a:t>**Advanced Insight:**</a:t>
            </a:r>
          </a:p>
          <a:p xmlns:a="http://schemas.openxmlformats.org/drawingml/2006/main">
            <a:r>
              <a:t>검토 정확도와 전체 개발 루프의 완료율·코스트는 다른 평가다. 이 교육의 모델 조합을 검증한 수치로 쓰지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구현과 검토에 모델을 어떻게 나눌까?의 질문으로 이어간다.</a:t>
            </a:r>
          </a:p>
          <a:p xmlns:a="http://schemas.openxmlformats.org/drawingml/2006/main">
            <a:r>
              <a:t/>
            </a:r>
          </a:p>
          <a:p xmlns:a="http://schemas.openxmlformats.org/drawingml/2006/main">
            <a:r>
              <a:t>**Time Management:**</a:t>
            </a:r>
          </a:p>
          <a:p xmlns:a="http://schemas.openxmlformats.org/drawingml/2006/main">
            <a:r>
              <a:t>Lecture 3분 + Case 1분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S94; production/preview/act4/S94.png 및 production/preview/full/S94.png.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구현과 검토에 모델을 어떻게 나눌까?</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구현과 검토에 모델을 어떻게 나눌까?</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같은 모델의 역할 분리와 다른 모델의 구현·검토 조합을 구분하고 실제 작업에서 효과를 평가한다.</a:t>
            </a:r>
          </a:p>
          <a:p xmlns:a="http://schemas.openxmlformats.org/drawingml/2006/main">
            <a:r>
              <a:t/>
            </a:r>
          </a:p>
          <a:p xmlns:a="http://schemas.openxmlformats.org/drawingml/2006/main">
            <a:r>
              <a:t>**Opening Question:**</a:t>
            </a:r>
          </a:p>
          <a:p xmlns:a="http://schemas.openxmlformats.org/drawingml/2006/main">
            <a:r>
              <a:t>역할을 두 개 만들면 서로 다른 모델을 사용하는 셈일까?</a:t>
            </a:r>
          </a:p>
          <a:p xmlns:a="http://schemas.openxmlformats.org/drawingml/2006/main">
            <a:r>
              <a:t/>
            </a:r>
          </a:p>
          <a:p xmlns:a="http://schemas.openxmlformats.org/drawingml/2006/main">
            <a:r>
              <a:t>**Speaker Flow:**</a:t>
            </a:r>
          </a:p>
          <a:p xmlns:a="http://schemas.openxmlformats.org/drawingml/2006/main">
            <a:r>
              <a:t>1. (0:00–2:00 / Lecture) 같은 모델의 두 세션·Agent에 다른 역할을 주는 것과 서로 다른 모델을 선택하는 것은 다르다. 오른쪽 A/B 구성이 이번 교육에서 검토하는 다중 모델 설계라고 설명한다.</a:t>
            </a:r>
          </a:p>
          <a:p xmlns:a="http://schemas.openxmlformats.org/drawingml/2006/main">
            <a:r>
              <a:t>2. (2:00–4:00 / Case) 실제로는 역할별 오류 탐지, 최종 동작, 지연·비용을 확인해야 한다. 모델·계정·실행 표면은 TBD이며 자동 연결 기능이나 성능 향상을 이미 확인한 것처럼 말하지 않는다.</a:t>
            </a:r>
          </a:p>
          <a:p xmlns:a="http://schemas.openxmlformats.org/drawingml/2006/main">
            <a:r>
              <a:t/>
            </a:r>
          </a:p>
          <a:p xmlns:a="http://schemas.openxmlformats.org/drawingml/2006/main">
            <a:r>
              <a:t>**Evidence / Source:**</a:t>
            </a:r>
          </a:p>
          <a:p xmlns:a="http://schemas.openxmlformats.org/drawingml/2006/main">
            <a:r>
              <a:t>DEC-0097; BEAT-082; CLM-0043; CLM-0044; CASE-LOOP-01.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같은 모델의 역할 분리와 다른 모델의 구현·검토 조합을 구분하고 실제 작업에서 효과를 평가한다.</a:t>
            </a:r>
          </a:p>
          <a:p xmlns:a="http://schemas.openxmlformats.org/drawingml/2006/main">
            <a:r>
              <a:t/>
            </a:r>
          </a:p>
          <a:p xmlns:a="http://schemas.openxmlformats.org/drawingml/2006/main">
            <a:r>
              <a:t>**Advanced Insight:**</a:t>
            </a:r>
          </a:p>
          <a:p xmlns:a="http://schemas.openxmlformats.org/drawingml/2006/main">
            <a:r>
              <a:t>Reviewer에게 구현 모델의 자신감만 전달하지 않고 독립적으로 대조할 명세·diff·원래 검사 기록을 제공한다.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검토 모델의 말도 확인해야 한다의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S95; production/preview/act4/S95.png 및 production/preview/full/S95.png.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검토 모델의 말도 확인해야 한다</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검토 모델의 말도 확인해야 한다</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검토 모델의 지적도 명세와 검사 근거로 대조해 수용·기각·추가 확인을 결정한다.</a:t>
            </a:r>
          </a:p>
          <a:p xmlns:a="http://schemas.openxmlformats.org/drawingml/2006/main">
            <a:r>
              <a:t/>
            </a:r>
          </a:p>
          <a:p xmlns:a="http://schemas.openxmlformats.org/drawingml/2006/main">
            <a:r>
              <a:t>**Opening Question:**</a:t>
            </a:r>
          </a:p>
          <a:p xmlns:a="http://schemas.openxmlformats.org/drawingml/2006/main">
            <a:r>
              <a:t>검토 모델이 고치라고 하면 무조건 따라야 할까?</a:t>
            </a:r>
          </a:p>
          <a:p xmlns:a="http://schemas.openxmlformats.org/drawingml/2006/main">
            <a:r>
              <a:t/>
            </a:r>
          </a:p>
          <a:p xmlns:a="http://schemas.openxmlformats.org/drawingml/2006/main">
            <a:r>
              <a:t>**Speaker Flow:**</a:t>
            </a:r>
          </a:p>
          <a:p xmlns:a="http://schemas.openxmlformats.org/drawingml/2006/main">
            <a:r>
              <a:t>1. (0:00–2:00 / Lecture) 검토 모델도 틀릴 수 있다. 지적의 위치·위반 기준·근거가 실제 변경과 맞는지 대조하고, 동의만으로 완료하지 않는다고 설명한다.</a:t>
            </a:r>
          </a:p>
          <a:p xmlns:a="http://schemas.openxmlformats.org/drawingml/2006/main">
            <a:r>
              <a:t>2. (2:00–4:00 / Case) 지적이 타당하면 수정, 틀리면 기각 이유를 남긴다. 명세가 모호하거나 검증이 불가능하면 사람에게 판단을 요청한다. 모델 다수결을 객관적 정답으로 대체하지 않는다.</a:t>
            </a:r>
          </a:p>
          <a:p xmlns:a="http://schemas.openxmlformats.org/drawingml/2006/main">
            <a:r>
              <a:t/>
            </a:r>
          </a:p>
          <a:p xmlns:a="http://schemas.openxmlformats.org/drawingml/2006/main">
            <a:r>
              <a:t>**Evidence / Source:**</a:t>
            </a:r>
          </a:p>
          <a:p xmlns:a="http://schemas.openxmlformats.org/drawingml/2006/main">
            <a:r>
              <a:t>DEC-0097; BEAT-082;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검토 모델의 지적도 명세와 검사 근거로 대조해 수용·기각·추가 확인을 결정한다.</a:t>
            </a:r>
          </a:p>
          <a:p xmlns:a="http://schemas.openxmlformats.org/drawingml/2006/main">
            <a:r>
              <a:t/>
            </a:r>
          </a:p>
          <a:p xmlns:a="http://schemas.openxmlformats.org/drawingml/2006/main">
            <a:r>
              <a:t>**Advanced Insight:**</a:t>
            </a:r>
          </a:p>
          <a:p xmlns:a="http://schemas.openxmlformats.org/drawingml/2006/main">
            <a:r>
              <a:t>잘못된 지적을 반복 반영해 정상 동작을 깨뜨리는 회귀와 무한 수정을 막는 제어도 Loop 설계의 일부다.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반복하려면 무엇을 이어받아야 할까?의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S96; production/preview/act4/S96.png 및 production/preview/full/S96.png.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반복하려면 무엇을 이어받아야 할까?</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반복하려면 무엇을 이어받아야 할까?</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고정 목표, 현재 후보·검토·검사, 남은 문제와 한도를 다음 시도가 이어받도록 설계한다.</a:t>
            </a:r>
          </a:p>
          <a:p xmlns:a="http://schemas.openxmlformats.org/drawingml/2006/main">
            <a:r>
              <a:t/>
            </a:r>
          </a:p>
          <a:p xmlns:a="http://schemas.openxmlformats.org/drawingml/2006/main">
            <a:r>
              <a:t>**Opening Question:**</a:t>
            </a:r>
          </a:p>
          <a:p xmlns:a="http://schemas.openxmlformats.org/drawingml/2006/main">
            <a:r>
              <a:t>다음 시도가 처음부터 다시 시작하지 않게 하려면 무엇을 남길까?</a:t>
            </a:r>
          </a:p>
          <a:p xmlns:a="http://schemas.openxmlformats.org/drawingml/2006/main">
            <a:r>
              <a:t/>
            </a:r>
          </a:p>
          <a:p xmlns:a="http://schemas.openxmlformats.org/drawingml/2006/main">
            <a:r>
              <a:t>**Speaker Flow:**</a:t>
            </a:r>
          </a:p>
          <a:p xmlns:a="http://schemas.openxmlformats.org/drawingml/2006/main">
            <a:r>
              <a:t>1. (0:00–2:00 / Lecture) 목표·완료 기준은 고정하고 후보 버전·지적·검사 결과를 갱신한다. 검토 항목의 수용·기각, 현재 남은 문제와 시도 기록을 보존한다.</a:t>
            </a:r>
          </a:p>
          <a:p xmlns:a="http://schemas.openxmlformats.org/drawingml/2006/main">
            <a:r>
              <a:t>2. (2:00–4:00 / Case) 반복·시간·비용 한도, 같은 실패의 정체, 회귀를 만나면 어떻게 멈추고 재개할지 정한다. 별도 Memory·프레임워크가 필수라는 주장이나 숫자 기본값을 만들지 않는다.</a:t>
            </a:r>
          </a:p>
          <a:p xmlns:a="http://schemas.openxmlformats.org/drawingml/2006/main">
            <a:r>
              <a:t/>
            </a:r>
          </a:p>
          <a:p xmlns:a="http://schemas.openxmlformats.org/drawingml/2006/main">
            <a:r>
              <a:t>**Evidence / Source:**</a:t>
            </a:r>
          </a:p>
          <a:p xmlns:a="http://schemas.openxmlformats.org/drawingml/2006/main">
            <a:r>
              <a:t>DEC-0097; BEAT-082;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고정 목표, 현재 후보·검토·검사, 남은 문제와 한도를 다음 시도가 이어받도록 설계한다.</a:t>
            </a:r>
          </a:p>
          <a:p xmlns:a="http://schemas.openxmlformats.org/drawingml/2006/main">
            <a:r>
              <a:t/>
            </a:r>
          </a:p>
          <a:p xmlns:a="http://schemas.openxmlformats.org/drawingml/2006/main">
            <a:r>
              <a:t>**Advanced Insight:**</a:t>
            </a:r>
          </a:p>
          <a:p xmlns:a="http://schemas.openxmlformats.org/drawingml/2006/main">
            <a:r>
              <a:t>목표의 상태와 실행의 상태를 분리한다. 실행이 중단됐다는 이유로 목표가 완료된 것으로 기록하지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확인한 근거와 아직 실행하지 않은 설계의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S97; production/preview/act4/S97.png 및 production/preview/full/S97.png.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확인한 근거와 아직 실행하지 않은 설계</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확인한 근거와 아직 실행하지 않은 설계</a:t>
            </a:r>
          </a:p>
          <a:p xmlns:a="http://schemas.openxmlformats.org/drawingml/2006/main">
            <a:r>
              <a:t/>
            </a:r>
          </a:p>
          <a:p xmlns:a="http://schemas.openxmlformats.org/drawingml/2006/main">
            <a:r>
              <a:t>**ACT / Section:**</a:t>
            </a:r>
          </a:p>
          <a:p xmlns:a="http://schemas.openxmlformats.org/drawingml/2006/main">
            <a:r>
              <a:t>ACT 4 / 4R6 Evidence and transfer</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기존 제품 Trial, 인용 연구, 이번 루프 설계의 세 근거 범위를 구분한다.</a:t>
            </a:r>
          </a:p>
          <a:p xmlns:a="http://schemas.openxmlformats.org/drawingml/2006/main">
            <a:r>
              <a:t/>
            </a:r>
          </a:p>
          <a:p xmlns:a="http://schemas.openxmlformats.org/drawingml/2006/main">
            <a:r>
              <a:t>**Opening Question:**</a:t>
            </a:r>
          </a:p>
          <a:p xmlns:a="http://schemas.openxmlformats.org/drawingml/2006/main">
            <a:r>
              <a:t>우리가 실제로 확인한 것은 어디까지일까?</a:t>
            </a:r>
          </a:p>
          <a:p xmlns:a="http://schemas.openxmlformats.org/drawingml/2006/main">
            <a:r>
              <a:t/>
            </a:r>
          </a:p>
          <a:p xmlns:a="http://schemas.openxmlformats.org/drawingml/2006/main">
            <a:r>
              <a:t>**Speaker Flow:**</a:t>
            </a:r>
          </a:p>
          <a:p xmlns:a="http://schemas.openxmlformats.org/drawingml/2006/main">
            <a:r>
              <a:t>1. (0:00–2:00 / Lecture) 실제 밝기 통계의 변경·출력·측정 근거는 기존 코드·입력·환경에 한정한다. 논문은 연구된 모델·과제·방법의 결과다.</a:t>
            </a:r>
          </a:p>
          <a:p xmlns:a="http://schemas.openxmlformats.org/drawingml/2006/main">
            <a:r>
              <a:t>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xmlns:a="http://schemas.openxmlformats.org/drawingml/2006/main">
            <a:r>
              <a:t/>
            </a:r>
          </a:p>
          <a:p xmlns:a="http://schemas.openxmlformats.org/drawingml/2006/main">
            <a:r>
              <a:t>**Evidence / Source:**</a:t>
            </a:r>
          </a:p>
          <a:p xmlns:a="http://schemas.openxmlformats.org/drawingml/2006/main">
            <a:r>
              <a:t>DEC-0097; BEAT-083; STATE-04-PERF; TRIAL-008; SRC-0237; SRC-0238; CASE-LOOP-01. Primary sources checked 2026-10-25: https://aclanthology.org/2024.acl-long.381.pdf (Table 7); https://aclanthology.org/2024.findings-acl.91.pdf (section 4.2.5)</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기존 제품 Trial, 인용 연구, 이번 루프 설계의 세 근거 범위를 구분한다.</a:t>
            </a:r>
          </a:p>
          <a:p xmlns:a="http://schemas.openxmlformats.org/drawingml/2006/main">
            <a:r>
              <a:t/>
            </a:r>
          </a:p>
          <a:p xmlns:a="http://schemas.openxmlformats.org/drawingml/2006/main">
            <a:r>
              <a:t>**Advanced Insight:**</a:t>
            </a:r>
          </a:p>
          <a:p xmlns:a="http://schemas.openxmlformats.org/drawingml/2006/main">
            <a:r>
              <a:t>설계의 타당성, 실행의 존재, 결과의 품질, 비교 효과를 서로 다른 근거 단계로 평가한다.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우리 작업에는 어떤 루프가 필요할까?의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S98; production/preview/act4/S98.png 및 production/preview/full/S98.png.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우리 작업에는 어떤 루프가 필요할까?</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우리 작업에는 어떤 루프가 필요할까?</a:t>
            </a:r>
          </a:p>
          <a:p xmlns:a="http://schemas.openxmlformats.org/drawingml/2006/main">
            <a:r>
              <a:t/>
            </a:r>
          </a:p>
          <a:p xmlns:a="http://schemas.openxmlformats.org/drawingml/2006/main">
            <a:r>
              <a:t>**ACT / Section:**</a:t>
            </a:r>
          </a:p>
          <a:p xmlns:a="http://schemas.openxmlformats.org/drawingml/2006/main">
            <a:r>
              <a:t>ACT 4 / 4R6 Evidence and transfer</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Reflection 2분 + Q&amp;A 7분 + Transition 2분</a:t>
            </a:r>
          </a:p>
          <a:p xmlns:a="http://schemas.openxmlformats.org/drawingml/2006/main">
            <a:r>
              <a:t/>
            </a:r>
          </a:p>
          <a:p xmlns:a="http://schemas.openxmlformats.org/drawingml/2006/main">
            <a:r>
              <a:t>**Primary Message:**</a:t>
            </a:r>
          </a:p>
          <a:p xmlns:a="http://schemas.openxmlformats.org/drawingml/2006/main">
            <a:r>
              <a:t>내 업무의 목표·피드백·운영 판단을 떠올리고 ACT5의 조합·통합·제거로 이어간다.</a:t>
            </a:r>
          </a:p>
          <a:p xmlns:a="http://schemas.openxmlformats.org/drawingml/2006/main">
            <a:r>
              <a:t/>
            </a:r>
          </a:p>
          <a:p xmlns:a="http://schemas.openxmlformats.org/drawingml/2006/main">
            <a:r>
              <a:t>**Opening Question:**</a:t>
            </a:r>
          </a:p>
          <a:p xmlns:a="http://schemas.openxmlformats.org/drawingml/2006/main">
            <a:r>
              <a:t>내 작업에서 검토 결과가 다음 수정으로 돌아가려면 무엇이 필요할까?</a:t>
            </a:r>
          </a:p>
          <a:p xmlns:a="http://schemas.openxmlformats.org/drawingml/2006/main">
            <a:r>
              <a:t/>
            </a:r>
          </a:p>
          <a:p xmlns:a="http://schemas.openxmlformats.org/drawingml/2006/main">
            <a:r>
              <a:t>**Speaker Flow:**</a:t>
            </a:r>
          </a:p>
          <a:p xmlns:a="http://schemas.openxmlformats.org/drawingml/2006/main">
            <a:r>
              <a:t>1. (0:00–2:00 / Reflection) 목표 하나와 완료를 판단할 근거를 마음속으로 고른다. 어떤 검토 지적이 다음 수정으로 이어져야 하는지 생각하게 하며 기록·발표·실습은 요구하지 않는다.</a:t>
            </a:r>
          </a:p>
          <a:p xmlns:a="http://schemas.openxmlformats.org/drawingml/2006/main">
            <a:r>
              <a:t>2. (2:00–9:00 / Q&amp;A) 질문을 받되 제품 기능·실측 효과는 확인 범위 안에서 답한다. 질문이 없으면 “두 모델이 동의했지만 테스트가 실패했다면?”, “계속 같은 지적이면 언제 사람에게 넘길까?”를 사용한다. 마지막 1분에는 남은 질문을 정리하고 새 사례를 열지 않는다.</a:t>
            </a:r>
          </a:p>
          <a:p xmlns:a="http://schemas.openxmlformats.org/drawingml/2006/main">
            <a:r>
              <a:t>3. (9:00–11:00 / Transition) 요청·Context·방법·검증·반복 판단이 어떻게 이어졌는지 한 문장으로 회수한다. 모든 작업에 두 모델·모든 단계를 추가하는 것이 목표는 아니라고 연결하고 S100의 ACT5 제목으로 넘긴다.</a:t>
            </a:r>
          </a:p>
          <a:p xmlns:a="http://schemas.openxmlformats.org/drawingml/2006/main">
            <a:r>
              <a:t/>
            </a:r>
          </a:p>
          <a:p xmlns:a="http://schemas.openxmlformats.org/drawingml/2006/main">
            <a:r>
              <a:t>**Evidence / Source:**</a:t>
            </a:r>
          </a:p>
          <a:p xmlns:a="http://schemas.openxmlformats.org/drawingml/2006/main">
            <a:r>
              <a:t>DEC-0097; BEAT-083;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내 업무의 목표·피드백·운영 판단을 떠올리고 ACT5의 조합·통합·제거로 이어간다.</a:t>
            </a:r>
          </a:p>
          <a:p xmlns:a="http://schemas.openxmlformats.org/drawingml/2006/main">
            <a:r>
              <a:t/>
            </a:r>
          </a:p>
          <a:p xmlns:a="http://schemas.openxmlformats.org/drawingml/2006/main">
            <a:r>
              <a:t>**Advanced Insight:**</a:t>
            </a:r>
          </a:p>
          <a:p xmlns:a="http://schemas.openxmlformats.org/drawingml/2006/main">
            <a:r>
              <a:t>ACT5에서 현재 문제와 비용·효과를 보고 필요한 구성을 유지·통합·제거할 수 있게 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Reflection2분 → Q&amp;A7분 → Transition2분. 질문이 없으면 “두 모델은 동의했는데 테스트가 실패했다면?”, “같은 지적이 반복되면 언제 사람에게 넘길까?”를 사용한다. Q&amp;A 마지막1분에 새 질문을 묶고, 9분에 전환으로 들어간다.</a:t>
            </a:r>
          </a:p>
          <a:p xmlns:a="http://schemas.openxmlformats.org/drawingml/2006/main">
            <a:r>
              <a:t/>
            </a:r>
          </a:p>
          <a:p xmlns:a="http://schemas.openxmlformats.org/drawingml/2006/main">
            <a:r>
              <a:t>**Transition:**</a:t>
            </a:r>
          </a:p>
          <a:p xmlns:a="http://schemas.openxmlformats.org/drawingml/2006/main">
            <a:r>
              <a:t>S100의 ACT5 제목을 거쳐 S101에서 전체 여정을 회수하고 필요한 조합·통합·제거를 생각한다.</a:t>
            </a:r>
          </a:p>
          <a:p xmlns:a="http://schemas.openxmlformats.org/drawingml/2006/main">
            <a:r>
              <a:t/>
            </a:r>
          </a:p>
          <a:p xmlns:a="http://schemas.openxmlformats.org/drawingml/2006/main">
            <a:r>
              <a:t>**Time Management:**</a:t>
            </a:r>
          </a:p>
          <a:p xmlns:a="http://schemas.openxmlformats.org/drawingml/2006/main">
            <a:r>
              <a:t>Reflection 2분 + Q&amp;A 7분 + Transition 2분 = 11분.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S99; production/preview/act4/S99.png 및 production/preview/full/S99.png.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내 업무에 맞게 조합하고 덜어내기</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S101의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S101에서 실제 제품 이력과 이번 교육의 모델을 구분하며 전체 여정을 회수한다.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전체406분이다. 제목·부제만 안내하고1분에 S101로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production/preview/full/S100.png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문제에 맞춰, 일하는 방식을 넓혔다</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목표에 이르기까지 검토와 수정을 연결하는 Loop를 전체 여정에서 회수한다.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S99의 목표·피드백·운영 질문과 S100의 ACT5 제목을 받아 전체 여정으로 시야를 넓힌다. 새 성찰이나 평가를 요구하지 않는다.</a:t>
            </a:r>
          </a:p>
          <a:p xmlns:a="http://schemas.openxmlformats.org/drawingml/2006/main">
            <a:r>
              <a:t>2. (0:30–2:45 / Lecture) 다섯 열을 읽는다. Chatbot은 질문과 답, Prompt는 이번 작업의 구체화, Context는 프로젝트 지식의 출처, Harness는 방법·환경 설계, Loop는 목표 충족까지 검토·수정을 이어 주는 대응이다. 이미 다룬 문제만 한 문장씩 회수한다.</a:t>
            </a:r>
          </a:p>
          <a:p xmlns:a="http://schemas.openxmlformats.org/drawingml/2006/main">
            <a:r>
              <a:t>3. (2:45–4:00 / Lecture) 모든 프로젝트가 같은 순서나 구성을 요구하지 않는다고 한정한다. 다음 S102는 이 모델 가운데 실제 제품 이력만 별도로 보여 준다.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목표에 이르기까지 검토와 수정을 연결하는 Loop를 전체 여정에서 회수한다.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S109/S110에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S101와 production/preview/act5/S101.png를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실제 Demo는 문제에 맞춰 바뀌었다</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Product State의 변화는 기존 관찰대로 보존하고, 다중 모델 루프는 앞 ACT의 설계·연구라는 경계를 밝힌다.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제품 저장소에서 확인한 변화만이라는 범위를 먼저 읽는다. 세 행은 일곱 기존 Git State를 모은 설명이며 새 State가 아니다.</a:t>
            </a:r>
          </a:p>
          <a:p xmlns:a="http://schemas.openxmlformats.org/drawingml/2006/main">
            <a:r>
              <a:t>2. (1:00–2:30 / VISUAL Demo) crop 구현 수정은 TRIAL-002/S23–S24, 기본 안내·상세 문서 정리는 STATE-01–03/S39–S53, Skill 재사용과 밝기 통계 변경 검증은 TRIAL-008/S61–S66을 근거로 짚는다. 수치·전체 코드·개별 Trial을 다시 설명하지 않는다.</a:t>
            </a:r>
          </a:p>
          <a:p xmlns:a="http://schemas.openxmlformats.org/drawingml/2006/main">
            <a:r>
              <a:t>3. (2:30–3:00 / VISUAL Demo) Product endpoint는 STATE-04-PERF다. 목표 기반 다중 모델 루프는 앞 ACT의 교육용 설계와 연구에서 살펴봤으며 실제 제품 실행 이력에 합치지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S49,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FROZEN — 기존99장의 Story·배정·Demo 범위를 보존한 현행115장 구조; FROZEN WITH SCOPE; TEACHING_MODEL; State 의미는 기록된 Demo evidence 범위에 한정한다. Benchmark 준비 commit은 보조 이력이지 별도 State가 아니다. 다중 모델 반복 루프는 실제 Product Git State로 구현·검증하지 않았다. 앞 ACT의 설계와 논문 근거를 실제 제품 이력에 합치지 않는다.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실제 Product State의 변화는 기존 관찰대로 보존하고, 다중 모델 루프는 앞 ACT의 설계·연구라는 경계를 밝힌다.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이번 문제에 필요한 구성만 선택했다</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S102의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S104로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S71에서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결과를 수용할지는 사람이 판단한다</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S103의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S105에서는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AI가 일할 조건과 확인 경로를 설계한다</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목표·Context·수행 방법·검증과 목표까지의 수정·재검토를 업무에 맞게 설계한다.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S104의 수용 판단을 받아, 그 판단에 필요한 근거가 나오도록 작업 조건을 설계하는 관점으로 이동한다.</a:t>
            </a:r>
          </a:p>
          <a:p xmlns:a="http://schemas.openxmlformats.org/drawingml/2006/main">
            <a:r>
              <a:t>2. (0:30–2:20 / Lecture) 맡길 범위는 목표·제약·변경 범위, 일할 조건은 프로젝트 지식과 재사용할 수행 방법, 확인과 피드백은 검증 근거와 목표까지의 수정·재검토다. 앞의 다섯 관점을 세 책임 영역에 연결하며 새 필수 단계로 만들지 않는다.</a:t>
            </a:r>
          </a:p>
          <a:p xmlns:a="http://schemas.openxmlformats.org/drawingml/2006/main">
            <a:r>
              <a:t>3. (2:20–3:00 / Lecture) 이 과정의 AI-Native Development라는 이름을 회수한다. 이후 S106에서 모델·플랫폼·업무 조건이 달라지면 이미 만든 구조도 재평가해야 한다는 질문을 연다. 통합·제거의 상세 내용은 다음 세 장에 남긴다.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목표·Context·수행 방법·검증과 목표까지의 수정·재검토를 업무에 맞게 설계한다.</a:t>
            </a:r>
          </a:p>
          <a:p xmlns:a="http://schemas.openxmlformats.org/drawingml/2006/main">
            <a:r>
              <a:t/>
            </a:r>
          </a:p>
          <a:p xmlns:a="http://schemas.openxmlformats.org/drawingml/2006/main">
            <a:r>
              <a:t>**C++ Vision Bridge:**</a:t>
            </a:r>
          </a:p>
          <a:p xmlns:a="http://schemas.openxmlformats.org/drawingml/2006/main">
            <a:r>
              <a:t>재평가3장을 거쳐 S109에서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모델·플랫폼이 바뀌면 Harness도 다시 본다</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S105의 설계 관점에서 “그때 필요했던 보조 장치가 지금도 필요한가?”를 묻는다. S103은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S107의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S109/S110에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S106와 production/preview/act5/S106.png.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무엇을 남기고, 무엇을 덜어낼까?</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S106의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S108으로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S109/S110에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S107와 production/preview/act5/S107.png.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덜어낸 뒤에도 필요한 일을 하는가?</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S107에서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S109에서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S109/S110에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내 업무에서는 무엇이 반복해서 막힐까?</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기존 A–E 문제의 E를 검토 지적이 다음 수정으로 이어지지 않는 문제로 정렬한다.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 적용을 위한 교육용 질문이다. 실제 회사 사건이나 검증된 도입 순서로 제시하지 않는다.</a:t>
            </a:r>
          </a:p>
          <a:p xmlns:a="http://schemas.openxmlformats.org/drawingml/2006/main">
            <a:r>
              <a:t>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xmlns:a="http://schemas.openxmlformats.org/drawingml/2006/main">
            <a:r>
              <a:t>3. (3:00–5:00 / Transition) 가까운 문제 하나를 마음속으로 고르게 한다. E는 검토 지적과 다음 수정 사이에 어떤 근거·판단이 필요한지 생각하는 출발점이다. S110에서 같은 글자의 행동·확인 근거로 연결한다.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기존 A–E 문제의 E를 검토 지적이 다음 수정으로 이어지지 않는 문제로 정렬한다.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S110의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고른 문제에서, 다음 행동 하나로</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선택한 문제의 E에서 검토 지적·다음 수정·완료 기준을 잇는 작은 행동을 고른다.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S109에서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xmlns:a="http://schemas.openxmlformats.org/drawingml/2006/main">
            <a:r>
              <a:t>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xmlns:a="http://schemas.openxmlformats.org/drawingml/2006/main">
            <a:r>
              <a:t>3. (2:00–4:00 / Reflection) 문제→작은 행동→확인 근거를 마음속으로 연결한다. 기록·발표·실습·제출은 요구하지 않는다. S111–S113의 찾아보기에서 팁 위치만 짚고 S114 Q&amp;A/Closing으로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선택한 문제의 E에서 검토 지적·다음 수정·완료 기준을 잇는 작은 행동을 고른다.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S109과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S111의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S109의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실무 적용 팁 · 작업 환경과 기준</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팁의 위치는 S12, S48, S58, S63, S68, S70, S80다. 새 제작 팁도 공식 안내 각색이며 실제 Trial 생성 이력이 아니다. 각 원래 장의 근거 범위를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S12 Repository 작업은 Codex에서 시작한다 / S48 AGENTS.md에는 무엇을 남길까? / S58 테스트 명령을 언제 쓰고 무엇을 판단할까? / S63 대화로 재사용할 Skill 만들기 / S68 대화로 조사 Agent 만들기 / S70 이번 Context와 다시 쓸 지식 / S80 반복 보정을 개선으로 잇는 기록. 새 S63/S68을 포함해 제목·위치만 짚고 본문을 다시 강의하지 않는다.</a:t>
            </a:r>
          </a:p>
          <a:p xmlns:a="http://schemas.openxmlformats.org/drawingml/2006/main">
            <a:r>
              <a:t>3. (0:45–1:00 / Lecture) 요청 작성 팁 목록 S112으로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S63/S68은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S112으로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production/preview/full/S111.png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실무 적용 팁 · 요청 작성</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S113로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S113로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production/preview/full/S112.png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실무 적용 팁 · 검증과 개선</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S87, S91, S107, S108다.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S87 원인을 고르기 전에 확인할 기록 / S91 지침을 고친 뒤, 무엇을 다시 확인할까? / S107 무엇을 남기고, 무엇을 덜어낼까? / S108 덜어낸 뒤에도 필요한 일을 하는가?. 제목·위치만 짚고 본문을 다시 강의하지 않는다.</a:t>
            </a:r>
          </a:p>
          <a:p xmlns:a="http://schemas.openxmlformats.org/drawingml/2006/main">
            <a:r>
              <a:t>3. (0:45–1:00 / Lecture) S114로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production/preview/full/S113.png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Q&amp;A와 교육 마무리</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S110에서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S101과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S110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S114와 production/preview/act5/S114.png를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af87ae948447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b0c6c69fe254d6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f6eb8b2f27b4e6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d03beea74bc472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22f79b6859849b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89595d0e3b94e2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93CE03-3136-4180-B1D4-7F4B522918A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39D166B-BD7C-440F-92AF-A514A1F8FF9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E55F09E-9AC0-46EE-A53C-65396F52821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978FA8-5B51-4245-9E1C-30659F2D58E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015CA1F-8371-40EE-9BEE-3C51EDB916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B438CB7-C8E0-475C-8346-F6566ED4850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74C85C-136B-477E-8584-ED93AC6BE56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2FA9231-419E-4AE8-BDF6-555A3A082F1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BF8952-1EE0-4C87-B317-023885AAB27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62B53DA-20A0-42DD-8AE6-598DD77DA32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8e8d3e4b53e42c2" /><Relationship Type="http://schemas.openxmlformats.org/officeDocument/2006/relationships/slideLayout" Target="/ppt/slideLayouts/slideLayout1.xml" Id="Rf9bd19da698241e5" /><Relationship Type="http://schemas.openxmlformats.org/officeDocument/2006/relationships/slideLayout" Target="/ppt/slideLayouts/slideLayout2.xml" Id="R901894f0bf4c45c4" /><Relationship Type="http://schemas.openxmlformats.org/officeDocument/2006/relationships/slideLayout" Target="/ppt/slideLayouts/slideLayout3.xml" Id="R8bad28e1612849d4" /><Relationship Type="http://schemas.openxmlformats.org/officeDocument/2006/relationships/slideLayout" Target="/ppt/slideLayouts/slideLayout4.xml" Id="Ref15303858ca457e" /><Relationship Type="http://schemas.openxmlformats.org/officeDocument/2006/relationships/slideLayout" Target="/ppt/slideLayouts/slideLayout5.xml" Id="R8d9dc50176b34cf2" /><Relationship Type="http://schemas.openxmlformats.org/officeDocument/2006/relationships/slideLayout" Target="/ppt/slideLayouts/slideLayout6.xml" Id="R754aa128c8d5448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9bd19da698241e5"/>
    <p:sldLayoutId xmlns:r="http://schemas.openxmlformats.org/officeDocument/2006/relationships" id="2147483650" r:id="R901894f0bf4c45c4"/>
    <p:sldLayoutId xmlns:r="http://schemas.openxmlformats.org/officeDocument/2006/relationships" id="2147483651" r:id="R8bad28e1612849d4"/>
    <p:sldLayoutId xmlns:r="http://schemas.openxmlformats.org/officeDocument/2006/relationships" id="2147483652" r:id="Ref15303858ca457e"/>
    <p:sldLayoutId xmlns:r="http://schemas.openxmlformats.org/officeDocument/2006/relationships" id="2147483653" r:id="R8d9dc50176b34cf2"/>
    <p:sldLayoutId xmlns:r="http://schemas.openxmlformats.org/officeDocument/2006/relationships" id="2147483654" r:id="R754aa128c8d5448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44738bf636a4265" /><Relationship Type="http://schemas.openxmlformats.org/officeDocument/2006/relationships/notesSlide" Target="/ppt/notesSlides/notesSlide1.xml" Id="R5d5510c798bf473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54573ccedd2466e" /><Relationship Type="http://schemas.openxmlformats.org/officeDocument/2006/relationships/image" Target="/ppt/media/image.png" Id="R5d9ebd81dafe447f" /><Relationship Type="http://schemas.openxmlformats.org/officeDocument/2006/relationships/notesSlide" Target="/ppt/notesSlides/notesSlide2.xml" Id="R45aae337bcc04c5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c914ceb456c476b" /><Relationship Type="http://schemas.openxmlformats.org/officeDocument/2006/relationships/notesSlide" Target="/ppt/notesSlides/notesSlide3.xml" Id="Rdb218e17366b426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87c76cde42d46cd" /><Relationship Type="http://schemas.openxmlformats.org/officeDocument/2006/relationships/notesSlide" Target="/ppt/notesSlides/notesSlide4.xml" Id="R79037973acd843d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430b3458c864958" /><Relationship Type="http://schemas.openxmlformats.org/officeDocument/2006/relationships/image" Target="/ppt/media/image2.png" Id="R75134c5808eb407a" /><Relationship Type="http://schemas.openxmlformats.org/officeDocument/2006/relationships/notesSlide" Target="/ppt/notesSlides/notesSlide5.xml" Id="R9b7910c0df7b4fd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e1a7ab2c0c34671" /><Relationship Type="http://schemas.openxmlformats.org/officeDocument/2006/relationships/notesSlide" Target="/ppt/notesSlides/notesSlide6.xml" Id="Rf4f65a61de9246b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3b67055028346fb" /><Relationship Type="http://schemas.openxmlformats.org/officeDocument/2006/relationships/notesSlide" Target="/ppt/notesSlides/notesSlide7.xml" Id="Rc4259652f117454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5a790d2a7d74d75" /><Relationship Type="http://schemas.openxmlformats.org/officeDocument/2006/relationships/notesSlide" Target="/ppt/notesSlides/notesSlide8.xml" Id="Rb260fcb247ee4c6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f4b8f9f73144b55" /><Relationship Type="http://schemas.openxmlformats.org/officeDocument/2006/relationships/notesSlide" Target="/ppt/notesSlides/notesSlide9.xml" Id="Rd1f6e1cb71a44e0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3ded8ee839b430b" /><Relationship Type="http://schemas.openxmlformats.org/officeDocument/2006/relationships/image" Target="/ppt/media/image3.png" Id="R4a22580b03b04761" /><Relationship Type="http://schemas.openxmlformats.org/officeDocument/2006/relationships/notesSlide" Target="/ppt/notesSlides/notesSlide10.xml" Id="R4e629aac794e484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260e3234af24dc5" /><Relationship Type="http://schemas.openxmlformats.org/officeDocument/2006/relationships/image" Target="/ppt/media/image4.png" Id="Rab38379a7e804f25" /><Relationship Type="http://schemas.openxmlformats.org/officeDocument/2006/relationships/notesSlide" Target="/ppt/notesSlides/notesSlide11.xml" Id="Rf4ec642c18cb491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29c496b093545cf" /><Relationship Type="http://schemas.openxmlformats.org/officeDocument/2006/relationships/notesSlide" Target="/ppt/notesSlides/notesSlide12.xml" Id="R66ec462e5dc149c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09480232a694dc1" /><Relationship Type="http://schemas.openxmlformats.org/officeDocument/2006/relationships/image" Target="/ppt/media/image5.png" Id="R68dda31588ad4587" /><Relationship Type="http://schemas.openxmlformats.org/officeDocument/2006/relationships/image" Target="/ppt/media/image6.png" Id="R695eebb07e814a86" /><Relationship Type="http://schemas.openxmlformats.org/officeDocument/2006/relationships/image" Target="/ppt/media/image7.png" Id="R29707f4d2a744d0a" /><Relationship Type="http://schemas.openxmlformats.org/officeDocument/2006/relationships/notesSlide" Target="/ppt/notesSlides/notesSlide13.xml" Id="Rf565544651be436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f5f85dd40474629" /><Relationship Type="http://schemas.openxmlformats.org/officeDocument/2006/relationships/notesSlide" Target="/ppt/notesSlides/notesSlide14.xml" Id="R76879a5832db4a0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a86cdcf0ea74c98" /><Relationship Type="http://schemas.openxmlformats.org/officeDocument/2006/relationships/notesSlide" Target="/ppt/notesSlides/notesSlide15.xml" Id="Rdc4a72e59c824f8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cb25cc6a32c4872" /><Relationship Type="http://schemas.openxmlformats.org/officeDocument/2006/relationships/image" Target="/ppt/media/image8.png" Id="R56ad5346eb014c79" /><Relationship Type="http://schemas.openxmlformats.org/officeDocument/2006/relationships/image" Target="/ppt/media/image9.png" Id="R42b5aba323e442ef" /><Relationship Type="http://schemas.openxmlformats.org/officeDocument/2006/relationships/image" Target="/ppt/media/image10.png" Id="R20be3e5cd28749b4" /><Relationship Type="http://schemas.openxmlformats.org/officeDocument/2006/relationships/notesSlide" Target="/ppt/notesSlides/notesSlide16.xml" Id="R1ecc3fc8e4db4e1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c370caebd99470e" /><Relationship Type="http://schemas.openxmlformats.org/officeDocument/2006/relationships/image" Target="/ppt/media/image11.png" Id="R857b87305ff84fe3" /><Relationship Type="http://schemas.openxmlformats.org/officeDocument/2006/relationships/notesSlide" Target="/ppt/notesSlides/notesSlide17.xml" Id="R760385324e7046b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c7b767e484c4b98" /><Relationship Type="http://schemas.openxmlformats.org/officeDocument/2006/relationships/image" Target="/ppt/media/image12.png" Id="Rbf060881e0c0417e" /><Relationship Type="http://schemas.openxmlformats.org/officeDocument/2006/relationships/notesSlide" Target="/ppt/notesSlides/notesSlide18.xml" Id="R0857c0d1a4a5498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8376bf6d55b4014" /><Relationship Type="http://schemas.openxmlformats.org/officeDocument/2006/relationships/notesSlide" Target="/ppt/notesSlides/notesSlide19.xml" Id="R1b9f8f658f77462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36f26ad639b4df9" /><Relationship Type="http://schemas.openxmlformats.org/officeDocument/2006/relationships/notesSlide" Target="/ppt/notesSlides/notesSlide20.xml" Id="Rc6c9f4b201054e8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3f71b3b76f349c2" /><Relationship Type="http://schemas.openxmlformats.org/officeDocument/2006/relationships/notesSlide" Target="/ppt/notesSlides/notesSlide21.xml" Id="R8fb338c9ad26473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b86fb8e223f4e0a" /><Relationship Type="http://schemas.openxmlformats.org/officeDocument/2006/relationships/notesSlide" Target="/ppt/notesSlides/notesSlide22.xml" Id="Ra3ceac22e4cd433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341ca10a98e4c01" /><Relationship Type="http://schemas.openxmlformats.org/officeDocument/2006/relationships/notesSlide" Target="/ppt/notesSlides/notesSlide23.xml" Id="R13e9b2e0736a479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29ca881341d41ad" /><Relationship Type="http://schemas.openxmlformats.org/officeDocument/2006/relationships/notesSlide" Target="/ppt/notesSlides/notesSlide24.xml" Id="R0ac5413bb3bd490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30d3a0164eb4f85" /><Relationship Type="http://schemas.openxmlformats.org/officeDocument/2006/relationships/notesSlide" Target="/ppt/notesSlides/notesSlide25.xml" Id="R5b0f3596c5534e8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810710f558144c0" /><Relationship Type="http://schemas.openxmlformats.org/officeDocument/2006/relationships/notesSlide" Target="/ppt/notesSlides/notesSlide26.xml" Id="R195c710f87a64bc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8ffa2fa793343e3" /><Relationship Type="http://schemas.openxmlformats.org/officeDocument/2006/relationships/notesSlide" Target="/ppt/notesSlides/notesSlide27.xml" Id="Rb2c726a70fe041b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7f3d911c91c43c4" /><Relationship Type="http://schemas.openxmlformats.org/officeDocument/2006/relationships/notesSlide" Target="/ppt/notesSlides/notesSlide28.xml" Id="R2be12e74120840b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163b64c8aa6b4f9e" /><Relationship Type="http://schemas.openxmlformats.org/officeDocument/2006/relationships/notesSlide" Target="/ppt/notesSlides/notesSlide29.xml" Id="Rc6c6e7f05239423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d428adef37c4b1f" /><Relationship Type="http://schemas.openxmlformats.org/officeDocument/2006/relationships/notesSlide" Target="/ppt/notesSlides/notesSlide30.xml" Id="Rdd3c511e30eb491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beba98f61924053" /><Relationship Type="http://schemas.openxmlformats.org/officeDocument/2006/relationships/notesSlide" Target="/ppt/notesSlides/notesSlide31.xml" Id="Ra92c230e917d46b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b028270e4c3456a" /><Relationship Type="http://schemas.openxmlformats.org/officeDocument/2006/relationships/notesSlide" Target="/ppt/notesSlides/notesSlide32.xml" Id="R53c3a4ffef1c464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6d0ac9fbe5e4421" /><Relationship Type="http://schemas.openxmlformats.org/officeDocument/2006/relationships/notesSlide" Target="/ppt/notesSlides/notesSlide33.xml" Id="R48fc70e510204d6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ce9af19d9fc4eb9" /><Relationship Type="http://schemas.openxmlformats.org/officeDocument/2006/relationships/notesSlide" Target="/ppt/notesSlides/notesSlide34.xml" Id="R514114c318e1430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358be662246e4bcd" /><Relationship Type="http://schemas.openxmlformats.org/officeDocument/2006/relationships/notesSlide" Target="/ppt/notesSlides/notesSlide35.xml" Id="R14030c44b58f4f6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985a8688339423f" /><Relationship Type="http://schemas.openxmlformats.org/officeDocument/2006/relationships/notesSlide" Target="/ppt/notesSlides/notesSlide36.xml" Id="R3acb6a8d2efa43fe"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06b3aa5f021493e" /><Relationship Type="http://schemas.openxmlformats.org/officeDocument/2006/relationships/notesSlide" Target="/ppt/notesSlides/notesSlide37.xml" Id="R663f01093a3143f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1c601af2e0a14899" /><Relationship Type="http://schemas.openxmlformats.org/officeDocument/2006/relationships/notesSlide" Target="/ppt/notesSlides/notesSlide38.xml" Id="R1e3eb8e87fbb413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525caa16f66436a" /><Relationship Type="http://schemas.openxmlformats.org/officeDocument/2006/relationships/notesSlide" Target="/ppt/notesSlides/notesSlide39.xml" Id="Rd012a3d00030421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838274d0108e4fbe" /><Relationship Type="http://schemas.openxmlformats.org/officeDocument/2006/relationships/notesSlide" Target="/ppt/notesSlides/notesSlide40.xml" Id="Rd82966d5279f42d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8dab68faf68477a" /><Relationship Type="http://schemas.openxmlformats.org/officeDocument/2006/relationships/image" Target="/ppt/media/image13.png" Id="R47a8858f82954841" /><Relationship Type="http://schemas.openxmlformats.org/officeDocument/2006/relationships/image" Target="/ppt/media/image14.png" Id="Rc68e07c7f7d442f9" /><Relationship Type="http://schemas.openxmlformats.org/officeDocument/2006/relationships/notesSlide" Target="/ppt/notesSlides/notesSlide41.xml" Id="R9b4541a74c8e42e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70615ef74c544c09" /><Relationship Type="http://schemas.openxmlformats.org/officeDocument/2006/relationships/image" Target="/ppt/media/image15.png" Id="Rf3883d1591624ae4" /><Relationship Type="http://schemas.openxmlformats.org/officeDocument/2006/relationships/notesSlide" Target="/ppt/notesSlides/notesSlide42.xml" Id="R1ab9af1a84424a10"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d333d4326ae4dce" /><Relationship Type="http://schemas.openxmlformats.org/officeDocument/2006/relationships/notesSlide" Target="/ppt/notesSlides/notesSlide43.xml" Id="R05e6209edf3945f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fce9663619284a98" /><Relationship Type="http://schemas.openxmlformats.org/officeDocument/2006/relationships/notesSlide" Target="/ppt/notesSlides/notesSlide44.xml" Id="R4bbe1fcaa7bb4de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8f409268b5804ef3" /><Relationship Type="http://schemas.openxmlformats.org/officeDocument/2006/relationships/notesSlide" Target="/ppt/notesSlides/notesSlide45.xml" Id="Rcd31e2692d6d44c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3f72fe03aa040f3" /><Relationship Type="http://schemas.openxmlformats.org/officeDocument/2006/relationships/notesSlide" Target="/ppt/notesSlides/notesSlide46.xml" Id="R4ddffbfc8e38473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2597913cfd634aa1" /><Relationship Type="http://schemas.openxmlformats.org/officeDocument/2006/relationships/notesSlide" Target="/ppt/notesSlides/notesSlide47.xml" Id="R468ee6ab2b0a4c9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3247f463a4bf415c" /><Relationship Type="http://schemas.openxmlformats.org/officeDocument/2006/relationships/notesSlide" Target="/ppt/notesSlides/notesSlide48.xml" Id="R285b97f575fa467e"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bd658346044b4bfa" /><Relationship Type="http://schemas.openxmlformats.org/officeDocument/2006/relationships/notesSlide" Target="/ppt/notesSlides/notesSlide49.xml" Id="R153938ba146d42d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506658b935fe419e" /><Relationship Type="http://schemas.openxmlformats.org/officeDocument/2006/relationships/notesSlide" Target="/ppt/notesSlides/notesSlide50.xml" Id="R3d28c0bf888f44be"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4bc9cf0142b641ba" /><Relationship Type="http://schemas.openxmlformats.org/officeDocument/2006/relationships/notesSlide" Target="/ppt/notesSlides/notesSlide51.xml" Id="R1a12216159ee4bb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264595b37f754550" /><Relationship Type="http://schemas.openxmlformats.org/officeDocument/2006/relationships/notesSlide" Target="/ppt/notesSlides/notesSlide52.xml" Id="R546f78e479704b4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1faabbc7e81f4a96" /><Relationship Type="http://schemas.openxmlformats.org/officeDocument/2006/relationships/notesSlide" Target="/ppt/notesSlides/notesSlide53.xml" Id="R9151d8d28f69414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013e14deeff45a7" /><Relationship Type="http://schemas.openxmlformats.org/officeDocument/2006/relationships/notesSlide" Target="/ppt/notesSlides/notesSlide54.xml" Id="Rc9a7551c93634f1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2a00efe0c7a443e9" /><Relationship Type="http://schemas.openxmlformats.org/officeDocument/2006/relationships/notesSlide" Target="/ppt/notesSlides/notesSlide55.xml" Id="Rc04f5bee046a412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852eedab6bc8477c" /><Relationship Type="http://schemas.openxmlformats.org/officeDocument/2006/relationships/notesSlide" Target="/ppt/notesSlides/notesSlide56.xml" Id="R11e15c97bbed4d8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53acc970e16f4927" /><Relationship Type="http://schemas.openxmlformats.org/officeDocument/2006/relationships/image" Target="/ppt/media/image16.png" Id="R9c276b30ade24a9a" /><Relationship Type="http://schemas.openxmlformats.org/officeDocument/2006/relationships/image" Target="/ppt/media/image17.png" Id="R2585f94bd54448cc" /><Relationship Type="http://schemas.openxmlformats.org/officeDocument/2006/relationships/notesSlide" Target="/ppt/notesSlides/notesSlide57.xml" Id="R5a50c41ae4ad4de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0298d6689ffb4c88" /><Relationship Type="http://schemas.openxmlformats.org/officeDocument/2006/relationships/notesSlide" Target="/ppt/notesSlides/notesSlide58.xml" Id="R53e5f6c2bd6b401b"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9203ab9e6e6f4612" /><Relationship Type="http://schemas.openxmlformats.org/officeDocument/2006/relationships/notesSlide" Target="/ppt/notesSlides/notesSlide59.xml" Id="R1f7680a30e984a9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7df322d3d1d24bc5" /><Relationship Type="http://schemas.openxmlformats.org/officeDocument/2006/relationships/notesSlide" Target="/ppt/notesSlides/notesSlide60.xml" Id="Rb410cee698bd45d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6390a0a1e38a4a4a" /><Relationship Type="http://schemas.openxmlformats.org/officeDocument/2006/relationships/notesSlide" Target="/ppt/notesSlides/notesSlide61.xml" Id="R65203f8569bc4d0c"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b7645300f06e4cc3" /><Relationship Type="http://schemas.openxmlformats.org/officeDocument/2006/relationships/notesSlide" Target="/ppt/notesSlides/notesSlide62.xml" Id="R8a28305255784365"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1b74547a7d774b26" /><Relationship Type="http://schemas.openxmlformats.org/officeDocument/2006/relationships/notesSlide" Target="/ppt/notesSlides/notesSlide63.xml" Id="R52166b92dfa84ea2"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04aa1e10fc824fb4" /><Relationship Type="http://schemas.openxmlformats.org/officeDocument/2006/relationships/notesSlide" Target="/ppt/notesSlides/notesSlide64.xml" Id="R4076d6b9e28d4fb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637ff385cbe34fa5" /><Relationship Type="http://schemas.openxmlformats.org/officeDocument/2006/relationships/notesSlide" Target="/ppt/notesSlides/notesSlide65.xml" Id="Rcd7a0dc8d74742dc"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e38afa3ac52d4d46" /><Relationship Type="http://schemas.openxmlformats.org/officeDocument/2006/relationships/chart" Target="/ppt/slides/charts/chart1.xml" Id="R9601f235484c42f7" /><Relationship Type="http://schemas.openxmlformats.org/officeDocument/2006/relationships/notesSlide" Target="/ppt/notesSlides/notesSlide66.xml" Id="R01eab1534fd64f72"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5de449e9d99e4c47" /><Relationship Type="http://schemas.openxmlformats.org/officeDocument/2006/relationships/notesSlide" Target="/ppt/notesSlides/notesSlide67.xml" Id="R65971ed9d788448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24ff8333e68c4974" /><Relationship Type="http://schemas.openxmlformats.org/officeDocument/2006/relationships/notesSlide" Target="/ppt/notesSlides/notesSlide68.xml" Id="R35281f2c76e14c7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1e855a1992d34f39" /><Relationship Type="http://schemas.openxmlformats.org/officeDocument/2006/relationships/notesSlide" Target="/ppt/notesSlides/notesSlide69.xml" Id="R795e03407fd044aa"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f3e2fd560cae4d7b" /><Relationship Type="http://schemas.openxmlformats.org/officeDocument/2006/relationships/notesSlide" Target="/ppt/notesSlides/notesSlide70.xml" Id="R6952e79abcb94292"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f784b01548ea4626" /><Relationship Type="http://schemas.openxmlformats.org/officeDocument/2006/relationships/notesSlide" Target="/ppt/notesSlides/notesSlide71.xml" Id="R80c9ba0fa0db4efe"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699d152f2beb446e" /><Relationship Type="http://schemas.openxmlformats.org/officeDocument/2006/relationships/notesSlide" Target="/ppt/notesSlides/notesSlide72.xml" Id="Rd741495c5218495d"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a5d90a947a6b4e13" /><Relationship Type="http://schemas.openxmlformats.org/officeDocument/2006/relationships/notesSlide" Target="/ppt/notesSlides/notesSlide73.xml" Id="Rc61b881deed14747"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020673eadf56476c" /><Relationship Type="http://schemas.openxmlformats.org/officeDocument/2006/relationships/notesSlide" Target="/ppt/notesSlides/notesSlide74.xml" Id="Ra9824a6f8c154a49"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349162e786f94948" /><Relationship Type="http://schemas.openxmlformats.org/officeDocument/2006/relationships/notesSlide" Target="/ppt/notesSlides/notesSlide75.xml" Id="R2e3a2c8d99b144f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7f1e98af71e34942" /><Relationship Type="http://schemas.openxmlformats.org/officeDocument/2006/relationships/notesSlide" Target="/ppt/notesSlides/notesSlide76.xml" Id="R1d1874fdd206485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b89212596aad4f8a" /><Relationship Type="http://schemas.openxmlformats.org/officeDocument/2006/relationships/notesSlide" Target="/ppt/notesSlides/notesSlide77.xml" Id="R06179033b2944484"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07cd0cbf5b2d47f9" /><Relationship Type="http://schemas.openxmlformats.org/officeDocument/2006/relationships/notesSlide" Target="/ppt/notesSlides/notesSlide78.xml" Id="R33b84edeb83c4756"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55b86544f9064c18" /><Relationship Type="http://schemas.openxmlformats.org/officeDocument/2006/relationships/notesSlide" Target="/ppt/notesSlides/notesSlide79.xml" Id="R960771bb89f442d8"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b9fbe9202a094824" /><Relationship Type="http://schemas.openxmlformats.org/officeDocument/2006/relationships/notesSlide" Target="/ppt/notesSlides/notesSlide80.xml" Id="R13104a4dc52e422c"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22826a065c7d437c" /><Relationship Type="http://schemas.openxmlformats.org/officeDocument/2006/relationships/notesSlide" Target="/ppt/notesSlides/notesSlide81.xml" Id="Re9299a25b62d469a"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12ac10469fac4547" /><Relationship Type="http://schemas.openxmlformats.org/officeDocument/2006/relationships/notesSlide" Target="/ppt/notesSlides/notesSlide82.xml" Id="Rae55d52a448f4c5c"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3125cea1206543e7" /><Relationship Type="http://schemas.openxmlformats.org/officeDocument/2006/relationships/notesSlide" Target="/ppt/notesSlides/notesSlide83.xml" Id="R08dad3215936407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4863bbe4ae864a6e" /><Relationship Type="http://schemas.openxmlformats.org/officeDocument/2006/relationships/notesSlide" Target="/ppt/notesSlides/notesSlide84.xml" Id="R9dc711e9caf54661"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7e7c3986ac4b4e3d" /><Relationship Type="http://schemas.openxmlformats.org/officeDocument/2006/relationships/notesSlide" Target="/ppt/notesSlides/notesSlide85.xml" Id="R3973ade0d6f94872"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65f2d8347d894bad" /><Relationship Type="http://schemas.openxmlformats.org/officeDocument/2006/relationships/notesSlide" Target="/ppt/notesSlides/notesSlide86.xml" Id="Rfc62e3eebb75499a"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c16298cdd0494c6f" /><Relationship Type="http://schemas.openxmlformats.org/officeDocument/2006/relationships/notesSlide" Target="/ppt/notesSlides/notesSlide87.xml" Id="Rb0d0ef15449b4793"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0ed1c34841454864" /><Relationship Type="http://schemas.openxmlformats.org/officeDocument/2006/relationships/notesSlide" Target="/ppt/notesSlides/notesSlide88.xml" Id="R93c74aa72e7f47f7"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fb6dc6ea6af64a6f" /><Relationship Type="http://schemas.openxmlformats.org/officeDocument/2006/relationships/notesSlide" Target="/ppt/notesSlides/notesSlide89.xml" Id="R80c6bbc8c04440c2"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387bbcd7e9b0454a" /><Relationship Type="http://schemas.openxmlformats.org/officeDocument/2006/relationships/notesSlide" Target="/ppt/notesSlides/notesSlide90.xml" Id="R8ad071e8f5ac41d1"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8302e95885854cec" /><Relationship Type="http://schemas.openxmlformats.org/officeDocument/2006/relationships/notesSlide" Target="/ppt/notesSlides/notesSlide91.xml" Id="R7a623624ccb0455b"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314bd81b0b384beb" /><Relationship Type="http://schemas.openxmlformats.org/officeDocument/2006/relationships/notesSlide" Target="/ppt/notesSlides/notesSlide92.xml" Id="R08304e8596e14bda"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0bbc56154fe34206" /><Relationship Type="http://schemas.openxmlformats.org/officeDocument/2006/relationships/chart" Target="/ppt/slides/charts/chart2.xml" Id="Ra326f36abb4b480d" /><Relationship Type="http://schemas.openxmlformats.org/officeDocument/2006/relationships/notesSlide" Target="/ppt/notesSlides/notesSlide93.xml" Id="Re4c06114da374c2c"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4cc8ec7bb8fe4402" /><Relationship Type="http://schemas.openxmlformats.org/officeDocument/2006/relationships/notesSlide" Target="/ppt/notesSlides/notesSlide94.xml" Id="R25487aa5bb504ca9"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1eed0ac964524bb2" /><Relationship Type="http://schemas.openxmlformats.org/officeDocument/2006/relationships/notesSlide" Target="/ppt/notesSlides/notesSlide95.xml" Id="R48bad081043e4d40"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1f3f122cb78a4412" /><Relationship Type="http://schemas.openxmlformats.org/officeDocument/2006/relationships/notesSlide" Target="/ppt/notesSlides/notesSlide96.xml" Id="R0c80ef2902d14417"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5ca19e643de04a11" /><Relationship Type="http://schemas.openxmlformats.org/officeDocument/2006/relationships/notesSlide" Target="/ppt/notesSlides/notesSlide97.xml" Id="R5d638c43344d4eee"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3f0426e9a15a4849" /><Relationship Type="http://schemas.openxmlformats.org/officeDocument/2006/relationships/notesSlide" Target="/ppt/notesSlides/notesSlide98.xml" Id="R544b49992c57406a"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d3172583740042c9" /><Relationship Type="http://schemas.openxmlformats.org/officeDocument/2006/relationships/notesSlide" Target="/ppt/notesSlides/notesSlide99.xml" Id="Rd560b7e884a1408d"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b07c683bb0ef4042" /><Relationship Type="http://schemas.openxmlformats.org/officeDocument/2006/relationships/notesSlide" Target="/ppt/notesSlides/notesSlide100.xml" Id="Re5d87be34bf64743"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82ba460d10c949a8" /><Relationship Type="http://schemas.openxmlformats.org/officeDocument/2006/relationships/notesSlide" Target="/ppt/notesSlides/notesSlide101.xml" Id="Rc845fe7df6e74198"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902c19a5323447b5" /><Relationship Type="http://schemas.openxmlformats.org/officeDocument/2006/relationships/notesSlide" Target="/ppt/notesSlides/notesSlide102.xml" Id="R07eebdf1d15f46c7"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c1fda73b00414941" /><Relationship Type="http://schemas.openxmlformats.org/officeDocument/2006/relationships/notesSlide" Target="/ppt/notesSlides/notesSlide103.xml" Id="Rb0165bb0b5d94dd6"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3b1a6e10feab40c2" /><Relationship Type="http://schemas.openxmlformats.org/officeDocument/2006/relationships/notesSlide" Target="/ppt/notesSlides/notesSlide104.xml" Id="R0bf5dde87ac34370"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b582ae7beb6443d3" /><Relationship Type="http://schemas.openxmlformats.org/officeDocument/2006/relationships/notesSlide" Target="/ppt/notesSlides/notesSlide105.xml" Id="R9ed9464c690d4bac"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6.xml" Id="R2b9d0b99483f4975" /><Relationship Type="http://schemas.openxmlformats.org/officeDocument/2006/relationships/notesSlide" Target="/ppt/notesSlides/notesSlide106.xml" Id="R87a3d45543ab4708"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6.xml" Id="R38ae5b47084e481a" /><Relationship Type="http://schemas.openxmlformats.org/officeDocument/2006/relationships/notesSlide" Target="/ppt/notesSlides/notesSlide107.xml" Id="R01f7f3fb1b04471b"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6.xml" Id="R8f3767b22bca4308" /><Relationship Type="http://schemas.openxmlformats.org/officeDocument/2006/relationships/notesSlide" Target="/ppt/notesSlides/notesSlide108.xml" Id="Rc0836d17c0d14d02"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6.xml" Id="R64333f003ba941a6" /><Relationship Type="http://schemas.openxmlformats.org/officeDocument/2006/relationships/notesSlide" Target="/ppt/notesSlides/notesSlide109.xml" Id="Rcbc3cccb6d5c411a"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6.xml" Id="R0d35f98bacfc4299" /><Relationship Type="http://schemas.openxmlformats.org/officeDocument/2006/relationships/notesSlide" Target="/ppt/notesSlides/notesSlide110.xml" Id="R219bc3d52f864265"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6.xml" Id="Rdce0a9b245184df7" /><Relationship Type="http://schemas.openxmlformats.org/officeDocument/2006/relationships/notesSlide" Target="/ppt/notesSlides/notesSlide111.xml" Id="Rf5d6e315abfa4412"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6.xml" Id="R834d6ff0699a4d09" /><Relationship Type="http://schemas.openxmlformats.org/officeDocument/2006/relationships/notesSlide" Target="/ppt/notesSlides/notesSlide112.xml" Id="R69e6b99384f74b25"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6.xml" Id="Rfc239c4444534352" /><Relationship Type="http://schemas.openxmlformats.org/officeDocument/2006/relationships/notesSlide" Target="/ppt/notesSlides/notesSlide113.xml" Id="Rb3483490cca3435e"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6.xml" Id="R236684fff3db4611" /><Relationship Type="http://schemas.openxmlformats.org/officeDocument/2006/relationships/notesSlide" Target="/ppt/notesSlides/notesSlide114.xml" Id="R4d57e9ed94714b3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2B4B8BD9-7DF1-4948-8BB1-B9C2006110D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BBA3B270-EA7F-48B4-8A1B-EED7FFB05C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F183584B-96F6-4227-94FA-F011BDFC7D93}"/>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4C4A1BE0-DD72-4BCD-89E2-45F1C35F1587}"/>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2F1BAE96-8C5C-4FC9-8255-479E1E396CE8}"/>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83F977C9-5683-4E74-8B28-97AC10373AB4}"/>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92E7ACA8-4AB8-42B3-BEA8-27E54B18FB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65084333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EFEC770-44AB-4A36-8EC9-CD66768C8C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CF6AC5AF-865D-48A0-94BC-38AB88C6B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45B88CC5-E77B-45FD-864D-91B89419E6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C43AD9F6-2A6A-4B97-8492-DA7B3967E5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11BC18EE-85D0-49C8-A3C5-74D65C1B37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3F3D590D-0505-4B9D-BB20-6003033959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D790627C-9176-43AA-B2B5-1582FD283FE4}"/>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8D68A69F-9520-48B6-83A9-54A7B92D1ECD}"/>
              </a:ext>
            </a:extLst>
          </p:cNvPr>
          <p:cNvPicPr>
            <a:picLocks xmlns:a="http://schemas.openxmlformats.org/drawingml/2006/main" noChangeAspect="1"/>
          </p:cNvPicPr>
          <p:nvPr/>
        </p:nvPicPr>
        <p:blipFill>
          <a:blip xmlns:r="http://schemas.openxmlformats.org/officeDocument/2006/relationships" xmlns:a="http://schemas.openxmlformats.org/drawingml/2006/main" r:embed="R5d9ebd81dafe447f"/>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9A8DDCC6-5AB9-4E3C-9486-CF2953835410}"/>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403EBA42-484B-4A50-B0B0-D8558D5202E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DCA7AC62-951D-4A60-BD20-5AB2ECA896B9}"/>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65E5E237-1B10-49FC-827C-8F73DA92D7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496451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45B4D484-A6B3-424E-BAC3-E6752456C1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4ACBFF8C-D7ED-45DB-B1A4-F0AC82A318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093C144D-BC8B-4B6F-B8E5-9495D8F81B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2CACD8C9-B11F-4ECF-BCA0-4C16DEC19F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8CBAD789-A95F-4042-BEF9-4A3A8AAE91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149C1F2F-67A2-473E-A70C-73C386FF83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EE6D61AC-7B93-40A7-A39D-2C0916790F09}"/>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20BE8667-442A-40A3-A1F5-720B57D3D45B}"/>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A418ABB8-C5BE-49DA-B57E-B99D3E60A6FD}"/>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19905EA0-072B-47A6-A033-175B9C9E2EF6}"/>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70EBA74-0047-4E0D-80C8-D680DA212CE4}"/>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19A57740-F0A5-44E2-9FC5-D24085E7F63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8CFEE953-20D3-407E-B588-6B3B531E5B5C}"/>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D85C669F-E076-4534-AE40-71700EC568DB}"/>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44E8855F-0631-4636-9927-F54A426FA03C}"/>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8F9F981B-BE3F-4C7C-8FA0-E4913257647D}"/>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97F3C09B-8E06-4F9A-BDB9-0A266DBDD6E0}"/>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C5300652-8BBD-4C4A-8F19-5F794EAE7922}"/>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8AFB16-1601-477C-A22F-A7109D6AC53F}"/>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BEB332BD-6F17-4FB6-8FD2-52C6C9593037}"/>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28CEAEF-79D6-4B3E-8225-FA9DB5F01D5E}"/>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EAF1C7AF-B98B-46C0-835B-97C9355D56D8}"/>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F47F8BF8-19E2-4632-A5F7-A581736BD61C}"/>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2AE5B642-9D36-4AA5-A78E-91E22EB544B9}"/>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7AF4EE79-CE10-4D8F-A072-919554A1FFAF}"/>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46EF2FB4-4417-4BB0-B8D3-6043AE2F23EB}"/>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6BE710B5-2247-4541-8379-890ED290D3FF}"/>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FD4F17E3-CB67-495E-AA96-E94700F1482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BBCD73F6-4D58-4058-92C1-DA1B19CC0F5B}"/>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35FD5FEC-F233-404F-A196-C56B2389F0A0}"/>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80EBF1E-E694-42F9-914F-48760E9F3CFE}"/>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B102D2FE-09D1-442E-83C8-D14FF9659753}"/>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2308A996-2845-4042-B6A1-87FC51BD7E3C}"/>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7B455AE1-7E02-47EF-B51C-67381EB032F9}"/>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0DA4706B-10DC-4900-AE06-65225F8AEAC2}"/>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1D9E364-8EAF-4B6C-925F-AF4404024476}"/>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93ADDB73-B391-43C2-BA71-37E60E27F7E4}"/>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39668B05-4656-48E6-8354-1EAD96E8CC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9576627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B45900DB-E9F1-4D2C-87E8-24CBB6921C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1148E412-A398-4762-AB7D-57F0F8E124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질문이 커지면 Context를 모으는 일이 생긴다">
            <a:extLst xmlns:a="http://schemas.openxmlformats.org/drawingml/2006/main">
              <a:ext uri="{FF2B5EF4-FFF2-40B4-BE49-F238E27FC236}">
                <a16:creationId xmlns:a16="http://schemas.microsoft.com/office/drawing/2014/main" id="{E8988936-DE35-4A5B-AD1F-1FA30CEE55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8FA4D889-BD1B-4FA0-B9F6-FB7FA2D5A5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8D708443-AC0A-483D-8333-1F86504D06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6C269E97-C958-4CB5-B560-FE58A7C86F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3F998F59-D69C-4D60-8FA7-002BF3CEA39C}"/>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28064D9-9B49-44B6-94C5-AF241949028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AB21B41A-1D8E-43AB-85C7-3B148795F445}"/>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4AC3B56C-9EE6-4FF1-8E26-8FC4EA6E8396}"/>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FFF953B1-057F-47A3-9DCF-107DB463CC36}"/>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CCF52F6E-FA23-4D83-A296-8645232713CB}"/>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8DD57FF6-B858-4525-BBA4-6197238079B9}"/>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8E4ECD2C-0E34-4539-A633-073A9EAD737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48E4D349-BA9F-4E0E-A312-850492100818}"/>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7967A4A1-19BF-41F5-95F5-5932A95CE32C}"/>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4B97EB80-B2E4-4371-817F-F06150AFAEC1}"/>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6E6F7EB0-09DE-4A3C-975F-3DD68458CA7A}"/>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B05B9A19-39EA-403F-B831-D6E7AE6018A0}"/>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A50E5F1E-B4B4-4126-B0B0-BFE9A94E41EB}"/>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DB735672-E3C4-4487-86D0-3A75E3318692}"/>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40A75903-9659-402B-97BA-7BBF74FADEE0}"/>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C82AD108-535C-4739-96B7-3F1BDD8E600E}"/>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548FB91A-9D36-4FA8-AFE1-F9DDB9523D2A}"/>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FE9FE522-7FD9-406E-9063-3C44833F6A5B}"/>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FB30CED3-7624-4E85-8860-96F358ECC30F}"/>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37B23F67-D747-4837-B5C3-50A855CACD5B}"/>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5ED11BD1-11B2-401B-B8E5-32C8D673A094}"/>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5E3E04E0-8AB9-4183-BC2D-753F60A09293}"/>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40D3E76E-8419-415C-AB15-E0BA46E692BD}"/>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1B879144-EF82-4B6F-A993-08C7A3E704F5}"/>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CCEF497-C0CA-4B2E-AE66-1F7826A1B44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86A01449-B551-4603-84C9-B353F2F8D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96576041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F4F82C88-F388-4894-9FF7-01DBAB9328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364369E2-5666-406F-BAE7-C2DA31A725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파일명을 주지 않으면 Agent는 어디부터 볼까?">
            <a:extLst xmlns:a="http://schemas.openxmlformats.org/drawingml/2006/main">
              <a:ext uri="{FF2B5EF4-FFF2-40B4-BE49-F238E27FC236}">
                <a16:creationId xmlns:a16="http://schemas.microsoft.com/office/drawing/2014/main" id="{716074F5-E95E-4331-ADE3-529D087D32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5BD700E9-D6AB-4DFF-BFCF-AF7442EF37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2A54F6C9-16F0-486A-99C9-EBCA11E38D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DCF38AD7-0044-4D75-BB03-B82062EF7B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D28CAB17-8AAF-4FEF-96A3-565C67CCCCBE}"/>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398F73B1-20EA-49B9-AEEF-FF7F9FA48FBB}"/>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C4F537EA-9BBD-4307-AC9F-BF6901294BC3}"/>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78303FF1-1525-4E9F-9F95-8517DF0F3A28}"/>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9BFB577B-B10A-429C-9D4B-5CF71CAF7805}"/>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2A6BE0F4-E950-4315-93B5-7067CD046888}"/>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9DDC5A8D-A874-4DA1-8943-BFA4BB5A4ED0}"/>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AC7B0818-CB97-44A5-9A87-8F3FD80F7F12}"/>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57067CC4-1F30-4E77-961F-167D071F943C}"/>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86D542B-833E-44DD-BF5D-E5499A9F6625}"/>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B9A7ABF1-08D0-4DED-A623-7A64C5007FF1}"/>
              </a:ext>
            </a:extLst>
          </p:cNvPr>
          <p:cNvPicPr>
            <a:picLocks xmlns:a="http://schemas.openxmlformats.org/drawingml/2006/main" noChangeAspect="1"/>
          </p:cNvPicPr>
          <p:nvPr/>
        </p:nvPicPr>
        <p:blipFill>
          <a:blip xmlns:r="http://schemas.openxmlformats.org/officeDocument/2006/relationships" xmlns:a="http://schemas.openxmlformats.org/drawingml/2006/main" r:embed="R75134c5808eb407a"/>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1F3BBA13-7518-4A50-BCE2-DDFEC2837A8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9C2D8615-B2F9-4B00-B4CD-5AA84CE38A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8475193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39A2C273-1FC9-44D4-B2A3-D8D970F35D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68283950-7411-4B3E-9B2D-611B9D2FBC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Crop은 기대한 폭보다 한 열을 더 포함했다">
            <a:extLst xmlns:a="http://schemas.openxmlformats.org/drawingml/2006/main">
              <a:ext uri="{FF2B5EF4-FFF2-40B4-BE49-F238E27FC236}">
                <a16:creationId xmlns:a16="http://schemas.microsoft.com/office/drawing/2014/main" id="{43BA326B-B320-4C74-81AB-CFA9112D12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A28D4DCE-F27E-4506-9AC4-28D444C568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4E47F04F-AB2B-47C8-A511-D7667E5D09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029FD4BB-5F33-4AC1-A56E-FA5D132FDC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35255894-9465-4C53-A108-B2913F630DE3}"/>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34890C1-DE05-450B-ADE1-85271FF41F13}"/>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64D32083-E742-4DC2-8BA6-00F2AB4D905F}"/>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5F38F8C9-40A7-4088-93EB-2C37D83B50CB}"/>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9FE13B97-DFF0-4003-8FF8-E1F04C19A598}"/>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8BB9DD7F-42AC-4E17-AEF4-E1A2725D194C}"/>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DCF0FCCA-1196-426E-9F7B-BB490E309DEA}"/>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2749EBD7-5E60-4107-9FC8-7E9BF2519498}"/>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1BCB469-FEF7-4D52-800A-AEE458927609}"/>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CBD3CA54-B884-47AD-8D12-762F278DC522}"/>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E614F763-1842-4591-B28D-36A5566B5538}"/>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2D0BD857-2241-4AE6-9D3A-B056F9B7EDEE}"/>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0AE3F18F-8968-4565-B2D6-0A983327651A}"/>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1F4EA2B5-5980-4E71-90B3-A3771E52094D}"/>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58940611-DAFC-4694-847F-B2F51EDD9C71}"/>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64C065A5-91D4-4C49-BC7E-BF3DCCFF3636}"/>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E9B01A83-3E1D-48EC-A444-947CF1A4753F}"/>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8A602E1E-D842-46A4-BA8C-7301ADE4B7D0}"/>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667345F8-2E59-4B4F-B54E-C7AF3A79F0FD}"/>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66813A21-57D8-4DBD-8209-5098C9D2B09A}"/>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E9F23519-B94A-4617-9340-FC9D3C052FD2}"/>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68B0C084-0EF2-485F-8EB5-58324641867F}"/>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AD8C69FB-E8B2-4365-B101-EE2E68E0D93B}"/>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3DDC2E48-EEC5-4EA5-8625-D81C93D38605}"/>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F8F7D2D9-3434-4B77-BC59-04449F1B9D16}"/>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ECFA71FE-5B35-4512-9519-76A60D83367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21799678-18C7-446E-953C-2CAF4470CBE5}"/>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EEFF3C45-F126-44C3-A197-54DAAA0078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8734943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E59941E3-0EC0-42E4-B4A9-24A1AFFF5C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773BE470-3BBB-4B4F-BB87-FB60841F7F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테스트·명세·구현을 연결해 원인을 설명했다">
            <a:extLst xmlns:a="http://schemas.openxmlformats.org/drawingml/2006/main">
              <a:ext uri="{FF2B5EF4-FFF2-40B4-BE49-F238E27FC236}">
                <a16:creationId xmlns:a16="http://schemas.microsoft.com/office/drawing/2014/main" id="{7D7851A3-962C-4D71-ACF4-BE96D1DCE6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9CCD2E7F-E568-45D0-9031-9782800346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98891082-CDCE-4217-8915-E4A62EFC03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A5812E4C-1453-4DCB-A3F1-936C658686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1E61EB25-3FF8-4E26-9C23-317B68A496A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84571C86-3903-4CA9-B164-321F2E6E352C}"/>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B4CE0482-A09B-4768-9B59-EAE2FA8D44C7}"/>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DC9E6623-E44E-42ED-92A3-6BCDD2361535}"/>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11D957F3-5894-4B4D-AC2C-AA87649C35FF}"/>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A3F662CC-9053-4AD4-8715-2FE341BCEC62}"/>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269E67FF-5A46-408C-A8BB-5C878B7A8413}"/>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7DC6D8DE-913A-4864-84A8-6CF14571E629}"/>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513376CD-3A1E-4974-89D1-61BE6202125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CC8B94D9-2A40-435E-BDED-CB0C9FC0D3B5}"/>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F662E35D-FD36-4FD5-8861-495AE4202CA4}"/>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6D3FE645-AB36-49EA-ADBE-FF0781B5A721}"/>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5DEFF13F-2C71-422C-B638-0C2A8674AD1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123DD501-6A0C-4770-B421-C2591ADB87CF}"/>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19426EF7-6C85-46C4-A832-BA7C3F437D7C}"/>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900CE30C-C168-402D-91BB-C3C0122B80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9010187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F6277EFA-A6E9-43F2-B7FE-954C012163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186ED7D8-058E-42F7-9491-C1EE1B431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291BC367-5DBE-49F6-BF8B-0BB980211E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48AEADE-125F-44A6-96BD-021AB940F9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E16A7A0D-954B-4525-90C5-0E233C2FE2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5C5FF637-AC6D-4D98-8987-A2B267A5A1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44E837ED-75ED-4AF4-AF2E-775D7835ED67}"/>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AA218964-336C-4E74-8891-07DE637D2401}"/>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3E5DBFF-06CB-4268-95A8-1D49AEE18A45}"/>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AFE9C9AB-4456-423E-B07A-E2EC1D236200}"/>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DF5C3E20-3942-4303-9233-2E1329333FA4}"/>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76C4794-C7D9-4B5F-8465-C5984F91DE6D}"/>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56CE6BE4-7391-4E1E-9930-CBE6694FDB08}"/>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0D55567F-8322-4A88-A4B5-50AD2EA375F4}"/>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CF506669-3B60-4F06-B22E-BDA687D72285}"/>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FD3EF9B1-5A4A-4687-9D38-3E42974E05C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F9D12BE6-2113-4FB7-BEE2-9C770C6B5B42}"/>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7F33E223-35CF-4D3F-B7C1-6D597CB3380D}"/>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02B5E4B-40B1-485C-A745-5042B7DF2FEC}"/>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C8D22F7-EB75-487C-B2EC-E28BF4ED69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0260857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45AAC4D4-6037-44B2-90EF-5245F1C0D3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E86D078-ED8C-4A84-88FC-446DEB9CB3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40A1542F-01F2-4962-AD00-6C592A630B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6FD9E1B0-6785-42DA-9761-4BCEFCB017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49EA53B6-765C-443F-BEED-6E51B2FB82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D369161A-1945-4028-B8FE-FFB95C1258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9A813FD7-AB42-42F8-9C4B-AC4D159B3EC4}"/>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7295D095-FAA0-4F30-85F5-605F964B65ED}"/>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D956CB3D-4A36-4BF5-9134-D51081663843}"/>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2E441D4A-DD08-4938-8957-5452E2FA1E3F}"/>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E11ADE58-C5DC-4387-AF1B-575F498317A4}"/>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0AF98EEB-F2AD-4A92-AA5F-5547C120DAAF}"/>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A98ADDF6-6EB2-4169-860E-CB465F567F13}"/>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D9BFC34A-8798-4556-B65B-CF2E1DAFA098}"/>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F9D5F281-06EE-4513-A875-716F9471FC27}"/>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A377BA15-D36E-42C8-A9B7-57E43B96558C}"/>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3E8F2F3C-A699-4B30-A93B-A6713849A176}"/>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20DA460-92F2-44ED-A7DB-848EAE55853F}"/>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573B27AA-BA05-4175-95B8-80E52068B0B4}"/>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84A231BE-A105-4B5B-B39A-D67CA656B1B9}"/>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7D57FCBE-A6C9-4EBE-979F-E53DC5CC963A}"/>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623EB200-ADEC-47BF-BDCA-E437D4123EC0}"/>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C94F878A-9961-4C3C-812C-D270A558D94F}"/>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6985A4E3-ED80-4BFC-B3A3-09DADD20369D}"/>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C064FA4A-4168-4869-8A1A-B38B11B344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8505252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5FE633EF-79E1-4F57-98E7-3DE6054B96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2DEAD707-6181-45C1-BBA2-1EA1017DBC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Chatbot에 이 자료를 직접 전달한다면?">
            <a:extLst xmlns:a="http://schemas.openxmlformats.org/drawingml/2006/main">
              <a:ext uri="{FF2B5EF4-FFF2-40B4-BE49-F238E27FC236}">
                <a16:creationId xmlns:a16="http://schemas.microsoft.com/office/drawing/2014/main" id="{B6ACD331-25DC-4FD0-9B16-6530E7FF18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BC99A2E8-5044-4CD3-912E-37E692FCB4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404F1ACC-FF6A-4B07-BF31-C1F0EB9ECE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1305B989-0DA3-4401-AAD5-281358CACE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ABD03C4D-79E2-458E-86C2-30F12595CC24}"/>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66152139-A1C3-4CF6-8E0B-E26454E29DAB}"/>
              </a:ext>
            </a:extLst>
          </p:cNvPr>
          <p:cNvPicPr>
            <a:picLocks xmlns:a="http://schemas.openxmlformats.org/drawingml/2006/main" noChangeAspect="1"/>
          </p:cNvPicPr>
          <p:nvPr/>
        </p:nvPicPr>
        <p:blipFill>
          <a:blip xmlns:r="http://schemas.openxmlformats.org/officeDocument/2006/relationships" xmlns:a="http://schemas.openxmlformats.org/drawingml/2006/main" r:embed="R4a22580b03b04761"/>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CB3E68CD-0577-468C-90A9-1A838D74A857}"/>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7F62BF79-363E-4D22-88EC-4B5FA6464FB9}"/>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940434CE-5544-49A3-992C-05FB7BC97738}"/>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30A8A4E8-9BF0-40B9-9603-6384D5F97657}"/>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778DE73A-56D6-4141-9EA3-F583A54E4BFB}"/>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CE2D9348-C563-48E3-803D-4869CE77798F}"/>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C215D09E-DD72-4C66-9E71-887265EE926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4BF0586B-B74F-40CD-B459-807C54FA31C2}"/>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D65DC6D8-9705-432B-8E62-D208DFBEBE5A}"/>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75A6FD9-71F3-4963-B214-004F4A14F5A7}"/>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8C2FC672-05FD-4443-B54F-B7F1F0615218}"/>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B5A15303-54AD-43F4-AA6D-2A0CAB7F4EDC}"/>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665FDE-8DF0-440C-BFE4-897BC7E0762F}"/>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C416848D-D2C3-459A-9FAD-23634BDEDD8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507110C6-D05C-4D23-982A-065040B8BE35}"/>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079FAC9-B6B4-4B06-A9C1-07790B5694F9}"/>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0FC58CE6-92F2-4559-826F-C5000EF07FE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F17A58BB-FD26-4007-9F22-54A5B7C4B44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89D2BCDD-52C5-45E4-9F04-B0E90E1AED24}"/>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9D1A5215-974A-4518-9423-AE5D3829D60D}"/>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9D3F82E3-5E47-43C6-BAE2-AF06E8BE5C1A}"/>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2DFF5D60-7899-4FDB-921B-9B8CA212924A}"/>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A615A668-3184-4376-9186-433FEC1B00D9}"/>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66478A61-E5B4-4871-833D-79D6A6B9C3E7}"/>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627D78CF-B5A9-4128-86BD-0CD9FBB1FAA2}"/>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3798AAAA-0659-4AC7-BA11-1B49F2F1CF4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050FAFB6-5ECD-48DF-9122-C79BA6AE3843}"/>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AE7CBDA7-75BE-43A2-BB84-6087ED6FB4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3644031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10FBE779-4740-4758-A34D-B9CADAED42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93147A81-6A0E-4D05-92AC-ADDCA7295F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Agent가 자료를 직접 찾아 연결했다">
            <a:extLst xmlns:a="http://schemas.openxmlformats.org/drawingml/2006/main">
              <a:ext uri="{FF2B5EF4-FFF2-40B4-BE49-F238E27FC236}">
                <a16:creationId xmlns:a16="http://schemas.microsoft.com/office/drawing/2014/main" id="{E36B865D-9D37-4BC8-ACF8-C4D0819AEF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B98DD73A-B958-4B9E-8F50-C866C195AA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E2EAF124-35EE-4C71-BDFC-480C9148BC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B201DC05-2453-4C7C-AFBE-04CAFBF2C0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68288B9C-E5F6-439F-B952-3F4CD2FE8311}"/>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09985E6-200F-4089-BCE1-B51F5AFC3C5B}"/>
              </a:ext>
            </a:extLst>
          </p:cNvPr>
          <p:cNvPicPr>
            <a:picLocks xmlns:a="http://schemas.openxmlformats.org/drawingml/2006/main" noChangeAspect="1"/>
          </p:cNvPicPr>
          <p:nvPr/>
        </p:nvPicPr>
        <p:blipFill>
          <a:blip xmlns:r="http://schemas.openxmlformats.org/officeDocument/2006/relationships" xmlns:a="http://schemas.openxmlformats.org/drawingml/2006/main" r:embed="Rab38379a7e804f25"/>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E534E098-9716-4A07-9B3E-E01D5321F1E7}"/>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6955717B-F251-4E83-B3C9-1673FE4AB2BA}"/>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216BB236-3C28-4E0D-AF08-54596EFB9C7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5CAA00A6-3E3F-46CB-A510-62B55B9E77D7}"/>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B692F132-C640-409B-B369-7A0B42A4607B}"/>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45C9C64-A691-46A8-B5CB-41F435C263AB}"/>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1FAC68A7-FFE3-4445-8A58-A65EB036295D}"/>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53C79B02-4672-4B38-9F7E-9DBF68B1FD95}"/>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CC48F251-7066-478E-B77A-53C186EBAD92}"/>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5C4A6468-5B89-4A4C-944D-A65D638CCA50}"/>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929C6DB7-763B-4D14-B33E-F6B09BE436C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39C74156-FEDC-4F6D-BCE5-46F95AAA60D2}"/>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DB3EBE1C-16F6-4343-A666-F4DA4756287C}"/>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110C938-C5C1-4E25-8BF4-9697D3560D24}"/>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A42F019-568B-48EC-8125-FA1EAC9BE075}"/>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2D0D9B5D-3490-4F07-9994-53835C15ABD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3163F4B9-1582-42A2-9739-9E1428D51553}"/>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8A4ED4E3-D082-47AF-9BF1-875799C31625}"/>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767A65F9-C3DC-4CDF-837B-58739D623E33}"/>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7DCBFC4E-6B3A-49D0-BC59-39F595CA1FCD}"/>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007BF088-F4B5-4497-995A-4E0240C94466}"/>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41076A62-6201-4481-83E5-416C00C8204C}"/>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C431B142-11DE-46BB-809B-643A1F49C03F}"/>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12259DF3-C876-4769-B744-A4480E931F1C}"/>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2EECD8AD-1861-49D2-A1E3-765B28DFEE4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3C117351-4791-4587-82C5-0F0BC8382A5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2A9F72BE-0D6A-4B3D-A3BF-09CF4633872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69AD23B9-B2CD-47C1-92FE-E27FDBCAE8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635231"/>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17711549-3945-45B7-BB22-A630DF5059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22004E5A-9E49-415C-9BA2-E5F83C1DBA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작업은 Codex에서 시작한다">
            <a:extLst xmlns:a="http://schemas.openxmlformats.org/drawingml/2006/main">
              <a:ext uri="{FF2B5EF4-FFF2-40B4-BE49-F238E27FC236}">
                <a16:creationId xmlns:a16="http://schemas.microsoft.com/office/drawing/2014/main" id="{6DC3D59A-D970-4D00-B8E3-6AF25997F2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97C3D4D6-315D-4C5B-9127-CBE9E095F9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522CBCFF-4C96-424F-9395-9EF58DB086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BE87EECE-D19D-4EF6-8E9A-487493DB43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34633158-FF56-4F33-A753-F1476FB35975}"/>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AF52B889-8712-43AD-B032-0596F1D1F834}"/>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D856081A-89AD-49F4-AECB-9B554FF6D4D4}"/>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6AAB4C21-D549-43D5-827F-DA896BED26B5}"/>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5D9BB431-FFE2-41C0-B756-C0D31056462D}"/>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2581A3C6-DABB-45BE-8846-9DFC54EBE0F4}"/>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7D8BC33C-5AFA-4DB8-A660-245A553AEADB}"/>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C0083D3B-338B-4D33-A220-2E18E957596A}"/>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BB03A7DF-B9F9-408F-A5A8-104AD770803B}"/>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DF4736BE-5A2D-42BE-98A0-C6CD2446CEB1}"/>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A2D48532-C0A9-4B96-80A8-30B7BF6EFB52}"/>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B0F755FD-2A39-48B5-9A2E-84665433BB96}"/>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0D12B595-178B-4199-A062-2BFEAC71B49F}"/>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2FB58B74-1459-4FD2-9F7B-3F9A3E71923F}"/>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46990E13-9AEF-4875-9C60-FB3332A18A01}"/>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75AECBA4-560D-46F0-8EC1-0E39F4CF9F7F}"/>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310F0BE9-74B5-4F39-A3C3-8237A0EA3705}"/>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C0DEE12C-96F2-4445-A8DF-0F865BE14F95}"/>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ADE18E5B-B2EF-46A6-8126-2ACEF6A6E813}"/>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9C6056DC-8044-45ED-82F7-15C53C958CD3}"/>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AD27E593-1CCA-4BA6-BF63-722843FBF0B3}"/>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B3C5F433-AA3C-4C4A-9577-AFEF7C15DC5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A0A93FAC-5DD5-4C39-B8DB-D4C39D799AA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832282D8-4ED4-4D3E-90BD-5C5E10BD0B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0300425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55AA610D-46E0-4F0B-9FA1-C879C48935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22FAB198-E1D8-4EAF-8112-9A90E3C119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접근과 Task 의도는 별개다">
            <a:extLst xmlns:a="http://schemas.openxmlformats.org/drawingml/2006/main">
              <a:ext uri="{FF2B5EF4-FFF2-40B4-BE49-F238E27FC236}">
                <a16:creationId xmlns:a16="http://schemas.microsoft.com/office/drawing/2014/main" id="{AF4C5911-27D2-4F83-843D-CEFD0CA01B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E30D8876-339F-41D0-89D0-43D88F44CC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B191881D-C27F-43AE-BC7D-E70C699F24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C54C6328-4E10-4AD8-B624-32B79230E2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400B7C84-6FA6-4677-8C64-E0ACA9D155AB}"/>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0753BD6A-3FEA-49BA-869B-6F7B655ED933}"/>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3E10E0A6-163B-4301-825E-582853D413E0}"/>
              </a:ext>
            </a:extLst>
          </p:cNvPr>
          <p:cNvPicPr>
            <a:picLocks xmlns:a="http://schemas.openxmlformats.org/drawingml/2006/main" noChangeAspect="1"/>
          </p:cNvPicPr>
          <p:nvPr/>
        </p:nvPicPr>
        <p:blipFill>
          <a:blip xmlns:r="http://schemas.openxmlformats.org/officeDocument/2006/relationships" xmlns:a="http://schemas.openxmlformats.org/drawingml/2006/main" r:embed="R68dda31588ad4587"/>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552CB75F-C716-44D3-91C6-0F196D3DB5EB}"/>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871EB42-7E39-4556-92B0-CE691BC16D59}"/>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1460A226-F4FF-4DE1-B424-5646879C1A5F}"/>
              </a:ext>
            </a:extLst>
          </p:cNvPr>
          <p:cNvPicPr>
            <a:picLocks xmlns:a="http://schemas.openxmlformats.org/drawingml/2006/main" noChangeAspect="1"/>
          </p:cNvPicPr>
          <p:nvPr/>
        </p:nvPicPr>
        <p:blipFill>
          <a:blip xmlns:r="http://schemas.openxmlformats.org/officeDocument/2006/relationships" xmlns:a="http://schemas.openxmlformats.org/drawingml/2006/main" r:embed="R695eebb07e814a86"/>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0D2C4941-9F49-4C33-94F0-7A2FBD7113DE}"/>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4F9793E-2D95-423D-9546-56C49D8ACF1D}"/>
              </a:ext>
            </a:extLst>
          </p:cNvPr>
          <p:cNvPicPr>
            <a:picLocks xmlns:a="http://schemas.openxmlformats.org/drawingml/2006/main" noChangeAspect="1"/>
          </p:cNvPicPr>
          <p:nvPr/>
        </p:nvPicPr>
        <p:blipFill>
          <a:blip xmlns:r="http://schemas.openxmlformats.org/officeDocument/2006/relationships" xmlns:a="http://schemas.openxmlformats.org/drawingml/2006/main" r:embed="R29707f4d2a744d0a"/>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4BA8AF28-25CE-4592-AFB7-698BC2983374}"/>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F0C71674-6CFC-4BAC-9197-A58304E3B7AC}"/>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CE8D4278-5330-4BDF-9E21-8A8D518AD0C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26D8C65C-B4D4-4F7D-83A1-7808A86ED8DB}"/>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FB9D02A3-6E98-4DAE-ADAA-F4AA4829C7A0}"/>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E5887B97-685C-4FA3-88EA-46FFE3AD1B99}"/>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9AA14ABD-552E-47A2-83DF-BB4B3F7B49FA}"/>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81DDF740-DE7C-4630-BF26-2CA0156000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31552668"/>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3ADAE706-CBC8-441E-A6B7-1A84A05EE2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9BD56DB1-680E-47D2-A9D7-8595E1F1F5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AC1C3B05-35F2-4F21-94B1-B568436D71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8BAB279B-3254-4444-A00A-515FE3CDB9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6AA7BC09-7481-428C-8072-010B867E1D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5D5D01DD-C82E-40D0-B6D0-7EC0C7B406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FB606AC7-2D0E-43ED-93EA-9DFFE8BC270E}"/>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D402C832-FFDF-47E8-8C55-E307081366E3}"/>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83B1498E-19E5-435E-9A82-D37185C41C4F}"/>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A2BD95A1-249A-45C5-8688-1D5CACD408D2}"/>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A52DCA4C-3C49-4D2B-B9F1-DCCB2A046352}"/>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500FE749-A130-4D2C-8E3D-3682FF276E64}"/>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28D733B-824F-442F-9EA8-3201DC3FE832}"/>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E2F8C23-B797-43CA-B8A3-3420CBA6FD61}"/>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B36C64B8-181A-41D6-BBEF-4573272BD5E8}"/>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28CD2873-702D-4E27-ADF2-BD32ADE37FE1}"/>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FDADAAAC-3F01-4A9B-BF8F-580745D16931}"/>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A4F7AC28-AA23-4506-BC93-365176CAA947}"/>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F3C1DDD-8D86-4F23-983B-094206C31566}"/>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4F424EC8-C1CB-49DC-AD99-B9E27EAF944C}"/>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E1812532-4DCD-4923-BE20-2125FB922769}"/>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EE902E95-B8D0-44D2-BCD9-A5DC23598F92}"/>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17068089-8045-429F-863E-FCA53A2DC7DC}"/>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580E3D3-F677-4A63-9F70-061E7F46454D}"/>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4B0C0CB7-E773-4CC2-BFA0-158CE603538A}"/>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690D9A6A-06E3-4F4F-B916-CEAB19A89C2A}"/>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6062A0D3-9D10-475A-B447-8294619FCFEC}"/>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C221F3AB-FB73-4C76-B7F6-A4733E6B30D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1C15AE6-FB48-4537-BF1A-1887D616A61F}"/>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6934FBF6-A5C4-4B62-8152-CBFD18DCC62E}"/>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66D4078B-643C-4481-8A11-E3F292A743AC}"/>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D0B3DDB0-E798-45FE-BEBA-CE5DB9A70FFE}"/>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4E34B161-C879-4617-AA5C-862FBF0000D8}"/>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F4A9486E-F9F4-4699-9F70-9EE559071891}"/>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30D468F6-3962-4BF9-8572-E36E1AD0FE6B}"/>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ECC92507-F1A0-412A-9FB6-D8A8C09E9F76}"/>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26BC2038-8740-4535-AD04-52E41497CE2E}"/>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358081DC-5821-4116-B0B0-ECFFF35CADC6}"/>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07035EE-75B6-4830-A84F-443F9F055B7E}"/>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86957597-5344-429B-8600-A5B39F749F0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1D3ED4E0-9EEC-44A9-AB7B-6FE86D0ADC4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9AFF7B38-1A4A-4C20-B10A-E3A5F03B3C77}"/>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CCE5EC90-DBCC-4C11-9265-EF64C49A02AF}"/>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39F942C0-91D6-4092-BF79-3E5471E5B69D}"/>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BD3A32E-FA29-4317-A526-400FBD60C12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2EC565AC-90A4-4417-9CD5-B71C54BB52CF}"/>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39BFF92-C6E7-46A0-86F0-8BC6CDD751E1}"/>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26B9ADC-F484-4EE4-A7F6-F90B77C6E05C}"/>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1C5406D7-6907-4857-A366-4714E8F4ABF5}"/>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5D03596C-6238-4AAE-A45D-0D31C8F6A332}"/>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689ABE00-0C6D-4F07-A233-2C9BE2C702D0}"/>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69F1D23B-016A-46DC-90C4-D64CE258C1D1}"/>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C72C9423-4688-4984-AFAE-475368CD1F24}"/>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3E716831-0E8C-4C47-9868-AA1E7F385F40}"/>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57FC5882-EECE-4AC4-9E75-57BE87BF056B}"/>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96D26ED-8791-4114-ACC0-57B04625F8A4}"/>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9FCEFD39-AFB3-4419-8CD6-55DF26EEB926}"/>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712B730C-E10B-4428-9AF2-AD715FFB501D}"/>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A980ECFF-CEA7-4860-87AC-58B4BEB20F3C}"/>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383C6FD2-CC64-4CD9-A093-CDCB9FD46B29}"/>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63AFC649-03B1-477A-A099-97C0A67601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034588646"/>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A519FCCE-AA08-491C-9142-7DF7DB751CF9}"/>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0CA58F8B-D264-4180-A203-7B12C1FA62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D15420FF-0AEF-4532-BC7E-A08E506184C0}"/>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15B18679-F5CD-41F0-8681-AABDBF06CA95}"/>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0EC62131-7282-42F0-8036-1D7AA5D9BAC1}"/>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B7E6B771-8B79-4F29-8F46-06DD2808C2A4}"/>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E225A1B3-3309-4B89-997A-005624D0EF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648637821"/>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2942D06B-727D-46D6-8AA4-CAD02AA2D3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785D420E-0CCF-4113-83BD-6A3D22C286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4CAE0DD5-226C-48D6-A880-7A8A0FACAC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E73E248B-44EB-4E1B-924D-C89141AF1A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5707A130-F89D-4CE9-A5AA-7E625C3915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1E487AFA-2A3B-48A4-B813-DF9BF6D679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1AFCA996-ED66-4404-9544-E22750B6269A}"/>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C9B81153-85AC-499D-963D-C67AA731C2F3}"/>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DC58FCB6-ED5A-4533-B055-C3BB15DB6E2A}"/>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B2B9A62-9EE4-42C7-83E0-C5E75AA10374}"/>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8479EC61-7472-4C82-AB7A-6873024A410C}"/>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614EF3F6-DC93-46AC-9539-4E17F29D5939}"/>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212182E2-2DA7-4757-91A4-6CCF4159D2A2}"/>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DA64F46-F406-4958-A4E8-ED1CA7F05C51}"/>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ED78A274-DBC1-4275-8635-B2157B6408AA}"/>
              </a:ext>
            </a:extLst>
          </p:cNvPr>
          <p:cNvPicPr>
            <a:picLocks xmlns:a="http://schemas.openxmlformats.org/drawingml/2006/main" noChangeAspect="1"/>
          </p:cNvPicPr>
          <p:nvPr/>
        </p:nvPicPr>
        <p:blipFill>
          <a:blip xmlns:r="http://schemas.openxmlformats.org/officeDocument/2006/relationships" xmlns:a="http://schemas.openxmlformats.org/drawingml/2006/main" r:embed="R56ad5346eb014c7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DD0B92CC-5BDD-43C4-9235-8E3B7B256D65}"/>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66F14F2F-05E4-4C56-8D98-0C99D4ABBA0D}"/>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B91EAA22-9142-4DC4-9EF5-5B586A1164F3}"/>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C03EBC3B-41BA-463C-A8E1-3EF61F6E5884}"/>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13288DD3-CAC9-4AC6-9AA5-E4198E0D373A}"/>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3F531A6F-35C0-426F-89F4-5EDB97E302A0}"/>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BEB89AF5-1E6A-412D-9BE2-FC2BD4562416}"/>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3781D58E-9516-417B-8C3B-30F78599344C}"/>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305FA845-9B59-4366-9508-41EBBD1099DF}"/>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CA6B523C-4D45-4B65-A83B-FCB7ED5603E2}"/>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5D8163B3-9CFF-4D18-AE3B-8DB373438990}"/>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678E77FA-DB9D-40D3-8CAB-E6FEBCD5C954}"/>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2DE15115-BAB6-41EE-B497-29157A20BE2C}"/>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46C1F377-EB78-4185-AE96-32A3A887C317}"/>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C01EC832-5FD4-46DD-95D0-534B236709CA}"/>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CD622A56-2646-4497-84AF-39610D084CD6}"/>
              </a:ext>
            </a:extLst>
          </p:cNvPr>
          <p:cNvPicPr>
            <a:picLocks xmlns:a="http://schemas.openxmlformats.org/drawingml/2006/main" noChangeAspect="1"/>
          </p:cNvPicPr>
          <p:nvPr/>
        </p:nvPicPr>
        <p:blipFill>
          <a:blip xmlns:r="http://schemas.openxmlformats.org/officeDocument/2006/relationships" xmlns:a="http://schemas.openxmlformats.org/drawingml/2006/main" r:embed="R42b5aba323e442e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F889DD9E-F845-44F9-A666-FB72B5062894}"/>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96DF9999-5A7D-4687-B41D-875995DB3700}"/>
              </a:ext>
            </a:extLst>
          </p:cNvPr>
          <p:cNvPicPr>
            <a:picLocks xmlns:a="http://schemas.openxmlformats.org/drawingml/2006/main" noChangeAspect="1"/>
          </p:cNvPicPr>
          <p:nvPr/>
        </p:nvPicPr>
        <p:blipFill>
          <a:blip xmlns:r="http://schemas.openxmlformats.org/officeDocument/2006/relationships" xmlns:a="http://schemas.openxmlformats.org/drawingml/2006/main" r:embed="R20be3e5cd28749b4"/>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B5F22141-BDC9-4DE8-BDCB-0CDF5B2402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808468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A20D7D67-A20F-4D46-8921-D0F8547E1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A6574628-3116-4CC8-B095-EBE709B1E2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BA55CB9A-DDA3-4E18-B9E6-A40F7CC64C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E6E7BEBD-76F6-405D-B8D9-41838331C9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6A4B446F-F6F4-466F-B682-86ED499E37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D93CFDA3-EB12-481E-9E11-EEC70C2004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7EEDF732-E001-4681-80F9-3A57406B6EFC}"/>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262AFB37-3928-4ABD-9959-042ABBBB335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ACB07B77-3A8C-4D9C-837B-31D4E7F71F7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D460EE07-3469-4960-ABB6-36756E64306F}"/>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B7703D70-E33F-4A3D-829A-C641B63355BF}"/>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B4236A1B-B068-4112-AFE8-542FB07E0020}"/>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50D294B-ECFC-48DE-B782-5A60D99866F9}"/>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5FC7E4D-F51C-4C8A-B797-83BAD78DC7D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39E1450E-1247-4B5B-8987-CB78600FD763}"/>
              </a:ext>
            </a:extLst>
          </p:cNvPr>
          <p:cNvPicPr>
            <a:picLocks xmlns:a="http://schemas.openxmlformats.org/drawingml/2006/main" noChangeAspect="1"/>
          </p:cNvPicPr>
          <p:nvPr/>
        </p:nvPicPr>
        <p:blipFill>
          <a:blip xmlns:r="http://schemas.openxmlformats.org/officeDocument/2006/relationships" xmlns:a="http://schemas.openxmlformats.org/drawingml/2006/main" r:embed="R857b87305ff84fe3"/>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887E3C2C-CED1-4750-A5F8-99F98E39F99B}"/>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13DCF4E8-9CD8-435C-92EC-6C8C3F12FE0A}"/>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EB861265-22CA-4947-85C8-CDBDCF4B6A86}"/>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62CFC141-102D-49E8-A627-111A2A8ADFC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5765F665-0FEE-4C30-809E-B616B32413DA}"/>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D35D8230-2E37-4ABD-B9C2-5F821014ADC2}"/>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90A8AAE1-4396-4BB8-B197-041E0A1F1D56}"/>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2EE028F-96B1-4531-818B-F5D96A29C071}"/>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4D00030B-C2A1-422F-9876-6558D8D9FB84}"/>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8AD3D82A-38ED-40E8-93A4-5E36164C76D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715008F5-F7BC-4C03-B37A-D101566BAAF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C9854184-15E7-4A10-B124-6E5468B7FEFA}"/>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DC37336B-CFF5-472F-B960-1509104DBB86}"/>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A8110654-54EC-42EC-BDAB-9D6DE18A9CE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01EB16F-2C3F-4F40-BDE9-F0C7BB7DA54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56743DC2-CF85-47FA-9C28-0ED56BFDD36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05062650-6249-48BF-96FE-1AEAEBE05295}"/>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4B745B66-9188-48EE-A3D1-1EE82E43B6C2}"/>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C77417A0-78F2-4E3C-A734-80E285E0B4FA}"/>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0C01BCAA-D9C5-4A31-84F6-800AE19D734A}"/>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B93158C0-7009-4459-AB1B-A1D39A6F0064}"/>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C6C1D6F6-2B65-43BC-87F5-0391B740A13A}"/>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E66AED2B-D8FE-4C9B-B4D0-DB11A8379257}"/>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67356408-A444-49B5-9534-2BE61A872DA5}"/>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2E0C75D-3DDF-4F96-92B4-F03E09564DA5}"/>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DAED15C6-D98C-4D59-9A0F-08DF163E9A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1004259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578771E6-4B50-4963-B4EE-33DB523479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9EE7E8EE-F7B5-4294-88EC-3B37A2D3F9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E0E47799-93A6-467E-BF95-690D4E7B34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88DAA039-FF8C-4155-AA9A-689B14BCAC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0FA21A67-8E00-497F-8E0C-347D4B88A2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CE88D218-CF8A-47C6-B024-6491CF70D3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BC07BFE4-B3D1-4AA6-A56A-86F6A4A2A0D9}"/>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C28CCE48-3D1E-41E5-A1FD-5AA48D211AB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6F7582AD-44C0-45EF-95A1-C3D1AB1ECDED}"/>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3FD92C4B-49EC-449F-953F-6A9D58AECAD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09B394E7-74EA-47C8-B304-268F28FA1CFF}"/>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B1C1C6E2-3E0F-4A08-827F-B8A775CF8A5E}"/>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0DB85474-CE48-48DC-A44F-48CAE8521E5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DFD474B4-D5B8-425A-9779-D869DFD3DEE8}"/>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1EA65931-8169-4B63-A780-567FA30B1A49}"/>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3FE9AB98-3EBB-44DF-BDEF-298EB57B3AB3}"/>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C34B6388-C006-47C0-B7D7-51841AA2B543}"/>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9153D282-E181-483A-BFF8-45A5B91D2E5E}"/>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061CDA7A-F7A5-4EFA-96D6-78136F065B2C}"/>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E90CF014-ACFC-45F1-9487-BD69933E77DA}"/>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D6F56494-3CDE-4D40-9432-9B9847AE155C}"/>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218C512B-0C45-4B1F-8227-B6597E726E46}"/>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F9FB12A-1FFB-4A84-B00F-82718521C03F}"/>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503192CC-DA0B-4CD0-998D-E014830F626B}"/>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13500A83-3A4C-4CBE-8D97-B222AA6A3815}"/>
              </a:ext>
            </a:extLst>
          </p:cNvPr>
          <p:cNvPicPr>
            <a:picLocks xmlns:a="http://schemas.openxmlformats.org/drawingml/2006/main" noChangeAspect="1"/>
          </p:cNvPicPr>
          <p:nvPr/>
        </p:nvPicPr>
        <p:blipFill>
          <a:blip xmlns:r="http://schemas.openxmlformats.org/officeDocument/2006/relationships" xmlns:a="http://schemas.openxmlformats.org/drawingml/2006/main" r:embed="Rbf060881e0c0417e"/>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72C50B36-2348-4009-93B7-8E6BB7154503}"/>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BDB82F5-663D-41D3-A4F2-4C6EB0003776}"/>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6CED485D-447D-4D3E-B43C-511483DDF94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11823FF8-EE8E-470D-B558-2BDEB55FBDC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2F39B1BE-2FE6-4121-8DCA-4234F86F2085}"/>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81069265-8FCC-48D1-BBFE-8EF4DCF54920}"/>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76D117FB-8ABB-4C54-B86E-6B6732632334}"/>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7AE71152-8575-410B-A5B9-03B309FFF30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7A6D9913-2C2A-4798-9C83-FED771F716E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B16A61D6-1BFD-4E23-B7EF-9353D22A096D}"/>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E1EC8F2D-9B41-4F0A-8862-518EFE0F2E01}"/>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C3061AAE-3F87-44DB-9F7F-B2CE0B302FBD}"/>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EC2F938-2660-4461-BFC2-D7B4403BAB8B}"/>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907E832A-695B-401D-B469-8EE03D726E93}"/>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EE5743FB-6664-43C3-A9DD-D064390AC03B}"/>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9A4E5586-3EFB-470F-999D-32C67B59A3ED}"/>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333BFBD1-FFBD-4D17-986B-0C60AF35EEF7}"/>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3A68D842-C939-4622-A797-C9D5F71B3310}"/>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817D101C-1E1F-47D0-B0E4-EFAEFB0B71BE}"/>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2144D039-EC5F-4895-B6EF-060F7428ED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06228200"/>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E5BF0F22-1E1C-4F1F-8E82-D0C1271F2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7CD03B97-1F8F-4E32-8FFC-85BDCE46A6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D66B6D8-55AE-4C2F-A69C-E62B44E075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09198A6B-7B24-4E14-8DCA-01AFB1E495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EDAFE3DC-05BA-4BC5-9C47-7AB050B579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A7CF4D66-DD32-4585-A2AF-18F4397041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D9930BB4-C781-4A13-844D-C89E064CDDB0}"/>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8CC91E0A-7C1A-4F68-9DE8-443160242ACD}"/>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73B43DFD-CF23-4101-9891-4F72BDDEF0F6}"/>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39192065-3578-4285-9B95-DFEE632EC264}"/>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51DD93D2-DFCF-42B9-A87F-9A357285FC7E}"/>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78B0BD92-EF3A-49B1-8E86-825C9AA52F4D}"/>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00C9576F-96E5-47D7-85F7-8A7908F7E08F}"/>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F30BD15D-D9A7-4241-83D8-4F1622A4501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17D9310-7613-4855-ABD7-5C15BF5AC26E}"/>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536455F9-7CC8-45A0-A8D2-B38538B3A257}"/>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4CEFA65E-A7F5-4218-9524-A58AF5C52F0C}"/>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0A79AD75-B668-4CE5-BBBE-B2B5C32F33AA}"/>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729837D9-7DF7-431A-AAE5-1F55FFA7C93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8FA912AB-E4A7-4D9D-BCC5-DBB4B3772AB3}"/>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A39F5AEC-320E-4A5B-AADE-B90E0B56C42B}"/>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3D3AD645-499F-49BA-BA68-6963AD4D5D1E}"/>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A82D3ADC-80AB-4342-8C6F-28960579F1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97112084"/>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FBB95688-4312-4F1C-A314-5937A49BFE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1BA65C2-5446-4F44-B220-EA1AC3DAA0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11229D73-BFCB-45D6-9146-A8327A9D4C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2E66AA78-67C8-4713-AD76-EE903DE48F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A5B828BD-1259-45D8-A615-E40FE8538E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87DCF51A-4CCE-4611-9D4C-8F704D21F0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AE1E7CDE-CAE7-49F9-86DA-69C94592AB8B}"/>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E31DB29-F0BA-4DC6-9CF3-54A41693E10D}"/>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AEC9133-FB69-4448-B611-4549F631A046}"/>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79FD8F4C-0759-4796-940F-C855E55FFBAF}"/>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E0CA474C-2822-4A82-80E3-563F992A64FA}"/>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62EF73E0-330A-4C68-91A7-B8DBDF4F0A9E}"/>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71944D77-2579-4E3B-AB3D-A901B0F1B9A1}"/>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F1782C97-28F5-4A6F-8E6F-9BCDD4EB779A}"/>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C53985D0-C9AC-44CD-882A-3D593A705CC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4F73F9BA-8061-41C8-9301-5D7F708FF63E}"/>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0D583C5C-5762-4239-9AB2-D050C75DEFD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5BB20777-B30E-4913-BB05-485534087D0C}"/>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54AF9585-3248-4532-B15F-E94C619D2051}"/>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74883061-1D86-45A6-9AA1-FEBEEBBEB743}"/>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9C0F9FF2-CD0F-47A7-99D4-2CF77E47F80D}"/>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C93EE894-7D3A-4AAA-BBF4-7F54CC6051F3}"/>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ECE4D995-CC9A-4BDF-B729-27F503812A2A}"/>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603F6CD3-03A0-463D-9AE1-11A2F7D5E81B}"/>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66266B67-71FC-464D-B926-B2FB380813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84561204"/>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52E37F8E-0651-4612-80A2-A6EEFDA9B4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A2E86A9F-CD36-4E7A-8ABA-5C8A806724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55D4C062-5B6C-45D5-AA16-D50949349B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21272B5A-AC41-4888-B735-B9C8935949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DA3219CE-5D86-439E-BB62-1D3466B8E5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69720DC1-1339-4617-BAA9-B36E35D171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7932F01F-CFE7-41A5-8326-BB858F549A94}"/>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BB98104E-5CAD-4AC6-837F-B78D335EB6B9}"/>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655F212D-420D-4741-B03C-0D5E68B7C37A}"/>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6592C713-21A2-4B8E-BDA3-21BF7E0C7EAD}"/>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CF2DA3F6-2762-4B87-9717-0F6B6CFCF212}"/>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C0F0D031-D19B-468C-A4AE-65208C0857F1}"/>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8E9779B-CF10-448A-AE20-8763191925FF}"/>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26AA2E09-FC89-45E8-8DE1-894682C73C16}"/>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69BB024A-ABD8-4504-B06A-585F92AE3FC6}"/>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E036563F-B381-49DC-A37E-E7025F686DE0}"/>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2CE14F39-DE74-4694-B94C-0F607B5BD4E4}"/>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C686ED57-1BE6-4760-BD96-AAAF4BDAF078}"/>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2867EA1B-6FFE-46CF-9367-F30BC701821C}"/>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13F7CEE2-3D61-4525-B949-D01517B95A50}"/>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662A614F-64C7-486F-917E-EBC5758F41B1}"/>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16CF00BF-0F84-4F8C-A2E9-119311BAE74E}"/>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35557D89-5E88-4140-AD81-267A2F09FBC5}"/>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68641AC8-8435-498D-A0E1-BDE524EAAFCA}"/>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F1F34CE4-C09E-43FC-BA98-00899B71095F}"/>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E84F5DBC-727C-497B-B22D-713ED41C03D4}"/>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AD5FE9E9-7689-4312-BD76-D0681FDB36C5}"/>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48DA41C2-42C2-4537-812E-B04776E50A2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A45C3A88-FD5C-4E52-AC30-6908FDCC06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830628467"/>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D67698F-1071-4A15-A5B4-ED63920027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9B45266C-4760-4801-B6E0-B8F56B12D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A6D223E8-A6E0-4FD2-B3C9-A2D395DE84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2B655349-D650-41BD-82A8-E8002FD6B5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2CCF66A2-EFDA-44BB-8552-4DE1EDC306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BE60B572-B1E1-45D0-BD2B-00A89E0895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S21</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0231F483-7FD5-4920-B0E0-EF24A7BFC0EF}"/>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FF0AC50-73BC-4F4E-954A-4494E6CE7FC5}"/>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C3941E57-4407-4018-A985-886D019C7148}"/>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CB9143CC-E3DB-4409-99D2-36746CD5C2AA}"/>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1D1858CB-4FCC-4F96-BB21-AA8705D5023F}"/>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9D9CBCBA-D4D8-42E0-817C-D6AA56D18194}"/>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ACB0415D-EB2C-4883-9434-3AE83EBCBBF0}"/>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6698DB27-42D4-451C-9C60-E7C92BD3EBFC}"/>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90281178-5D41-4252-A10E-AFB985050F02}"/>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E861FCF1-99E6-4E37-BCE4-BFC3C5E711CA}"/>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2A5BF91D-9E62-48D4-9401-175212A29B60}"/>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028D04A1-EAF8-44C0-AD74-497A88A6FC29}"/>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25E9551C-7277-41F4-B4EC-66E8F195A0A2}"/>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84099FB0-17B0-4BD0-8A93-964D7F7AD658}"/>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1EB62716-E1F2-4856-95BA-D84946C25ABA}"/>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B2251E1-C1FB-4DE5-BE43-AA7F120BC7A6}"/>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EAF0D2D8-D344-4DCB-9525-158E96FB8D89}"/>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DBC98171-DA63-4B3F-8035-0BC61E0C8C72}"/>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AF28D6-1485-42D9-89FE-DE37C64257FB}"/>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D02E5DD7-8EC8-404B-8338-909E828134EA}"/>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12C39D6E-8640-4AA2-8924-0AD913B74248}"/>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DE89E0ED-F4A3-46E5-B1CA-41745BC87C2D}"/>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FF0AA1FD-9ACB-412C-BAFB-5D0F2F735ADD}"/>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245A3592-750B-433D-8128-CDEB5FB00925}"/>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E265A5BC-1324-4DF3-A7B6-069A4C8FE004}"/>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CEF8A48D-645E-4BD0-AA30-5BA2069138CA}"/>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12E7845D-A467-4ADC-BF98-6F367100D681}"/>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036166E6-84A8-4025-94BD-D80B636DFD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04068604"/>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BD02EC8-A9D6-4792-A138-127228AF23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7D48B249-24CD-49FD-B3A6-A511CE7446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E94ECA36-E067-44D2-B747-50A0CD7A86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919FC67-67BB-492F-9F29-72EFED8EF3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F0D5B108-CB68-480F-A7C4-F9E6C560C9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7AB67A09-AF97-41C2-B042-C2D75A9081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D6266335-3FD6-400D-A8D7-81290D1A4EFB}"/>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0CB17C44-EF49-4468-B14F-9BC8739C93C2}"/>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5A22ABB5-B4E2-464A-AAB8-CBF5A83ADED6}"/>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026897E-16E7-49C9-9339-E9BF809DCDC4}"/>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8C4E589E-EEE4-4469-9563-062C115AB583}"/>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388C078C-BF22-4A0D-9A45-5FBDD256ADC8}"/>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CBC74200-FA45-4476-AB17-684C461782EF}"/>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158F99A7-3617-4F45-B77B-E078EBDAEA05}"/>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171D4298-1592-48BA-8C38-CD3962FE97A4}"/>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2CD69267-1B5B-49CA-AABF-0AFD29DB02B1}"/>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52DFBCB0-A176-4A8D-B0E7-A1AFAB6635B9}"/>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1BDCA3EC-BA36-4483-AA6F-B77ACE57B84D}"/>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840519A6-00B4-4B92-B018-296AF789B8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19769067"/>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B1CF37D2-3CEC-456F-AB3A-B9EA7C41FE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A2CD9B12-7416-4F74-825F-D3462DF116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007B4334-F1A5-4BDE-8770-5301079256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F6BC67D7-55B1-4427-9BC2-0BB567E933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A9A7CF12-D78D-4D98-917C-878AC492B4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CFEAA20E-0AA2-4E08-A7A8-6965D77DE4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2DB81F49-7EAB-4764-9666-2BADF8DBDE70}"/>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B46C8C6-8C86-42FD-BBA3-8786961FBD40}"/>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18214C22-52E9-4939-81BB-B627EC19EA36}"/>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BF2ED8A4-09DB-4F36-8415-F43A278B7B42}"/>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A603DE40-945A-4FE7-85A3-E3A2241F8B22}"/>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A28DAB8D-60AF-4E94-9E9C-CBEE80A23212}"/>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79E0CE2-B910-4F0B-B414-AA167CB3520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71B5E13-8809-437A-B73F-5A7A600B345D}"/>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F7183233-64D6-4C9B-A36C-87A81044E23B}"/>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151B8305-2499-4586-9C81-11470B906C50}"/>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6FE40817-F143-4E9C-A090-7BAA7A70B335}"/>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C645FAB2-E5D8-4EB5-BB70-97C95917A8FC}"/>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5940DF14-529B-4221-B085-07180F727EAE}"/>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B31F8758-8FD6-455F-8E10-E6EE24A8342C}"/>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554DA30-A0C0-4FE8-B049-6DAE8D677FCA}"/>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BA072F84-3736-4050-AA0D-8FE2CE9ED416}"/>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D537F809-DEFB-499C-8296-AFBD4B428A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96896427"/>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8178E18B-6CD9-4F11-A917-DA5CB93FA4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351819CB-6BED-40ED-B66B-1A90676569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0B71D1CB-CBC5-4290-A4BE-8ED0BC3D95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B5C614E2-FAC7-4CC3-92C8-4DADBC8607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C01E91C1-D55C-4DB0-852E-1D06AA2B00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A8607309-0BE8-405F-9111-923BB4F56D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D6AB06E8-3DD8-4ECA-8251-140F83FAE500}"/>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F6C0F458-AB66-426B-9DDA-0C21E1F5B5E4}"/>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F486C299-6F8A-45A7-B635-AA7EC8EED5EF}"/>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A466678D-CB02-4D08-9AEC-FA801C1E42CD}"/>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88491BB-77A1-46DB-ACC5-E1BC732E9193}"/>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CDD0AB2-F210-4466-9C7C-42945EA2706A}"/>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944EFB54-5403-41A2-A082-D61DF52C3E0C}"/>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D4CEE642-D947-470D-A25A-FF5569F071DF}"/>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83FB6EBC-750D-43E0-AE39-227B1845B93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F28C654D-F367-40D9-A3B3-4FDB6F01FCDD}"/>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3F872277-456C-4A16-ACA3-47CFABCB34F2}"/>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47EF80BF-CE69-4D1E-A803-D8950A2069FC}"/>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08C023D0-3016-4640-A874-CBFB0279E0F7}"/>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416DD43B-A8B0-4BDC-ABA6-3FB7425F7285}"/>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4BAC9C3D-D432-468E-9382-9C100A448041}"/>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77801026-1BB0-4E82-994C-6146BCB6BB69}"/>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EB2F1D30-123C-4A64-9CA0-FECBF796A7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761095284"/>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159EEF6-9477-47A2-B2EB-EC5EE5DEBA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8DFE5A4D-E203-40E0-9C76-D2CFAB060C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07E173BA-EF5C-4D56-BA69-813F6BAB0E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A504D316-497B-459D-96DD-33666C19D8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B97AB0C5-DFE8-46CF-8E51-560903AC44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8D587D59-403E-45AD-BD12-2E059C5A31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A2A48558-6788-4357-B535-BCEB9E94563D}"/>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97A8EF51-7E44-4E1F-A4B1-40681D604BEB}"/>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4BF8A2CF-10AB-4207-9EC0-7F85AD74C3E0}"/>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4FC6085A-C377-4D98-90B6-72BD9A09D82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00DDE56B-7CAF-45BA-A35D-A91D1A123700}"/>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3261DCE5-E537-4401-AB70-B55F9E1D86BF}"/>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F15F0CA-37B0-47F6-A232-6897656FBAB7}"/>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E8574064-68AE-434C-B097-318297F0D0B8}"/>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4DEFED91-DA7A-41AE-AF26-CEF5D2F166A0}"/>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9F9CE55F-6E8B-4E47-884E-4E44758A0046}"/>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5D6F87C8-5002-46A4-AFF7-C763EE0FE8AA}"/>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036903D-338D-4690-A4DB-854AF7F2079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1B0A5E51-02CC-45E9-BDC9-8E34302A43D6}"/>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284FA01E-F83B-477D-8C0B-74BC4127B304}"/>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0953F278-6A1B-4768-A8C9-C2C0876D85B5}"/>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7DD09299-ED99-4B57-83A2-6AD4A7168F07}"/>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18B7C4C2-EC28-4BFB-86DA-575316427F5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F44BAE36-0362-40D9-8634-7BFF30018231}"/>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5FD01CCA-C959-4BE0-B0B6-AC54BF22ACA8}"/>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FAE79FCF-69F9-45AC-BAEE-F8DEAABB93DC}"/>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ECF45C3B-774C-4D26-B648-9C5294B8EEB6}"/>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121B88AD-3BF5-48C4-9CCA-4191226589A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56C7918B-43C4-44A4-B86B-3B0B3867763E}"/>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05269888-7A33-45E6-ACA7-4E6A4111C234}"/>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D7D09462-8BBB-409B-8CAC-B2A6EFFE708F}"/>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5D448844-A1C9-4176-8D95-FED9ABD4FBF1}"/>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E81ABA4C-2FF5-41F2-877F-4FF44EF6F88D}"/>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C95E311B-676F-455F-8720-CF3C184C4FB7}"/>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881CF665-8E45-4834-9625-F0AF0B701B5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4601DFAB-C9C3-4312-8FA6-A66064D5FBE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7061C295-B1E5-4373-BEBA-E1F28A1AE571}"/>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6FC54240-8A75-47F2-B8F9-1324130CCD2A}"/>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216DFD2B-036E-47CF-8FCA-2B10F9B1E715}"/>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83D25A41-6686-4917-9EBE-E405C0A9ECE0}"/>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037226FC-A342-41C4-B0DE-F7335DC7B5AC}"/>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B189CA7E-EF11-4C4B-AFC6-DB00A942B8A7}"/>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1B82086C-A491-4F50-82D3-ABECD7044737}"/>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00583064-B69F-4EAA-B1EA-546FB1C15EE7}"/>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2491275B-2722-47B5-A324-D7A4EE15BD28}"/>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3515090E-3306-41E7-85B7-68EFD1F250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26579213"/>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3A15CC79-17B9-4070-95A5-CBAD60DC6E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E2932036-66C4-43C7-B132-3C9434FA6E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E0DF45E3-1A68-474E-9F70-17BD67A8B4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920F7EF4-3058-4AEC-B7AB-5740F5A9A6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3746BD47-B5DD-4757-B789-D052498E6E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2D167205-F3BB-4ABD-9ED9-9424731651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5318EA71-4EDA-4E19-BFB0-DC372EA278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693C3BD-39EA-4AA0-BAA0-1F07545AA87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78DEC327-E260-40F5-BC33-9395181910C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24D6A6B4-0E9F-4A05-89B1-D437845F124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231C4A5-5D62-44EE-B7F2-581E5DC1DB7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DB4DD88-5418-4378-B5BA-C2DF20F1420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3D36A978-BE52-4BAA-9091-E44F410AD67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B36D7E15-1FFB-41D4-BDC8-FBBB9AEFE45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97B75203-89E3-4836-AD81-2CEC518DBEB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493B07F7-661F-4C3B-B7C2-F915DF03C77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C1A4CEA-AFED-41B3-8974-8CB55F5848C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A4D84745-78E5-4CD5-8933-224BFB6A699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55B30821-B592-41DD-86D3-83ED0388EFF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43867798-0068-4E21-AFDF-508D9169AB0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00FDCE15-198C-4A31-ADF5-FA54E7FEDB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EEA00E0-33EC-422B-A7EE-DA74655EBCB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F575B09-22E3-47BD-8502-AE05DDC2AF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44155438"/>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A7F65FA5-7FE9-40A6-9D88-91B1F2FFBA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71A3C233-4124-45A0-A9F8-5B1B415B6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1D3DFD23-0047-47F5-AB7C-D5DD65253C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74CD4DB3-6D79-4849-ADE5-2CF706F5B4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A8344FCA-54DA-4F4A-BE26-819206A848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696A3AFC-DAA9-4F51-8136-3DE40D1486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63A73627-267C-4987-AFDA-6202D475993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EE66022-7E3E-40AC-BD3B-D7CA0908EAF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96351336-F26A-4E15-8E01-CFBB927B24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676308BD-C262-4231-8F88-AE82E3A91E5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70C5B30-CB16-47BB-AABD-ABBCB0A12D3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BC743B3-456F-41D7-9EC7-53E6AC6F178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DE04AA84-6854-4D6D-9985-A22668448C9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8E7617AF-EFE6-41FC-9742-1551016C8EC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8560E177-C2F2-4853-B92C-ED021572016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607027B1-8648-41B2-849D-2CA4A361444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E2F6CF17-5E20-48E6-B4BB-BDD433A0B58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4151BFCA-669A-4FBA-905C-AA3B331A8A0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92CD9881-8C94-4BEE-A8F7-ECBE183D95A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F4320F91-CEDE-44A2-B7D1-CFE2F5CF5F7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14B5B55C-CFC8-42F8-8935-AFD27444C81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1CB449E-5547-4DA4-8042-A16A4670795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E0DD013A-8FBD-470D-86C9-A08E51D2A2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0465996"/>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1C8128CF-BD2C-44A6-BD2D-2EED57F9CF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03B2E69B-68F7-4A47-8AFC-7746EDBA3B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CAFD4892-C940-43C7-B2B2-58AAEEDC93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0FAFC8EF-3C47-4FE4-9C17-F08A68A78B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F5BB81FE-F8D7-49CB-BC7F-F735C31851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A47B5B11-6828-4068-98E8-8C54167EF3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609B8D75-F574-4999-9C2B-5F8727818F5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CE72965-23A7-46E7-A42E-848F1893F8F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1B642D4B-B2EF-4C12-98B9-AF3A19E3D35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8608EB06-C548-4B5A-BA3E-79978163965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D5F331A-10E7-49B4-AC38-2353C1F4B84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9008FF7-8186-464E-84CA-A7417094B5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61239317-409D-4CBF-9111-AC460509BD1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455AD6A0-9A63-4544-B1CB-FDDEE8BDE44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57A59B89-8245-499A-8B53-79E124AEA6F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19386740-42D5-47AD-B81B-2D20B843E85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D723D87C-A1D2-4BAC-9787-DF4643A9C05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DE8EF4A0-422B-474E-8FFB-067A7C9C671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57A48D74-E314-4984-BD99-6EDB252BDBE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2DE9E32D-E35B-422B-99E7-F1764ABAE92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B38E9AB7-9BB5-4F20-B3B0-18AEEEB3C23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C25E28-CD03-49E8-9585-85C64FB76AB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7DF1C7D-A0FA-48B8-B770-5F0099354E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24484672"/>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98A08211-6F5E-4808-B0DB-2EC893C4AA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07920636-C819-4437-9C4D-24221264BB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2C7EBA5B-694F-4C97-A877-B693D94826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601C941E-F9FD-4ABA-8C77-FC6BE12512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D11D0D52-D4A4-4EE9-B950-408E0FE67E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A0C07B0F-6D1A-4525-BE97-749FB09936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8A9977F2-A646-41D8-8B60-66D75815E39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D4E166A-BEC1-4046-8FD9-3CA963F2439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32B78DC6-A454-4DF6-B25C-D1A1BD5570F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7F216EC-5AE9-405F-A967-39B428D2DF1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B76C215-C35C-45BD-9535-99B9F832306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55A280D-9959-456B-B944-BF438875EE0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068F62F3-4EE8-46CE-9FDB-4D4247B5E9F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4935A2A2-83BE-4D7E-89AD-9E68A08C85D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5E7FB950-EA31-425E-AF11-A87F3933E19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576FB010-ADCA-42A2-AFE3-7762341AF34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87C8D250-9AA9-4823-A283-A72A6C5873F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2DCD3EF-2F44-4F92-8C5B-04C60841107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F24165A2-85C5-4D0E-B55D-3C77090B975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5DDF9F6E-F0C4-4A73-B354-CC732DBCFD8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3FEC4E39-4CC3-4A43-AC7A-E917955AB99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EFDA94E-404C-4B51-AAB3-23FF19CBCEB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646D80B-3E6C-4188-A647-8962A5498D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16136755"/>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4966C1F8-1FC5-498D-93DB-3F34A8387F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65EA9C7B-2445-4E1F-A5E6-D6FF4A9FD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2EE2AEEA-A190-44E7-8E97-2AE83A722D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E5B44805-1CBD-4DFE-8565-C78CC7DD8F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DF313928-BD3F-4D60-B67D-88EE8EA83C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5F05DACB-281E-42E2-B899-80A9DB91D2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435E9E6C-6592-4626-A8C8-9B223989A88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53C5B82-F44F-4C0E-9813-56C10F55EB4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AB490868-6A58-4F0F-92B3-EE71F5D44B3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927A4FED-C569-4310-89D7-4543392AAEE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1AC1976-89D4-4B02-98E0-092B7CF0C58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FDC2CD7-C98E-4327-B94F-0AC19259195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E4EA08BF-5ADB-439C-946E-83F57903EED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D0831945-7F19-46CA-8874-146E1E34BC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60BAEC9C-085A-4B3C-BD95-E9FDB3EBE46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E08EAB87-BF98-4562-9950-B3CFC5992AC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1C57CC3E-E4F4-47C8-9520-81B89A39887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8A7997DE-B718-405F-A941-64C5125B5E2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F13ADED-A3F3-4CF4-9410-3E422486473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548293F9-996E-483C-8994-4FA3C4EB2B2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89A9F4FB-F31A-4CC6-9647-DDA7A000104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4F960CD-9311-4D12-A86E-E7D84453AB4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2BC5F49-1D2C-43F9-A084-F808E22EDD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5486170"/>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421575B9-B707-42A2-BBDE-A4B7A143CF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16D7471D-4CFC-4076-A1A4-DCC27F3641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C7E102B1-2664-4395-AAB2-198AEF1F96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8D5F82F1-7C2C-400A-8AE2-1AE9E5BA85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7BA4985A-F49A-4804-BD4D-8053044BAC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0A3D5DA4-6960-4325-93A7-BB3BB1EA66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849A63D3-B044-43F1-94AE-CF18330F9A1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2F61757-67D4-4F5D-A28A-F131DC05F12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55FBA5F-0C2D-473F-AF53-C66CECF8204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3B731E73-AD7A-44E1-8D55-B0528E18342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049712F-1372-4066-ADFA-A4329A52DEE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29E9749-6405-412C-9B2B-61A45DCCCFA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856FF955-1498-4DD7-BCBC-07AAB2C6468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6714CE8E-A0AB-4329-88DF-25161848C87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972A01E3-B57D-4A1F-B7C7-987AB2ADA61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6DB9C34B-6630-45EC-A086-E6C56C72B0E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D93F7074-D41C-4CF1-B647-C0178F66CD7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3A5E5521-7CE7-4286-BA3D-0DE3BAFC2F9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12F4A660-A90A-4FC6-82DC-CBADEEBDD5F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A2174303-6519-422E-8566-9DEBB128402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544CE92F-8B3D-4874-BE7B-F7DAA5B020D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68FB092-D403-47DC-B607-78115AB9E95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72AC2F0-4257-471F-9FDF-FB5A9B14AD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16991755"/>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C6E0114F-6965-437B-9B1F-30479BAE2C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6C7249D1-A09C-413A-AC5B-F14659E162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795C4574-237B-4F9A-8D20-83BCF47ADE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F723DB08-2BE6-45B2-8005-B4A04CC2A5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6887ABE4-8E90-4C49-9039-56CBB855D0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B5C30484-69F8-4974-BF71-8864D9E351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583BCD25-1810-4AEC-982A-B67E7C01D2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6A77008-852F-411B-8356-B40727A78DA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FAF2C01-79C4-4C53-B9CC-DBE6D8D1C30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E6504402-8247-48C2-9B05-1AA10A90827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F5DADEC-E715-4636-816B-ECE4DB7FD80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6E2C572-AAFF-46C6-81D7-B203EAF7BB6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404E11D1-0C00-461C-AFCA-6D40744D2E1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0E61624A-A229-4A47-9A96-F5A4F979917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18BC546C-4F58-4866-8DDC-73E8E7D8431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FF4FDAF-123A-4846-91DA-12B727A3983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BF4E0BD5-F415-48FC-B5DF-A6FAAA37F6A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16563A83-3977-4830-9C38-7EDA199AD0F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0D284B4D-5B18-4E23-8327-F79E543EBAA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10C4146D-99A1-45BC-B9D7-08D19760D92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C5EB8A15-1B6E-4E35-A8DE-FB38E69C673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96907D7-98FB-4425-ACC1-01DD582271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80BED60-4F90-4D86-8B8E-9B9EED8B2A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57833005"/>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1AA95CF4-F05F-4DB0-B57E-B1EB9D7167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3A80695-6989-4BA0-AC41-E087CDCF2C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437C7353-5D73-4B84-8385-CE83A34FB3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122838A1-E8E5-44FB-8C2B-1B99269BBA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8E5BFA37-D751-4FB4-8EB8-374D34F711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B2393A36-FCD2-4631-B227-E4249903ED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3C43BE4A-AD50-4C5F-BFCB-1613ECD2E1E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FB21C57-4636-4A72-B0FF-58117CF7A13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439D9DB5-BC96-4D63-9795-0678870103A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EA843D1A-BC53-4E27-B3C5-F26F144B642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52B11E1-9E1A-4264-BCE8-8A366BF0A30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69AEBAD-DEC5-470E-9EA5-24F77C9BE75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DF74F177-0338-466A-BC7B-167DE82C18C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E759B228-E90B-4789-B9DE-9E65BCD8E79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293EFEB-064E-41A2-8197-D257C436979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0A16932F-CD6E-46DF-BAF3-3C372805A75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89954F02-7F4D-4FEF-8A50-1711540A9CA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6731CFEE-E2FD-44AF-9E1E-46D49CB604A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E5F17A46-14C6-4076-A805-7E135477E6D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1B8E897F-9413-4873-AE19-7D9B3A1FF6B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51C290D0-3222-4B04-83D6-2C20417A879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36B282F-C294-4B97-B64B-9A7A4E3F30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8950A91-A8A8-448F-844E-1A1A04D47F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74782247"/>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F6C8501D-CFA8-42B9-908F-1E7A94A1B4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2F277C2D-4E5A-4C17-986D-C8E54B2DA8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6865B800-9C09-4DBC-B15D-6831D7792D7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B510ACA0-D7DB-43E2-9D53-A54A576FBF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DAF7EEA6-FEBD-4A15-80D5-5E9A9782E3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B73426DF-72C9-4C23-AF2E-8E0450F85E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111F8146-518A-4FCD-BEBA-7007AD95EAAA}"/>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2CEE1E9-6FD4-437F-A09C-BF17DDD35735}"/>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1D8CA18F-6F5F-4164-B83F-5B979D3DFD15}"/>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897D524D-359B-4D71-8FE2-D50E3BA807E3}"/>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F8A77B51-7047-41DB-9FD7-357AD4522DF4}"/>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93E6C1A6-7959-48B2-A77D-5A99855CE2B7}"/>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3032864A-02BF-4C78-8751-2577D0D9FA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12931133"/>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ECDDE9CE-0EC1-41BB-B410-E32B9D49F9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31BEC6B3-CB82-4A3A-BFB5-0E630C4A03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109F149F-B514-4CB2-911B-980CC2E7B9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81BBCF9-AE31-445A-AF3D-AA2C0A79F2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1FD42F91-713D-4985-8E94-834F4A2375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84D85E95-4014-4734-A248-41B230A01A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0DA35EC-E9B1-4304-BA74-E82A200251DE}"/>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0EC8B670-A52A-4517-B5C2-E61D9C69417F}"/>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B8033D59-3403-45B8-851B-0C8BEA1D7861}"/>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602DA6F-5276-4CDC-A2CB-A4E02619203C}"/>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C59F8AFE-0422-41DA-9CDD-77546C2DD8AA}"/>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05DE606C-A743-4236-9601-8A5D79DC2112}"/>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9F583AF2-1D53-49F4-ADF3-84A5760A9E8D}"/>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11C19268-555F-4725-8C1D-2675D91E3896}"/>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04C25E73-3020-4289-AD5F-ADB8DB84940C}"/>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EC33B088-9369-4E7B-A5B5-CFBC4CB7097C}"/>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51E0FBD9-568A-4E74-988E-380BD28F89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02388"/>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7916D65D-074B-4CAD-9706-B647491CC71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B8356F94-3E15-4F98-B86A-5D14DAE963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FC004BEE-AACB-463E-B1B1-889C550DAC2F}"/>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1A72177D-D182-4B2C-826C-786C96E0BB5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2D77DCCE-01D7-49C0-A4DF-BD32243558D3}"/>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E2477A09-9815-4767-B697-AEF4642F171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8FEE864-A43C-44ED-8CF4-483EDA7928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85850979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DF0CB440-A214-431D-9C61-38A6846185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DB97FB37-6E45-4CB1-9070-97CF382029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D320449A-F200-4F8D-8C42-711990AD06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66C8089A-D319-4DED-8531-86470BE17D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2B54E283-5102-4413-A06E-858D5D6B14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6CA2FB2C-D348-4F39-8EFE-AA308F0A75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040B2661-6CE0-406D-8735-9886FFA4139A}"/>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74EB9F7F-7ACF-406B-A773-58B0978777D2}"/>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0A30A192-CD11-4237-9C93-ACBAB62E71E1}"/>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2C7DD46A-100D-4E32-9283-A53C714ACF72}"/>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B0F802-E5DB-4546-A3B2-FAA3A7FCF769}"/>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3284843-1539-45EB-A3C8-BE9F3D37AAC7}"/>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E7B50F48-8A47-498A-932F-22811D50E00A}"/>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4CFE58AF-413D-4732-97B9-8634F6EECF0F}"/>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03693FB-24E7-4C95-A95E-9E8A9AABD473}"/>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484947D-C719-4E32-BB72-438481053DAC}"/>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F8165AF4-023C-4D87-8C18-BAF601293672}"/>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601366E6-31E5-431C-8A2C-AFBA7C436485}"/>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3137E8E-6A8D-4FD1-A6B4-89960BE3BA23}"/>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910C8839-6B0A-4024-8184-B6DF400E97E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A8DCE0F-F8BB-425C-9E8E-9E69CEE60424}"/>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7C5FF963-D19A-48BC-B2D1-8A3C4D80502D}"/>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6A92B65B-A426-4F4B-8A46-11661C92F4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1819867"/>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BFC6B262-CB3B-4F80-B99F-849F7EF2A9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14CCD9B0-8DBA-40C6-A24F-9BE96F00AC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EE1E90C4-09DD-463F-98C2-89E41D40F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9EF030B3-7EA2-4C19-9299-062E568058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BB2EBC1C-A9FA-4966-AC64-1FFE7E1D1B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2DD9B1E6-9D7C-4DEE-BFFC-663A23A76E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3C641E4C-419C-40DF-8C2F-A5E599F9B806}"/>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19639B51-D1AC-4BC5-8E27-17E3CF14C88E}"/>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C76C0867-6135-483A-A5F3-11DA7FCF5669}"/>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B1676859-791B-4D29-B297-2EF4517E66B0}"/>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3B615F2B-F97F-412D-BD97-A8A8A1FC1EBA}"/>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0899EA93-7A0F-4969-83A9-C3676EAEA7A5}"/>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5A7B86D3-7AAC-498F-A45A-183F09375135}"/>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035021B1-8916-4011-B181-FD6776C62159}"/>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3B6B3823-3287-4852-B816-CCB4346B3BE1}"/>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44888458-2A86-4ABE-B7C2-4639BC6B03F0}"/>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F7FFE032-193D-4B38-BF91-1D53309ACD6A}"/>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8B15836D-738A-416F-8185-DDD15436F12A}"/>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4780B174-3D01-4A01-8DC2-EEBE3B961BA7}"/>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C9A59878-719D-426A-91C5-EEF945556D6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45E9E95E-7031-4B9E-89FB-82F63B4CC7C2}"/>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C2C97540-232E-4FAE-9628-11E476108004}"/>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2A0A95DF-F726-40EC-A05C-28806C5C1202}"/>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B89E0C34-8A85-4125-AD40-2474788F6DE0}"/>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981AE3E9-95F0-4320-9383-3F4674F91AC7}"/>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D2F7FA65-2869-499A-A712-227F62C47E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386013"/>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F660537B-9935-4811-A38B-F87F83A802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7A6EAE30-12D0-45EA-875D-4F850F8382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2683D3EA-1BA3-4E38-BC71-657061BE75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BAFAC684-0887-4FB0-965E-9F5E7CB14E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154BBFF7-6494-4086-B18F-7831712026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374636B3-6BBC-488C-BDA2-47F85E2A8C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28E092B5-6143-4D19-BD24-853E1C64245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757DEF29-4F95-4973-9023-1D13CCED7EF8}"/>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EA05BED8-FDBA-4457-8664-729BFB9DAF22}"/>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434CAD3D-FE9E-4B22-B61C-2A96E2B855FB}"/>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313391F9-5568-41E4-907E-182C20B36C43}"/>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514D3DDC-2263-4DC6-90A5-6251EE9D5DF9}"/>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74E6C2A-77B5-4B09-B631-9D8BCA640FA0}"/>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AE4D54BE-85F3-4A5E-85CE-8F4A8B225990}"/>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288EA223-7E16-4EA7-AED3-E5D206B954AA}"/>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6972ADBB-8C29-4BD8-AF51-0D1DBD6601F3}"/>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A55A474B-3AE9-44B3-B20D-25D6E5D9F756}"/>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A6717B5C-9B3B-4E1E-80D6-D58F145E3286}"/>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2BD65AC9-120C-4BDC-A10F-60758433F0D7}"/>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3D589816-15AD-42DF-B60A-1C35104E4895}"/>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5A4BECCF-7A1E-4744-B0F4-00720B8B2B07}"/>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EF93979C-8D02-4215-8258-69DE98E7C816}"/>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D9003542-C1E4-4FB0-8531-7AE63247B749}"/>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664DF4B6-A317-4766-94C2-28A6631E7D98}"/>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5649AC1D-ABB1-4307-B639-0C236C3D221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5B117C0-F820-4553-AD41-F5B0E186AF3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36954660-A605-4548-A899-6ECF61B749F3}"/>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B76B425F-A108-46A9-A111-723372F442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9405516"/>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26B83B7-DC9B-4EFB-87B7-15305608B7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9DB805A4-0908-43E5-9609-7EFF704ADD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2A58B0B2-86FB-41AC-88F2-F0EC6114E4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7FF15DD0-CF10-43C9-A2D4-23E166CB95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2EECE6C7-345F-4ECC-8CFD-BD13348773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2E386E28-8A25-4A23-859F-BF2E1D24DF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00D8A87C-1340-4A9B-98E6-CCE6CFE5D100}"/>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E87DF778-F7D4-4309-B3C0-2CDEA17362E1}"/>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12A0B4FE-4E07-4335-A2D4-2E3D1AD2D8BC}"/>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20930119-C047-4319-861D-FA5EA3CBC1C9}"/>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7D96CA5-AB22-4E44-8ED5-D53D77830047}"/>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EDEF32ED-AB07-4A47-A85E-CF9975448C96}"/>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E7BEBDFD-8056-4C53-ABB9-B24E5472E10F}"/>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B7F4AE70-B8D0-44DB-8E0E-1C69D8415E92}"/>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84945723-2232-401D-B036-65857696092F}"/>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9F89701A-EA14-49F4-BADA-76539B10607B}"/>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22993BC2-D1F5-43A4-A305-F4C60715F867}"/>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9F9FD31-8049-4FE3-AF16-0FD3F7A94F0A}"/>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ED6B5316-4B9C-46DF-84E0-05505F9B9989}"/>
              </a:ext>
            </a:extLst>
          </p:cNvPr>
          <p:cNvPicPr>
            <a:picLocks xmlns:a="http://schemas.openxmlformats.org/drawingml/2006/main" noChangeAspect="1"/>
          </p:cNvPicPr>
          <p:nvPr/>
        </p:nvPicPr>
        <p:blipFill>
          <a:blip xmlns:r="http://schemas.openxmlformats.org/officeDocument/2006/relationships" xmlns:a="http://schemas.openxmlformats.org/drawingml/2006/main" r:embed="R47a8858f8295484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874DD746-4C5A-4961-A270-76AB63DE8195}"/>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A0F1ADB3-E44A-45BF-8A3B-87812E6DDEEC}"/>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EC89FF7A-C478-4754-A8AC-27010F96AEF1}"/>
              </a:ext>
            </a:extLst>
          </p:cNvPr>
          <p:cNvPicPr>
            <a:picLocks xmlns:a="http://schemas.openxmlformats.org/drawingml/2006/main" noChangeAspect="1"/>
          </p:cNvPicPr>
          <p:nvPr/>
        </p:nvPicPr>
        <p:blipFill>
          <a:blip xmlns:r="http://schemas.openxmlformats.org/officeDocument/2006/relationships" xmlns:a="http://schemas.openxmlformats.org/drawingml/2006/main" r:embed="Rc68e07c7f7d442f9"/>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608BDAF0-42FD-45A5-A597-F7651ACE816D}"/>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E24BFFF9-0AB2-4C8D-AA65-06435A807901}"/>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036C671-C056-4575-A2A5-D8DB38A3B12A}"/>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9A2FB3E1-A16A-41CA-86BE-3C3EA44E4DF7}"/>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58CD435D-FC87-48ED-960F-1DC56205614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B6C1FB9A-45C7-4806-928A-4E1363A8F6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87557693"/>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F4FD016F-103D-4A8F-8299-1CF047AC19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4B58A97F-60A9-4D88-856C-DA17D2F7FA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9BCE87AF-FFB0-409D-B519-B743B981C1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E1452018-8EA2-4DDC-BAD7-C0E25D1684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CB73ADA1-2DB4-4711-B3FD-038837F562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D9BDD90A-E6B0-42E8-9F44-B06951DE4E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58E34D37-1BE0-4BE6-8BB5-9935EC13CDFC}"/>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8F24579B-0A37-4124-8417-F923C718BDC5}"/>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8C8E73C8-1F7F-4944-8389-8AAE13EA2C26}"/>
              </a:ext>
            </a:extLst>
          </p:cNvPr>
          <p:cNvPicPr>
            <a:picLocks xmlns:a="http://schemas.openxmlformats.org/drawingml/2006/main" noChangeAspect="1"/>
          </p:cNvPicPr>
          <p:nvPr/>
        </p:nvPicPr>
        <p:blipFill>
          <a:blip xmlns:r="http://schemas.openxmlformats.org/officeDocument/2006/relationships" xmlns:a="http://schemas.openxmlformats.org/drawingml/2006/main" r:embed="Rf3883d1591624ae4"/>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BD940D17-C6E8-4F3B-A00A-ADC9584D4D4C}"/>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A722BFC9-9473-42AD-84F3-FA3271D31072}"/>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84F1BF52-B186-4055-84AB-C21DE316921E}"/>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D0755DB0-7B60-465F-81A6-53E0238D7F9F}"/>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5BFDE9E8-DF15-4D74-A2F2-62FD48781C3C}"/>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378D1AC6-5C8C-4EB6-93F5-ECB518CDE931}"/>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3235D141-5D7E-4AAD-952B-F4F2ABAC66DB}"/>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1D5261E6-42B0-4361-A858-E1ECB9215E65}"/>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816D698D-1332-4DC6-B286-7984622D3BFE}"/>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7AE4D60-9146-4766-AF36-95459B9F11D8}"/>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2998684B-5B20-4EBF-8B1E-688F2CE5BF8F}"/>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59C72402-F3A8-4D22-80C0-CC87312AB32F}"/>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7DBFAD1B-1937-4EF8-B99E-6A6359F201D3}"/>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750BF7F3-92C1-41A5-97C4-08005B73A56C}"/>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2EF80AD9-7AE9-4901-8CC5-B1D354A36191}"/>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197CEAB9-9E85-4957-BD16-E9CE503D4F41}"/>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065F0449-D6DB-49C4-829B-8313A31CC95C}"/>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BBB090BF-BE0B-4081-8C11-43B947B684FF}"/>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A833BAAA-8E24-47C9-B9F9-CDEA7EF77711}"/>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B072D83E-E62A-4938-BAFB-057DC8E5FF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72918215"/>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163173D1-5E6F-413D-970E-EB3060B62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0A009802-9C94-407E-BE3D-7971A6A1B0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702CAB2F-B89C-4020-80D1-2FEFEC0D46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AECFF7F2-BA51-4A44-8D37-418D46DA53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F46860A8-7770-4BB3-8591-A4036C7D32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09074365-46E9-4933-814E-0F55822758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F1080268-1E60-4C3A-AED3-070F25AE45FA}"/>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88D0DE29-30D0-4380-82DE-C4DAF634A4CA}"/>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8C7C619C-9EA7-4CDC-AE5F-B9EACEC29C31}"/>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56FC3D86-7F0B-4B0D-8E4C-4EA60C4B7783}"/>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8CD5D812-FAAC-45AF-8D19-9254C347266B}"/>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FFDA9471-CB67-411F-9407-410EE3934F3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ED154969-16E2-4260-B590-D601E0ABC1FB}"/>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139511F-C678-4DB2-80EC-53ACCE8FC3A9}"/>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23B01118-FA29-49E7-97B0-D369D9221AF2}"/>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ABBA4179-FE7D-4065-A347-2BB098146E00}"/>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9B119713-8813-4BE7-B8CC-50A0E987E26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825C914-1C71-4D29-B8C6-0935B7A903CC}"/>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4406EDB2-B700-4660-96A9-2BAB89F1E454}"/>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7297787E-6B3F-4866-8C98-003996EDAD8B}"/>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9A699D4-A445-4CD7-B829-493A922F59C7}"/>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E47ED7DB-EF5E-4C9C-B6CC-2330CBC8715B}"/>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7E90039B-7CE2-4800-9E7E-FFDA0514B8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4641758"/>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EFE30CDF-FBDB-42DC-8D8E-26D43E8B23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31DCA3D0-59D2-4318-BD0D-262E4E0253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989C55F1-FA00-4D1E-8C47-097045399C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FE98FD12-BA8A-48AC-80CF-CC7A4E2983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933D77A2-63CA-470C-BB9B-BDD2871846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1746AFCA-49D3-4F92-96C0-93B0CFB679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F19D74F0-1082-40FE-AD07-89B55D89C0DF}"/>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B343910F-83DA-4728-993F-97275B62E3C0}"/>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BDD1BF22-842B-40CF-9415-7B90AF088D2A}"/>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5B4A638E-AAEA-4F66-BE38-7492F9B789EA}"/>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03ED0B4-3093-414B-A6F2-7385ABCAA5EE}"/>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CDAB4C62-D590-42C1-B6B4-F53644629DEE}"/>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16236824-FBBA-4B2B-8305-056F5C2635D1}"/>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DA6642E0-9B90-45F3-BCAA-D5299ECFA3AB}"/>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FB4985DB-168B-453D-8102-E24EF6C5DF96}"/>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D20FCB07-7AFF-49D4-A01F-A9A6229D2F44}"/>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B80781D9-BB17-4F9E-A2E1-0302F00FE7E8}"/>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C218062A-8324-4CB7-AD1B-B116C33F2442}"/>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F726ECB-BB14-4B1C-A0D6-AB7F5281B502}"/>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B745B196-AF91-48C8-979A-4D166BE8F745}"/>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4DC95A3-84C1-4033-9A7D-A64F529FA042}"/>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D95D4E2C-13C5-44A0-864E-9055498609E6}"/>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21BE1D64-CF7B-414E-AE47-34A2F5A9F1B0}"/>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BEAE0111-B354-4201-9A54-AD02C5469B0E}"/>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DBCC009D-5093-4AE5-9BFD-94E1B9C491C8}"/>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DB45F069-59CB-4DD8-ABA7-36B38B4998E0}"/>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41D3F7AF-B12F-4618-9924-9CDF9C74BD17}"/>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0D9723F8-F566-411B-827D-63B902FCF539}"/>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446A42A-8D55-4563-BD54-42B58E48DC4B}"/>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38B9B8DD-3129-4B9E-868C-D674F3C9EA89}"/>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AE164BCC-1FC1-47FA-9796-BB696E1D019C}"/>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B01C352B-E464-46C2-A3A1-F3D0768691B4}"/>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60E782A1-B7E9-4095-ACB3-E7B077330BF1}"/>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2CE09469-02E3-4049-B6E8-4B1628BD5412}"/>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99055856-3E4A-46F6-BAC2-6BBEA1BF334C}"/>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0DDFE96B-9BBF-4785-B8F0-E40C8BAC04F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3A20FC92-3C19-4FD2-B59B-E08D822420D3}"/>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0814D8C2-32EC-4189-B47C-1057266FFE9A}"/>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1007C537-0C95-403A-A670-ADB7595C0A76}"/>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4B49534F-2369-4EB5-854A-9DEBE6298C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29696960"/>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42C002D2-62FE-4F6D-B742-2C097A2D52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0B9F9F8C-F784-4FC2-B535-2E9EA74BF5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39183293-81AF-44F9-B336-C85C82CA0A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4DBC9B6A-7514-48F2-8F26-3DEB010D4A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8A0FEF07-E95A-4E42-8556-BF4FD27B54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C99E3A9F-201C-412B-B0A9-C599D46751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87AAA1A6-B8D5-4BF7-B8FE-785CE3E68C9A}"/>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C8D15DBD-5EF0-4397-8ACD-DE73DD9E32EA}"/>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1FE98966-3209-4E5B-9158-982B5EDBC74C}"/>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A04DC68A-4E12-490B-9AA7-164C65B317F0}"/>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090E1A50-3A30-4AEA-B445-EBA7490185A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34595953-0309-43B0-9091-6507B7ED6A52}"/>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60368F55-F21C-4E63-AB4D-A441FBD6A91F}"/>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91FF105D-3823-4396-912C-BFB324A9D354}"/>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55AF3B4A-4436-4826-A89B-0D6721996FD3}"/>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2F0E859B-9C76-457B-B576-83741E4D05A0}"/>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1EA00B0A-4852-438E-BA29-0A8C8E19220C}"/>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94316CB7-7094-48C3-87C1-7D5007545645}"/>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E18582A-CA22-4AFC-9A6A-825B3AAF0C53}"/>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7F9A817F-A86C-46B2-B774-4802F036793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947A9E55-EBAA-46FF-BD7F-378CB055A82D}"/>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C7604D1-EA41-477A-8377-55CE299CA0AE}"/>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C566C233-C33F-4BA8-9385-84F83830EE07}"/>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1636B27A-7496-4ED6-B670-F4A1BB194114}"/>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BC8FB9C-01BD-4A61-B03A-4FD65072DB20}"/>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32090615-72F1-4AF1-8915-1F738EA0B646}"/>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53384BF0-9397-4834-91A5-BA71A68D60C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203C5807-FEBE-4E6B-BCFC-30DF9CE7C78F}"/>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26898761-82E6-45C2-A262-DC55153C61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8B642BBC-1432-4ED1-953B-DCE3985C7D0A}"/>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82AD3CD0-A886-4C4E-8DC2-F0D2353D0A18}"/>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25680E9D-0797-41EA-B975-088B97FBA4CF}"/>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C77E0F0F-E33F-4D9F-8298-7C86629A5B9C}"/>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BF3D99B8-EE5F-4026-8BA7-3C7B822C101D}"/>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20CE428E-26AC-45BF-8A57-0D775E78C3D5}"/>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397D0AEA-5660-451B-BF3A-135183C186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08577935"/>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B31DFFF4-45CF-44FF-9AC5-DE0590DACC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A4C6748E-F52F-4BD2-88B4-E1727CF6BF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A1E0CDA0-2B54-4CCC-B874-932BB537E98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613A8267-570E-4B1B-AB52-A98EAFB58A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5EC1FF9D-628A-488D-8058-58FE2CDDFE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1F526AA2-0F5C-413D-BB4E-215B983ED3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50E7B816-BA00-4331-BFE6-8D8765CC89D6}"/>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752B2AF4-C9E5-4D9E-91FD-518C027C432C}"/>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CAA4049B-8134-46AC-A262-274EB6E679F0}"/>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31D19935-7708-4B39-ABAE-6A113F751134}"/>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D2A61B97-C5C0-4EBA-863F-16E5F687311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939DAC0-F416-4187-BE31-9C8CEFE70EAB}"/>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7EB7ECCC-2737-4DCA-AF58-C54BC70468D9}"/>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1BF654AF-E200-4620-B853-0D2530C3300A}"/>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085CA526-5628-49CB-8331-5B8B3D93F2D5}"/>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B76E1DF1-5C0E-4D08-AE85-642C7246B49C}"/>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13ED3CF4-C434-4560-AF2D-E68767CD7BEA}"/>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3CBCED25-F0EB-40BE-ACB4-B40D7F478B69}"/>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5E378407-C2AC-4AD1-B3F7-0D14B6A96886}"/>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4776A223-2C0D-41EB-8347-4CA7B15D86DC}"/>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AC8C4BA8-2D43-4256-9134-86119BB0CF64}"/>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7BF0D54F-E626-4EFC-9E35-AEAA254DCA3C}"/>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B0D7254E-0FBA-46F5-9C55-6C61E658FD9C}"/>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7C8F71EE-9220-42B0-826C-CB6EE971057F}"/>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9DBF744-FC53-471F-9FD3-C68E21FFB71D}"/>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531C00E-BADF-4841-A10A-A672749AC921}"/>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61071FBA-F0E3-49A7-8E17-81256152FE0B}"/>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E8824054-CA62-4315-BFFD-06118725F01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7BB9A533-AB38-4225-9232-417124536A6A}"/>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0054C0C5-D051-4818-942F-DC340F1D264F}"/>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67CC1B3-2DE2-4454-A404-EB7545B062C1}"/>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9C8F5557-F92C-490B-A42D-CF3056A9B9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97686911"/>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5FAF04A4-2F7F-4939-BD4F-EAD6C9D4DE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7A627E8-AD4B-4EB2-B2DA-50F718E8E7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6C7614E0-FF50-4709-84EB-23C6306940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5CDB5166-F6FF-41B5-9956-C30BF6D65E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568E76FE-9418-4040-AC21-CCA46D6B2E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D81075BB-09E1-45BE-8D15-0D40DDAB1B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5B6D5365-2333-4CBE-B099-1F0D9D4DB1F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3D753B1-30BA-4C18-8016-A3D72704A3BE}"/>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B05DAE04-C47A-4B46-B639-B31F528750F6}"/>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085C1864-F475-4BF1-97D2-B9D26209CE37}"/>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F803B4AD-4C9A-4F8A-B60C-600269AF1084}"/>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6EF9C2B-F4A8-4080-A945-8616216CC65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699BBD56-B9B8-4073-9DBA-3FFE6C7E449A}"/>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27C367E8-75D6-4C6D-A024-6C68EFED1177}"/>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64E50E45-D80B-4C5C-8B48-0CAD070CF3D0}"/>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56566A50-0327-45C4-883A-02F0B12F42C8}"/>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73991098-BC11-48D5-B51E-25C384C2C6F8}"/>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BF9ED3C8-C046-4E43-812A-3B9338A30DDB}"/>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4DD35E2-CADB-4A6C-A54E-4BC7D95CA704}"/>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19F088FA-1E9A-47D1-984C-B2EE1CD386B6}"/>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3E4B1FF2-A6D7-4857-B488-B0F48D06D8DD}"/>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38C9A150-3036-40D6-A085-523F08D950D2}"/>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E197F99-6242-400D-AB27-C5DCB26F3118}"/>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60249728-CA85-4CBA-AD46-4A245929AD24}"/>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FBB7C107-7653-4B59-B4FB-74733C1D94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99473014"/>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923CEB7F-A022-4FEF-932E-BA593660DD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16FCEA7C-1C02-4D5B-B3E1-C7D0BE4F30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1C63CA21-8DD3-4E8E-A059-72793FB0DA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D843EAB1-9414-4B1B-921E-DEBB1BE4D2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D0CB6313-57E5-409A-B600-648D3FD1E3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D3223663-6C3B-423B-8195-2D8A26793F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EC292A61-0342-4573-B28F-F69939AAE815}"/>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2CD60809-8CF8-4BD5-8D36-A3FFAE7B2FC8}"/>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A0CB463B-1F77-45E8-99E4-C085586695E5}"/>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4726F6D7-CE8B-4A4E-ACF6-DB56C4328593}"/>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F187DF9C-9C19-4FA9-AA6B-FA1E27321935}"/>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CD3D7437-A058-4FE0-9933-74F9F64A37A0}"/>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9C58A81A-EDFF-4A48-B8BC-65FBBFA7EA3F}"/>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4B50FC3D-E779-422A-87CE-20A186A4BF7C}"/>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F47A5CA9-903E-4B32-91E2-A0968AB81CA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C60D660-2534-4AAE-A95B-694155D25814}"/>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3E956341-0EB7-41E5-8AAE-25E4D1E32675}"/>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F719E755-F78E-48A1-87D3-C0B0284C8FB6}"/>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A8BCBF1-9CFF-4288-AA54-2E0D2A56D59A}"/>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1120D1C-393E-480B-8FAA-BDA67C590D59}"/>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C8AB8212-75A2-473B-A3D5-1D55E57FEB2D}"/>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D56ED708-F353-413A-84ED-D9A82C3F556A}"/>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D223DB9E-55C5-451D-B59A-0F3B0D845061}"/>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448D90EA-133D-4250-8EE2-1A76B5841FF5}"/>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F8E9A9B-F65B-4264-9B37-9B7DECCCD732}"/>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F019DB5B-77EB-457B-B8ED-3C2C44A4C4EF}"/>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38E42444-F00B-48F5-AE87-F5B232BBA99F}"/>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E21B65CB-0A23-4B9B-9707-4F8DF6EA2BB8}"/>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F913C3C7-880C-41D9-870F-05C8AE7E86DB}"/>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BF93A45E-E431-4262-8CB0-BA2EDC333936}"/>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5FAEB90C-99EB-4575-AB87-39155E1775B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41C7A711-2170-4750-9BCA-7F329D96B78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013ABDC0-763D-4BCA-A3A4-41221455AB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24028243"/>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B6EE883A-F6A7-49F6-B33A-9F251B7524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645C1481-1CC0-4295-87BA-EA3281133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5ACC8A08-505E-4E21-B9EB-7F1A3645C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BB3D4EF6-32B3-462E-BBC5-972A26D42A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BF5ED3A7-4487-45F2-9242-C6EE0A6ECE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39E30F80-91A7-4E14-9B09-5F68017D3E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883BB5A1-3197-46DD-937A-4CF45F81E4E5}"/>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9D0C42AD-B466-4C98-9893-C7856E3EA928}"/>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6A422973-B262-45A1-AEDA-DFE6F5B5DE34}"/>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70391CE0-9AE7-4FEB-9CAC-279E08A44742}"/>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75D6FA90-588E-48BF-8A28-027EE4D20DE7}"/>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CE648E99-75D1-48EE-98AE-6570B4B1D57D}"/>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46CBEEB-0AD5-4A19-8033-0E8E192234F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D7F89E15-3304-4440-AC09-740FF815A804}"/>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BE9DB90A-FC5D-4097-B197-8AB028DD9FD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CEF6D8B0-A544-41F4-B7F6-E750502D924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BA67E28B-8E54-4904-927A-4B4606E0F5BC}"/>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619F992-8AE2-4956-8B17-6055D8F2FF55}"/>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82A8442E-79BA-44A2-9523-F59660516753}"/>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C7AC5BDD-4790-4669-B76A-25046CEFA860}"/>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63EDC1B0-A51D-4BB6-85FE-285AC8DFAEE2}"/>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AC229DA-27FD-4502-99D7-7F4B7F7431B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1475ADB5-5E97-4297-A300-669019E2BA15}"/>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8419CE29-B844-4327-A6B8-3BAC987750DE}"/>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2C509418-3EE1-4717-BDD4-9EA183D0DC22}"/>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500CDE76-8EF9-4161-87E6-38E717519174}"/>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658647CF-0807-48AC-9C1D-FF99D3C4E47B}"/>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D27AB5FD-577D-4B14-B366-91D9043AF952}"/>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F385626F-D761-4EA6-9EB5-1BDCB407F5E5}"/>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0744485-ADB6-44D0-BFE4-9AD0C4EFF1F5}"/>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CBD0BE73-4421-480D-B5F8-F3DB1A0495E4}"/>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5B78668E-28F6-488E-ACA7-A968C078B865}"/>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0C932D77-801C-4A5A-90CD-220E2932B2E4}"/>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7C6A8D63-B15B-4402-8A41-FD6C616D3B81}"/>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84F61F7A-2D32-4906-9888-9518D6602F78}"/>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4D3D5AA-9217-4016-8A4A-92C97796983F}"/>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C8875243-7CCE-4EB2-A4AD-E36283BAD2AF}"/>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3FA31192-611E-48D8-A723-199A5C6C3F77}"/>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67508AFB-B415-4BF4-AA4A-D594855E4115}"/>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1B3A15AB-E843-426A-8001-7216EABD8D5A}"/>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48350A46-2FE3-4B78-8EEA-26F0380DF8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41163288"/>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E3E8931-6364-4513-8CD8-CE3E2DC2FD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E03C3008-11EE-4F5B-AAC9-18B68C5774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46BAEC51-E601-4F77-A4DC-CF2553AFCA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402E7C2E-AD6E-41C0-8416-238B195FC2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8E5D1113-9757-491D-8776-D4DA28A650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B079FC77-FCEF-48B3-AA54-E3428975D1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9FB3FD1D-9437-4D01-9F96-6352E971EF17}"/>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C221CAC-5BBF-4C72-9AF7-9253B92A37F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67CA2581-C524-469E-8E2A-1058ABA8448F}"/>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9AED7E46-0D36-49DF-8A01-90BDB656105C}"/>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D0BB8CDF-D6F5-4809-8460-BB897C915950}"/>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80A9DA98-AC61-4B58-84E9-4941AAA74D61}"/>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EE6635C8-9F68-4D4C-A72D-6CD760E3566E}"/>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9398EBC-53D6-42AC-B5BE-0A0D97D140D1}"/>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486F723-1EC4-4507-B713-E22B3BCA81DA}"/>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747179FB-7A9A-4B78-8F7C-9DE5C4C634DF}"/>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B8FAAB05-93D5-4D3D-A65D-DC239C1EA7F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FFB1875C-AE70-492E-8003-B07F76E2B6EB}"/>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3A7E2B2E-2EF3-4ECD-8D59-89049642ECE8}"/>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F5199B9C-5B3F-4740-B45A-B2D797F31292}"/>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5CB081-1F1C-4187-BDEB-9CEC82C2205A}"/>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8204CE0D-7039-49C0-A1CA-A122DE78B6F0}"/>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BCA276CA-6A88-4223-9FE9-78EBA92AE01D}"/>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6DA178B3-2728-4F24-BC23-1B5CA92E85EF}"/>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3FF1E3AA-2D31-4EFE-BFBE-45C6C106F529}"/>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61F1CECE-52C7-4050-843E-671B5EF1944B}"/>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EB0C178B-948A-468C-B29F-EEDAEAB6B7F6}"/>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7F344605-7AEE-493B-8275-0DDD75E2F80B}"/>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A9A0D8F0-725F-43C3-A212-ADEA57C2A7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7933911"/>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69EB3A49-319E-4F8C-81ED-A9F2376C3E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DE731575-689B-4BBC-8F16-95315B6856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EE142493-3667-426E-AC64-ED91E816D7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886F57B2-8C35-4DCF-B95F-6E79DFED3D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9357E0E0-8D73-4D89-A2D3-90D804D3F8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57D7DC67-C3E0-44B2-8FC9-231BA771D3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790D0665-4C25-4781-A97C-3D8432A0D827}"/>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1D40AEA-9CCF-4D78-B2A4-58CB51B78D33}"/>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D007D3A0-0834-465C-B05E-A3E921FEA44D}"/>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25F92F2D-645D-4DA2-AB03-003E9E1DC0B1}"/>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94AFFA8-B1F6-4D9D-91BC-9E78AB7AEED9}"/>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4E372846-FF17-4788-B348-9E7FC92EFA53}"/>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F5F04A1-9963-4F5C-A6E4-F38BCCCA23F7}"/>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9B1F494-2239-47AC-B406-F8C1AE5CF1D4}"/>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CE6CC203-E2B2-434A-B0A4-64B87D32125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B5A2A550-44E0-49FC-BCBB-1785E9D2A8C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2964ECE1-D565-44FA-84CB-BAB3B9EC9185}"/>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9D5884D6-0129-4664-B5B2-C04C6A73762A}"/>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73ED387-E50C-4CC5-9945-BABE3CDD1A67}"/>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78F2F56E-3996-41D2-B853-2894FD1E7B2A}"/>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B6EFFD5A-2785-4535-89B0-26D405D15E48}"/>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DB17A936-9711-45F8-ADB7-F0BBF7979045}"/>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7D106C8E-31EF-4445-8913-C2378F5EE395}"/>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1933A2D-0EDC-4C6B-8C61-0FA29495B58D}"/>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981AA7CF-855F-40D3-938E-A4EB8869BAF7}"/>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CA7A1CF1-31FE-4D75-B899-E2E8509F18FB}"/>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5EF50688-6238-4074-9EF5-99AA79AC5850}"/>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CD2B55B-C7BA-4C76-8930-D2B8922D88FB}"/>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A9B57F8C-C591-474B-8BDB-36A93308AEC8}"/>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059DDBDB-F5A5-4476-AD56-073A3E2726B1}"/>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992F4591-0FD9-4B52-BAA3-015BDFAB0CF6}"/>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B2D1F8E2-10F8-43A3-83A3-A759B02808C3}"/>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08DFD0F0-B5FB-4FA2-A9A7-7769D7BD5311}"/>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3894A3D3-8FFC-4CD4-A18D-1077900A9854}"/>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2E3CCBA5-D90D-4C38-82B8-98DB5ECF363C}"/>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87DF6EE7-E8E1-4DB9-B5ED-A905215E51AD}"/>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55250A9C-DD4A-422D-ABDF-EF95D6E5192B}"/>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4B0B6998-682A-41C8-AC96-1F9DB7FF4F21}"/>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8E90CEE4-ADAC-4B04-9085-B20796652FA6}"/>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EE38FFCF-4165-4223-B8A8-3722B0702B04}"/>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1E505E66-BB96-453C-8E91-D4E2C2B1B49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5DB805BB-D81A-4136-9D19-49AB2892071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2F479734-D3E6-46D8-8B20-C88477064B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59821871"/>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C23CA457-E15A-404D-9200-E9EE40D078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A8C8DA52-6568-454E-B711-363303DC9E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4A2CEE1A-B1BD-46FB-807A-08034658F8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3A04B299-67B8-477F-9D0C-681DF29FA0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58175963-4275-4270-966B-8C704260BA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99176C50-2AEE-404A-B64A-E5B0DC13F1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36D52F79-5804-41D9-9274-1E5E51B449DA}"/>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C48234BE-F41A-4DAF-BFC1-C96161A28753}"/>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FB285F6C-DBBF-46E6-A26D-3B382243D3AE}"/>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D8B20604-88B6-4048-A4AA-24601909E88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7A93680C-0CC5-47DD-BF9D-8653427AD456}"/>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F29C3C72-5756-49A7-81AE-5747279300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F30E144F-CA74-4BD2-814C-53214BC9B1A1}"/>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E970A419-CF07-4DAB-AD45-ACC29C6C7044}"/>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06C66F1-120C-4B60-8A85-BB26248525D3}"/>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246D6E1D-119C-4E6C-9CE1-44E8FA670FE3}"/>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6EB08E72-F534-4F0D-8299-912F570C503C}"/>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77A46C4C-C97E-4D80-A0F4-77617988E0A1}"/>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786C1B73-9151-40CA-8D0A-224B7B388498}"/>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649D29C0-0E80-47E1-9329-EA18137F6206}"/>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DADCDDF9-5450-409F-B3E0-D80ECDA71D15}"/>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D39677A2-81E9-41BC-B9BE-AD2ECCBFBD34}"/>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75657A7B-09E5-47C7-AF08-5C3F6C4FCDB9}"/>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5D447956-8E9C-4E5D-83AD-3FE3F85B7865}"/>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F51EE912-EC9A-42DF-BA91-4A8ABD7C93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61318265"/>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F7F3E0A4-93DF-494B-BA11-0F10C59CE1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6D68B167-0918-4D62-94FA-E6BE7C16BA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99EAC680-4A42-4BB8-BA6B-75FA509830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3E9FFE41-8CAC-4B92-8402-44A728F84E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6B30A7B5-2E45-4028-B674-8A7204938B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D8E0A259-40BB-4672-AF8E-13EB5E1B90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2DE14A48-59AA-4B8D-BEF1-087AB9752B8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51E41007-9E15-4045-B0BC-1864AD040659}"/>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1577C75F-3C6D-4665-8E8C-C5F30360EE9C}"/>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692DFDAF-F982-4A64-AE99-2322367048E7}"/>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A57EAC61-8AD9-40F6-AEE8-F441C9EE1F5A}"/>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438D7B6F-B3D1-48D5-9D26-B7CD85A83CB2}"/>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32DB27BE-C16A-4D61-AD49-7E67B9F36228}"/>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D47799ED-4D31-4B1A-B680-00382EC513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8371954"/>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17D5355A-CE37-41AE-A634-37015CC963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BCED0A5-A293-41DC-8721-DE706C778A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F3B7194C-DFCE-46D0-83DB-F7E5998432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9A476F87-3360-4439-B813-9324BCFAE0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77CC4A1B-97EC-4523-80C4-2195943706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587F879E-02E1-4C20-A561-F3F444E6A1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7569AB32-E2B6-48E1-806E-ED97E448B481}"/>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DF253956-1A6F-4453-B60E-52DABFA0382F}"/>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53B530D3-C839-4966-B5C4-09031654D24B}"/>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8A2BC583-E6FF-4C06-B1A4-70E555FAD5BA}"/>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AA5A0BE4-5413-4526-A307-1527BB0585C3}"/>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DB06A0E2-1FB6-4F8B-83CE-38DEE724AF10}"/>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7455C5CB-426C-4688-B176-31FFA759372A}"/>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3033542D-0767-41A2-A794-C2E87A0EFD68}"/>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0938DB80-6E28-40DE-A8DC-327EC836DE8C}"/>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5A799E7E-4F51-4EF7-9172-9C60DF3A95A0}"/>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ABF87654-60DB-42D3-A90C-B0D38E3B7AD2}"/>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770CA6B4-6FB6-4AA9-8EFC-3D86A8CC6195}"/>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FB1BE9D7-370D-4D33-BB9D-EDDFA449173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0AFC39B3-42B2-45E3-9776-74509A7E0CF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2BE2707C-F191-4872-98C5-F89F9A971139}"/>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15BC38D1-50A4-4CF3-A28F-7892EB7523FC}"/>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4D7F2542-D12D-4376-BCF5-551A8DE038C5}"/>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E653F363-4CCD-4F87-8358-D4BEEEFCCF4A}"/>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A77D5ACB-DE21-4994-91F0-DA657A04FEB5}"/>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AFA4C478-D2A2-45AE-81E8-CFEB57317701}"/>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56F3AF34-BF1F-4E05-9242-4E79AAE77618}"/>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17C6D5F0-E675-42E5-9EE0-EF481B1CDC66}"/>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92178495-FB69-4357-9459-BDE04DF2E5D1}"/>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C8996E4D-29A8-4502-B934-7BA0D7B3B5FF}"/>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0CF8CF5D-7C72-4DA2-8BDE-FCE8E2F1083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2ED152F5-D165-4CE3-B3F7-6CF3317CCE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19220473"/>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3E045E7F-D5AE-4FA0-BDBA-C0BBBB9C53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A3676062-4565-408E-A3EF-84A21843E3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E0D66C5A-BB1A-4C95-94C5-21AF9EAAB0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27B187F2-E526-4FD8-84D2-3FCAEFB050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EF9B6919-95FD-4C7C-A264-37EC53B3A6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140231E9-EADA-4D9A-8B3D-AD8BE92C5A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0355E628-FF93-498E-AD4D-B3A87F16CE3A}"/>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B5156F03-AC6D-4AD7-AA7D-0D1D2301919B}"/>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060A7076-D20A-4A01-8959-2717C7C40DAD}"/>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762CCDFE-0A0A-47F5-A264-2BB057313616}"/>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37FD0DA2-F044-4D2A-BCB3-7CF55E5E0B97}"/>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5E40EF1E-DB5D-4875-968E-5756B1235454}"/>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63F3CA0A-14E5-4BAD-A845-8A613E2A8903}"/>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22A287C9-E7E2-4228-95EA-638184B1921F}"/>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A6024A93-BDB3-4147-A82A-1C78DBFF62DC}"/>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02752179-C318-48AA-9A98-9DB7B707F9B1}"/>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84F4B121-E7DF-4ABA-B3A1-67B34DF92E5A}"/>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728D1CD8-79AD-4EC2-A404-60063DA3EDE8}"/>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D3CBF762-8613-4543-A200-DCC3E67F6AE5}"/>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96B93A9D-0A41-41D7-9D30-C4E8C1D0F427}"/>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433D6EF2-0438-4A44-8F78-21FCFBC6313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7715B7AF-523D-43DE-AF7A-B14789CBC3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6387450"/>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946E6D05-5383-4AC1-AF76-ED23BB51EE4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299CE59F-68FD-42B6-AF12-4A1642C1AA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18DF4819-60A5-4A3A-B22A-9F7DF669A69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8C1A7B92-C40E-46C6-A9E5-FEE4F82AEFED}"/>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C03EABC0-884E-4020-A390-9B59A2707545}"/>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1A149A85-6678-485C-8C53-5B8DEBFD93E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06269024-CF97-4F97-8BA1-A4671EF49C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145915363"/>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0E3F646A-E069-43BE-BA6E-6DD38CC65B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6445BC36-0980-42FE-A579-8EE685B803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48452D17-324D-4EC7-BC9B-4E557E0F7E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CD777B99-4B98-4215-9BE5-D760D19E8A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F3CC4CF9-4D1F-4991-A9E4-123DD415DC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79D3F2C0-17DE-42C5-B68F-56CCEDC0A8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B3D40119-429E-47C3-94FB-C5616DD841EE}"/>
              </a:ext>
            </a:extLst>
          </p:cNvPr>
          <p:cNvPicPr>
            <a:picLocks xmlns:a="http://schemas.openxmlformats.org/drawingml/2006/main" noChangeAspect="1"/>
          </p:cNvPicPr>
          <p:nvPr/>
        </p:nvPicPr>
        <p:blipFill>
          <a:blip xmlns:r="http://schemas.openxmlformats.org/officeDocument/2006/relationships" xmlns:a="http://schemas.openxmlformats.org/drawingml/2006/main" r:embed="R9c276b30ade24a9a"/>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23256482-C837-400A-B77D-6CC487BDB26E}"/>
              </a:ext>
            </a:extLst>
          </p:cNvPr>
          <p:cNvPicPr>
            <a:picLocks xmlns:a="http://schemas.openxmlformats.org/drawingml/2006/main" noChangeAspect="1"/>
          </p:cNvPicPr>
          <p:nvPr/>
        </p:nvPicPr>
        <p:blipFill>
          <a:blip xmlns:r="http://schemas.openxmlformats.org/officeDocument/2006/relationships" xmlns:a="http://schemas.openxmlformats.org/drawingml/2006/main" r:embed="R2585f94bd54448cc"/>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5B78BAD0-91BD-45BF-AC6E-E885F99894A5}"/>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4E6B719C-D676-4102-9F8D-76B513D8FB0F}"/>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FC4BC4B3-FC11-4C29-B649-4100ACD8BA0D}"/>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09313BAD-6B7E-482A-B50A-892CAAFF4718}"/>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1FBC42EF-72A0-446A-B364-D816BDD7F790}"/>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80BDC1E7-E3A5-42F9-B6AC-0516A57E399B}"/>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3C842874-C4B5-4DAD-BBD8-9B9E795D3862}"/>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670E6898-24D6-4B7F-8452-F803A6B24226}"/>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C959BCF1-9373-4C17-8B73-7FD431DD70C3}"/>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70083C64-C302-4387-9D21-47E95EC160CC}"/>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6D810B45-54FA-4DEE-8CA3-6E07622BC6C2}"/>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7E3F9D42-22F6-49BD-AE22-F38F881748A2}"/>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E615B4BE-2609-43AA-887D-6CDC6818BC4E}"/>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C0D8AC26-173A-4634-B1A6-10D24F869E2E}"/>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B748416F-F13C-4198-8BA9-F3431760FBE1}"/>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EDF3D7F8-6A28-45B7-BA98-CA090A7F261E}"/>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0DDAC39E-8EC3-44C2-AD13-B05E06B3DCE9}"/>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B9D35BF6-2D36-4D33-ACE0-A9B3789703F5}"/>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609A939F-AC2B-411E-A3FD-8F639F97FA7C}"/>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E753CCCE-6602-4289-ABB4-EF6665F6512F}"/>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A59AB7F7-9CF5-407B-9C5D-7EF58349F28A}"/>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FE2FF37-0256-4B25-9B1F-CBAE7790D32F}"/>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31512969-691D-4E72-8F8E-EA2D18661D45}"/>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E6A40F44-FA69-46FD-9421-F8671584B28E}"/>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13AAFB4B-2425-419E-887D-9DF02EBEE151}"/>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F1A9645-FCA0-4C90-A325-09BBAF72FE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67554030"/>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E3BC2044-B1ED-4B85-93A1-16DE1F5F80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CC0C984C-7DD1-45C4-AD6D-5E0F5D875C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EE14B188-C4BD-4DC0-965F-F7E65B236F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DE63E3C8-08C9-4477-B7BF-834DEB6297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1C4DE993-6AA5-4D08-B66C-D92F34A036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6DF94E05-EFEE-4872-9D02-EAE20AD39C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38ACB1EA-6EA1-4A2C-B4C8-BA05ABF048C7}"/>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AF7679F4-2569-4C06-A716-5D8A4DCE18C9}"/>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D71FEDC6-72C3-4C29-9806-FBA5E693C1B0}"/>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7369B905-6B98-40ED-803E-3416CDB5DFE7}"/>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3C9637C5-5CC5-44FE-94E1-DBA22D3DF82A}"/>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8B64249B-C0FA-4D31-AEA4-E5300CD0B7A6}"/>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C4854BD7-B627-4043-8908-011CEF2E0450}"/>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EF2671AD-88B4-4AEF-BBF7-E7F84C88EA7F}"/>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8A7FB9F9-B2B0-4D88-8E46-CBF6EBBDBF1E}"/>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FD2E1142-BB6F-4CAF-B994-3992E03E7FD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F89C3F3B-AD46-4C8F-AE31-1E8C9C0F7FA7}"/>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910862DC-E41A-4A41-9C96-82CCDF73F3CC}"/>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85FE0467-DF44-4575-A1FE-C9B355F1DFBC}"/>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F3958C63-3855-4467-8B1D-A5DE63D6C625}"/>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596B361-6B3E-4585-8E9D-D119149E7132}"/>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084B422A-53ED-46F3-A4FC-5D3C40F38FEC}"/>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37FD9280-17DA-4FAC-B5F3-D5326A7D0DAF}"/>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E6077872-3232-437A-853C-FB3D362A2859}"/>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517C5ED9-001A-4372-9FE8-C7EBC8BB39D9}"/>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78B5E34F-C420-4C2A-B034-AE4E88D88DFD}"/>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02E194EE-AAE4-46CE-ADAE-74E0555BF85E}"/>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A8FED5D-F2BB-49DA-A219-B15F1AFC0D69}"/>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53BDC1B1-49F0-4703-9B1B-7C19AE340AD0}"/>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6E779081-D310-41EF-B3EA-979EA0F2CC7A}"/>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81036470-AB91-4898-8488-64027F20677E}"/>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A6217405-CB79-4B70-B562-8E13A492498C}"/>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EF56A2CB-F77A-4BBC-85EB-BF48D57E1E8B}"/>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FC0156D3-F7A1-4EEB-88AC-25A8F1962263}"/>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BCC5123D-B89F-46D2-8430-8C23509D7673}"/>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64266C05-5A1F-48C4-A234-E18DA5D621DC}"/>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AA981C2F-2408-40B7-800F-3BC18E1E1A71}"/>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5BE93AF9-3C1F-471E-BCE5-A9A4AB8EDCDD}"/>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BABD594D-7EDA-44DF-B31E-EE8434060920}"/>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892D5415-113F-4A39-8215-C1FDCA8134F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1E5C8468-D35D-4C50-A0D5-A3353308F5F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FA243368-5C65-4119-A88E-6A2F4EF95D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56880957"/>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38BD30DF-7B3B-4200-8D0C-A081D3651E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D29CE61E-8E65-4074-811C-A73CCC1B58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70FC8788-51D8-4616-94AF-5086542711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E0292AEC-908F-4E5F-AAB6-1F5586AC9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F4D49438-3A40-4D53-A4D3-681FEC4825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9E58030D-13F8-4276-8186-3C967DFA39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F2DEA383-3025-4EF9-897F-DD388D183DC0}"/>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8C66DC71-5517-4C78-A06A-396ACB9FA829}"/>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10432939-B88B-4C8F-8505-679B542CC6DA}"/>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E6964B74-53CA-4A89-B60D-C3633B613844}"/>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A6DBE47-6608-417F-8C51-AFEEE497FC3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C4B24D39-7CC9-4BEA-BD8E-4F319A2DB97C}"/>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C225B4DA-3733-4E4A-8B0D-E6D339408F4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0CC7DD45-D146-4A5D-8664-E82A804A9C33}"/>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08BC7A4B-27A1-4BCF-A0D7-306CDD9B1F50}"/>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8097E018-2168-4A69-8D83-84832AF88E3D}"/>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56ACC13C-7433-4D6A-912A-4D46F1CA4AD2}"/>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34E9B1E3-B9F0-4B2C-8EA1-954983B1D6F1}"/>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0492FCFC-3CF6-43F1-87DC-7BE6453EA90D}"/>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9B325327-BEE0-4176-9F3A-DCD375E9582C}"/>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08631A5-FECF-4706-A7C4-5EC0CE1A442E}"/>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30737466-EE50-437C-9BFE-D18123E7C93B}"/>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5670B1C7-4F45-4DED-836B-9275D1024B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6561921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D730CDC7-C205-4A57-8DBB-472AA00164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2C072DDC-D2B2-42A8-87D3-EA6D699ED5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FAB6B033-A0A0-4D53-964E-BB37972FD9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A15DB134-6AE4-4045-80E0-4AB6567EC5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859D8DDE-DB7D-4036-9133-B347099741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E2AE2DA1-CFD4-44FF-8329-D2873371B9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1C32058A-7C1D-4E6D-AC9C-AB4EBBE206A2}"/>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E1BC18F-9FAF-4749-8FFE-2D166C155BE7}"/>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73C738EB-0E6F-4F9E-A955-D9A427A81563}"/>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4CDED394-DBE2-4708-BFDA-090A9CD8594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2D9B71B-4FF2-44C3-AEEF-73697B30320F}"/>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B58DAEDE-03E9-4002-BE81-D5C1EFE05FBF}"/>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0CED6313-DDB7-43AF-BF66-E9AF49AB8165}"/>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90F9E475-6167-4FBF-B1A7-D467D71D002E}"/>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579B2F2A-B3AA-46C3-AE8A-455D183CE540}"/>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C457C47C-501C-484C-9029-513FADA792AE}"/>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2D3AB309-F675-4858-B5EF-6955CD68DCA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A5479234-DB7C-4F8B-90AB-30DF19F29F71}"/>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8E95F65F-9BFB-43DB-915A-B4CEEA285313}"/>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7E99B385-C889-43AB-ADA0-9033E4A0D0D8}"/>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B2738A1-40AA-4C76-BFD3-5C55D001D256}"/>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0A72F429-D14E-4639-BD79-3A4CB184E1B2}"/>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7DA8D865-812D-47F3-8D34-310C4C9A393D}"/>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1AC62D53-35DB-47B6-BD95-2D9E12DC8A6F}"/>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1F5B66E2-9911-42E7-AC88-640537C943CB}"/>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3BC952D7-C21D-4F34-AF12-67D627B3A346}"/>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5EF7CE31-E168-449E-879A-CFAC701EB8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20543238"/>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9BD3BE19-22E7-4242-89FA-A02F3274CC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3EB2BF3F-4AC8-4B5E-BF06-83083DCF89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FDB23F46-B586-4F62-81E0-B9C20E3E7B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774F93B7-590F-48F1-AD0F-F24B3B150F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B3D8B476-2CD6-4A91-BBEB-4F052237B9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D584914B-7519-4593-99BE-D85C3F4D1C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312559A1-3B63-4A3E-8838-B05E67FF2ABF}"/>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F6BB62B8-2F42-45AE-9BF0-9D287883CBDF}"/>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75BC71-7AF5-4EFF-9990-CB7F418E1333}"/>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C605914D-D73F-4E29-96B1-6BB5D16D4549}"/>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6A565DC-474E-4B70-9F38-B354DF71177A}"/>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36E4FACB-6DD4-41F8-87F5-B7795CDF205A}"/>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E4A42AA2-9029-4239-BFD2-7D14B337E7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BD169A1C-DB25-42DA-AF5D-773A25EC09AE}"/>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8A83A6CE-AC60-4823-89A7-283B4C4663BE}"/>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DF562E67-A0A6-47F2-A8BD-D1276AF8466C}"/>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8285AB80-7A4D-4FEB-97D1-28A0D980A464}"/>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43562B56-B494-4A6A-83EA-7A51F43B31AB}"/>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30B452A2-2E1C-46D5-AA6D-AC41123B7D82}"/>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DB4E86CE-CCF3-4481-8E39-F69AA60514C8}"/>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E7B35E6A-565B-484A-BC7B-312082DC87B4}"/>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0B32D3DE-05A7-4952-A976-1386E6943C19}"/>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2DA61A1D-816E-4374-8F99-4ED8446A8C6A}"/>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7DE1CBC7-3702-4C18-B840-B194E603CB2B}"/>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2847A083-8D52-428D-B94D-693CB5FF1D17}"/>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B9E9321C-36D0-455E-B049-CB75CC5BF47D}"/>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D8B31577-8871-476D-8237-F6648F9F60D6}"/>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58B89B2F-3EC3-4BEF-BCF9-6B564A200FA4}"/>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A138DBDB-257E-4BE5-B795-1CEF40F7FC8C}"/>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9B17CF9-27F4-4660-B2FA-02D653388492}"/>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CA49A8D0-4305-48BA-97A7-BBEF59053757}"/>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9C63FDD7-E663-4E7A-A460-897AA551213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67EDD9B2-23BA-49FF-8F8B-7FFCBC3334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80139435"/>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87DBA8A4-0551-4FAB-A51A-1440617C44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4FF7204A-83CF-4D77-AA20-D8FFD5B4F9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D1D2DA4D-C063-41F2-9096-E206C54098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FBD62477-DCE1-483E-BBDA-54AF55E9D2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17881F83-A70A-48D5-B57B-5C37A96F0D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35803DBB-6092-4EB3-8205-A0486DE43A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09625A3B-4B9D-4860-9302-1BE74FBFFCE4}"/>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22C61283-D213-4503-898E-7D33633AA331}"/>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19417AB-7B95-4511-BBB6-ED0158686C0D}"/>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7A2FBBE5-EE78-46B9-BB48-26FF49066B1C}"/>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1B20635D-18B1-40DC-A006-782E15D1D00F}"/>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51E28739-E186-42D5-8E35-9E05447BC327}"/>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6A162A35-FFB7-47E5-871E-15D14F7F516D}"/>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7DA53512-7D0A-4D7B-B0E6-195AD9C26A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58246731"/>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B88299DE-1B9B-4DF3-900D-39174FCA94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7C4F1A1D-A291-4E44-BA29-3A4C4EFBD7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대화로 재사용할 Skill 만들기">
            <a:extLst xmlns:a="http://schemas.openxmlformats.org/drawingml/2006/main">
              <a:ext uri="{FF2B5EF4-FFF2-40B4-BE49-F238E27FC236}">
                <a16:creationId xmlns:a16="http://schemas.microsoft.com/office/drawing/2014/main" id="{EF4A2752-1C11-4ED6-B2E3-B22F58F6CE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195CE5A9-E57A-4AB7-BC84-9DF21BA3D0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Build skills · 2026-10-25 확인 · 요청과 생성 문서의 교육용 도식">
            <a:extLst xmlns:a="http://schemas.openxmlformats.org/drawingml/2006/main">
              <a:ext uri="{FF2B5EF4-FFF2-40B4-BE49-F238E27FC236}">
                <a16:creationId xmlns:a16="http://schemas.microsoft.com/office/drawing/2014/main" id="{552945E1-066C-4298-AF6B-7CDF76AB54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Build skills · 2026-10-25 확인 · 요청과 생성 문서의 교육용 도식</a:t>
            </a:r>
          </a:p>
        </p:txBody>
      </p:sp>
      <p:sp>
        <p:nvSpPr>
          <p:cNvPr id="6" name="현재 제품 활용 팁 · TRIAL-008의 제작 이력이 아님 · 생성 뒤 사용 조건·지침을 검토하고 실제 요">
            <a:extLst xmlns:a="http://schemas.openxmlformats.org/drawingml/2006/main">
              <a:ext uri="{FF2B5EF4-FFF2-40B4-BE49-F238E27FC236}">
                <a16:creationId xmlns:a16="http://schemas.microsoft.com/office/drawing/2014/main" id="{B8E25978-B28A-4CBD-B05B-F95C43494D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제품 활용 팁 · TRIAL-008의 제작 이력이 아님 · 생성 뒤 사용 조건·지침을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E23AF2CA-D954-4D0F-9137-34C0380ABF13}"/>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03F874F8-61D8-461A-B5EA-2EA27802C02B}"/>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65351D08-1F3F-45A6-9F2F-E4EB0EEFBCB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3F361772-59C7-4534-AD82-33DD2534E030}"/>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224F5E57-74CA-4079-A87F-42A71C46A949}"/>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31CE9F4D-E0E7-4A85-BFCC-36206CE80D1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C6C288DE-871E-4B1D-876C-76917B1146FF}"/>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BC58BE3F-E899-436F-B4CC-79E29132B0A8}"/>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479FBDC2-8425-46A2-9432-5677AAA5A33C}"/>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BFB90B30-3060-4427-BBA9-F63FCA81BD4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9D82103C-FB4F-4D74-850C-FBACA2BD5D79}"/>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EACE8872-D0E6-4861-B287-995E14F554CE}"/>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E5B62C89-A74B-4410-BDD1-2508FAF3E760}"/>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A5EB3791-C090-4C61-BA4D-2EFA2E698613}"/>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B1980CAD-7DAA-4151-A760-F2099DE009BE}"/>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E3365D67-2094-4BA3-8872-DFDB1BD3EA4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E11E6CC1-3687-4240-A4F7-7F00EB5C55C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F7C57D81-1490-4285-AE02-DB1D09DA52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7558579"/>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C35DF9B7-7CBC-47F5-9BD5-81F79C79DC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88C4EB3A-EA46-4470-AA7A-43DA2DA37B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절차는 재사용하고, 답은 근거로 정한다">
            <a:extLst xmlns:a="http://schemas.openxmlformats.org/drawingml/2006/main">
              <a:ext uri="{FF2B5EF4-FFF2-40B4-BE49-F238E27FC236}">
                <a16:creationId xmlns:a16="http://schemas.microsoft.com/office/drawing/2014/main" id="{CF6130D2-AB1B-4AC6-B026-A45A5D7C8A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C0960ABF-90F0-42E1-8D8E-A8223AF5AA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CC1270B9-EC93-405B-8B53-926901E10F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A0BFEC50-3369-4A0B-B7E1-0A0E997F5C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A6A2D3A6-4383-427B-8B0E-552FBA0A4D47}"/>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B57C28D7-CCE0-408B-9ADE-4CC617413400}"/>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73CD884C-E1E7-4029-8362-61D73D482024}"/>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0430ED6E-AA22-42E9-B8BB-69F582645C64}"/>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0D5B5B1-8BB6-48EF-837C-E08344D560A9}"/>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88AF1A6D-D52B-4674-B0F4-5D56AEACB1F8}"/>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B07D42EC-4DC3-4FD1-BDA0-70E10D3B0FC7}"/>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B4F57C80-C749-438A-A05A-DB3695427A55}"/>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B04BFD60-9362-48ED-B614-F08DDD3282D4}"/>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6CB8F2B0-1062-4EEA-9F71-492F42E1BF73}"/>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65958A93-131F-4EDA-98D5-B833DEE2DBA3}"/>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8D2154BC-FC78-467E-AB71-99358BE17898}"/>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9571510-C80F-4D1D-B917-C89A43D22B58}"/>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6EFEEB7D-C64F-49BE-B577-A7800B027ED3}"/>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D39657C8-FA83-4DC4-854E-B26C0D86EE27}"/>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795D52D7-E000-4212-9E76-4AC1E1247467}"/>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A2C99C25-01CA-46F2-ACFA-374E859B073C}"/>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A70403F1-9E30-441A-95A7-BEFA6EF5E2C8}"/>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842934C-C940-48FD-92C1-09605FD757FF}"/>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362B276B-C233-44B6-A5CD-DC766095E0EC}"/>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5A98B5D8-B330-448C-9F26-A3DD221124A9}"/>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2CF1888C-02AC-4826-BE1C-73D0AD6A4793}"/>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5B091C00-C0AC-4394-9F69-3C9D80333C0E}"/>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0E164F22-2A5E-4381-979B-FF337569BD5E}"/>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58CBE13E-9D27-439C-88A7-4CB0FD83206B}"/>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7D095B20-8616-434D-8A5B-D68DB5FAE646}"/>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452EB862-EDF0-4F4A-A46D-45DABC50B14C}"/>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D1AF91E4-2F2E-4FF6-8ADC-AB23BF9352F0}"/>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6498E70D-312B-4291-82B2-7C51EC53DFC5}"/>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F9F24F09-7508-40EA-976C-0B1F2EA6A1D4}"/>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9D285904-D3AE-4D49-A2C7-9AB1DF944235}"/>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81AA5B0C-B0EC-4751-AECE-ABA0CC514E17}"/>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03F90F9C-1604-42B2-ACD9-578AEE8B6B49}"/>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2520CCF4-A64A-4DBB-9BA0-C403C6BA9F03}"/>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3969D4ED-8C84-4639-846D-7679823AA74D}"/>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FFEE2181-F954-496F-9A18-2123BA5058EF}"/>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F1F7AD0C-A53A-4890-A80D-A463DA922825}"/>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4ECA5D2A-7DCB-4C1C-A293-3C76742636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784728448"/>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AEEBB796-3C0D-4410-827F-E8A2685E29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C0C83D7D-01AB-4CDE-ADA2-D2C8DEED5D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밝기 통계 계산의 성능 개선 후보">
            <a:extLst xmlns:a="http://schemas.openxmlformats.org/drawingml/2006/main">
              <a:ext uri="{FF2B5EF4-FFF2-40B4-BE49-F238E27FC236}">
                <a16:creationId xmlns:a16="http://schemas.microsoft.com/office/drawing/2014/main" id="{13B70EED-EEA5-4087-B7CA-DA23D7507D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C1FB96E0-8176-4EF4-A5DC-06AE9F2826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61BFD0E4-A8E2-4240-AF50-ECB3615F4E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5268EC6B-70BD-4714-9663-F66CFCCE26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0B575656-28A6-466E-ACC7-E74D6B84B47E}"/>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684666C3-88CE-43B3-937B-D9F73C91C5A5}"/>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92766C02-2E59-47AE-9748-7B4BF7D84049}"/>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BDD2BB00-476B-4335-B342-67A8D49D09FD}"/>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399B13DD-3E7B-44E2-8D77-4AC9F0AA959C}"/>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02D134F0-FAD3-4A04-B712-4B19140C084A}"/>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2875C85B-C0B2-4CBE-A643-80618AD49D91}"/>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BDF19F1A-140D-4C1E-90E9-68A3E9F367AE}"/>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F2AE72F1-C0EB-4457-A928-530E77127D08}"/>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2CAACB7A-F82A-435C-87B8-08C017CF85EE}"/>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1AF12454-A1C2-4A66-9210-B4C0F9EEA94C}"/>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F2E7EF7B-FF44-4B8B-AE49-146AFD3A3A0C}"/>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00B7DE26-4A21-4E1B-AC01-B902E890C1CC}"/>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D48ABECF-98C3-4966-8DA1-5524D78B8DCF}"/>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01587A47-0A92-42D8-8CFF-DA628979D142}"/>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172F8203-EEF5-4158-B2B7-5A10096821A7}"/>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1269CF3F-8CED-40BB-9E06-E3E347143ED7}"/>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748BACA7-5B7D-4E09-9D89-68B25D42EEB7}"/>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1FE9C9EA-031D-4791-943F-9C7B694A33B0}"/>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6E93AEDB-8EF6-41AF-95E0-94972D5DA687}"/>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8F040928-B8B4-4F35-AEC1-5A71DE92BCF1}"/>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FE1DE00B-746C-4D9A-98B5-4AEF10636475}"/>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AB1B94C8-FADB-41B4-A0DB-D4ABAF770B5D}"/>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9953A2DB-0CD1-4CD7-B1C1-B2C026242DAE}"/>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55386E8F-60CB-490B-BD55-11D03DAFFBB2}"/>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F1A3521-A0CE-4D79-BDF6-0EE5D9F24B4E}"/>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0C0C6957-E783-4435-A5F9-213AF98FD34F}"/>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44E87C8E-7A15-430F-9314-78EE662D8282}"/>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7639BECC-C114-43A6-A614-A1F28ED62B9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5B9D7F54-630B-4968-8963-FFAD410B2E47}"/>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EB09F99F-7862-4A1E-8004-8AEE939F8548}"/>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3FCD4F47-FE2C-4818-8BBA-E42CDACF5B02}"/>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5223ED6F-B645-4B9E-9A7E-A1FE42222C39}"/>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4E08C9C2-139F-48DA-876B-C701EC367A61}"/>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4FECC753-FDB9-48DD-814A-CF1E33946350}"/>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2FD4B8BE-28A5-4DB2-BA9D-FAE2F230D202}"/>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C09BD23E-9E55-4111-8814-971881358D22}"/>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2C3A62AE-6F3F-4B6B-9972-851E1A787834}"/>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F75BAA01-2D88-44FA-A592-3DE2265E232D}"/>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413816F4-6852-45AF-8144-DAE51C03F254}"/>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D638BD4B-5605-4ED3-83AA-0020FBAC0DB8}"/>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78196BE6-FDC1-4D75-AD17-57374F5C699B}"/>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21E6BF07-7808-459C-AF4D-0118753E863A}"/>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F4FEF789-3BA0-4E02-BE1A-3B6F1C10CF0D}"/>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D465595B-59C3-4194-8FD9-64A47BBAD2C6}"/>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421CF4BC-C7E8-469C-8B44-0D6D0E042424}"/>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F4273D43-E5BC-4B04-8E0D-A9FDBAA12829}"/>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65EA7675-EE9F-47AA-B1C0-0444F3CBA32E}"/>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324B50C6-074A-4348-A0B5-A423FF2D0CD8}"/>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BE13E0D7-E2C3-4457-B973-3E3F5CBDE1A0}"/>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54BBEEDB-9AE0-4616-B2F3-59A27E1468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708985607"/>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601B33E0-4E5F-451B-868D-473D39A92E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75E36510-AB15-412D-A1C6-1185368390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선택한 변경의 시간·메모리·동작 확인">
            <a:extLst xmlns:a="http://schemas.openxmlformats.org/drawingml/2006/main">
              <a:ext uri="{FF2B5EF4-FFF2-40B4-BE49-F238E27FC236}">
                <a16:creationId xmlns:a16="http://schemas.microsoft.com/office/drawing/2014/main" id="{A5579A84-6DCE-4B19-B76B-E744D4C86D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CB782EA2-6C1C-4DA9-828C-9DA9D58B6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4E1EA4A3-5CF1-42C6-BF3C-CB2E373A29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21C1BF84-7D4E-4FA5-A52D-6D771FF538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968A0039-417F-4A7B-8FC7-2DABA5E3C975}"/>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069F95B3-9E0B-4694-85AC-4EE4BB1CAB8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F50767F8-5647-449D-B6F6-CF1235CFCE1F}"/>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DD42EE31-D768-4E31-A000-2FAD3AA6F36D}"/>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A5F1C45E-934E-4883-83B3-22AB75BD2599}"/>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2DD0729-C617-44E3-8B14-EF6C2C30D04B}"/>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E91F5673-427C-40F2-891C-694B1AEE0983}"/>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6437E9D-97A6-4E54-94A3-E8A5D332A3E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9601f235484c42f7"/>
          </a:graphicData>
        </a:graphic>
      </p:graphicFrame>
      <p:sp>
        <p:nvSpPr>
          <p:cNvPr id="15" name="Python 할당 피크">
            <a:extLst xmlns:a="http://schemas.openxmlformats.org/drawingml/2006/main">
              <a:ext uri="{FF2B5EF4-FFF2-40B4-BE49-F238E27FC236}">
                <a16:creationId xmlns:a16="http://schemas.microsoft.com/office/drawing/2014/main" id="{081E5F1F-1384-4F91-8CD2-AE97A4874C95}"/>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76C0A5E2-2D8B-43BD-95FD-5953AD515E00}"/>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7A7A97-F098-46B0-9362-739B8F761F14}"/>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6D5D138F-26EE-4940-B571-D46BBFED8B87}"/>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FEE2F4C2-E735-4506-96D4-0A769E94ABB0}"/>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FCF7012C-57A2-4AF0-8F4D-2793596099C6}"/>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DA3AB43C-7F57-4EAC-A528-8D668EE0707A}"/>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10A33D4C-EAD4-4FFD-B7B8-0B8542990596}"/>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830FF4CD-0986-4472-B763-3667BA128321}"/>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820A0730-8B94-4097-9B0B-3CE41C5E6CF7}"/>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112B569F-3B61-4A36-B674-D769016F3F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645252177"/>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5428C706-9B7B-4B68-92EF-10E200CA39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F17618D5-172C-4881-93DD-210D7F0378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한 Agent 조사와 Subagent 역할 분리">
            <a:extLst xmlns:a="http://schemas.openxmlformats.org/drawingml/2006/main">
              <a:ext uri="{FF2B5EF4-FFF2-40B4-BE49-F238E27FC236}">
                <a16:creationId xmlns:a16="http://schemas.microsoft.com/office/drawing/2014/main" id="{CD79E852-6BEA-4744-8147-C66E27053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42AE5965-CFA4-46E5-B7EF-D3C59B2ED7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BEFC1847-64E8-4BB0-80D6-3CEE7882BE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BE02C2AB-3840-4879-ABD3-104F60BE9F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AEE09A0B-33FD-4538-A8E8-E49A174C0C54}"/>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7666272F-F166-4CDF-8B1D-F0FC9F25A87C}"/>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2DC99EC9-B9C2-4C34-AC3B-CDFDBD039F6B}"/>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5CB36289-F7A0-49AD-84D4-6C624329AF51}"/>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B781733-2AB4-4F1A-BEF4-015E6808C06B}"/>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A825C971-BC47-4789-8F1C-18581DE65D33}"/>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F560E44B-A92D-4545-A104-7F16656897D7}"/>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FEAB1E11-BBA6-475D-A51E-FA23AB771C6A}"/>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B39F259C-87DE-4868-AEF5-455BD622D58F}"/>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EEEFA19B-0F7C-4139-8A61-05B86C19B3C6}"/>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B2131A2B-AA74-4E60-ADC6-25DFDE3C2AC5}"/>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AF721C3F-A2B0-4399-AF92-F3DB441D0F5A}"/>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B2E0025E-B468-463F-9651-8A7FB6A1E24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B844CB64-82FA-438B-8856-84F50E962971}"/>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7932A57-EA90-4640-9416-957F1D9DF912}"/>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85EDBCC1-4512-45D4-AC86-5BCFBB0DCA72}"/>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2418AF42-3E25-4A72-AB4D-8F622A6758F3}"/>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2A188F32-C5EB-48E0-8EF8-99088D60D786}"/>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4449522C-CD4F-4D9B-A032-906D8C4A8BEE}"/>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851E2684-109A-4467-9A78-67CBCCD122CF}"/>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0E5100C4-968D-40A1-8B47-1B753BDFB995}"/>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57FD360E-8C47-4D2E-9C3A-5445789FE66C}"/>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6B6852D5-8532-43D4-8671-A156B71661CB}"/>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F2ACFA1D-8FE7-45D4-A966-3905C455AA8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42D84D36-0CD3-4299-B4CF-D539C8637A15}"/>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30A7717C-F6F1-40D3-9853-A368C9B55F73}"/>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D8555B75-7C58-4993-A97C-F3BD8EF4F1FE}"/>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2701EE0E-1EF5-4A79-A814-9F53E3D6768F}"/>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D9C20143-16D1-4FA7-853C-69338B2D4478}"/>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B5C55DE8-1239-4312-9969-471A5B823C9B}"/>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5A756B18-D433-4D73-BCB1-0A0EF3EF8D3A}"/>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6362AAE-92A2-4901-A3B2-CA12A3FEC846}"/>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0285A3D0-13C6-46BC-9A3F-CC83A53EE599}"/>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B248E21-E212-439E-84AA-5FA1B7C50F9F}"/>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0D7220A9-2463-4FB9-BD7F-6F7D0F282EB3}"/>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DF1785DC-B793-40B7-BC05-07A4E3338FC2}"/>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CFE3462C-839C-4D9D-9F9F-894C7288DBBE}"/>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EBB95126-8630-478D-802E-3698161BF6E9}"/>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62082492-1813-4AF2-9D03-1B4B34058972}"/>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DF5CB9BB-F014-4F5A-9706-0C825ACAF481}"/>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A9D900F9-C1EE-4CBB-A1A2-EE2595E5F76C}"/>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C15F5CD7-E194-465C-A1A2-874881B82541}"/>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0802BD1C-9612-41F9-B2CE-180E719F9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2873836"/>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924A125D-F442-40CC-8C6F-7D646FE4BF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C0B43A81-BDBC-45A3-99E7-90F1DC6067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대화로 조사 Agent 만들기">
            <a:extLst xmlns:a="http://schemas.openxmlformats.org/drawingml/2006/main">
              <a:ext uri="{FF2B5EF4-FFF2-40B4-BE49-F238E27FC236}">
                <a16:creationId xmlns:a16="http://schemas.microsoft.com/office/drawing/2014/main" id="{4E15EDDE-1B59-4EF7-8102-2D59FCE011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67A3EAAA-03CC-4124-B31D-261F12C639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Subagents · 2026-10-25 확인 · Custom Agent 설정·사용 요청의 교육">
            <a:extLst xmlns:a="http://schemas.openxmlformats.org/drawingml/2006/main">
              <a:ext uri="{FF2B5EF4-FFF2-40B4-BE49-F238E27FC236}">
                <a16:creationId xmlns:a16="http://schemas.microsoft.com/office/drawing/2014/main" id="{43C19DFB-5D94-46AA-B634-BF8D5F94C5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Subagents · 2026-10-25 확인 · Custom Agent 설정·사용 요청의 교육용 도식</a:t>
            </a:r>
          </a:p>
        </p:txBody>
      </p:sp>
      <p:sp>
        <p:nvSpPr>
          <p:cNvPr id="6" name="일회성 분담은 요청만으로 가능 · 반복 역할은 설정으로 재사용 · 실제 생성·실행 결과가 아니며 대상 환경에">
            <a:extLst xmlns:a="http://schemas.openxmlformats.org/drawingml/2006/main">
              <a:ext uri="{FF2B5EF4-FFF2-40B4-BE49-F238E27FC236}">
                <a16:creationId xmlns:a16="http://schemas.microsoft.com/office/drawing/2014/main" id="{70565B63-363F-4663-A9F0-A338F2D5DB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일회성 분담은 요청만으로 가능 · 반복 역할은 설정으로 재사용 · 실제 생성·실행 결과가 아니며 대상 환경에서 확인</a:t>
            </a:r>
          </a:p>
        </p:txBody>
      </p:sp>
      <p:sp>
        <p:nvSpPr>
          <p:cNvPr id="7" name="01  역할을 설명해 생성 요청">
            <a:extLst xmlns:a="http://schemas.openxmlformats.org/drawingml/2006/main">
              <a:ext uri="{FF2B5EF4-FFF2-40B4-BE49-F238E27FC236}">
                <a16:creationId xmlns:a16="http://schemas.microsoft.com/office/drawing/2014/main" id="{586C929D-4AF2-4F9E-8A5B-3191BDD84465}"/>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2607C955-5B44-4009-B189-DD7B399E96F6}"/>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4BC1AC2E-F509-424E-BA07-D09319D65F16}"/>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673753DF-9C7E-45F8-88E2-8E73DA4BA4A5}"/>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DF68BED0-9AD9-45A2-B636-C6800D818BB9}"/>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350535C4-2826-4217-A4B6-9FC0EE5659DD}"/>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C1C547C8-3BE6-4895-A000-95B0431079D8}"/>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5DA0A906-924F-42AA-9313-F1416A631E85}"/>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4DA1318A-61F0-42DF-8048-D0E445B5275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2F9673F7-81C2-4077-BC59-3D9CB81C64AA}"/>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F9CB7964-EB45-4E6E-8312-E2CF27CEC221}"/>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A3393328-7D69-4745-A583-615258A7AD61}"/>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2C15D2A4-4ABC-4D5A-A8BB-27447FD2BD6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1E44A5ED-177D-43F5-BFF4-BD91387D488C}"/>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2A1DF587-A340-4A0B-A87B-5F1096E85DC3}"/>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566D44B-FC73-47E4-B61E-5BCE27E2E92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D350F09A-F553-4DF0-A871-97967230745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12E0BE31-913F-46D2-8620-B1571241F17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9B93B3BC-731F-48F8-9E6B-26A375BE14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52612"/>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535B6F65-7253-4012-A1C8-DD80C759C7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3B42B565-7897-492F-B405-5E57BF2142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작업을 나누지 않은 이유">
            <a:extLst xmlns:a="http://schemas.openxmlformats.org/drawingml/2006/main">
              <a:ext uri="{FF2B5EF4-FFF2-40B4-BE49-F238E27FC236}">
                <a16:creationId xmlns:a16="http://schemas.microsoft.com/office/drawing/2014/main" id="{6188F796-232F-4BF9-A579-F5722FD273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49E74426-9E30-4E9B-A9E0-CB871562DB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03D3A71A-FC9D-4FAB-A3D4-CBB5B17ED3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12D12D25-D4B5-445B-95FE-1E7CAEEEA5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6F419380-5E33-4721-B134-89AB970A272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8621EAE3-3586-4FD5-B264-33FBDAA549B5}"/>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150990E4-2234-42C4-91EA-27FAA675F6F5}"/>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AB3FA463-DDC2-4E20-AB28-F84192665265}"/>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261A6222-78CE-47D0-98E7-7A48303F44FE}"/>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A7EF131B-5491-4FCF-8066-B48E1735FB9C}"/>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C80B467A-8D78-45A9-8639-7B921FFD9B7B}"/>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EE889226-A39B-4E37-90B8-28E43BE7158F}"/>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E5256654-910D-4AF4-8CEF-33E3FB11A054}"/>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D5023B3E-5AF5-44B6-8BE2-6B180EDC485C}"/>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E205700-599D-4215-982D-13D47C409B61}"/>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B16EA28-4711-45EB-881D-AF45F8446F78}"/>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DF6418D1-63F3-4BA7-8D33-FBEE2838E793}"/>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1128A495-196D-421A-AD9B-D6C5615425B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4F08EDCE-B80A-4EF4-806C-821A266CCF1B}"/>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329D74E8-FB59-406C-B53E-25943739D210}"/>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56712C4B-520F-4CBB-8B3B-9AAB35B0BF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22754998"/>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FD214DF9-A459-4CB0-A983-C96DACB456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D8B118E2-1993-443B-8CD5-FE117C90B5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이번 Context와 다시 쓸 지식">
            <a:extLst xmlns:a="http://schemas.openxmlformats.org/drawingml/2006/main">
              <a:ext uri="{FF2B5EF4-FFF2-40B4-BE49-F238E27FC236}">
                <a16:creationId xmlns:a16="http://schemas.microsoft.com/office/drawing/2014/main" id="{0162BF11-1F65-45A1-A648-BCB1E11BA5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23EA51DC-43BC-4CEF-9835-1ACC7B3C6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A0806049-95B9-453C-BEF4-E2B71614BD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AE4DCDFA-3A41-4B06-9316-9B8B15A7A0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85D4A9B9-4F0C-477D-8251-BDE4C338C02A}"/>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869A94D0-EBC4-41EA-AF60-8B04636ED58A}"/>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3360BDA5-3644-4280-9DDE-3BA8DE7DF2E0}"/>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F0943A6F-4346-4494-9256-C2DA66ADAB59}"/>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6F0C3EB4-4560-479E-9457-B8DF4C740691}"/>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38493BA1-644E-475B-A761-BB27AB5AFF8E}"/>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B780FAF5-493A-424E-B500-36B315531EE2}"/>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6C3DC962-A084-4332-BBF5-8F8C9A6E80B8}"/>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E26D588F-5B22-4D65-BA38-5A74624E3C78}"/>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843190A5-A200-46CD-997E-8B48A131F1A5}"/>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E4628D2F-1C25-49E2-B740-2219448E998F}"/>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F98920D1-DD77-4596-BD13-37255A0DAE75}"/>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99456726-1F80-47B8-A3CF-71722E89425E}"/>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D866D9C0-C43D-472E-9C76-756967E80DF7}"/>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4121A3D6-D0DE-47E4-B849-45334F3A0489}"/>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FC5DFE35-6387-412F-871C-932DD50D69AA}"/>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BF2508E5-CE7E-4F37-AA9D-316B4F4AB8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BBC0C6CA-A669-49F3-808C-C38F8CC6298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EA3922B6-B409-4BE6-B6C0-B926855BB5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40390167"/>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ABAE60-9C24-43DB-842F-0B2BDD1627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EA587092-54C8-4788-B2D6-639D3B714A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Demo 지식의 원래 출처">
            <a:extLst xmlns:a="http://schemas.openxmlformats.org/drawingml/2006/main">
              <a:ext uri="{FF2B5EF4-FFF2-40B4-BE49-F238E27FC236}">
                <a16:creationId xmlns:a16="http://schemas.microsoft.com/office/drawing/2014/main" id="{0ADD7E01-543F-4374-80E6-06089FABF5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7E7555DE-6148-4B4E-A614-EEC0545824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DE996ED3-FB50-4103-86CB-F0E527A625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54BA2665-4ACD-4E5D-AC19-2920B49993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8F074C8E-4F92-446E-8638-BD8A0EE31CD2}"/>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96F-55A8-4274-B5E5-1E2010881E4A}"/>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85B1D22D-D8A0-4BFD-B2F8-7A14C55B7A31}"/>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32B63BD5-1466-4B07-B5AE-35A651842B3A}"/>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DBEBE623-B9D2-4B48-8688-577436A0C010}"/>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6E37FA81-C786-4CB5-A13F-24C00C9F41BE}"/>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EDFA12B1-E990-4C99-A2E0-9E3DA03170C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D4FB4135-F454-4AC0-B0EE-E587348E082C}"/>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120B0331-353B-4A9C-8912-B2392CC1DEC5}"/>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9544DA11-07B0-4A0C-9A71-A9E5598387DC}"/>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E26B4B1B-F19E-455D-B13A-B227A05AF764}"/>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79468A5B-E6C8-4F54-9C11-4CFF9E91740C}"/>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0BF24C87-A536-41C6-A68C-020228069BD6}"/>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6C0F593F-1333-446B-BD0F-B1B97647A9D3}"/>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B66FB0E1-4E9D-4F1B-A065-2C934B8B3320}"/>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FF9DD2B6-7352-4640-83B1-4EE0A27C5289}"/>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71D9B247-59AE-411F-83BD-31A43DA67B21}"/>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02510CBF-4700-477F-9478-F7C86E08F5D4}"/>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440A6293-E57B-4514-A706-FBFC1DADC1D5}"/>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8994E84D-BCE0-443E-B649-60F70E90297B}"/>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881F21D0-6392-412E-894C-0A590504C50F}"/>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4A7BA0E0-15A2-4093-8447-1D72B5B40DC0}"/>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718366D9-7EBE-4EB4-8AB9-8677648D7CE1}"/>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B66BA2EC-B611-40B4-B724-EB0282754B9B}"/>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0D2F4D02-2475-48DA-9B7C-B877639CAB0D}"/>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7EF34084-093E-417E-A980-6A198E87AB24}"/>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97D290E2-911E-4F85-B9B2-1E00E5DDF0D1}"/>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E4D07A69-3216-47C1-9076-2B6C1051D228}"/>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4EAEB7BE-A8E3-4CAA-8E33-B59A66CDAD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62775104"/>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3ED1D01C-C360-4713-BD78-E951E96592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55DFAE6F-2FE0-4C37-86E3-D27DAA5C00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 작업에 쓰인 구성의 역할">
            <a:extLst xmlns:a="http://schemas.openxmlformats.org/drawingml/2006/main">
              <a:ext uri="{FF2B5EF4-FFF2-40B4-BE49-F238E27FC236}">
                <a16:creationId xmlns:a16="http://schemas.microsoft.com/office/drawing/2014/main" id="{4B18D264-521C-415F-B07F-B425DF0565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F0AEE633-4E1E-4539-A60C-B558A8EDE1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F32B7705-E615-4587-B0D6-71FE35D8B9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8E13A0DF-D84B-4D97-9B0E-6511231C08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33D6629E-8675-4CD7-9C11-CB567E5FD2FB}"/>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4535827D-0F6F-441F-827B-A014574B2D32}"/>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9F4DF7A0-E1B9-4BC7-A189-2D5B48354595}"/>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57CBB7CE-FA69-4DD1-9A77-2447E096289C}"/>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E3E60F47-A751-4A8F-B53A-FBAA9CA7C853}"/>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53EB9419-82C1-4017-A9A5-22F9497D8B46}"/>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D95D5CA4-C74B-4CD9-B9F3-70991098A715}"/>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C4F29979-D836-4DEB-8176-D5123444A488}"/>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BC3BEA6E-2920-4EEB-A55A-2AC23C5A67EA}"/>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63FF3348-F1BF-49DD-B22A-2FEF7DFCF3CE}"/>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5BC18C2E-40C7-4B21-A235-C4D7B5494973}"/>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66C4D6E4-D161-48C7-8452-8FE13723AAFB}"/>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2A535D6-969D-47E8-BB69-FC483E704BE1}"/>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39477961-8D52-49C3-910C-6EADF57DCDDF}"/>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8CB260B-E9F0-4251-A679-A47A28C340C1}"/>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76006B26-22D2-47B1-8427-2791C2199F7A}"/>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9B3A0E17-9880-4C08-BADE-EB12315A830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9CEBB4F0-A3AC-4519-ACFC-5730FA48DE55}"/>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0EAA0FE6-04E5-4C0C-B4AE-886993FE009F}"/>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3128DD35-FC26-4636-9396-5902360C3766}"/>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4D940DEA-D57C-4AB1-B527-9C03BF5D0B1C}"/>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5C97B05A-745F-4425-95D3-3DC66DBE2768}"/>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5B33D3D8-0FE5-4544-AF2D-74FB48E93B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4218936"/>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D3D2C6EB-FAD7-488A-A66D-C8C4BA1049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AC89AB89-ADD8-4398-B168-EBFA5A367E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함께 작동하는 작업 환경, Harness">
            <a:extLst xmlns:a="http://schemas.openxmlformats.org/drawingml/2006/main">
              <a:ext uri="{FF2B5EF4-FFF2-40B4-BE49-F238E27FC236}">
                <a16:creationId xmlns:a16="http://schemas.microsoft.com/office/drawing/2014/main" id="{953DCA86-3B31-47CE-998B-F1DAEBB45F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B332C838-52B9-439B-9A8C-582B4CC2DC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B527BE28-43B3-47C6-A398-A5D664A43F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B5B0C59D-5F89-49D1-ADDD-0994B63520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2D06EA45-826E-4408-9D09-E8DB40461071}"/>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461BDBCC-86E9-4378-A2C3-F333B7116044}"/>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40A91FFD-BBDE-4C26-B502-2ABF83BAF269}"/>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35453C4A-FF77-4C70-8C3B-8BEEB5C24F9D}"/>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53DF3258-57BB-4FF1-AD74-46F3746B45F4}"/>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3DC49DC6-DEEB-4091-968C-B6474DD66F7E}"/>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3E58CECD-D40B-4D1D-AFAE-5851C6F5F8F7}"/>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416D2326-A6D4-4728-A8D8-3AFFE2B8BACE}"/>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DD2F1EC9-3B07-41F2-B2A2-8286C7112882}"/>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7B40AD32-51A5-4A20-85C8-8AA011C2F0B2}"/>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D6815406-145C-4937-9F7E-860F2A2D1713}"/>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BCBE25E4-3A6D-4178-ABFF-C1F530AC60B7}"/>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BE09FF17-5EF2-4214-B5FC-1615F87BEFB9}"/>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7995DAE5-1352-41A0-908C-18E6695FA266}"/>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8DE6CFC-7572-47D0-BB0F-3C77ACA2585C}"/>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678C309B-469A-4D41-9C3A-3C2D0CA220FA}"/>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A0D6289-8703-4091-924E-EFD94E32CB0E}"/>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BC394232-F3B8-467E-8205-074EBF28CAE3}"/>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306A1F18-7D1F-433C-86E9-DCFECF5D5DAF}"/>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F2D6F1F2-C00E-4F90-AD62-5CBDA8F33F2A}"/>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F0FB34C5-736E-4673-802B-E9BFF031A27C}"/>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AFB4C472-A762-4E8B-912E-362CDC9D4786}"/>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91D659F3-C788-4BEF-AF1A-EBB8576F996C}"/>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5E93ADB0-89BA-402F-B94D-919D5304D7F8}"/>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5C29B9E3-7830-4AF7-A627-5CC0D9799415}"/>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63F15D9F-6C01-49F5-96E4-97B2E61E0727}"/>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CF144C9E-B425-4D61-A9B6-0026C72A2C99}"/>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32DC5AF1-98D4-4EB0-8853-AAFF1E93C395}"/>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212BA096-B136-4EB5-B117-4242898351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3937109"/>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8F90DD23-D05E-4DFC-93C1-6FF96DFE0F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163BC0C4-3E83-494C-B6E2-706669E0B8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만든 Harness를 다음 프로젝트의 기반으로">
            <a:extLst xmlns:a="http://schemas.openxmlformats.org/drawingml/2006/main">
              <a:ext uri="{FF2B5EF4-FFF2-40B4-BE49-F238E27FC236}">
                <a16:creationId xmlns:a16="http://schemas.microsoft.com/office/drawing/2014/main" id="{A5AC5835-FBD5-4954-91E2-52820530BE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58CA5906-FEE1-409A-A4EB-221934BA49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18ECD1C3-5F0B-43D3-B168-500887EA38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3F827ED4-DD80-44E8-841C-44D0F99771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3F002C7D-D353-4E50-95D8-954199ACAE4D}"/>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C507D0B0-99DA-491F-AF63-1B9123A3A729}"/>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6318F977-5280-4775-A361-13F2589B0AB3}"/>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3FD1CEBA-308D-4617-9C59-B5CBACDFA5C8}"/>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BE0FDB08-FBAB-4923-AB66-4FB67B18131D}"/>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4884BD47-933F-4DDE-91AE-00AC70BF88F6}"/>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2299B157-353F-4BC1-8092-B82E21DE94A5}"/>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39028496-D461-402B-8537-9F248F0F2BAD}"/>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5D49358F-C0D5-49D7-9FF8-7237F55B152B}"/>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74D9660D-7595-4F2F-90A9-3FAB0EA6B916}"/>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259ACC0F-4964-4B30-816E-B633F920A123}"/>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DB9A43C3-A10D-46D7-8CE1-B80791C4151C}"/>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B8033A64-EF21-4D75-B92F-088B2802990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C7CD1116-A7AF-4691-AB04-4FDD6D2E1725}"/>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F71F3C70-40EA-4C20-A427-05876324EE1B}"/>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FD2FFBA8-AB45-44C3-B695-C1FE59C930C6}"/>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305D4973-E82B-4B07-B06E-3338961397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81043782"/>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18214176-9687-4E64-88B9-CEEA772E7A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95653896-C8E5-4E47-A6B5-E44743B412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공통 기반에 프로젝트 기준을 연결한다">
            <a:extLst xmlns:a="http://schemas.openxmlformats.org/drawingml/2006/main">
              <a:ext uri="{FF2B5EF4-FFF2-40B4-BE49-F238E27FC236}">
                <a16:creationId xmlns:a16="http://schemas.microsoft.com/office/drawing/2014/main" id="{EF2A20BA-A1A1-45CB-932A-8C6603B0C0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99269FF4-A13E-4948-8371-B7119B3DE9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C447D5D9-D42C-4BB6-B87B-3841209195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9C84F832-3DED-47CE-BB8F-FA891DD1EF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17667A5C-FFA0-472E-9BEE-5C9D9519CDCB}"/>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CFBEDF4-38AF-4232-ABDB-C65C54C7A842}"/>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7BB51E7D-E0B1-4C70-8D25-70E678465AC0}"/>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32373CC4-AD7A-41B9-97B0-1EAF4170B1EC}"/>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8AAEC690-CF39-41CF-8DA9-7E809CE58E49}"/>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BA6C440C-1183-432D-9947-E476CA79FD0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C1D022EE-63F4-4F91-B8FA-8ED46A1926C8}"/>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54E3553D-9D04-40AE-9D3C-BDDFB652CF96}"/>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34A98E08-E5DA-48BD-8FB6-D60A6EC28683}"/>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4EE9C022-C650-43C9-9A58-1BE81AFE0CCF}"/>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861EDBC8-8E77-4E91-871B-AD49F77CCD54}"/>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BBF0DB6F-068E-4FD1-A5D3-AD0E7ED56531}"/>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E58A4FD-D41A-4E2A-96B2-2D532615B8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6483545"/>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A6578C4A-94B8-46C8-A635-5779726FE3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17FEAE92-5C70-4B86-9F03-A5A9D1BC45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1E42DF48-CD98-419B-BA64-F636729044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65F04785-F93A-43DF-A5F4-62A60E0A65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STATE-04-PERF의 성공 회수 / 오른쪽은 다음 작업에 대한 질문">
            <a:extLst xmlns:a="http://schemas.openxmlformats.org/drawingml/2006/main">
              <a:ext uri="{FF2B5EF4-FFF2-40B4-BE49-F238E27FC236}">
                <a16:creationId xmlns:a16="http://schemas.microsoft.com/office/drawing/2014/main" id="{8395BB34-E880-4143-8B60-337EAC73D4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STATE-04-PERF의 성공 회수 / 오른쪽은 다음 작업에 대한 질문</a:t>
            </a:r>
          </a:p>
        </p:txBody>
      </p:sp>
      <p:sp>
        <p:nvSpPr>
          <p:cNvPr id="6" name="기록된 코드·입력·환경에서 확인한 결과 · 이후 모든 작업의 성공이나 실패를 관찰한 것은 아님">
            <a:extLst xmlns:a="http://schemas.openxmlformats.org/drawingml/2006/main">
              <a:ext uri="{FF2B5EF4-FFF2-40B4-BE49-F238E27FC236}">
                <a16:creationId xmlns:a16="http://schemas.microsoft.com/office/drawing/2014/main" id="{D15D95C0-AEA5-49C1-83EF-7E1A4C6406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코드·입력·환경에서 확인한 결과 · 이후 모든 작업의 성공이나 실패를 관찰한 것은 아님</a:t>
            </a:r>
          </a:p>
        </p:txBody>
      </p:sp>
      <p:sp>
        <p:nvSpPr>
          <p:cNvPr id="7" name="이번 작업에서 확인">
            <a:extLst xmlns:a="http://schemas.openxmlformats.org/drawingml/2006/main">
              <a:ext uri="{FF2B5EF4-FFF2-40B4-BE49-F238E27FC236}">
                <a16:creationId xmlns:a16="http://schemas.microsoft.com/office/drawing/2014/main" id="{821F0217-E792-40C4-860C-C6564085AB9B}"/>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0A5D7884-B1BA-4E3B-84BA-7133B028C672}"/>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22AD099B-BA7D-4CC9-962A-36BB20F2F6C3}"/>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B69E77C6-C010-482A-B8AE-153D7F73F09D}"/>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2F99DF5C-9A6A-4CDD-AB4B-4FDEA1E86D01}"/>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9076E59A-0827-477F-B157-C3CCC4A9601E}"/>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986124E2-5D91-43A8-A309-9785E36BE740}"/>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9AF486C1-7201-4EE9-B2AD-8DDE63C36FF8}"/>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66DBA12-3B5C-401B-B4EB-6F4597093FDE}"/>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97FE3BA1-2BB1-409E-A815-8E6EE7E4CBFD}"/>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68F366C5-4089-4EFC-A35F-4553F5F7275C}"/>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BF39C883-1FE1-489C-85A0-27BB44420D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63764290"/>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D7A934A6-E9E3-4F4D-AC00-479660B871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538DC72D-92AF-4240-A807-8774CD9EBE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첫 결과 뒤에도, 확인할 일이 남는다면?">
            <a:extLst xmlns:a="http://schemas.openxmlformats.org/drawingml/2006/main">
              <a:ext uri="{FF2B5EF4-FFF2-40B4-BE49-F238E27FC236}">
                <a16:creationId xmlns:a16="http://schemas.microsoft.com/office/drawing/2014/main" id="{D275D1E3-426B-41BE-8D62-98283C1BC6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BD4B04EF-93AB-4D74-8A8E-7AD6C956A9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상황 · 실제 밝기 통계의 실패나 검토 누락 이력이 아님">
            <a:extLst xmlns:a="http://schemas.openxmlformats.org/drawingml/2006/main">
              <a:ext uri="{FF2B5EF4-FFF2-40B4-BE49-F238E27FC236}">
                <a16:creationId xmlns:a16="http://schemas.microsoft.com/office/drawing/2014/main" id="{E0405992-ED28-4A7D-ACF4-858013C912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상황 · 실제 밝기 통계의 실패나 검토 누락 이력이 아님</a:t>
            </a:r>
          </a:p>
        </p:txBody>
      </p:sp>
      <p:sp>
        <p:nvSpPr>
          <p:cNvPr id="6" name="앞의 실제 성공과 별개의 가정 · 새 실행·검토 결과 없음">
            <a:extLst xmlns:a="http://schemas.openxmlformats.org/drawingml/2006/main">
              <a:ext uri="{FF2B5EF4-FFF2-40B4-BE49-F238E27FC236}">
                <a16:creationId xmlns:a16="http://schemas.microsoft.com/office/drawing/2014/main" id="{B417155B-12D1-428C-86B5-ADA51B8817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실제 성공과 별개의 가정 · 새 실행·검토 결과 없음</a:t>
            </a:r>
          </a:p>
        </p:txBody>
      </p:sp>
      <p:sp>
        <p:nvSpPr>
          <p:cNvPr id="7" name="">
            <a:extLst xmlns:a="http://schemas.openxmlformats.org/drawingml/2006/main">
              <a:ext uri="{FF2B5EF4-FFF2-40B4-BE49-F238E27FC236}">
                <a16:creationId xmlns:a16="http://schemas.microsoft.com/office/drawing/2014/main" id="{8B29C3C7-452D-4286-9CA7-70B48738E5AB}"/>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A96A417A-ECEA-4F8A-BA3C-DECEF65545C8}"/>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5ED0EC12-1D24-43D4-A402-21A299DFD198}"/>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C493B4F0-0DE3-4EA9-A5D0-A0D9AFA2925A}"/>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BA19BEA0-16F7-4B5C-A663-08EBEB10CF09}"/>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3141EAF-77D0-47A6-801C-5C1EC8F5AF18}"/>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5A2371D3-AAE7-4713-A640-F2EDC83D2A2A}"/>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07E492C0-D77D-49B7-BCB0-1F64F0FEBEBC}"/>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DAAEEAB9-B303-4656-9419-C73107DEC9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17752286"/>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667D2899-7D50-43F3-A946-656863B482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A2E8AB4D-BAA1-48A6-B83E-B176BF1B9D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남은 문제를 다음 수정으로 이어주는 사람">
            <a:extLst xmlns:a="http://schemas.openxmlformats.org/drawingml/2006/main">
              <a:ext uri="{FF2B5EF4-FFF2-40B4-BE49-F238E27FC236}">
                <a16:creationId xmlns:a16="http://schemas.microsoft.com/office/drawing/2014/main" id="{3F7A4990-0798-4DFE-9C57-BD954201B9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4E663A9F-4BF4-4FF1-ACF6-2E80242451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요청 예 · 같은 작업의 검토·수정을 사람이 연결하는 가정">
            <a:extLst xmlns:a="http://schemas.openxmlformats.org/drawingml/2006/main">
              <a:ext uri="{FF2B5EF4-FFF2-40B4-BE49-F238E27FC236}">
                <a16:creationId xmlns:a16="http://schemas.microsoft.com/office/drawing/2014/main" id="{04568D99-82AC-468F-AF71-086C032DF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요청 예 · 같은 작업의 검토·수정을 사람이 연결하는 가정</a:t>
            </a:r>
          </a:p>
        </p:txBody>
      </p:sp>
      <p:sp>
        <p:nvSpPr>
          <p:cNvPr id="6" name="실제 비교 실험·반복 횟수·시간·토큰·실패를 관찰한 결과가 아님">
            <a:extLst xmlns:a="http://schemas.openxmlformats.org/drawingml/2006/main">
              <a:ext uri="{FF2B5EF4-FFF2-40B4-BE49-F238E27FC236}">
                <a16:creationId xmlns:a16="http://schemas.microsoft.com/office/drawing/2014/main" id="{1897561A-85CF-45A4-82DC-B1F8303CF9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비교 실험·반복 횟수·시간·토큰·실패를 관찰한 결과가 아님</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255A7ACB-9162-4E21-A265-98F551AED9BD}"/>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9B824ACD-D267-440C-B002-97EEF4A665C8}"/>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B475318D-2134-4D6D-9232-6BB14AB8E181}"/>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F23791EB-D2CF-402E-9011-775E78D5EED9}"/>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83C737AB-AE46-4D46-9993-16C9971C75A0}"/>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4B773C79-49DC-4228-AC01-4E9C94836003}"/>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02B15E57-9253-45EF-963A-535816D93605}"/>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29D2340F-946F-439E-848E-B6CBD106D887}"/>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0338F8C1-42C7-4549-A76A-F8E718ACDFCB}"/>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07697130-D02C-4BFB-A63B-3F1A299AF9A5}"/>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9EE070AB-768C-4F6D-9AAA-CA28AB18569D}"/>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BA935447-1F73-4572-A585-E0B266428CF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5B783AF9-2ADC-4FEA-864F-C405C044B0B5}"/>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A2829C19-BC76-4837-BD0C-461968314F11}"/>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F1AAFD28-A1ED-40EB-B7F4-804A3F29AFB9}"/>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97731800-E228-467B-A74F-8C7E488DC7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1831147"/>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8562AC0A-DC30-4E70-8A07-611AA99163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3AE2DAB2-6D73-4ABA-9F20-42551F8800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같은 목표의 수정과 검토가 끊기지 않게">
            <a:extLst xmlns:a="http://schemas.openxmlformats.org/drawingml/2006/main">
              <a:ext uri="{FF2B5EF4-FFF2-40B4-BE49-F238E27FC236}">
                <a16:creationId xmlns:a16="http://schemas.microsoft.com/office/drawing/2014/main" id="{423FA884-0755-46C6-A56D-69EA4AC517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12B40203-9DA7-417D-85BF-A1E538819A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운영 설계 · Harness의 방법·도구를 반복 수행에 사용">
            <a:extLst xmlns:a="http://schemas.openxmlformats.org/drawingml/2006/main">
              <a:ext uri="{FF2B5EF4-FFF2-40B4-BE49-F238E27FC236}">
                <a16:creationId xmlns:a16="http://schemas.microsoft.com/office/drawing/2014/main" id="{8A980A15-3892-4A5B-AEB4-CECEBB281F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운영 설계 · Harness의 방법·도구를 반복 수행에 사용</a:t>
            </a:r>
          </a:p>
        </p:txBody>
      </p:sp>
      <p:sp>
        <p:nvSpPr>
          <p:cNvPr id="6" name="Harness에 원래 피드백이 없다는 뜻이 아님 · 자동 실행 제품 기능을 검증한 자료가 아님">
            <a:extLst xmlns:a="http://schemas.openxmlformats.org/drawingml/2006/main">
              <a:ext uri="{FF2B5EF4-FFF2-40B4-BE49-F238E27FC236}">
                <a16:creationId xmlns:a16="http://schemas.microsoft.com/office/drawing/2014/main" id="{3F91D476-3EBF-45EB-B52E-58F5C3D730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Harness에 원래 피드백이 없다는 뜻이 아님 · 자동 실행 제품 기능을 검증한 자료가 아님</a:t>
            </a:r>
          </a:p>
        </p:txBody>
      </p:sp>
      <p:sp>
        <p:nvSpPr>
          <p:cNvPr id="7" name="Harness가 제공하는 것">
            <a:extLst xmlns:a="http://schemas.openxmlformats.org/drawingml/2006/main">
              <a:ext uri="{FF2B5EF4-FFF2-40B4-BE49-F238E27FC236}">
                <a16:creationId xmlns:a16="http://schemas.microsoft.com/office/drawing/2014/main" id="{48BCAD8C-4DB7-41A2-86C1-DD562AAA31E4}"/>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0B66E945-06FF-4D90-8A0A-439FB468BB33}"/>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BCCC71EB-FC88-495B-AC71-3B615B46C47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35A9232-8A6F-4E6E-B9B3-2D0B99A6C3E0}"/>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9D9F8702-AEF8-471A-BA87-E2BA3BFA6DCA}"/>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B9DF762A-0B3F-415F-B306-B0815A6493A5}"/>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C2FF2E4C-36EE-4968-80A3-A83332E6747D}"/>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F9983A00-C602-4701-88F4-30FB0934DFC2}"/>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75F89E72-1391-423C-9660-502A6F1162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2102104235"/>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3419CE77-CAA4-4BE0-A9B7-62CCFADF3E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ACA9269E-48CA-485E-8AAA-1335899084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다음 수정에 넘길 기록">
            <a:extLst xmlns:a="http://schemas.openxmlformats.org/drawingml/2006/main">
              <a:ext uri="{FF2B5EF4-FFF2-40B4-BE49-F238E27FC236}">
                <a16:creationId xmlns:a16="http://schemas.microsoft.com/office/drawing/2014/main" id="{0EA0C257-055B-4DCB-908A-DEEE241D9A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6D521C48-7251-49E7-8939-31084F00BC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실제 새 기록 파일·Memory를 생성한 결과가 아님">
            <a:extLst xmlns:a="http://schemas.openxmlformats.org/drawingml/2006/main">
              <a:ext uri="{FF2B5EF4-FFF2-40B4-BE49-F238E27FC236}">
                <a16:creationId xmlns:a16="http://schemas.microsoft.com/office/drawing/2014/main" id="{18EA392A-3D09-43D7-87F4-6985CD65BF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실제 새 기록 파일·Memory를 생성한 결과가 아님</a:t>
            </a:r>
          </a:p>
        </p:txBody>
      </p:sp>
      <p:sp>
        <p:nvSpPr>
          <p:cNvPr id="6" name="기존 지식의 출처는 유지 · 별도 Memory 시스템이나 새 도구를 필수로 요구하지 않음">
            <a:extLst xmlns:a="http://schemas.openxmlformats.org/drawingml/2006/main">
              <a:ext uri="{FF2B5EF4-FFF2-40B4-BE49-F238E27FC236}">
                <a16:creationId xmlns:a16="http://schemas.microsoft.com/office/drawing/2014/main" id="{C31B432F-8F4A-4792-8CCF-9730C92838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기존 지식의 출처는 유지 · 별도 Memory 시스템이나 새 도구를 필수로 요구하지 않음</a:t>
            </a:r>
          </a:p>
        </p:txBody>
      </p:sp>
      <p:sp>
        <p:nvSpPr>
          <p:cNvPr id="7" name="">
            <a:extLst xmlns:a="http://schemas.openxmlformats.org/drawingml/2006/main">
              <a:ext uri="{FF2B5EF4-FFF2-40B4-BE49-F238E27FC236}">
                <a16:creationId xmlns:a16="http://schemas.microsoft.com/office/drawing/2014/main" id="{38343D3B-FFDF-4F4D-AA04-69954BDD7AD7}"/>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DB0A48A0-C2D2-4613-8171-967053DE2B99}"/>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FCAEC337-2C46-4B64-9464-14EF8D659861}"/>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761CE28E-5A61-4035-B551-C9155C1DC84F}"/>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4077A9B9-7C82-4349-B214-FE00EDC5CBAA}"/>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2C0F73F3-9EE4-44BB-9C5F-5BAD40D7A6E1}"/>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D5DE0581-7C2D-4D43-A061-BD26B4FBC1F2}"/>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1E7DD5F1-117B-4C43-A653-5F6561839639}"/>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8C91BBB9-1E8F-4C3E-8E9D-B7FF8F768B57}"/>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A10078E0-A704-494A-97A0-B23EF4F63B5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8FC839D8-14A4-4A91-8195-4834C52BF65A}"/>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3006179E-0685-46DE-99AF-27E248C2F70D}"/>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BBD117F-F0F9-434A-AA28-4C21F8CE7AC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370D430C-6B5E-42EA-8BD9-4BB8CF5C05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BEFA2B18-5FE8-4023-AE1D-6B5B0611BD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74880151"/>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C6467FEB-6E27-4055-A26B-FBE72F191A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9B5E3EC8-2C67-4968-98EF-503A9ABC2A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내가 매번 이어 주는 다음 단계는 무엇일까?">
            <a:extLst xmlns:a="http://schemas.openxmlformats.org/drawingml/2006/main">
              <a:ext uri="{FF2B5EF4-FFF2-40B4-BE49-F238E27FC236}">
                <a16:creationId xmlns:a16="http://schemas.microsoft.com/office/drawing/2014/main" id="{59D4FA61-8016-4869-BB13-8EB2BDCECF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DDB8589B-FDC0-4043-8FB5-3C6FF322E5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기록·제출·공유는 선택 · 새 Trial 없음">
            <a:extLst xmlns:a="http://schemas.openxmlformats.org/drawingml/2006/main">
              <a:ext uri="{FF2B5EF4-FFF2-40B4-BE49-F238E27FC236}">
                <a16:creationId xmlns:a16="http://schemas.microsoft.com/office/drawing/2014/main" id="{4ED72F5D-A090-4ED0-9810-4C5510273D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기록·제출·공유는 선택 · 새 Trial 없음</a:t>
            </a:r>
          </a:p>
        </p:txBody>
      </p:sp>
      <p:sp>
        <p:nvSpPr>
          <p:cNvPr id="6" name="다음 ACT는 같은 목표의 구현·검토·수정 반복을 다룸 · 완전자율 성공을 보장하지 않음">
            <a:extLst xmlns:a="http://schemas.openxmlformats.org/drawingml/2006/main">
              <a:ext uri="{FF2B5EF4-FFF2-40B4-BE49-F238E27FC236}">
                <a16:creationId xmlns:a16="http://schemas.microsoft.com/office/drawing/2014/main" id="{A0D346BB-3116-4F52-95E6-A5AEB67FD8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ACT는 같은 목표의 구현·검토·수정 반복을 다룸 · 완전자율 성공을 보장하지 않음</a:t>
            </a:r>
          </a:p>
        </p:txBody>
      </p:sp>
      <p:sp>
        <p:nvSpPr>
          <p:cNvPr id="7" name="검토">
            <a:extLst xmlns:a="http://schemas.openxmlformats.org/drawingml/2006/main">
              <a:ext uri="{FF2B5EF4-FFF2-40B4-BE49-F238E27FC236}">
                <a16:creationId xmlns:a16="http://schemas.microsoft.com/office/drawing/2014/main" id="{8AEFB39E-2E0A-40FC-8A64-9A0C1D4AAD49}"/>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5AADFAAF-C6CD-4F96-AFB6-192638150C0A}"/>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87DE2532-2432-40B5-9A39-7E02C89DFB79}"/>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7B780BCC-2FA5-4D72-9094-4587E8DD7498}"/>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FE0F380-AA7D-4912-807D-59776CD017EA}"/>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F6FD1CD6-0F11-453F-85A9-7207E79830C9}"/>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3FD2CF4C-854D-4068-A8E1-6CB4E637D43D}"/>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A9899D57-DE6E-4279-946F-2C60286A4863}"/>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D04E3A4D-A88A-431D-A440-E492547ABC7F}"/>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EF1AC2D6-2C6D-4991-B217-8EB453479898}"/>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566F5050-BD40-425B-8FC6-C6A0E51590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29086723"/>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BBB083A3-CE67-466A-82B4-A3DCE65F5ED9}"/>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CCF516E2-58CB-4111-98D2-3A5CE63393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
            <a:extLst xmlns:a="http://schemas.openxmlformats.org/drawingml/2006/main">
              <a:ext uri="{FF2B5EF4-FFF2-40B4-BE49-F238E27FC236}">
                <a16:creationId xmlns:a16="http://schemas.microsoft.com/office/drawing/2014/main" id="{8A297BD5-CC89-49E8-93D5-555182E752B2}"/>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B15DF6DE-2562-4BFD-97BA-DE4910B96E21}"/>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CB691CC6-38E0-4E35-B0EE-5F33264FCF5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52B22FAF-9F8E-4D2A-9F15-8CA1199B4A04}"/>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140F2B57-A16C-48C9-8F0F-4180980054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346588678"/>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9E0F6E83-B1E5-4C32-8EC7-8C3A0EDD0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3">
            <a:extLst xmlns:a="http://schemas.openxmlformats.org/drawingml/2006/main">
              <a:ext uri="{FF2B5EF4-FFF2-40B4-BE49-F238E27FC236}">
                <a16:creationId xmlns:a16="http://schemas.microsoft.com/office/drawing/2014/main" id="{C251EF8C-CDBB-4E2A-B5DC-B64E8FDAF4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다음 수정도 사람이 매번 이어줘야 할까?">
            <a:extLst xmlns:a="http://schemas.openxmlformats.org/drawingml/2006/main">
              <a:ext uri="{FF2B5EF4-FFF2-40B4-BE49-F238E27FC236}">
                <a16:creationId xmlns:a16="http://schemas.microsoft.com/office/drawing/2014/main" id="{D0DF2927-71E2-44B6-885E-2E5CBC61A2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4A214DF0-2684-4597-9E52-8401160838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DFF5C706-FCDB-4CCE-857F-0DFB68A684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5DF64598-0E0E-4AC5-A288-44927F9BA9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54599EA5-79A6-49C5-99AF-838F3860334B}"/>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F3DBE83F-F250-41F7-BF2F-0660124189A4}"/>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A14B1139-51A6-4364-B24E-D11FB4188275}"/>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01486BD6-D245-43F9-B474-757DFF7260EC}"/>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59CAF518-A564-4A99-8C75-65F7794E2A18}"/>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E9D629A6-9592-404F-A64E-690F717CE1B9}"/>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B812ECE1-E579-4004-9B87-AD7FBA52D11B}"/>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CF4A314C-DC78-4C30-952A-15570B2FB10E}"/>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A508FC40-82E8-4059-A18F-8EB3B4DE4E3E}"/>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07C37F2D-D2EA-4924-8245-B0980CEE668F}"/>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CF48DB0E-E8F8-423B-8242-9BE59B349B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17937896"/>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F828246E-FC65-4FB6-BC09-5680C88FDD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4">
            <a:extLst xmlns:a="http://schemas.openxmlformats.org/drawingml/2006/main">
              <a:ext uri="{FF2B5EF4-FFF2-40B4-BE49-F238E27FC236}">
                <a16:creationId xmlns:a16="http://schemas.microsoft.com/office/drawing/2014/main" id="{A046A5E6-3538-4C5A-8AAE-5E28691355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먼저, 무엇이 되면 완료인지 정한다">
            <a:extLst xmlns:a="http://schemas.openxmlformats.org/drawingml/2006/main">
              <a:ext uri="{FF2B5EF4-FFF2-40B4-BE49-F238E27FC236}">
                <a16:creationId xmlns:a16="http://schemas.microsoft.com/office/drawing/2014/main" id="{ECC12553-FAD2-4454-AFE3-EE12A28D1D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C0BDC927-9CEF-41AD-BFBE-887F3CCEAB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ABC29447-E556-481E-AC55-0D7C03752B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할당량 목표·실행시간 상한·대표 입력은 실행 전에 확정 · 현재 수치는 TBD">
            <a:extLst xmlns:a="http://schemas.openxmlformats.org/drawingml/2006/main">
              <a:ext uri="{FF2B5EF4-FFF2-40B4-BE49-F238E27FC236}">
                <a16:creationId xmlns:a16="http://schemas.microsoft.com/office/drawing/2014/main" id="{E6A81E8C-AF31-48BE-A100-26EF65B689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할당량 목표·실행시간 상한·대표 입력은 실행 전에 확정 · 현재 수치는 TBD</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6964000D-1499-4FE6-968B-B32EACF4202A}"/>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4D98BC29-BB11-438C-95AD-C600681A1103}"/>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1E6F20B4-EF51-42EA-82C1-7275B275B22A}"/>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0AEE3971-0637-428C-AA32-54BF409151D6}"/>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EABDA0F3-1339-4389-9B61-9628CC680D48}"/>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3E45FEFD-3703-447D-B2BF-CA824A870763}"/>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7ABF6535-879E-4EB3-84F1-75590E3008F4}"/>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FC3B76F2-3C7B-4C7B-83AB-99EAC5293129}"/>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CC3E0E35-51EF-48D4-8984-B0021AAF74CA}"/>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CA3C4B02-B94C-4548-824D-4FE72881D898}"/>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E9EF7D8F-99E2-493E-80E0-F560AD2CF2AE}"/>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9D429FFF-456F-4B9F-B26C-11DCF86583F6}"/>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6426A88C-5EDF-45F9-9FD7-5860920C473C}"/>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E136BEB5-C68D-499D-8829-802134FACA9D}"/>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FC3DAB00-DDBC-40C2-8B9B-0CD4D8A484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4592704"/>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77812B19-DCF9-4228-B032-E5057E313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5">
            <a:extLst xmlns:a="http://schemas.openxmlformats.org/drawingml/2006/main">
              <a:ext uri="{FF2B5EF4-FFF2-40B4-BE49-F238E27FC236}">
                <a16:creationId xmlns:a16="http://schemas.microsoft.com/office/drawing/2014/main" id="{E8509A79-7672-4E60-9531-76F5C6EA31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모델 A가 첫 변경 후보를 만든다">
            <a:extLst xmlns:a="http://schemas.openxmlformats.org/drawingml/2006/main">
              <a:ext uri="{FF2B5EF4-FFF2-40B4-BE49-F238E27FC236}">
                <a16:creationId xmlns:a16="http://schemas.microsoft.com/office/drawing/2014/main" id="{07511986-EC3B-46B3-ADAA-E75D776E4D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30E6AC97-2D29-4758-BD75-A039ADCDB3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C14DC6EA-2F7F-4E74-B95A-BA7C8D58A9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E2894E08-F850-4FB8-BDBD-40DC3A38C9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DD509B65-8ED3-4192-B8D3-665E2A0F951B}"/>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497D102C-9243-42FA-8DA9-4EF4863A8BF3}"/>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92ED5612-68C7-4B24-8583-686D3D2BC4FF}"/>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6CA5B295-1FD2-4624-B980-1971217FCC96}"/>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9D86684C-4FB4-4DC0-9270-4C963FBD735A}"/>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CA7A84E8-EC58-42B3-83FC-E90BCB91ED80}"/>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9825A75B-C935-4B61-AC59-CC5BCEEF5D30}"/>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0F2D54D1-2453-445E-BAEC-9E76E0F6D453}"/>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7BA677F2-F93A-4A1E-BDAA-4541C055B970}"/>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782D3663-483D-4284-84A4-B46AA7061110}"/>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90009051-4C75-464A-B4AC-456FD7349A4A}"/>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5DFCA13F-A197-4575-B922-D53221A401E0}"/>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AA60CE84-E030-4EF3-9FD6-F8EDBFDBEA05}"/>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89D83D41-5E1E-45FA-9AA1-E6C6BE8805AC}"/>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8E56E3B5-39E0-498E-9F7D-BA5CDDDB2E5B}"/>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4446208B-7811-473F-802E-C8EF3134FDFA}"/>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7AA49FF9-3199-4DB3-923E-41C2FFCBE0D6}"/>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921AD048-DC7E-4C9F-B1AD-5C6A8D0B55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95925423"/>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31EB8EBC-25BA-45F2-856A-35C7E9159F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D502D23A-F8D7-430B-A241-2C9CAF01A5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실제 동작과 비용은 도구로 확인한다">
            <a:extLst xmlns:a="http://schemas.openxmlformats.org/drawingml/2006/main">
              <a:ext uri="{FF2B5EF4-FFF2-40B4-BE49-F238E27FC236}">
                <a16:creationId xmlns:a16="http://schemas.microsoft.com/office/drawing/2014/main" id="{512BED60-28DC-42B6-976A-120D1A44EE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D90AB452-1DBA-4742-B839-CB85B704F3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57C98EEE-7B3C-4777-885A-792C3EF9AE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검사할 항목의 설계 · 실제 명령 실행·측정값·통과 결과를 제시하는 장이 아님">
            <a:extLst xmlns:a="http://schemas.openxmlformats.org/drawingml/2006/main">
              <a:ext uri="{FF2B5EF4-FFF2-40B4-BE49-F238E27FC236}">
                <a16:creationId xmlns:a16="http://schemas.microsoft.com/office/drawing/2014/main" id="{9D7DE7D4-2700-4376-83FC-4E9AFB2CD4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검사할 항목의 설계 · 실제 명령 실행·측정값·통과 결과를 제시하는 장이 아님</a:t>
            </a:r>
          </a:p>
        </p:txBody>
      </p:sp>
      <p:sp>
        <p:nvSpPr>
          <p:cNvPr id="7" name="">
            <a:extLst xmlns:a="http://schemas.openxmlformats.org/drawingml/2006/main">
              <a:ext uri="{FF2B5EF4-FFF2-40B4-BE49-F238E27FC236}">
                <a16:creationId xmlns:a16="http://schemas.microsoft.com/office/drawing/2014/main" id="{CC3601D4-20E9-45FF-AE35-D9C073D8AEF8}"/>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AF4AC44-C0F8-409B-90A3-66D4336B5712}"/>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425DABD-0E1A-4416-8875-2DAAEE5DD5A1}"/>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04C10D4F-962D-4625-9D8F-AC7C43D90BEC}"/>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7C170D47-A1D2-4C05-8FC5-3711E0440E8B}"/>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4BE88C34-DD12-4EB3-BE7E-2B04A5C22168}"/>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B501EA69-CBAC-4E71-A6D8-1B1A96A92A06}"/>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709F2AA3-F5C9-4139-AE89-9706E36B98E6}"/>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51523318-CA49-4353-AAB9-4523A8197594}"/>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8BCAB4F6-B300-4662-864B-A798D8F5A14F}"/>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DA9A95E2-9885-496B-A42C-E24F3CA64FCD}"/>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118790ED-4E97-44AE-B205-89FA4D4AB7EC}"/>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BCCBD6E5-A997-4BE8-8DF1-924B42CF50F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4F29EAC5-974A-4CEA-94A0-B715722E5DCC}"/>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D7BB07D4-6445-4C99-8DAB-39F6BE3132FA}"/>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5B6C2337-05F8-40B6-9624-6B69268406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897168"/>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4B4026B7-2C3D-4F1D-A316-05ECFAAFA0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C45A7963-C1B6-407F-BECB-279FDEED08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모델 B는 무엇을 근거로 검토할까?">
            <a:extLst xmlns:a="http://schemas.openxmlformats.org/drawingml/2006/main">
              <a:ext uri="{FF2B5EF4-FFF2-40B4-BE49-F238E27FC236}">
                <a16:creationId xmlns:a16="http://schemas.microsoft.com/office/drawing/2014/main" id="{45D8FEC6-407B-4F62-86AF-10A094E222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B53689A0-A234-4D98-82BB-6354D2CDCC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280B13D4-8404-487D-ABB7-010E69AA8D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9C166DAE-0870-4531-A8EE-CEDEE684B0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C129AAAE-C420-4F73-A5BB-58E2FC8BE29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A24D1D5-95E8-48A6-8ECC-CF8A4136770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86E083E0-57D0-40C3-8451-E76E816FA9EC}"/>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AA84184A-880B-477C-8BA8-EEE8D9642B39}"/>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8991BF62-B9A6-49F2-92A2-71CED5E4A8EE}"/>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01DBE21-F965-4A62-A4EF-9DC53F53061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D1EA28E5-B7C2-4BE1-88FF-1ED4EF50E375}"/>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361918E1-F215-4AE4-A19C-22A01C1579BC}"/>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A6FB5CB2-515C-48E3-8D0C-D70DFC92DF6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15AD7773-B25E-4887-916F-446A142A052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559612EE-04F3-417F-9E53-7597D7AA64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3624011"/>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E6105E94-6C32-4D47-BA4C-3D8EAE6BAD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2249875A-5FB9-464D-BB78-99F8489C97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지적이 다음 수정으로 이어진다">
            <a:extLst xmlns:a="http://schemas.openxmlformats.org/drawingml/2006/main">
              <a:ext uri="{FF2B5EF4-FFF2-40B4-BE49-F238E27FC236}">
                <a16:creationId xmlns:a16="http://schemas.microsoft.com/office/drawing/2014/main" id="{D130659C-7BEF-45EC-81F0-ED0E766632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53A39B4F-5699-4559-83B0-6EDEBE4270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62B59472-F2A1-4828-B23A-1FB8DEA3A2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F4D49529-F040-44CE-8D15-30B97E4724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E994065C-AC6B-45FB-8F18-935F2DF83908}"/>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98B7027-5D98-4423-82E1-474C52376FA0}"/>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66A3B045-0E04-4F96-88A4-BD19221C6410}"/>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99417E67-CBFC-4AA0-8310-17744E8DC1FC}"/>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B5CC5DB8-987D-4FC8-AA86-3267ECD91B2C}"/>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12A07AB4-A1B7-413B-BA96-0A8E5FB8037A}"/>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3B6DB39-8CB0-4686-A892-9D77F6E44C95}"/>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9F823BF5-D4F7-41A0-86BE-C075048EA2A9}"/>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D6767815-2CD1-4E7A-A3AA-AF317001D5D2}"/>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8EB468A1-A419-4D4A-B8A7-49F75B728D59}"/>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5A4642D-2D39-4653-866D-FD96208F91D0}"/>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5418B6B2-6608-4E1A-94F6-30660254EE93}"/>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C9D08BEC-6279-4BF1-9762-5E879747645A}"/>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9347EF4D-4E7B-4B11-846D-24CCED14B948}"/>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88234CCE-1455-4274-BA50-5D01EABF7D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57689825"/>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F552195A-BB01-4702-90A6-CBB2DA071B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1E3940A4-40E1-44B0-9E9F-008AA175ED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고쳤다면, 같은 기준으로 다시 본다">
            <a:extLst xmlns:a="http://schemas.openxmlformats.org/drawingml/2006/main">
              <a:ext uri="{FF2B5EF4-FFF2-40B4-BE49-F238E27FC236}">
                <a16:creationId xmlns:a16="http://schemas.microsoft.com/office/drawing/2014/main" id="{21615D8C-3418-44D3-A61E-5D6A0EA746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04C60F24-88A5-4CFD-B9CB-F28BD551D5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E86DB947-3B70-4ACB-BFC7-26E0E13314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재검증·재검토의 운영 설계 · 후보 v2가 성공했다는 실제 결과는 없음">
            <a:extLst xmlns:a="http://schemas.openxmlformats.org/drawingml/2006/main">
              <a:ext uri="{FF2B5EF4-FFF2-40B4-BE49-F238E27FC236}">
                <a16:creationId xmlns:a16="http://schemas.microsoft.com/office/drawing/2014/main" id="{3BF6A1CE-883B-4CFD-BF89-11CB725BE4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재검증·재검토의 운영 설계 · 후보 v2가 성공했다는 실제 결과는 없음</a:t>
            </a:r>
          </a:p>
        </p:txBody>
      </p:sp>
      <p:sp>
        <p:nvSpPr>
          <p:cNvPr id="7" name="">
            <a:extLst xmlns:a="http://schemas.openxmlformats.org/drawingml/2006/main">
              <a:ext uri="{FF2B5EF4-FFF2-40B4-BE49-F238E27FC236}">
                <a16:creationId xmlns:a16="http://schemas.microsoft.com/office/drawing/2014/main" id="{759968F4-3914-47FB-88E3-16E68457AC38}"/>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9668A40F-299D-4D6A-94D9-90BA42EAB806}"/>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6E63BF9D-8F4F-4F36-941B-F6924E7693D3}"/>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6602DB6F-1345-4922-A745-82764780B958}"/>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A3F3D5C7-43B3-40ED-92FB-D3D7035F3900}"/>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1D459CA5-BBDA-4E7B-9A17-DA4EF1AC7C8A}"/>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7D5A811B-4979-440F-A3C1-52006881FCC9}"/>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DC70648-5625-4A17-B5B5-F9BF61211693}"/>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516514B6-28E3-414A-9404-865B5C5BC092}"/>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1D8D9D39-8708-4E55-A6C4-994BE89B20E7}"/>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B74DBF29-DEFC-4DCC-BE82-D86E9E1BB6D3}"/>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8ABA7B81-4A07-4AE9-BA0F-1E985B769718}"/>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FB141B0D-38CD-4DFE-A96D-9CFD74850EC4}"/>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2D35E0F5-6471-4515-8526-26B99458EDDD}"/>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2D96CE18-0276-4B23-BF28-01B648290ECD}"/>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863E3689-55AB-4E2E-BF73-D3609DCCC677}"/>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A447F60F-5DE7-4C88-9BDB-55E5EF320BDC}"/>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9CD1925B-CB69-4C4F-9BBC-CC5D338D4085}"/>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A6C23391-24F9-4AC4-B3B3-C846867E12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3928305"/>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F72E85B2-DDEC-4747-8220-37A3C11463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0">
            <a:extLst xmlns:a="http://schemas.openxmlformats.org/drawingml/2006/main">
              <a:ext uri="{FF2B5EF4-FFF2-40B4-BE49-F238E27FC236}">
                <a16:creationId xmlns:a16="http://schemas.microsoft.com/office/drawing/2014/main" id="{AEAFA566-1FB2-472F-8111-6F7FD83E08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같은 목표의 구현·검토 루프">
            <a:extLst xmlns:a="http://schemas.openxmlformats.org/drawingml/2006/main">
              <a:ext uri="{FF2B5EF4-FFF2-40B4-BE49-F238E27FC236}">
                <a16:creationId xmlns:a16="http://schemas.microsoft.com/office/drawing/2014/main" id="{2E69B928-0DB2-437E-917A-9C604F35E2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1A0FBF22-DBE8-4598-971C-BC2ADEB1BD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목표와 근거를 다음 수정에 연결하는 시스템">
            <a:extLst xmlns:a="http://schemas.openxmlformats.org/drawingml/2006/main">
              <a:ext uri="{FF2B5EF4-FFF2-40B4-BE49-F238E27FC236}">
                <a16:creationId xmlns:a16="http://schemas.microsoft.com/office/drawing/2014/main" id="{D800BD1E-ECF8-4CE5-B0F3-1231174618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목표와 근거를 다음 수정에 연결하는 시스템</a:t>
            </a:r>
          </a:p>
        </p:txBody>
      </p:sp>
      <p:sp>
        <p:nvSpPr>
          <p:cNvPr id="6" name="구체적 제품 기능·자동 실행 이력·모델 학습·완료 성과를 관찰한 결과가 아님">
            <a:extLst xmlns:a="http://schemas.openxmlformats.org/drawingml/2006/main">
              <a:ext uri="{FF2B5EF4-FFF2-40B4-BE49-F238E27FC236}">
                <a16:creationId xmlns:a16="http://schemas.microsoft.com/office/drawing/2014/main" id="{6EF4BC84-B652-4C43-A074-B851F85A18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구체적 제품 기능·자동 실행 이력·모델 학습·완료 성과를 관찰한 결과가 아님</a:t>
            </a:r>
          </a:p>
        </p:txBody>
      </p:sp>
      <p:sp>
        <p:nvSpPr>
          <p:cNvPr id="7" name="">
            <a:extLst xmlns:a="http://schemas.openxmlformats.org/drawingml/2006/main">
              <a:ext uri="{FF2B5EF4-FFF2-40B4-BE49-F238E27FC236}">
                <a16:creationId xmlns:a16="http://schemas.microsoft.com/office/drawing/2014/main" id="{9A3CD202-14D1-407A-BFFE-63263AB4A239}"/>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52F30FA-37E3-48D8-9F5C-AE21B0E5C55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BFEAEF99-8865-4315-AEEA-5BA07EC4C4AF}"/>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B3B71413-6880-490B-8D89-5C3A2932B479}"/>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B62D1AD0-F3D8-4070-BA34-0AA3350CA4D6}"/>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5C8C16F3-5A2B-4539-8466-A86688CC3284}"/>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86625540-C692-4E0B-B903-14F113650EAA}"/>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BAAE4FC7-244F-4379-A2AA-C0C450B34B07}"/>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B28B50F4-5171-4FC5-8A6A-AC7CE0320A9E}"/>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04724743-0BD6-4EF1-9BFE-0CF579A94E78}"/>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6D16F842-448E-4FC6-98A5-0E93986EEA44}"/>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C8668A54-D01E-4A05-8DCC-2FA4C8D744DB}"/>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734B6015-DD45-4493-A1DC-3F2489CADA5F}"/>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5165CB60-1155-4D04-8228-EF8658B74721}"/>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E2749123-FC62-485A-B031-F90E6137366A}"/>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491D2206-2561-447D-83D4-914F88CD5B94}"/>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C7BDB097-D8B6-4556-B4C6-FCAB9ACE78D5}"/>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C1D9E60C-10F2-4C7B-B630-69D71FD69E3B}"/>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7CA729C1-9AF7-4872-ADC4-C657BBDC5D33}"/>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E4460D8E-6109-4BF6-84C3-5F1C32335560}"/>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C2EC48C5-C2BA-45B2-B6FB-7C3AAA98C195}"/>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C021B44A-316D-43FA-89B2-16002F6D9F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59292646"/>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2CF26518-D029-4A8A-93E3-24E8334499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1">
            <a:extLst xmlns:a="http://schemas.openxmlformats.org/drawingml/2006/main">
              <a:ext uri="{FF2B5EF4-FFF2-40B4-BE49-F238E27FC236}">
                <a16:creationId xmlns:a16="http://schemas.microsoft.com/office/drawing/2014/main" id="{4498E28E-2363-4F57-9E18-59702A1373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언제 계속하고, 언제 끝낼까?">
            <a:extLst xmlns:a="http://schemas.openxmlformats.org/drawingml/2006/main">
              <a:ext uri="{FF2B5EF4-FFF2-40B4-BE49-F238E27FC236}">
                <a16:creationId xmlns:a16="http://schemas.microsoft.com/office/drawing/2014/main" id="{3D879CFD-2CBF-403A-80B6-9C1B235A17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7B5CB0C-CE4D-4564-AE64-7155D15047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반복의 종료와 다음 행동을 정하는 기준">
            <a:extLst xmlns:a="http://schemas.openxmlformats.org/drawingml/2006/main">
              <a:ext uri="{FF2B5EF4-FFF2-40B4-BE49-F238E27FC236}">
                <a16:creationId xmlns:a16="http://schemas.microsoft.com/office/drawing/2014/main" id="{9E165E60-FA46-4031-8604-6521884A3B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반복의 종료와 다음 행동을 정하는 기준</a:t>
            </a:r>
          </a:p>
        </p:txBody>
      </p:sp>
      <p:sp>
        <p:nvSpPr>
          <p:cNvPr id="6" name="미완료 중단은 목표 달성과 다름 · 반복·시간·비용 한도 수치는 실행 전에 정함">
            <a:extLst xmlns:a="http://schemas.openxmlformats.org/drawingml/2006/main">
              <a:ext uri="{FF2B5EF4-FFF2-40B4-BE49-F238E27FC236}">
                <a16:creationId xmlns:a16="http://schemas.microsoft.com/office/drawing/2014/main" id="{1C97CD7F-A151-4061-83EC-22616F23CD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미완료 중단은 목표 달성과 다름 · 반복·시간·비용 한도 수치는 실행 전에 정함</a:t>
            </a:r>
          </a:p>
        </p:txBody>
      </p:sp>
      <p:sp>
        <p:nvSpPr>
          <p:cNvPr id="7" name="">
            <a:extLst xmlns:a="http://schemas.openxmlformats.org/drawingml/2006/main">
              <a:ext uri="{FF2B5EF4-FFF2-40B4-BE49-F238E27FC236}">
                <a16:creationId xmlns:a16="http://schemas.microsoft.com/office/drawing/2014/main" id="{A8B8A85D-6BFE-4DE4-84B5-8D618C92AD2A}"/>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4CF004F5-C75D-47A5-B53E-9D38858ECBC8}"/>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8B00E0BE-0289-40C8-9E8B-111CF12F5D55}"/>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5747046-8222-4965-8BAF-3C999F47E993}"/>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E4603F6D-6188-43EF-BAF5-8D9DBE36DA57}"/>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F2BDADFA-4C39-4667-B472-48B3C4DF72C1}"/>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929F67FC-AE2A-4A8A-88EE-2582390B932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B68C8187-1F6D-4842-B2DA-A358251674B0}"/>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81FED4D8-F5AE-47EC-9DEE-1D9EC514846D}"/>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6BEED07F-EA60-4F2C-B1F9-556CCB3D958D}"/>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486FED34-C19B-4956-B707-2214A68A75E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306E3D7B-DD0D-412F-AF9A-9BD93C57AFF0}"/>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338D1ED0-E7C7-4857-BDB5-E366E490C89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0D892113-1595-41ED-B423-1EA630043BC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FA702470-1382-44E9-BB21-05B3C214D6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0650847"/>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67E17A1B-2B6F-442A-A7D9-DDC3078A39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2">
            <a:extLst xmlns:a="http://schemas.openxmlformats.org/drawingml/2006/main">
              <a:ext uri="{FF2B5EF4-FFF2-40B4-BE49-F238E27FC236}">
                <a16:creationId xmlns:a16="http://schemas.microsoft.com/office/drawing/2014/main" id="{7582069D-70B9-49B6-A640-A5F85C4530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구현한 모델에게 다시 물으면 충분할까?">
            <a:extLst xmlns:a="http://schemas.openxmlformats.org/drawingml/2006/main">
              <a:ext uri="{FF2B5EF4-FFF2-40B4-BE49-F238E27FC236}">
                <a16:creationId xmlns:a16="http://schemas.microsoft.com/office/drawing/2014/main" id="{8746B576-F996-4F52-BED4-89A3470C7E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112EABCE-5597-410C-BC3C-D53ECACE6B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elf-Refine (2023) / Huang et al., ICLR 2024 · 서로 다른 실험 조건의 ">
            <a:extLst xmlns:a="http://schemas.openxmlformats.org/drawingml/2006/main">
              <a:ext uri="{FF2B5EF4-FFF2-40B4-BE49-F238E27FC236}">
                <a16:creationId xmlns:a16="http://schemas.microsoft.com/office/drawing/2014/main" id="{3A899A97-4782-488D-91A8-8CFB1D3801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Self-Refine (2023) / Huang et al., ICLR 2024 · 서로 다른 실험 조건의 연구</a:t>
            </a:r>
          </a:p>
        </p:txBody>
      </p:sp>
      <p:sp>
        <p:nvSpPr>
          <p:cNvPr id="6" name="과거 연구 대상의 결과 · 현재 모든 모델의 자기 검토 능력이나 다중 모델 우월성을 뜻하지 않음">
            <a:extLst xmlns:a="http://schemas.openxmlformats.org/drawingml/2006/main">
              <a:ext uri="{FF2B5EF4-FFF2-40B4-BE49-F238E27FC236}">
                <a16:creationId xmlns:a16="http://schemas.microsoft.com/office/drawing/2014/main" id="{04DAD47C-D940-4049-A54D-CE5986C31D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연구 대상의 결과 · 현재 모든 모델의 자기 검토 능력이나 다중 모델 우월성을 뜻하지 않음</a:t>
            </a:r>
          </a:p>
        </p:txBody>
      </p:sp>
      <p:sp>
        <p:nvSpPr>
          <p:cNvPr id="7" name="같은 모델의 피드백·수정">
            <a:extLst xmlns:a="http://schemas.openxmlformats.org/drawingml/2006/main">
              <a:ext uri="{FF2B5EF4-FFF2-40B4-BE49-F238E27FC236}">
                <a16:creationId xmlns:a16="http://schemas.microsoft.com/office/drawing/2014/main" id="{98725E9D-61A5-4FFF-899A-2CC8CCFBF9B0}"/>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9D918705-DB35-40C5-A80C-4D76C687E075}"/>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8C292B65-BF98-43A0-BA72-FEF657C5397A}"/>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CF9F1D9-478B-446A-B8B7-0C6F716B756A}"/>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0F702013-7BC2-4B0E-90CB-C2FE9B49E45A}"/>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B60CC5F8-BF4C-46F1-BE30-892115A88C8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E44A2EB-C5A7-4C6A-8B45-0E9890CE0DE1}"/>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FF4E889C-51FF-4489-AA07-DC6DCBDDF9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6269170"/>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06110548-03D1-4250-AF83-2C4F25EB11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3">
            <a:extLst xmlns:a="http://schemas.openxmlformats.org/drawingml/2006/main">
              <a:ext uri="{FF2B5EF4-FFF2-40B4-BE49-F238E27FC236}">
                <a16:creationId xmlns:a16="http://schemas.microsoft.com/office/drawing/2014/main" id="{B345E416-3EC6-4B63-AFC9-2991221ADA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다른 모델의 관점이 도움이 된 실험">
            <a:extLst xmlns:a="http://schemas.openxmlformats.org/drawingml/2006/main">
              <a:ext uri="{FF2B5EF4-FFF2-40B4-BE49-F238E27FC236}">
                <a16:creationId xmlns:a16="http://schemas.microsoft.com/office/drawing/2014/main" id="{1D6A7FE5-1FBB-4426-A33E-D6270E73B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EDBB9348-F31B-431E-A316-E9AB7D0E46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ReConcile · ACL 2024 · Table 7 · StrategyQA의 토론·합의 실험">
            <a:extLst xmlns:a="http://schemas.openxmlformats.org/drawingml/2006/main">
              <a:ext uri="{FF2B5EF4-FFF2-40B4-BE49-F238E27FC236}">
                <a16:creationId xmlns:a16="http://schemas.microsoft.com/office/drawing/2014/main" id="{C6057281-8A23-4D5C-822E-12B237D3E4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ReConcile · ACL 2024 · Table 7 · StrategyQA의 토론·합의 실험</a:t>
            </a:r>
          </a:p>
        </p:txBody>
      </p:sp>
      <p:sp>
        <p:nvSpPr>
          <p:cNvPr id="6" name="코드 수정 실험이 아님 · 현재 모델의 일반 성능·비용 개선으로 확대하지 않음">
            <a:extLst xmlns:a="http://schemas.openxmlformats.org/drawingml/2006/main">
              <a:ext uri="{FF2B5EF4-FFF2-40B4-BE49-F238E27FC236}">
                <a16:creationId xmlns:a16="http://schemas.microsoft.com/office/drawing/2014/main" id="{ED4C1766-6F77-4C6B-8C89-D3751A46F9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코드 수정 실험이 아님 · 현재 모델의 일반 성능·비용 개선으로 확대하지 않음</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60C9A784-DB31-4C0D-92E3-A77386395787}"/>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34CB8862-BA43-46C8-8528-F9F74BD8C2FF}"/>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a326f36abb4b480d"/>
          </a:graphicData>
        </a:graphic>
      </p:graphicFrame>
      <p:sp>
        <p:nvSpPr>
          <p:cNvPr id="9" name="+6.8%p">
            <a:extLst xmlns:a="http://schemas.openxmlformats.org/drawingml/2006/main">
              <a:ext uri="{FF2B5EF4-FFF2-40B4-BE49-F238E27FC236}">
                <a16:creationId xmlns:a16="http://schemas.microsoft.com/office/drawing/2014/main" id="{84A2EB69-8B4C-461B-8641-96AA51951FBB}"/>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5276F0CB-C964-4A73-95EE-A3D0EC1BCCF5}"/>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9488C9D4-AFBD-403A-B15B-23A53A9EDCD9}"/>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F00E4A0C-6E25-4F0B-B310-E4BA4A90D7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61020597"/>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E8A04A34-7AD9-4B6E-A480-EBD848766D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4">
            <a:extLst xmlns:a="http://schemas.openxmlformats.org/drawingml/2006/main">
              <a:ext uri="{FF2B5EF4-FFF2-40B4-BE49-F238E27FC236}">
                <a16:creationId xmlns:a16="http://schemas.microsoft.com/office/drawing/2014/main" id="{9614DBB6-1208-49D2-87DC-E1BEFC947A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잘 만드는 능력과 잘 검토하는 능력">
            <a:extLst xmlns:a="http://schemas.openxmlformats.org/drawingml/2006/main">
              <a:ext uri="{FF2B5EF4-FFF2-40B4-BE49-F238E27FC236}">
                <a16:creationId xmlns:a16="http://schemas.microsoft.com/office/drawing/2014/main" id="{66629A09-5A6B-4193-8B75-87B57D112B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165ABED8-4F64-4B68-A77A-2F5EABA30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riticBench · Findings of ACL 2024 · 17개 모델 / §4.2.5 교차 모델 검">
            <a:extLst xmlns:a="http://schemas.openxmlformats.org/drawingml/2006/main">
              <a:ext uri="{FF2B5EF4-FFF2-40B4-BE49-F238E27FC236}">
                <a16:creationId xmlns:a16="http://schemas.microsoft.com/office/drawing/2014/main" id="{979FD2C1-E133-47C3-A5BB-A660232776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CriticBench · Findings of ACL 2024 · 17개 모델 / §4.2.5 교차 모델 검토</a:t>
            </a:r>
          </a:p>
        </p:txBody>
      </p:sp>
      <p:sp>
        <p:nvSpPr>
          <p:cNvPr id="6" name="일부 모델·과제에서의 결과 · 이 교육의 코드 루프 완료율·비용 개선을 측정한 연구가 아님">
            <a:extLst xmlns:a="http://schemas.openxmlformats.org/drawingml/2006/main">
              <a:ext uri="{FF2B5EF4-FFF2-40B4-BE49-F238E27FC236}">
                <a16:creationId xmlns:a16="http://schemas.microsoft.com/office/drawing/2014/main" id="{70BA62D4-1F50-4EBE-8D0B-81F6F1F6A7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일부 모델·과제에서의 결과 · 이 교육의 코드 루프 완료율·비용 개선을 측정한 연구가 아님</a:t>
            </a:r>
          </a:p>
        </p:txBody>
      </p:sp>
      <p:sp>
        <p:nvSpPr>
          <p:cNvPr id="7" name="">
            <a:extLst xmlns:a="http://schemas.openxmlformats.org/drawingml/2006/main">
              <a:ext uri="{FF2B5EF4-FFF2-40B4-BE49-F238E27FC236}">
                <a16:creationId xmlns:a16="http://schemas.microsoft.com/office/drawing/2014/main" id="{06500575-04B5-4484-B20D-1A62686066FE}"/>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CADC61A3-FEC2-42BE-AD2A-042493BDB464}"/>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F2762395-3311-4416-BE3D-DEE88083AC7F}"/>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E0193977-F0F7-42B2-8ADD-80EC938115CE}"/>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0208DC09-B1F5-4326-AA9B-24C44158C323}"/>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487644EA-8D33-4E81-8A90-A7D0B3B76844}"/>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6FE0C954-C3E9-49B2-AAD5-3009644FB0F4}"/>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366AFEDD-A785-4B85-A233-3AAEABB2B96E}"/>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C4769D4C-8870-435F-AEEE-95374739C23F}"/>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71E62678-EC0D-44D9-9006-A61F05747CC8}"/>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05AA1A78-8C42-402F-8FE8-83C5D4C65C08}"/>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9153B10E-12D0-47BA-A679-372B637652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4095441"/>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09F594A9-4197-445F-8044-CFE58F1EAF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6C1ACF2A-4919-4718-81E4-9FF8F39C27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구현과 검토에 모델을 어떻게 나눌까?">
            <a:extLst xmlns:a="http://schemas.openxmlformats.org/drawingml/2006/main">
              <a:ext uri="{FF2B5EF4-FFF2-40B4-BE49-F238E27FC236}">
                <a16:creationId xmlns:a16="http://schemas.microsoft.com/office/drawing/2014/main" id="{A8AAE6CC-BDD6-4088-89C9-3C711E7B39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5C83C18A-7C48-4EAB-AB75-30BD0235DE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연구를 참고한 개발 작업의 역할 배치 제안 · 현재 제품의 자동 배치 기능 설명 아님">
            <a:extLst xmlns:a="http://schemas.openxmlformats.org/drawingml/2006/main">
              <a:ext uri="{FF2B5EF4-FFF2-40B4-BE49-F238E27FC236}">
                <a16:creationId xmlns:a16="http://schemas.microsoft.com/office/drawing/2014/main" id="{BCE3C87B-B788-4AD6-ADFE-AD6C507043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연구를 참고한 개발 작업의 역할 배치 제안 · 현재 제품의 자동 배치 기능 설명 아님</a:t>
            </a:r>
          </a:p>
        </p:txBody>
      </p:sp>
      <p:sp>
        <p:nvSpPr>
          <p:cNvPr id="6" name="같은 모델의 역할 분리와 서로 다른 모델 조합을 구분 · 실제 조합의 효과는 별도 평가">
            <a:extLst xmlns:a="http://schemas.openxmlformats.org/drawingml/2006/main">
              <a:ext uri="{FF2B5EF4-FFF2-40B4-BE49-F238E27FC236}">
                <a16:creationId xmlns:a16="http://schemas.microsoft.com/office/drawing/2014/main" id="{D09C9883-B4CF-4497-B94B-35990DED60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모델의 역할 분리와 서로 다른 모델 조합을 구분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FA0AFB38-95B6-47F4-B9AA-5E7948CBA9C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98FEC99F-6928-4B10-A702-A55BB2E7D54F}"/>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71C67EB9-D631-42D1-874E-B606EB29C82E}"/>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214F7C72-790A-4A6C-ACC3-F5609E9BBE33}"/>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960169D2-22AB-4C76-8D06-60FC0DF5C7F6}"/>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9778592-9DB1-46C3-88BD-41316A37F64B}"/>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436D88E0-0226-4644-A9A7-07F4144BC70C}"/>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E2302072-2D0F-4D7D-9FC2-988C359991F3}"/>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F25DD7A7-19FA-416E-A6D2-19DE264E3BF2}"/>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3E1C08F5-89DA-471B-AB25-696C93B63DF2}"/>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7E9C115A-6A18-43FD-847B-53042389E3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18B90977-968F-40BE-86B5-815B91365F0D}"/>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45D3233E-23A4-4627-BC1D-79FBA6009CA3}"/>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D4D359B-8E67-4738-986C-4870EBACBD5E}"/>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05C1AB18-2056-44D2-AEC9-ECA6FDEA7FC3}"/>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1C75F333-BCA6-4A04-8B01-B045D91BBF16}"/>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525FD001-8870-41E4-BD16-9DD64112A0FF}"/>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764249AE-4AE6-43AE-8BBA-C56ABD8D99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09476264"/>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D172D618-5E3C-466B-B157-5A5ED22F4D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481B1376-F6AA-44FA-B6BB-9BD0CF9C8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검토 모델의 말도 확인해야 한다">
            <a:extLst xmlns:a="http://schemas.openxmlformats.org/drawingml/2006/main">
              <a:ext uri="{FF2B5EF4-FFF2-40B4-BE49-F238E27FC236}">
                <a16:creationId xmlns:a16="http://schemas.microsoft.com/office/drawing/2014/main" id="{1595FC21-E1A4-4080-B26E-3AA261822D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B4AEEDD7-F8C5-449A-AB64-19B8B7A9C3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검토 지적의 수용·기각과 추가 확인">
            <a:extLst xmlns:a="http://schemas.openxmlformats.org/drawingml/2006/main">
              <a:ext uri="{FF2B5EF4-FFF2-40B4-BE49-F238E27FC236}">
                <a16:creationId xmlns:a16="http://schemas.microsoft.com/office/drawing/2014/main" id="{F375C30F-A717-4077-BBE5-53E11C20E2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검토 지적의 수용·기각과 추가 확인</a:t>
            </a:r>
          </a:p>
        </p:txBody>
      </p:sp>
      <p:sp>
        <p:nvSpPr>
          <p:cNvPr id="6" name="모델 동의·다수결만으로 완료하지 않음 · 검토 모델도 틀릴 수 있음">
            <a:extLst xmlns:a="http://schemas.openxmlformats.org/drawingml/2006/main">
              <a:ext uri="{FF2B5EF4-FFF2-40B4-BE49-F238E27FC236}">
                <a16:creationId xmlns:a16="http://schemas.microsoft.com/office/drawing/2014/main" id="{9C29EE04-99F9-4BE3-9F1C-1ACD5193E1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 동의·다수결만으로 완료하지 않음 · 검토 모델도 틀릴 수 있음</a:t>
            </a:r>
          </a:p>
        </p:txBody>
      </p:sp>
      <p:sp>
        <p:nvSpPr>
          <p:cNvPr id="7" name="">
            <a:extLst xmlns:a="http://schemas.openxmlformats.org/drawingml/2006/main">
              <a:ext uri="{FF2B5EF4-FFF2-40B4-BE49-F238E27FC236}">
                <a16:creationId xmlns:a16="http://schemas.microsoft.com/office/drawing/2014/main" id="{5A9089C8-56CD-4497-A5E2-BC152E7CCDC2}"/>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DDF6ADEF-9D06-48DB-B837-EFD03125B391}"/>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ADB2A0B5-4911-4398-A144-40AC50AF1466}"/>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11232470-DBE9-403A-9C73-3666FAD2AF5C}"/>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921F1FC2-3EDA-47BB-9593-FB12BEDEAA17}"/>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07D055A7-9B64-4AA3-A7A7-7D95DF0F4792}"/>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2997EAB5-9F72-4FC2-857F-B263907E32B9}"/>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F2458FF9-B9CB-49B9-B6E4-2C058205E512}"/>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99D545D8-49B1-491F-A0EE-331E52559F9C}"/>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DEE5F32E-4F2B-4A3E-A29A-C7375DD8BD7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5245F3DA-4445-4CF2-A427-238FFB36246C}"/>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3327D266-34DE-439D-8AB9-B0595C7A3B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30948620"/>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078B07B2-452C-4ED5-8667-17FFEA55B7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7">
            <a:extLst xmlns:a="http://schemas.openxmlformats.org/drawingml/2006/main">
              <a:ext uri="{FF2B5EF4-FFF2-40B4-BE49-F238E27FC236}">
                <a16:creationId xmlns:a16="http://schemas.microsoft.com/office/drawing/2014/main" id="{F81C44B9-4A34-4AE8-B5B0-42A692F553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반복하려면 무엇을 이어받아야 할까?">
            <a:extLst xmlns:a="http://schemas.openxmlformats.org/drawingml/2006/main">
              <a:ext uri="{FF2B5EF4-FFF2-40B4-BE49-F238E27FC236}">
                <a16:creationId xmlns:a16="http://schemas.microsoft.com/office/drawing/2014/main" id="{50CF326F-D72E-4868-8944-EEB26DBA0B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92463EE2-A656-4B0B-BC08-8D646EEB44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같은 목표의 다음 시도를 위한 최소 기록">
            <a:extLst xmlns:a="http://schemas.openxmlformats.org/drawingml/2006/main">
              <a:ext uri="{FF2B5EF4-FFF2-40B4-BE49-F238E27FC236}">
                <a16:creationId xmlns:a16="http://schemas.microsoft.com/office/drawing/2014/main" id="{7DD22390-565C-4E2A-AD8B-46CEC1CEB7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같은 목표의 다음 시도를 위한 최소 기록</a:t>
            </a:r>
          </a:p>
        </p:txBody>
      </p:sp>
      <p:sp>
        <p:nvSpPr>
          <p:cNvPr id="6" name="새 Memory·프레임워크가 필수인 것은 아님 · 한도와 중단 후 재개는 별도 운영 기준">
            <a:extLst xmlns:a="http://schemas.openxmlformats.org/drawingml/2006/main">
              <a:ext uri="{FF2B5EF4-FFF2-40B4-BE49-F238E27FC236}">
                <a16:creationId xmlns:a16="http://schemas.microsoft.com/office/drawing/2014/main" id="{5561F12F-552C-4789-8F42-F9016C53EF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Memory·프레임워크가 필수인 것은 아님 · 한도와 중단 후 재개는 별도 운영 기준</a:t>
            </a:r>
          </a:p>
        </p:txBody>
      </p:sp>
      <p:sp>
        <p:nvSpPr>
          <p:cNvPr id="7" name="">
            <a:extLst xmlns:a="http://schemas.openxmlformats.org/drawingml/2006/main">
              <a:ext uri="{FF2B5EF4-FFF2-40B4-BE49-F238E27FC236}">
                <a16:creationId xmlns:a16="http://schemas.microsoft.com/office/drawing/2014/main" id="{7AA09AD8-BF23-4248-A0FB-A5A9A4FCE0B7}"/>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76C4E784-6CD6-4F3C-8062-A3AD431A9302}"/>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02EE5F29-F431-4853-A6F4-BC6923910CBB}"/>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467A30B-7D9A-4BFF-B222-3EB25A5EA9D3}"/>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2C4EFCAE-9ACD-475F-A2A7-0355732EF5FD}"/>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69DBF410-A49C-43C5-91D2-56AC9A28530C}"/>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58BEB98A-71A1-4374-9507-14C6D5F72380}"/>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4C92B8DE-4A25-4705-BB09-9301D42A6ECF}"/>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4944A26D-6B75-4DA3-9AA0-131B6253661C}"/>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2E4B22DB-3D49-4FFF-90C1-67C091EDE29F}"/>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DA4DA161-6C76-475E-92C3-A39A6DCC97CA}"/>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9DDD651B-3039-4163-8D07-0C014FA9ACC7}"/>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4B515755-03C4-400A-B6D1-1B4C83D534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5533784"/>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9BFD0B5C-8BD8-455A-9BC5-790315D5EB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1EF1779A-3FFE-442C-ADBF-ED0D46D243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확인한 근거와 아직 실행하지 않은 설계">
            <a:extLst xmlns:a="http://schemas.openxmlformats.org/drawingml/2006/main">
              <a:ext uri="{FF2B5EF4-FFF2-40B4-BE49-F238E27FC236}">
                <a16:creationId xmlns:a16="http://schemas.microsoft.com/office/drawing/2014/main" id="{A89DFF0E-73C2-4E30-A9EA-710B7A6936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2648E84D-8F5A-4F70-9396-4CCE599BC1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Product Trial / 인용한 연구 / CASE-LOOP-01 설계의 근거 경계">
            <a:extLst xmlns:a="http://schemas.openxmlformats.org/drawingml/2006/main">
              <a:ext uri="{FF2B5EF4-FFF2-40B4-BE49-F238E27FC236}">
                <a16:creationId xmlns:a16="http://schemas.microsoft.com/office/drawing/2014/main" id="{0D6363B8-FAB4-434C-8D75-53A1206757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Product Trial / 인용한 연구 / CASE-LOOP-01 설계의 근거 경계</a:t>
            </a:r>
          </a:p>
        </p:txBody>
      </p:sp>
      <p:sp>
        <p:nvSpPr>
          <p:cNvPr id="6" name="기존 Trial을 다중 모델 루프의 실행 증거로 사용하지 않음 · 새 모델 조합·완료 성과 미검증">
            <a:extLst xmlns:a="http://schemas.openxmlformats.org/drawingml/2006/main">
              <a:ext uri="{FF2B5EF4-FFF2-40B4-BE49-F238E27FC236}">
                <a16:creationId xmlns:a16="http://schemas.microsoft.com/office/drawing/2014/main" id="{F9CEF03B-02C5-461F-AC20-16E15900E6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기존 Trial을 다중 모델 루프의 실행 증거로 사용하지 않음 · 새 모델 조합·완료 성과 미검증</a:t>
            </a:r>
          </a:p>
        </p:txBody>
      </p:sp>
      <p:sp>
        <p:nvSpPr>
          <p:cNvPr id="7" name="">
            <a:extLst xmlns:a="http://schemas.openxmlformats.org/drawingml/2006/main">
              <a:ext uri="{FF2B5EF4-FFF2-40B4-BE49-F238E27FC236}">
                <a16:creationId xmlns:a16="http://schemas.microsoft.com/office/drawing/2014/main" id="{EFFFF1DF-8704-44FA-8A36-EDB168F474D7}"/>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A7427382-DA40-4C9D-B2C8-3A21596F91D3}"/>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9EE6A06A-E110-42F7-AA06-8F46BC2BAFD0}"/>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B039E125-094C-4FBA-9136-97695122E92C}"/>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2A1A2D5A-0285-4A45-950F-CC6D049031BA}"/>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136E85B6-ED73-4D5E-9E93-3AB3DD8ABED9}"/>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CDCB1927-8A5C-4AFC-ADE1-4532EEFE1998}"/>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4A4C8B97-3AC2-45F9-A356-D254333DD99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710F22C5-E342-4E27-94B0-6785EA675355}"/>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118F0267-0CE5-496C-8742-1401524B3C0B}"/>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AB72858D-48B3-41EE-8FA7-F4ACD84593B5}"/>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3C31AC00-2F9F-4A17-AD31-512882A2EF38}"/>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75C800F2-876F-49C3-ABA1-57055E18B8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6197995"/>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97C17B4A-2E08-437D-AAE4-91A444F447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9">
            <a:extLst xmlns:a="http://schemas.openxmlformats.org/drawingml/2006/main">
              <a:ext uri="{FF2B5EF4-FFF2-40B4-BE49-F238E27FC236}">
                <a16:creationId xmlns:a16="http://schemas.microsoft.com/office/drawing/2014/main" id="{301B4B97-66DA-4EA7-9F54-F5AAF3D324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우리 작업에는 어떤 루프가 필요할까?">
            <a:extLst xmlns:a="http://schemas.openxmlformats.org/drawingml/2006/main">
              <a:ext uri="{FF2B5EF4-FFF2-40B4-BE49-F238E27FC236}">
                <a16:creationId xmlns:a16="http://schemas.microsoft.com/office/drawing/2014/main" id="{3DC147D7-0918-43FF-8F1C-2D3A577B15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608A5CA2-A39D-4EDE-82B4-0C77EBE37E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과 Q&amp;A · 실습·제출·구현 요구 없음">
            <a:extLst xmlns:a="http://schemas.openxmlformats.org/drawingml/2006/main">
              <a:ext uri="{FF2B5EF4-FFF2-40B4-BE49-F238E27FC236}">
                <a16:creationId xmlns:a16="http://schemas.microsoft.com/office/drawing/2014/main" id="{C7FD1569-F7C8-4545-86BE-B4880B4E7C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성찰과 Q&amp;A · 실습·제출·구현 요구 없음</a:t>
            </a:r>
          </a:p>
        </p:txBody>
      </p:sp>
      <p:sp>
        <p:nvSpPr>
          <p:cNvPr id="6" name="목표·판단·검증·책임은 유지 · 다음 ACT에서 조합·통합·제거를 검토">
            <a:extLst xmlns:a="http://schemas.openxmlformats.org/drawingml/2006/main">
              <a:ext uri="{FF2B5EF4-FFF2-40B4-BE49-F238E27FC236}">
                <a16:creationId xmlns:a16="http://schemas.microsoft.com/office/drawing/2014/main" id="{D2668DD5-FEEB-4279-B467-62C286AD4C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목표·판단·검증·책임은 유지 · 다음 ACT에서 조합·통합·제거를 검토</a:t>
            </a:r>
          </a:p>
        </p:txBody>
      </p:sp>
      <p:sp>
        <p:nvSpPr>
          <p:cNvPr id="7" name="목표">
            <a:extLst xmlns:a="http://schemas.openxmlformats.org/drawingml/2006/main">
              <a:ext uri="{FF2B5EF4-FFF2-40B4-BE49-F238E27FC236}">
                <a16:creationId xmlns:a16="http://schemas.microsoft.com/office/drawing/2014/main" id="{1DA5A341-E2A8-4F87-B7F0-FDBCF50F9149}"/>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39185076-1086-4309-8A94-CE450266B99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7A4D8A83-BBB7-4AB2-A9E1-2FB9BBA69A03}"/>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66A00D44-A5EB-4244-BA0C-DA7DDC842334}"/>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3884D1F7-B660-4698-939A-02CBB86EFB94}"/>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706ADC82-77FF-4BF6-9B04-427567384B0A}"/>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0E553C8-B8B9-448D-963B-243695AA5457}"/>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5DCCD0AA-9694-4988-9592-00615249A1FB}"/>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FA1F14A7-4CBD-44A7-87A9-7D5D587931C8}"/>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내 업무에 필요한 만큼 조합하고, 불필요한 구조는 덜어낸다">
            <a:extLst xmlns:a="http://schemas.openxmlformats.org/drawingml/2006/main">
              <a:ext uri="{FF2B5EF4-FFF2-40B4-BE49-F238E27FC236}">
                <a16:creationId xmlns:a16="http://schemas.microsoft.com/office/drawing/2014/main" id="{D7D4EDE3-27AA-4A89-940C-D171685EC08C}"/>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내 업무에 필요한 만큼 조합하고, 불필요한 구조는 덜어낸다</a:t>
            </a:r>
          </a:p>
        </p:txBody>
      </p:sp>
      <p:sp>
        <p:nvSpPr>
          <p:cNvPr id="17" name="Legacy module connection">
            <a:extLst xmlns:a="http://schemas.openxmlformats.org/drawingml/2006/main">
              <a:ext uri="{FF2B5EF4-FFF2-40B4-BE49-F238E27FC236}">
                <a16:creationId xmlns:a16="http://schemas.microsoft.com/office/drawing/2014/main" id="{66247DE9-FE2F-4FC5-8EC3-BC9D1ECCF6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6184128"/>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14D26C6A-3BA5-4912-B047-111F643BC87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0">
            <a:extLst xmlns:a="http://schemas.openxmlformats.org/drawingml/2006/main">
              <a:ext uri="{FF2B5EF4-FFF2-40B4-BE49-F238E27FC236}">
                <a16:creationId xmlns:a16="http://schemas.microsoft.com/office/drawing/2014/main" id="{4439126B-863C-4CEC-ADF6-0DED6DB90C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
            <a:extLst xmlns:a="http://schemas.openxmlformats.org/drawingml/2006/main">
              <a:ext uri="{FF2B5EF4-FFF2-40B4-BE49-F238E27FC236}">
                <a16:creationId xmlns:a16="http://schemas.microsoft.com/office/drawing/2014/main" id="{989E3A4B-A647-43D5-A6AA-68B410152E3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10AA22D1-D215-4422-8197-091E8FFC8EB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24623782-D699-4BB3-9AB5-2B955064E89E}"/>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E33EA632-841C-4F6E-A347-93DFC1FA298E}"/>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1941CC93-6634-46A0-9466-1FCF21283F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287540926"/>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6C462CDB-A491-491B-8C32-3E53185F60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101">
            <a:extLst xmlns:a="http://schemas.openxmlformats.org/drawingml/2006/main">
              <a:ext uri="{FF2B5EF4-FFF2-40B4-BE49-F238E27FC236}">
                <a16:creationId xmlns:a16="http://schemas.microsoft.com/office/drawing/2014/main" id="{55077789-A4A4-4E77-9B45-3E940833B9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문제에 맞춰, 일하는 방식을 넓혔다">
            <a:extLst xmlns:a="http://schemas.openxmlformats.org/drawingml/2006/main">
              <a:ext uri="{FF2B5EF4-FFF2-40B4-BE49-F238E27FC236}">
                <a16:creationId xmlns:a16="http://schemas.microsoft.com/office/drawing/2014/main" id="{0D550A94-1ED7-452F-B345-2D8227416A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96568C93-40B1-44D5-8F48-11E157B552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29D815EB-8722-4749-BAFF-FACBBCFD2D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A45494CD-49C6-4CB0-AE7B-D95152C753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D42547A7-8C60-4E3C-89D0-A7D59CB3DBE9}"/>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E13E30D6-A64B-47BB-B767-7A7F689A4B03}"/>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B85FFFAE-14AF-4FEC-913C-0AFF1565A38A}"/>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5256EDA2-2CB7-45E0-84C5-E1BC2447544F}"/>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E23F37DF-C41F-4B54-8729-6374F42C8553}"/>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77219C43-1C58-4069-8344-C7EC95FC6A20}"/>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EB791A03-7E6B-4908-8B2A-61106926F7CD}"/>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387DBBE7-79A0-4E1A-B082-F287366AA8AA}"/>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05027E34-9FC6-44C0-87F7-ED5D67F30B3C}"/>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2F30CE18-7FFF-4E10-812E-FB2A64767CB9}"/>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83D32A45-3B7B-47C7-A9E6-DAA1E23867AC}"/>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FD09F27B-2DE8-4286-8B7B-036EF4589F4A}"/>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EAD207C1-2A42-4C31-AC84-39F4F5374C4E}"/>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0162705D-51E4-4506-B0BD-DA06106BFFC0}"/>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F3B45AED-9473-4039-BC1F-4047924A90E3}"/>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35A41723-7477-4AD5-8485-F0D11FB361E7}"/>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41A27FC9-E5C7-476B-BD29-A6D913398167}"/>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F0010DB8-12D1-4B01-885D-25687D9F5A19}"/>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927DDA60-47F0-4C9D-92C2-2423386C0E1C}"/>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519A41F4-5AC4-4416-A0CE-A5EA8BFB3AB5}"/>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F64F6D90-3DF8-4765-A194-E71F78B4ED0F}"/>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검토·수정이 이어지면">
            <a:extLst xmlns:a="http://schemas.openxmlformats.org/drawingml/2006/main">
              <a:ext uri="{FF2B5EF4-FFF2-40B4-BE49-F238E27FC236}">
                <a16:creationId xmlns:a16="http://schemas.microsoft.com/office/drawing/2014/main" id="{4D87532E-54E1-413B-A987-61695C885EE6}"/>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검토·수정이 이어지면</a:t>
            </a:r>
          </a:p>
        </p:txBody>
      </p:sp>
      <p:sp>
        <p:nvSpPr>
          <p:cNvPr id="29" name="">
            <a:extLst xmlns:a="http://schemas.openxmlformats.org/drawingml/2006/main">
              <a:ext uri="{FF2B5EF4-FFF2-40B4-BE49-F238E27FC236}">
                <a16:creationId xmlns:a16="http://schemas.microsoft.com/office/drawing/2014/main" id="{E8B41955-93CE-414B-8D0E-4E0EE5B3E05A}"/>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271FD3A2-4C2E-4E0E-B7F5-E1DCB5C928D8}"/>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목표 충족까지&#10;검토·수정한다">
            <a:extLst xmlns:a="http://schemas.openxmlformats.org/drawingml/2006/main">
              <a:ext uri="{FF2B5EF4-FFF2-40B4-BE49-F238E27FC236}">
                <a16:creationId xmlns:a16="http://schemas.microsoft.com/office/drawing/2014/main" id="{7FA1DAC1-5058-4DFF-84B6-8D8D1C005B0E}"/>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충족까지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62FC582F-B194-4364-8846-8A4CA6252459}"/>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1B540FDF-DE1B-4C8A-967C-F7D95F0396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52555484"/>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01D8DA15-9C80-4C97-9A0C-5A2E228E7A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102">
            <a:extLst xmlns:a="http://schemas.openxmlformats.org/drawingml/2006/main">
              <a:ext uri="{FF2B5EF4-FFF2-40B4-BE49-F238E27FC236}">
                <a16:creationId xmlns:a16="http://schemas.microsoft.com/office/drawing/2014/main" id="{04111CCB-88DE-49A3-AD62-0E6705EE87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실제 Demo는 문제에 맞춰 바뀌었다">
            <a:extLst xmlns:a="http://schemas.openxmlformats.org/drawingml/2006/main">
              <a:ext uri="{FF2B5EF4-FFF2-40B4-BE49-F238E27FC236}">
                <a16:creationId xmlns:a16="http://schemas.microsoft.com/office/drawing/2014/main" id="{30ACD43F-77AC-42BC-ADA7-5BF14F87DC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9480AD5A-7851-4865-AEE5-4C463AA7FB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F0438E08-CA2C-4BF4-89A7-83E5A8F3E6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BA6AEE13-83BC-48F4-92CE-6F0B2E0315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5868A47C-02CD-4478-86AD-74A6BC397568}"/>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23A22270-7231-4799-9862-77D2C875C362}"/>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8974DF9B-C881-4169-9F83-C2F56AC07FE9}"/>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391073F4-7E10-4EF5-BE49-7C04264F45CD}"/>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D6808408-842D-406F-A390-EBCC6DDB512A}"/>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F12E8C77-4116-4286-BDFC-868E41F80E6D}"/>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EF245B9D-5E25-4153-B5D7-0714B612E043}"/>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B07B299C-4AEF-4EC6-B012-5F7C8422B5E5}"/>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DBAD9A0E-FF95-4EAD-9614-25F91C5D7DEE}"/>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D78DDC63-07BC-43A4-8ACF-22F6F50FDED6}"/>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40AC1C8F-01A3-4373-825A-58C80DF4A11F}"/>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1F7F2E7E-D58B-4E8C-BAEF-431ED26444A2}"/>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1B65D372-5B72-4B5A-A16D-CE4B5310D00B}"/>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DA89B4BE-C404-4844-9FF6-E43A0E21704D}"/>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4500F2B6-10C1-4A95-887A-B14306C23885}"/>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EDBE66DA-5146-4C6F-8C03-D7AE535B2504}"/>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80883709-66CC-449F-8D25-B2A6E6B0BA51}"/>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58D010FE-17F6-4FBD-928B-23AFB0ED1425}"/>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설계 사례·연구에서 살펴봤다 · 제품 실행 이력과 구분">
            <a:extLst xmlns:a="http://schemas.openxmlformats.org/drawingml/2006/main">
              <a:ext uri="{FF2B5EF4-FFF2-40B4-BE49-F238E27FC236}">
                <a16:creationId xmlns:a16="http://schemas.microsoft.com/office/drawing/2014/main" id="{30EF46D5-C5B8-4CBE-8212-FC69F94EC6AF}"/>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Loop는 앞 ACT의 설계 사례·연구에서 살펴봤다 · 제품 실행 이력과 구분</a:t>
            </a:r>
          </a:p>
        </p:txBody>
      </p:sp>
      <p:sp>
        <p:nvSpPr>
          <p:cNvPr id="26" name="Legacy module connection">
            <a:extLst xmlns:a="http://schemas.openxmlformats.org/drawingml/2006/main">
              <a:ext uri="{FF2B5EF4-FFF2-40B4-BE49-F238E27FC236}">
                <a16:creationId xmlns:a16="http://schemas.microsoft.com/office/drawing/2014/main" id="{A7FA121E-5977-4F51-926F-C7022893A8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01475879"/>
      </p:ext>
    </p:extLst>
  </p:cSld>
</p:sld>
</file>

<file path=ppt/slides/slide10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6A59C744-F87D-48B0-8320-CB37846CFB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103">
            <a:extLst xmlns:a="http://schemas.openxmlformats.org/drawingml/2006/main">
              <a:ext uri="{FF2B5EF4-FFF2-40B4-BE49-F238E27FC236}">
                <a16:creationId xmlns:a16="http://schemas.microsoft.com/office/drawing/2014/main" id="{8BE1285D-69A9-4C93-BB31-800D11B9E1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이번 문제에 필요한 구성만 선택했다">
            <a:extLst xmlns:a="http://schemas.openxmlformats.org/drawingml/2006/main">
              <a:ext uri="{FF2B5EF4-FFF2-40B4-BE49-F238E27FC236}">
                <a16:creationId xmlns:a16="http://schemas.microsoft.com/office/drawing/2014/main" id="{69FD8163-7EDB-4156-881A-89E26F2A91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1E3B3176-1DF5-4052-A585-F91A0FEC6D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70641514-62CE-40ED-A8EF-31E18E8C37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A9A78774-61BE-46DD-91BA-1488FCAD6A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BA7307F8-EBF7-48BE-9AC1-92F29622838B}"/>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3891825C-22A3-484A-952B-7F8AFA1ECED9}"/>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A970D717-6B03-4508-9F41-E6122A7BE7E6}"/>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A903E3EA-7B67-409A-A266-BF741C986D00}"/>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B2E5CE35-483B-4FF1-84D2-255B3ADE8559}"/>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C6103D87-AB72-47EB-8B2D-CCB5AD4B86F4}"/>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F71732F3-5322-4113-B322-B42C5DB587D9}"/>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6FACC3D8-3D2A-4C70-B476-E5858E15D5BB}"/>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DEE7801E-2E61-4AD1-B43F-B5D0E13E436F}"/>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1992CBE2-5CEC-4322-9931-7E3F4B0D7473}"/>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04E24089-E845-41A6-B5C5-96BBDC94DDC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5D976256-DAF1-47BC-A202-B0230235F8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2060889583"/>
      </p:ext>
    </p:extLst>
  </p:cSld>
</p:sld>
</file>

<file path=ppt/slides/slide10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5EACA872-C50D-419B-B3C1-BAC7904659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104">
            <a:extLst xmlns:a="http://schemas.openxmlformats.org/drawingml/2006/main">
              <a:ext uri="{FF2B5EF4-FFF2-40B4-BE49-F238E27FC236}">
                <a16:creationId xmlns:a16="http://schemas.microsoft.com/office/drawing/2014/main" id="{565580E3-A19D-48CB-B739-0758DDDDB4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결과를 수용할지는 사람이 판단한다">
            <a:extLst xmlns:a="http://schemas.openxmlformats.org/drawingml/2006/main">
              <a:ext uri="{FF2B5EF4-FFF2-40B4-BE49-F238E27FC236}">
                <a16:creationId xmlns:a16="http://schemas.microsoft.com/office/drawing/2014/main" id="{57A605A9-6819-4464-96C7-2B6C833CC1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AE8C5F72-5DD3-457E-AEA6-2FBEEA1910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8369CE34-FDDB-4255-9C87-5AAB57584F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EB259665-C76F-4429-8126-1277F5728A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3C2C8CA9-5BA3-4B00-99A8-1569FB5B5865}"/>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185393B4-6B7A-4378-ABFD-61699CBA0801}"/>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D2B019D6-46CF-4235-AB9A-2303064BD596}"/>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A6FB5151-0476-40C7-A24B-06377763F3A4}"/>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205F2E8E-9AC2-4B51-9771-57A37270DED3}"/>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78DB2360-9B73-4CFD-84D6-B10C132FA2B8}"/>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57985677-42A2-42F2-9CFE-C25F577815EE}"/>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A5F9B32F-7F99-4FDC-A3D8-EDD264F9A1FF}"/>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409C31E8-7424-4819-9257-9BFB4202901A}"/>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A2E13ABA-F896-46F9-86A5-A7A82B1CAB7E}"/>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293892B4-8803-49E8-80D2-3B5040FD592D}"/>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D60DC680-9347-418A-BBFB-D65BC25F1DDF}"/>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779A2D47-CC01-4021-A756-5AD0BDD094C7}"/>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24E9379A-172B-41A8-8A94-BD0337D87B3E}"/>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FEDD9D53-40AB-4775-999A-3F16D4529EFE}"/>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DAB6951C-CC4E-485D-8E67-A51EEED8A900}"/>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FA6D758C-0520-4561-B9F2-E7A77452E384}"/>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6644B46A-F57B-4E2F-891C-9AA1CABC9A28}"/>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6AC58C7-9BE3-4EC9-81EF-1EC14CB269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773749381"/>
      </p:ext>
    </p:extLst>
  </p:cSld>
</p:sld>
</file>

<file path=ppt/slides/slide10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C8BFF3BA-9830-4CB6-B672-77857BA714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105">
            <a:extLst xmlns:a="http://schemas.openxmlformats.org/drawingml/2006/main">
              <a:ext uri="{FF2B5EF4-FFF2-40B4-BE49-F238E27FC236}">
                <a16:creationId xmlns:a16="http://schemas.microsoft.com/office/drawing/2014/main" id="{3BDE7047-E8DC-45B1-AEEA-957A09B3CB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AI가 일할 조건과 확인 경로를 설계한다">
            <a:extLst xmlns:a="http://schemas.openxmlformats.org/drawingml/2006/main">
              <a:ext uri="{FF2B5EF4-FFF2-40B4-BE49-F238E27FC236}">
                <a16:creationId xmlns:a16="http://schemas.microsoft.com/office/drawing/2014/main" id="{AE1F1515-3E0C-4289-8DEA-DBFFE98C1A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6A55E120-A597-488B-B62A-9AAEF79A80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E4FC2F9E-0CD7-4494-B39A-45BBD2B06C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DECFCD70-ACD3-42F6-B4C2-3077D2A168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1249AA74-4EF6-4A88-8E1A-4C38C5D48956}"/>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0F32BC66-7C52-4088-83E3-1205BD34C5F5}"/>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43BD3AE9-BD60-4E0D-8946-A1F265CDC1A1}"/>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7AAF712F-59B2-4BB1-A744-ABA4B21AE759}"/>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D86AD3F5-CD46-4053-8B13-DEFFE9172762}"/>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14B8E780-4E1D-4B23-B9EC-E24C84F0E75C}"/>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A87BCA7A-80FD-402C-98B1-9EE8D8800637}"/>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8A6D850C-8FFF-4F4D-8C7E-6916A747FBCF}"/>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0E721B10-C5A3-4880-8973-748C67055913}"/>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6F4F408C-4700-4DB3-B66F-EC494FABA3FE}"/>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9DDA11E9-EF21-4800-AA00-F37D125EEF0C}"/>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3E40D19D-5EC1-4EE2-B11E-6F74B6236604}"/>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6E328DD9-C0C4-4B31-B3B0-7E152D9E198E}"/>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목표까지 수정·재검토">
            <a:extLst xmlns:a="http://schemas.openxmlformats.org/drawingml/2006/main">
              <a:ext uri="{FF2B5EF4-FFF2-40B4-BE49-F238E27FC236}">
                <a16:creationId xmlns:a16="http://schemas.microsoft.com/office/drawing/2014/main" id="{30E43DB6-7ACB-4B90-A219-5FB46558ACAA}"/>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목표까지 수정·재검토</a:t>
            </a:r>
          </a:p>
        </p:txBody>
      </p:sp>
      <p:sp>
        <p:nvSpPr>
          <p:cNvPr id="21" name="Verification · Feedback Loop">
            <a:extLst xmlns:a="http://schemas.openxmlformats.org/drawingml/2006/main">
              <a:ext uri="{FF2B5EF4-FFF2-40B4-BE49-F238E27FC236}">
                <a16:creationId xmlns:a16="http://schemas.microsoft.com/office/drawing/2014/main" id="{9B7CAE6C-E1A6-4177-98A4-4EC00276DC6F}"/>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F33DBAB8-0DF0-4BC4-8FE8-75F071D1F3B3}"/>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D66083C0-CF4E-49D4-97BE-02A390163B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5724690"/>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52A3A4E2-6091-481E-8122-C3A6DC778C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6">
            <a:extLst xmlns:a="http://schemas.openxmlformats.org/drawingml/2006/main">
              <a:ext uri="{FF2B5EF4-FFF2-40B4-BE49-F238E27FC236}">
                <a16:creationId xmlns:a16="http://schemas.microsoft.com/office/drawing/2014/main" id="{E6A3628D-D81B-4775-A1B6-B79E0082CD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모델·플랫폼이 바뀌면 Harness도 다시 본다">
            <a:extLst xmlns:a="http://schemas.openxmlformats.org/drawingml/2006/main">
              <a:ext uri="{FF2B5EF4-FFF2-40B4-BE49-F238E27FC236}">
                <a16:creationId xmlns:a16="http://schemas.microsoft.com/office/drawing/2014/main" id="{96E9E211-515B-49FC-8E12-2DEFFEEF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8BFD2EED-025D-43A9-8CE9-98D119E4E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9E2A0245-2704-42D5-8E3B-14D37F05D1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EC519B5F-9981-4223-803E-AEB8A2995A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7FBAAE15-9A5F-40DC-816B-E6CDCE3F40EC}"/>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C43C0CFF-FB3D-4220-A35F-FE8BC1F72F53}"/>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9E2C1BF1-5CB9-41CD-91C1-C0FC76EAB1F9}"/>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0447166F-545F-4356-ABB6-BAB6E126D69F}"/>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0D2AE77C-2765-4482-8F9A-18B3F3F6DC20}"/>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6193CE31-032F-4C74-851F-9F3D0CFD95E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033F0DEE-224B-4152-8F70-02C761E5B94C}"/>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911D0EEA-C62E-4C22-AA18-7FA75C868A31}"/>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81398C88-5316-4035-BF14-66910E0ABC0C}"/>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C59066F1-1311-4A0D-B517-5F3EBF4BAA3B}"/>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AB32543D-89A4-4B9C-B29A-F0DB0B33404B}"/>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A1E6DAB5-5CD7-4683-ADD3-7CB27737CCBF}"/>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E0D4DAEB-4FFD-4547-A5E8-A03E083E3713}"/>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0601091F-9876-48F7-91D5-C92C19783BE0}"/>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67561DFD-9B7D-4C78-AF38-37C8B5B6528C}"/>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C1A65A6-E4D7-4196-A23A-603DD3D473DF}"/>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1201B909-A203-40B6-B7FB-5F0FDF967BC6}"/>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0367BFC6-FCB2-40A5-8FB2-973BC0521699}"/>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2451E8BC-2336-4B1E-9949-038BCEF9C2C9}"/>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C3BA1BB2-041E-4960-9664-557573061E5B}"/>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8C4BCE63-6B9B-4429-9BB7-51EA79465D80}"/>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D554858E-D590-4EE7-B403-A93BD1412045}"/>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7F412DB6-BF99-4C0F-A0F8-F5D4DE8522D5}"/>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B51F556D-C1F8-4A80-B1EA-BBC1C9C75083}"/>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692B7FC8-C017-460B-B46E-447950E788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31915568"/>
      </p:ext>
    </p:extLst>
  </p:cSld>
</p:sld>
</file>

<file path=ppt/slides/slide10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DD00773D-CECB-4379-B63D-F900410318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7">
            <a:extLst xmlns:a="http://schemas.openxmlformats.org/drawingml/2006/main">
              <a:ext uri="{FF2B5EF4-FFF2-40B4-BE49-F238E27FC236}">
                <a16:creationId xmlns:a16="http://schemas.microsoft.com/office/drawing/2014/main" id="{D6EB36D3-8DE8-46B2-8F78-F66F3D18C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무엇을 남기고, 무엇을 덜어낼까?">
            <a:extLst xmlns:a="http://schemas.openxmlformats.org/drawingml/2006/main">
              <a:ext uri="{FF2B5EF4-FFF2-40B4-BE49-F238E27FC236}">
                <a16:creationId xmlns:a16="http://schemas.microsoft.com/office/drawing/2014/main" id="{F9F03EE7-6CA5-4AEF-9926-297F22EC5F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39B64B40-52BD-4F12-AA38-AD120CD2D1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3D17E671-22E1-424E-B9AA-8E793387D5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3F7952AA-CE27-4AD7-93AA-9D5BB0DC85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7A002A72-1D38-4689-BA27-CA4BCF1AF262}"/>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08EB0BD5-C295-4E37-91BE-5F6B0E056790}"/>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4C77523C-DF7E-49CD-A1DE-638F88F4EFFD}"/>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C050C910-A8D9-4C43-839D-E4EDC40E1317}"/>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E5D61662-362A-4AED-8A10-69A07A50A2DE}"/>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841745CB-A0FF-4285-A3A5-210E71B0BE59}"/>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44B9695B-00CA-470D-A53D-5EB878477156}"/>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DBA2BFF2-E516-4488-BC42-B2245AF46184}"/>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B269363A-06A2-49DD-881D-FB7178757E37}"/>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3BDA7B75-30B4-48B9-A546-B149DFC31D9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8CFA3D2C-901A-4D1E-A3EE-198768999C0B}"/>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0EB2047F-5A4C-4483-A0F0-18E35B6D50A6}"/>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B8C360F6-731D-43AC-814C-45AFD23C2B26}"/>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9E437DE4-7FC3-4CEF-8A78-85B0D877600D}"/>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93B50C60-9D77-43AC-AE8A-3F321ED8386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16036178-DFA1-46F6-8AF2-49149F5BC44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B6919C4-2A94-4B6F-92FA-E1FD0C708E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62479097"/>
      </p:ext>
    </p:extLst>
  </p:cSld>
</p:sld>
</file>

<file path=ppt/slides/slide10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38655675-28E9-455B-8418-49F2ED4CA8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8">
            <a:extLst xmlns:a="http://schemas.openxmlformats.org/drawingml/2006/main">
              <a:ext uri="{FF2B5EF4-FFF2-40B4-BE49-F238E27FC236}">
                <a16:creationId xmlns:a16="http://schemas.microsoft.com/office/drawing/2014/main" id="{180CA7A0-1476-4C5A-9815-1543EAB184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덜어낸 뒤에도 필요한 일을 하는가?">
            <a:extLst xmlns:a="http://schemas.openxmlformats.org/drawingml/2006/main">
              <a:ext uri="{FF2B5EF4-FFF2-40B4-BE49-F238E27FC236}">
                <a16:creationId xmlns:a16="http://schemas.microsoft.com/office/drawing/2014/main" id="{D5DE305C-354F-479A-BBD8-BC4E9C05AB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A2F70464-4C20-4C63-9A92-7F9C6EE65B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FC315BF1-D67C-44CC-B49B-07A1CF402E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7EED4E08-176D-4D59-99D5-3278BAADF2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A47C974C-6F56-455F-9B8C-1149798D0FFC}"/>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0A876E6B-BE4C-4731-A4A6-5177F63B3433}"/>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223332E6-E3A6-49D7-93E4-AB1A105850BA}"/>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D81B0025-A6FC-4132-B697-A8943332F370}"/>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3D96DF47-8800-43BF-B197-63B4AE8B41E0}"/>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11DCA9C0-B914-4C12-9A36-6066C8D2E9D2}"/>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607F21CD-2E5A-40C4-A5E7-80EE6A77CBAF}"/>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7AB0B0AB-6E60-4CD5-8F8B-BB71E8773B28}"/>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25B0924-597B-41E2-B959-1689E0E2F969}"/>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60B74D10-C77E-4C8C-9ACB-1CC03ED0F0B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B647210B-2BC9-40BC-A461-489A8AEC671B}"/>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6AC34979-6154-4EA7-AAF0-0B6E973BD932}"/>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A583C8A-F992-4F7A-AE15-1816AFEF8758}"/>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7C3F70D4-BCCE-4F4B-A0A7-DB1B9EF6BA0D}"/>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25C8952B-6B26-4E7D-82DB-ADD0A06C35D1}"/>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0330D68D-7D13-496F-94BA-11892FD90784}"/>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D6E0C585-28AF-4B09-BBDD-D4FAC6BEE400}"/>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02C97D9A-21A1-4DEA-BD87-29CDD08D7E46}"/>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3493F6FB-8616-454B-BB64-3026258F54B2}"/>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A6A3ABDC-BF02-4502-8348-23B099D31532}"/>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7B237943-614C-4732-A09D-DD1064847187}"/>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54DD66CC-E816-4D05-8848-EFCF697053B5}"/>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611A1C53-8B2B-4890-82EE-466120737376}"/>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FFDF0D6C-D453-4A5E-8B8D-653FA880FDBE}"/>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B8E7E6F6-CA14-434C-B265-257D1CA770A8}"/>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929526BB-4077-49DE-B10F-CDB2C8489D86}"/>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908D8ADD-11D8-4B09-B461-EA744AC05C0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AFE9D3F8-DE65-4A6C-A6E2-98ACA7375B6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F918EAE1-E694-477A-827E-7969E594E28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D61F073D-307E-45CB-A6C7-B4DB30B0D7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01425210"/>
      </p:ext>
    </p:extLst>
  </p:cSld>
</p:sld>
</file>

<file path=ppt/slides/slide10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6CD98F9B-AAB9-4725-A89C-5670D3683D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09">
            <a:extLst xmlns:a="http://schemas.openxmlformats.org/drawingml/2006/main">
              <a:ext uri="{FF2B5EF4-FFF2-40B4-BE49-F238E27FC236}">
                <a16:creationId xmlns:a16="http://schemas.microsoft.com/office/drawing/2014/main" id="{88E3B191-4A76-4D9B-BE13-134A2B86DD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내 업무에서는 무엇이 반복해서 막힐까?">
            <a:extLst xmlns:a="http://schemas.openxmlformats.org/drawingml/2006/main">
              <a:ext uri="{FF2B5EF4-FFF2-40B4-BE49-F238E27FC236}">
                <a16:creationId xmlns:a16="http://schemas.microsoft.com/office/drawing/2014/main" id="{C258CB81-04FE-47C4-9533-14457949D8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530F6AF5-5EB7-4FF3-B302-A96CC657D0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91761A0F-3593-4DCC-85D1-2797C01D49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B094E25C-746B-45C8-BAF2-5DB61DCFE0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C84AFD72-5089-4405-B2AF-913F99791B34}"/>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E2C8D82C-DEB8-4362-8E0F-10BA8C1FDE4C}"/>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E6C41732-06D3-49C5-BB09-075B19ACD710}"/>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17013CE8-D8D3-4378-929B-87EC9FEE91C4}"/>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2A974C71-E2FB-4D21-A2A1-4FFE4695526D}"/>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CCE27FAC-EC1F-4EAD-B6BE-060273727D1C}"/>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F665B89A-CE7D-44C7-8629-14929A7673AB}"/>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6CE7A66-FF96-4693-BC8E-5668897460DA}"/>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12A763E9-55F9-4369-8D5D-DC0E78A7C0F5}"/>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D6251EE7-28B7-4163-BEB7-641BF0E3EC14}"/>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32840A7-E0C0-4EC0-BB08-8F07C426940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324F8CD2-D106-4DD8-AAD2-82D4AAD9936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DE1C939E-DEF4-46AF-AE1D-99F9C04D4EC4}"/>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17EECBA9-B005-41F5-8421-4A031006D020}"/>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7E9EF45E-748F-492B-9AE1-61AF9753D0F7}"/>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7AA33E2B-1A7E-402D-B655-E9C7E9667D3C}"/>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6785B981-7598-451D-8485-F090876268A0}"/>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9C49C019-3527-45CA-824F-AF457198E68F}"/>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6A8742A4-2AC0-4E63-A7EA-1FCC4294384F}"/>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CF674DF5-51CE-4664-8AF3-1AE2A853013B}"/>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01F4936B-DD1C-4DDB-B3CE-898B1CD0E07C}"/>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F7AF4396-7881-4BF5-8A1E-DD0E46A394BB}"/>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EB4D3CED-1680-403B-9C15-E04E639982DC}"/>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3806ADD6-940B-42A0-A6E5-49D5D8B224B5}"/>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2C74D5FF-D705-4797-ADC9-5505BA55AA75}"/>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EF84951B-F54E-4005-9A79-33CAB400D4A2}"/>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FB798B8A-C64B-4692-BD25-AC8202B8CA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52942309"/>
      </p:ext>
    </p:extLst>
  </p:cSld>
</p:sld>
</file>

<file path=ppt/slides/slide1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D5433164-5773-423E-B908-9A5A8602D9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0">
            <a:extLst xmlns:a="http://schemas.openxmlformats.org/drawingml/2006/main">
              <a:ext uri="{FF2B5EF4-FFF2-40B4-BE49-F238E27FC236}">
                <a16:creationId xmlns:a16="http://schemas.microsoft.com/office/drawing/2014/main" id="{9B05120E-AB62-49B8-99BE-4158110A97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고른 문제에서, 다음 행동 하나로">
            <a:extLst xmlns:a="http://schemas.openxmlformats.org/drawingml/2006/main">
              <a:ext uri="{FF2B5EF4-FFF2-40B4-BE49-F238E27FC236}">
                <a16:creationId xmlns:a16="http://schemas.microsoft.com/office/drawing/2014/main" id="{CD37C349-ABD8-48E9-A736-95D9F452A7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585BBB8E-C00B-4945-B448-13EC28CAC5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86748934-5BBF-42A9-9D85-B46AED4C7B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2F2C535C-387D-4079-BF2A-77E04E57AA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A65BB697-BB88-424B-9009-A83411696CEA}"/>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CBD4092A-A939-4B75-BDC9-15E6845FFDB1}"/>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44AF449-2EFA-450E-883A-6F016CD6A5D5}"/>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2CEB3D72-3658-4997-9574-EB1C7622DA55}"/>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37FA7115-A076-4FFC-BD80-71C48F063754}"/>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179F98B-B139-468A-8F9C-4DDE6F96F609}"/>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4D56FA91-8645-4E48-B487-068ABE3C6628}"/>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6987602D-9082-4760-A31D-46C3C9B5E701}"/>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75CE0F19-4ADC-4990-9AD4-058F3CEF09E7}"/>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66260430-96CB-4F58-9EFF-22BFA0AA5EC2}"/>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BC629925-3E39-421C-B139-A60AA75755F2}"/>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194D578C-46E2-4228-BD4B-D50590CB97E2}"/>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01A71CA9-5F42-4426-9F00-DF5017938B32}"/>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6F829016-A694-4C9E-B188-9CC7D38FC237}"/>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FC8EC48-C93D-4E0C-AFA9-4E1564A24986}"/>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2D9CEC35-1F76-47D5-95CF-7D0A1690BF0E}"/>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682C5585-0608-4019-9B68-88777BAC9C25}"/>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D9C4BBDB-9D93-4E07-A32D-B727DD5DCCDF}"/>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D67A8FB3-9B98-4988-B59C-09D6D188CA2C}"/>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8EBF92C9-4EA0-46A5-8141-838D7C5F91E7}"/>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EFAAA36C-4587-44AA-A8C4-1275DB709FD7}"/>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60C38088-A5A5-44BD-83D9-08C36C7B90F2}"/>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FA83B98D-1892-4816-8CF6-45333A6BFCD0}"/>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643860AF-9B05-499A-9099-D246974BD6BA}"/>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AF5B84A0-7F5F-4F35-838F-A94250638A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55908981"/>
      </p:ext>
    </p:extLst>
  </p:cSld>
</p:sld>
</file>

<file path=ppt/slides/slide1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마지막 정리 · 찾아보기 1/3">
            <a:extLst xmlns:a="http://schemas.openxmlformats.org/drawingml/2006/main">
              <a:ext uri="{FF2B5EF4-FFF2-40B4-BE49-F238E27FC236}">
                <a16:creationId xmlns:a16="http://schemas.microsoft.com/office/drawing/2014/main" id="{226E89A0-6C23-4C3F-B230-F84FCB9EA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1">
            <a:extLst xmlns:a="http://schemas.openxmlformats.org/drawingml/2006/main">
              <a:ext uri="{FF2B5EF4-FFF2-40B4-BE49-F238E27FC236}">
                <a16:creationId xmlns:a16="http://schemas.microsoft.com/office/drawing/2014/main" id="{A5D12651-8061-4B7C-A3D7-70D4F13465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실무 적용 팁 · 작업 환경과 기준">
            <a:extLst xmlns:a="http://schemas.openxmlformats.org/drawingml/2006/main">
              <a:ext uri="{FF2B5EF4-FFF2-40B4-BE49-F238E27FC236}">
                <a16:creationId xmlns:a16="http://schemas.microsoft.com/office/drawing/2014/main" id="{3CBD7691-85BE-4CC6-8994-339FA2F64E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9D4D78DC-F2D2-4947-872D-E0E35331EA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206881E9-69ED-4CEE-B816-472392AF58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C86B4489-6E98-4E4F-AC8A-A0D204500E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0B23E414-490E-4DE7-BC51-D8284052331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18F1039-F0C5-48F4-A9BB-6A610A2B3EE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80D138B3-57E8-49F0-BC2D-BEFDC16314F1}"/>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F0ADC91-1297-4872-949F-5922760B0245}"/>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198A3779-58BE-4642-A26F-1D2768F569FE}"/>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71747C60-77C0-4564-8249-7ED81B3C957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F4972932-202C-4CFD-9E5E-828E3328AB20}"/>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C921A2F7-3541-4A8F-B667-C8883AFC9D52}"/>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5C9BFC6-8F68-4879-B8F7-6DFC4163FED4}"/>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1306396C-7E29-4BA3-8FFE-85B1D19E88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DEE7D120-D952-4882-84DD-F27C89B4F992}"/>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BA12C15D-49C5-4D10-AB2C-51CFBE5175EC}"/>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7B0E085-5012-4ED8-8DA8-2671E435FD33}"/>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44B036B4-696B-4535-AA0E-97C11996917C}"/>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EE80F2F1-1792-410E-859A-1C18C31752C0}"/>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CC827291-385B-4C82-B14A-ACE18EE020E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46E99A92-04BB-4BB4-A574-92D6DB8608F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DC54E91D-BB33-4222-BF4D-2220246B8F8D}"/>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5" name="대화로 재사용할 Skill 만들기">
            <a:extLst xmlns:a="http://schemas.openxmlformats.org/drawingml/2006/main">
              <a:ext uri="{FF2B5EF4-FFF2-40B4-BE49-F238E27FC236}">
                <a16:creationId xmlns:a16="http://schemas.microsoft.com/office/drawing/2014/main" id="{048AAE20-D878-47AE-9B7E-FDAE6A7ACB8B}"/>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829C062A-C3D3-431E-9837-66AC062A8B33}"/>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840ED7D2-B5D1-41B0-ACDC-C221371D5319}"/>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3B9AD99A-ECC3-41FE-91EC-EA80C070227D}"/>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9" name="대화로 조사 Agent 만들기">
            <a:extLst xmlns:a="http://schemas.openxmlformats.org/drawingml/2006/main">
              <a:ext uri="{FF2B5EF4-FFF2-40B4-BE49-F238E27FC236}">
                <a16:creationId xmlns:a16="http://schemas.microsoft.com/office/drawing/2014/main" id="{3CE18CD5-AE22-4822-B868-65E0F652B552}"/>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8667A895-5213-4FEC-AA9F-D89BD9F6F774}"/>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4517646-FCFE-4DC2-AE37-2D2D152BFC40}"/>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BF25E4A3-82B3-4719-8C54-D7B629A7A22E}"/>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S70</a:t>
            </a:r>
          </a:p>
        </p:txBody>
      </p:sp>
      <p:sp>
        <p:nvSpPr>
          <p:cNvPr id="33" name="이번 Context와 다시 쓸 지식">
            <a:extLst xmlns:a="http://schemas.openxmlformats.org/drawingml/2006/main">
              <a:ext uri="{FF2B5EF4-FFF2-40B4-BE49-F238E27FC236}">
                <a16:creationId xmlns:a16="http://schemas.microsoft.com/office/drawing/2014/main" id="{40446957-1F3E-43FB-A902-171F3A955442}"/>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7D5B848B-28B0-4F9C-BD8C-AA37466B6D95}"/>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32502D91-5F83-422B-962D-B758F36CB72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8540B66E-13F4-4408-B4A9-3924A9BBD2FB}"/>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S80</a:t>
            </a:r>
          </a:p>
        </p:txBody>
      </p:sp>
      <p:sp>
        <p:nvSpPr>
          <p:cNvPr id="37" name="다음 수정에 넘길 기록">
            <a:extLst xmlns:a="http://schemas.openxmlformats.org/drawingml/2006/main">
              <a:ext uri="{FF2B5EF4-FFF2-40B4-BE49-F238E27FC236}">
                <a16:creationId xmlns:a16="http://schemas.microsoft.com/office/drawing/2014/main" id="{B7A2BAF1-BE86-4B57-A050-49662D4D0C11}"/>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수정에 넘길 기록</a:t>
            </a:r>
          </a:p>
        </p:txBody>
      </p:sp>
      <p:sp>
        <p:nvSpPr>
          <p:cNvPr id="38" name="Legacy module connection">
            <a:extLst xmlns:a="http://schemas.openxmlformats.org/drawingml/2006/main">
              <a:ext uri="{FF2B5EF4-FFF2-40B4-BE49-F238E27FC236}">
                <a16:creationId xmlns:a16="http://schemas.microsoft.com/office/drawing/2014/main" id="{900BFD15-D91A-494A-9A6A-76D1CF3068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688806109"/>
      </p:ext>
    </p:extLst>
  </p:cSld>
</p:sld>
</file>

<file path=ppt/slides/slide1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CDE3D458-1EE6-42AA-BAC1-B8FE16893B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2">
            <a:extLst xmlns:a="http://schemas.openxmlformats.org/drawingml/2006/main">
              <a:ext uri="{FF2B5EF4-FFF2-40B4-BE49-F238E27FC236}">
                <a16:creationId xmlns:a16="http://schemas.microsoft.com/office/drawing/2014/main" id="{4D23E5B5-BE62-4AFF-9AB5-CD46166DC3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실무 적용 팁 · 요청 작성">
            <a:extLst xmlns:a="http://schemas.openxmlformats.org/drawingml/2006/main">
              <a:ext uri="{FF2B5EF4-FFF2-40B4-BE49-F238E27FC236}">
                <a16:creationId xmlns:a16="http://schemas.microsoft.com/office/drawing/2014/main" id="{790F0AF6-156B-4882-A897-17DE98303A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1199098F-D4BE-4274-AF26-F4CDFAE394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486B6A97-E639-448F-9D81-7F71396005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40A7CFEF-6685-4179-BEFA-C6D6DB3442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0EA856D-04E3-4CBA-A24B-80A57BCFC1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6C6B2578-E690-4749-BC83-89C47752E64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D679AEF2-CAC2-4D7A-A57D-D34E96A416C0}"/>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2ADEA57F-59F2-47FC-BD42-10B62742DD62}"/>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04172F18-F1B5-4C1C-B3DB-A5B5195BE4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83F8028-7CA1-425C-8CA1-F1883D1230F1}"/>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E2276096-37DC-43BE-9210-ECEEF8D4D824}"/>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84A1A5F4-586A-4782-8315-7634D676A7A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FB8FCF4-DFC0-4E10-BF1D-F6A2395CB374}"/>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268627D2-30C9-4EF4-ACB9-7267401AA6FF}"/>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2D6B40B1-C463-4291-8D9C-E31DB3A41B9A}"/>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3DEB10CD-3E41-4E07-B1EF-EF412D87C395}"/>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3A2F33B-ED05-46B5-AE10-9FF5553281B2}"/>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B81FD1F-5FCF-4A49-A890-A31B142469AD}"/>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98DE50E3-A053-447D-B18C-AD4E65309D0A}"/>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E44C2E5C-9862-4605-AE08-F27E081E87F5}"/>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73459E3-6CEB-49FD-8F7F-37A34CCB0D7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CD661FFB-BE88-43BF-90B8-205F829B3CE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19C7358B-7DEC-4E2D-976D-E6BB68D9B475}"/>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1C008804-456B-4766-87CA-B51F115BE68A}"/>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51593F40-12CA-4BEE-A672-B77325402AED}"/>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E55AF223-3DFE-4C0F-A79C-DC657484C90C}"/>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78E0366A-496B-4C53-B230-8DA3357F408B}"/>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53F07130-E531-4E1E-AE93-41C6C7214969}"/>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EB68F7FC-32AE-47E4-8BC7-87B7BE135CF7}"/>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A900A985-DB43-4346-874D-BA76484ED749}"/>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F857F4B0-CCF2-454B-890E-AF31CAAD9C9E}"/>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A2B2232A-5C87-4EFD-8735-F9BFBD6A7CBB}"/>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305F9AC5-4E30-411C-96F9-F0A135C0F19A}"/>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B304934-246E-4CE1-9959-0072294F78A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06AA6195-19B7-43B3-907A-6C8DDF5987DD}"/>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F60721B7-1F8E-478D-AD5C-E546BD87B573}"/>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1F015992-D510-41C9-AE23-30F0707E508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EE20C2B7-4AF9-4BD0-9B1B-88F908CCB4F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81BA287C-2616-46AF-A1F1-5FFD34509E3B}"/>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284D7026-87C9-497E-B102-141F35959A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881558196"/>
      </p:ext>
    </p:extLst>
  </p:cSld>
</p:sld>
</file>

<file path=ppt/slides/slide1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0F911C17-411F-4ECB-8E9B-27A0D9916F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3">
            <a:extLst xmlns:a="http://schemas.openxmlformats.org/drawingml/2006/main">
              <a:ext uri="{FF2B5EF4-FFF2-40B4-BE49-F238E27FC236}">
                <a16:creationId xmlns:a16="http://schemas.microsoft.com/office/drawing/2014/main" id="{AA8C7DBC-DA77-456F-BEF2-DE8A91E3DF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실무 적용 팁 · 검증과 개선">
            <a:extLst xmlns:a="http://schemas.openxmlformats.org/drawingml/2006/main">
              <a:ext uri="{FF2B5EF4-FFF2-40B4-BE49-F238E27FC236}">
                <a16:creationId xmlns:a16="http://schemas.microsoft.com/office/drawing/2014/main" id="{09892FA3-8A55-4583-894F-A12A4234A0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0C631114-F194-455D-80A3-A30EC90F8F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4828C3B-39DC-4FA4-A422-02A60B483F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654BB0FD-CD7D-417B-A371-04CEDCC3BD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CC75E706-2808-4208-9DDF-E4244DA31D7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B4281442-5E40-4B6F-B72A-2EE220AB576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26BC4BE8-5207-40C6-9FC1-AA1AC740BBC9}"/>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91D4165-3BC4-4A2F-9B0A-B9C42E8606CA}"/>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94E525D-97AE-4A65-801A-D371BEB9113D}"/>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2AB0F4F0-AF23-47C5-907F-CD5B38AABA11}"/>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S87</a:t>
            </a:r>
          </a:p>
        </p:txBody>
      </p:sp>
      <p:sp>
        <p:nvSpPr>
          <p:cNvPr id="13" name="모델 B는 무엇을 근거로 검토할까?">
            <a:extLst xmlns:a="http://schemas.openxmlformats.org/drawingml/2006/main">
              <a:ext uri="{FF2B5EF4-FFF2-40B4-BE49-F238E27FC236}">
                <a16:creationId xmlns:a16="http://schemas.microsoft.com/office/drawing/2014/main" id="{D303ABC4-4483-472E-96B0-5BA13C5A14E1}"/>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7905AADA-FDDF-4F91-89D4-E45DE1590446}"/>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959FFE24-BFC8-43D3-91AD-666881A07776}"/>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9F2F6776-BCF5-4988-B148-F77DEAD295EB}"/>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7" name="언제 계속하고, 언제 끝낼까?">
            <a:extLst xmlns:a="http://schemas.openxmlformats.org/drawingml/2006/main">
              <a:ext uri="{FF2B5EF4-FFF2-40B4-BE49-F238E27FC236}">
                <a16:creationId xmlns:a16="http://schemas.microsoft.com/office/drawing/2014/main" id="{645835E5-8DBB-4650-8D76-9E08B9EE479A}"/>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BCBA2003-83A4-4E83-94F4-DACF38C52C03}"/>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0287414-1FA4-4BD1-B601-E1A948DD0894}"/>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7">
            <a:extLst xmlns:a="http://schemas.openxmlformats.org/drawingml/2006/main">
              <a:ext uri="{FF2B5EF4-FFF2-40B4-BE49-F238E27FC236}">
                <a16:creationId xmlns:a16="http://schemas.microsoft.com/office/drawing/2014/main" id="{2D901FEC-76F0-43A2-BBA1-B5FF45C2C48E}"/>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S107</a:t>
            </a:r>
          </a:p>
        </p:txBody>
      </p:sp>
      <p:sp>
        <p:nvSpPr>
          <p:cNvPr id="21" name="무엇을 남기고, 무엇을 덜어낼까?">
            <a:extLst xmlns:a="http://schemas.openxmlformats.org/drawingml/2006/main">
              <a:ext uri="{FF2B5EF4-FFF2-40B4-BE49-F238E27FC236}">
                <a16:creationId xmlns:a16="http://schemas.microsoft.com/office/drawing/2014/main" id="{B1B60834-CBDD-40FA-BA6C-933A4AFF2965}"/>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BD41F43E-29D5-4C78-9207-B0445D913EA4}"/>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94D5724D-609B-460B-951E-A1D3A4B4082E}"/>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8">
            <a:extLst xmlns:a="http://schemas.openxmlformats.org/drawingml/2006/main">
              <a:ext uri="{FF2B5EF4-FFF2-40B4-BE49-F238E27FC236}">
                <a16:creationId xmlns:a16="http://schemas.microsoft.com/office/drawing/2014/main" id="{8DB200CB-601D-49EA-891A-4D1A9BCFEF59}"/>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S108</a:t>
            </a:r>
          </a:p>
        </p:txBody>
      </p:sp>
      <p:sp>
        <p:nvSpPr>
          <p:cNvPr id="25" name="덜어낸 뒤에도 필요한 일을 하는가?">
            <a:extLst xmlns:a="http://schemas.openxmlformats.org/drawingml/2006/main">
              <a:ext uri="{FF2B5EF4-FFF2-40B4-BE49-F238E27FC236}">
                <a16:creationId xmlns:a16="http://schemas.microsoft.com/office/drawing/2014/main" id="{AAEE2578-F304-436C-B154-1569F207380C}"/>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E831E4AA-4E2D-418E-A4F5-A070B8AC8E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29684413"/>
      </p:ext>
    </p:extLst>
  </p:cSld>
</p:sld>
</file>

<file path=ppt/slides/slide1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A2D1BB05-653D-4A40-A1C5-41AD157528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4">
            <a:extLst xmlns:a="http://schemas.openxmlformats.org/drawingml/2006/main">
              <a:ext uri="{FF2B5EF4-FFF2-40B4-BE49-F238E27FC236}">
                <a16:creationId xmlns:a16="http://schemas.microsoft.com/office/drawing/2014/main" id="{321356B3-F112-4E23-A225-99443A8BE6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Q&amp;A와 교육 마무리">
            <a:extLst xmlns:a="http://schemas.openxmlformats.org/drawingml/2006/main">
              <a:ext uri="{FF2B5EF4-FFF2-40B4-BE49-F238E27FC236}">
                <a16:creationId xmlns:a16="http://schemas.microsoft.com/office/drawing/2014/main" id="{A8CCA343-F59A-4AC5-90EF-B70BECDDD7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AB9AEBF1-BDCA-49AF-8F45-C0B734F00C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668A39DD-BACE-4385-AE30-EA27709110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8B50157A-43A7-47C9-9C36-531FF5D49B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7D041A27-28BF-45E1-807F-6158AA7FA342}"/>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0B6C527B-F963-421E-B13C-CD19C075FEA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DDB75475-D9B3-4F59-9F8C-57B14FEE92E8}"/>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517218BD-DC38-4CA2-9DAA-AC5D7D398F40}"/>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9F66B05-81A3-4F03-A2C7-98BF9ABC78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564066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2026-10-25T12:57:23.8960000Z</dcterms:created>
  <dcterms:modified xsi:type="dcterms:W3CDTF">2026-10-25T12:57:23.8960000Z</dcterms:modified>
</coreProperties>
</file>