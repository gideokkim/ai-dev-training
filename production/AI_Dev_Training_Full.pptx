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slides/charts/chart1.xml" ContentType="application/vnd.openxmlformats-officedocument.drawingml.chart+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4cdae5c19ab442a" /><Relationship Type="http://schemas.openxmlformats.org/officeDocument/2006/relationships/extended-properties" Target="/docProps/app.xml" Id="R946091d822a04954" /><Relationship Type="http://schemas.openxmlformats.org/officeDocument/2006/relationships/officeDocument" Target="/ppt/presentation.xml" Id="R0ad946ab5af342e0" /></Relationships>
</file>

<file path=ppt/presentation.xml><?xml version="1.0" encoding="utf-8"?>
<p:presentation xmlns:p="http://schemas.openxmlformats.org/presentationml/2006/main">
  <p:sldMasterIdLst>
    <p:sldMasterId xmlns:r="http://schemas.openxmlformats.org/officeDocument/2006/relationships" id="2147483648" r:id="R1b207491a27d4062"/>
  </p:sldMasterIdLst>
  <p:notesMasterIdLst>
    <p:notesMasterId xmlns:r="http://schemas.openxmlformats.org/officeDocument/2006/relationships" r:id="Rd08e52d7098b4122"/>
  </p:notesMasterIdLst>
  <p:sldIdLst>
    <p:sldId xmlns:r="http://schemas.openxmlformats.org/officeDocument/2006/relationships" id="256" r:id="R0893c21a5ecd4707"/>
    <p:sldId xmlns:r="http://schemas.openxmlformats.org/officeDocument/2006/relationships" id="257" r:id="R0081b25295034cc8"/>
    <p:sldId xmlns:r="http://schemas.openxmlformats.org/officeDocument/2006/relationships" id="258" r:id="R0a7dae87ec314269"/>
    <p:sldId xmlns:r="http://schemas.openxmlformats.org/officeDocument/2006/relationships" id="259" r:id="R1ee724a79eb4412b"/>
    <p:sldId xmlns:r="http://schemas.openxmlformats.org/officeDocument/2006/relationships" id="260" r:id="R59ee07db798c4b4b"/>
    <p:sldId xmlns:r="http://schemas.openxmlformats.org/officeDocument/2006/relationships" id="261" r:id="Rff978ff235f44703"/>
    <p:sldId xmlns:r="http://schemas.openxmlformats.org/officeDocument/2006/relationships" id="262" r:id="R744e4f0b5bef4d69"/>
    <p:sldId xmlns:r="http://schemas.openxmlformats.org/officeDocument/2006/relationships" id="263" r:id="Rae247045bdf24aa7"/>
    <p:sldId xmlns:r="http://schemas.openxmlformats.org/officeDocument/2006/relationships" id="264" r:id="Rdb08aaad8c6d4392"/>
    <p:sldId xmlns:r="http://schemas.openxmlformats.org/officeDocument/2006/relationships" id="265" r:id="R434e4503ae4d4c59"/>
    <p:sldId xmlns:r="http://schemas.openxmlformats.org/officeDocument/2006/relationships" id="266" r:id="Ra6d39a96e8ff4be7"/>
    <p:sldId xmlns:r="http://schemas.openxmlformats.org/officeDocument/2006/relationships" id="267" r:id="Re73b3405f6ef40b2"/>
    <p:sldId xmlns:r="http://schemas.openxmlformats.org/officeDocument/2006/relationships" id="268" r:id="R3dc072cbb7684af3"/>
    <p:sldId xmlns:r="http://schemas.openxmlformats.org/officeDocument/2006/relationships" id="269" r:id="R0c2c133039214c92"/>
    <p:sldId xmlns:r="http://schemas.openxmlformats.org/officeDocument/2006/relationships" id="270" r:id="R356e50ad54434790"/>
    <p:sldId xmlns:r="http://schemas.openxmlformats.org/officeDocument/2006/relationships" id="271" r:id="R5993ac78fd714a1f"/>
    <p:sldId xmlns:r="http://schemas.openxmlformats.org/officeDocument/2006/relationships" id="272" r:id="Rdcf7d95aa1f64e86"/>
    <p:sldId xmlns:r="http://schemas.openxmlformats.org/officeDocument/2006/relationships" id="273" r:id="R95fff1c040284466"/>
    <p:sldId xmlns:r="http://schemas.openxmlformats.org/officeDocument/2006/relationships" id="274" r:id="Rd06919780cba4ebd"/>
    <p:sldId xmlns:r="http://schemas.openxmlformats.org/officeDocument/2006/relationships" id="275" r:id="R4b6f28702f224f8b"/>
    <p:sldId xmlns:r="http://schemas.openxmlformats.org/officeDocument/2006/relationships" id="276" r:id="Rf077aa3c33934258"/>
    <p:sldId xmlns:r="http://schemas.openxmlformats.org/officeDocument/2006/relationships" id="277" r:id="Re23b37d49a164661"/>
    <p:sldId xmlns:r="http://schemas.openxmlformats.org/officeDocument/2006/relationships" id="278" r:id="R3d127aed62f3420a"/>
    <p:sldId xmlns:r="http://schemas.openxmlformats.org/officeDocument/2006/relationships" id="279" r:id="R3b51a06a723e41a4"/>
    <p:sldId xmlns:r="http://schemas.openxmlformats.org/officeDocument/2006/relationships" id="280" r:id="R96c21202dd694f17"/>
    <p:sldId xmlns:r="http://schemas.openxmlformats.org/officeDocument/2006/relationships" id="281" r:id="R49a3f7f7ec454001"/>
    <p:sldId xmlns:r="http://schemas.openxmlformats.org/officeDocument/2006/relationships" id="282" r:id="Rf43f030eb30740e9"/>
    <p:sldId xmlns:r="http://schemas.openxmlformats.org/officeDocument/2006/relationships" id="283" r:id="R3f993b64a4d94cb2"/>
    <p:sldId xmlns:r="http://schemas.openxmlformats.org/officeDocument/2006/relationships" id="284" r:id="R4b8e7b627a984aa4"/>
    <p:sldId xmlns:r="http://schemas.openxmlformats.org/officeDocument/2006/relationships" id="285" r:id="Rf3f68693ebea42e0"/>
    <p:sldId xmlns:r="http://schemas.openxmlformats.org/officeDocument/2006/relationships" id="286" r:id="Rc1d6d8696e144d0e"/>
    <p:sldId xmlns:r="http://schemas.openxmlformats.org/officeDocument/2006/relationships" id="287" r:id="R5289131f80d04597"/>
    <p:sldId xmlns:r="http://schemas.openxmlformats.org/officeDocument/2006/relationships" id="288" r:id="R575ca45036904414"/>
    <p:sldId xmlns:r="http://schemas.openxmlformats.org/officeDocument/2006/relationships" id="289" r:id="Rdb719e92b33749f7"/>
    <p:sldId xmlns:r="http://schemas.openxmlformats.org/officeDocument/2006/relationships" id="290" r:id="R54e504e3b24f492e"/>
    <p:sldId xmlns:r="http://schemas.openxmlformats.org/officeDocument/2006/relationships" id="291" r:id="R83bba409b9d747d6"/>
    <p:sldId xmlns:r="http://schemas.openxmlformats.org/officeDocument/2006/relationships" id="292" r:id="Rd027d66d04254b52"/>
    <p:sldId xmlns:r="http://schemas.openxmlformats.org/officeDocument/2006/relationships" id="293" r:id="R03840d3ce3c9423e"/>
    <p:sldId xmlns:r="http://schemas.openxmlformats.org/officeDocument/2006/relationships" id="294" r:id="Re7b5d1e446944a1d"/>
    <p:sldId xmlns:r="http://schemas.openxmlformats.org/officeDocument/2006/relationships" id="295" r:id="Rb1a45e175937493e"/>
    <p:sldId xmlns:r="http://schemas.openxmlformats.org/officeDocument/2006/relationships" id="296" r:id="R03ef4912ff61406b"/>
    <p:sldId xmlns:r="http://schemas.openxmlformats.org/officeDocument/2006/relationships" id="297" r:id="Rfa6e2fb72ca74c85"/>
    <p:sldId xmlns:r="http://schemas.openxmlformats.org/officeDocument/2006/relationships" id="298" r:id="Rb33be606d7bd4a16"/>
    <p:sldId xmlns:r="http://schemas.openxmlformats.org/officeDocument/2006/relationships" id="299" r:id="R25b5deacb4fd41f1"/>
    <p:sldId xmlns:r="http://schemas.openxmlformats.org/officeDocument/2006/relationships" id="300" r:id="R74e0056cbb164715"/>
    <p:sldId xmlns:r="http://schemas.openxmlformats.org/officeDocument/2006/relationships" id="301" r:id="R788357854e594dad"/>
    <p:sldId xmlns:r="http://schemas.openxmlformats.org/officeDocument/2006/relationships" id="302" r:id="Rc4b782676eb24488"/>
    <p:sldId xmlns:r="http://schemas.openxmlformats.org/officeDocument/2006/relationships" id="303" r:id="Rf3decd1a1cd74c23"/>
    <p:sldId xmlns:r="http://schemas.openxmlformats.org/officeDocument/2006/relationships" id="304" r:id="R1c83a071af104d24"/>
    <p:sldId xmlns:r="http://schemas.openxmlformats.org/officeDocument/2006/relationships" id="305" r:id="R61f9f4cb0e9042a9"/>
    <p:sldId xmlns:r="http://schemas.openxmlformats.org/officeDocument/2006/relationships" id="306" r:id="R18d08750f1b14a19"/>
    <p:sldId xmlns:r="http://schemas.openxmlformats.org/officeDocument/2006/relationships" id="307" r:id="R5bf701569a6a4364"/>
    <p:sldId xmlns:r="http://schemas.openxmlformats.org/officeDocument/2006/relationships" id="308" r:id="R4aca608337fe448b"/>
    <p:sldId xmlns:r="http://schemas.openxmlformats.org/officeDocument/2006/relationships" id="309" r:id="R96f974211fa84bc5"/>
    <p:sldId xmlns:r="http://schemas.openxmlformats.org/officeDocument/2006/relationships" id="310" r:id="R5de512aa49d64cd0"/>
    <p:sldId xmlns:r="http://schemas.openxmlformats.org/officeDocument/2006/relationships" id="311" r:id="R86d6b18dac0e4ced"/>
    <p:sldId xmlns:r="http://schemas.openxmlformats.org/officeDocument/2006/relationships" id="312" r:id="R3fd7008f3b62463f"/>
    <p:sldId xmlns:r="http://schemas.openxmlformats.org/officeDocument/2006/relationships" id="313" r:id="R8d635e0210464db7"/>
    <p:sldId xmlns:r="http://schemas.openxmlformats.org/officeDocument/2006/relationships" id="314" r:id="Rda4154dc2e7c4830"/>
    <p:sldId xmlns:r="http://schemas.openxmlformats.org/officeDocument/2006/relationships" id="315" r:id="R68dcf7bd2e9849e9"/>
    <p:sldId xmlns:r="http://schemas.openxmlformats.org/officeDocument/2006/relationships" id="316" r:id="R56b938176cd74e26"/>
    <p:sldId xmlns:r="http://schemas.openxmlformats.org/officeDocument/2006/relationships" id="317" r:id="R9402b1d043954013"/>
    <p:sldId xmlns:r="http://schemas.openxmlformats.org/officeDocument/2006/relationships" id="318" r:id="R0c6655e0b2514ac9"/>
    <p:sldId xmlns:r="http://schemas.openxmlformats.org/officeDocument/2006/relationships" id="319" r:id="R8fd53b452fbb4b5e"/>
    <p:sldId xmlns:r="http://schemas.openxmlformats.org/officeDocument/2006/relationships" id="320" r:id="R682552bfa8ac4b9c"/>
    <p:sldId xmlns:r="http://schemas.openxmlformats.org/officeDocument/2006/relationships" id="321" r:id="R5fd3d79150524545"/>
    <p:sldId xmlns:r="http://schemas.openxmlformats.org/officeDocument/2006/relationships" id="322" r:id="R3c0368a9b1ae4b88"/>
    <p:sldId xmlns:r="http://schemas.openxmlformats.org/officeDocument/2006/relationships" id="323" r:id="R43923f44c7a048c1"/>
    <p:sldId xmlns:r="http://schemas.openxmlformats.org/officeDocument/2006/relationships" id="324" r:id="R6b55fd6f3de54300"/>
    <p:sldId xmlns:r="http://schemas.openxmlformats.org/officeDocument/2006/relationships" id="325" r:id="R6b405f4388b44a29"/>
    <p:sldId xmlns:r="http://schemas.openxmlformats.org/officeDocument/2006/relationships" id="326" r:id="R905697aa11dd4bfd"/>
    <p:sldId xmlns:r="http://schemas.openxmlformats.org/officeDocument/2006/relationships" id="327" r:id="Rdc699affe5254081"/>
    <p:sldId xmlns:r="http://schemas.openxmlformats.org/officeDocument/2006/relationships" id="328" r:id="Rf40346347c474fbf"/>
    <p:sldId xmlns:r="http://schemas.openxmlformats.org/officeDocument/2006/relationships" id="329" r:id="R1f404f5190ca4552"/>
    <p:sldId xmlns:r="http://schemas.openxmlformats.org/officeDocument/2006/relationships" id="330" r:id="Rce20a15df4b54c4d"/>
    <p:sldId xmlns:r="http://schemas.openxmlformats.org/officeDocument/2006/relationships" id="331" r:id="R00af451297f646a1"/>
    <p:sldId xmlns:r="http://schemas.openxmlformats.org/officeDocument/2006/relationships" id="332" r:id="Rffd00c98ca4544d1"/>
    <p:sldId xmlns:r="http://schemas.openxmlformats.org/officeDocument/2006/relationships" id="333" r:id="Ra56a9b740d184c35"/>
    <p:sldId xmlns:r="http://schemas.openxmlformats.org/officeDocument/2006/relationships" id="334" r:id="Re1f5af35fbc346dc"/>
    <p:sldId xmlns:r="http://schemas.openxmlformats.org/officeDocument/2006/relationships" id="335" r:id="R60398af4d8b34be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b85259197f4a1b" /><Relationship Type="http://schemas.openxmlformats.org/officeDocument/2006/relationships/slideMaster" Target="/ppt/slideMasters/slideMaster1.xml" Id="R1b207491a27d4062" /><Relationship Type="http://schemas.openxmlformats.org/officeDocument/2006/relationships/notesMaster" Target="/ppt/notesMasters/notesMaster1.xml" Id="Rd08e52d7098b4122" /><Relationship Type="http://schemas.openxmlformats.org/officeDocument/2006/relationships/presProps" Target="/ppt/presProps.xml" Id="R96d505e243b6472c" /><Relationship Type="http://schemas.openxmlformats.org/officeDocument/2006/relationships/tableStyles" Target="/ppt/tableStyles.xml" Id="Rbe7911f3295144f2" /><Relationship Type="http://schemas.openxmlformats.org/officeDocument/2006/relationships/slide" Target="/ppt/slides/slide1.xml" Id="R0893c21a5ecd4707" /><Relationship Type="http://schemas.openxmlformats.org/officeDocument/2006/relationships/slide" Target="/ppt/slides/slide2.xml" Id="R0081b25295034cc8" /><Relationship Type="http://schemas.openxmlformats.org/officeDocument/2006/relationships/slide" Target="/ppt/slides/slide3.xml" Id="R0a7dae87ec314269" /><Relationship Type="http://schemas.openxmlformats.org/officeDocument/2006/relationships/slide" Target="/ppt/slides/slide4.xml" Id="R1ee724a79eb4412b" /><Relationship Type="http://schemas.openxmlformats.org/officeDocument/2006/relationships/slide" Target="/ppt/slides/slide5.xml" Id="R59ee07db798c4b4b" /><Relationship Type="http://schemas.openxmlformats.org/officeDocument/2006/relationships/slide" Target="/ppt/slides/slide6.xml" Id="Rff978ff235f44703" /><Relationship Type="http://schemas.openxmlformats.org/officeDocument/2006/relationships/slide" Target="/ppt/slides/slide7.xml" Id="R744e4f0b5bef4d69" /><Relationship Type="http://schemas.openxmlformats.org/officeDocument/2006/relationships/slide" Target="/ppt/slides/slide8.xml" Id="Rae247045bdf24aa7" /><Relationship Type="http://schemas.openxmlformats.org/officeDocument/2006/relationships/slide" Target="/ppt/slides/slide9.xml" Id="Rdb08aaad8c6d4392" /><Relationship Type="http://schemas.openxmlformats.org/officeDocument/2006/relationships/slide" Target="/ppt/slides/slide10.xml" Id="R434e4503ae4d4c59" /><Relationship Type="http://schemas.openxmlformats.org/officeDocument/2006/relationships/slide" Target="/ppt/slides/slide11.xml" Id="Ra6d39a96e8ff4be7" /><Relationship Type="http://schemas.openxmlformats.org/officeDocument/2006/relationships/slide" Target="/ppt/slides/slide12.xml" Id="Re73b3405f6ef40b2" /><Relationship Type="http://schemas.openxmlformats.org/officeDocument/2006/relationships/slide" Target="/ppt/slides/slide13.xml" Id="R3dc072cbb7684af3" /><Relationship Type="http://schemas.openxmlformats.org/officeDocument/2006/relationships/slide" Target="/ppt/slides/slide14.xml" Id="R0c2c133039214c92" /><Relationship Type="http://schemas.openxmlformats.org/officeDocument/2006/relationships/slide" Target="/ppt/slides/slide15.xml" Id="R356e50ad54434790" /><Relationship Type="http://schemas.openxmlformats.org/officeDocument/2006/relationships/slide" Target="/ppt/slides/slide16.xml" Id="R5993ac78fd714a1f" /><Relationship Type="http://schemas.openxmlformats.org/officeDocument/2006/relationships/slide" Target="/ppt/slides/slide17.xml" Id="Rdcf7d95aa1f64e86" /><Relationship Type="http://schemas.openxmlformats.org/officeDocument/2006/relationships/slide" Target="/ppt/slides/slide18.xml" Id="R95fff1c040284466" /><Relationship Type="http://schemas.openxmlformats.org/officeDocument/2006/relationships/slide" Target="/ppt/slides/slide19.xml" Id="Rd06919780cba4ebd" /><Relationship Type="http://schemas.openxmlformats.org/officeDocument/2006/relationships/slide" Target="/ppt/slides/slide20.xml" Id="R4b6f28702f224f8b" /><Relationship Type="http://schemas.openxmlformats.org/officeDocument/2006/relationships/slide" Target="/ppt/slides/slide21.xml" Id="Rf077aa3c33934258" /><Relationship Type="http://schemas.openxmlformats.org/officeDocument/2006/relationships/slide" Target="/ppt/slides/slide22.xml" Id="Re23b37d49a164661" /><Relationship Type="http://schemas.openxmlformats.org/officeDocument/2006/relationships/slide" Target="/ppt/slides/slide23.xml" Id="R3d127aed62f3420a" /><Relationship Type="http://schemas.openxmlformats.org/officeDocument/2006/relationships/slide" Target="/ppt/slides/slide24.xml" Id="R3b51a06a723e41a4" /><Relationship Type="http://schemas.openxmlformats.org/officeDocument/2006/relationships/slide" Target="/ppt/slides/slide25.xml" Id="R96c21202dd694f17" /><Relationship Type="http://schemas.openxmlformats.org/officeDocument/2006/relationships/slide" Target="/ppt/slides/slide26.xml" Id="R49a3f7f7ec454001" /><Relationship Type="http://schemas.openxmlformats.org/officeDocument/2006/relationships/slide" Target="/ppt/slides/slide27.xml" Id="Rf43f030eb30740e9" /><Relationship Type="http://schemas.openxmlformats.org/officeDocument/2006/relationships/slide" Target="/ppt/slides/slide28.xml" Id="R3f993b64a4d94cb2" /><Relationship Type="http://schemas.openxmlformats.org/officeDocument/2006/relationships/slide" Target="/ppt/slides/slide29.xml" Id="R4b8e7b627a984aa4" /><Relationship Type="http://schemas.openxmlformats.org/officeDocument/2006/relationships/slide" Target="/ppt/slides/slide30.xml" Id="Rf3f68693ebea42e0" /><Relationship Type="http://schemas.openxmlformats.org/officeDocument/2006/relationships/slide" Target="/ppt/slides/slide31.xml" Id="Rc1d6d8696e144d0e" /><Relationship Type="http://schemas.openxmlformats.org/officeDocument/2006/relationships/slide" Target="/ppt/slides/slide32.xml" Id="R5289131f80d04597" /><Relationship Type="http://schemas.openxmlformats.org/officeDocument/2006/relationships/slide" Target="/ppt/slides/slide33.xml" Id="R575ca45036904414" /><Relationship Type="http://schemas.openxmlformats.org/officeDocument/2006/relationships/slide" Target="/ppt/slides/slide34.xml" Id="Rdb719e92b33749f7" /><Relationship Type="http://schemas.openxmlformats.org/officeDocument/2006/relationships/slide" Target="/ppt/slides/slide35.xml" Id="R54e504e3b24f492e" /><Relationship Type="http://schemas.openxmlformats.org/officeDocument/2006/relationships/slide" Target="/ppt/slides/slide36.xml" Id="R83bba409b9d747d6" /><Relationship Type="http://schemas.openxmlformats.org/officeDocument/2006/relationships/slide" Target="/ppt/slides/slide37.xml" Id="Rd027d66d04254b52" /><Relationship Type="http://schemas.openxmlformats.org/officeDocument/2006/relationships/slide" Target="/ppt/slides/slide38.xml" Id="R03840d3ce3c9423e" /><Relationship Type="http://schemas.openxmlformats.org/officeDocument/2006/relationships/slide" Target="/ppt/slides/slide39.xml" Id="Re7b5d1e446944a1d" /><Relationship Type="http://schemas.openxmlformats.org/officeDocument/2006/relationships/slide" Target="/ppt/slides/slide40.xml" Id="Rb1a45e175937493e" /><Relationship Type="http://schemas.openxmlformats.org/officeDocument/2006/relationships/slide" Target="/ppt/slides/slide41.xml" Id="R03ef4912ff61406b" /><Relationship Type="http://schemas.openxmlformats.org/officeDocument/2006/relationships/slide" Target="/ppt/slides/slide42.xml" Id="Rfa6e2fb72ca74c85" /><Relationship Type="http://schemas.openxmlformats.org/officeDocument/2006/relationships/slide" Target="/ppt/slides/slide43.xml" Id="Rb33be606d7bd4a16" /><Relationship Type="http://schemas.openxmlformats.org/officeDocument/2006/relationships/slide" Target="/ppt/slides/slide44.xml" Id="R25b5deacb4fd41f1" /><Relationship Type="http://schemas.openxmlformats.org/officeDocument/2006/relationships/slide" Target="/ppt/slides/slide45.xml" Id="R74e0056cbb164715" /><Relationship Type="http://schemas.openxmlformats.org/officeDocument/2006/relationships/slide" Target="/ppt/slides/slide46.xml" Id="R788357854e594dad" /><Relationship Type="http://schemas.openxmlformats.org/officeDocument/2006/relationships/slide" Target="/ppt/slides/slide47.xml" Id="Rc4b782676eb24488" /><Relationship Type="http://schemas.openxmlformats.org/officeDocument/2006/relationships/slide" Target="/ppt/slides/slide48.xml" Id="Rf3decd1a1cd74c23" /><Relationship Type="http://schemas.openxmlformats.org/officeDocument/2006/relationships/slide" Target="/ppt/slides/slide49.xml" Id="R1c83a071af104d24" /><Relationship Type="http://schemas.openxmlformats.org/officeDocument/2006/relationships/slide" Target="/ppt/slides/slide50.xml" Id="R61f9f4cb0e9042a9" /><Relationship Type="http://schemas.openxmlformats.org/officeDocument/2006/relationships/slide" Target="/ppt/slides/slide51.xml" Id="R18d08750f1b14a19" /><Relationship Type="http://schemas.openxmlformats.org/officeDocument/2006/relationships/slide" Target="/ppt/slides/slide52.xml" Id="R5bf701569a6a4364" /><Relationship Type="http://schemas.openxmlformats.org/officeDocument/2006/relationships/slide" Target="/ppt/slides/slide53.xml" Id="R4aca608337fe448b" /><Relationship Type="http://schemas.openxmlformats.org/officeDocument/2006/relationships/slide" Target="/ppt/slides/slide54.xml" Id="R96f974211fa84bc5" /><Relationship Type="http://schemas.openxmlformats.org/officeDocument/2006/relationships/slide" Target="/ppt/slides/slide55.xml" Id="R5de512aa49d64cd0" /><Relationship Type="http://schemas.openxmlformats.org/officeDocument/2006/relationships/slide" Target="/ppt/slides/slide56.xml" Id="R86d6b18dac0e4ced" /><Relationship Type="http://schemas.openxmlformats.org/officeDocument/2006/relationships/slide" Target="/ppt/slides/slide57.xml" Id="R3fd7008f3b62463f" /><Relationship Type="http://schemas.openxmlformats.org/officeDocument/2006/relationships/slide" Target="/ppt/slides/slide58.xml" Id="R8d635e0210464db7" /><Relationship Type="http://schemas.openxmlformats.org/officeDocument/2006/relationships/slide" Target="/ppt/slides/slide59.xml" Id="Rda4154dc2e7c4830" /><Relationship Type="http://schemas.openxmlformats.org/officeDocument/2006/relationships/slide" Target="/ppt/slides/slide60.xml" Id="R68dcf7bd2e9849e9" /><Relationship Type="http://schemas.openxmlformats.org/officeDocument/2006/relationships/slide" Target="/ppt/slides/slide61.xml" Id="R56b938176cd74e26" /><Relationship Type="http://schemas.openxmlformats.org/officeDocument/2006/relationships/slide" Target="/ppt/slides/slide62.xml" Id="R9402b1d043954013" /><Relationship Type="http://schemas.openxmlformats.org/officeDocument/2006/relationships/slide" Target="/ppt/slides/slide63.xml" Id="R0c6655e0b2514ac9" /><Relationship Type="http://schemas.openxmlformats.org/officeDocument/2006/relationships/slide" Target="/ppt/slides/slide64.xml" Id="R8fd53b452fbb4b5e" /><Relationship Type="http://schemas.openxmlformats.org/officeDocument/2006/relationships/slide" Target="/ppt/slides/slide65.xml" Id="R682552bfa8ac4b9c" /><Relationship Type="http://schemas.openxmlformats.org/officeDocument/2006/relationships/slide" Target="/ppt/slides/slide66.xml" Id="R5fd3d79150524545" /><Relationship Type="http://schemas.openxmlformats.org/officeDocument/2006/relationships/slide" Target="/ppt/slides/slide67.xml" Id="R3c0368a9b1ae4b88" /><Relationship Type="http://schemas.openxmlformats.org/officeDocument/2006/relationships/slide" Target="/ppt/slides/slide68.xml" Id="R43923f44c7a048c1" /><Relationship Type="http://schemas.openxmlformats.org/officeDocument/2006/relationships/slide" Target="/ppt/slides/slide69.xml" Id="R6b55fd6f3de54300" /><Relationship Type="http://schemas.openxmlformats.org/officeDocument/2006/relationships/slide" Target="/ppt/slides/slide70.xml" Id="R6b405f4388b44a29" /><Relationship Type="http://schemas.openxmlformats.org/officeDocument/2006/relationships/slide" Target="/ppt/slides/slide71.xml" Id="R905697aa11dd4bfd" /><Relationship Type="http://schemas.openxmlformats.org/officeDocument/2006/relationships/slide" Target="/ppt/slides/slide72.xml" Id="Rdc699affe5254081" /><Relationship Type="http://schemas.openxmlformats.org/officeDocument/2006/relationships/slide" Target="/ppt/slides/slide73.xml" Id="Rf40346347c474fbf" /><Relationship Type="http://schemas.openxmlformats.org/officeDocument/2006/relationships/slide" Target="/ppt/slides/slide74.xml" Id="R1f404f5190ca4552" /><Relationship Type="http://schemas.openxmlformats.org/officeDocument/2006/relationships/slide" Target="/ppt/slides/slide75.xml" Id="Rce20a15df4b54c4d" /><Relationship Type="http://schemas.openxmlformats.org/officeDocument/2006/relationships/slide" Target="/ppt/slides/slide76.xml" Id="R00af451297f646a1" /><Relationship Type="http://schemas.openxmlformats.org/officeDocument/2006/relationships/slide" Target="/ppt/slides/slide77.xml" Id="Rffd00c98ca4544d1" /><Relationship Type="http://schemas.openxmlformats.org/officeDocument/2006/relationships/slide" Target="/ppt/slides/slide78.xml" Id="Ra56a9b740d184c35" /><Relationship Type="http://schemas.openxmlformats.org/officeDocument/2006/relationships/slide" Target="/ppt/slides/slide79.xml" Id="Re1f5af35fbc346dc" /><Relationship Type="http://schemas.openxmlformats.org/officeDocument/2006/relationships/slide" Target="/ppt/slides/slide80.xml" Id="R60398af4d8b34b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8686676a00411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9ae25b7d676474b" /><Relationship Type="http://schemas.openxmlformats.org/officeDocument/2006/relationships/notesMaster" Target="/ppt/notesMasters/notesMaster1.xml" Id="Reed2bc89cfe642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cc97e863dc4e0e" /><Relationship Type="http://schemas.openxmlformats.org/officeDocument/2006/relationships/notesMaster" Target="/ppt/notesMasters/notesMaster1.xml" Id="R53e39da7af9c48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87e8575e9c349ba" /><Relationship Type="http://schemas.openxmlformats.org/officeDocument/2006/relationships/notesMaster" Target="/ppt/notesMasters/notesMaster1.xml" Id="Rdf8a8ebd1312450e"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14d9ff53e649fb" /><Relationship Type="http://schemas.openxmlformats.org/officeDocument/2006/relationships/notesMaster" Target="/ppt/notesMasters/notesMaster1.xml" Id="Rf7b7e493fe9c49b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aa89b724f8e4b5c" /><Relationship Type="http://schemas.openxmlformats.org/officeDocument/2006/relationships/notesMaster" Target="/ppt/notesMasters/notesMaster1.xml" Id="R073e1dc025bc4e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8449160640044134" /><Relationship Type="http://schemas.openxmlformats.org/officeDocument/2006/relationships/notesMaster" Target="/ppt/notesMasters/notesMaster1.xml" Id="Rbf61d17053a942b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67baea5a6b940cd" /><Relationship Type="http://schemas.openxmlformats.org/officeDocument/2006/relationships/notesMaster" Target="/ppt/notesMasters/notesMaster1.xml" Id="Rc1487815478a4b2e" /></Relationships>
</file>

<file path=ppt/notesSlides/_rels/notesSlide8.xml.rels>&#65279;<?xml version="1.0" encoding="utf-8"?><Relationships xmlns="http://schemas.openxmlformats.org/package/2006/relationships"><Relationship Type="http://schemas.openxmlformats.org/officeDocument/2006/relationships/slide" Target="/ppt/slides/slide8.xml" Id="R0cd1f0cd5f774fdb" /><Relationship Type="http://schemas.openxmlformats.org/officeDocument/2006/relationships/notesMaster" Target="/ppt/notesMasters/notesMaster1.xml" Id="Rb4ec120b6a7243ca" /></Relationships>
</file>

<file path=ppt/notesSlides/_rels/notesSlide9.xml.rels>&#65279;<?xml version="1.0" encoding="utf-8"?><Relationships xmlns="http://schemas.openxmlformats.org/package/2006/relationships"><Relationship Type="http://schemas.openxmlformats.org/officeDocument/2006/relationships/slide" Target="/ppt/slides/slide9.xml" Id="R87d813ffdb8d45f5" /><Relationship Type="http://schemas.openxmlformats.org/officeDocument/2006/relationships/notesMaster" Target="/ppt/notesMasters/notesMaster1.xml" Id="R6574f457cfb740f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ba3489b9b64f59" /><Relationship Type="http://schemas.openxmlformats.org/officeDocument/2006/relationships/notesMaster" Target="/ppt/notesMasters/notesMaster1.xml" Id="R01c93d1be53940a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3168e8f84d3404d" /><Relationship Type="http://schemas.openxmlformats.org/officeDocument/2006/relationships/notesMaster" Target="/ppt/notesMasters/notesMaster1.xml" Id="R296785f034a742a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71faa1847a5479d" /><Relationship Type="http://schemas.openxmlformats.org/officeDocument/2006/relationships/notesMaster" Target="/ppt/notesMasters/notesMaster1.xml" Id="Rdabb2f3d5b59496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9c070fe28114e50" /><Relationship Type="http://schemas.openxmlformats.org/officeDocument/2006/relationships/notesMaster" Target="/ppt/notesMasters/notesMaster1.xml" Id="R31f105367a09439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4f63ac24e9a4b77" /><Relationship Type="http://schemas.openxmlformats.org/officeDocument/2006/relationships/notesMaster" Target="/ppt/notesMasters/notesMaster1.xml" Id="Rf843bedde2dd479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a35512d9e9f4220" /><Relationship Type="http://schemas.openxmlformats.org/officeDocument/2006/relationships/notesMaster" Target="/ppt/notesMasters/notesMaster1.xml" Id="R9f790269d76a4fe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a32cfc87aff42bb" /><Relationship Type="http://schemas.openxmlformats.org/officeDocument/2006/relationships/notesMaster" Target="/ppt/notesMasters/notesMaster1.xml" Id="Rb52a0f89e00a40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0f3219f2a9e4a05" /><Relationship Type="http://schemas.openxmlformats.org/officeDocument/2006/relationships/notesMaster" Target="/ppt/notesMasters/notesMaster1.xml" Id="R1a8827b94f12454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f875934cbf14ec4" /><Relationship Type="http://schemas.openxmlformats.org/officeDocument/2006/relationships/notesMaster" Target="/ppt/notesMasters/notesMaster1.xml" Id="Rc3fc2f027a554ec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3eb37c9d4a94c5f" /><Relationship Type="http://schemas.openxmlformats.org/officeDocument/2006/relationships/notesMaster" Target="/ppt/notesMasters/notesMaster1.xml" Id="R35daf52cd62c49c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90b66e4bbef426f" /><Relationship Type="http://schemas.openxmlformats.org/officeDocument/2006/relationships/notesMaster" Target="/ppt/notesMasters/notesMaster1.xml" Id="Rb0ee92334cf1481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0a3b50633ac4248" /><Relationship Type="http://schemas.openxmlformats.org/officeDocument/2006/relationships/notesMaster" Target="/ppt/notesMasters/notesMaster1.xml" Id="Rb69f4f2454e5495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a4eb0d5e23344d7" /><Relationship Type="http://schemas.openxmlformats.org/officeDocument/2006/relationships/notesMaster" Target="/ppt/notesMasters/notesMaster1.xml" Id="R5051a905021a400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b2715a0fd2a4fb3" /><Relationship Type="http://schemas.openxmlformats.org/officeDocument/2006/relationships/notesMaster" Target="/ppt/notesMasters/notesMaster1.xml" Id="R6ae37428a62340f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6882fcfc60140a0" /><Relationship Type="http://schemas.openxmlformats.org/officeDocument/2006/relationships/notesMaster" Target="/ppt/notesMasters/notesMaster1.xml" Id="R9ce74fbdbd8244c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0a46a473bd34f71" /><Relationship Type="http://schemas.openxmlformats.org/officeDocument/2006/relationships/notesMaster" Target="/ppt/notesMasters/notesMaster1.xml" Id="Rab10b984aab74b7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97f0e28c6ad45e2" /><Relationship Type="http://schemas.openxmlformats.org/officeDocument/2006/relationships/notesMaster" Target="/ppt/notesMasters/notesMaster1.xml" Id="R926fdcf872404d9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1bb87138e3741f1" /><Relationship Type="http://schemas.openxmlformats.org/officeDocument/2006/relationships/notesMaster" Target="/ppt/notesMasters/notesMaster1.xml" Id="R93be9bf093094fa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cabc837da154672" /><Relationship Type="http://schemas.openxmlformats.org/officeDocument/2006/relationships/notesMaster" Target="/ppt/notesMasters/notesMaster1.xml" Id="R5ee8d34de2b7436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4ffa055e459477a" /><Relationship Type="http://schemas.openxmlformats.org/officeDocument/2006/relationships/notesMaster" Target="/ppt/notesMasters/notesMaster1.xml" Id="Rcb0b5433beee46a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902d5f48eb7410b" /><Relationship Type="http://schemas.openxmlformats.org/officeDocument/2006/relationships/notesMaster" Target="/ppt/notesMasters/notesMaster1.xml" Id="R1377a351b10e42b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11f011058244a97" /><Relationship Type="http://schemas.openxmlformats.org/officeDocument/2006/relationships/notesMaster" Target="/ppt/notesMasters/notesMaster1.xml" Id="Ra1622a70ae76402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69d6828a3e74057" /><Relationship Type="http://schemas.openxmlformats.org/officeDocument/2006/relationships/notesMaster" Target="/ppt/notesMasters/notesMaster1.xml" Id="R19cac635189847d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fc798e948c74b1c" /><Relationship Type="http://schemas.openxmlformats.org/officeDocument/2006/relationships/notesMaster" Target="/ppt/notesMasters/notesMaster1.xml" Id="Re037e746811745d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2234c85fa264b53" /><Relationship Type="http://schemas.openxmlformats.org/officeDocument/2006/relationships/notesMaster" Target="/ppt/notesMasters/notesMaster1.xml" Id="R88292cc750a14d1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397c244ace44d48" /><Relationship Type="http://schemas.openxmlformats.org/officeDocument/2006/relationships/notesMaster" Target="/ppt/notesMasters/notesMaster1.xml" Id="R1d4765afc24c449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e8cef8f512e4166" /><Relationship Type="http://schemas.openxmlformats.org/officeDocument/2006/relationships/notesMaster" Target="/ppt/notesMasters/notesMaster1.xml" Id="Rcecd6eb7fd204d0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bc8a35027524b19" /><Relationship Type="http://schemas.openxmlformats.org/officeDocument/2006/relationships/notesMaster" Target="/ppt/notesMasters/notesMaster1.xml" Id="Rdb7cc0b0de4e4cf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428b032ba3b4773" /><Relationship Type="http://schemas.openxmlformats.org/officeDocument/2006/relationships/notesMaster" Target="/ppt/notesMasters/notesMaster1.xml" Id="R1b1146c7810244f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b628092b5d747cf" /><Relationship Type="http://schemas.openxmlformats.org/officeDocument/2006/relationships/notesMaster" Target="/ppt/notesMasters/notesMaster1.xml" Id="R9b761af37ad4416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2476dcfeaea41fd" /><Relationship Type="http://schemas.openxmlformats.org/officeDocument/2006/relationships/notesMaster" Target="/ppt/notesMasters/notesMaster1.xml" Id="Rb1a2208a62724f8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fc5d64f3b87403d" /><Relationship Type="http://schemas.openxmlformats.org/officeDocument/2006/relationships/notesMaster" Target="/ppt/notesMasters/notesMaster1.xml" Id="R19ac5365a1d544a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5d3c0416400463d" /><Relationship Type="http://schemas.openxmlformats.org/officeDocument/2006/relationships/notesMaster" Target="/ppt/notesMasters/notesMaster1.xml" Id="R3c5593d9449f426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9930cc545e94495" /><Relationship Type="http://schemas.openxmlformats.org/officeDocument/2006/relationships/notesMaster" Target="/ppt/notesMasters/notesMaster1.xml" Id="R8a196ba66e5b4af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650a16bc3e14996" /><Relationship Type="http://schemas.openxmlformats.org/officeDocument/2006/relationships/notesMaster" Target="/ppt/notesMasters/notesMaster1.xml" Id="R5ba58a34a7af4f8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d9a8387d4b84caa" /><Relationship Type="http://schemas.openxmlformats.org/officeDocument/2006/relationships/notesMaster" Target="/ppt/notesMasters/notesMaster1.xml" Id="R45c9290a28fb409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50dd6a6385f451c" /><Relationship Type="http://schemas.openxmlformats.org/officeDocument/2006/relationships/notesMaster" Target="/ppt/notesMasters/notesMaster1.xml" Id="Rea27cae8335f458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942ad69a99f4009" /><Relationship Type="http://schemas.openxmlformats.org/officeDocument/2006/relationships/notesMaster" Target="/ppt/notesMasters/notesMaster1.xml" Id="Ra49674617cca41f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146135b3e7b46a9" /><Relationship Type="http://schemas.openxmlformats.org/officeDocument/2006/relationships/notesMaster" Target="/ppt/notesMasters/notesMaster1.xml" Id="R23b498797b8b472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807e343c1304984" /><Relationship Type="http://schemas.openxmlformats.org/officeDocument/2006/relationships/notesMaster" Target="/ppt/notesMasters/notesMaster1.xml" Id="R921bf5de0ec04d0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52731b40c93460e" /><Relationship Type="http://schemas.openxmlformats.org/officeDocument/2006/relationships/notesMaster" Target="/ppt/notesMasters/notesMaster1.xml" Id="R92f4ae948d4d45a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87c94920c94447b" /><Relationship Type="http://schemas.openxmlformats.org/officeDocument/2006/relationships/notesMaster" Target="/ppt/notesMasters/notesMaster1.xml" Id="Rb2a44aaad1f94e5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59b1157621a429c" /><Relationship Type="http://schemas.openxmlformats.org/officeDocument/2006/relationships/notesMaster" Target="/ppt/notesMasters/notesMaster1.xml" Id="Rb7b8810c1935419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149bc8a36c244d4" /><Relationship Type="http://schemas.openxmlformats.org/officeDocument/2006/relationships/notesMaster" Target="/ppt/notesMasters/notesMaster1.xml" Id="R7d386d208114459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5f0fbd1344045d4" /><Relationship Type="http://schemas.openxmlformats.org/officeDocument/2006/relationships/notesMaster" Target="/ppt/notesMasters/notesMaster1.xml" Id="R74c0eddd54f5419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6e6dc1fe9f54009" /><Relationship Type="http://schemas.openxmlformats.org/officeDocument/2006/relationships/notesMaster" Target="/ppt/notesMasters/notesMaster1.xml" Id="R2e8f58b2688d46d3"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b5eea5d913d49b9" /><Relationship Type="http://schemas.openxmlformats.org/officeDocument/2006/relationships/notesMaster" Target="/ppt/notesMasters/notesMaster1.xml" Id="Re6f152b64933443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cf4a561d3284ab5" /><Relationship Type="http://schemas.openxmlformats.org/officeDocument/2006/relationships/notesMaster" Target="/ppt/notesMasters/notesMaster1.xml" Id="R11fa555c9551429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8765548bdfc4713" /><Relationship Type="http://schemas.openxmlformats.org/officeDocument/2006/relationships/notesMaster" Target="/ppt/notesMasters/notesMaster1.xml" Id="R3f4a55e0a0974cf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d284807a3dcf453d" /><Relationship Type="http://schemas.openxmlformats.org/officeDocument/2006/relationships/notesMaster" Target="/ppt/notesMasters/notesMaster1.xml" Id="R2c5a7df511ad4434"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b53c07feba541ac" /><Relationship Type="http://schemas.openxmlformats.org/officeDocument/2006/relationships/notesMaster" Target="/ppt/notesMasters/notesMaster1.xml" Id="R4706b771a61d4ce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7a4e6f8dda0b4a4b" /><Relationship Type="http://schemas.openxmlformats.org/officeDocument/2006/relationships/notesMaster" Target="/ppt/notesMasters/notesMaster1.xml" Id="R8a5a2e6f888144f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f5f1f22132b413a" /><Relationship Type="http://schemas.openxmlformats.org/officeDocument/2006/relationships/notesMaster" Target="/ppt/notesMasters/notesMaster1.xml" Id="Ra1a73006506b44c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822a6c3462c840de" /><Relationship Type="http://schemas.openxmlformats.org/officeDocument/2006/relationships/notesMaster" Target="/ppt/notesMasters/notesMaster1.xml" Id="Rb2f993ce9906406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881d83f58a04d95" /><Relationship Type="http://schemas.openxmlformats.org/officeDocument/2006/relationships/notesMaster" Target="/ppt/notesMasters/notesMaster1.xml" Id="R9e845669d8cc4fc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20052a14e0ca48c8" /><Relationship Type="http://schemas.openxmlformats.org/officeDocument/2006/relationships/notesMaster" Target="/ppt/notesMasters/notesMaster1.xml" Id="R403182ff5dda442c"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8424c164e4a940b0" /><Relationship Type="http://schemas.openxmlformats.org/officeDocument/2006/relationships/notesMaster" Target="/ppt/notesMasters/notesMaster1.xml" Id="Rca235890d8364dd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a9e831cf42494bad" /><Relationship Type="http://schemas.openxmlformats.org/officeDocument/2006/relationships/notesMaster" Target="/ppt/notesMasters/notesMaster1.xml" Id="R3bbd18c8d77b44d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33a1bf4cf33b400c" /><Relationship Type="http://schemas.openxmlformats.org/officeDocument/2006/relationships/notesMaster" Target="/ppt/notesMasters/notesMaster1.xml" Id="Rd641de60c33d42e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b4788dc8ba146df" /><Relationship Type="http://schemas.openxmlformats.org/officeDocument/2006/relationships/notesMaster" Target="/ppt/notesMasters/notesMaster1.xml" Id="R815971c905c3426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e11d2ff29650465c" /><Relationship Type="http://schemas.openxmlformats.org/officeDocument/2006/relationships/notesMaster" Target="/ppt/notesMasters/notesMaster1.xml" Id="Ra8ccdf1d0273499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a66cab4cbfce4f38" /><Relationship Type="http://schemas.openxmlformats.org/officeDocument/2006/relationships/notesMaster" Target="/ppt/notesMasters/notesMaster1.xml" Id="R1dc91fa7db184f80"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81d2f2790324f58" /><Relationship Type="http://schemas.openxmlformats.org/officeDocument/2006/relationships/notesMaster" Target="/ppt/notesMasters/notesMaster1.xml" Id="Rd6755501f18d466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53c3df7fe3540f6" /><Relationship Type="http://schemas.openxmlformats.org/officeDocument/2006/relationships/notesMaster" Target="/ppt/notesMasters/notesMaster1.xml" Id="Rb385e493b20d406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b1330fbe9a5b40a9" /><Relationship Type="http://schemas.openxmlformats.org/officeDocument/2006/relationships/notesMaster" Target="/ppt/notesMasters/notesMaster1.xml" Id="Reb64f1a30cb742a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8a9e58dbdb2c424b" /><Relationship Type="http://schemas.openxmlformats.org/officeDocument/2006/relationships/notesMaster" Target="/ppt/notesMasters/notesMaster1.xml" Id="Rff27d263e60f44d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9afa3ddae824e49" /><Relationship Type="http://schemas.openxmlformats.org/officeDocument/2006/relationships/notesMaster" Target="/ppt/notesMasters/notesMaster1.xml" Id="Ra1e2d2bf057945c1"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83acefff0224e5f" /><Relationship Type="http://schemas.openxmlformats.org/officeDocument/2006/relationships/notesMaster" Target="/ppt/notesMasters/notesMaster1.xml" Id="Rc44099bbb73a447a"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e77906cac184588" /><Relationship Type="http://schemas.openxmlformats.org/officeDocument/2006/relationships/notesMaster" Target="/ppt/notesMasters/notesMaster1.xml" Id="Re496a257b1f94fd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2448df5ec0504284" /><Relationship Type="http://schemas.openxmlformats.org/officeDocument/2006/relationships/notesMaster" Target="/ppt/notesMasters/notesMaster1.xml" Id="R996fe9d14abb421c"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be0d9029f304eff" /><Relationship Type="http://schemas.openxmlformats.org/officeDocument/2006/relationships/notesMaster" Target="/ppt/notesMasters/notesMaster1.xml" Id="Rf06b1627b3e740b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CLI → 처리 흐름 → 이미지 연산 관계를 따라간 뒤 아래의 테스트와 계약 질문을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도식이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(0:00–0:45):** 왼쪽 Repository → 개발자 선택·복사 → AI 관계로 S02를 짧게 회수한다.</a:t>
            </a:r>
          </a:p>
          <a:p xmlns:a="http://schemas.openxmlformats.org/drawingml/2006/main">
            <a:r>
              <a:t>2. **TRANSFER (0:45–2:00):** 오른쪽 개발자 조사 요청 → Agent ↔ Repository로 시선을 옮긴다. 바뀌는 것은 Context를 찾는 주체의 일부이며 목표와 검증 책임을 전부 넘긴다는 뜻이 아니다.</a:t>
            </a:r>
          </a:p>
          <a:p xmlns:a="http://schemas.openxmlformats.org/drawingml/2006/main">
            <a:r>
              <a:t>3. **TRANSFER / TRANSITION (2:00–3:00):** 필요하면 큰 C++ 저장소에서도 모듈·테스트·계약을 찾는 상황을 한 문장으로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C++ 연결은 선택적인 한 문장이며 3분 안에 S08로 이동한다.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마친다.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“그렇다면 Repository를 보면 내가 원하는 것까지 알까요?”라고 S09의 논의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“Repository를 볼 수 있으면 내가 원하는 것까지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“지금 이 저장소에 어떤 일을 맡기고 싶은가?”와 “그 원하는 결과까지 코드에 적혀 있는가?”를 차례로 읽는다.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`Chatbot → Prompt`로 다음 ACT에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Task에는 무엇이 아직 정해지지 않았을까?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S09의 열린 질문을 회수하고 “같은 Repository를 보고 있다”는 조건을 고정한다.</a:t>
            </a:r>
          </a:p>
          <a:p xmlns:a="http://schemas.openxmlformats.org/drawingml/2006/main">
            <a:r>
              <a:t>2. (2:00–5:00) “filter 성능 개선해줘”와 오른쪽의 무엇을 바꿀지·보존할지·완료로 볼지 세 질문을 차례로 가리킨다. 특정 답을 채우지 않는다.</a:t>
            </a:r>
          </a:p>
          <a:p xmlns:a="http://schemas.openxmlformats.org/drawingml/2006/main">
            <a:r>
              <a:t>3. (5:00–7:00) Repository 접근만으로 남은 결정을 정할 수 있는지 질문하며 S11로 넘긴다. 실제 제품 실패 사례나 관찰 결과로 말하지 않는다.</a:t>
            </a:r>
          </a:p>
          <a:p xmlns:a="http://schemas.openxmlformats.org/drawingml/2006/main">
            <a:r>
              <a:t/>
            </a:r>
          </a:p>
          <a:p xmlns:a="http://schemas.openxmlformats.org/drawingml/2006/main">
            <a:r>
              <a:t>Evidence / Source: BEAT-004, TRIAL-001, CLM-0002. TEACHING_MODEL / CONCEPTUAL. TRIAL-001의 실제 실패 사례가 아니다.</a:t>
            </a:r>
          </a:p>
          <a:p xmlns:a="http://schemas.openxmlformats.org/drawingml/2006/main">
            <a:r>
              <a:t/>
            </a:r>
          </a:p>
          <a:p xmlns:a="http://schemas.openxmlformats.org/drawingml/2006/main">
            <a:r>
              <a:t>Claim Boundary: 접근 가능한 Repository가 Task의 목표·변경 범위·보존 조건·완료 증거를 대신 알려주지는 않는다는 과정의 모델이다. Codex 실패나 Trial 결과로 말하지 않는다.</a:t>
            </a:r>
          </a:p>
          <a:p xmlns:a="http://schemas.openxmlformats.org/drawingml/2006/main">
            <a:r>
              <a:t/>
            </a:r>
          </a:p>
          <a:p xmlns:a="http://schemas.openxmlformats.org/drawingml/2006/main">
            <a:r>
              <a:t>Beginner Explanation: Agent에게 코드가 보인다는 사실과 내가 원하는 변경을 설명했다는 사실은 다르다. 바꿀 것과 끝의 기준을 적어야 한다.</a:t>
            </a:r>
          </a:p>
          <a:p xmlns:a="http://schemas.openxmlformats.org/drawingml/2006/main">
            <a:r>
              <a:t/>
            </a:r>
          </a:p>
          <a:p xmlns:a="http://schemas.openxmlformats.org/drawingml/2006/main">
            <a:r>
              <a:t>Advanced Insight: Task goal, constraints, and verification remain separate from repository access. Do not infer deterministic agent behavior from the conceptual example.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Case 질문을 따라가며 무엇이 비어 있는지 생각하게 한다. 공개 답변이나 실습은 요구하지 않는다.</a:t>
            </a:r>
          </a:p>
          <a:p xmlns:a="http://schemas.openxmlformats.org/drawingml/2006/main">
            <a:r>
              <a:t/>
            </a:r>
          </a:p>
          <a:p xmlns:a="http://schemas.openxmlformats.org/drawingml/2006/main">
            <a:r>
              <a:t>Transition: 어떤 Task 정보가 빠졌는지 약한 요청 비교로 확인한다.</a:t>
            </a:r>
          </a:p>
          <a:p xmlns:a="http://schemas.openxmlformats.org/drawingml/2006/main">
            <a:r>
              <a:t/>
            </a:r>
          </a:p>
          <a:p xmlns:a="http://schemas.openxmlformats.org/drawingml/2006/main">
            <a:r>
              <a:t>Time Management: 7분을 질문과 세 개의 미정 경계에 쓴다. 새 Prompt 체크리스트나 해결책을 미리 소개하지 않는다.</a:t>
            </a:r>
          </a:p>
          <a:p xmlns:a="http://schemas.openxmlformats.org/drawingml/2006/main">
            <a:r>
              <a:t/>
            </a:r>
          </a:p>
          <a:p xmlns:a="http://schemas.openxmlformats.org/drawingml/2006/main">
            <a:r>
              <a:t>Fallback: 정적 기본 경로 — 정적 슬라이드 `production/ACT_1.pptx` S10 또는 `production/preview/act1/S10.png` 사용. 응답이 없어도 7분 후 S11로 이동한다.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요청만으로는 의도가 보이지 않는다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“Agent 입장에서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“crop test 고쳐줘”를 읽고 교육용 구성 요청임을 밝힌다.</a:t>
            </a:r>
          </a:p>
          <a:p xmlns:a="http://schemas.openxmlformats.org/drawingml/2006/main">
            <a:r>
              <a:t>2. (0:45–3:00) 테스트와 구현 중 무엇을 바꾸라는 뜻인지 두 질문을 비교한다. 이어 목표의 세부·보존 조건·수정 범위·확인 근거·완료 조건을 짚는다.</a:t>
            </a:r>
          </a:p>
          <a:p xmlns:a="http://schemas.openxmlformats.org/drawingml/2006/main">
            <a:r>
              <a:t>3. (3:00–4:00) 특정 답을 제시하지 않고 남은 결정의 주체를 S12로 넘긴다.</a:t>
            </a:r>
          </a:p>
          <a:p xmlns:a="http://schemas.openxmlformats.org/drawingml/2006/main">
            <a:r>
              <a:t/>
            </a:r>
          </a:p>
          <a:p xmlns:a="http://schemas.openxmlformats.org/drawingml/2006/main">
            <a:r>
              <a:t>Evidence / Source: BEAT-004, CLM-0002. TEACHING_MODEL / CONCEPTUAL. 실제 Trial에서 사용한 약한 Prompt가 아니다.</a:t>
            </a:r>
          </a:p>
          <a:p xmlns:a="http://schemas.openxmlformats.org/drawingml/2006/main">
            <a:r>
              <a:t/>
            </a:r>
          </a:p>
          <a:p xmlns:a="http://schemas.openxmlformats.org/drawingml/2006/main">
            <a:r>
              <a:t>Claim Boundary: `crop test 고쳐줘`는 수업용으로 구성한 예시다. 이 요청이 특정 Agent 실패를 일으켰다는 주장을 하지 않는다.</a:t>
            </a:r>
          </a:p>
          <a:p xmlns:a="http://schemas.openxmlformats.org/drawingml/2006/main">
            <a:r>
              <a:t/>
            </a:r>
          </a:p>
          <a:p xmlns:a="http://schemas.openxmlformats.org/drawingml/2006/main">
            <a:r>
              <a:t>Beginner Explanation: 짧은 요청을 비난하지 않고, 그 안에 남아 있는 질문을 찾아본다.</a:t>
            </a:r>
          </a:p>
          <a:p xmlns:a="http://schemas.openxmlformats.org/drawingml/2006/main">
            <a:r>
              <a:t/>
            </a:r>
          </a:p>
          <a:p xmlns:a="http://schemas.openxmlformats.org/drawingml/2006/main">
            <a:r>
              <a:t>Advanced Insight: Missing constraints are developer decisions that cannot be derived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두 해석과 아직 정해지지 않은 정보를 청중이 생각하도록 짧게 멈춘다. 공개 답이나 정답 분류를 요구하지 않는다.</a:t>
            </a:r>
          </a:p>
          <a:p xmlns:a="http://schemas.openxmlformats.org/drawingml/2006/main">
            <a:r>
              <a:t/>
            </a:r>
          </a:p>
          <a:p xmlns:a="http://schemas.openxmlformats.org/drawingml/2006/main">
            <a:r>
              <a:t>Transition: Slide 12에서 같은 요청을 개발자 결정 관점으로 해부한다.</a:t>
            </a:r>
          </a:p>
          <a:p xmlns:a="http://schemas.openxmlformats.org/drawingml/2006/main">
            <a:r>
              <a:t/>
            </a:r>
          </a:p>
          <a:p xmlns:a="http://schemas.openxmlformats.org/drawingml/2006/main">
            <a:r>
              <a:t>Time Management: 4분 안에 한 요청과 다섯 빈칸만 다룬다. 빈칸의 정답이나 해결책은 제시하지 않는다.</a:t>
            </a:r>
          </a:p>
          <a:p xmlns:a="http://schemas.openxmlformats.org/drawingml/2006/main">
            <a:r>
              <a:t/>
            </a:r>
          </a:p>
          <a:p xmlns:a="http://schemas.openxmlformats.org/drawingml/2006/main">
            <a:r>
              <a:t>Fallback: 정적 기본 경로 — 정적 슬라이드 `production/ACT_1.pptx` S11 또는 `production/preview/act1/S11.png` 사용. 청중 응답 없이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개발자가 정해야 하는 경계</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“무엇을 바꾸고, 무엇을 유지하며, 어디까지 바꿔도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“무엇을 바꿀까?”와 “무엇을 유지할까?”를 짚는다.</a:t>
            </a:r>
          </a:p>
          <a:p xmlns:a="http://schemas.openxmlformats.org/drawingml/2006/main">
            <a:r>
              <a:t>2. (1:00–3:00) 허용 범위, 확인 근거, 완료 판단의 세 질문을 이어 읽는다. 이는 답이 아닌 개발자 판단 질문이다.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Slide 13에서 질문들을 실용적인 Task Specification 구조로 묶는다.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S12 또는 `production/preview/act1/S12.png`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Task Specification의 다섯 책임</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“Agent가 작업을 검토 가능하게 수행하려면 무엇을 알아야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Task Specification을 이 과정의 작업 구체화 모델로 소개한다.</a:t>
            </a:r>
          </a:p>
          <a:p xmlns:a="http://schemas.openxmlformats.org/drawingml/2006/main">
            <a:r>
              <a:t>2. (0:45–3:15) 하나의 패널에서 목표·맥락·제약·과정·검증을 위에서 아래로 짚는다. 각 행의 오른쪽 질문이 어떤 미정을 줄이는지 한 문장씩 설명한다.</a:t>
            </a:r>
          </a:p>
          <a:p xmlns:a="http://schemas.openxmlformats.org/drawingml/2006/main">
            <a:r>
              <a:t>3. (3:15–4:00) 다섯 책임을 모두 길게 적으라는 뜻이 아니라 작업에 필요한 경계를 검토할 틀이라고 정리하고 S14로 간다.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14에서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S13 또는 `production/preview/act1/S13.png` 사용.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더 긴 Prompt보다 분명한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(6:00–9:00) Case 질문으로 어떤 정보가 추가됐는지 비교한다. 실제 약한/강한 Prompt 비교 실험이 아니며 길이 자체의 효과를 입증하지 않는다고 유지한다.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두 요청에서 새로 명시된 책임을 마음속으로 비교한다. 발표 응답은 요구하지 않는다.</a:t>
            </a:r>
          </a:p>
          <a:p xmlns:a="http://schemas.openxmlformats.org/drawingml/2006/main">
            <a:r>
              <a:t/>
            </a:r>
          </a:p>
          <a:p xmlns:a="http://schemas.openxmlformats.org/drawingml/2006/main">
            <a:r>
              <a:t>Transition: “이 요청을 받은 Agent는 수정부터 시작할까?”라는 질문으로 Trial 관찰에 들어간다.</a:t>
            </a:r>
          </a:p>
          <a:p xmlns:a="http://schemas.openxmlformats.org/drawingml/2006/main">
            <a:r>
              <a:t/>
            </a:r>
          </a:p>
          <a:p xmlns:a="http://schemas.openxmlformats.org/drawingml/2006/main">
            <a:r>
              <a:t>Time Management: After는 네 줄의 비교 축으로 한정한다. 전체 Trial Prompt나 코드 지시를 화면에 복사하지 않는다. 시간이 부족하면 C++ inset을 생략한다.</a:t>
            </a:r>
          </a:p>
          <a:p xmlns:a="http://schemas.openxmlformats.org/drawingml/2006/main">
            <a:r>
              <a:t/>
            </a:r>
          </a:p>
          <a:p xmlns:a="http://schemas.openxmlformats.org/drawingml/2006/main">
            <a:r>
              <a:t>Fallback: 정적 기본 경로 — 정적 비교 슬라이드 `production/ACT_1.pptx` S14 또는 `production/preview/act1/S14.png`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먼저 무엇을 하는지 보자</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“이 요청을 받은 Agent가 수정부터 시작할까?”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“이 요청을 받으면 수정부터 시작할까?”를 제시한다.</a:t>
            </a:r>
          </a:p>
          <a:p xmlns:a="http://schemas.openxmlformats.org/drawingml/2006/main">
            <a:r>
              <a:t>2. (0:35–1:35) 재현 → 조사 → 계획 → 수정 → 검증의 다섯 관찰 단계를 가리킨다. 화면은 WATCH 기준이며 결과를 미리 읽어 주는 요약이 아니다.</a:t>
            </a:r>
          </a:p>
          <a:p xmlns:a="http://schemas.openxmlformats.org/drawingml/2006/main">
            <a:r>
              <a:t>3. (1:35–2:00) 단일 과거 CLI 기록의 행동을 다음 두 장에서 대조한다고 알리고 S16으로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16에서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S15 또는 `production/preview/act1/S15.png`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조사에서 한 줄 변경까지</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S17로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S16의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17에서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S16 또는 `production/preview/act1/S16.png`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변경 결과와 확인 증거</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S18에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18로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S17 또는 `production/preview/act1/S17.png`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Generated ≠ Done</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(0:45–1:30) 가운데 동작 테스트·샘플 실행·변경 검토를 세 판단 근거로 설명한다. S17에서 본 관찰 사실은 하단 출처의 범위로만 회수한다.</a:t>
            </a:r>
          </a:p>
          <a:p xmlns:a="http://schemas.openxmlformats.org/drawingml/2006/main">
            <a:r>
              <a:t>3. (1:30–2:30) 성능 개선을 주장하는 작업에는 해당 입력·환경의 측정도 필요할 수 있다고 설명한다. TRIAL-002에서 benchmark가 실행됐다는 뜻이 아니다.</a:t>
            </a:r>
          </a:p>
          <a:p xmlns:a="http://schemas.openxmlformats.org/drawingml/2006/main">
            <a:r>
              <a:t>4. (2:30–3:00) 주장마다 필요한 근거가 다르다는 S19로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Slide 19 contains the approved Supporting C++ transfer inset. Do not duplicate it here.</a:t>
            </a:r>
          </a:p>
          <a:p xmlns:a="http://schemas.openxmlformats.org/drawingml/2006/main">
            <a:r>
              <a:t/>
            </a:r>
          </a:p>
          <a:p xmlns:a="http://schemas.openxmlformats.org/drawingml/2006/main">
            <a:r>
              <a:t>Demo Operation: TRIAL-002 verification callback only; DEMO-05의 8분 구간 밖이다. 별도 관찰 카드나 새 결과를 보여 주지 않고 하단 출처로 과거 확인 범위를 회수한다.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19에서 각 Check가 뒷받침하는 범위를 비교한다.</a:t>
            </a:r>
          </a:p>
          <a:p xmlns:a="http://schemas.openxmlformats.org/drawingml/2006/main">
            <a:r>
              <a:t/>
            </a:r>
          </a:p>
          <a:p xmlns:a="http://schemas.openxmlformats.org/drawingml/2006/main">
            <a:r>
              <a:t>Time Management: 세 분 안에 기록 사실과 Teaching Model을 분리한다. S17의 다섯 수치를 다시 읽지 않는다.</a:t>
            </a:r>
          </a:p>
          <a:p xmlns:a="http://schemas.openxmlformats.org/drawingml/2006/main">
            <a:r>
              <a:t/>
            </a:r>
          </a:p>
          <a:p xmlns:a="http://schemas.openxmlformats.org/drawingml/2006/main">
            <a:r>
              <a:t>Fallback: 정적 PPTX S18 또는 `production/preview/act1/S18.png`를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Check마다 확인하는 범위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표가 특정 테스트의 만능 효과를 뜻하지 않는다고 소개한다. 실제 TRIAL-002는 집중·전체 테스트, CLI smoke, diff를 확인했다는 하단 출처를 짚는다.</a:t>
            </a:r>
          </a:p>
          <a:p xmlns:a="http://schemas.openxmlformats.org/drawingml/2006/main">
            <a:r>
              <a:t>2. (1:00–3:00) 확인 방법 → 말할 수 있는 범위의 다섯 행을 설명한다. 성능 측정 행은 교육 모델이며 TRIAL-002에서 benchmark를 실행하지 않았다고 밝힌다.</a:t>
            </a:r>
          </a:p>
          <a:p xmlns:a="http://schemas.openxmlformats.org/drawingml/2006/main">
            <a:r>
              <a:t>3. (3:00–4:00) C++의 Release 실행, API/ABI, 대상 데이터도 어떤 주장을 확인할지에 맞춰 고르는 경계로 연결한다.</a:t>
            </a:r>
          </a:p>
          <a:p xmlns:a="http://schemas.openxmlformats.org/drawingml/2006/main">
            <a:r>
              <a:t>4. (4:00–5:00) 익숙한 Check가 뒷받침하는 Claim을 개인적으로 떠올리는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Supporting Bridge: `build claim → Release build`; `compatibility claim → API / ABI review`; `performance claim → benchmark with named workload`. No Windows, shell, IDE, or hardware setup is asserted.</a:t>
            </a:r>
          </a:p>
          <a:p xmlns:a="http://schemas.openxmlformats.org/drawingml/2006/main">
            <a:r>
              <a:t/>
            </a:r>
          </a:p>
          <a:p xmlns:a="http://schemas.openxmlformats.org/drawingml/2006/main">
            <a:r>
              <a:t>Demo Operation: TRIAL-002 evidence callback outside the 8-minute Demo slot. 본문 표는 일반적인 check-to-claim 교육 모델이다. 하단 출처에는 실제 Trial에서 수행한 확인만 따로 표시한다. Benchmark 미실행 경계를 유지하고 새 수치나 실행을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다음 작업에도 반복할 정보를 청중이 구분하도록 질문을 연다.</a:t>
            </a:r>
          </a:p>
          <a:p xmlns:a="http://schemas.openxmlformats.org/drawingml/2006/main">
            <a:r>
              <a:t/>
            </a:r>
          </a:p>
          <a:p xmlns:a="http://schemas.openxmlformats.org/drawingml/2006/main">
            <a:r>
              <a:t>Time Management: Lecture 4분과 Reflection 1분을 분리한다. Advanced C++ examples are optional under time pressure; keep the scope labels.</a:t>
            </a:r>
          </a:p>
          <a:p xmlns:a="http://schemas.openxmlformats.org/drawingml/2006/main">
            <a:r>
              <a:t/>
            </a:r>
          </a:p>
          <a:p xmlns:a="http://schemas.openxmlformats.org/drawingml/2006/main">
            <a:r>
              <a:t>Fallback: 정적 PPTX S19 또는 `production/preview/act1/S19.png`를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이번 Task인가, 계속 유지할 Project 정보인가?</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“매번 Prompt에 반복해서 쓰는 내용 중 이번 Task에만 필요한 것은 무엇이고, Project가 계속 유지해야 할 것은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최근 요청에 썼던 문장 하나를 떠올리고 “이번 작업에만?”과 “다음 작업에도?” 중 어디에 해당할지 개인적으로 생각한다. 화면의 두 영역은 비워 둔다.</a:t>
            </a:r>
          </a:p>
          <a:p xmlns:a="http://schemas.openxmlformats.org/drawingml/2006/main">
            <a:r>
              <a:t>2. (1:00–3:00) 자발적인 Q&amp;A를 받는다. 답이나 분류 기준을 미리 공개하지 않는다. 침묵도 정상 진행이다.</a:t>
            </a:r>
          </a:p>
          <a:p xmlns:a="http://schemas.openxmlformats.org/drawingml/2006/main">
            <a:r>
              <a:t>3. (3:00) S21에서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21에서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S20 또는 `production/preview/act1/S20.png`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반복하는 설명을 두 범주로 나누기</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S20의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S21 또는 `production/preview/act1/S21.png`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다른 Task에 같은 설명이 반복된다</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S22 또는 `production/preview/act2/S22.png`다.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작은 Project Context의 첫 기록</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S24로 넘긴다.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S23 및 `production/preview/act2/S23.png`에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S24 handoff. 명령어 옵션별 설명은 생략한다.</a:t>
            </a:r>
          </a:p>
          <a:p xmlns:a="http://schemas.openxmlformats.org/drawingml/2006/main">
            <a:r>
              <a:t/>
            </a:r>
          </a:p>
          <a:p xmlns:a="http://schemas.openxmlformats.org/drawingml/2006/main">
            <a:r>
              <a:t>Fallback: LOCAL STATIC ARTIFACT — 발표 기본 경로는 `production/ACT_2.pptx`의 S23 또는 `production/preview/act2/S23.png`다.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한 번의 사용에서 확인된 것</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Task Prompt와 Project Context</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Evidence / Source: BEAT-009–010, TRANS-003, CLM-0003, CLM-0005. TEACHING_MODEL / CONCEPTUAL; examples summarize S22–S24.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정확한 정보도 계속 늘어난다</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정확하지만 이번 Task에는 불필요한 정보</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정보의 범위와 제공 시점</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Context 양만으로 충분한지 연구 질문으로 넘어간다.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“Context window가 크면 모든 정보가 똑같이 활용될까?”</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Long Context 연구가 말해주는 범위</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“Context window가 크면 모든 정보가 똑같이 활용될까?”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“필요한 정보를 Task에 맞춰 어떻게 찾게 할까?”</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필요한 상세 정보로 가는 길</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“모든 정보를 한 곳에 넣지 않고 필요한 정보에 도달할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“무엇을 항상 읽고, 무엇을 필요할 때 찾게 할까?”</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Core Context에서 상세 정보로 가는 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기본 안내의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Evidence / Source: BEAT-014, CLM-0003, CLM-0005, CLM-0014, CLM-0015. TEACHING_MODEL / CONCEPTUAL; describe STATE-03 structure in S32.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정보를 지우지 않고 위치를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서로 다른 두 Task가 무엇을 읽을까?</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Crop Task에서 관찰한 접근</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Task별 접근은 달랐지만 완벽하지는 않다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Demo) architecture는 둘 다 읽었고 testing은 A의 최종 실행에서만 읽었다고 확인한다. B는 설정·README·source도 확인했다. A의 더 넓은 읽기와 실행 간 변동도 남아 있다.</a:t>
            </a:r>
          </a:p>
          <a:p xmlns:a="http://schemas.openxmlformats.org/drawingml/2006/main">
            <a:r>
              <a:t>3. (3:00–4:00 / Lecture)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지식은 정리됐지만 절차는 반복된다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‘이 반복도 Context만의 문제일까?’로 질문을 받는다. 질문이 없으면 사실과 절차의 책임 차이를 짚고 ‘Agent가 Project를 알아도 왜 작업 방법은 달라질까?’를 던진다.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“Agent가 Project를 알아도 왜 작업 방법은 달라질까?”</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서로 다른 Performance Task, 반복되는 절차</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production/preview/act3/S37.png와 production/preview/full/S37.png다.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Project 사실과 작업 절차는 다르다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“작업 방법도 Repository가 재사용할 수 있을까?”</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S38 또는 `production/preview/act3/S38.png`다.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Task, Context, Workflow의 역할</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“현재 목표, Project 사실, 반복 절차는 어디에 속하는가?”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첫 행의 normalize 성능 조사로 이번 Task 목표를 설명한다.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반복 절차를 Skill로 옮길 수 있을까?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Skill을 어떻게 발견하고 호출할까?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“호출한 뒤 작업 Prompt에서는 무엇이 달라졌을까?”</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절차의 책임이 Prompt에서 Repository로 이동</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“같은 작업 절차를 매번 Prompt에 길게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답을 담지 않는 Workflow</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측정으로 후보를 고르다</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Working Harness Success</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말하고 Subagent 필요성 질문으로 넘긴다.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S45 및 `production/preview/act3/S45.png`의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“이 결과를 위해 Subagent도 필요했을까?”</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이 작업에 Subagent가 필요했을까?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“성능 작업을 여러 Agent로 나누는 게 이 사례에 도움이 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 → 변경 → 검증을 왼쪽부터 가리킨다. 뒤 단계가 앞 결과를 사용하는 현재 성능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Subagent를 고려할 조건</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“반복 절차 말고, 다시 찾기 어려운 지식도 남길 필요가 있었을까?”</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무엇이 다시 찾기 어려운 지식인가?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작업에서 다시 발견하기 어려운 지식은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Memory는 재발견 비용으로 판단</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Minimum Effective Harness</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51–53에서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Harness는 작업 환경 설계다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Repository 밖의 환경도 결과에 영향을 준다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S52 또는 `production/preview/act3/S52.png`의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Engineering Pattern은 C++에도 전이된다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production/preview/act3/S53.png와 production/preview/full/S53.png다.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필요한 구조부터 질문하기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여기까지는 잘 동작했다</a:t>
            </a:r>
          </a:p>
          <a:p xmlns:a="http://schemas.openxmlformats.org/drawingml/2006/main">
            <a:r>
              <a:t/>
            </a:r>
          </a:p>
          <a:p xmlns:a="http://schemas.openxmlformats.org/drawingml/2006/main">
            <a:r>
              <a:t>**Slide ID:**</a:t>
            </a:r>
          </a:p>
          <a:p xmlns:a="http://schemas.openxmlformats.org/drawingml/2006/main">
            <a:r>
              <a:t>S55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Project가 정당한 이유로 바뀌면 작업 Workflow도 함께 바뀔까?</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S55와 production/preview/act4/S55.png를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개념 사례: Project와 Workflow는 현재 맞다</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실제 graypipe 이력과 별개인 가상 사례임을 먼저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S56와 production/preview/act4/S56.png를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Project는 바뀌고 Workflow는 남았다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Project는 바뀌고 Workflow는 남았다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2분 (VISUAL) + Case 2분</a:t>
            </a:r>
          </a:p>
          <a:p xmlns:a="http://schemas.openxmlformats.org/drawingml/2006/main">
            <a:r>
              <a:t/>
            </a:r>
          </a:p>
          <a:p xmlns:a="http://schemas.openxmlformats.org/drawingml/2006/main">
            <a:r>
              <a:t>**Primary Message:**</a:t>
            </a:r>
          </a:p>
          <a:p xmlns:a="http://schemas.openxmlformats.org/drawingml/2006/main">
            <a:r>
              <a:t>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a:t>
            </a:r>
          </a:p>
          <a:p xmlns:a="http://schemas.openxmlformats.org/drawingml/2006/main">
            <a:r>
              <a:t>“다음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현재 기준의 단위+통합 테스트와 오른쪽 재사용 Workflow의 단위 테스트 지시를 대조한다.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a:t>
            </a:r>
          </a:p>
          <a:p xmlns:a="http://schemas.openxmlformats.org/drawingml/2006/main">
            <a:r>
              <a:t>DEMO-04A / DEC-0021 / BEAT-038–039 / CONCEPTUAL. 단위+통합 테스트 가상 설정은 발표용 Pilot에 대한 최신 사용자 승인으로 확정됐다. 실제 Repository 이력이나 Trial 근거가 추가된 것은 아니다.</a:t>
            </a:r>
          </a:p>
          <a:p xmlns:a="http://schemas.openxmlformats.org/drawingml/2006/main">
            <a:r>
              <a:t/>
            </a:r>
          </a:p>
          <a:p xmlns:a="http://schemas.openxmlformats.org/drawingml/2006/main">
            <a:r>
              <a:t>**Claim Boundary:**</a:t>
            </a:r>
          </a:p>
          <a:p xmlns:a="http://schemas.openxmlformats.org/drawingml/2006/main">
            <a:r>
              <a:t>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a:t>
            </a:r>
          </a:p>
          <a:p xmlns:a="http://schemas.openxmlformats.org/drawingml/2006/main">
            <a:r>
              <a:t>Agent가 따르는 지침이 Project의 현재 절차와 맞는지 살핀다.</a:t>
            </a:r>
          </a:p>
          <a:p xmlns:a="http://schemas.openxmlformats.org/drawingml/2006/main">
            <a:r>
              <a:t/>
            </a:r>
          </a:p>
          <a:p xmlns:a="http://schemas.openxmlformats.org/drawingml/2006/main">
            <a:r>
              <a:t>**Advanced Insight:**</a:t>
            </a:r>
          </a:p>
          <a:p xmlns:a="http://schemas.openxmlformats.org/drawingml/2006/main">
            <a:r>
              <a:t>Project source의 변화와 stale artifact의 위치를 분리해 본다.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production/ACT_4.pptx의 S57와 production/preview/act4/S57.png 개념 도식을 사용한다. 구체적 명령·Runner 구현·테스트 수·실행 캡처를 추가하지 않는다. 현재 기준과 이전 Workflow 지시를 차례로 가리킨다.</a:t>
            </a:r>
          </a:p>
          <a:p xmlns:a="http://schemas.openxmlformats.org/drawingml/2006/main">
            <a:r>
              <a:t/>
            </a:r>
          </a:p>
          <a:p xmlns:a="http://schemas.openxmlformats.org/drawingml/2006/main">
            <a:r>
              <a:t>**Audience Interaction:**</a:t>
            </a:r>
          </a:p>
          <a:p xmlns:a="http://schemas.openxmlformats.org/drawingml/2006/main">
            <a:r>
              <a:t>무엇이 바뀌었고 무엇이 남았는지 잠시 비교한다. Agent 탓이나 특정 실패를 가정하지 않는다.</a:t>
            </a:r>
          </a:p>
          <a:p xmlns:a="http://schemas.openxmlformats.org/drawingml/2006/main">
            <a:r>
              <a:t/>
            </a:r>
          </a:p>
          <a:p xmlns:a="http://schemas.openxmlformats.org/drawingml/2006/main">
            <a:r>
              <a:t>**Transition:**</a:t>
            </a:r>
          </a:p>
          <a:p xmlns:a="http://schemas.openxmlformats.org/drawingml/2006/main">
            <a:r>
              <a:t>“이번 요청에 통합 테스트도 확인해 달라고 쓰면, 다음 작업이 읽을 Workflow까지 바뀔까요?” S58로 이동한다.</a:t>
            </a:r>
          </a:p>
          <a:p xmlns:a="http://schemas.openxmlformats.org/drawingml/2006/main">
            <a:r>
              <a:t/>
            </a:r>
          </a:p>
          <a:p xmlns:a="http://schemas.openxmlformats.org/drawingml/2006/main">
            <a:r>
              <a:t>**Time Management:**</a:t>
            </a:r>
          </a:p>
          <a:p xmlns:a="http://schemas.openxmlformats.org/drawingml/2006/main">
            <a:r>
              <a:t>Demo 2분은 도식 공개에, Case 2분은 stale 간극을 해석하는 데 쓴다.</a:t>
            </a:r>
          </a:p>
          <a:p xmlns:a="http://schemas.openxmlformats.org/drawingml/2006/main">
            <a:r>
              <a:t/>
            </a:r>
          </a:p>
          <a:p xmlns:a="http://schemas.openxmlformats.org/drawingml/2006/main">
            <a:r>
              <a:t>**Fallback:**</a:t>
            </a:r>
          </a:p>
          <a:p xmlns:a="http://schemas.openxmlformats.org/drawingml/2006/main">
            <a:r>
              <a:t>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Task 해결과 System 문제는 다르다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원인에 맞는 Layer를 고르기</a:t>
            </a:r>
          </a:p>
          <a:p xmlns:a="http://schemas.openxmlformats.org/drawingml/2006/main">
            <a:r>
              <a:t/>
            </a:r>
          </a:p>
          <a:p xmlns:a="http://schemas.openxmlformats.org/drawingml/2006/main">
            <a:r>
              <a:t>**Slide ID:**</a:t>
            </a:r>
          </a:p>
          <a:p xmlns:a="http://schemas.openxmlformats.org/drawingml/2006/main">
            <a:r>
              <a:t>S59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보이는 실패 지점과 실제 원인 Layer는 항상 같을까?</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실패 지점과 원인 Layer 구분하기</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먼저 관찰하고, 그다음 가설을 세운다</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Cause가 지지하는 최소 변경</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같은 Task의 재실행만으로 충분할까?</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대표 작업으로 변경 범위를 확인하기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Harness도 특정 실패에 맞춰 과적합될 수 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관찰·원인·변경·평가가 연결될 때 이를 어떤 Engineering 관점으로 볼까?</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Feedback을 System Change와 Evaluation으로 잇기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“Feedback이 언제 Engineering이 되는가?”</a:t>
            </a:r>
          </a:p>
          <a:p xmlns:a="http://schemas.openxmlformats.org/drawingml/2006/main">
            <a:r>
              <a:t/>
            </a:r>
          </a:p>
          <a:p xmlns:a="http://schemas.openxmlformats.org/drawingml/2006/main">
            <a:r>
              <a:t>**Speaker Flow:**</a:t>
            </a:r>
          </a:p>
          <a:p xmlns:a="http://schemas.openxmlformats.org/drawingml/2006/main">
            <a:r>
              <a:t>1. (0:00–2:00 / Lecture) 실행과 관찰의 질문을 구분한다. 앞의 가상 사례에서 지시 범위 비교가 실행 결과와 다름을 짚는다.</a:t>
            </a:r>
          </a:p>
          <a:p xmlns:a="http://schemas.openxmlformats.org/drawingml/2006/main">
            <a:r>
              <a:t>2. (2:00–5:00 / Lecture) 원인 판단에는 실행 경로·선택한 지침 등 추가 확인이 필요함을 S61의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표기를 바꾸어 실제 교육 제작 기록에서의 별도 Loop를 살펴본다.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실제 제작 기록: TRIAL-006</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“이번에는 실제 제작 과정에서 무슨 일이 있었나?”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결과의 타당성과 원인 귀속은 별개다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평가와 보고 규칙을 Evidence에 맞추다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후속 기록은 개선됐지만 완전하지 않았다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Meta Loop에서 바뀐 것</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이 원리를 C++ Vision Project에 옮기면 무엇을 확인할까?</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Project와 환경이 바뀌면 검증도 다시 본다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S73의 여정 회수로 이동한다.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기능이 아니라, 처음의 문제에서 Loop까지 이어진 Story를 다시 연결해 보겠습니다.” ACT 5 S73으로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production/preview/act4/S72.png 및 production/preview/full/S72.png.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여섯 시간의 Story를 한 장으로</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S74 실제 Repository 이력→S75 선택 기준→S76 책임을 거쳐 S77에서 AI-Native 운영 모델을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“이 흐름이 하나의 Repository에서는 어떤 변화로 기록됐을까요?” S74로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S73와 production/preview/act5/S73.png를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하나의 Repository가 문제에 대응해 진화했다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하나의 Repository가 문제에 대응해 진화했다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각 State는 해당 문제에 대응해 기록된 Engineering history다. State 순서는 기능 성숙도 등급이 아니다.</a:t>
            </a:r>
          </a:p>
          <a:p xmlns:a="http://schemas.openxmlformats.org/drawingml/2006/main">
            <a:r>
              <a:t/>
            </a:r>
          </a:p>
          <a:p xmlns:a="http://schemas.openxmlformats.org/drawingml/2006/main">
            <a:r>
              <a:t>**Opening Question:**</a:t>
            </a:r>
          </a:p>
          <a:p xmlns:a="http://schemas.openxmlformats.org/drawingml/2006/main">
            <a:r>
              <a:t>“이 Repository는 어떤 문제를 만나며 바뀌었나?”</a:t>
            </a:r>
          </a:p>
          <a:p xmlns:a="http://schemas.openxmlformats.org/drawingml/2006/main">
            <a:r>
              <a:t/>
            </a:r>
          </a:p>
          <a:p xmlns:a="http://schemas.openxmlformats.org/drawingml/2006/main">
            <a:r>
              <a:t>**Speaker Flow:**</a:t>
            </a:r>
          </a:p>
          <a:p xmlns:a="http://schemas.openxmlformats.org/drawingml/2006/main">
            <a:r>
              <a:t>1. (0:00–1:00 / Lecture) 일곱 이름을 위쪽 왼쪽부터 오른쪽, 다음 아래쪽 왼쪽부터 읽는다. State는 당시 문제에 대응한 이력임을 말한다.</a:t>
            </a:r>
          </a:p>
          <a:p xmlns:a="http://schemas.openxmlformats.org/drawingml/2006/main">
            <a:r>
              <a:t>2. (1:00–2:30 / VISUAL Demo) crop 문제→수정→프로젝트 지침→Context 증가→상세 정보 연결→재사용 Workflow→검증된 제품 변경을 짧게 회수한다.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**Evidence / Source:**</a:t>
            </a:r>
          </a:p>
          <a:p xmlns:a="http://schemas.openxmlformats.org/drawingml/2006/main">
            <a:r>
              <a:t>OBSERVED_PRODUCT · `ai-dev-training-demo`의 named Git State/tag 기록과 DEMO-12. State 순서는 STATE-00 → STATE-00-FIXED → STATE-01 → STATE-02 → STATE-03 → STATE-04 → STATE-04-PERF다.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a:t>
            </a:r>
          </a:p>
          <a:p xmlns:a="http://schemas.openxmlformats.org/drawingml/2006/main">
            <a:r>
              <a:t/>
            </a:r>
          </a:p>
          <a:p xmlns:a="http://schemas.openxmlformats.org/drawingml/2006/main">
            <a:r>
              <a:t>**Beginner Explanation:**</a:t>
            </a:r>
          </a:p>
          <a:p xmlns:a="http://schemas.openxmlformats.org/drawingml/2006/main">
            <a:r>
              <a:t>변화가 기능 수를 늘리기 위한 것이 아니라 당시 확인된 문제에 대응했다는 점을 본다.</a:t>
            </a:r>
          </a:p>
          <a:p xmlns:a="http://schemas.openxmlformats.org/drawingml/2006/main">
            <a:r>
              <a:t/>
            </a:r>
          </a:p>
          <a:p xmlns:a="http://schemas.openxmlformats.org/drawingml/2006/main">
            <a:r>
              <a:t>**Advanced Insight:**</a:t>
            </a:r>
          </a:p>
          <a:p xmlns:a="http://schemas.openxmlformats.org/drawingml/2006/main">
            <a:r>
              <a:t>Product State와 Conceptual 또는 Observed Meta 사례를 구분하고 bounded Product endpoint를 읽는다.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 2분. 실제 Product State/tag를 요약한 static timeline이다. 새 Trial·repository 실행·추가 state는 없다. Benchmark preparation은 별도 State로 그리지 않는다.</a:t>
            </a:r>
          </a:p>
          <a:p xmlns:a="http://schemas.openxmlformats.org/drawingml/2006/main">
            <a:r>
              <a:t/>
            </a:r>
          </a:p>
          <a:p xmlns:a="http://schemas.openxmlformats.org/drawingml/2006/main">
            <a:r>
              <a:t>**Audience Interaction:**</a:t>
            </a:r>
          </a:p>
          <a:p xmlns:a="http://schemas.openxmlformats.org/drawingml/2006/main">
            <a:r>
              <a:t>질문에 맞춰 각 State 아래 한 문구를 함께 훑는다. 평가 점수나 성숙도 단계로 읽지 않게 안내한다.</a:t>
            </a:r>
          </a:p>
          <a:p xmlns:a="http://schemas.openxmlformats.org/drawingml/2006/main">
            <a:r>
              <a:t/>
            </a:r>
          </a:p>
          <a:p xmlns:a="http://schemas.openxmlformats.org/drawingml/2006/main">
            <a:r>
              <a:t>**Transition:**</a:t>
            </a:r>
          </a:p>
          <a:p xmlns:a="http://schemas.openxmlformats.org/drawingml/2006/main">
            <a:r>
              <a:t>“그러면 이 작업에서 Subagent와 Memory는 왜 없었을까요?” S75로 전환한다.</a:t>
            </a:r>
          </a:p>
          <a:p xmlns:a="http://schemas.openxmlformats.org/drawingml/2006/main">
            <a:r>
              <a:t/>
            </a:r>
          </a:p>
          <a:p xmlns:a="http://schemas.openxmlformats.org/drawingml/2006/main">
            <a:r>
              <a:t>**Time Management:**</a:t>
            </a:r>
          </a:p>
          <a:p xmlns:a="http://schemas.openxmlformats.org/drawingml/2006/main">
            <a:r>
              <a:t>Lecture 1분 + VISUAL Demo 2분 = 3분. 세부 Trial을 재설명하지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S74와 production/preview/act5/S74.png를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필요성이 입증되지 않은 것은 보류했다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“AI에게 더 많은 일을 맡겨도 개발자에게 남는 책임은 무엇일까요?” S76으로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위임이 늘어도 개발자 책임은 남는다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S77의 운영 모델로 연결한다.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AI-Native Development는 이 교육의 운영 모델</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S78로 이동한다.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S78에서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S78로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어느 Layer에서 마찰이 반복되는가?</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Task/Context/Workflow/Verification/Feedback의 새 개념 설명은 하지 않고 S79의 개인 성찰 세 질문으로 좁혀 준다.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“마지막으로, 각자 업무에서 반복되는 마찰을 개인적으로 생각해 봅시다.” S79로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작은 행동을 개인적으로 고른다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“내가 AI와 개발하는 방식에서 다음에 바꿀 수 있는 것은 무엇인가?”</a:t>
            </a:r>
          </a:p>
          <a:p xmlns:a="http://schemas.openxmlformats.org/drawingml/2006/main">
            <a:r>
              <a:t/>
            </a:r>
          </a:p>
          <a:p xmlns:a="http://schemas.openxmlformats.org/drawingml/2006/main">
            <a:r>
              <a:t>**Speaker Flow:**</a:t>
            </a:r>
          </a:p>
          <a:p xmlns:a="http://schemas.openxmlformats.org/drawingml/2006/main">
            <a:r>
              <a:t>1. (0:00–1:00 / Lecture) S78에서 떠올린 반복 마찰을 이어 간다.</a:t>
            </a:r>
          </a:p>
          <a:p xmlns:a="http://schemas.openxmlformats.org/drawingml/2006/main">
            <a:r>
              <a:t>2. (1:00–2:00 / Lecture) 화면의 반복 설명, 재탐색하는 프로젝트 사실, 두 번째 실패의 수정 위치 세 질문을 차례로 읽는다.</a:t>
            </a:r>
          </a:p>
          <a:p xmlns:a="http://schemas.openxmlformats.org/drawingml/2006/main">
            <a:r>
              <a:t>3. (2:00–4:00 / Reflection) 두 분 동안 조용히 개인적으로 생각할 시간을 둔다. 답변·기록·발표·제출을 요구하지 않는다. 시간 뒤 S80 질문 시간으로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공유하지 않는 개인 성찰로 진행한다. 응답을 받기 위해 기다리지 않는다. 2분 뒤 바로 S80으로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Q&amp;A와 교육 마무리</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5211eae62040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e9f7460cd8d446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1b01c3e1c954a9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3ea7bd9df1442c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b21d682d111472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752d04962104eb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817DE58-9C89-4BEE-BAAA-0F7BD9C5618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FDB9CB6-B336-4418-AE40-FCF2083B0C1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5D09F55-CB17-4363-8A18-C3D70049B6B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B25EC3F-B258-4F16-AEC4-348F5E85614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12F2CEC-D1F5-43EB-858B-2C5D735A0E5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2BD63FA-1D0F-4BDE-A02A-99480223A1A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C599DC6-467C-44DA-B05D-359940522D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D20605D-7419-46FD-995D-899423E48F1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70AC979-1166-484B-8260-1C8DE5F97E0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9782240-4FD0-4336-802B-20D88BE2DED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cc388bf4eeb4496" /><Relationship Type="http://schemas.openxmlformats.org/officeDocument/2006/relationships/slideLayout" Target="/ppt/slideLayouts/slideLayout1.xml" Id="R325a6163a88e4ff6" /><Relationship Type="http://schemas.openxmlformats.org/officeDocument/2006/relationships/slideLayout" Target="/ppt/slideLayouts/slideLayout2.xml" Id="Rc363b66726534fe5" /><Relationship Type="http://schemas.openxmlformats.org/officeDocument/2006/relationships/slideLayout" Target="/ppt/slideLayouts/slideLayout3.xml" Id="R39fe3bfbf28744d1" /><Relationship Type="http://schemas.openxmlformats.org/officeDocument/2006/relationships/slideLayout" Target="/ppt/slideLayouts/slideLayout4.xml" Id="R64904e6b94ab460e" /><Relationship Type="http://schemas.openxmlformats.org/officeDocument/2006/relationships/slideLayout" Target="/ppt/slideLayouts/slideLayout5.xml" Id="R0249fead7dc14230" /><Relationship Type="http://schemas.openxmlformats.org/officeDocument/2006/relationships/slideLayout" Target="/ppt/slideLayouts/slideLayout6.xml" Id="Ra1d76f1943a441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5a6163a88e4ff6"/>
    <p:sldLayoutId xmlns:r="http://schemas.openxmlformats.org/officeDocument/2006/relationships" id="2147483650" r:id="Rc363b66726534fe5"/>
    <p:sldLayoutId xmlns:r="http://schemas.openxmlformats.org/officeDocument/2006/relationships" id="2147483651" r:id="R39fe3bfbf28744d1"/>
    <p:sldLayoutId xmlns:r="http://schemas.openxmlformats.org/officeDocument/2006/relationships" id="2147483652" r:id="R64904e6b94ab460e"/>
    <p:sldLayoutId xmlns:r="http://schemas.openxmlformats.org/officeDocument/2006/relationships" id="2147483653" r:id="R0249fead7dc14230"/>
    <p:sldLayoutId xmlns:r="http://schemas.openxmlformats.org/officeDocument/2006/relationships" id="2147483654" r:id="Ra1d76f1943a441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bea51dbe123453e" /><Relationship Type="http://schemas.openxmlformats.org/officeDocument/2006/relationships/notesSlide" Target="/ppt/notesSlides/notesSlide1.xml" Id="R7ac8810ad256431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18175b5673a442b" /><Relationship Type="http://schemas.openxmlformats.org/officeDocument/2006/relationships/notesSlide" Target="/ppt/notesSlides/notesSlide2.xml" Id="R7b66329ff66f45a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8d7c061070445f2" /><Relationship Type="http://schemas.openxmlformats.org/officeDocument/2006/relationships/notesSlide" Target="/ppt/notesSlides/notesSlide3.xml" Id="Rbcd72ca8103b42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480e0c45b4d415c" /><Relationship Type="http://schemas.openxmlformats.org/officeDocument/2006/relationships/notesSlide" Target="/ppt/notesSlides/notesSlide4.xml" Id="Rf163d2733e5a49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78fe9e08bfb4d4a" /><Relationship Type="http://schemas.openxmlformats.org/officeDocument/2006/relationships/notesSlide" Target="/ppt/notesSlides/notesSlide5.xml" Id="R86a92ae439ef4e2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fbc8bb0dfc94757" /><Relationship Type="http://schemas.openxmlformats.org/officeDocument/2006/relationships/notesSlide" Target="/ppt/notesSlides/notesSlide6.xml" Id="R065e23a3c2714b0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ef818e8d5fd4f99" /><Relationship Type="http://schemas.openxmlformats.org/officeDocument/2006/relationships/image" Target="/ppt/media/image.png" Id="R7a9eeb75f38840c7" /><Relationship Type="http://schemas.openxmlformats.org/officeDocument/2006/relationships/notesSlide" Target="/ppt/notesSlides/notesSlide7.xml" Id="R36e670876aff4c0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dd83c9411d04ce7" /><Relationship Type="http://schemas.openxmlformats.org/officeDocument/2006/relationships/notesSlide" Target="/ppt/notesSlides/notesSlide8.xml" Id="R33483a38daf64fb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a5b5accd45044de" /><Relationship Type="http://schemas.openxmlformats.org/officeDocument/2006/relationships/notesSlide" Target="/ppt/notesSlides/notesSlide9.xml" Id="R32a43b5d39484cf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843f3e83e6246c4" /><Relationship Type="http://schemas.openxmlformats.org/officeDocument/2006/relationships/notesSlide" Target="/ppt/notesSlides/notesSlide10.xml" Id="Ra00ab1a19b0242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102ce29521b4714" /><Relationship Type="http://schemas.openxmlformats.org/officeDocument/2006/relationships/notesSlide" Target="/ppt/notesSlides/notesSlide11.xml" Id="R47df1ff7cfa444c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de570510d3c444a" /><Relationship Type="http://schemas.openxmlformats.org/officeDocument/2006/relationships/notesSlide" Target="/ppt/notesSlides/notesSlide12.xml" Id="Rbd2dfd75f159467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52bbc9b1ecf42a8" /><Relationship Type="http://schemas.openxmlformats.org/officeDocument/2006/relationships/notesSlide" Target="/ppt/notesSlides/notesSlide13.xml" Id="R8b3f9b7ea6f74a4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ddfacdffbc94c97" /><Relationship Type="http://schemas.openxmlformats.org/officeDocument/2006/relationships/notesSlide" Target="/ppt/notesSlides/notesSlide14.xml" Id="R0226ef06a0c543e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40d1db108d34513" /><Relationship Type="http://schemas.openxmlformats.org/officeDocument/2006/relationships/notesSlide" Target="/ppt/notesSlides/notesSlide15.xml" Id="Rf7c3432201fb4f9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05e11c7ff1742e6" /><Relationship Type="http://schemas.openxmlformats.org/officeDocument/2006/relationships/notesSlide" Target="/ppt/notesSlides/notesSlide16.xml" Id="R2b58831ba2c248e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c25c02f02c14a3d" /><Relationship Type="http://schemas.openxmlformats.org/officeDocument/2006/relationships/notesSlide" Target="/ppt/notesSlides/notesSlide17.xml" Id="R3e9aaf8c23eb474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078ca002c854268" /><Relationship Type="http://schemas.openxmlformats.org/officeDocument/2006/relationships/notesSlide" Target="/ppt/notesSlides/notesSlide18.xml" Id="Ra984800b08d549b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63dbc24f1bc4bc9" /><Relationship Type="http://schemas.openxmlformats.org/officeDocument/2006/relationships/notesSlide" Target="/ppt/notesSlides/notesSlide19.xml" Id="R01b970d5df634ae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a6c7abb1b18484a" /><Relationship Type="http://schemas.openxmlformats.org/officeDocument/2006/relationships/notesSlide" Target="/ppt/notesSlides/notesSlide20.xml" Id="Rb007a6cd4bcc4b2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64c5331acef477a" /><Relationship Type="http://schemas.openxmlformats.org/officeDocument/2006/relationships/notesSlide" Target="/ppt/notesSlides/notesSlide21.xml" Id="Ra81dd44e702a4ff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d59a1d7b99f4d0c" /><Relationship Type="http://schemas.openxmlformats.org/officeDocument/2006/relationships/notesSlide" Target="/ppt/notesSlides/notesSlide22.xml" Id="R24657ea7aba2419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2203afb5e814b59" /><Relationship Type="http://schemas.openxmlformats.org/officeDocument/2006/relationships/notesSlide" Target="/ppt/notesSlides/notesSlide23.xml" Id="Ref1b039fad5c4db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1b9a6575dc14e59" /><Relationship Type="http://schemas.openxmlformats.org/officeDocument/2006/relationships/notesSlide" Target="/ppt/notesSlides/notesSlide24.xml" Id="Re5102e8b1c9e432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a5f782bcd2148ce" /><Relationship Type="http://schemas.openxmlformats.org/officeDocument/2006/relationships/notesSlide" Target="/ppt/notesSlides/notesSlide25.xml" Id="R7452482e24f747b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6fa9948ffa94871" /><Relationship Type="http://schemas.openxmlformats.org/officeDocument/2006/relationships/notesSlide" Target="/ppt/notesSlides/notesSlide26.xml" Id="Re25093c969164c9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ada70a119b74b9b" /><Relationship Type="http://schemas.openxmlformats.org/officeDocument/2006/relationships/notesSlide" Target="/ppt/notesSlides/notesSlide27.xml" Id="R200973b720274c3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0c5a0d17bf2405b" /><Relationship Type="http://schemas.openxmlformats.org/officeDocument/2006/relationships/notesSlide" Target="/ppt/notesSlides/notesSlide28.xml" Id="R48e71aeb247f469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eae8d66f74f4f9d" /><Relationship Type="http://schemas.openxmlformats.org/officeDocument/2006/relationships/notesSlide" Target="/ppt/notesSlides/notesSlide29.xml" Id="R221c9b8ff75d47c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79ff58474364b57" /><Relationship Type="http://schemas.openxmlformats.org/officeDocument/2006/relationships/notesSlide" Target="/ppt/notesSlides/notesSlide30.xml" Id="Re3a7b35de97d49d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0e46877c40446d2" /><Relationship Type="http://schemas.openxmlformats.org/officeDocument/2006/relationships/notesSlide" Target="/ppt/notesSlides/notesSlide31.xml" Id="R1eaf40157bd84b6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1c873c1d9304185" /><Relationship Type="http://schemas.openxmlformats.org/officeDocument/2006/relationships/notesSlide" Target="/ppt/notesSlides/notesSlide32.xml" Id="R6fbc036e5f3d4ab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d5d0229c05442a2" /><Relationship Type="http://schemas.openxmlformats.org/officeDocument/2006/relationships/notesSlide" Target="/ppt/notesSlides/notesSlide33.xml" Id="Raaed97a8ccba431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0971b98a20f4033" /><Relationship Type="http://schemas.openxmlformats.org/officeDocument/2006/relationships/notesSlide" Target="/ppt/notesSlides/notesSlide34.xml" Id="R51f0b88eae7443e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4c11fba23d54628" /><Relationship Type="http://schemas.openxmlformats.org/officeDocument/2006/relationships/notesSlide" Target="/ppt/notesSlides/notesSlide35.xml" Id="R338df5fa2f404b1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213dc713d844441" /><Relationship Type="http://schemas.openxmlformats.org/officeDocument/2006/relationships/notesSlide" Target="/ppt/notesSlides/notesSlide36.xml" Id="R15b5a0d1d53c4d9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3c84b733f374a3f" /><Relationship Type="http://schemas.openxmlformats.org/officeDocument/2006/relationships/image" Target="/ppt/media/image2.png" Id="Rbe3771a5119143d6" /><Relationship Type="http://schemas.openxmlformats.org/officeDocument/2006/relationships/image" Target="/ppt/media/image3.png" Id="Ra2673510e7a849a5" /><Relationship Type="http://schemas.openxmlformats.org/officeDocument/2006/relationships/image" Target="/ppt/media/image4.png" Id="R23c397c25e464fe5" /><Relationship Type="http://schemas.openxmlformats.org/officeDocument/2006/relationships/image" Target="/ppt/media/image5.png" Id="Rebdb41e394e940be" /><Relationship Type="http://schemas.openxmlformats.org/officeDocument/2006/relationships/notesSlide" Target="/ppt/notesSlides/notesSlide37.xml" Id="R04b5dc869ef74bf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0230b1f2020049a9" /><Relationship Type="http://schemas.openxmlformats.org/officeDocument/2006/relationships/notesSlide" Target="/ppt/notesSlides/notesSlide38.xml" Id="Ra0222c9daae1438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3493fa4fdf7c40e4" /><Relationship Type="http://schemas.openxmlformats.org/officeDocument/2006/relationships/notesSlide" Target="/ppt/notesSlides/notesSlide39.xml" Id="R8d312d081627462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8fecdb22ab04a8f" /><Relationship Type="http://schemas.openxmlformats.org/officeDocument/2006/relationships/notesSlide" Target="/ppt/notesSlides/notesSlide40.xml" Id="R05193aa770174ca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3cfe537801444f0" /><Relationship Type="http://schemas.openxmlformats.org/officeDocument/2006/relationships/notesSlide" Target="/ppt/notesSlides/notesSlide41.xml" Id="Rc80307e73ae94d1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f8a51c6e56e4823" /><Relationship Type="http://schemas.openxmlformats.org/officeDocument/2006/relationships/notesSlide" Target="/ppt/notesSlides/notesSlide42.xml" Id="R4e9a22ac508642a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887f62f9e9d746d3" /><Relationship Type="http://schemas.openxmlformats.org/officeDocument/2006/relationships/notesSlide" Target="/ppt/notesSlides/notesSlide43.xml" Id="R2c6cb6e9deca4ea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ebf4ff906f34ae3" /><Relationship Type="http://schemas.openxmlformats.org/officeDocument/2006/relationships/notesSlide" Target="/ppt/notesSlides/notesSlide44.xml" Id="R4b2a377271764e4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c083de703c04bea" /><Relationship Type="http://schemas.openxmlformats.org/officeDocument/2006/relationships/chart" Target="/ppt/slides/charts/chart1.xml" Id="R945d7fcff9d24a81" /><Relationship Type="http://schemas.openxmlformats.org/officeDocument/2006/relationships/notesSlide" Target="/ppt/notesSlides/notesSlide45.xml" Id="R5af58a8d99b6427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9750a27ffe934f25" /><Relationship Type="http://schemas.openxmlformats.org/officeDocument/2006/relationships/notesSlide" Target="/ppt/notesSlides/notesSlide46.xml" Id="R50ab7830a3e14c6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6a4b24344c634232" /><Relationship Type="http://schemas.openxmlformats.org/officeDocument/2006/relationships/notesSlide" Target="/ppt/notesSlides/notesSlide47.xml" Id="R7c88cf6bb346475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7fee949e95b243c7" /><Relationship Type="http://schemas.openxmlformats.org/officeDocument/2006/relationships/notesSlide" Target="/ppt/notesSlides/notesSlide48.xml" Id="R01ca282044c244f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7385479a1f52435c" /><Relationship Type="http://schemas.openxmlformats.org/officeDocument/2006/relationships/notesSlide" Target="/ppt/notesSlides/notesSlide49.xml" Id="R8c7b321f8f01457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33daaa1097794e6c" /><Relationship Type="http://schemas.openxmlformats.org/officeDocument/2006/relationships/notesSlide" Target="/ppt/notesSlides/notesSlide50.xml" Id="R9b94a8bed84e491d"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3a27eea793ea468e" /><Relationship Type="http://schemas.openxmlformats.org/officeDocument/2006/relationships/notesSlide" Target="/ppt/notesSlides/notesSlide51.xml" Id="Rd34fb2d9876442d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e4bb812e0aac4203" /><Relationship Type="http://schemas.openxmlformats.org/officeDocument/2006/relationships/notesSlide" Target="/ppt/notesSlides/notesSlide52.xml" Id="R5c62b909983a448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215a78fd647a4649" /><Relationship Type="http://schemas.openxmlformats.org/officeDocument/2006/relationships/image" Target="/ppt/media/image6.png" Id="R232dc00a9c884806" /><Relationship Type="http://schemas.openxmlformats.org/officeDocument/2006/relationships/notesSlide" Target="/ppt/notesSlides/notesSlide53.xml" Id="Rba7637784e6e423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a6e33cdacaed41ac" /><Relationship Type="http://schemas.openxmlformats.org/officeDocument/2006/relationships/notesSlide" Target="/ppt/notesSlides/notesSlide54.xml" Id="R7d5ee65b2d7e42ca"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a4ee98af35a412c" /><Relationship Type="http://schemas.openxmlformats.org/officeDocument/2006/relationships/notesSlide" Target="/ppt/notesSlides/notesSlide55.xml" Id="R38d687171f42403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2e6402965e054ce6" /><Relationship Type="http://schemas.openxmlformats.org/officeDocument/2006/relationships/notesSlide" Target="/ppt/notesSlides/notesSlide56.xml" Id="R3e405229b8b540a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8fe5db4c24724105" /><Relationship Type="http://schemas.openxmlformats.org/officeDocument/2006/relationships/notesSlide" Target="/ppt/notesSlides/notesSlide57.xml" Id="R2fa8285970204ce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9cd440a0cf474963" /><Relationship Type="http://schemas.openxmlformats.org/officeDocument/2006/relationships/notesSlide" Target="/ppt/notesSlides/notesSlide58.xml" Id="R073d78ca46a64b7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64085fb7250e480c" /><Relationship Type="http://schemas.openxmlformats.org/officeDocument/2006/relationships/notesSlide" Target="/ppt/notesSlides/notesSlide59.xml" Id="R3b63cb6a955f4c4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459ef9fb46c54cdb" /><Relationship Type="http://schemas.openxmlformats.org/officeDocument/2006/relationships/notesSlide" Target="/ppt/notesSlides/notesSlide60.xml" Id="R50a1f304007c4be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c7405cd275514825" /><Relationship Type="http://schemas.openxmlformats.org/officeDocument/2006/relationships/notesSlide" Target="/ppt/notesSlides/notesSlide61.xml" Id="Re7cee8282dd4406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8b28d9c439a947db" /><Relationship Type="http://schemas.openxmlformats.org/officeDocument/2006/relationships/notesSlide" Target="/ppt/notesSlides/notesSlide62.xml" Id="R802cbcc09909425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e99cd7bc1f6a4d62" /><Relationship Type="http://schemas.openxmlformats.org/officeDocument/2006/relationships/notesSlide" Target="/ppt/notesSlides/notesSlide63.xml" Id="R5ad0d400b4ae4a5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54346ca4182049e8" /><Relationship Type="http://schemas.openxmlformats.org/officeDocument/2006/relationships/notesSlide" Target="/ppt/notesSlides/notesSlide64.xml" Id="R2ca8862014934db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ee70a6695bfd4635" /><Relationship Type="http://schemas.openxmlformats.org/officeDocument/2006/relationships/notesSlide" Target="/ppt/notesSlides/notesSlide65.xml" Id="Rd9631b4e46464ac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e1d49f4bd8e34d8f" /><Relationship Type="http://schemas.openxmlformats.org/officeDocument/2006/relationships/notesSlide" Target="/ppt/notesSlides/notesSlide66.xml" Id="Rd678d9bb621741e5"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c5b414d1fe5542ff" /><Relationship Type="http://schemas.openxmlformats.org/officeDocument/2006/relationships/notesSlide" Target="/ppt/notesSlides/notesSlide67.xml" Id="R85c684a755bd475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0475d08edb0b42bc" /><Relationship Type="http://schemas.openxmlformats.org/officeDocument/2006/relationships/notesSlide" Target="/ppt/notesSlides/notesSlide68.xml" Id="R151e6969536c4a6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c83f9cfb941947e7" /><Relationship Type="http://schemas.openxmlformats.org/officeDocument/2006/relationships/notesSlide" Target="/ppt/notesSlides/notesSlide69.xml" Id="R2d4b2ed0e9cc4cf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c635e63531c64c0e" /><Relationship Type="http://schemas.openxmlformats.org/officeDocument/2006/relationships/notesSlide" Target="/ppt/notesSlides/notesSlide70.xml" Id="Rdfb59e6b2b794fb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085df2a67a7d4240" /><Relationship Type="http://schemas.openxmlformats.org/officeDocument/2006/relationships/notesSlide" Target="/ppt/notesSlides/notesSlide71.xml" Id="Rcfc39f91efe448b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45ce7de5a3474e67" /><Relationship Type="http://schemas.openxmlformats.org/officeDocument/2006/relationships/image" Target="/ppt/media/image7.png" Id="R7d1f3db522434371" /><Relationship Type="http://schemas.openxmlformats.org/officeDocument/2006/relationships/notesSlide" Target="/ppt/notesSlides/notesSlide72.xml" Id="R769b781c83de407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70797d0eae5241ba" /><Relationship Type="http://schemas.openxmlformats.org/officeDocument/2006/relationships/notesSlide" Target="/ppt/notesSlides/notesSlide73.xml" Id="R99ce1daa34a4430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9cfba070f6fe45c3" /><Relationship Type="http://schemas.openxmlformats.org/officeDocument/2006/relationships/notesSlide" Target="/ppt/notesSlides/notesSlide74.xml" Id="R5b3d5f5c4640450b"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48bf3c3af20b497c" /><Relationship Type="http://schemas.openxmlformats.org/officeDocument/2006/relationships/notesSlide" Target="/ppt/notesSlides/notesSlide75.xml" Id="R1b5edc4672a94f4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7d7d7e2ddc184e2e" /><Relationship Type="http://schemas.openxmlformats.org/officeDocument/2006/relationships/notesSlide" Target="/ppt/notesSlides/notesSlide76.xml" Id="R6aa4f7d18029479b"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841fd15524e64f34" /><Relationship Type="http://schemas.openxmlformats.org/officeDocument/2006/relationships/notesSlide" Target="/ppt/notesSlides/notesSlide77.xml" Id="R5631fb8763614948"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829cbd9244574d82" /><Relationship Type="http://schemas.openxmlformats.org/officeDocument/2006/relationships/notesSlide" Target="/ppt/notesSlides/notesSlide78.xml" Id="R91daed2a31b84e64"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8e8af2d53cc54fcc" /><Relationship Type="http://schemas.openxmlformats.org/officeDocument/2006/relationships/notesSlide" Target="/ppt/notesSlides/notesSlide79.xml" Id="Rd67031205c1f42a5"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dabf93e12b0f4029" /><Relationship Type="http://schemas.openxmlformats.org/officeDocument/2006/relationships/notesSlide" Target="/ppt/notesSlides/notesSlide80.xml" Id="R62eb98b5f9ae435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익숙한 사용에서 시작하기">
            <a:extLst xmlns:a="http://schemas.openxmlformats.org/drawingml/2006/main">
              <a:ext uri="{FF2B5EF4-FFF2-40B4-BE49-F238E27FC236}">
                <a16:creationId xmlns:a16="http://schemas.microsoft.com/office/drawing/2014/main" id="{314A6EF3-2E3F-4182-A596-B675817F70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87D555E7-D774-4CE0-B6D9-5D6B4F30EB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12D6AC88-24CA-4673-8FDA-B8A805773D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404E6F6F-D9DA-4B23-A2E4-5BBD275A584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5F0394F6-87F0-4D91-A1BC-1BA239F5F05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5BD77202-034C-4B9B-A853-2984E61295F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CD322237-5EBB-48AA-B97A-9D3A974E128A}"/>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77572DBE-5978-4C8C-92C2-4B9F1A607CA3}"/>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DBF4B44A-4684-47F3-8243-3BFC51B8E794}"/>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5593C446-B64F-4A42-A522-61E6EEB62D4B}"/>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521430F2-BC6C-4A0C-B600-A562051B6850}"/>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Tree>
    <p:extLst>
      <p:ext uri="{BB962C8B-B14F-4D97-AF65-F5344CB8AC3E}">
        <p14:creationId xmlns:p14="http://schemas.microsoft.com/office/powerpoint/2010/main" val="81733439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작은 코드 질문">
            <a:extLst xmlns:a="http://schemas.openxmlformats.org/drawingml/2006/main">
              <a:ext uri="{FF2B5EF4-FFF2-40B4-BE49-F238E27FC236}">
                <a16:creationId xmlns:a16="http://schemas.microsoft.com/office/drawing/2014/main" id="{47A42B99-0035-4592-9FC3-4754A07AD7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E5292B82-8728-4E58-84F9-4B9A83BA3A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872F2D0B-7503-4E91-9922-A5568A634D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1F25221E-76D6-4E23-A1FD-06401FDB812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084D9475-8FF1-4956-A607-6B72949FEFE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24636337-EEDF-4DFD-A594-B61E7C7D505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BC153245-445D-439B-8BF0-2278639AAB98}"/>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2BE14EBB-52A8-43E4-A1D1-66F94CE10A49}"/>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8F60EEE7-C047-4368-A211-FCF9A6A133BC}"/>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5F94E36D-12FC-415B-831E-4FBDBB5F596A}"/>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F7DF2350-895D-4DE9-9912-622A9DF6F628}"/>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6BDBECD4-437C-44CB-BC10-D5CBF1E03374}"/>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8B013AA3-4D63-46A8-805C-265965B184A1}"/>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26DA02D7-5A36-4B5D-A957-82876930A9DE}"/>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E09796F0-B3A7-42D3-97EB-1E2E5E56A8FC}"/>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7F176B1F-4793-43E3-921A-30F7F9C6B366}"/>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379F8995-6596-4279-8BA8-F9F59A378D3C}"/>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131B2816-8B37-4E8E-AFCD-4398DE6CE4E3}"/>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4005E90F-D228-4BD6-82E4-71B96D5145C8}"/>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7109BF2E-1724-4A04-A930-3B5DE34FABEC}"/>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75CB58F2-107C-4132-83F2-F91BD4E035E8}"/>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1AC35707-6205-43F2-B56B-0A2446B7969C}"/>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76807508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0 · 여러 파일을 가로지르는 질문">
            <a:extLst xmlns:a="http://schemas.openxmlformats.org/drawingml/2006/main">
              <a:ext uri="{FF2B5EF4-FFF2-40B4-BE49-F238E27FC236}">
                <a16:creationId xmlns:a16="http://schemas.microsoft.com/office/drawing/2014/main" id="{4CE7DA0F-F93D-429D-A2EB-B817FA28A2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EA64B57A-5C9D-424E-BAD2-9CD1366E98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286FE6A0-39F9-45F7-A76D-2D8323359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AFB96595-0004-49E7-B1BF-2C4003D12D2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Repository 수준의 질문을 설명하는 관계도">
            <a:extLst xmlns:a="http://schemas.openxmlformats.org/drawingml/2006/main">
              <a:ext uri="{FF2B5EF4-FFF2-40B4-BE49-F238E27FC236}">
                <a16:creationId xmlns:a16="http://schemas.microsoft.com/office/drawing/2014/main" id="{648C02B7-27D2-4B7B-9D23-75E1A950310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Repository 수준의 질문을 설명하는 관계도</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4735331E-2EDB-494D-A17A-CCC627162F5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72B88642-21D1-40E8-AB9E-A9FC660FFA0F}"/>
              </a:ext>
            </a:extLst>
          </p:cNvPr>
          <p:cNvSpPr>
            <a:spLocks xmlns:a="http://schemas.openxmlformats.org/drawingml/2006/main" noGrp="1"/>
          </p:cNvSpPr>
          <p:nvPr/>
        </p:nvSpPr>
        <p:spPr>
          <a:xfrm xmlns:a="http://schemas.openxmlformats.org/drawingml/2006/main">
            <a:off x="609600" y="2152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“CLI 결과가 기대와 다른데, 어디서부터 봐야 할까?”</a:t>
            </a:r>
          </a:p>
        </p:txBody>
      </p:sp>
      <p:sp>
        <p:nvSpPr>
          <p:cNvPr id="8" name="">
            <a:extLst xmlns:a="http://schemas.openxmlformats.org/drawingml/2006/main">
              <a:ext uri="{FF2B5EF4-FFF2-40B4-BE49-F238E27FC236}">
                <a16:creationId xmlns:a16="http://schemas.microsoft.com/office/drawing/2014/main" id="{7B88E539-2D11-45C4-9189-29DCF2BB7335}"/>
              </a:ext>
            </a:extLst>
          </p:cNvPr>
          <p:cNvSpPr>
            <a:spLocks xmlns:a="http://schemas.openxmlformats.org/drawingml/2006/main" noGrp="1"/>
          </p:cNvSpPr>
          <p:nvPr/>
        </p:nvSpPr>
        <p:spPr>
          <a:xfrm xmlns:a="http://schemas.openxmlformats.org/drawingml/2006/main">
            <a:off x="609600" y="2981325"/>
            <a:ext cx="34290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CLI">
            <a:extLst xmlns:a="http://schemas.openxmlformats.org/drawingml/2006/main">
              <a:ext uri="{FF2B5EF4-FFF2-40B4-BE49-F238E27FC236}">
                <a16:creationId xmlns:a16="http://schemas.microsoft.com/office/drawing/2014/main" id="{EFA7DA6A-2EDF-4BB9-B67B-D189198A6084}"/>
              </a:ext>
            </a:extLst>
          </p:cNvPr>
          <p:cNvSpPr>
            <a:spLocks xmlns:a="http://schemas.openxmlformats.org/drawingml/2006/main" noGrp="1"/>
          </p:cNvSpPr>
          <p:nvPr/>
        </p:nvSpPr>
        <p:spPr>
          <a:xfrm xmlns:a="http://schemas.openxmlformats.org/drawingml/2006/main">
            <a:off x="8382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CLI</a:t>
            </a:r>
          </a:p>
        </p:txBody>
      </p:sp>
      <p:sp>
        <p:nvSpPr>
          <p:cNvPr id="10" name="입력은 어떻게 받나?">
            <a:extLst xmlns:a="http://schemas.openxmlformats.org/drawingml/2006/main">
              <a:ext uri="{FF2B5EF4-FFF2-40B4-BE49-F238E27FC236}">
                <a16:creationId xmlns:a16="http://schemas.microsoft.com/office/drawing/2014/main" id="{792A1415-71C7-464B-8A1D-1ADB193E11FB}"/>
              </a:ext>
            </a:extLst>
          </p:cNvPr>
          <p:cNvSpPr>
            <a:spLocks xmlns:a="http://schemas.openxmlformats.org/drawingml/2006/main" noGrp="1"/>
          </p:cNvSpPr>
          <p:nvPr/>
        </p:nvSpPr>
        <p:spPr>
          <a:xfrm xmlns:a="http://schemas.openxmlformats.org/drawingml/2006/main">
            <a:off x="8382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입력은 어떻게 받나?</a:t>
            </a:r>
          </a:p>
        </p:txBody>
      </p:sp>
      <p:sp>
        <p:nvSpPr>
          <p:cNvPr id="11" name="">
            <a:extLst xmlns:a="http://schemas.openxmlformats.org/drawingml/2006/main">
              <a:ext uri="{FF2B5EF4-FFF2-40B4-BE49-F238E27FC236}">
                <a16:creationId xmlns:a16="http://schemas.microsoft.com/office/drawing/2014/main" id="{97D2EB6E-BCA4-4F4C-8461-A8EEDE210A8B}"/>
              </a:ext>
            </a:extLst>
          </p:cNvPr>
          <p:cNvSpPr>
            <a:spLocks xmlns:a="http://schemas.openxmlformats.org/drawingml/2006/main" noGrp="1"/>
          </p:cNvSpPr>
          <p:nvPr/>
        </p:nvSpPr>
        <p:spPr>
          <a:xfrm xmlns:a="http://schemas.openxmlformats.org/drawingml/2006/main">
            <a:off x="4105275" y="3448050"/>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FA0451D-B0B7-4927-AC18-88BBFB634E69}"/>
              </a:ext>
            </a:extLst>
          </p:cNvPr>
          <p:cNvSpPr>
            <a:spLocks xmlns:a="http://schemas.openxmlformats.org/drawingml/2006/main" noGrp="1"/>
          </p:cNvSpPr>
          <p:nvPr/>
        </p:nvSpPr>
        <p:spPr>
          <a:xfrm xmlns:a="http://schemas.openxmlformats.org/drawingml/2006/main">
            <a:off x="4381500" y="2981325"/>
            <a:ext cx="34290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처리 흐름">
            <a:extLst xmlns:a="http://schemas.openxmlformats.org/drawingml/2006/main">
              <a:ext uri="{FF2B5EF4-FFF2-40B4-BE49-F238E27FC236}">
                <a16:creationId xmlns:a16="http://schemas.microsoft.com/office/drawing/2014/main" id="{77026AA3-3ECC-41AD-84F8-272055E7B87A}"/>
              </a:ext>
            </a:extLst>
          </p:cNvPr>
          <p:cNvSpPr>
            <a:spLocks xmlns:a="http://schemas.openxmlformats.org/drawingml/2006/main" noGrp="1"/>
          </p:cNvSpPr>
          <p:nvPr/>
        </p:nvSpPr>
        <p:spPr>
          <a:xfrm xmlns:a="http://schemas.openxmlformats.org/drawingml/2006/main">
            <a:off x="46101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처리 흐름</a:t>
            </a:r>
          </a:p>
        </p:txBody>
      </p:sp>
      <p:sp>
        <p:nvSpPr>
          <p:cNvPr id="14" name="어떤 연산을 호출하나?">
            <a:extLst xmlns:a="http://schemas.openxmlformats.org/drawingml/2006/main">
              <a:ext uri="{FF2B5EF4-FFF2-40B4-BE49-F238E27FC236}">
                <a16:creationId xmlns:a16="http://schemas.microsoft.com/office/drawing/2014/main" id="{1211D62D-336D-42EB-9685-B4F9B5D8F59C}"/>
              </a:ext>
            </a:extLst>
          </p:cNvPr>
          <p:cNvSpPr>
            <a:spLocks xmlns:a="http://schemas.openxmlformats.org/drawingml/2006/main" noGrp="1"/>
          </p:cNvSpPr>
          <p:nvPr/>
        </p:nvSpPr>
        <p:spPr>
          <a:xfrm xmlns:a="http://schemas.openxmlformats.org/drawingml/2006/main">
            <a:off x="46101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어떤 연산을 호출하나?</a:t>
            </a:r>
          </a:p>
        </p:txBody>
      </p:sp>
      <p:sp>
        <p:nvSpPr>
          <p:cNvPr id="15" name="">
            <a:extLst xmlns:a="http://schemas.openxmlformats.org/drawingml/2006/main">
              <a:ext uri="{FF2B5EF4-FFF2-40B4-BE49-F238E27FC236}">
                <a16:creationId xmlns:a16="http://schemas.microsoft.com/office/drawing/2014/main" id="{BAA5A1C4-9B34-487F-B9D2-8360F8DB547C}"/>
              </a:ext>
            </a:extLst>
          </p:cNvPr>
          <p:cNvSpPr>
            <a:spLocks xmlns:a="http://schemas.openxmlformats.org/drawingml/2006/main" noGrp="1"/>
          </p:cNvSpPr>
          <p:nvPr/>
        </p:nvSpPr>
        <p:spPr>
          <a:xfrm xmlns:a="http://schemas.openxmlformats.org/drawingml/2006/main">
            <a:off x="7877175" y="3448050"/>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C8FA1D8-9B28-415C-880C-CC9EA19879D8}"/>
              </a:ext>
            </a:extLst>
          </p:cNvPr>
          <p:cNvSpPr>
            <a:spLocks xmlns:a="http://schemas.openxmlformats.org/drawingml/2006/main" noGrp="1"/>
          </p:cNvSpPr>
          <p:nvPr/>
        </p:nvSpPr>
        <p:spPr>
          <a:xfrm xmlns:a="http://schemas.openxmlformats.org/drawingml/2006/main">
            <a:off x="8153400" y="2981325"/>
            <a:ext cx="3429000" cy="1200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이미지 연산">
            <a:extLst xmlns:a="http://schemas.openxmlformats.org/drawingml/2006/main">
              <a:ext uri="{FF2B5EF4-FFF2-40B4-BE49-F238E27FC236}">
                <a16:creationId xmlns:a16="http://schemas.microsoft.com/office/drawing/2014/main" id="{756331D6-7D70-423E-9DDA-CEF0F960615B}"/>
              </a:ext>
            </a:extLst>
          </p:cNvPr>
          <p:cNvSpPr>
            <a:spLocks xmlns:a="http://schemas.openxmlformats.org/drawingml/2006/main" noGrp="1"/>
          </p:cNvSpPr>
          <p:nvPr/>
        </p:nvSpPr>
        <p:spPr>
          <a:xfrm xmlns:a="http://schemas.openxmlformats.org/drawingml/2006/main">
            <a:off x="83820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이미지 연산</a:t>
            </a:r>
          </a:p>
        </p:txBody>
      </p:sp>
      <p:sp>
        <p:nvSpPr>
          <p:cNvPr id="18" name="구현은 어떻게 생겼나?">
            <a:extLst xmlns:a="http://schemas.openxmlformats.org/drawingml/2006/main">
              <a:ext uri="{FF2B5EF4-FFF2-40B4-BE49-F238E27FC236}">
                <a16:creationId xmlns:a16="http://schemas.microsoft.com/office/drawing/2014/main" id="{F736F47F-0944-4E73-BC7B-E70FF73AFBE2}"/>
              </a:ext>
            </a:extLst>
          </p:cNvPr>
          <p:cNvSpPr>
            <a:spLocks xmlns:a="http://schemas.openxmlformats.org/drawingml/2006/main" noGrp="1"/>
          </p:cNvSpPr>
          <p:nvPr/>
        </p:nvSpPr>
        <p:spPr>
          <a:xfrm xmlns:a="http://schemas.openxmlformats.org/drawingml/2006/main">
            <a:off x="83820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구현은 어떻게 생겼나?</a:t>
            </a:r>
          </a:p>
        </p:txBody>
      </p:sp>
      <p:sp>
        <p:nvSpPr>
          <p:cNvPr id="19" name="">
            <a:extLst xmlns:a="http://schemas.openxmlformats.org/drawingml/2006/main">
              <a:ext uri="{FF2B5EF4-FFF2-40B4-BE49-F238E27FC236}">
                <a16:creationId xmlns:a16="http://schemas.microsoft.com/office/drawing/2014/main" id="{E9162074-97DE-4A54-8385-5AC0E9CB02C8}"/>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테스트">
            <a:extLst xmlns:a="http://schemas.openxmlformats.org/drawingml/2006/main">
              <a:ext uri="{FF2B5EF4-FFF2-40B4-BE49-F238E27FC236}">
                <a16:creationId xmlns:a16="http://schemas.microsoft.com/office/drawing/2014/main" id="{66662C67-BAC6-47B1-AD43-EEF22B53CAC0}"/>
              </a:ext>
            </a:extLst>
          </p:cNvPr>
          <p:cNvSpPr>
            <a:spLocks xmlns:a="http://schemas.openxmlformats.org/drawingml/2006/main" noGrp="1"/>
          </p:cNvSpPr>
          <p:nvPr/>
        </p:nvSpPr>
        <p:spPr>
          <a:xfrm xmlns:a="http://schemas.openxmlformats.org/drawingml/2006/main">
            <a:off x="609600" y="48768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테스트</a:t>
            </a:r>
          </a:p>
        </p:txBody>
      </p:sp>
      <p:sp>
        <p:nvSpPr>
          <p:cNvPr id="21" name="어떤 조건에서 실패했나?">
            <a:extLst xmlns:a="http://schemas.openxmlformats.org/drawingml/2006/main">
              <a:ext uri="{FF2B5EF4-FFF2-40B4-BE49-F238E27FC236}">
                <a16:creationId xmlns:a16="http://schemas.microsoft.com/office/drawing/2014/main" id="{A5AC105A-ED8E-4169-A81D-644D5CD13C84}"/>
              </a:ext>
            </a:extLst>
          </p:cNvPr>
          <p:cNvSpPr>
            <a:spLocks xmlns:a="http://schemas.openxmlformats.org/drawingml/2006/main" noGrp="1"/>
          </p:cNvSpPr>
          <p:nvPr/>
        </p:nvSpPr>
        <p:spPr>
          <a:xfrm xmlns:a="http://schemas.openxmlformats.org/drawingml/2006/main">
            <a:off x="2181225" y="4876800"/>
            <a:ext cx="3962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어떤 조건에서 실패했나?</a:t>
            </a:r>
          </a:p>
        </p:txBody>
      </p:sp>
      <p:sp>
        <p:nvSpPr>
          <p:cNvPr id="22" name="계약">
            <a:extLst xmlns:a="http://schemas.openxmlformats.org/drawingml/2006/main">
              <a:ext uri="{FF2B5EF4-FFF2-40B4-BE49-F238E27FC236}">
                <a16:creationId xmlns:a16="http://schemas.microsoft.com/office/drawing/2014/main" id="{98243955-F9DB-4FDE-A0E5-9E13F64627C7}"/>
              </a:ext>
            </a:extLst>
          </p:cNvPr>
          <p:cNvSpPr>
            <a:spLocks xmlns:a="http://schemas.openxmlformats.org/drawingml/2006/main" noGrp="1"/>
          </p:cNvSpPr>
          <p:nvPr/>
        </p:nvSpPr>
        <p:spPr>
          <a:xfrm xmlns:a="http://schemas.openxmlformats.org/drawingml/2006/main">
            <a:off x="6705600" y="4876800"/>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계약</a:t>
            </a:r>
          </a:p>
        </p:txBody>
      </p:sp>
      <p:sp>
        <p:nvSpPr>
          <p:cNvPr id="23" name="원래 기대한 동작은?">
            <a:extLst xmlns:a="http://schemas.openxmlformats.org/drawingml/2006/main">
              <a:ext uri="{FF2B5EF4-FFF2-40B4-BE49-F238E27FC236}">
                <a16:creationId xmlns:a16="http://schemas.microsoft.com/office/drawing/2014/main" id="{6B338763-9016-49D1-BCAA-3DB1B2C14B99}"/>
              </a:ext>
            </a:extLst>
          </p:cNvPr>
          <p:cNvSpPr>
            <a:spLocks xmlns:a="http://schemas.openxmlformats.org/drawingml/2006/main" noGrp="1"/>
          </p:cNvSpPr>
          <p:nvPr/>
        </p:nvSpPr>
        <p:spPr>
          <a:xfrm xmlns:a="http://schemas.openxmlformats.org/drawingml/2006/main">
            <a:off x="7867650" y="48768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원래 기대한 동작은?</a:t>
            </a:r>
          </a:p>
        </p:txBody>
      </p:sp>
    </p:spTree>
    <p:extLst>
      <p:ext uri="{BB962C8B-B14F-4D97-AF65-F5344CB8AC3E}">
        <p14:creationId xmlns:p14="http://schemas.microsoft.com/office/powerpoint/2010/main" val="152804878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Repository 조사 관찰">
            <a:extLst xmlns:a="http://schemas.openxmlformats.org/drawingml/2006/main">
              <a:ext uri="{FF2B5EF4-FFF2-40B4-BE49-F238E27FC236}">
                <a16:creationId xmlns:a16="http://schemas.microsoft.com/office/drawing/2014/main" id="{2996DF7D-D3F7-4C10-8396-6253C04854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BC0A8D0E-995F-41E8-997C-4C553C25A4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7F938CE4-1B62-41AC-BDF2-5B8DA3E80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A9CD9505-EC13-4A15-88C3-52AA31FD6FD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67C51A06-D7CA-4A25-AAB3-199286584BE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F0ED8348-6362-471B-9CDA-BB762ED4A61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40F0A021-5CE3-455D-8B35-8CBB2FDA8E2A}"/>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FB83F408-EE42-49C6-877D-73761D2A4BC9}"/>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B16D4D1B-8120-43F1-A31D-7A81103F816A}"/>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C68896CC-0FE8-4909-ABAE-48E098B56FDF}"/>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9D1F6DC9-A42F-47FD-A4A4-1845563D0DF8}"/>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0CC16097-146E-40A7-B94B-5739F2412A98}"/>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Tree>
    <p:extLst>
      <p:ext uri="{BB962C8B-B14F-4D97-AF65-F5344CB8AC3E}">
        <p14:creationId xmlns:p14="http://schemas.microsoft.com/office/powerpoint/2010/main" val="135033044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3" name="ACT 0  ·  Repository 탐색">
            <a:extLst xmlns:a="http://schemas.openxmlformats.org/drawingml/2006/main">
              <a:ext uri="{FF2B5EF4-FFF2-40B4-BE49-F238E27FC236}">
                <a16:creationId xmlns:a16="http://schemas.microsoft.com/office/drawing/2014/main" id="{FC872798-D50F-41DB-A252-8F1249A637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F81827AA-ABC3-481C-91B7-B2739E7E57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EEA9C876-12B9-4FAA-A645-25C95A6A22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CDA3C588-CACD-4B4E-BC2B-ADB7C57A1CC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95AAAEF3-57B2-4955-9B3D-564FCB7AA1B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43404310-F72F-40E2-9511-6A5C624B409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062213C0-281C-4F12-B25F-75FBE4CD9F38}"/>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C69D893F-9C23-466D-9DCC-9F0F0A0143F4}"/>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86D5449A-6803-4644-9DB8-52D21710DA41}"/>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12B63E52-5C73-4C4F-899E-019A2507E4DD}"/>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03154D68-5191-4B48-B95A-5CBD1733457B}"/>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6BA9AAB4-CBA7-4CFB-9F0D-F60592F0FB82}"/>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B4BCF83A-C0BA-47CD-8241-51EF5CFC6CBC}"/>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FB71A6F1-D632-4CEF-BDF5-6B95A7A248C4}"/>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F89A8B3B-F0CD-444F-84D4-105F2097E7C7}"/>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830C5014-81A3-4A73-8279-3B68544496B5}"/>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D0225A1C-19AA-4AF0-97DC-19A80EFAD3B7}"/>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711203FC-A7B8-4EDA-A851-97DE63953ABE}"/>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091C28C2-0A24-4125-8B7D-727978A08A27}"/>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EAD36CFD-D5E4-4803-A004-F148A2AF95BD}"/>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9F091C1A-ABCA-4119-8F0C-D809CCDF65D6}"/>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52FB1D1B-F955-4E90-9F32-FAAE420E3F0C}"/>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407A395E-B961-414A-A0CA-954B5AE7C79A}"/>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ADFE863F-446E-4B15-B23F-622E14441A89}"/>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F2DDA7E6-1AC2-4BBF-9779-100049B0CAE1}"/>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016BAA75-F0CF-4EF7-B7FC-37C97CCEF9A5}"/>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D3556C33-647C-4352-86F7-5D27F7E5B7EF}"/>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0BC1E8C4-B955-4CE4-AAF3-6E0684268D8A}"/>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B335585D-CF62-43DD-BAF4-9DC9AD7F91AD}"/>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D438CE38-954B-4171-8156-EFB832ACD32E}"/>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C70DC24A-9A66-49EC-9D5D-1E314F62B3A4}"/>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6DE60438-C6A9-42F2-8D80-68CD83E8F50E}"/>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9CBA06A3-38BC-4841-942C-C7E6631068C9}"/>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7D266C24-3B8B-467A-B951-AEBD27B4B3ED}"/>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C33855ED-A2CC-48A8-8830-C5ED5CD08CA5}"/>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569620F3-C561-42FC-80FD-AB9633451952}"/>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36E3737C-CE89-4D82-BCF3-D47F4F72136A}"/>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80544540-9902-4850-962B-F5C65F8D9790}"/>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5A53BEC2-93F7-47AE-B042-A305B851E9D7}"/>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44C3606D-85BB-4ADC-8B2E-E54D1EA15839}"/>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D1F3CFC0-C02F-4B82-9D72-07EF4F2DA578}"/>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C8DCD757-7C3D-40FE-93E9-18C48E0CF729}"/>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E3169C01-C20B-46E9-9612-EE9D0089CFAF}"/>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BE8C3225-FD8A-48D1-B117-A2482FC70D7A}"/>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C213AD39-92F5-4E6C-A7E2-CD73153C096F}"/>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E64AB8C2-DAF5-4021-A99F-35652A98D435}"/>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F0B8A940-13D4-4140-A645-8C796EB4F39C}"/>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9CE1E5FF-875A-486F-810A-901E7BED9019}"/>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A67903A3-7D7D-4181-950A-B73FECC8C2B6}"/>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FE48FC26-235F-4A68-9E3F-0EE1D57B4C3B}"/>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192ACAF2-B7B7-49FC-92D9-9E996F276E1F}"/>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EDD4604A-58A9-4F61-A77F-CCC7CBA7731F}"/>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215059E5-E2D7-4700-BD6E-AC6D9A65238D}"/>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DF805AFD-3B25-42F3-A817-025738AF99C3}"/>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97F8E713-FE65-4E44-BFFD-AF7A26ED8994}"/>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BEA5B863-A9B2-420D-AFF6-11F9F090973B}"/>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10D9515C-2234-44FA-AB1B-77C945CE22EB}"/>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4761F181-AA34-4E7A-8BCE-20C3C3CC2C98}"/>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A9F8661C-563D-4AA0-97A0-C05409EF6704}"/>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DA10D12F-53A7-4519-9D3B-FCF093E27CA5}"/>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5DCEEE98-C4AC-445D-B837-832637E1E766}"/>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6FE2F691-F28A-4A0C-9539-E5D963563870}"/>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Tree>
    <p:extLst>
      <p:ext uri="{BB962C8B-B14F-4D97-AF65-F5344CB8AC3E}">
        <p14:creationId xmlns:p14="http://schemas.microsoft.com/office/powerpoint/2010/main" val="197483775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조사 결과 읽기">
            <a:extLst xmlns:a="http://schemas.openxmlformats.org/drawingml/2006/main">
              <a:ext uri="{FF2B5EF4-FFF2-40B4-BE49-F238E27FC236}">
                <a16:creationId xmlns:a16="http://schemas.microsoft.com/office/drawing/2014/main" id="{D2C2E730-6B8F-47FE-B23B-419C3B7830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633E5FC3-C3E6-46A7-929E-0A699512A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6F3700DA-4C4A-4BA4-B80D-383B2FE947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86CA5A52-AECB-474E-9160-3BAFE00E002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19CD60F8-24ED-45FB-A830-BBC90203F92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9FAECC80-0F94-4CF6-A0E8-5ACF63D7A7C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411DB815-F566-4143-B235-267F4C6645BE}"/>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3E748961-E971-4ABC-8A03-04D80B6FC648}"/>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50264AD0-2699-43C0-959C-A028473F6019}"/>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1533603-1E49-44AE-B49C-F3E7EF434109}"/>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7E6E9AEE-7660-457C-9503-C8EEBBFC584E}"/>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23588FB1-0D69-4EAB-ADF1-7CFFAA88B2BB}"/>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4D86C6FD-B310-4DE2-BA75-6FE2B87547B7}"/>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A736B766-54AE-4E1C-B4C2-C1618E352ABF}"/>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DABA1C9F-35AB-4BD0-B4AE-CCBD319A0435}"/>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0F15EBB0-BE7C-4CD8-AE38-31DFCE50913F}"/>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Tree>
    <p:extLst>
      <p:ext uri="{BB962C8B-B14F-4D97-AF65-F5344CB8AC3E}">
        <p14:creationId xmlns:p14="http://schemas.microsoft.com/office/powerpoint/2010/main" val="8711558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Context를 찾는 주체">
            <a:extLst xmlns:a="http://schemas.openxmlformats.org/drawingml/2006/main">
              <a:ext uri="{FF2B5EF4-FFF2-40B4-BE49-F238E27FC236}">
                <a16:creationId xmlns:a16="http://schemas.microsoft.com/office/drawing/2014/main" id="{D6771464-BE34-47F2-B3B9-A2B2E439EC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F6637442-C54F-4072-95CD-250F7A6961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02F9E487-7153-4ACE-89F5-1D0D890C8B8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AB534F4B-508F-4858-A505-6B0716A2612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2115060D-A7DA-4132-A0F2-BAF20577D24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6A64EB26-1325-4FD8-9FF0-1980DB7A632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A19747E2-8B8D-425E-B0FF-6939C17865ED}"/>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59D93D59-D1A1-488A-89F7-5815C9819E1D}"/>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390B6FE5-B2F5-411E-99FE-4C56CAF07A37}"/>
              </a:ext>
            </a:extLst>
          </p:cNvPr>
          <p:cNvPicPr>
            <a:picLocks xmlns:a="http://schemas.openxmlformats.org/drawingml/2006/main" noChangeAspect="1"/>
          </p:cNvPicPr>
          <p:nvPr/>
        </p:nvPicPr>
        <p:blipFill>
          <a:blip xmlns:r="http://schemas.openxmlformats.org/officeDocument/2006/relationships" xmlns:a="http://schemas.openxmlformats.org/drawingml/2006/main" r:embed="R7a9eeb75f38840c7"/>
          <a:srcRect xmlns:a="http://schemas.openxmlformats.org/drawingml/2006/main" l="0" t="18000" r="0" b="15000"/>
          <a:stretch xmlns:a="http://schemas.openxmlformats.org/drawingml/2006/main"/>
        </p:blipFill>
        <p:spPr>
          <a:xfrm xmlns:a="http://schemas.openxmlformats.org/drawingml/2006/main">
            <a:off x="1562100" y="2343150"/>
            <a:ext cx="9067800" cy="3038475"/>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DBA35C4-88FA-44B3-BD6D-0DF758E07659}"/>
              </a:ext>
            </a:extLst>
          </p:cNvPr>
          <p:cNvSpPr>
            <a:spLocks xmlns:a="http://schemas.openxmlformats.org/drawingml/2006/main" noGrp="1"/>
          </p:cNvSpPr>
          <p:nvPr/>
        </p:nvSpPr>
        <p:spPr>
          <a:xfrm xmlns:a="http://schemas.openxmlformats.org/drawingml/2006/main">
            <a:off x="609600" y="531495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B62FBE48-3EB5-4944-BBE4-B5724E1A62EF}"/>
              </a:ext>
            </a:extLst>
          </p:cNvPr>
          <p:cNvSpPr>
            <a:spLocks xmlns:a="http://schemas.openxmlformats.org/drawingml/2006/main" noGrp="1"/>
          </p:cNvSpPr>
          <p:nvPr/>
        </p:nvSpPr>
        <p:spPr>
          <a:xfrm xmlns:a="http://schemas.openxmlformats.org/drawingml/2006/main">
            <a:off x="6381750" y="5314950"/>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Tree>
    <p:extLst>
      <p:ext uri="{BB962C8B-B14F-4D97-AF65-F5344CB8AC3E}">
        <p14:creationId xmlns:p14="http://schemas.microsoft.com/office/powerpoint/2010/main" val="154918639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접근할 정보와 정할 목표">
            <a:extLst xmlns:a="http://schemas.openxmlformats.org/drawingml/2006/main">
              <a:ext uri="{FF2B5EF4-FFF2-40B4-BE49-F238E27FC236}">
                <a16:creationId xmlns:a16="http://schemas.microsoft.com/office/drawing/2014/main" id="{F17C42FD-B768-42BE-9E3C-16F606565C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BE7329A9-D5A1-4818-BE56-2C51C239CF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7CB3C1A5-35E7-476B-A7AC-FE5E8B7CF7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30D7A0A9-0FDD-4C31-8B37-EBFD71A9100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731D775F-954B-40A0-A4B3-628F7FFEFE0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FD912FF8-4860-4071-A5F1-373052A474B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DF8EA584-4579-4E8A-A5C5-1BAE09E3B77F}"/>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753A56A-7D33-420B-BA3F-0C5D48989794}"/>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1D914B2E-75B2-481D-A781-6B652FDB449D}"/>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75025A93-A4EB-4EFE-BA82-32DB5B8FB9AD}"/>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83E4B494-D626-4161-B48D-B209861140E2}"/>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A65A9012-4DB5-40BE-B420-C1FECC235171}"/>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B5635FB6-5AB4-4E08-9520-3FFE2291A896}"/>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68D7A185-BEDD-4417-95DE-02151587EEA2}"/>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Tree>
    <p:extLst>
      <p:ext uri="{BB962C8B-B14F-4D97-AF65-F5344CB8AC3E}">
        <p14:creationId xmlns:p14="http://schemas.microsoft.com/office/powerpoint/2010/main" val="27509160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0 · 다음 질문">
            <a:extLst xmlns:a="http://schemas.openxmlformats.org/drawingml/2006/main">
              <a:ext uri="{FF2B5EF4-FFF2-40B4-BE49-F238E27FC236}">
                <a16:creationId xmlns:a16="http://schemas.microsoft.com/office/drawing/2014/main" id="{8BB65CE6-D507-4200-9F03-A42CD947F7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다음 질문</a:t>
            </a:r>
          </a:p>
        </p:txBody>
      </p:sp>
      <p:sp>
        <p:nvSpPr>
          <p:cNvPr id="2" name="S09">
            <a:extLst xmlns:a="http://schemas.openxmlformats.org/drawingml/2006/main">
              <a:ext uri="{FF2B5EF4-FFF2-40B4-BE49-F238E27FC236}">
                <a16:creationId xmlns:a16="http://schemas.microsoft.com/office/drawing/2014/main" id="{F9A836FD-7DD7-4057-9735-E7AA9BC093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85663641-DFE6-49E4-A596-025832AC5C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E94C4E0A-99F9-4017-BCD4-DF2B324AE45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2FD1610E-B220-48A9-AD23-E6A569CCF70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6F468252-2742-405D-9C33-70AD704BC80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CB2506BD-7712-49F5-A44E-D5146B634087}"/>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01AD4026-1CA5-4978-937F-A431D61DC377}"/>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806E6F64-5504-477D-B47F-FEDB93B70307}"/>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C1A88828-3907-4144-ADA7-7D769948803E}"/>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Tree>
    <p:extLst>
      <p:ext uri="{BB962C8B-B14F-4D97-AF65-F5344CB8AC3E}">
        <p14:creationId xmlns:p14="http://schemas.microsoft.com/office/powerpoint/2010/main" val="75739180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모호한 작업 요청">
            <a:extLst xmlns:a="http://schemas.openxmlformats.org/drawingml/2006/main">
              <a:ext uri="{FF2B5EF4-FFF2-40B4-BE49-F238E27FC236}">
                <a16:creationId xmlns:a16="http://schemas.microsoft.com/office/drawing/2014/main" id="{1E53EA32-1D51-4A2B-9452-E5D4E5D231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0">
            <a:extLst xmlns:a="http://schemas.openxmlformats.org/drawingml/2006/main">
              <a:ext uri="{FF2B5EF4-FFF2-40B4-BE49-F238E27FC236}">
                <a16:creationId xmlns:a16="http://schemas.microsoft.com/office/drawing/2014/main" id="{61D48C9C-64A9-410C-A74D-CF173FEB22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Task에는 무엇이 아직 정해지지 않았을까?">
            <a:extLst xmlns:a="http://schemas.openxmlformats.org/drawingml/2006/main">
              <a:ext uri="{FF2B5EF4-FFF2-40B4-BE49-F238E27FC236}">
                <a16:creationId xmlns:a16="http://schemas.microsoft.com/office/drawing/2014/main" id="{0940044B-A731-46B0-BEFD-496C9C005B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98BC6CEE-4E4E-4C01-95C8-C3461E4A1D9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실제 Agent 실패나 Trial 결과가 아님">
            <a:extLst xmlns:a="http://schemas.openxmlformats.org/drawingml/2006/main">
              <a:ext uri="{FF2B5EF4-FFF2-40B4-BE49-F238E27FC236}">
                <a16:creationId xmlns:a16="http://schemas.microsoft.com/office/drawing/2014/main" id="{5F42CFAA-552B-4EAE-88D0-5A988E5BEB8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실제 Agent 실패나 Trial 결과가 아님</a:t>
            </a:r>
          </a:p>
        </p:txBody>
      </p:sp>
      <p:sp>
        <p:nvSpPr>
          <p:cNvPr id="6" name="Repository는 열려 있어도 작업의 목표·보존 조건·완료 기준이 자동으로 정해지지는 않습니다.">
            <a:extLst xmlns:a="http://schemas.openxmlformats.org/drawingml/2006/main">
              <a:ext uri="{FF2B5EF4-FFF2-40B4-BE49-F238E27FC236}">
                <a16:creationId xmlns:a16="http://schemas.microsoft.com/office/drawing/2014/main" id="{5FFCA50D-508A-4F85-94BC-8A1164F1FC1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Repository는 열려 있어도 작업의 목표·보존 조건·완료 기준이 자동으로 정해지지는 않습니다.</a:t>
            </a:r>
          </a:p>
        </p:txBody>
      </p:sp>
      <p:sp>
        <p:nvSpPr>
          <p:cNvPr id="7" name="같은 Repository를 보고 있습니다.">
            <a:extLst xmlns:a="http://schemas.openxmlformats.org/drawingml/2006/main">
              <a:ext uri="{FF2B5EF4-FFF2-40B4-BE49-F238E27FC236}">
                <a16:creationId xmlns:a16="http://schemas.microsoft.com/office/drawing/2014/main" id="{4359BA3D-442F-4B9A-85CD-D546AD6FEA3D}"/>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606E9004-A94B-40BA-9A16-C8DA5F406696}"/>
              </a:ext>
            </a:extLst>
          </p:cNvPr>
          <p:cNvSpPr>
            <a:spLocks xmlns:a="http://schemas.openxmlformats.org/drawingml/2006/main" noGrp="1"/>
          </p:cNvSpPr>
          <p:nvPr/>
        </p:nvSpPr>
        <p:spPr>
          <a:xfrm xmlns:a="http://schemas.openxmlformats.org/drawingml/2006/main">
            <a:off x="609600" y="2952750"/>
            <a:ext cx="5391150" cy="1771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filter 성능 개선해줘.”">
            <a:extLst xmlns:a="http://schemas.openxmlformats.org/drawingml/2006/main">
              <a:ext uri="{FF2B5EF4-FFF2-40B4-BE49-F238E27FC236}">
                <a16:creationId xmlns:a16="http://schemas.microsoft.com/office/drawing/2014/main" id="{0AA9A667-11DE-4301-908E-E5C3E645AEE0}"/>
              </a:ext>
            </a:extLst>
          </p:cNvPr>
          <p:cNvSpPr>
            <a:spLocks xmlns:a="http://schemas.openxmlformats.org/drawingml/2006/main" noGrp="1"/>
          </p:cNvSpPr>
          <p:nvPr/>
        </p:nvSpPr>
        <p:spPr>
          <a:xfrm xmlns:a="http://schemas.openxmlformats.org/drawingml/2006/main">
            <a:off x="838200" y="3238500"/>
            <a:ext cx="49339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“filter 성능 개선해줘.”</a:t>
            </a:r>
          </a:p>
        </p:txBody>
      </p:sp>
      <p:sp>
        <p:nvSpPr>
          <p:cNvPr id="10" name="무엇을 바꿀까?">
            <a:extLst xmlns:a="http://schemas.openxmlformats.org/drawingml/2006/main">
              <a:ext uri="{FF2B5EF4-FFF2-40B4-BE49-F238E27FC236}">
                <a16:creationId xmlns:a16="http://schemas.microsoft.com/office/drawing/2014/main" id="{06E6B3E0-3EE5-465B-9B22-7EBBD0CFB2D4}"/>
              </a:ext>
            </a:extLst>
          </p:cNvPr>
          <p:cNvSpPr>
            <a:spLocks xmlns:a="http://schemas.openxmlformats.org/drawingml/2006/main" noGrp="1"/>
          </p:cNvSpPr>
          <p:nvPr/>
        </p:nvSpPr>
        <p:spPr>
          <a:xfrm xmlns:a="http://schemas.openxmlformats.org/drawingml/2006/main">
            <a:off x="6705600" y="28479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바꿀까?</a:t>
            </a:r>
          </a:p>
        </p:txBody>
      </p:sp>
      <p:sp>
        <p:nvSpPr>
          <p:cNvPr id="11" name="">
            <a:extLst xmlns:a="http://schemas.openxmlformats.org/drawingml/2006/main">
              <a:ext uri="{FF2B5EF4-FFF2-40B4-BE49-F238E27FC236}">
                <a16:creationId xmlns:a16="http://schemas.microsoft.com/office/drawing/2014/main" id="{28D902E6-4910-426A-93B6-5A9FC3E2F588}"/>
              </a:ext>
            </a:extLst>
          </p:cNvPr>
          <p:cNvSpPr>
            <a:spLocks xmlns:a="http://schemas.openxmlformats.org/drawingml/2006/main" noGrp="1"/>
          </p:cNvSpPr>
          <p:nvPr/>
        </p:nvSpPr>
        <p:spPr>
          <a:xfrm xmlns:a="http://schemas.openxmlformats.org/drawingml/2006/main">
            <a:off x="6705600" y="346710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무엇을 그대로 지킬까?">
            <a:extLst xmlns:a="http://schemas.openxmlformats.org/drawingml/2006/main">
              <a:ext uri="{FF2B5EF4-FFF2-40B4-BE49-F238E27FC236}">
                <a16:creationId xmlns:a16="http://schemas.microsoft.com/office/drawing/2014/main" id="{F0CE2D0C-FE3D-4B14-90EF-312E419CA322}"/>
              </a:ext>
            </a:extLst>
          </p:cNvPr>
          <p:cNvSpPr>
            <a:spLocks xmlns:a="http://schemas.openxmlformats.org/drawingml/2006/main" noGrp="1"/>
          </p:cNvSpPr>
          <p:nvPr/>
        </p:nvSpPr>
        <p:spPr>
          <a:xfrm xmlns:a="http://schemas.openxmlformats.org/drawingml/2006/main">
            <a:off x="6705600" y="37623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그대로 지킬까?</a:t>
            </a:r>
          </a:p>
        </p:txBody>
      </p:sp>
      <p:sp>
        <p:nvSpPr>
          <p:cNvPr id="13" name="">
            <a:extLst xmlns:a="http://schemas.openxmlformats.org/drawingml/2006/main">
              <a:ext uri="{FF2B5EF4-FFF2-40B4-BE49-F238E27FC236}">
                <a16:creationId xmlns:a16="http://schemas.microsoft.com/office/drawing/2014/main" id="{0D15ECA7-4332-4961-B6E4-523647794C99}"/>
              </a:ext>
            </a:extLst>
          </p:cNvPr>
          <p:cNvSpPr>
            <a:spLocks xmlns:a="http://schemas.openxmlformats.org/drawingml/2006/main" noGrp="1"/>
          </p:cNvSpPr>
          <p:nvPr/>
        </p:nvSpPr>
        <p:spPr>
          <a:xfrm xmlns:a="http://schemas.openxmlformats.org/drawingml/2006/main">
            <a:off x="6705600" y="438150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을 보면 끝났다고 할까?">
            <a:extLst xmlns:a="http://schemas.openxmlformats.org/drawingml/2006/main">
              <a:ext uri="{FF2B5EF4-FFF2-40B4-BE49-F238E27FC236}">
                <a16:creationId xmlns:a16="http://schemas.microsoft.com/office/drawing/2014/main" id="{7784B6A9-4804-4A8B-9DAF-2346DC87D67E}"/>
              </a:ext>
            </a:extLst>
          </p:cNvPr>
          <p:cNvSpPr>
            <a:spLocks xmlns:a="http://schemas.openxmlformats.org/drawingml/2006/main" noGrp="1"/>
          </p:cNvSpPr>
          <p:nvPr/>
        </p:nvSpPr>
        <p:spPr>
          <a:xfrm xmlns:a="http://schemas.openxmlformats.org/drawingml/2006/main">
            <a:off x="6705600" y="46767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보면 끝났다고 할까?</a:t>
            </a:r>
          </a:p>
        </p:txBody>
      </p:sp>
      <p:sp>
        <p:nvSpPr>
          <p:cNvPr id="15" name="">
            <a:extLst xmlns:a="http://schemas.openxmlformats.org/drawingml/2006/main">
              <a:ext uri="{FF2B5EF4-FFF2-40B4-BE49-F238E27FC236}">
                <a16:creationId xmlns:a16="http://schemas.microsoft.com/office/drawing/2014/main" id="{8AE27A6C-35AA-4DE7-88BF-695566949B4B}"/>
              </a:ext>
            </a:extLst>
          </p:cNvPr>
          <p:cNvSpPr>
            <a:spLocks xmlns:a="http://schemas.openxmlformats.org/drawingml/2006/main" noGrp="1"/>
          </p:cNvSpPr>
          <p:nvPr/>
        </p:nvSpPr>
        <p:spPr>
          <a:xfrm xmlns:a="http://schemas.openxmlformats.org/drawingml/2006/main">
            <a:off x="6705600" y="529590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99645057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요청에 남아 있는 결정">
            <a:extLst xmlns:a="http://schemas.openxmlformats.org/drawingml/2006/main">
              <a:ext uri="{FF2B5EF4-FFF2-40B4-BE49-F238E27FC236}">
                <a16:creationId xmlns:a16="http://schemas.microsoft.com/office/drawing/2014/main" id="{A23FDCDB-2D24-4860-8D1C-3EE9E5E0E7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남아 있는 결정</a:t>
            </a:r>
          </a:p>
        </p:txBody>
      </p:sp>
      <p:sp>
        <p:nvSpPr>
          <p:cNvPr id="2" name="S11">
            <a:extLst xmlns:a="http://schemas.openxmlformats.org/drawingml/2006/main">
              <a:ext uri="{FF2B5EF4-FFF2-40B4-BE49-F238E27FC236}">
                <a16:creationId xmlns:a16="http://schemas.microsoft.com/office/drawing/2014/main" id="{6D49AE66-482C-468B-BD8C-DBA9977450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요청만으로는 의도가 보이지 않는다">
            <a:extLst xmlns:a="http://schemas.openxmlformats.org/drawingml/2006/main">
              <a:ext uri="{FF2B5EF4-FFF2-40B4-BE49-F238E27FC236}">
                <a16:creationId xmlns:a16="http://schemas.microsoft.com/office/drawing/2014/main" id="{25D478CE-AAB5-4EB8-96CD-E64BB83366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96DB37C5-F508-4EDF-AD9A-850F2785576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TRIAL-002의 실제 Prompt가 아님">
            <a:extLst xmlns:a="http://schemas.openxmlformats.org/drawingml/2006/main">
              <a:ext uri="{FF2B5EF4-FFF2-40B4-BE49-F238E27FC236}">
                <a16:creationId xmlns:a16="http://schemas.microsoft.com/office/drawing/2014/main" id="{A9BEB080-8C7E-451E-A9D6-9A915D50EAA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TRIAL-002의 실제 Prompt가 아님</a:t>
            </a:r>
          </a:p>
        </p:txBody>
      </p:sp>
      <p:sp>
        <p:nvSpPr>
          <p:cNvPr id="6" name="짧은 요청을 비난하거나 이 요청이 특정 실패를 만들었다고 주장하지 않습니다.">
            <a:extLst xmlns:a="http://schemas.openxmlformats.org/drawingml/2006/main">
              <a:ext uri="{FF2B5EF4-FFF2-40B4-BE49-F238E27FC236}">
                <a16:creationId xmlns:a16="http://schemas.microsoft.com/office/drawing/2014/main" id="{6D76E54D-1652-4FC4-B7DC-D2F006D671F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요청을 비난하거나 이 요청이 특정 실패를 만들었다고 주장하지 않습니다.</a:t>
            </a:r>
          </a:p>
        </p:txBody>
      </p:sp>
      <p:sp>
        <p:nvSpPr>
          <p:cNvPr id="7" name="“crop test 고쳐줘”">
            <a:extLst xmlns:a="http://schemas.openxmlformats.org/drawingml/2006/main">
              <a:ext uri="{FF2B5EF4-FFF2-40B4-BE49-F238E27FC236}">
                <a16:creationId xmlns:a16="http://schemas.microsoft.com/office/drawing/2014/main" id="{FEF90C3B-CD52-430F-B9C8-04516D4FCF27}"/>
              </a:ext>
            </a:extLst>
          </p:cNvPr>
          <p:cNvSpPr>
            <a:spLocks xmlns:a="http://schemas.openxmlformats.org/drawingml/2006/main" noGrp="1"/>
          </p:cNvSpPr>
          <p:nvPr/>
        </p:nvSpPr>
        <p:spPr>
          <a:xfrm xmlns:a="http://schemas.openxmlformats.org/drawingml/2006/main">
            <a:off x="609600" y="21717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212B"/>
                </a:solidFill>
                <a:latin typeface="Malgun Gothic"/>
                <a:ea typeface="Malgun Gothic"/>
                <a:cs typeface="Malgun Gothic"/>
              </a:defRPr>
            </a:defPPr>
            <a:lvl1pPr algn="l">
              <a:defRPr sz="3750" b="1">
                <a:solidFill>
                  <a:srgbClr val="17212B"/>
                </a:solidFill>
                <a:latin typeface="Malgun Gothic"/>
                <a:ea typeface="Malgun Gothic"/>
                <a:cs typeface="Malgun Gothic"/>
              </a:defRPr>
            </a:lvl1pPr>
            <a:lvl2pPr algn="l">
              <a:defRPr sz="3750" b="1">
                <a:solidFill>
                  <a:srgbClr val="17212B"/>
                </a:solidFill>
                <a:latin typeface="Malgun Gothic"/>
                <a:ea typeface="Malgun Gothic"/>
                <a:cs typeface="Malgun Gothic"/>
              </a:defRPr>
            </a:lvl2pPr>
            <a:lvl3pPr algn="l">
              <a:defRPr sz="3750" b="1">
                <a:solidFill>
                  <a:srgbClr val="17212B"/>
                </a:solidFill>
                <a:latin typeface="Malgun Gothic"/>
                <a:ea typeface="Malgun Gothic"/>
                <a:cs typeface="Malgun Gothic"/>
              </a:defRPr>
            </a:lvl3pPr>
            <a:lvl4pPr algn="l">
              <a:defRPr sz="3750" b="1">
                <a:solidFill>
                  <a:srgbClr val="17212B"/>
                </a:solidFill>
                <a:latin typeface="Malgun Gothic"/>
                <a:ea typeface="Malgun Gothic"/>
                <a:cs typeface="Malgun Gothic"/>
              </a:defRPr>
            </a:lvl4pPr>
            <a:lvl5pPr algn="l">
              <a:defRPr sz="3750" b="1">
                <a:solidFill>
                  <a:srgbClr val="17212B"/>
                </a:solidFill>
                <a:latin typeface="Malgun Gothic"/>
                <a:ea typeface="Malgun Gothic"/>
                <a:cs typeface="Malgun Gothic"/>
              </a:defRPr>
            </a:lvl5pPr>
            <a:lvl6pPr algn="l">
              <a:defRPr sz="3750" b="1">
                <a:solidFill>
                  <a:srgbClr val="17212B"/>
                </a:solidFill>
                <a:latin typeface="Malgun Gothic"/>
                <a:ea typeface="Malgun Gothic"/>
                <a:cs typeface="Malgun Gothic"/>
              </a:defRPr>
            </a:lvl6pPr>
            <a:lvl7pPr algn="l">
              <a:defRPr sz="3750" b="1">
                <a:solidFill>
                  <a:srgbClr val="17212B"/>
                </a:solidFill>
                <a:latin typeface="Malgun Gothic"/>
                <a:ea typeface="Malgun Gothic"/>
                <a:cs typeface="Malgun Gothic"/>
              </a:defRPr>
            </a:lvl7pPr>
            <a:lvl8pPr algn="l">
              <a:defRPr sz="3750" b="1">
                <a:solidFill>
                  <a:srgbClr val="17212B"/>
                </a:solidFill>
                <a:latin typeface="Malgun Gothic"/>
                <a:ea typeface="Malgun Gothic"/>
                <a:cs typeface="Malgun Gothic"/>
              </a:defRPr>
            </a:lvl8pPr>
            <a:lvl9pPr algn="l">
              <a:defRPr sz="3750" b="1">
                <a:solidFill>
                  <a:srgbClr val="17212B"/>
                </a:solidFill>
                <a:latin typeface="Malgun Gothic"/>
                <a:ea typeface="Malgun Gothic"/>
                <a:cs typeface="Malgun Gothic"/>
              </a:defRPr>
            </a:lvl9pPr>
          </a:lstStyle>
          <a:p xmlns:a="http://schemas.openxmlformats.org/drawingml/2006/main">
            <a:pPr algn="l">
              <a:defRPr sz="3750" b="1">
                <a:solidFill>
                  <a:srgbClr val="17212B"/>
                </a:solidFill>
                <a:latin typeface="Malgun Gothic"/>
                <a:ea typeface="Malgun Gothic"/>
                <a:cs typeface="Malgun Gothic"/>
              </a:defRPr>
            </a:pPr>
            <a:r>
              <a:rPr sz="3750" b="1">
                <a:solidFill>
                  <a:srgbClr val="17212B"/>
                </a:solidFill>
                <a:latin typeface="Malgun Gothic"/>
                <a:ea typeface="Malgun Gothic"/>
                <a:cs typeface="Malgun Gothic"/>
              </a:rPr>
              <a:t>“crop test 고쳐줘”</a:t>
            </a:r>
          </a:p>
        </p:txBody>
      </p:sp>
      <p:sp>
        <p:nvSpPr>
          <p:cNvPr id="8" name="테스트를 바꿀까?">
            <a:extLst xmlns:a="http://schemas.openxmlformats.org/drawingml/2006/main">
              <a:ext uri="{FF2B5EF4-FFF2-40B4-BE49-F238E27FC236}">
                <a16:creationId xmlns:a16="http://schemas.microsoft.com/office/drawing/2014/main" id="{4D330C7C-8075-4635-AA04-FE410F86EA3A}"/>
              </a:ext>
            </a:extLst>
          </p:cNvPr>
          <p:cNvSpPr>
            <a:spLocks xmlns:a="http://schemas.openxmlformats.org/drawingml/2006/main" noGrp="1"/>
          </p:cNvSpPr>
          <p:nvPr/>
        </p:nvSpPr>
        <p:spPr>
          <a:xfrm xmlns:a="http://schemas.openxmlformats.org/drawingml/2006/main">
            <a:off x="609600" y="3276600"/>
            <a:ext cx="5200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테스트를 바꿀까?</a:t>
            </a:r>
          </a:p>
        </p:txBody>
      </p:sp>
      <p:sp>
        <p:nvSpPr>
          <p:cNvPr id="9" name="구현을 바꿀까?">
            <a:extLst xmlns:a="http://schemas.openxmlformats.org/drawingml/2006/main">
              <a:ext uri="{FF2B5EF4-FFF2-40B4-BE49-F238E27FC236}">
                <a16:creationId xmlns:a16="http://schemas.microsoft.com/office/drawing/2014/main" id="{E39A027B-03EB-49AA-BF5F-FB89AD5D85AD}"/>
              </a:ext>
            </a:extLst>
          </p:cNvPr>
          <p:cNvSpPr>
            <a:spLocks xmlns:a="http://schemas.openxmlformats.org/drawingml/2006/main" noGrp="1"/>
          </p:cNvSpPr>
          <p:nvPr/>
        </p:nvSpPr>
        <p:spPr>
          <a:xfrm xmlns:a="http://schemas.openxmlformats.org/drawingml/2006/main">
            <a:off x="6705600" y="3276600"/>
            <a:ext cx="4876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구현을 바꿀까?</a:t>
            </a:r>
          </a:p>
        </p:txBody>
      </p:sp>
      <p:sp>
        <p:nvSpPr>
          <p:cNvPr id="10" name="">
            <a:extLst xmlns:a="http://schemas.openxmlformats.org/drawingml/2006/main">
              <a:ext uri="{FF2B5EF4-FFF2-40B4-BE49-F238E27FC236}">
                <a16:creationId xmlns:a16="http://schemas.microsoft.com/office/drawing/2014/main" id="{20BC270E-6B3E-4794-B08A-C0046E9A4E52}"/>
              </a:ext>
            </a:extLst>
          </p:cNvPr>
          <p:cNvSpPr>
            <a:spLocks xmlns:a="http://schemas.openxmlformats.org/drawingml/2006/main" noGrp="1"/>
          </p:cNvSpPr>
          <p:nvPr/>
        </p:nvSpPr>
        <p:spPr>
          <a:xfrm xmlns:a="http://schemas.openxmlformats.org/drawingml/2006/main">
            <a:off x="609600" y="4229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아직 정해지지 않은 정보">
            <a:extLst xmlns:a="http://schemas.openxmlformats.org/drawingml/2006/main">
              <a:ext uri="{FF2B5EF4-FFF2-40B4-BE49-F238E27FC236}">
                <a16:creationId xmlns:a16="http://schemas.microsoft.com/office/drawing/2014/main" id="{803DB0FE-FA09-4856-9241-454BD4245DAB}"/>
              </a:ext>
            </a:extLst>
          </p:cNvPr>
          <p:cNvSpPr>
            <a:spLocks xmlns:a="http://schemas.openxmlformats.org/drawingml/2006/main" noGrp="1"/>
          </p:cNvSpPr>
          <p:nvPr/>
        </p:nvSpPr>
        <p:spPr>
          <a:xfrm xmlns:a="http://schemas.openxmlformats.org/drawingml/2006/main">
            <a:off x="609600" y="45529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정해지지 않은 정보</a:t>
            </a:r>
          </a:p>
        </p:txBody>
      </p:sp>
      <p:sp>
        <p:nvSpPr>
          <p:cNvPr id="12" name="목표의 세부 ?">
            <a:extLst xmlns:a="http://schemas.openxmlformats.org/drawingml/2006/main">
              <a:ext uri="{FF2B5EF4-FFF2-40B4-BE49-F238E27FC236}">
                <a16:creationId xmlns:a16="http://schemas.microsoft.com/office/drawing/2014/main" id="{2C1F2C41-4166-4C55-B556-E51993B802AC}"/>
              </a:ext>
            </a:extLst>
          </p:cNvPr>
          <p:cNvSpPr>
            <a:spLocks xmlns:a="http://schemas.openxmlformats.org/drawingml/2006/main" noGrp="1"/>
          </p:cNvSpPr>
          <p:nvPr/>
        </p:nvSpPr>
        <p:spPr>
          <a:xfrm xmlns:a="http://schemas.openxmlformats.org/drawingml/2006/main">
            <a:off x="60960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목표의 세부 ?</a:t>
            </a:r>
          </a:p>
        </p:txBody>
      </p:sp>
      <p:sp>
        <p:nvSpPr>
          <p:cNvPr id="13" name="보존 조건 ?">
            <a:extLst xmlns:a="http://schemas.openxmlformats.org/drawingml/2006/main">
              <a:ext uri="{FF2B5EF4-FFF2-40B4-BE49-F238E27FC236}">
                <a16:creationId xmlns:a16="http://schemas.microsoft.com/office/drawing/2014/main" id="{EBED5826-5CE4-4659-8CA8-0B9689D15212}"/>
              </a:ext>
            </a:extLst>
          </p:cNvPr>
          <p:cNvSpPr>
            <a:spLocks xmlns:a="http://schemas.openxmlformats.org/drawingml/2006/main" noGrp="1"/>
          </p:cNvSpPr>
          <p:nvPr/>
        </p:nvSpPr>
        <p:spPr>
          <a:xfrm xmlns:a="http://schemas.openxmlformats.org/drawingml/2006/main">
            <a:off x="283845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보존 조건 ?</a:t>
            </a:r>
          </a:p>
        </p:txBody>
      </p:sp>
      <p:sp>
        <p:nvSpPr>
          <p:cNvPr id="14" name="수정 범위 ?">
            <a:extLst xmlns:a="http://schemas.openxmlformats.org/drawingml/2006/main">
              <a:ext uri="{FF2B5EF4-FFF2-40B4-BE49-F238E27FC236}">
                <a16:creationId xmlns:a16="http://schemas.microsoft.com/office/drawing/2014/main" id="{F3E864AF-9AEF-4AA7-B3F2-E1A57D491B39}"/>
              </a:ext>
            </a:extLst>
          </p:cNvPr>
          <p:cNvSpPr>
            <a:spLocks xmlns:a="http://schemas.openxmlformats.org/drawingml/2006/main" noGrp="1"/>
          </p:cNvSpPr>
          <p:nvPr/>
        </p:nvSpPr>
        <p:spPr>
          <a:xfrm xmlns:a="http://schemas.openxmlformats.org/drawingml/2006/main">
            <a:off x="506730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수정 범위 ?</a:t>
            </a:r>
          </a:p>
        </p:txBody>
      </p:sp>
      <p:sp>
        <p:nvSpPr>
          <p:cNvPr id="15" name="확인 근거 ?">
            <a:extLst xmlns:a="http://schemas.openxmlformats.org/drawingml/2006/main">
              <a:ext uri="{FF2B5EF4-FFF2-40B4-BE49-F238E27FC236}">
                <a16:creationId xmlns:a16="http://schemas.microsoft.com/office/drawing/2014/main" id="{4D7990F0-7986-4397-BF2A-762E11B60E69}"/>
              </a:ext>
            </a:extLst>
          </p:cNvPr>
          <p:cNvSpPr>
            <a:spLocks xmlns:a="http://schemas.openxmlformats.org/drawingml/2006/main" noGrp="1"/>
          </p:cNvSpPr>
          <p:nvPr/>
        </p:nvSpPr>
        <p:spPr>
          <a:xfrm xmlns:a="http://schemas.openxmlformats.org/drawingml/2006/main">
            <a:off x="729615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확인 근거 ?</a:t>
            </a:r>
          </a:p>
        </p:txBody>
      </p:sp>
      <p:sp>
        <p:nvSpPr>
          <p:cNvPr id="16" name="완료 조건 ?">
            <a:extLst xmlns:a="http://schemas.openxmlformats.org/drawingml/2006/main">
              <a:ext uri="{FF2B5EF4-FFF2-40B4-BE49-F238E27FC236}">
                <a16:creationId xmlns:a16="http://schemas.microsoft.com/office/drawing/2014/main" id="{497E5FB4-8E8B-456D-8040-E0250BDE913F}"/>
              </a:ext>
            </a:extLst>
          </p:cNvPr>
          <p:cNvSpPr>
            <a:spLocks xmlns:a="http://schemas.openxmlformats.org/drawingml/2006/main" noGrp="1"/>
          </p:cNvSpPr>
          <p:nvPr/>
        </p:nvSpPr>
        <p:spPr>
          <a:xfrm xmlns:a="http://schemas.openxmlformats.org/drawingml/2006/main">
            <a:off x="952500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완료 조건 ?</a:t>
            </a:r>
          </a:p>
        </p:txBody>
      </p:sp>
    </p:spTree>
    <p:extLst>
      <p:ext uri="{BB962C8B-B14F-4D97-AF65-F5344CB8AC3E}">
        <p14:creationId xmlns:p14="http://schemas.microsoft.com/office/powerpoint/2010/main" val="33738214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요청을 보내기 전의 질문">
            <a:extLst xmlns:a="http://schemas.openxmlformats.org/drawingml/2006/main">
              <a:ext uri="{FF2B5EF4-FFF2-40B4-BE49-F238E27FC236}">
                <a16:creationId xmlns:a16="http://schemas.microsoft.com/office/drawing/2014/main" id="{E2088745-5935-473F-ADC3-2A474F47FF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2">
            <a:extLst xmlns:a="http://schemas.openxmlformats.org/drawingml/2006/main">
              <a:ext uri="{FF2B5EF4-FFF2-40B4-BE49-F238E27FC236}">
                <a16:creationId xmlns:a16="http://schemas.microsoft.com/office/drawing/2014/main" id="{5449F754-D1E4-4AEC-A412-6CABD0296C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개발자가 정해야 하는 경계">
            <a:extLst xmlns:a="http://schemas.openxmlformats.org/drawingml/2006/main">
              <a:ext uri="{FF2B5EF4-FFF2-40B4-BE49-F238E27FC236}">
                <a16:creationId xmlns:a16="http://schemas.microsoft.com/office/drawing/2014/main" id="{C4DDCAA9-813A-4182-A75E-1FE5BD8928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4C9023F5-C6F4-4CE0-836F-08839472596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5C7A938E-32A1-48B0-AFF1-84C3BE5C97E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076ACE76-A3C5-45CE-81EB-87633DC8312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01">
            <a:extLst xmlns:a="http://schemas.openxmlformats.org/drawingml/2006/main">
              <a:ext uri="{FF2B5EF4-FFF2-40B4-BE49-F238E27FC236}">
                <a16:creationId xmlns:a16="http://schemas.microsoft.com/office/drawing/2014/main" id="{78D1CB15-830E-473E-B9F6-F4B95A069CC2}"/>
              </a:ext>
            </a:extLst>
          </p:cNvPr>
          <p:cNvSpPr>
            <a:spLocks xmlns:a="http://schemas.openxmlformats.org/drawingml/2006/main" noGrp="1"/>
          </p:cNvSpPr>
          <p:nvPr/>
        </p:nvSpPr>
        <p:spPr>
          <a:xfrm xmlns:a="http://schemas.openxmlformats.org/drawingml/2006/main">
            <a:off x="609600" y="2133600"/>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8" name="무엇을 바꿀까?">
            <a:extLst xmlns:a="http://schemas.openxmlformats.org/drawingml/2006/main">
              <a:ext uri="{FF2B5EF4-FFF2-40B4-BE49-F238E27FC236}">
                <a16:creationId xmlns:a16="http://schemas.microsoft.com/office/drawing/2014/main" id="{13D8A5B6-F8E1-4364-B50F-B34789E6A9A7}"/>
              </a:ext>
            </a:extLst>
          </p:cNvPr>
          <p:cNvSpPr>
            <a:spLocks xmlns:a="http://schemas.openxmlformats.org/drawingml/2006/main" noGrp="1"/>
          </p:cNvSpPr>
          <p:nvPr/>
        </p:nvSpPr>
        <p:spPr>
          <a:xfrm xmlns:a="http://schemas.openxmlformats.org/drawingml/2006/main">
            <a:off x="1619250" y="2133600"/>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무엇을 바꿀까?</a:t>
            </a:r>
          </a:p>
        </p:txBody>
      </p:sp>
      <p:sp>
        <p:nvSpPr>
          <p:cNvPr id="9" name="">
            <a:extLst xmlns:a="http://schemas.openxmlformats.org/drawingml/2006/main">
              <a:ext uri="{FF2B5EF4-FFF2-40B4-BE49-F238E27FC236}">
                <a16:creationId xmlns:a16="http://schemas.microsoft.com/office/drawing/2014/main" id="{28C558AD-CE1D-4C96-993F-143009EF70C4}"/>
              </a:ext>
            </a:extLst>
          </p:cNvPr>
          <p:cNvSpPr>
            <a:spLocks xmlns:a="http://schemas.openxmlformats.org/drawingml/2006/main" noGrp="1"/>
          </p:cNvSpPr>
          <p:nvPr/>
        </p:nvSpPr>
        <p:spPr>
          <a:xfrm xmlns:a="http://schemas.openxmlformats.org/drawingml/2006/main">
            <a:off x="1619250" y="2676525"/>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02">
            <a:extLst xmlns:a="http://schemas.openxmlformats.org/drawingml/2006/main">
              <a:ext uri="{FF2B5EF4-FFF2-40B4-BE49-F238E27FC236}">
                <a16:creationId xmlns:a16="http://schemas.microsoft.com/office/drawing/2014/main" id="{DC7BEF19-2F11-4D7D-BA1E-3F6A414C7088}"/>
              </a:ext>
            </a:extLst>
          </p:cNvPr>
          <p:cNvSpPr>
            <a:spLocks xmlns:a="http://schemas.openxmlformats.org/drawingml/2006/main" noGrp="1"/>
          </p:cNvSpPr>
          <p:nvPr/>
        </p:nvSpPr>
        <p:spPr>
          <a:xfrm xmlns:a="http://schemas.openxmlformats.org/drawingml/2006/main">
            <a:off x="609600" y="2809875"/>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1" name="무엇을 유지할까?">
            <a:extLst xmlns:a="http://schemas.openxmlformats.org/drawingml/2006/main">
              <a:ext uri="{FF2B5EF4-FFF2-40B4-BE49-F238E27FC236}">
                <a16:creationId xmlns:a16="http://schemas.microsoft.com/office/drawing/2014/main" id="{5608AEEE-999B-46E4-9BE4-00C4FE9F24E4}"/>
              </a:ext>
            </a:extLst>
          </p:cNvPr>
          <p:cNvSpPr>
            <a:spLocks xmlns:a="http://schemas.openxmlformats.org/drawingml/2006/main" noGrp="1"/>
          </p:cNvSpPr>
          <p:nvPr/>
        </p:nvSpPr>
        <p:spPr>
          <a:xfrm xmlns:a="http://schemas.openxmlformats.org/drawingml/2006/main">
            <a:off x="1619250" y="2809875"/>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무엇을 유지할까?</a:t>
            </a:r>
          </a:p>
        </p:txBody>
      </p:sp>
      <p:sp>
        <p:nvSpPr>
          <p:cNvPr id="12" name="">
            <a:extLst xmlns:a="http://schemas.openxmlformats.org/drawingml/2006/main">
              <a:ext uri="{FF2B5EF4-FFF2-40B4-BE49-F238E27FC236}">
                <a16:creationId xmlns:a16="http://schemas.microsoft.com/office/drawing/2014/main" id="{35615AAE-C078-4F0B-8712-82189D068F6C}"/>
              </a:ext>
            </a:extLst>
          </p:cNvPr>
          <p:cNvSpPr>
            <a:spLocks xmlns:a="http://schemas.openxmlformats.org/drawingml/2006/main" noGrp="1"/>
          </p:cNvSpPr>
          <p:nvPr/>
        </p:nvSpPr>
        <p:spPr>
          <a:xfrm xmlns:a="http://schemas.openxmlformats.org/drawingml/2006/main">
            <a:off x="1619250" y="3352800"/>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3">
            <a:extLst xmlns:a="http://schemas.openxmlformats.org/drawingml/2006/main">
              <a:ext uri="{FF2B5EF4-FFF2-40B4-BE49-F238E27FC236}">
                <a16:creationId xmlns:a16="http://schemas.microsoft.com/office/drawing/2014/main" id="{2D955015-1CBB-492A-AA76-9D02E0CE8BF4}"/>
              </a:ext>
            </a:extLst>
          </p:cNvPr>
          <p:cNvSpPr>
            <a:spLocks xmlns:a="http://schemas.openxmlformats.org/drawingml/2006/main" noGrp="1"/>
          </p:cNvSpPr>
          <p:nvPr/>
        </p:nvSpPr>
        <p:spPr>
          <a:xfrm xmlns:a="http://schemas.openxmlformats.org/drawingml/2006/main">
            <a:off x="609600" y="3486150"/>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4" name="어디까지 바꿔도 될까?">
            <a:extLst xmlns:a="http://schemas.openxmlformats.org/drawingml/2006/main">
              <a:ext uri="{FF2B5EF4-FFF2-40B4-BE49-F238E27FC236}">
                <a16:creationId xmlns:a16="http://schemas.microsoft.com/office/drawing/2014/main" id="{CCF8F447-7AF2-4FF7-B850-FE220983512C}"/>
              </a:ext>
            </a:extLst>
          </p:cNvPr>
          <p:cNvSpPr>
            <a:spLocks xmlns:a="http://schemas.openxmlformats.org/drawingml/2006/main" noGrp="1"/>
          </p:cNvSpPr>
          <p:nvPr/>
        </p:nvSpPr>
        <p:spPr>
          <a:xfrm xmlns:a="http://schemas.openxmlformats.org/drawingml/2006/main">
            <a:off x="1619250" y="3486150"/>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어디까지 바꿔도 될까?</a:t>
            </a:r>
          </a:p>
        </p:txBody>
      </p:sp>
      <p:sp>
        <p:nvSpPr>
          <p:cNvPr id="15" name="">
            <a:extLst xmlns:a="http://schemas.openxmlformats.org/drawingml/2006/main">
              <a:ext uri="{FF2B5EF4-FFF2-40B4-BE49-F238E27FC236}">
                <a16:creationId xmlns:a16="http://schemas.microsoft.com/office/drawing/2014/main" id="{F36460E1-481C-4243-B5F4-23CC5076A014}"/>
              </a:ext>
            </a:extLst>
          </p:cNvPr>
          <p:cNvSpPr>
            <a:spLocks xmlns:a="http://schemas.openxmlformats.org/drawingml/2006/main" noGrp="1"/>
          </p:cNvSpPr>
          <p:nvPr/>
        </p:nvSpPr>
        <p:spPr>
          <a:xfrm xmlns:a="http://schemas.openxmlformats.org/drawingml/2006/main">
            <a:off x="1619250" y="4029075"/>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4">
            <a:extLst xmlns:a="http://schemas.openxmlformats.org/drawingml/2006/main">
              <a:ext uri="{FF2B5EF4-FFF2-40B4-BE49-F238E27FC236}">
                <a16:creationId xmlns:a16="http://schemas.microsoft.com/office/drawing/2014/main" id="{8B15B7E7-4856-4EE4-B6F1-388A24262196}"/>
              </a:ext>
            </a:extLst>
          </p:cNvPr>
          <p:cNvSpPr>
            <a:spLocks xmlns:a="http://schemas.openxmlformats.org/drawingml/2006/main" noGrp="1"/>
          </p:cNvSpPr>
          <p:nvPr/>
        </p:nvSpPr>
        <p:spPr>
          <a:xfrm xmlns:a="http://schemas.openxmlformats.org/drawingml/2006/main">
            <a:off x="609600" y="4162425"/>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17" name="무슨 근거로 확인할까?">
            <a:extLst xmlns:a="http://schemas.openxmlformats.org/drawingml/2006/main">
              <a:ext uri="{FF2B5EF4-FFF2-40B4-BE49-F238E27FC236}">
                <a16:creationId xmlns:a16="http://schemas.microsoft.com/office/drawing/2014/main" id="{E320E5A3-1A3B-4488-8724-09200FDEF223}"/>
              </a:ext>
            </a:extLst>
          </p:cNvPr>
          <p:cNvSpPr>
            <a:spLocks xmlns:a="http://schemas.openxmlformats.org/drawingml/2006/main" noGrp="1"/>
          </p:cNvSpPr>
          <p:nvPr/>
        </p:nvSpPr>
        <p:spPr>
          <a:xfrm xmlns:a="http://schemas.openxmlformats.org/drawingml/2006/main">
            <a:off x="1619250" y="4162425"/>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무슨 근거로 확인할까?</a:t>
            </a:r>
          </a:p>
        </p:txBody>
      </p:sp>
      <p:sp>
        <p:nvSpPr>
          <p:cNvPr id="18" name="">
            <a:extLst xmlns:a="http://schemas.openxmlformats.org/drawingml/2006/main">
              <a:ext uri="{FF2B5EF4-FFF2-40B4-BE49-F238E27FC236}">
                <a16:creationId xmlns:a16="http://schemas.microsoft.com/office/drawing/2014/main" id="{DFAE8E09-CFE3-4DEC-8028-71A34F4823FE}"/>
              </a:ext>
            </a:extLst>
          </p:cNvPr>
          <p:cNvSpPr>
            <a:spLocks xmlns:a="http://schemas.openxmlformats.org/drawingml/2006/main" noGrp="1"/>
          </p:cNvSpPr>
          <p:nvPr/>
        </p:nvSpPr>
        <p:spPr>
          <a:xfrm xmlns:a="http://schemas.openxmlformats.org/drawingml/2006/main">
            <a:off x="1619250" y="4705350"/>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5">
            <a:extLst xmlns:a="http://schemas.openxmlformats.org/drawingml/2006/main">
              <a:ext uri="{FF2B5EF4-FFF2-40B4-BE49-F238E27FC236}">
                <a16:creationId xmlns:a16="http://schemas.microsoft.com/office/drawing/2014/main" id="{A0BDD45F-F7FE-4486-AEF3-014067C73B2D}"/>
              </a:ext>
            </a:extLst>
          </p:cNvPr>
          <p:cNvSpPr>
            <a:spLocks xmlns:a="http://schemas.openxmlformats.org/drawingml/2006/main" noGrp="1"/>
          </p:cNvSpPr>
          <p:nvPr/>
        </p:nvSpPr>
        <p:spPr>
          <a:xfrm xmlns:a="http://schemas.openxmlformats.org/drawingml/2006/main">
            <a:off x="609600" y="4838700"/>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05</a:t>
            </a:r>
          </a:p>
        </p:txBody>
      </p:sp>
      <p:sp>
        <p:nvSpPr>
          <p:cNvPr id="20" name="언제 완료라고 할까?">
            <a:extLst xmlns:a="http://schemas.openxmlformats.org/drawingml/2006/main">
              <a:ext uri="{FF2B5EF4-FFF2-40B4-BE49-F238E27FC236}">
                <a16:creationId xmlns:a16="http://schemas.microsoft.com/office/drawing/2014/main" id="{C61CE515-8704-4E00-A125-B63AE2BD192A}"/>
              </a:ext>
            </a:extLst>
          </p:cNvPr>
          <p:cNvSpPr>
            <a:spLocks xmlns:a="http://schemas.openxmlformats.org/drawingml/2006/main" noGrp="1"/>
          </p:cNvSpPr>
          <p:nvPr/>
        </p:nvSpPr>
        <p:spPr>
          <a:xfrm xmlns:a="http://schemas.openxmlformats.org/drawingml/2006/main">
            <a:off x="1619250" y="4838700"/>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언제 완료라고 할까?</a:t>
            </a:r>
          </a:p>
        </p:txBody>
      </p:sp>
    </p:spTree>
    <p:extLst>
      <p:ext uri="{BB962C8B-B14F-4D97-AF65-F5344CB8AC3E}">
        <p14:creationId xmlns:p14="http://schemas.microsoft.com/office/powerpoint/2010/main" val="206999517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작업을 구체화하는 틀">
            <a:extLst xmlns:a="http://schemas.openxmlformats.org/drawingml/2006/main">
              <a:ext uri="{FF2B5EF4-FFF2-40B4-BE49-F238E27FC236}">
                <a16:creationId xmlns:a16="http://schemas.microsoft.com/office/drawing/2014/main" id="{0405455F-5801-4931-8F0D-08B7BC9A76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3">
            <a:extLst xmlns:a="http://schemas.openxmlformats.org/drawingml/2006/main">
              <a:ext uri="{FF2B5EF4-FFF2-40B4-BE49-F238E27FC236}">
                <a16:creationId xmlns:a16="http://schemas.microsoft.com/office/drawing/2014/main" id="{5C426720-1B3F-4186-9A45-6A28FB57C3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Task Specification의 다섯 책임">
            <a:extLst xmlns:a="http://schemas.openxmlformats.org/drawingml/2006/main">
              <a:ext uri="{FF2B5EF4-FFF2-40B4-BE49-F238E27FC236}">
                <a16:creationId xmlns:a16="http://schemas.microsoft.com/office/drawing/2014/main" id="{5B5E7C6C-A2DD-4315-BF98-380075602A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0B39333B-03A5-4894-8F5A-D27C8B426A9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16E53BB5-2E0F-4A38-A948-1E837ED0496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1D0291D8-7F93-40D7-B58A-FBCC7CB60A7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
            <a:extLst xmlns:a="http://schemas.openxmlformats.org/drawingml/2006/main">
              <a:ext uri="{FF2B5EF4-FFF2-40B4-BE49-F238E27FC236}">
                <a16:creationId xmlns:a16="http://schemas.microsoft.com/office/drawing/2014/main" id="{48F7D409-F954-49C7-90DB-066F91F7DC52}"/>
              </a:ext>
            </a:extLst>
          </p:cNvPr>
          <p:cNvSpPr>
            <a:spLocks xmlns:a="http://schemas.openxmlformats.org/drawingml/2006/main" noGrp="1"/>
          </p:cNvSpPr>
          <p:nvPr/>
        </p:nvSpPr>
        <p:spPr>
          <a:xfrm xmlns:a="http://schemas.openxmlformats.org/drawingml/2006/main">
            <a:off x="609600" y="2152650"/>
            <a:ext cx="10972800" cy="3371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F29339EF-BBC8-4893-897A-DA722C4062C6}"/>
              </a:ext>
            </a:extLst>
          </p:cNvPr>
          <p:cNvSpPr>
            <a:spLocks xmlns:a="http://schemas.openxmlformats.org/drawingml/2006/main" noGrp="1"/>
          </p:cNvSpPr>
          <p:nvPr/>
        </p:nvSpPr>
        <p:spPr>
          <a:xfrm xmlns:a="http://schemas.openxmlformats.org/drawingml/2006/main">
            <a:off x="838200" y="2305050"/>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a:t>
            </a:r>
          </a:p>
        </p:txBody>
      </p:sp>
      <p:sp>
        <p:nvSpPr>
          <p:cNvPr id="9" name="Goal">
            <a:extLst xmlns:a="http://schemas.openxmlformats.org/drawingml/2006/main">
              <a:ext uri="{FF2B5EF4-FFF2-40B4-BE49-F238E27FC236}">
                <a16:creationId xmlns:a16="http://schemas.microsoft.com/office/drawing/2014/main" id="{21C52E69-9E19-4829-A5AE-86A1C9DC4E08}"/>
              </a:ext>
            </a:extLst>
          </p:cNvPr>
          <p:cNvSpPr>
            <a:spLocks xmlns:a="http://schemas.openxmlformats.org/drawingml/2006/main" noGrp="1"/>
          </p:cNvSpPr>
          <p:nvPr/>
        </p:nvSpPr>
        <p:spPr>
          <a:xfrm xmlns:a="http://schemas.openxmlformats.org/drawingml/2006/main">
            <a:off x="2409825" y="230505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Goal</a:t>
            </a:r>
          </a:p>
        </p:txBody>
      </p:sp>
      <p:sp>
        <p:nvSpPr>
          <p:cNvPr id="10" name="어떤 결과를 바꿀까?">
            <a:extLst xmlns:a="http://schemas.openxmlformats.org/drawingml/2006/main">
              <a:ext uri="{FF2B5EF4-FFF2-40B4-BE49-F238E27FC236}">
                <a16:creationId xmlns:a16="http://schemas.microsoft.com/office/drawing/2014/main" id="{9411439B-AB99-4EB4-9482-514A6BE76D56}"/>
              </a:ext>
            </a:extLst>
          </p:cNvPr>
          <p:cNvSpPr>
            <a:spLocks xmlns:a="http://schemas.openxmlformats.org/drawingml/2006/main" noGrp="1"/>
          </p:cNvSpPr>
          <p:nvPr/>
        </p:nvSpPr>
        <p:spPr>
          <a:xfrm xmlns:a="http://schemas.openxmlformats.org/drawingml/2006/main">
            <a:off x="5429250" y="2305050"/>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결과를 바꿀까?</a:t>
            </a:r>
          </a:p>
        </p:txBody>
      </p:sp>
      <p:sp>
        <p:nvSpPr>
          <p:cNvPr id="11" name="">
            <a:extLst xmlns:a="http://schemas.openxmlformats.org/drawingml/2006/main">
              <a:ext uri="{FF2B5EF4-FFF2-40B4-BE49-F238E27FC236}">
                <a16:creationId xmlns:a16="http://schemas.microsoft.com/office/drawing/2014/main" id="{74902049-5885-4BDC-BB35-F6327D473C34}"/>
              </a:ext>
            </a:extLst>
          </p:cNvPr>
          <p:cNvSpPr>
            <a:spLocks xmlns:a="http://schemas.openxmlformats.org/drawingml/2006/main" noGrp="1"/>
          </p:cNvSpPr>
          <p:nvPr/>
        </p:nvSpPr>
        <p:spPr>
          <a:xfrm xmlns:a="http://schemas.openxmlformats.org/drawingml/2006/main">
            <a:off x="838200" y="2809875"/>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맥락">
            <a:extLst xmlns:a="http://schemas.openxmlformats.org/drawingml/2006/main">
              <a:ext uri="{FF2B5EF4-FFF2-40B4-BE49-F238E27FC236}">
                <a16:creationId xmlns:a16="http://schemas.microsoft.com/office/drawing/2014/main" id="{0FA50079-677A-4D5A-B408-6F382272320A}"/>
              </a:ext>
            </a:extLst>
          </p:cNvPr>
          <p:cNvSpPr>
            <a:spLocks xmlns:a="http://schemas.openxmlformats.org/drawingml/2006/main" noGrp="1"/>
          </p:cNvSpPr>
          <p:nvPr/>
        </p:nvSpPr>
        <p:spPr>
          <a:xfrm xmlns:a="http://schemas.openxmlformats.org/drawingml/2006/main">
            <a:off x="838200" y="2924175"/>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맥락</a:t>
            </a:r>
          </a:p>
        </p:txBody>
      </p:sp>
      <p:sp>
        <p:nvSpPr>
          <p:cNvPr id="13" name="Context">
            <a:extLst xmlns:a="http://schemas.openxmlformats.org/drawingml/2006/main">
              <a:ext uri="{FF2B5EF4-FFF2-40B4-BE49-F238E27FC236}">
                <a16:creationId xmlns:a16="http://schemas.microsoft.com/office/drawing/2014/main" id="{15203659-F9B2-473D-8509-90F881722B61}"/>
              </a:ext>
            </a:extLst>
          </p:cNvPr>
          <p:cNvSpPr>
            <a:spLocks xmlns:a="http://schemas.openxmlformats.org/drawingml/2006/main" noGrp="1"/>
          </p:cNvSpPr>
          <p:nvPr/>
        </p:nvSpPr>
        <p:spPr>
          <a:xfrm xmlns:a="http://schemas.openxmlformats.org/drawingml/2006/main">
            <a:off x="2409825" y="2924175"/>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Context</a:t>
            </a:r>
          </a:p>
        </p:txBody>
      </p:sp>
      <p:sp>
        <p:nvSpPr>
          <p:cNvPr id="14" name="이 작업에 필요한 사실은?">
            <a:extLst xmlns:a="http://schemas.openxmlformats.org/drawingml/2006/main">
              <a:ext uri="{FF2B5EF4-FFF2-40B4-BE49-F238E27FC236}">
                <a16:creationId xmlns:a16="http://schemas.microsoft.com/office/drawing/2014/main" id="{F80D2B00-6DDC-40F9-AA2E-F8B31055EDE3}"/>
              </a:ext>
            </a:extLst>
          </p:cNvPr>
          <p:cNvSpPr>
            <a:spLocks xmlns:a="http://schemas.openxmlformats.org/drawingml/2006/main" noGrp="1"/>
          </p:cNvSpPr>
          <p:nvPr/>
        </p:nvSpPr>
        <p:spPr>
          <a:xfrm xmlns:a="http://schemas.openxmlformats.org/drawingml/2006/main">
            <a:off x="5429250" y="2924175"/>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 작업에 필요한 사실은?</a:t>
            </a:r>
          </a:p>
        </p:txBody>
      </p:sp>
      <p:sp>
        <p:nvSpPr>
          <p:cNvPr id="15" name="">
            <a:extLst xmlns:a="http://schemas.openxmlformats.org/drawingml/2006/main">
              <a:ext uri="{FF2B5EF4-FFF2-40B4-BE49-F238E27FC236}">
                <a16:creationId xmlns:a16="http://schemas.microsoft.com/office/drawing/2014/main" id="{8448171C-0990-4765-8F53-6EDBBE295FA7}"/>
              </a:ext>
            </a:extLst>
          </p:cNvPr>
          <p:cNvSpPr>
            <a:spLocks xmlns:a="http://schemas.openxmlformats.org/drawingml/2006/main" noGrp="1"/>
          </p:cNvSpPr>
          <p:nvPr/>
        </p:nvSpPr>
        <p:spPr>
          <a:xfrm xmlns:a="http://schemas.openxmlformats.org/drawingml/2006/main">
            <a:off x="838200" y="3429000"/>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제약">
            <a:extLst xmlns:a="http://schemas.openxmlformats.org/drawingml/2006/main">
              <a:ext uri="{FF2B5EF4-FFF2-40B4-BE49-F238E27FC236}">
                <a16:creationId xmlns:a16="http://schemas.microsoft.com/office/drawing/2014/main" id="{DA7033D6-C1BF-4C97-BEE8-6CCDBB629730}"/>
              </a:ext>
            </a:extLst>
          </p:cNvPr>
          <p:cNvSpPr>
            <a:spLocks xmlns:a="http://schemas.openxmlformats.org/drawingml/2006/main" noGrp="1"/>
          </p:cNvSpPr>
          <p:nvPr/>
        </p:nvSpPr>
        <p:spPr>
          <a:xfrm xmlns:a="http://schemas.openxmlformats.org/drawingml/2006/main">
            <a:off x="838200" y="3543300"/>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제약</a:t>
            </a:r>
          </a:p>
        </p:txBody>
      </p:sp>
      <p:sp>
        <p:nvSpPr>
          <p:cNvPr id="17" name="Constraints">
            <a:extLst xmlns:a="http://schemas.openxmlformats.org/drawingml/2006/main">
              <a:ext uri="{FF2B5EF4-FFF2-40B4-BE49-F238E27FC236}">
                <a16:creationId xmlns:a16="http://schemas.microsoft.com/office/drawing/2014/main" id="{1621843C-6EE7-48FA-858F-538EB479BB4D}"/>
              </a:ext>
            </a:extLst>
          </p:cNvPr>
          <p:cNvSpPr>
            <a:spLocks xmlns:a="http://schemas.openxmlformats.org/drawingml/2006/main" noGrp="1"/>
          </p:cNvSpPr>
          <p:nvPr/>
        </p:nvSpPr>
        <p:spPr>
          <a:xfrm xmlns:a="http://schemas.openxmlformats.org/drawingml/2006/main">
            <a:off x="2409825" y="354330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Constraints</a:t>
            </a:r>
          </a:p>
        </p:txBody>
      </p:sp>
      <p:sp>
        <p:nvSpPr>
          <p:cNvPr id="18" name="무엇을 보존할까?">
            <a:extLst xmlns:a="http://schemas.openxmlformats.org/drawingml/2006/main">
              <a:ext uri="{FF2B5EF4-FFF2-40B4-BE49-F238E27FC236}">
                <a16:creationId xmlns:a16="http://schemas.microsoft.com/office/drawing/2014/main" id="{7B5CF34F-B30D-414B-8F1E-EEDB48431914}"/>
              </a:ext>
            </a:extLst>
          </p:cNvPr>
          <p:cNvSpPr>
            <a:spLocks xmlns:a="http://schemas.openxmlformats.org/drawingml/2006/main" noGrp="1"/>
          </p:cNvSpPr>
          <p:nvPr/>
        </p:nvSpPr>
        <p:spPr>
          <a:xfrm xmlns:a="http://schemas.openxmlformats.org/drawingml/2006/main">
            <a:off x="5429250" y="3543300"/>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85ACC4AE-BE8E-4002-A704-A7EF43C910F5}"/>
              </a:ext>
            </a:extLst>
          </p:cNvPr>
          <p:cNvSpPr>
            <a:spLocks xmlns:a="http://schemas.openxmlformats.org/drawingml/2006/main" noGrp="1"/>
          </p:cNvSpPr>
          <p:nvPr/>
        </p:nvSpPr>
        <p:spPr>
          <a:xfrm xmlns:a="http://schemas.openxmlformats.org/drawingml/2006/main">
            <a:off x="838200" y="4048125"/>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a:extLst xmlns:a="http://schemas.openxmlformats.org/drawingml/2006/main">
              <a:ext uri="{FF2B5EF4-FFF2-40B4-BE49-F238E27FC236}">
                <a16:creationId xmlns:a16="http://schemas.microsoft.com/office/drawing/2014/main" id="{237355E7-0687-4137-BCCA-5B2F96B68F52}"/>
              </a:ext>
            </a:extLst>
          </p:cNvPr>
          <p:cNvSpPr>
            <a:spLocks xmlns:a="http://schemas.openxmlformats.org/drawingml/2006/main" noGrp="1"/>
          </p:cNvSpPr>
          <p:nvPr/>
        </p:nvSpPr>
        <p:spPr>
          <a:xfrm xmlns:a="http://schemas.openxmlformats.org/drawingml/2006/main">
            <a:off x="838200" y="4162425"/>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과정</a:t>
            </a:r>
          </a:p>
        </p:txBody>
      </p:sp>
      <p:sp>
        <p:nvSpPr>
          <p:cNvPr id="21" name="Process">
            <a:extLst xmlns:a="http://schemas.openxmlformats.org/drawingml/2006/main">
              <a:ext uri="{FF2B5EF4-FFF2-40B4-BE49-F238E27FC236}">
                <a16:creationId xmlns:a16="http://schemas.microsoft.com/office/drawing/2014/main" id="{ADF32ED8-C7C1-4CA0-99B6-9924029E2297}"/>
              </a:ext>
            </a:extLst>
          </p:cNvPr>
          <p:cNvSpPr>
            <a:spLocks xmlns:a="http://schemas.openxmlformats.org/drawingml/2006/main" noGrp="1"/>
          </p:cNvSpPr>
          <p:nvPr/>
        </p:nvSpPr>
        <p:spPr>
          <a:xfrm xmlns:a="http://schemas.openxmlformats.org/drawingml/2006/main">
            <a:off x="2409825" y="4162425"/>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Process</a:t>
            </a:r>
          </a:p>
        </p:txBody>
      </p:sp>
      <p:sp>
        <p:nvSpPr>
          <p:cNvPr id="22" name="어떤 순서·경계를 지킬까?">
            <a:extLst xmlns:a="http://schemas.openxmlformats.org/drawingml/2006/main">
              <a:ext uri="{FF2B5EF4-FFF2-40B4-BE49-F238E27FC236}">
                <a16:creationId xmlns:a16="http://schemas.microsoft.com/office/drawing/2014/main" id="{55743F69-0071-4E91-A9EA-48B767599A7A}"/>
              </a:ext>
            </a:extLst>
          </p:cNvPr>
          <p:cNvSpPr>
            <a:spLocks xmlns:a="http://schemas.openxmlformats.org/drawingml/2006/main" noGrp="1"/>
          </p:cNvSpPr>
          <p:nvPr/>
        </p:nvSpPr>
        <p:spPr>
          <a:xfrm xmlns:a="http://schemas.openxmlformats.org/drawingml/2006/main">
            <a:off x="5429250" y="4162425"/>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순서·경계를 지킬까?</a:t>
            </a:r>
          </a:p>
        </p:txBody>
      </p:sp>
      <p:sp>
        <p:nvSpPr>
          <p:cNvPr id="23" name="">
            <a:extLst xmlns:a="http://schemas.openxmlformats.org/drawingml/2006/main">
              <a:ext uri="{FF2B5EF4-FFF2-40B4-BE49-F238E27FC236}">
                <a16:creationId xmlns:a16="http://schemas.microsoft.com/office/drawing/2014/main" id="{A5D1E0BE-EF0D-4992-88DD-A8072AA146D3}"/>
              </a:ext>
            </a:extLst>
          </p:cNvPr>
          <p:cNvSpPr>
            <a:spLocks xmlns:a="http://schemas.openxmlformats.org/drawingml/2006/main" noGrp="1"/>
          </p:cNvSpPr>
          <p:nvPr/>
        </p:nvSpPr>
        <p:spPr>
          <a:xfrm xmlns:a="http://schemas.openxmlformats.org/drawingml/2006/main">
            <a:off x="838200" y="4667250"/>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07BAE22-B7B8-4022-A9A4-4BABCB8E1C05}"/>
              </a:ext>
            </a:extLst>
          </p:cNvPr>
          <p:cNvSpPr>
            <a:spLocks xmlns:a="http://schemas.openxmlformats.org/drawingml/2006/main" noGrp="1"/>
          </p:cNvSpPr>
          <p:nvPr/>
        </p:nvSpPr>
        <p:spPr>
          <a:xfrm xmlns:a="http://schemas.openxmlformats.org/drawingml/2006/main">
            <a:off x="838200" y="4781550"/>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25" name="Verification">
            <a:extLst xmlns:a="http://schemas.openxmlformats.org/drawingml/2006/main">
              <a:ext uri="{FF2B5EF4-FFF2-40B4-BE49-F238E27FC236}">
                <a16:creationId xmlns:a16="http://schemas.microsoft.com/office/drawing/2014/main" id="{A7F20031-5F87-485B-86F3-954DA1CC2684}"/>
              </a:ext>
            </a:extLst>
          </p:cNvPr>
          <p:cNvSpPr>
            <a:spLocks xmlns:a="http://schemas.openxmlformats.org/drawingml/2006/main" noGrp="1"/>
          </p:cNvSpPr>
          <p:nvPr/>
        </p:nvSpPr>
        <p:spPr>
          <a:xfrm xmlns:a="http://schemas.openxmlformats.org/drawingml/2006/main">
            <a:off x="2409825" y="478155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Verification</a:t>
            </a:r>
          </a:p>
        </p:txBody>
      </p:sp>
      <p:sp>
        <p:nvSpPr>
          <p:cNvPr id="26" name="무엇으로 완료를 확인할까?">
            <a:extLst xmlns:a="http://schemas.openxmlformats.org/drawingml/2006/main">
              <a:ext uri="{FF2B5EF4-FFF2-40B4-BE49-F238E27FC236}">
                <a16:creationId xmlns:a16="http://schemas.microsoft.com/office/drawing/2014/main" id="{0C95783E-1391-4086-8E1E-8450877A3917}"/>
              </a:ext>
            </a:extLst>
          </p:cNvPr>
          <p:cNvSpPr>
            <a:spLocks xmlns:a="http://schemas.openxmlformats.org/drawingml/2006/main" noGrp="1"/>
          </p:cNvSpPr>
          <p:nvPr/>
        </p:nvSpPr>
        <p:spPr>
          <a:xfrm xmlns:a="http://schemas.openxmlformats.org/drawingml/2006/main">
            <a:off x="5429250" y="4781550"/>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무엇으로 완료를 확인할까?</a:t>
            </a:r>
          </a:p>
        </p:txBody>
      </p:sp>
    </p:spTree>
    <p:extLst>
      <p:ext uri="{BB962C8B-B14F-4D97-AF65-F5344CB8AC3E}">
        <p14:creationId xmlns:p14="http://schemas.microsoft.com/office/powerpoint/2010/main" val="183027737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같은 요청을 구체화하기">
            <a:extLst xmlns:a="http://schemas.openxmlformats.org/drawingml/2006/main">
              <a:ext uri="{FF2B5EF4-FFF2-40B4-BE49-F238E27FC236}">
                <a16:creationId xmlns:a16="http://schemas.microsoft.com/office/drawing/2014/main" id="{03A28F11-0CE8-473E-82E1-BBFC110A23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4">
            <a:extLst xmlns:a="http://schemas.openxmlformats.org/drawingml/2006/main">
              <a:ext uri="{FF2B5EF4-FFF2-40B4-BE49-F238E27FC236}">
                <a16:creationId xmlns:a16="http://schemas.microsoft.com/office/drawing/2014/main" id="{399DFC23-3507-476C-8AC1-79F1D4817E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더 긴 Prompt보다 분명한 경계">
            <a:extLst xmlns:a="http://schemas.openxmlformats.org/drawingml/2006/main">
              <a:ext uri="{FF2B5EF4-FFF2-40B4-BE49-F238E27FC236}">
                <a16:creationId xmlns:a16="http://schemas.microsoft.com/office/drawing/2014/main" id="{3945D566-DEA7-4864-8367-CBB148CB0C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DE1E1593-5CD2-4883-84C0-2A627E2B5BE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A8DACD2-9D7F-4D23-903D-B9019401067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C++ 적용도 작업 경계를 정하는 예시입니다. 특정 Windows·빌드 환경을 검증한 것은 아닙니다.">
            <a:extLst xmlns:a="http://schemas.openxmlformats.org/drawingml/2006/main">
              <a:ext uri="{FF2B5EF4-FFF2-40B4-BE49-F238E27FC236}">
                <a16:creationId xmlns:a16="http://schemas.microsoft.com/office/drawing/2014/main" id="{60A051DE-841E-4325-A091-7364EB23C04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적용도 작업 경계를 정하는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A3E2E8E3-2F69-4A8D-9CA2-5BF2AB3AD127}"/>
              </a:ext>
            </a:extLst>
          </p:cNvPr>
          <p:cNvSpPr>
            <a:spLocks xmlns:a="http://schemas.openxmlformats.org/drawingml/2006/main" noGrp="1"/>
          </p:cNvSpPr>
          <p:nvPr/>
        </p:nvSpPr>
        <p:spPr>
          <a:xfrm xmlns:a="http://schemas.openxmlformats.org/drawingml/2006/main">
            <a:off x="609600" y="2143125"/>
            <a:ext cx="3009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0C9CA184-E321-4C9B-A78E-BDB421655AD8}"/>
              </a:ext>
            </a:extLst>
          </p:cNvPr>
          <p:cNvSpPr>
            <a:spLocks xmlns:a="http://schemas.openxmlformats.org/drawingml/2006/main" noGrp="1"/>
          </p:cNvSpPr>
          <p:nvPr/>
        </p:nvSpPr>
        <p:spPr>
          <a:xfrm xmlns:a="http://schemas.openxmlformats.org/drawingml/2006/main">
            <a:off x="609600" y="2800350"/>
            <a:ext cx="285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“crop test</a:t>
            </a:r>
          </a:p>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7F3C5BBC-0F99-4DA4-BE27-6A786CA0CB48}"/>
              </a:ext>
            </a:extLst>
          </p:cNvPr>
          <p:cNvSpPr>
            <a:spLocks xmlns:a="http://schemas.openxmlformats.org/drawingml/2006/main" noGrp="1"/>
          </p:cNvSpPr>
          <p:nvPr/>
        </p:nvSpPr>
        <p:spPr>
          <a:xfrm xmlns:a="http://schemas.openxmlformats.org/drawingml/2006/main">
            <a:off x="3714750" y="3286125"/>
            <a:ext cx="428625"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E17D0AA6-6A08-4456-8C3E-638959F9B531}"/>
              </a:ext>
            </a:extLst>
          </p:cNvPr>
          <p:cNvSpPr>
            <a:spLocks xmlns:a="http://schemas.openxmlformats.org/drawingml/2006/main" noGrp="1"/>
          </p:cNvSpPr>
          <p:nvPr/>
        </p:nvSpPr>
        <p:spPr>
          <a:xfrm xmlns:a="http://schemas.openxmlformats.org/drawingml/2006/main">
            <a:off x="4476750" y="2143125"/>
            <a:ext cx="7105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ECBEE802-2542-46B0-94E4-65185FC0EC7F}"/>
              </a:ext>
            </a:extLst>
          </p:cNvPr>
          <p:cNvSpPr>
            <a:spLocks xmlns:a="http://schemas.openxmlformats.org/drawingml/2006/main" noGrp="1"/>
          </p:cNvSpPr>
          <p:nvPr/>
        </p:nvSpPr>
        <p:spPr>
          <a:xfrm xmlns:a="http://schemas.openxmlformats.org/drawingml/2006/main">
            <a:off x="4476750" y="2657475"/>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FCD0DB98-D8A1-4854-92F0-34B10AF20B93}"/>
              </a:ext>
            </a:extLst>
          </p:cNvPr>
          <p:cNvSpPr>
            <a:spLocks xmlns:a="http://schemas.openxmlformats.org/drawingml/2006/main" noGrp="1"/>
          </p:cNvSpPr>
          <p:nvPr/>
        </p:nvSpPr>
        <p:spPr>
          <a:xfrm xmlns:a="http://schemas.openxmlformats.org/drawingml/2006/main">
            <a:off x="4476750" y="2743200"/>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5CDC0E6F-9A29-424A-9FA0-6E93B749CA8A}"/>
              </a:ext>
            </a:extLst>
          </p:cNvPr>
          <p:cNvSpPr>
            <a:spLocks xmlns:a="http://schemas.openxmlformats.org/drawingml/2006/main" noGrp="1"/>
          </p:cNvSpPr>
          <p:nvPr/>
        </p:nvSpPr>
        <p:spPr>
          <a:xfrm xmlns:a="http://schemas.openxmlformats.org/drawingml/2006/main">
            <a:off x="5981700" y="2743200"/>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0A510431-499C-416F-9114-E392BB5EE047}"/>
              </a:ext>
            </a:extLst>
          </p:cNvPr>
          <p:cNvSpPr>
            <a:spLocks xmlns:a="http://schemas.openxmlformats.org/drawingml/2006/main" noGrp="1"/>
          </p:cNvSpPr>
          <p:nvPr/>
        </p:nvSpPr>
        <p:spPr>
          <a:xfrm xmlns:a="http://schemas.openxmlformats.org/drawingml/2006/main">
            <a:off x="4476750" y="3276600"/>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6314FFEE-2FF3-4832-9D8E-71722CF16E68}"/>
              </a:ext>
            </a:extLst>
          </p:cNvPr>
          <p:cNvSpPr>
            <a:spLocks xmlns:a="http://schemas.openxmlformats.org/drawingml/2006/main" noGrp="1"/>
          </p:cNvSpPr>
          <p:nvPr/>
        </p:nvSpPr>
        <p:spPr>
          <a:xfrm xmlns:a="http://schemas.openxmlformats.org/drawingml/2006/main">
            <a:off x="4476750" y="3362325"/>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8B1C6DD9-AA68-4FE8-B8A1-604836F3408D}"/>
              </a:ext>
            </a:extLst>
          </p:cNvPr>
          <p:cNvSpPr>
            <a:spLocks xmlns:a="http://schemas.openxmlformats.org/drawingml/2006/main" noGrp="1"/>
          </p:cNvSpPr>
          <p:nvPr/>
        </p:nvSpPr>
        <p:spPr>
          <a:xfrm xmlns:a="http://schemas.openxmlformats.org/drawingml/2006/main">
            <a:off x="5981700" y="3362325"/>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1F39F2E6-DAE7-47B2-B341-EE3A43668628}"/>
              </a:ext>
            </a:extLst>
          </p:cNvPr>
          <p:cNvSpPr>
            <a:spLocks xmlns:a="http://schemas.openxmlformats.org/drawingml/2006/main" noGrp="1"/>
          </p:cNvSpPr>
          <p:nvPr/>
        </p:nvSpPr>
        <p:spPr>
          <a:xfrm xmlns:a="http://schemas.openxmlformats.org/drawingml/2006/main">
            <a:off x="4476750" y="3895725"/>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E45D0C2B-51D4-437A-842F-3AD740283E1D}"/>
              </a:ext>
            </a:extLst>
          </p:cNvPr>
          <p:cNvSpPr>
            <a:spLocks xmlns:a="http://schemas.openxmlformats.org/drawingml/2006/main" noGrp="1"/>
          </p:cNvSpPr>
          <p:nvPr/>
        </p:nvSpPr>
        <p:spPr>
          <a:xfrm xmlns:a="http://schemas.openxmlformats.org/drawingml/2006/main">
            <a:off x="4476750" y="3981450"/>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17AF6024-963C-45F5-8BBF-B878137489F0}"/>
              </a:ext>
            </a:extLst>
          </p:cNvPr>
          <p:cNvSpPr>
            <a:spLocks xmlns:a="http://schemas.openxmlformats.org/drawingml/2006/main" noGrp="1"/>
          </p:cNvSpPr>
          <p:nvPr/>
        </p:nvSpPr>
        <p:spPr>
          <a:xfrm xmlns:a="http://schemas.openxmlformats.org/drawingml/2006/main">
            <a:off x="5981700" y="3981450"/>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346E8A38-E5B8-42C6-AFB9-FA066771CCF2}"/>
              </a:ext>
            </a:extLst>
          </p:cNvPr>
          <p:cNvSpPr>
            <a:spLocks xmlns:a="http://schemas.openxmlformats.org/drawingml/2006/main" noGrp="1"/>
          </p:cNvSpPr>
          <p:nvPr/>
        </p:nvSpPr>
        <p:spPr>
          <a:xfrm xmlns:a="http://schemas.openxmlformats.org/drawingml/2006/main">
            <a:off x="4476750" y="4514850"/>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D8210A25-A68F-48BB-90F8-8538BE291C1E}"/>
              </a:ext>
            </a:extLst>
          </p:cNvPr>
          <p:cNvSpPr>
            <a:spLocks xmlns:a="http://schemas.openxmlformats.org/drawingml/2006/main" noGrp="1"/>
          </p:cNvSpPr>
          <p:nvPr/>
        </p:nvSpPr>
        <p:spPr>
          <a:xfrm xmlns:a="http://schemas.openxmlformats.org/drawingml/2006/main">
            <a:off x="4476750" y="4600575"/>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52251F9A-9FB9-4D3F-B40E-BFAC774658F7}"/>
              </a:ext>
            </a:extLst>
          </p:cNvPr>
          <p:cNvSpPr>
            <a:spLocks xmlns:a="http://schemas.openxmlformats.org/drawingml/2006/main" noGrp="1"/>
          </p:cNvSpPr>
          <p:nvPr/>
        </p:nvSpPr>
        <p:spPr>
          <a:xfrm xmlns:a="http://schemas.openxmlformats.org/drawingml/2006/main">
            <a:off x="5981700" y="4600575"/>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C72BA33C-45C1-408D-A17F-EA211213DB33}"/>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C++에도: 출력·API/ABI 보존 범위와 Release 검증 조건을 먼저 정한다.">
            <a:extLst xmlns:a="http://schemas.openxmlformats.org/drawingml/2006/main">
              <a:ext uri="{FF2B5EF4-FFF2-40B4-BE49-F238E27FC236}">
                <a16:creationId xmlns:a16="http://schemas.microsoft.com/office/drawing/2014/main" id="{BDCBF332-215A-4F87-823F-EC8AADC22361}"/>
              </a:ext>
            </a:extLst>
          </p:cNvPr>
          <p:cNvSpPr>
            <a:spLocks xmlns:a="http://schemas.openxmlformats.org/drawingml/2006/main" noGrp="1"/>
          </p:cNvSpPr>
          <p:nvPr/>
        </p:nvSpPr>
        <p:spPr>
          <a:xfrm xmlns:a="http://schemas.openxmlformats.org/drawingml/2006/main">
            <a:off x="762000" y="53054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C++에도: 출력·API/ABI 보존 범위와 Release 검증 조건을 먼저 정한다.</a:t>
            </a:r>
          </a:p>
        </p:txBody>
      </p:sp>
    </p:spTree>
    <p:extLst>
      <p:ext uri="{BB962C8B-B14F-4D97-AF65-F5344CB8AC3E}">
        <p14:creationId xmlns:p14="http://schemas.microsoft.com/office/powerpoint/2010/main" val="148885852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1 · 수정 전 행동 관찰">
            <a:extLst xmlns:a="http://schemas.openxmlformats.org/drawingml/2006/main">
              <a:ext uri="{FF2B5EF4-FFF2-40B4-BE49-F238E27FC236}">
                <a16:creationId xmlns:a16="http://schemas.microsoft.com/office/drawing/2014/main" id="{E826E8D8-C767-49AB-961F-D73D17ED54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전 행동 관찰</a:t>
            </a:r>
          </a:p>
        </p:txBody>
      </p:sp>
      <p:sp>
        <p:nvSpPr>
          <p:cNvPr id="2" name="S15">
            <a:extLst xmlns:a="http://schemas.openxmlformats.org/drawingml/2006/main">
              <a:ext uri="{FF2B5EF4-FFF2-40B4-BE49-F238E27FC236}">
                <a16:creationId xmlns:a16="http://schemas.microsoft.com/office/drawing/2014/main" id="{28F0E403-89D9-410E-8442-0D3DC54DCB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먼저 무엇을 하는지 보자">
            <a:extLst xmlns:a="http://schemas.openxmlformats.org/drawingml/2006/main">
              <a:ext uri="{FF2B5EF4-FFF2-40B4-BE49-F238E27FC236}">
                <a16:creationId xmlns:a16="http://schemas.microsoft.com/office/drawing/2014/main" id="{971B5CA8-A10C-49F2-8DCF-EB75345D03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F2E08E44-158D-4E34-8F4F-4F698395259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260BDC45-2180-45D1-86D2-76A1884E4BC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EBDDA30F-E57E-4D04-9461-C1C486B15C6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이 요청을 받으면 수정부터 시작할까?”">
            <a:extLst xmlns:a="http://schemas.openxmlformats.org/drawingml/2006/main">
              <a:ext uri="{FF2B5EF4-FFF2-40B4-BE49-F238E27FC236}">
                <a16:creationId xmlns:a16="http://schemas.microsoft.com/office/drawing/2014/main" id="{8F118CE7-940F-4363-B310-7FD5C66D2F99}"/>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“이 요청을 받으면 수정부터 시작할까?”</a:t>
            </a:r>
          </a:p>
        </p:txBody>
      </p:sp>
      <p:sp>
        <p:nvSpPr>
          <p:cNvPr id="8" name="01">
            <a:extLst xmlns:a="http://schemas.openxmlformats.org/drawingml/2006/main">
              <a:ext uri="{FF2B5EF4-FFF2-40B4-BE49-F238E27FC236}">
                <a16:creationId xmlns:a16="http://schemas.microsoft.com/office/drawing/2014/main" id="{B5688AC9-7C09-4408-841E-8D10AC547CCB}"/>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FB7018A6-0D21-4436-B17D-28CF6F449C0E}"/>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488D6046-3341-477B-938F-732A1193E9AD}"/>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382DD6C5-2CBA-4C52-A7F5-A97B4805A4EC}"/>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E51E8CED-A3F5-4ECE-BBCC-321E97FA8A78}"/>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15F49A8A-C2A1-4C24-951E-5A3CFA6097CB}"/>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C9843C01-5592-4085-95D0-EC66BC12F510}"/>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F6D0A206-E5A6-4B73-8CDD-28D2A8E85F49}"/>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BB42EEF0-D4E9-43F0-92CE-BAC1C3DA7A6B}"/>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60E9389E-F9C6-4C9A-827D-740E5377CF5E}"/>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09C170F8-87D0-4223-AE3B-C6E807CE48EB}"/>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91CE126A-866D-4B89-AD26-B43E560B17FC}"/>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7410982D-4774-4F2B-A7B3-6D2443395ECF}"/>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29CEF486-A724-4B6F-9C46-560FFA1809E5}"/>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C01917D7-2481-44CD-80C6-85F3B9CD5206}"/>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AAD7DD8B-BA95-4F1A-B51B-3FDFC0C98E2C}"/>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88BFDB78-A2FE-4E1E-BA1D-4138530271AC}"/>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0D7BCF32-3E88-4EFB-9EFE-2E64CFA9C73B}"/>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ADE4F680-939B-4CD0-B9C4-21AC7329E34F}"/>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8177066B-47FB-4022-B2BE-1719448F42A0}"/>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요청한 흐름과 기록된 행동을 대조한다.">
            <a:extLst xmlns:a="http://schemas.openxmlformats.org/drawingml/2006/main">
              <a:ext uri="{FF2B5EF4-FFF2-40B4-BE49-F238E27FC236}">
                <a16:creationId xmlns:a16="http://schemas.microsoft.com/office/drawing/2014/main" id="{EB50FE67-97A8-4282-86DA-A7D8EC508248}"/>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요청한 흐름과 기록된 행동을 대조한다.</a:t>
            </a:r>
          </a:p>
        </p:txBody>
      </p:sp>
    </p:spTree>
    <p:extLst>
      <p:ext uri="{BB962C8B-B14F-4D97-AF65-F5344CB8AC3E}">
        <p14:creationId xmlns:p14="http://schemas.microsoft.com/office/powerpoint/2010/main" val="104108418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계약을 보존하는 최소 변경">
            <a:extLst xmlns:a="http://schemas.openxmlformats.org/drawingml/2006/main">
              <a:ext uri="{FF2B5EF4-FFF2-40B4-BE49-F238E27FC236}">
                <a16:creationId xmlns:a16="http://schemas.microsoft.com/office/drawing/2014/main" id="{8028B977-4C76-4B11-913B-076B5CD44B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6">
            <a:extLst xmlns:a="http://schemas.openxmlformats.org/drawingml/2006/main">
              <a:ext uri="{FF2B5EF4-FFF2-40B4-BE49-F238E27FC236}">
                <a16:creationId xmlns:a16="http://schemas.microsoft.com/office/drawing/2014/main" id="{5AED88C5-B591-47AC-A420-DA4EA1C79A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조사에서 한 줄 변경까지">
            <a:extLst xmlns:a="http://schemas.openxmlformats.org/drawingml/2006/main">
              <a:ext uri="{FF2B5EF4-FFF2-40B4-BE49-F238E27FC236}">
                <a16:creationId xmlns:a16="http://schemas.microsoft.com/office/drawing/2014/main" id="{E5F32B11-C5FF-499B-8FF3-38EB889E7C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97687B-88F0-430E-A794-4C4B60A4DE4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A7A5FBAF-83EB-4682-ABDC-54B64EE98A0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BA044BA7-55FE-4DA4-BFEA-5CF71530E9E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B1444817-2D9F-41DC-92BA-74626B8A792B}"/>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86173963-7D98-4D97-9D38-532726065A4D}"/>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3C2510DB-11B1-4D0C-B801-7E0E5B2706D2}"/>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554BBC4-06C5-4B1E-8923-7A18577E54BF}"/>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CCFA33F3-FDDC-4972-A3FE-CA4ABEBACC44}"/>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91182A6-7A79-46E8-B3A0-AE1CAC32F5D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CEC4A24C-99B8-47EA-90A3-BACC267414EA}"/>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A7727928-1D77-4BF3-A516-D50407E688D2}"/>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30CFEBA1-4173-4EEE-BF98-CBC906DBD69A}"/>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BE92020E-F0A5-4E6E-8CD1-8695E83565B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FC874532-291C-45F2-BB08-3BA90A87BD3E}"/>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Tree>
    <p:extLst>
      <p:ext uri="{BB962C8B-B14F-4D97-AF65-F5344CB8AC3E}">
        <p14:creationId xmlns:p14="http://schemas.microsoft.com/office/powerpoint/2010/main" val="139469574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수정 뒤 확인한 것">
            <a:extLst xmlns:a="http://schemas.openxmlformats.org/drawingml/2006/main">
              <a:ext uri="{FF2B5EF4-FFF2-40B4-BE49-F238E27FC236}">
                <a16:creationId xmlns:a16="http://schemas.microsoft.com/office/drawing/2014/main" id="{118C141C-4E41-46AD-AEED-2DF10C1E25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7">
            <a:extLst xmlns:a="http://schemas.openxmlformats.org/drawingml/2006/main">
              <a:ext uri="{FF2B5EF4-FFF2-40B4-BE49-F238E27FC236}">
                <a16:creationId xmlns:a16="http://schemas.microsoft.com/office/drawing/2014/main" id="{B3A91D76-4DB6-48E8-B208-BD3A94B6C1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변경 결과와 확인 증거">
            <a:extLst xmlns:a="http://schemas.openxmlformats.org/drawingml/2006/main">
              <a:ext uri="{FF2B5EF4-FFF2-40B4-BE49-F238E27FC236}">
                <a16:creationId xmlns:a16="http://schemas.microsoft.com/office/drawing/2014/main" id="{32405DBF-A73D-428C-9F58-0AA83F7145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957A49EE-F2E2-44D7-90C8-2FF1A6C855E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9B643322-5E9C-412C-A91A-7817D2D4305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4E7ED00A-4689-4190-8B23-515C76672C0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8017E20F-7F40-4B88-9D42-596779F2DFC3}"/>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74ED0F2B-84BE-442E-A21C-87651444E2F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306FB5A9-B2F5-42CA-930F-F38362C6EB2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CF31AF5C-9EEC-464B-A163-0D128AE236D6}"/>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E9CB3EE1-5A63-449A-9960-56C5867C15CB}"/>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CCEF8106-CDF8-4678-A711-DFBDAF286BB5}"/>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B1535214-5C46-4958-9357-5CDFDBC8A7AD}"/>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A1036408-5793-459C-83ED-9CEBE667DFD0}"/>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608A528B-F0A3-442F-8C69-2592E337032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A338D2B5-CEA6-45C2-B48C-F6BE1AE01071}"/>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6F493EA3-46E1-4E80-8264-18B472DC6212}"/>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3C48BE80-6249-40EE-9DCD-AAA2C40715F3}"/>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D817E874-C2DE-46FD-BC9D-6BDF95A7E32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F297FB5B-B6C7-42BF-9991-E1B4343BA869}"/>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B73DC556-04DA-4585-84C8-AA01999FDFF0}"/>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Tree>
    <p:extLst>
      <p:ext uri="{BB962C8B-B14F-4D97-AF65-F5344CB8AC3E}">
        <p14:creationId xmlns:p14="http://schemas.microsoft.com/office/powerpoint/2010/main" val="8578801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생성 뒤에 남는 판단">
            <a:extLst xmlns:a="http://schemas.openxmlformats.org/drawingml/2006/main">
              <a:ext uri="{FF2B5EF4-FFF2-40B4-BE49-F238E27FC236}">
                <a16:creationId xmlns:a16="http://schemas.microsoft.com/office/drawing/2014/main" id="{605BFC0D-4080-4EDB-897F-840CC99FC6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18">
            <a:extLst xmlns:a="http://schemas.openxmlformats.org/drawingml/2006/main">
              <a:ext uri="{FF2B5EF4-FFF2-40B4-BE49-F238E27FC236}">
                <a16:creationId xmlns:a16="http://schemas.microsoft.com/office/drawing/2014/main" id="{6A7B4E8E-40AA-4494-9473-4D2CD4E6A4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Generated ≠ Done">
            <a:extLst xmlns:a="http://schemas.openxmlformats.org/drawingml/2006/main">
              <a:ext uri="{FF2B5EF4-FFF2-40B4-BE49-F238E27FC236}">
                <a16:creationId xmlns:a16="http://schemas.microsoft.com/office/drawing/2014/main" id="{A1B620F6-9C39-4A80-AE0C-F301BAB9FD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74A66C1-DA94-4F2C-A532-966873ED797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관찰 예: TRIAL-002에서 테스트·CLI·diff를 확인">
            <a:extLst xmlns:a="http://schemas.openxmlformats.org/drawingml/2006/main">
              <a:ext uri="{FF2B5EF4-FFF2-40B4-BE49-F238E27FC236}">
                <a16:creationId xmlns:a16="http://schemas.microsoft.com/office/drawing/2014/main" id="{C04DE449-9646-4ACB-AAAD-FBF5CFE5016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관찰 예: TRIAL-002에서 테스트·CLI·diff를 확인</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CABAC82D-BDB3-4418-8CD9-DE2D2370A3E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0A03FAE0-4339-40E4-BD14-8447B26922F3}"/>
              </a:ext>
            </a:extLst>
          </p:cNvPr>
          <p:cNvSpPr>
            <a:spLocks xmlns:a="http://schemas.openxmlformats.org/drawingml/2006/main" noGrp="1"/>
          </p:cNvSpPr>
          <p:nvPr/>
        </p:nvSpPr>
        <p:spPr>
          <a:xfrm xmlns:a="http://schemas.openxmlformats.org/drawingml/2006/main">
            <a:off x="609600" y="2362200"/>
            <a:ext cx="3619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코드가 나왔다</a:t>
            </a:r>
          </a:p>
        </p:txBody>
      </p:sp>
      <p:sp>
        <p:nvSpPr>
          <p:cNvPr id="8" name="완료라고 말할 수 있나?">
            <a:extLst xmlns:a="http://schemas.openxmlformats.org/drawingml/2006/main">
              <a:ext uri="{FF2B5EF4-FFF2-40B4-BE49-F238E27FC236}">
                <a16:creationId xmlns:a16="http://schemas.microsoft.com/office/drawing/2014/main" id="{67E1D575-617B-4D48-B690-30EBF8C56FDA}"/>
              </a:ext>
            </a:extLst>
          </p:cNvPr>
          <p:cNvSpPr>
            <a:spLocks xmlns:a="http://schemas.openxmlformats.org/drawingml/2006/main" noGrp="1"/>
          </p:cNvSpPr>
          <p:nvPr/>
        </p:nvSpPr>
        <p:spPr>
          <a:xfrm xmlns:a="http://schemas.openxmlformats.org/drawingml/2006/main">
            <a:off x="6324600" y="2362200"/>
            <a:ext cx="52578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완료라고 말할 수 있나?</a:t>
            </a:r>
          </a:p>
        </p:txBody>
      </p:sp>
      <p:sp>
        <p:nvSpPr>
          <p:cNvPr id="9" name="">
            <a:extLst xmlns:a="http://schemas.openxmlformats.org/drawingml/2006/main">
              <a:ext uri="{FF2B5EF4-FFF2-40B4-BE49-F238E27FC236}">
                <a16:creationId xmlns:a16="http://schemas.microsoft.com/office/drawing/2014/main" id="{1F5EAAF2-95AD-429F-B584-32CDBE113211}"/>
              </a:ext>
            </a:extLst>
          </p:cNvPr>
          <p:cNvSpPr>
            <a:spLocks xmlns:a="http://schemas.openxmlformats.org/drawingml/2006/main" noGrp="1"/>
          </p:cNvSpPr>
          <p:nvPr/>
        </p:nvSpPr>
        <p:spPr>
          <a:xfrm xmlns:a="http://schemas.openxmlformats.org/drawingml/2006/main">
            <a:off x="4686300" y="249555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D3B3253-6BD6-44D1-A2BD-1F9D3CCC765E}"/>
              </a:ext>
            </a:extLst>
          </p:cNvPr>
          <p:cNvSpPr>
            <a:spLocks xmlns:a="http://schemas.openxmlformats.org/drawingml/2006/main" noGrp="1"/>
          </p:cNvSpPr>
          <p:nvPr/>
        </p:nvSpPr>
        <p:spPr>
          <a:xfrm xmlns:a="http://schemas.openxmlformats.org/drawingml/2006/main">
            <a:off x="609600" y="3438525"/>
            <a:ext cx="109728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동작 테스트">
            <a:extLst xmlns:a="http://schemas.openxmlformats.org/drawingml/2006/main">
              <a:ext uri="{FF2B5EF4-FFF2-40B4-BE49-F238E27FC236}">
                <a16:creationId xmlns:a16="http://schemas.microsoft.com/office/drawing/2014/main" id="{F13C2BAA-6815-428A-AA8D-9338438F3514}"/>
              </a:ext>
            </a:extLst>
          </p:cNvPr>
          <p:cNvSpPr>
            <a:spLocks xmlns:a="http://schemas.openxmlformats.org/drawingml/2006/main" noGrp="1"/>
          </p:cNvSpPr>
          <p:nvPr/>
        </p:nvSpPr>
        <p:spPr>
          <a:xfrm xmlns:a="http://schemas.openxmlformats.org/drawingml/2006/main">
            <a:off x="8382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동작 테스트</a:t>
            </a:r>
          </a:p>
        </p:txBody>
      </p:sp>
      <p:sp>
        <p:nvSpPr>
          <p:cNvPr id="12" name="샘플 실행">
            <a:extLst xmlns:a="http://schemas.openxmlformats.org/drawingml/2006/main">
              <a:ext uri="{FF2B5EF4-FFF2-40B4-BE49-F238E27FC236}">
                <a16:creationId xmlns:a16="http://schemas.microsoft.com/office/drawing/2014/main" id="{3DBF9B69-5349-4F1E-ADE7-ED5FB9B9EAB2}"/>
              </a:ext>
            </a:extLst>
          </p:cNvPr>
          <p:cNvSpPr>
            <a:spLocks xmlns:a="http://schemas.openxmlformats.org/drawingml/2006/main" noGrp="1"/>
          </p:cNvSpPr>
          <p:nvPr/>
        </p:nvSpPr>
        <p:spPr>
          <a:xfrm xmlns:a="http://schemas.openxmlformats.org/drawingml/2006/main">
            <a:off x="44196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샘플 실행</a:t>
            </a:r>
          </a:p>
        </p:txBody>
      </p:sp>
      <p:sp>
        <p:nvSpPr>
          <p:cNvPr id="13" name="변경 검토">
            <a:extLst xmlns:a="http://schemas.openxmlformats.org/drawingml/2006/main">
              <a:ext uri="{FF2B5EF4-FFF2-40B4-BE49-F238E27FC236}">
                <a16:creationId xmlns:a16="http://schemas.microsoft.com/office/drawing/2014/main" id="{E5639CAC-59D9-4D87-97A9-7B813D400812}"/>
              </a:ext>
            </a:extLst>
          </p:cNvPr>
          <p:cNvSpPr>
            <a:spLocks xmlns:a="http://schemas.openxmlformats.org/drawingml/2006/main" noGrp="1"/>
          </p:cNvSpPr>
          <p:nvPr/>
        </p:nvSpPr>
        <p:spPr>
          <a:xfrm xmlns:a="http://schemas.openxmlformats.org/drawingml/2006/main">
            <a:off x="80010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 검토</a:t>
            </a:r>
          </a:p>
        </p:txBody>
      </p:sp>
      <p:sp>
        <p:nvSpPr>
          <p:cNvPr id="14" name="">
            <a:extLst xmlns:a="http://schemas.openxmlformats.org/drawingml/2006/main">
              <a:ext uri="{FF2B5EF4-FFF2-40B4-BE49-F238E27FC236}">
                <a16:creationId xmlns:a16="http://schemas.microsoft.com/office/drawing/2014/main" id="{3A7D2323-7DB6-4160-ABBC-F71884A5CF32}"/>
              </a:ext>
            </a:extLst>
          </p:cNvPr>
          <p:cNvSpPr>
            <a:spLocks xmlns:a="http://schemas.openxmlformats.org/drawingml/2006/main" noGrp="1"/>
          </p:cNvSpPr>
          <p:nvPr/>
        </p:nvSpPr>
        <p:spPr>
          <a:xfrm xmlns:a="http://schemas.openxmlformats.org/drawingml/2006/main">
            <a:off x="609600" y="51625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더 빨라졌다”고 말하려면 → 해당 조건의 성능 측정도 필요">
            <a:extLst xmlns:a="http://schemas.openxmlformats.org/drawingml/2006/main">
              <a:ext uri="{FF2B5EF4-FFF2-40B4-BE49-F238E27FC236}">
                <a16:creationId xmlns:a16="http://schemas.microsoft.com/office/drawing/2014/main" id="{0547D006-462A-482D-9A15-261E9BAA07F7}"/>
              </a:ext>
            </a:extLst>
          </p:cNvPr>
          <p:cNvSpPr>
            <a:spLocks xmlns:a="http://schemas.openxmlformats.org/drawingml/2006/main" noGrp="1"/>
          </p:cNvSpPr>
          <p:nvPr/>
        </p:nvSpPr>
        <p:spPr>
          <a:xfrm xmlns:a="http://schemas.openxmlformats.org/drawingml/2006/main">
            <a:off x="609600" y="52673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“더 빨라졌다”고 말하려면 → 해당 조건의 성능 측정도 필요</a:t>
            </a:r>
          </a:p>
        </p:txBody>
      </p:sp>
    </p:spTree>
    <p:extLst>
      <p:ext uri="{BB962C8B-B14F-4D97-AF65-F5344CB8AC3E}">
        <p14:creationId xmlns:p14="http://schemas.microsoft.com/office/powerpoint/2010/main" val="162682122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근거에 맞춰 말하기">
            <a:extLst xmlns:a="http://schemas.openxmlformats.org/drawingml/2006/main">
              <a:ext uri="{FF2B5EF4-FFF2-40B4-BE49-F238E27FC236}">
                <a16:creationId xmlns:a16="http://schemas.microsoft.com/office/drawing/2014/main" id="{4D40F739-F083-4B6C-BC07-30A9F82DD7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19">
            <a:extLst xmlns:a="http://schemas.openxmlformats.org/drawingml/2006/main">
              <a:ext uri="{FF2B5EF4-FFF2-40B4-BE49-F238E27FC236}">
                <a16:creationId xmlns:a16="http://schemas.microsoft.com/office/drawing/2014/main" id="{5A76A10C-B1C8-4214-A512-1C45C4B2BE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Check마다 확인하는 범위">
            <a:extLst xmlns:a="http://schemas.openxmlformats.org/drawingml/2006/main">
              <a:ext uri="{FF2B5EF4-FFF2-40B4-BE49-F238E27FC236}">
                <a16:creationId xmlns:a16="http://schemas.microsoft.com/office/drawing/2014/main" id="{833EC227-6FA7-43DA-98EC-7595EB167F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FE4BEEA7-DE0A-4E02-9802-8EC48AADCEB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2 실제 확인: 집중·전체 테스트 / CLI smoke / diff">
            <a:extLst xmlns:a="http://schemas.openxmlformats.org/drawingml/2006/main">
              <a:ext uri="{FF2B5EF4-FFF2-40B4-BE49-F238E27FC236}">
                <a16:creationId xmlns:a16="http://schemas.microsoft.com/office/drawing/2014/main" id="{4CFB4D1A-AF6F-4AE5-8D3E-0F57DFFDD37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TRIAL-002 실제 확인: 집중·전체 테스트 / CLI smoke / diff</a:t>
            </a:r>
          </a:p>
        </p:txBody>
      </p:sp>
      <p:sp>
        <p:nvSpPr>
          <p:cNvPr id="6" name="Benchmark는 이 Trial에서 미실행. C++ 적용은 도구 사용법이 아닌 검증 범위의 예시입니다.">
            <a:extLst xmlns:a="http://schemas.openxmlformats.org/drawingml/2006/main">
              <a:ext uri="{FF2B5EF4-FFF2-40B4-BE49-F238E27FC236}">
                <a16:creationId xmlns:a16="http://schemas.microsoft.com/office/drawing/2014/main" id="{3C58612D-ADAF-49B8-8D0E-691DCA6BF83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C++ 적용은 도구 사용법이 아닌 검증 범위의 예시입니다.</a:t>
            </a:r>
          </a:p>
        </p:txBody>
      </p:sp>
      <p:sp>
        <p:nvSpPr>
          <p:cNvPr id="7" name="확인 방법">
            <a:extLst xmlns:a="http://schemas.openxmlformats.org/drawingml/2006/main">
              <a:ext uri="{FF2B5EF4-FFF2-40B4-BE49-F238E27FC236}">
                <a16:creationId xmlns:a16="http://schemas.microsoft.com/office/drawing/2014/main" id="{011D1428-C885-4088-AD1A-9ADB06588C1E}"/>
              </a:ext>
            </a:extLst>
          </p:cNvPr>
          <p:cNvSpPr>
            <a:spLocks xmlns:a="http://schemas.openxmlformats.org/drawingml/2006/main" noGrp="1"/>
          </p:cNvSpPr>
          <p:nvPr/>
        </p:nvSpPr>
        <p:spPr>
          <a:xfrm xmlns:a="http://schemas.openxmlformats.org/drawingml/2006/main">
            <a:off x="609600" y="2095500"/>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A3DFB6B4-822C-4762-A78A-28F91869EDD8}"/>
              </a:ext>
            </a:extLst>
          </p:cNvPr>
          <p:cNvSpPr>
            <a:spLocks xmlns:a="http://schemas.openxmlformats.org/drawingml/2006/main" noGrp="1"/>
          </p:cNvSpPr>
          <p:nvPr/>
        </p:nvSpPr>
        <p:spPr>
          <a:xfrm xmlns:a="http://schemas.openxmlformats.org/drawingml/2006/main">
            <a:off x="4381500" y="2095500"/>
            <a:ext cx="7200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157CE6F4-4F9E-424F-BDBA-D7185210F616}"/>
              </a:ext>
            </a:extLst>
          </p:cNvPr>
          <p:cNvSpPr>
            <a:spLocks xmlns:a="http://schemas.openxmlformats.org/drawingml/2006/main" noGrp="1"/>
          </p:cNvSpPr>
          <p:nvPr/>
        </p:nvSpPr>
        <p:spPr>
          <a:xfrm xmlns:a="http://schemas.openxmlformats.org/drawingml/2006/main">
            <a:off x="609600" y="2571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BBF75BDB-2500-4003-816B-67553B919726}"/>
              </a:ext>
            </a:extLst>
          </p:cNvPr>
          <p:cNvSpPr>
            <a:spLocks xmlns:a="http://schemas.openxmlformats.org/drawingml/2006/main" noGrp="1"/>
          </p:cNvSpPr>
          <p:nvPr/>
        </p:nvSpPr>
        <p:spPr>
          <a:xfrm xmlns:a="http://schemas.openxmlformats.org/drawingml/2006/main">
            <a:off x="609600" y="26289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DBCF6A04-583A-45EC-8D37-2AB24611A8E4}"/>
              </a:ext>
            </a:extLst>
          </p:cNvPr>
          <p:cNvSpPr>
            <a:spLocks xmlns:a="http://schemas.openxmlformats.org/drawingml/2006/main" noGrp="1"/>
          </p:cNvSpPr>
          <p:nvPr/>
        </p:nvSpPr>
        <p:spPr>
          <a:xfrm xmlns:a="http://schemas.openxmlformats.org/drawingml/2006/main">
            <a:off x="4381500" y="262890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98BC4C7F-92F7-4BB9-AB8F-62858900F403}"/>
              </a:ext>
            </a:extLst>
          </p:cNvPr>
          <p:cNvSpPr>
            <a:spLocks xmlns:a="http://schemas.openxmlformats.org/drawingml/2006/main" noGrp="1"/>
          </p:cNvSpPr>
          <p:nvPr/>
        </p:nvSpPr>
        <p:spPr>
          <a:xfrm xmlns:a="http://schemas.openxmlformats.org/drawingml/2006/main">
            <a:off x="609600" y="3076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4DD1640C-6436-4927-A7C3-A8070857A5B5}"/>
              </a:ext>
            </a:extLst>
          </p:cNvPr>
          <p:cNvSpPr>
            <a:spLocks xmlns:a="http://schemas.openxmlformats.org/drawingml/2006/main" noGrp="1"/>
          </p:cNvSpPr>
          <p:nvPr/>
        </p:nvSpPr>
        <p:spPr>
          <a:xfrm xmlns:a="http://schemas.openxmlformats.org/drawingml/2006/main">
            <a:off x="609600" y="313372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D98E7163-49D9-43B6-AD0B-0239453E2922}"/>
              </a:ext>
            </a:extLst>
          </p:cNvPr>
          <p:cNvSpPr>
            <a:spLocks xmlns:a="http://schemas.openxmlformats.org/drawingml/2006/main" noGrp="1"/>
          </p:cNvSpPr>
          <p:nvPr/>
        </p:nvSpPr>
        <p:spPr>
          <a:xfrm xmlns:a="http://schemas.openxmlformats.org/drawingml/2006/main">
            <a:off x="4381500" y="3133725"/>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4C4B84B5-29DC-4B16-AE27-62FE9B28214B}"/>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8DA08786-F075-403C-B629-3DC5B8EB1DF5}"/>
              </a:ext>
            </a:extLst>
          </p:cNvPr>
          <p:cNvSpPr>
            <a:spLocks xmlns:a="http://schemas.openxmlformats.org/drawingml/2006/main" noGrp="1"/>
          </p:cNvSpPr>
          <p:nvPr/>
        </p:nvSpPr>
        <p:spPr>
          <a:xfrm xmlns:a="http://schemas.openxmlformats.org/drawingml/2006/main">
            <a:off x="609600" y="363855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A393957C-6520-454C-A03C-F65FD1FA2B7F}"/>
              </a:ext>
            </a:extLst>
          </p:cNvPr>
          <p:cNvSpPr>
            <a:spLocks xmlns:a="http://schemas.openxmlformats.org/drawingml/2006/main" noGrp="1"/>
          </p:cNvSpPr>
          <p:nvPr/>
        </p:nvSpPr>
        <p:spPr>
          <a:xfrm xmlns:a="http://schemas.openxmlformats.org/drawingml/2006/main">
            <a:off x="4381500" y="363855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EBF3E573-F7B8-4200-83D6-2F9A34AB2703}"/>
              </a:ext>
            </a:extLst>
          </p:cNvPr>
          <p:cNvSpPr>
            <a:spLocks xmlns:a="http://schemas.openxmlformats.org/drawingml/2006/main" noGrp="1"/>
          </p:cNvSpPr>
          <p:nvPr/>
        </p:nvSpPr>
        <p:spPr>
          <a:xfrm xmlns:a="http://schemas.openxmlformats.org/drawingml/2006/main">
            <a:off x="609600" y="40862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95F41846-4FC5-47A0-83D8-F7569BC7580C}"/>
              </a:ext>
            </a:extLst>
          </p:cNvPr>
          <p:cNvSpPr>
            <a:spLocks xmlns:a="http://schemas.openxmlformats.org/drawingml/2006/main" noGrp="1"/>
          </p:cNvSpPr>
          <p:nvPr/>
        </p:nvSpPr>
        <p:spPr>
          <a:xfrm xmlns:a="http://schemas.openxmlformats.org/drawingml/2006/main">
            <a:off x="609600" y="414337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36552E15-D49A-48EE-9F7D-374657DE6226}"/>
              </a:ext>
            </a:extLst>
          </p:cNvPr>
          <p:cNvSpPr>
            <a:spLocks xmlns:a="http://schemas.openxmlformats.org/drawingml/2006/main" noGrp="1"/>
          </p:cNvSpPr>
          <p:nvPr/>
        </p:nvSpPr>
        <p:spPr>
          <a:xfrm xmlns:a="http://schemas.openxmlformats.org/drawingml/2006/main">
            <a:off x="4381500" y="4143375"/>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34C2CE2C-75DF-402C-8EFD-A3545B140D16}"/>
              </a:ext>
            </a:extLst>
          </p:cNvPr>
          <p:cNvSpPr>
            <a:spLocks xmlns:a="http://schemas.openxmlformats.org/drawingml/2006/main" noGrp="1"/>
          </p:cNvSpPr>
          <p:nvPr/>
        </p:nvSpPr>
        <p:spPr>
          <a:xfrm xmlns:a="http://schemas.openxmlformats.org/drawingml/2006/main">
            <a:off x="609600" y="4591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121FDBAF-C6DD-47DD-871B-AAA90AA6948C}"/>
              </a:ext>
            </a:extLst>
          </p:cNvPr>
          <p:cNvSpPr>
            <a:spLocks xmlns:a="http://schemas.openxmlformats.org/drawingml/2006/main" noGrp="1"/>
          </p:cNvSpPr>
          <p:nvPr/>
        </p:nvSpPr>
        <p:spPr>
          <a:xfrm xmlns:a="http://schemas.openxmlformats.org/drawingml/2006/main">
            <a:off x="609600" y="46482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B683E08F-3BEE-4A5C-8275-F9BB073926AC}"/>
              </a:ext>
            </a:extLst>
          </p:cNvPr>
          <p:cNvSpPr>
            <a:spLocks xmlns:a="http://schemas.openxmlformats.org/drawingml/2006/main" noGrp="1"/>
          </p:cNvSpPr>
          <p:nvPr/>
        </p:nvSpPr>
        <p:spPr>
          <a:xfrm xmlns:a="http://schemas.openxmlformats.org/drawingml/2006/main">
            <a:off x="4381500" y="464820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측정한 입력·환경에서의 성능</a:t>
            </a:r>
          </a:p>
        </p:txBody>
      </p:sp>
      <p:sp>
        <p:nvSpPr>
          <p:cNvPr id="24" name="C++에서도: Release 실행·API/ABI·대상 데이터에 맞춰 근거를 고른다.">
            <a:extLst xmlns:a="http://schemas.openxmlformats.org/drawingml/2006/main">
              <a:ext uri="{FF2B5EF4-FFF2-40B4-BE49-F238E27FC236}">
                <a16:creationId xmlns:a16="http://schemas.microsoft.com/office/drawing/2014/main" id="{DCF6832F-5628-496A-99E5-0F0D679678D6}"/>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C++에서도: Release 실행·API/ABI·대상 데이터에 맞춰 근거를 고른다.</a:t>
            </a:r>
          </a:p>
        </p:txBody>
      </p:sp>
    </p:spTree>
    <p:extLst>
      <p:ext uri="{BB962C8B-B14F-4D97-AF65-F5344CB8AC3E}">
        <p14:creationId xmlns:p14="http://schemas.microsoft.com/office/powerpoint/2010/main" val="1779544863"/>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1 · 반복해서 쓰는 정보 돌아보기">
            <a:extLst xmlns:a="http://schemas.openxmlformats.org/drawingml/2006/main">
              <a:ext uri="{FF2B5EF4-FFF2-40B4-BE49-F238E27FC236}">
                <a16:creationId xmlns:a16="http://schemas.microsoft.com/office/drawing/2014/main" id="{A41F7B93-0784-4AD4-941B-003DD62662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0">
            <a:extLst xmlns:a="http://schemas.openxmlformats.org/drawingml/2006/main">
              <a:ext uri="{FF2B5EF4-FFF2-40B4-BE49-F238E27FC236}">
                <a16:creationId xmlns:a16="http://schemas.microsoft.com/office/drawing/2014/main" id="{63186C76-D966-4873-BCB9-2300BA51A9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이번 Task인가,&#10;계속 유지할 Project 정보인가?">
            <a:extLst xmlns:a="http://schemas.openxmlformats.org/drawingml/2006/main">
              <a:ext uri="{FF2B5EF4-FFF2-40B4-BE49-F238E27FC236}">
                <a16:creationId xmlns:a16="http://schemas.microsoft.com/office/drawing/2014/main" id="{2496B44B-2E75-4C4A-A635-7DA5C95AE67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BCC8BEA6-C243-40F5-B691-FA2E90DA93E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002BDFD3-1F63-4935-BE7F-D6FA71225F2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F23B289D-7A39-4874-930C-DDB49AF9512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최근 요청에 썼던 문장 하나를 떠올려 보세요.">
            <a:extLst xmlns:a="http://schemas.openxmlformats.org/drawingml/2006/main">
              <a:ext uri="{FF2B5EF4-FFF2-40B4-BE49-F238E27FC236}">
                <a16:creationId xmlns:a16="http://schemas.microsoft.com/office/drawing/2014/main" id="{68FB65BF-B2A2-415E-A17F-3B62BA9CFBF8}"/>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최근 요청에 썼던 문장 하나를 떠올려 보세요.</a:t>
            </a:r>
          </a:p>
        </p:txBody>
      </p:sp>
      <p:sp>
        <p:nvSpPr>
          <p:cNvPr id="8" name="이번 작업에만?">
            <a:extLst xmlns:a="http://schemas.openxmlformats.org/drawingml/2006/main">
              <a:ext uri="{FF2B5EF4-FFF2-40B4-BE49-F238E27FC236}">
                <a16:creationId xmlns:a16="http://schemas.microsoft.com/office/drawing/2014/main" id="{4B58EA9A-C1EB-4E37-8F36-7B69BCF960C0}"/>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522F332C-A2DC-4C3C-AD15-799B48757457}"/>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96A944A-CE04-48D6-846D-C609F7E7D7A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3F383EFF-979D-47A8-8E61-386EF063B1A2}"/>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FE17AEED-4F3E-4D86-B14C-D1A618C3DF1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Tree>
    <p:extLst>
      <p:ext uri="{BB962C8B-B14F-4D97-AF65-F5344CB8AC3E}">
        <p14:creationId xmlns:p14="http://schemas.microsoft.com/office/powerpoint/2010/main" val="278782004"/>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1 · 정보의 수명과 범위">
            <a:extLst xmlns:a="http://schemas.openxmlformats.org/drawingml/2006/main">
              <a:ext uri="{FF2B5EF4-FFF2-40B4-BE49-F238E27FC236}">
                <a16:creationId xmlns:a16="http://schemas.microsoft.com/office/drawing/2014/main" id="{AAA9A97C-7198-43FE-BBE0-83E97B5553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1">
            <a:extLst xmlns:a="http://schemas.openxmlformats.org/drawingml/2006/main">
              <a:ext uri="{FF2B5EF4-FFF2-40B4-BE49-F238E27FC236}">
                <a16:creationId xmlns:a16="http://schemas.microsoft.com/office/drawing/2014/main" id="{3D720295-4E85-499D-BEC5-1F66BA7312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반복하는 설명을 두 범주로 나누기">
            <a:extLst xmlns:a="http://schemas.openxmlformats.org/drawingml/2006/main">
              <a:ext uri="{FF2B5EF4-FFF2-40B4-BE49-F238E27FC236}">
                <a16:creationId xmlns:a16="http://schemas.microsoft.com/office/drawing/2014/main" id="{A910AAFD-5FB0-46BD-922E-FDAE8B35BB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28A2E910-841B-4786-A0A0-ED16BF78CA6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7554BB4C-3A78-4088-8BD8-C5C4D8E334D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F1F0F7CF-3090-4211-9EAF-EA31844DC22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DC64B0BD-E495-4022-93B3-BC861F2797A7}"/>
              </a:ext>
            </a:extLst>
          </p:cNvPr>
          <p:cNvSpPr>
            <a:spLocks xmlns:a="http://schemas.openxmlformats.org/drawingml/2006/main" noGrp="1"/>
          </p:cNvSpPr>
          <p:nvPr/>
        </p:nvSpPr>
        <p:spPr>
          <a:xfrm xmlns:a="http://schemas.openxmlformats.org/drawingml/2006/main">
            <a:off x="609600" y="2238375"/>
            <a:ext cx="51625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F2A6CDB4-7487-4359-A92E-0E8141CB561B}"/>
              </a:ext>
            </a:extLst>
          </p:cNvPr>
          <p:cNvSpPr>
            <a:spLocks xmlns:a="http://schemas.openxmlformats.org/drawingml/2006/main" noGrp="1"/>
          </p:cNvSpPr>
          <p:nvPr/>
        </p:nvSpPr>
        <p:spPr>
          <a:xfrm xmlns:a="http://schemas.openxmlformats.org/drawingml/2006/main">
            <a:off x="6705600" y="22383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D2F7FD5C-8CFD-4A22-A96A-8591D4E63411}"/>
              </a:ext>
            </a:extLst>
          </p:cNvPr>
          <p:cNvSpPr>
            <a:spLocks xmlns:a="http://schemas.openxmlformats.org/drawingml/2006/main" noGrp="1"/>
          </p:cNvSpPr>
          <p:nvPr/>
        </p:nvSpPr>
        <p:spPr>
          <a:xfrm xmlns:a="http://schemas.openxmlformats.org/drawingml/2006/main">
            <a:off x="609600" y="2905125"/>
            <a:ext cx="5162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A754A45-9CEA-4865-BACE-5C9B60D91BF6}"/>
              </a:ext>
            </a:extLst>
          </p:cNvPr>
          <p:cNvSpPr>
            <a:spLocks xmlns:a="http://schemas.openxmlformats.org/drawingml/2006/main" noGrp="1"/>
          </p:cNvSpPr>
          <p:nvPr/>
        </p:nvSpPr>
        <p:spPr>
          <a:xfrm xmlns:a="http://schemas.openxmlformats.org/drawingml/2006/main">
            <a:off x="6705600" y="2905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2FAC5998-B90E-4DB9-AB2B-08444531FDFA}"/>
              </a:ext>
            </a:extLst>
          </p:cNvPr>
          <p:cNvSpPr>
            <a:spLocks xmlns:a="http://schemas.openxmlformats.org/drawingml/2006/main" noGrp="1"/>
          </p:cNvSpPr>
          <p:nvPr/>
        </p:nvSpPr>
        <p:spPr>
          <a:xfrm xmlns:a="http://schemas.openxmlformats.org/drawingml/2006/main">
            <a:off x="609600" y="3219450"/>
            <a:ext cx="51625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의존성 추가에는 작업상 근거 필요&#10;프로젝트 테스트 명령">
            <a:extLst xmlns:a="http://schemas.openxmlformats.org/drawingml/2006/main">
              <a:ext uri="{FF2B5EF4-FFF2-40B4-BE49-F238E27FC236}">
                <a16:creationId xmlns:a16="http://schemas.microsoft.com/office/drawing/2014/main" id="{B4A24604-E5E8-4BDB-B939-8E5447BF96DE}"/>
              </a:ext>
            </a:extLst>
          </p:cNvPr>
          <p:cNvSpPr>
            <a:spLocks xmlns:a="http://schemas.openxmlformats.org/drawingml/2006/main" noGrp="1"/>
          </p:cNvSpPr>
          <p:nvPr/>
        </p:nvSpPr>
        <p:spPr>
          <a:xfrm xmlns:a="http://schemas.openxmlformats.org/drawingml/2006/main">
            <a:off x="6705600" y="3219450"/>
            <a:ext cx="4876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의존성 추가에는 작업상 근거 필요</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프로젝트 테스트 명령</a:t>
            </a:r>
          </a:p>
        </p:txBody>
      </p:sp>
      <p:sp>
        <p:nvSpPr>
          <p:cNvPr id="13" name="">
            <a:extLst xmlns:a="http://schemas.openxmlformats.org/drawingml/2006/main">
              <a:ext uri="{FF2B5EF4-FFF2-40B4-BE49-F238E27FC236}">
                <a16:creationId xmlns:a16="http://schemas.microsoft.com/office/drawing/2014/main" id="{2AEAAB68-388B-4CFE-8DCC-B6DC9E232B00}"/>
              </a:ext>
            </a:extLst>
          </p:cNvPr>
          <p:cNvSpPr>
            <a:spLocks xmlns:a="http://schemas.openxmlformats.org/drawingml/2006/main" noGrp="1"/>
          </p:cNvSpPr>
          <p:nvPr/>
        </p:nvSpPr>
        <p:spPr>
          <a:xfrm xmlns:a="http://schemas.openxmlformats.org/drawingml/2006/main">
            <a:off x="609600" y="500062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정보마다 필요한 기간과 적용 범위가 다르다.">
            <a:extLst xmlns:a="http://schemas.openxmlformats.org/drawingml/2006/main">
              <a:ext uri="{FF2B5EF4-FFF2-40B4-BE49-F238E27FC236}">
                <a16:creationId xmlns:a16="http://schemas.microsoft.com/office/drawing/2014/main" id="{D5724FBF-B4FD-453B-96E5-D15D0E670FBB}"/>
              </a:ext>
            </a:extLst>
          </p:cNvPr>
          <p:cNvSpPr>
            <a:spLocks xmlns:a="http://schemas.openxmlformats.org/drawingml/2006/main" noGrp="1"/>
          </p:cNvSpPr>
          <p:nvPr/>
        </p:nvSpPr>
        <p:spPr>
          <a:xfrm xmlns:a="http://schemas.openxmlformats.org/drawingml/2006/main">
            <a:off x="800100" y="5105400"/>
            <a:ext cx="10591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정보마다 필요한 기간과 적용 범위가 다르다.</a:t>
            </a:r>
          </a:p>
        </p:txBody>
      </p:sp>
    </p:spTree>
    <p:extLst>
      <p:ext uri="{BB962C8B-B14F-4D97-AF65-F5344CB8AC3E}">
        <p14:creationId xmlns:p14="http://schemas.microsoft.com/office/powerpoint/2010/main" val="3791128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반복되는 프로젝트 설명">
            <a:extLst xmlns:a="http://schemas.openxmlformats.org/drawingml/2006/main">
              <a:ext uri="{FF2B5EF4-FFF2-40B4-BE49-F238E27FC236}">
                <a16:creationId xmlns:a16="http://schemas.microsoft.com/office/drawing/2014/main" id="{795D504A-2E84-4852-9E0C-5A03748FD9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2">
            <a:extLst xmlns:a="http://schemas.openxmlformats.org/drawingml/2006/main">
              <a:ext uri="{FF2B5EF4-FFF2-40B4-BE49-F238E27FC236}">
                <a16:creationId xmlns:a16="http://schemas.microsoft.com/office/drawing/2014/main" id="{89A139CD-BFBA-4656-8094-C0488D9370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다른 Task에 같은 설명이 반복된다">
            <a:extLst xmlns:a="http://schemas.openxmlformats.org/drawingml/2006/main">
              <a:ext uri="{FF2B5EF4-FFF2-40B4-BE49-F238E27FC236}">
                <a16:creationId xmlns:a16="http://schemas.microsoft.com/office/drawing/2014/main" id="{0C32A8C3-0851-4982-AB9B-46486252BF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6D59EAC-B059-4389-A902-55432C85614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71CD81CE-D06D-4463-8227-E9B52069161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E85C36A5-DD58-40E8-882C-F299B2DB22D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02A45801-5CE1-419D-A620-112BAD6576DC}"/>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E10F12A0-E80B-4A88-8924-93DD1A861AA4}"/>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34D991C8-62C2-4DA4-9DC6-1DA9AACC719B}"/>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FE1FE33-E960-49BE-A491-6655E0B75AA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6610D13-811F-4976-BDF7-A9ED809A3FC9}"/>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515A36B9-E832-4083-B949-B684E4D97D7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A57D4F0-A530-475B-A81D-3A35A83D63B3}"/>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66873958-D227-49B7-885E-D717796E0BE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F102C0D-2BC4-4FB6-A2BA-74864D3DFA6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0104C5B-AB0E-4118-81F4-DF299E7D0420}"/>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85397EFA-145A-4862-8293-CF5FBCE72B1D}"/>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C5732400-969D-46B0-98C7-0D08673F0FC6}"/>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CF2CB67-6F29-4187-B29D-5AFFD98506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D4D3123-5318-416E-B5B5-EF7FDC8E6A5E}"/>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803DA8C-47E1-420C-A8AE-9CA652C023D7}"/>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9380A6B-B6F2-4561-9220-D5289E115A7D}"/>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Tree>
    <p:extLst>
      <p:ext uri="{BB962C8B-B14F-4D97-AF65-F5344CB8AC3E}">
        <p14:creationId xmlns:p14="http://schemas.microsoft.com/office/powerpoint/2010/main" val="1967425230"/>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Project Context">
            <a:extLst xmlns:a="http://schemas.openxmlformats.org/drawingml/2006/main">
              <a:ext uri="{FF2B5EF4-FFF2-40B4-BE49-F238E27FC236}">
                <a16:creationId xmlns:a16="http://schemas.microsoft.com/office/drawing/2014/main" id="{0986F8BA-9CD8-412A-8315-7F2A97CDFD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3">
            <a:extLst xmlns:a="http://schemas.openxmlformats.org/drawingml/2006/main">
              <a:ext uri="{FF2B5EF4-FFF2-40B4-BE49-F238E27FC236}">
                <a16:creationId xmlns:a16="http://schemas.microsoft.com/office/drawing/2014/main" id="{E00E709A-7531-4AA0-9811-CD9A78930B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작은 Project Context의 첫 기록">
            <a:extLst xmlns:a="http://schemas.openxmlformats.org/drawingml/2006/main">
              <a:ext uri="{FF2B5EF4-FFF2-40B4-BE49-F238E27FC236}">
                <a16:creationId xmlns:a16="http://schemas.microsoft.com/office/drawing/2014/main" id="{8960F1F2-CA63-4702-916E-BF6CD700D6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F2FA374A-6320-44B5-8A5B-A2246958373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C74A95C9-8178-4680-BE9E-561EC99ACC3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AD63638C-4503-47A7-B91E-5C02F2DC93A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3ABD35D8-4343-493F-84E0-31E97FC1BBB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8D98AB18-2E27-435B-B163-FA4B13AC538F}"/>
              </a:ext>
            </a:extLst>
          </p:cNvPr>
          <p:cNvSpPr>
            <a:spLocks xmlns:a="http://schemas.openxmlformats.org/drawingml/2006/main" noGrp="1"/>
          </p:cNvSpPr>
          <p:nvPr/>
        </p:nvSpPr>
        <p:spPr>
          <a:xfrm xmlns:a="http://schemas.openxmlformats.org/drawingml/2006/main">
            <a:off x="609600" y="2286000"/>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Consolas"/>
                <a:ea typeface="Consolas"/>
                <a:cs typeface="Consolas"/>
              </a:defRPr>
            </a:defPPr>
            <a:lvl1pPr algn="l">
              <a:defRPr sz="2850" b="1">
                <a:solidFill>
                  <a:srgbClr val="17212B"/>
                </a:solidFill>
                <a:latin typeface="Consolas"/>
                <a:ea typeface="Consolas"/>
                <a:cs typeface="Consolas"/>
              </a:defRPr>
            </a:lvl1pPr>
            <a:lvl2pPr algn="l">
              <a:defRPr sz="2850" b="1">
                <a:solidFill>
                  <a:srgbClr val="17212B"/>
                </a:solidFill>
                <a:latin typeface="Consolas"/>
                <a:ea typeface="Consolas"/>
                <a:cs typeface="Consolas"/>
              </a:defRPr>
            </a:lvl2pPr>
            <a:lvl3pPr algn="l">
              <a:defRPr sz="2850" b="1">
                <a:solidFill>
                  <a:srgbClr val="17212B"/>
                </a:solidFill>
                <a:latin typeface="Consolas"/>
                <a:ea typeface="Consolas"/>
                <a:cs typeface="Consolas"/>
              </a:defRPr>
            </a:lvl3pPr>
            <a:lvl4pPr algn="l">
              <a:defRPr sz="2850" b="1">
                <a:solidFill>
                  <a:srgbClr val="17212B"/>
                </a:solidFill>
                <a:latin typeface="Consolas"/>
                <a:ea typeface="Consolas"/>
                <a:cs typeface="Consolas"/>
              </a:defRPr>
            </a:lvl4pPr>
            <a:lvl5pPr algn="l">
              <a:defRPr sz="2850" b="1">
                <a:solidFill>
                  <a:srgbClr val="17212B"/>
                </a:solidFill>
                <a:latin typeface="Consolas"/>
                <a:ea typeface="Consolas"/>
                <a:cs typeface="Consolas"/>
              </a:defRPr>
            </a:lvl5pPr>
            <a:lvl6pPr algn="l">
              <a:defRPr sz="2850" b="1">
                <a:solidFill>
                  <a:srgbClr val="17212B"/>
                </a:solidFill>
                <a:latin typeface="Consolas"/>
                <a:ea typeface="Consolas"/>
                <a:cs typeface="Consolas"/>
              </a:defRPr>
            </a:lvl6pPr>
            <a:lvl7pPr algn="l">
              <a:defRPr sz="2850" b="1">
                <a:solidFill>
                  <a:srgbClr val="17212B"/>
                </a:solidFill>
                <a:latin typeface="Consolas"/>
                <a:ea typeface="Consolas"/>
                <a:cs typeface="Consolas"/>
              </a:defRPr>
            </a:lvl7pPr>
            <a:lvl8pPr algn="l">
              <a:defRPr sz="2850" b="1">
                <a:solidFill>
                  <a:srgbClr val="17212B"/>
                </a:solidFill>
                <a:latin typeface="Consolas"/>
                <a:ea typeface="Consolas"/>
                <a:cs typeface="Consolas"/>
              </a:defRPr>
            </a:lvl8pPr>
            <a:lvl9pPr algn="l">
              <a:defRPr sz="2850" b="1">
                <a:solidFill>
                  <a:srgbClr val="17212B"/>
                </a:solidFill>
                <a:latin typeface="Consolas"/>
                <a:ea typeface="Consolas"/>
                <a:cs typeface="Consolas"/>
              </a:defRPr>
            </a:lvl9pPr>
          </a:lstStyle>
          <a:p xmlns:a="http://schemas.openxmlformats.org/drawingml/2006/main">
            <a:pPr algn="l">
              <a:defRPr sz="2850" b="1">
                <a:solidFill>
                  <a:srgbClr val="17212B"/>
                </a:solidFill>
                <a:latin typeface="Consolas"/>
                <a:ea typeface="Consolas"/>
                <a:cs typeface="Consolas"/>
              </a:defRPr>
            </a:pPr>
            <a:r>
              <a:rPr sz="28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069B7057-59F3-47F8-B336-0056CA5F0650}"/>
              </a:ext>
            </a:extLst>
          </p:cNvPr>
          <p:cNvSpPr>
            <a:spLocks xmlns:a="http://schemas.openxmlformats.org/drawingml/2006/main" noGrp="1"/>
          </p:cNvSpPr>
          <p:nvPr/>
        </p:nvSpPr>
        <p:spPr>
          <a:xfrm xmlns:a="http://schemas.openxmlformats.org/drawingml/2006/main">
            <a:off x="7143750" y="2343150"/>
            <a:ext cx="4438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84ECDCEA-64EC-4CBD-AE46-21BB8214112E}"/>
              </a:ext>
            </a:extLst>
          </p:cNvPr>
          <p:cNvSpPr>
            <a:spLocks xmlns:a="http://schemas.openxmlformats.org/drawingml/2006/main" noGrp="1"/>
          </p:cNvSpPr>
          <p:nvPr/>
        </p:nvSpPr>
        <p:spPr>
          <a:xfrm xmlns:a="http://schemas.openxmlformats.org/drawingml/2006/main">
            <a:off x="609600" y="2914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D2D06FB1-D955-4B03-A805-41F4FCA1D3F9}"/>
              </a:ext>
            </a:extLst>
          </p:cNvPr>
          <p:cNvSpPr>
            <a:spLocks xmlns:a="http://schemas.openxmlformats.org/drawingml/2006/main" noGrp="1"/>
          </p:cNvSpPr>
          <p:nvPr/>
        </p:nvSpPr>
        <p:spPr>
          <a:xfrm xmlns:a="http://schemas.openxmlformats.org/drawingml/2006/main">
            <a:off x="609600" y="3105150"/>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4464C7D9-4205-4615-B58F-0A2B9D098355}"/>
              </a:ext>
            </a:extLst>
          </p:cNvPr>
          <p:cNvSpPr>
            <a:spLocks xmlns:a="http://schemas.openxmlformats.org/drawingml/2006/main" noGrp="1"/>
          </p:cNvSpPr>
          <p:nvPr/>
        </p:nvSpPr>
        <p:spPr>
          <a:xfrm xmlns:a="http://schemas.openxmlformats.org/drawingml/2006/main">
            <a:off x="2952750" y="3105150"/>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Local </a:t>
            </a:r>
            <a:r>
              <a:rPr sz="1800" b="1">
                <a:solidFill>
                  <a:srgbClr val="17212B"/>
                </a:solidFill>
                <a:latin typeface="Malgun Gothic"/>
                <a:ea typeface="Malgun Gothic"/>
                <a:cs typeface="Malgun Gothic"/>
              </a:rPr>
              <a:t>grayscale image-processing CLI</a:t>
            </a:r>
            <a:r>
              <a:rPr sz="1800" b="0">
                <a:solidFill>
                  <a:srgbClr val="17212B"/>
                </a:solidFill>
                <a:latin typeface="Malgun Gothic"/>
                <a:ea typeface="Malgun Gothic"/>
                <a:cs typeface="Malgun Gothic"/>
              </a:rPr>
              <a:t> using synthetic ASCII PGM data.</a:t>
            </a:r>
          </a:p>
        </p:txBody>
      </p:sp>
      <p:sp>
        <p:nvSpPr>
          <p:cNvPr id="13" name="">
            <a:extLst xmlns:a="http://schemas.openxmlformats.org/drawingml/2006/main">
              <a:ext uri="{FF2B5EF4-FFF2-40B4-BE49-F238E27FC236}">
                <a16:creationId xmlns:a16="http://schemas.microsoft.com/office/drawing/2014/main" id="{5044E964-680B-4A4D-999E-B16DB426F96D}"/>
              </a:ext>
            </a:extLst>
          </p:cNvPr>
          <p:cNvSpPr>
            <a:spLocks xmlns:a="http://schemas.openxmlformats.org/drawingml/2006/main" noGrp="1"/>
          </p:cNvSpPr>
          <p:nvPr/>
        </p:nvSpPr>
        <p:spPr>
          <a:xfrm xmlns:a="http://schemas.openxmlformats.org/drawingml/2006/main">
            <a:off x="609600" y="3609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실행 방법">
            <a:extLst xmlns:a="http://schemas.openxmlformats.org/drawingml/2006/main">
              <a:ext uri="{FF2B5EF4-FFF2-40B4-BE49-F238E27FC236}">
                <a16:creationId xmlns:a16="http://schemas.microsoft.com/office/drawing/2014/main" id="{8B9DDB10-CB8D-4267-BB39-C2666FFD9524}"/>
              </a:ext>
            </a:extLst>
          </p:cNvPr>
          <p:cNvSpPr>
            <a:spLocks xmlns:a="http://schemas.openxmlformats.org/drawingml/2006/main" noGrp="1"/>
          </p:cNvSpPr>
          <p:nvPr/>
        </p:nvSpPr>
        <p:spPr>
          <a:xfrm xmlns:a="http://schemas.openxmlformats.org/drawingml/2006/main">
            <a:off x="609600" y="3800475"/>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방법</a:t>
            </a:r>
          </a:p>
        </p:txBody>
      </p:sp>
      <p:sp>
        <p:nvSpPr>
          <p:cNvPr id="15" name="Use the prepared build and CLI commands documented in `READM">
            <a:extLst xmlns:a="http://schemas.openxmlformats.org/drawingml/2006/main">
              <a:ext uri="{FF2B5EF4-FFF2-40B4-BE49-F238E27FC236}">
                <a16:creationId xmlns:a16="http://schemas.microsoft.com/office/drawing/2014/main" id="{41A89A64-CF1D-45E5-8333-0C07C9BDB628}"/>
              </a:ext>
            </a:extLst>
          </p:cNvPr>
          <p:cNvSpPr>
            <a:spLocks xmlns:a="http://schemas.openxmlformats.org/drawingml/2006/main" noGrp="1"/>
          </p:cNvSpPr>
          <p:nvPr/>
        </p:nvSpPr>
        <p:spPr>
          <a:xfrm xmlns:a="http://schemas.openxmlformats.org/drawingml/2006/main">
            <a:off x="2952750" y="3800475"/>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Use the prepared build and CLI commands documented in `</a:t>
            </a:r>
            <a:r>
              <a:rPr sz="1800" b="1">
                <a:solidFill>
                  <a:srgbClr val="17212B"/>
                </a:solidFill>
                <a:latin typeface="Malgun Gothic"/>
                <a:ea typeface="Malgun Gothic"/>
                <a:cs typeface="Malgun Gothic"/>
              </a:rPr>
              <a:t>README.md</a:t>
            </a:r>
            <a:r>
              <a:rPr sz="1800" b="0">
                <a:solidFill>
                  <a:srgbClr val="17212B"/>
                </a:solidFill>
                <a:latin typeface="Malgun Gothic"/>
                <a:ea typeface="Malgun Gothic"/>
                <a:cs typeface="Malgun Gothic"/>
              </a:rPr>
              <a:t>`.</a:t>
            </a:r>
          </a:p>
        </p:txBody>
      </p:sp>
      <p:sp>
        <p:nvSpPr>
          <p:cNvPr id="16" name="">
            <a:extLst xmlns:a="http://schemas.openxmlformats.org/drawingml/2006/main">
              <a:ext uri="{FF2B5EF4-FFF2-40B4-BE49-F238E27FC236}">
                <a16:creationId xmlns:a16="http://schemas.microsoft.com/office/drawing/2014/main" id="{2A284E61-1F78-4C75-96C9-E2D84EC02CBB}"/>
              </a:ext>
            </a:extLst>
          </p:cNvPr>
          <p:cNvSpPr>
            <a:spLocks xmlns:a="http://schemas.openxmlformats.org/drawingml/2006/main" noGrp="1"/>
          </p:cNvSpPr>
          <p:nvPr/>
        </p:nvSpPr>
        <p:spPr>
          <a:xfrm xmlns:a="http://schemas.openxmlformats.org/drawingml/2006/main">
            <a:off x="609600" y="4305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테스트 명령">
            <a:extLst xmlns:a="http://schemas.openxmlformats.org/drawingml/2006/main">
              <a:ext uri="{FF2B5EF4-FFF2-40B4-BE49-F238E27FC236}">
                <a16:creationId xmlns:a16="http://schemas.microsoft.com/office/drawing/2014/main" id="{D1D78D27-C773-45F2-A630-688901307DAB}"/>
              </a:ext>
            </a:extLst>
          </p:cNvPr>
          <p:cNvSpPr>
            <a:spLocks xmlns:a="http://schemas.openxmlformats.org/drawingml/2006/main" noGrp="1"/>
          </p:cNvSpPr>
          <p:nvPr/>
        </p:nvSpPr>
        <p:spPr>
          <a:xfrm xmlns:a="http://schemas.openxmlformats.org/drawingml/2006/main">
            <a:off x="609600" y="4495800"/>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테스트 명령</a:t>
            </a:r>
          </a:p>
        </p:txBody>
      </p:sp>
      <p:sp>
        <p:nvSpPr>
          <p:cNvPr id="18" name="PYTHONPATH=src python3 -m unittest discover -s tests -v">
            <a:extLst xmlns:a="http://schemas.openxmlformats.org/drawingml/2006/main">
              <a:ext uri="{FF2B5EF4-FFF2-40B4-BE49-F238E27FC236}">
                <a16:creationId xmlns:a16="http://schemas.microsoft.com/office/drawing/2014/main" id="{7145DD1B-76CB-448A-AC35-E9E79DBE9E3F}"/>
              </a:ext>
            </a:extLst>
          </p:cNvPr>
          <p:cNvSpPr>
            <a:spLocks xmlns:a="http://schemas.openxmlformats.org/drawingml/2006/main" noGrp="1"/>
          </p:cNvSpPr>
          <p:nvPr/>
        </p:nvSpPr>
        <p:spPr>
          <a:xfrm xmlns:a="http://schemas.openxmlformats.org/drawingml/2006/main">
            <a:off x="2952750" y="4495800"/>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PYTHONPATH=src python3 -m unittest discover -s tests -v</a:t>
            </a:r>
          </a:p>
        </p:txBody>
      </p:sp>
      <p:sp>
        <p:nvSpPr>
          <p:cNvPr id="19" name="">
            <a:extLst xmlns:a="http://schemas.openxmlformats.org/drawingml/2006/main">
              <a:ext uri="{FF2B5EF4-FFF2-40B4-BE49-F238E27FC236}">
                <a16:creationId xmlns:a16="http://schemas.microsoft.com/office/drawing/2014/main" id="{86522112-23DB-4466-B1A6-E5DB09A2C1FD}"/>
              </a:ext>
            </a:extLst>
          </p:cNvPr>
          <p:cNvSpPr>
            <a:spLocks xmlns:a="http://schemas.openxmlformats.org/drawingml/2006/main" noGrp="1"/>
          </p:cNvSpPr>
          <p:nvPr/>
        </p:nvSpPr>
        <p:spPr>
          <a:xfrm xmlns:a="http://schemas.openxmlformats.org/drawingml/2006/main">
            <a:off x="609600" y="5000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기본 제약">
            <a:extLst xmlns:a="http://schemas.openxmlformats.org/drawingml/2006/main">
              <a:ext uri="{FF2B5EF4-FFF2-40B4-BE49-F238E27FC236}">
                <a16:creationId xmlns:a16="http://schemas.microsoft.com/office/drawing/2014/main" id="{E20BB6DB-26DB-47F9-AEFE-AE7700824D8C}"/>
              </a:ext>
            </a:extLst>
          </p:cNvPr>
          <p:cNvSpPr>
            <a:spLocks xmlns:a="http://schemas.openxmlformats.org/drawingml/2006/main" noGrp="1"/>
          </p:cNvSpPr>
          <p:nvPr/>
        </p:nvSpPr>
        <p:spPr>
          <a:xfrm xmlns:a="http://schemas.openxmlformats.org/drawingml/2006/main">
            <a:off x="609600" y="5191125"/>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기본 제약</a:t>
            </a:r>
          </a:p>
        </p:txBody>
      </p:sp>
      <p:sp>
        <p:nvSpPr>
          <p:cNvPr id="21" name="Keep changes scoped and verify relevant behavior.">
            <a:extLst xmlns:a="http://schemas.openxmlformats.org/drawingml/2006/main">
              <a:ext uri="{FF2B5EF4-FFF2-40B4-BE49-F238E27FC236}">
                <a16:creationId xmlns:a16="http://schemas.microsoft.com/office/drawing/2014/main" id="{627D5CBA-8C9C-41E9-BC47-9FBB0B368595}"/>
              </a:ext>
            </a:extLst>
          </p:cNvPr>
          <p:cNvSpPr>
            <a:spLocks xmlns:a="http://schemas.openxmlformats.org/drawingml/2006/main" noGrp="1"/>
          </p:cNvSpPr>
          <p:nvPr/>
        </p:nvSpPr>
        <p:spPr>
          <a:xfrm xmlns:a="http://schemas.openxmlformats.org/drawingml/2006/main">
            <a:off x="2952750" y="5191125"/>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Keep changes </a:t>
            </a:r>
            <a:r>
              <a:rPr sz="1800" b="1">
                <a:solidFill>
                  <a:srgbClr val="17212B"/>
                </a:solidFill>
                <a:latin typeface="Malgun Gothic"/>
                <a:ea typeface="Malgun Gothic"/>
                <a:cs typeface="Malgun Gothic"/>
              </a:rPr>
              <a:t>scoped and verify</a:t>
            </a:r>
            <a:r>
              <a:rPr sz="1800" b="0">
                <a:solidFill>
                  <a:srgbClr val="17212B"/>
                </a:solidFill>
                <a:latin typeface="Malgun Gothic"/>
                <a:ea typeface="Malgun Gothic"/>
                <a:cs typeface="Malgun Gothic"/>
              </a:rPr>
              <a:t> relevant behavior.</a:t>
            </a:r>
          </a:p>
        </p:txBody>
      </p:sp>
    </p:spTree>
    <p:extLst>
      <p:ext uri="{BB962C8B-B14F-4D97-AF65-F5344CB8AC3E}">
        <p14:creationId xmlns:p14="http://schemas.microsoft.com/office/powerpoint/2010/main" val="644079266"/>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지침을 활용한 관찰">
            <a:extLst xmlns:a="http://schemas.openxmlformats.org/drawingml/2006/main">
              <a:ext uri="{FF2B5EF4-FFF2-40B4-BE49-F238E27FC236}">
                <a16:creationId xmlns:a16="http://schemas.microsoft.com/office/drawing/2014/main" id="{C7375F8C-8F96-4B34-9DE0-2B8AD92F98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4">
            <a:extLst xmlns:a="http://schemas.openxmlformats.org/drawingml/2006/main">
              <a:ext uri="{FF2B5EF4-FFF2-40B4-BE49-F238E27FC236}">
                <a16:creationId xmlns:a16="http://schemas.microsoft.com/office/drawing/2014/main" id="{AF523693-4DDC-4C2E-BE9D-B7EFE6211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한 번의 사용에서 확인된 것">
            <a:extLst xmlns:a="http://schemas.openxmlformats.org/drawingml/2006/main">
              <a:ext uri="{FF2B5EF4-FFF2-40B4-BE49-F238E27FC236}">
                <a16:creationId xmlns:a16="http://schemas.microsoft.com/office/drawing/2014/main" id="{C832C33A-41CA-44B0-BCCB-8C77A8DB47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21ED145B-74DF-4C63-BBBA-1194C4AD8C6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4F613B66-12FB-42A9-9884-E1BEAA8A173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D50459C1-EB48-4A88-877C-E22743B1F34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F8E21B73-9ECE-4489-BAD5-BB3BE5433122}"/>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CA5F7868-DDE6-4233-870E-C16D46456195}"/>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0CF36047-49EA-4567-B993-E9216B5C5CD8}"/>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B32FF642-DED4-4C0C-91FB-7EEE81ECF2FA}"/>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D23B0175-3C5D-4D85-A6A9-4677DC2184E8}"/>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8EDB90F0-4DCD-4BA9-A4DB-464C184413E1}"/>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228CC55E-0D2E-4087-8BFE-C08C51ED996A}"/>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2EE3B3C8-1434-41CD-BB7F-0052EE34BE9D}"/>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81E06194-02AE-4D7A-BE3D-C1657B328AFC}"/>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F54AD8A5-77DD-42B3-9DF0-67683279B91F}"/>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3745ACEA-02CA-4845-B788-7E2090DB687A}"/>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65A1C61B-F4CE-48CA-9424-783D0744CCE2}"/>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5F5BDC7A-FB83-47FF-80C0-99B9005EF18D}"/>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03C86A9-4712-4F08-B8F1-AF9D8E1B92FE}"/>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E250F3C-971F-46A3-B719-894BFBEF3011}"/>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B974DA32-890F-4662-9CD9-4481E8CF1693}"/>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Tree>
    <p:extLst>
      <p:ext uri="{BB962C8B-B14F-4D97-AF65-F5344CB8AC3E}">
        <p14:creationId xmlns:p14="http://schemas.microsoft.com/office/powerpoint/2010/main" val="181181363"/>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정보의 범위와 수명">
            <a:extLst xmlns:a="http://schemas.openxmlformats.org/drawingml/2006/main">
              <a:ext uri="{FF2B5EF4-FFF2-40B4-BE49-F238E27FC236}">
                <a16:creationId xmlns:a16="http://schemas.microsoft.com/office/drawing/2014/main" id="{91ED2119-5D2D-4B92-86A2-04EC003CC1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5">
            <a:extLst xmlns:a="http://schemas.openxmlformats.org/drawingml/2006/main">
              <a:ext uri="{FF2B5EF4-FFF2-40B4-BE49-F238E27FC236}">
                <a16:creationId xmlns:a16="http://schemas.microsoft.com/office/drawing/2014/main" id="{9C4C5E8E-9F9C-473D-A28B-8FDED71C14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Task Prompt와 Project Context">
            <a:extLst xmlns:a="http://schemas.openxmlformats.org/drawingml/2006/main">
              <a:ext uri="{FF2B5EF4-FFF2-40B4-BE49-F238E27FC236}">
                <a16:creationId xmlns:a16="http://schemas.microsoft.com/office/drawing/2014/main" id="{F462F7C9-6C07-4E9C-8316-C16C6A20C7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2FD4675E-0A0A-4710-BFE8-856CAB3481C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3B1C0986-08B3-4FD5-8FF8-7FD2A161412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B28826A6-6DA1-4080-BB42-5934647AD41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이번 작업이 끝나면?">
            <a:extLst xmlns:a="http://schemas.openxmlformats.org/drawingml/2006/main">
              <a:ext uri="{FF2B5EF4-FFF2-40B4-BE49-F238E27FC236}">
                <a16:creationId xmlns:a16="http://schemas.microsoft.com/office/drawing/2014/main" id="{14D92E47-0EC0-4CE3-997F-953D2B3357EB}"/>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작업이 끝나면?</a:t>
            </a:r>
          </a:p>
        </p:txBody>
      </p:sp>
      <p:sp>
        <p:nvSpPr>
          <p:cNvPr id="8" name="">
            <a:extLst xmlns:a="http://schemas.openxmlformats.org/drawingml/2006/main">
              <a:ext uri="{FF2B5EF4-FFF2-40B4-BE49-F238E27FC236}">
                <a16:creationId xmlns:a16="http://schemas.microsoft.com/office/drawing/2014/main" id="{57C88F5C-D26F-475E-8A16-69C0C73E3E84}"/>
              </a:ext>
            </a:extLst>
          </p:cNvPr>
          <p:cNvSpPr>
            <a:spLocks xmlns:a="http://schemas.openxmlformats.org/drawingml/2006/main" noGrp="1"/>
          </p:cNvSpPr>
          <p:nvPr/>
        </p:nvSpPr>
        <p:spPr>
          <a:xfrm xmlns:a="http://schemas.openxmlformats.org/drawingml/2006/main">
            <a:off x="609600" y="2838450"/>
            <a:ext cx="50863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Task Prompt">
            <a:extLst xmlns:a="http://schemas.openxmlformats.org/drawingml/2006/main">
              <a:ext uri="{FF2B5EF4-FFF2-40B4-BE49-F238E27FC236}">
                <a16:creationId xmlns:a16="http://schemas.microsoft.com/office/drawing/2014/main" id="{A0CD60C5-2472-4F31-92E7-DB1FCEC70F52}"/>
              </a:ext>
            </a:extLst>
          </p:cNvPr>
          <p:cNvSpPr>
            <a:spLocks xmlns:a="http://schemas.openxmlformats.org/drawingml/2006/main" noGrp="1"/>
          </p:cNvSpPr>
          <p:nvPr/>
        </p:nvSpPr>
        <p:spPr>
          <a:xfrm xmlns:a="http://schemas.openxmlformats.org/drawingml/2006/main">
            <a:off x="609600" y="3038475"/>
            <a:ext cx="508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10" name="지금 원하는 결과">
            <a:extLst xmlns:a="http://schemas.openxmlformats.org/drawingml/2006/main">
              <a:ext uri="{FF2B5EF4-FFF2-40B4-BE49-F238E27FC236}">
                <a16:creationId xmlns:a16="http://schemas.microsoft.com/office/drawing/2014/main" id="{1700D2ED-7DDF-47B2-A3D8-4DCDF1BA0BF9}"/>
              </a:ext>
            </a:extLst>
          </p:cNvPr>
          <p:cNvSpPr>
            <a:spLocks xmlns:a="http://schemas.openxmlformats.org/drawingml/2006/main" noGrp="1"/>
          </p:cNvSpPr>
          <p:nvPr/>
        </p:nvSpPr>
        <p:spPr>
          <a:xfrm xmlns:a="http://schemas.openxmlformats.org/drawingml/2006/main">
            <a:off x="609600" y="3552825"/>
            <a:ext cx="5086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지금 원하는 결과</a:t>
            </a:r>
          </a:p>
        </p:txBody>
      </p:sp>
      <p:sp>
        <p:nvSpPr>
          <p:cNvPr id="11" name="crop 경계 버그 수정&#10;이번에는 README만 변경">
            <a:extLst xmlns:a="http://schemas.openxmlformats.org/drawingml/2006/main">
              <a:ext uri="{FF2B5EF4-FFF2-40B4-BE49-F238E27FC236}">
                <a16:creationId xmlns:a16="http://schemas.microsoft.com/office/drawing/2014/main" id="{56033CFF-53E6-4FBF-91CB-5E7EB909045C}"/>
              </a:ext>
            </a:extLst>
          </p:cNvPr>
          <p:cNvSpPr>
            <a:spLocks xmlns:a="http://schemas.openxmlformats.org/drawingml/2006/main" noGrp="1"/>
          </p:cNvSpPr>
          <p:nvPr/>
        </p:nvSpPr>
        <p:spPr>
          <a:xfrm xmlns:a="http://schemas.openxmlformats.org/drawingml/2006/main">
            <a:off x="609600" y="4114800"/>
            <a:ext cx="5086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 경계 버그 수정</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이번에는 README만 변경</a:t>
            </a:r>
          </a:p>
        </p:txBody>
      </p:sp>
      <p:sp>
        <p:nvSpPr>
          <p:cNvPr id="12" name="">
            <a:extLst xmlns:a="http://schemas.openxmlformats.org/drawingml/2006/main">
              <a:ext uri="{FF2B5EF4-FFF2-40B4-BE49-F238E27FC236}">
                <a16:creationId xmlns:a16="http://schemas.microsoft.com/office/drawing/2014/main" id="{0D5D4306-A0DD-4BA9-89D3-4B01029C83E7}"/>
              </a:ext>
            </a:extLst>
          </p:cNvPr>
          <p:cNvSpPr>
            <a:spLocks xmlns:a="http://schemas.openxmlformats.org/drawingml/2006/main" noGrp="1"/>
          </p:cNvSpPr>
          <p:nvPr/>
        </p:nvSpPr>
        <p:spPr>
          <a:xfrm xmlns:a="http://schemas.openxmlformats.org/drawingml/2006/main">
            <a:off x="609600" y="5143500"/>
            <a:ext cx="5086350" cy="457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다음 작업에서는 목표가 달라짐">
            <a:extLst xmlns:a="http://schemas.openxmlformats.org/drawingml/2006/main">
              <a:ext uri="{FF2B5EF4-FFF2-40B4-BE49-F238E27FC236}">
                <a16:creationId xmlns:a16="http://schemas.microsoft.com/office/drawing/2014/main" id="{D61424DE-C76F-4036-A83E-6D7088624AB8}"/>
              </a:ext>
            </a:extLst>
          </p:cNvPr>
          <p:cNvSpPr>
            <a:spLocks xmlns:a="http://schemas.openxmlformats.org/drawingml/2006/main" noGrp="1"/>
          </p:cNvSpPr>
          <p:nvPr/>
        </p:nvSpPr>
        <p:spPr>
          <a:xfrm xmlns:a="http://schemas.openxmlformats.org/drawingml/2006/main">
            <a:off x="762000" y="5200650"/>
            <a:ext cx="4781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작업에서는 목표가 달라짐</a:t>
            </a:r>
          </a:p>
        </p:txBody>
      </p:sp>
      <p:sp>
        <p:nvSpPr>
          <p:cNvPr id="14" name="">
            <a:extLst xmlns:a="http://schemas.openxmlformats.org/drawingml/2006/main">
              <a:ext uri="{FF2B5EF4-FFF2-40B4-BE49-F238E27FC236}">
                <a16:creationId xmlns:a16="http://schemas.microsoft.com/office/drawing/2014/main" id="{2CFE0E16-EAE6-4864-A3F0-A3B4B40C592E}"/>
              </a:ext>
            </a:extLst>
          </p:cNvPr>
          <p:cNvSpPr>
            <a:spLocks xmlns:a="http://schemas.openxmlformats.org/drawingml/2006/main" noGrp="1"/>
          </p:cNvSpPr>
          <p:nvPr/>
        </p:nvSpPr>
        <p:spPr>
          <a:xfrm xmlns:a="http://schemas.openxmlformats.org/drawingml/2006/main">
            <a:off x="6496050" y="2838450"/>
            <a:ext cx="50863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ject Context">
            <a:extLst xmlns:a="http://schemas.openxmlformats.org/drawingml/2006/main">
              <a:ext uri="{FF2B5EF4-FFF2-40B4-BE49-F238E27FC236}">
                <a16:creationId xmlns:a16="http://schemas.microsoft.com/office/drawing/2014/main" id="{89E486D5-35F4-40A6-89FA-FD60E74F4E7E}"/>
              </a:ext>
            </a:extLst>
          </p:cNvPr>
          <p:cNvSpPr>
            <a:spLocks xmlns:a="http://schemas.openxmlformats.org/drawingml/2006/main" noGrp="1"/>
          </p:cNvSpPr>
          <p:nvPr/>
        </p:nvSpPr>
        <p:spPr>
          <a:xfrm xmlns:a="http://schemas.openxmlformats.org/drawingml/2006/main">
            <a:off x="6496050" y="3038475"/>
            <a:ext cx="508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6" name="계속 참이어야 할 사실">
            <a:extLst xmlns:a="http://schemas.openxmlformats.org/drawingml/2006/main">
              <a:ext uri="{FF2B5EF4-FFF2-40B4-BE49-F238E27FC236}">
                <a16:creationId xmlns:a16="http://schemas.microsoft.com/office/drawing/2014/main" id="{2C769D5F-CA49-4BAD-B156-EB8AF00A55CF}"/>
              </a:ext>
            </a:extLst>
          </p:cNvPr>
          <p:cNvSpPr>
            <a:spLocks xmlns:a="http://schemas.openxmlformats.org/drawingml/2006/main" noGrp="1"/>
          </p:cNvSpPr>
          <p:nvPr/>
        </p:nvSpPr>
        <p:spPr>
          <a:xfrm xmlns:a="http://schemas.openxmlformats.org/drawingml/2006/main">
            <a:off x="6496050" y="3552825"/>
            <a:ext cx="5086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계속 참이어야 할 사실</a:t>
            </a:r>
          </a:p>
        </p:txBody>
      </p:sp>
      <p:sp>
        <p:nvSpPr>
          <p:cNvPr id="17" name="프로젝트의 테스트 명령&#10;의존성 추가에는 작업상 근거 필요">
            <a:extLst xmlns:a="http://schemas.openxmlformats.org/drawingml/2006/main">
              <a:ext uri="{FF2B5EF4-FFF2-40B4-BE49-F238E27FC236}">
                <a16:creationId xmlns:a16="http://schemas.microsoft.com/office/drawing/2014/main" id="{20336544-1690-4393-95B1-85B57DBC5FFB}"/>
              </a:ext>
            </a:extLst>
          </p:cNvPr>
          <p:cNvSpPr>
            <a:spLocks xmlns:a="http://schemas.openxmlformats.org/drawingml/2006/main" noGrp="1"/>
          </p:cNvSpPr>
          <p:nvPr/>
        </p:nvSpPr>
        <p:spPr>
          <a:xfrm xmlns:a="http://schemas.openxmlformats.org/drawingml/2006/main">
            <a:off x="6496050" y="4114800"/>
            <a:ext cx="5086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8" name="">
            <a:extLst xmlns:a="http://schemas.openxmlformats.org/drawingml/2006/main">
              <a:ext uri="{FF2B5EF4-FFF2-40B4-BE49-F238E27FC236}">
                <a16:creationId xmlns:a16="http://schemas.microsoft.com/office/drawing/2014/main" id="{2436C419-5D55-44B8-B8B2-E409A4B9F8D4}"/>
              </a:ext>
            </a:extLst>
          </p:cNvPr>
          <p:cNvSpPr>
            <a:spLocks xmlns:a="http://schemas.openxmlformats.org/drawingml/2006/main" noGrp="1"/>
          </p:cNvSpPr>
          <p:nvPr/>
        </p:nvSpPr>
        <p:spPr>
          <a:xfrm xmlns:a="http://schemas.openxmlformats.org/drawingml/2006/main">
            <a:off x="6496050" y="5143500"/>
            <a:ext cx="5086350" cy="457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9" name="여러 작업에서 다시 참고">
            <a:extLst xmlns:a="http://schemas.openxmlformats.org/drawingml/2006/main">
              <a:ext uri="{FF2B5EF4-FFF2-40B4-BE49-F238E27FC236}">
                <a16:creationId xmlns:a16="http://schemas.microsoft.com/office/drawing/2014/main" id="{12FC74FC-CADD-4877-9248-2B7843E37A48}"/>
              </a:ext>
            </a:extLst>
          </p:cNvPr>
          <p:cNvSpPr>
            <a:spLocks xmlns:a="http://schemas.openxmlformats.org/drawingml/2006/main" noGrp="1"/>
          </p:cNvSpPr>
          <p:nvPr/>
        </p:nvSpPr>
        <p:spPr>
          <a:xfrm xmlns:a="http://schemas.openxmlformats.org/drawingml/2006/main">
            <a:off x="6648450" y="5200650"/>
            <a:ext cx="4781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여러 작업에서 다시 참고</a:t>
            </a:r>
          </a:p>
        </p:txBody>
      </p:sp>
    </p:spTree>
    <p:extLst>
      <p:ext uri="{BB962C8B-B14F-4D97-AF65-F5344CB8AC3E}">
        <p14:creationId xmlns:p14="http://schemas.microsoft.com/office/powerpoint/2010/main" val="37442418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Context가 쌓이는 과정">
            <a:extLst xmlns:a="http://schemas.openxmlformats.org/drawingml/2006/main">
              <a:ext uri="{FF2B5EF4-FFF2-40B4-BE49-F238E27FC236}">
                <a16:creationId xmlns:a16="http://schemas.microsoft.com/office/drawing/2014/main" id="{9E4EB207-244E-4784-BBEB-0133F64BE1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6">
            <a:extLst xmlns:a="http://schemas.openxmlformats.org/drawingml/2006/main">
              <a:ext uri="{FF2B5EF4-FFF2-40B4-BE49-F238E27FC236}">
                <a16:creationId xmlns:a16="http://schemas.microsoft.com/office/drawing/2014/main" id="{79598544-C130-4D13-9741-D5CA1749CE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정확한 정보도 계속 늘어난다">
            <a:extLst xmlns:a="http://schemas.openxmlformats.org/drawingml/2006/main">
              <a:ext uri="{FF2B5EF4-FFF2-40B4-BE49-F238E27FC236}">
                <a16:creationId xmlns:a16="http://schemas.microsoft.com/office/drawing/2014/main" id="{1A106F1B-FA0B-4DDC-9719-17060B91A7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752F6219-E408-4FDF-86FF-B132711AF0A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EFE34008-0F98-407D-90AB-765A39A69AA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E7A37000-76D3-405E-8112-7DA85022EDB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D8197B94-72F4-499A-8ED1-D3ECDF7EB2F2}"/>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0F460BE9-2F4C-48E1-8583-E86ECCFF4532}"/>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6071375F-E7FE-42B7-8282-37E0C303719C}"/>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33869EF1-23AC-446E-81C1-12F8A4663253}"/>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B52F350F-42DC-4536-ADC3-FE96DC060377}"/>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9F6F53C5-DCDE-4F19-8AC1-52DBDBFF97FE}"/>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D72765D1-22BE-4ADF-B8D6-DD58A8DFB318}"/>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37DC4B39-7DC1-47A9-9F0A-95B2B0F8F24E}"/>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98E36A61-256E-4CBC-9CF4-EFCEE60CB7ED}"/>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2B136074-FEBA-4DE1-AA86-0D2FECC190A4}"/>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71272BDE-0E38-44A5-BC75-CDA06A965A6D}"/>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06C9E90D-3EA0-4C58-BCA7-C9E408704E15}"/>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E8871DB0-4F57-42B3-9BE2-D7068B77B22A}"/>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548CFC11-D6B5-46AB-A8E5-35CD8270E3F8}"/>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1C925A4F-1B5C-4A39-B7D7-4AA13C041187}"/>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977039DD-AAD5-43B5-B3E7-7310556B9908}"/>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EA488EC1-6BC6-432C-BACD-F984DA9BE0BD}"/>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A64099D3-5B1D-4169-AF56-E1A7A1CEAD31}"/>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B40FA015-3E48-455C-A3F6-0102D7A749DE}"/>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Tree>
    <p:extLst>
      <p:ext uri="{BB962C8B-B14F-4D97-AF65-F5344CB8AC3E}">
        <p14:creationId xmlns:p14="http://schemas.microsoft.com/office/powerpoint/2010/main" val="1830578146"/>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2 · 관련성을 확인하기">
            <a:extLst xmlns:a="http://schemas.openxmlformats.org/drawingml/2006/main">
              <a:ext uri="{FF2B5EF4-FFF2-40B4-BE49-F238E27FC236}">
                <a16:creationId xmlns:a16="http://schemas.microsoft.com/office/drawing/2014/main" id="{175A0403-D1BD-4812-BFC2-95B029A4BA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7">
            <a:extLst xmlns:a="http://schemas.openxmlformats.org/drawingml/2006/main">
              <a:ext uri="{FF2B5EF4-FFF2-40B4-BE49-F238E27FC236}">
                <a16:creationId xmlns:a16="http://schemas.microsoft.com/office/drawing/2014/main" id="{1148B7F1-4E63-4A5E-88D5-0BB1877322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정확하지만 이번 Task에는 불필요한 정보">
            <a:extLst xmlns:a="http://schemas.openxmlformats.org/drawingml/2006/main">
              <a:ext uri="{FF2B5EF4-FFF2-40B4-BE49-F238E27FC236}">
                <a16:creationId xmlns:a16="http://schemas.microsoft.com/office/drawing/2014/main" id="{9CA8D093-4B3C-45A3-8AC3-61C98FC7AC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BF7CB35D-6F6C-4C45-82F4-4EEDB772805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FB51AE3D-282A-43B3-9E2F-A292E7308A3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CA535C8C-C400-484C-859A-EB785524C90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43F03AD9-8A08-476E-B45B-BE35A60A8E90}"/>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93B7277F-5E2B-42DC-934A-8A8D201C066F}"/>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A4A4EA0D-C3B8-4769-BAB2-E60C6C257D6A}"/>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9A347E17-BCC9-420D-A44B-9D852F2F39C4}"/>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C5FA804-FBA0-4616-B0D2-34CBBC823349}"/>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7A968354-9E8E-40CF-B876-FC5B33810040}"/>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6FAB78FC-2F18-4698-A742-CA036EC88E8C}"/>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60DC0DA7-A712-44BA-A025-39A02006ED5F}"/>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25839DA5-4415-4AF0-9493-003F636C3FF0}"/>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Tree>
    <p:extLst>
      <p:ext uri="{BB962C8B-B14F-4D97-AF65-F5344CB8AC3E}">
        <p14:creationId xmlns:p14="http://schemas.microsoft.com/office/powerpoint/2010/main" val="150529619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2 · 언제 필요한 정보인가">
            <a:extLst xmlns:a="http://schemas.openxmlformats.org/drawingml/2006/main">
              <a:ext uri="{FF2B5EF4-FFF2-40B4-BE49-F238E27FC236}">
                <a16:creationId xmlns:a16="http://schemas.microsoft.com/office/drawing/2014/main" id="{E5976FF7-9AD9-4662-A617-4FC7690C73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28">
            <a:extLst xmlns:a="http://schemas.openxmlformats.org/drawingml/2006/main">
              <a:ext uri="{FF2B5EF4-FFF2-40B4-BE49-F238E27FC236}">
                <a16:creationId xmlns:a16="http://schemas.microsoft.com/office/drawing/2014/main" id="{4581069A-FBF3-4D81-BD0C-002AE0565D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보의 범위와 제공 시점">
            <a:extLst xmlns:a="http://schemas.openxmlformats.org/drawingml/2006/main">
              <a:ext uri="{FF2B5EF4-FFF2-40B4-BE49-F238E27FC236}">
                <a16:creationId xmlns:a16="http://schemas.microsoft.com/office/drawing/2014/main" id="{43052202-08DF-4871-A059-AB4FCB066F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55F5EDCB-7201-4A4F-8B42-3E54AD23DF5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CC860EEF-DC98-4EF0-9F5E-942F474E1EA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4875EB70-5208-482A-AB5E-DD47D1AA989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8C20F182-81F1-4A9D-8BC6-9DCE66DE1738}"/>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B14FDA83-080E-430A-8BD7-EABA01E93121}"/>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15DFAA4F-BF51-4F6D-A9BF-779BC97CD4AB}"/>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BF01F326-FB97-4590-B9AB-35FBD329023D}"/>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9E129681-6219-4CFB-AD29-2F5BA4E2C382}"/>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2A5A0DEB-22FD-47C8-9733-DDC800FC80D6}"/>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71EA509A-75A7-41DD-9864-9721AE3BD10E}"/>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8C5E7473-9D97-4EF1-9C0B-4CFDE45ED176}"/>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3D25F24C-C055-447D-AE37-3BED39C1C917}"/>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C8535819-5FF2-4335-ADB6-FCBE60C4C085}"/>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E9839749-550D-4CF2-842D-F78A908388FE}"/>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F1544551-4AD6-4DFF-AA3F-89EDE251AD15}"/>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Tree>
    <p:extLst>
      <p:ext uri="{BB962C8B-B14F-4D97-AF65-F5344CB8AC3E}">
        <p14:creationId xmlns:p14="http://schemas.microsoft.com/office/powerpoint/2010/main" val="1763807930"/>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연구가 답한 질문">
            <a:extLst xmlns:a="http://schemas.openxmlformats.org/drawingml/2006/main">
              <a:ext uri="{FF2B5EF4-FFF2-40B4-BE49-F238E27FC236}">
                <a16:creationId xmlns:a16="http://schemas.microsoft.com/office/drawing/2014/main" id="{DBFA573E-0D43-480F-813F-3C55DA8F2E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연구가 답한 질문</a:t>
            </a:r>
          </a:p>
        </p:txBody>
      </p:sp>
      <p:sp>
        <p:nvSpPr>
          <p:cNvPr id="2" name="S29">
            <a:extLst xmlns:a="http://schemas.openxmlformats.org/drawingml/2006/main">
              <a:ext uri="{FF2B5EF4-FFF2-40B4-BE49-F238E27FC236}">
                <a16:creationId xmlns:a16="http://schemas.microsoft.com/office/drawing/2014/main" id="{843E4791-87E4-4A8A-89CB-5548679B69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Long Context 연구가 말해주는 범위">
            <a:extLst xmlns:a="http://schemas.openxmlformats.org/drawingml/2006/main">
              <a:ext uri="{FF2B5EF4-FFF2-40B4-BE49-F238E27FC236}">
                <a16:creationId xmlns:a16="http://schemas.microsoft.com/office/drawing/2014/main" id="{D75F0B53-333A-4780-BE83-3AFD0BEF26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8669C567-D91C-4B22-BB36-245EDF34F12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FCD42F89-6C5D-4825-BE5C-4A113A40673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4AECF639-CB71-4656-B0C7-655B3ECDABA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B87766FF-72B1-4D7A-8824-B52F7B466153}"/>
              </a:ext>
            </a:extLst>
          </p:cNvPr>
          <p:cNvSpPr>
            <a:spLocks xmlns:a="http://schemas.openxmlformats.org/drawingml/2006/main" noGrp="1"/>
          </p:cNvSpPr>
          <p:nvPr/>
        </p:nvSpPr>
        <p:spPr>
          <a:xfrm xmlns:a="http://schemas.openxmlformats.org/drawingml/2006/main">
            <a:off x="609600" y="21336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
            <a:extLst xmlns:a="http://schemas.openxmlformats.org/drawingml/2006/main">
              <a:ext uri="{FF2B5EF4-FFF2-40B4-BE49-F238E27FC236}">
                <a16:creationId xmlns:a16="http://schemas.microsoft.com/office/drawing/2014/main" id="{C50C1BFB-09E5-495E-A034-06454AF6195B}"/>
              </a:ext>
            </a:extLst>
          </p:cNvPr>
          <p:cNvSpPr>
            <a:spLocks xmlns:a="http://schemas.openxmlformats.org/drawingml/2006/main" noGrp="1"/>
          </p:cNvSpPr>
          <p:nvPr/>
        </p:nvSpPr>
        <p:spPr>
          <a:xfrm xmlns:a="http://schemas.openxmlformats.org/drawingml/2006/main">
            <a:off x="609600" y="2781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Lost in the Middle">
            <a:extLst xmlns:a="http://schemas.openxmlformats.org/drawingml/2006/main">
              <a:ext uri="{FF2B5EF4-FFF2-40B4-BE49-F238E27FC236}">
                <a16:creationId xmlns:a16="http://schemas.microsoft.com/office/drawing/2014/main" id="{C5ADE7C5-F98E-48C7-8B6D-35C8E7CCB1C4}"/>
              </a:ext>
            </a:extLst>
          </p:cNvPr>
          <p:cNvSpPr>
            <a:spLocks xmlns:a="http://schemas.openxmlformats.org/drawingml/2006/main" noGrp="1"/>
          </p:cNvSpPr>
          <p:nvPr/>
        </p:nvSpPr>
        <p:spPr>
          <a:xfrm xmlns:a="http://schemas.openxmlformats.org/drawingml/2006/main">
            <a:off x="609600" y="299085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Lost in the Middle</a:t>
            </a:r>
          </a:p>
        </p:txBody>
      </p:sp>
      <p:sp>
        <p:nvSpPr>
          <p:cNvPr id="10" name="여러 문서의 질문 답변 · key-value 검색">
            <a:extLst xmlns:a="http://schemas.openxmlformats.org/drawingml/2006/main">
              <a:ext uri="{FF2B5EF4-FFF2-40B4-BE49-F238E27FC236}">
                <a16:creationId xmlns:a16="http://schemas.microsoft.com/office/drawing/2014/main" id="{18074A6E-16D6-4E90-BFFB-E25145BD00A8}"/>
              </a:ext>
            </a:extLst>
          </p:cNvPr>
          <p:cNvSpPr>
            <a:spLocks xmlns:a="http://schemas.openxmlformats.org/drawingml/2006/main" noGrp="1"/>
          </p:cNvSpPr>
          <p:nvPr/>
        </p:nvSpPr>
        <p:spPr>
          <a:xfrm xmlns:a="http://schemas.openxmlformats.org/drawingml/2006/main">
            <a:off x="609600" y="351472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여러 문서의 질문 답변 · key-value 검색</a:t>
            </a:r>
          </a:p>
        </p:txBody>
      </p:sp>
      <p:sp>
        <p:nvSpPr>
          <p:cNvPr id="11" name="관련 정보의 위치가&#10;일부 조건에서 중요할 수 있다">
            <a:extLst xmlns:a="http://schemas.openxmlformats.org/drawingml/2006/main">
              <a:ext uri="{FF2B5EF4-FFF2-40B4-BE49-F238E27FC236}">
                <a16:creationId xmlns:a16="http://schemas.microsoft.com/office/drawing/2014/main" id="{C2C4818C-5641-418C-94CF-E706CD98735C}"/>
              </a:ext>
            </a:extLst>
          </p:cNvPr>
          <p:cNvSpPr>
            <a:spLocks xmlns:a="http://schemas.openxmlformats.org/drawingml/2006/main" noGrp="1"/>
          </p:cNvSpPr>
          <p:nvPr/>
        </p:nvSpPr>
        <p:spPr>
          <a:xfrm xmlns:a="http://schemas.openxmlformats.org/drawingml/2006/main">
            <a:off x="609600" y="4010025"/>
            <a:ext cx="5238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관련 정보의 위치가</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일부 조건에서 중요할 수 있다</a:t>
            </a:r>
          </a:p>
        </p:txBody>
      </p:sp>
      <p:sp>
        <p:nvSpPr>
          <p:cNvPr id="12" name="RepoQA">
            <a:extLst xmlns:a="http://schemas.openxmlformats.org/drawingml/2006/main">
              <a:ext uri="{FF2B5EF4-FFF2-40B4-BE49-F238E27FC236}">
                <a16:creationId xmlns:a16="http://schemas.microsoft.com/office/drawing/2014/main" id="{12A04134-60AA-428C-9D31-4F05A8D783DF}"/>
              </a:ext>
            </a:extLst>
          </p:cNvPr>
          <p:cNvSpPr>
            <a:spLocks xmlns:a="http://schemas.openxmlformats.org/drawingml/2006/main" noGrp="1"/>
          </p:cNvSpPr>
          <p:nvPr/>
        </p:nvSpPr>
        <p:spPr>
          <a:xfrm xmlns:a="http://schemas.openxmlformats.org/drawingml/2006/main">
            <a:off x="6705600" y="2990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RepoQA</a:t>
            </a:r>
          </a:p>
        </p:txBody>
      </p:sp>
      <p:sp>
        <p:nvSpPr>
          <p:cNvPr id="13" name="50개 Repository의 코드 검색 과제">
            <a:extLst xmlns:a="http://schemas.openxmlformats.org/drawingml/2006/main">
              <a:ext uri="{FF2B5EF4-FFF2-40B4-BE49-F238E27FC236}">
                <a16:creationId xmlns:a16="http://schemas.microsoft.com/office/drawing/2014/main" id="{D1D26ED4-2D1F-46B5-B7D2-43760B25DA5A}"/>
              </a:ext>
            </a:extLst>
          </p:cNvPr>
          <p:cNvSpPr>
            <a:spLocks xmlns:a="http://schemas.openxmlformats.org/drawingml/2006/main" noGrp="1"/>
          </p:cNvSpPr>
          <p:nvPr/>
        </p:nvSpPr>
        <p:spPr>
          <a:xfrm xmlns:a="http://schemas.openxmlformats.org/drawingml/2006/main">
            <a:off x="6705600" y="351472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50개 Repository의 코드 검색 과제</a:t>
            </a:r>
          </a:p>
        </p:txBody>
      </p:sp>
      <p:sp>
        <p:nvSpPr>
          <p:cNvPr id="14" name="관련 코드 정보를&#10;선택하고 찾는 능력을 평가">
            <a:extLst xmlns:a="http://schemas.openxmlformats.org/drawingml/2006/main">
              <a:ext uri="{FF2B5EF4-FFF2-40B4-BE49-F238E27FC236}">
                <a16:creationId xmlns:a16="http://schemas.microsoft.com/office/drawing/2014/main" id="{6403267E-3508-4DC2-8153-FD3C8FE97CA6}"/>
              </a:ext>
            </a:extLst>
          </p:cNvPr>
          <p:cNvSpPr>
            <a:spLocks xmlns:a="http://schemas.openxmlformats.org/drawingml/2006/main" noGrp="1"/>
          </p:cNvSpPr>
          <p:nvPr/>
        </p:nvSpPr>
        <p:spPr>
          <a:xfrm xmlns:a="http://schemas.openxmlformats.org/drawingml/2006/main">
            <a:off x="6705600" y="4010025"/>
            <a:ext cx="4876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관련 코드 정보를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선택하고 찾는 능력을 평가</a:t>
            </a:r>
          </a:p>
        </p:txBody>
      </p:sp>
      <p:sp>
        <p:nvSpPr>
          <p:cNvPr id="15" name="aclanthology.org/2024.tacl-1.9/">
            <a:extLst xmlns:a="http://schemas.openxmlformats.org/drawingml/2006/main">
              <a:ext uri="{FF2B5EF4-FFF2-40B4-BE49-F238E27FC236}">
                <a16:creationId xmlns:a16="http://schemas.microsoft.com/office/drawing/2014/main" id="{487D23F3-551A-46BB-883A-ED0F65F8CDB0}"/>
              </a:ext>
            </a:extLst>
          </p:cNvPr>
          <p:cNvSpPr>
            <a:spLocks xmlns:a="http://schemas.openxmlformats.org/drawingml/2006/main" noGrp="1"/>
          </p:cNvSpPr>
          <p:nvPr/>
        </p:nvSpPr>
        <p:spPr>
          <a:xfrm xmlns:a="http://schemas.openxmlformats.org/drawingml/2006/main">
            <a:off x="609600" y="5229225"/>
            <a:ext cx="5238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Consolas"/>
                <a:ea typeface="Consolas"/>
                <a:cs typeface="Consolas"/>
              </a:defRPr>
            </a:defPPr>
            <a:lvl1pPr algn="l">
              <a:defRPr sz="1500" b="0">
                <a:solidFill>
                  <a:srgbClr val="4D5A68"/>
                </a:solidFill>
                <a:latin typeface="Consolas"/>
                <a:ea typeface="Consolas"/>
                <a:cs typeface="Consolas"/>
              </a:defRPr>
            </a:lvl1pPr>
            <a:lvl2pPr algn="l">
              <a:defRPr sz="1500" b="0">
                <a:solidFill>
                  <a:srgbClr val="4D5A68"/>
                </a:solidFill>
                <a:latin typeface="Consolas"/>
                <a:ea typeface="Consolas"/>
                <a:cs typeface="Consolas"/>
              </a:defRPr>
            </a:lvl2pPr>
            <a:lvl3pPr algn="l">
              <a:defRPr sz="1500" b="0">
                <a:solidFill>
                  <a:srgbClr val="4D5A68"/>
                </a:solidFill>
                <a:latin typeface="Consolas"/>
                <a:ea typeface="Consolas"/>
                <a:cs typeface="Consolas"/>
              </a:defRPr>
            </a:lvl3pPr>
            <a:lvl4pPr algn="l">
              <a:defRPr sz="1500" b="0">
                <a:solidFill>
                  <a:srgbClr val="4D5A68"/>
                </a:solidFill>
                <a:latin typeface="Consolas"/>
                <a:ea typeface="Consolas"/>
                <a:cs typeface="Consolas"/>
              </a:defRPr>
            </a:lvl4pPr>
            <a:lvl5pPr algn="l">
              <a:defRPr sz="1500" b="0">
                <a:solidFill>
                  <a:srgbClr val="4D5A68"/>
                </a:solidFill>
                <a:latin typeface="Consolas"/>
                <a:ea typeface="Consolas"/>
                <a:cs typeface="Consolas"/>
              </a:defRPr>
            </a:lvl5pPr>
            <a:lvl6pPr algn="l">
              <a:defRPr sz="1500" b="0">
                <a:solidFill>
                  <a:srgbClr val="4D5A68"/>
                </a:solidFill>
                <a:latin typeface="Consolas"/>
                <a:ea typeface="Consolas"/>
                <a:cs typeface="Consolas"/>
              </a:defRPr>
            </a:lvl6pPr>
            <a:lvl7pPr algn="l">
              <a:defRPr sz="1500" b="0">
                <a:solidFill>
                  <a:srgbClr val="4D5A68"/>
                </a:solidFill>
                <a:latin typeface="Consolas"/>
                <a:ea typeface="Consolas"/>
                <a:cs typeface="Consolas"/>
              </a:defRPr>
            </a:lvl7pPr>
            <a:lvl8pPr algn="l">
              <a:defRPr sz="1500" b="0">
                <a:solidFill>
                  <a:srgbClr val="4D5A68"/>
                </a:solidFill>
                <a:latin typeface="Consolas"/>
                <a:ea typeface="Consolas"/>
                <a:cs typeface="Consolas"/>
              </a:defRPr>
            </a:lvl8pPr>
            <a:lvl9pPr algn="l">
              <a:defRPr sz="1500" b="0">
                <a:solidFill>
                  <a:srgbClr val="4D5A68"/>
                </a:solidFill>
                <a:latin typeface="Consolas"/>
                <a:ea typeface="Consolas"/>
                <a:cs typeface="Consolas"/>
              </a:defRPr>
            </a:lvl9pPr>
          </a:lstStyle>
          <a:p xmlns:a="http://schemas.openxmlformats.org/drawingml/2006/main">
            <a:pPr algn="l">
              <a:defRPr sz="1500" b="0">
                <a:solidFill>
                  <a:srgbClr val="4D5A68"/>
                </a:solidFill>
                <a:latin typeface="Consolas"/>
                <a:ea typeface="Consolas"/>
                <a:cs typeface="Consolas"/>
              </a:defRPr>
            </a:pPr>
            <a:r>
              <a:rPr sz="1500" b="0">
                <a:solidFill>
                  <a:srgbClr val="4D5A68"/>
                </a:solidFill>
                <a:latin typeface="Consolas"/>
                <a:ea typeface="Consolas"/>
                <a:cs typeface="Consolas"/>
              </a:rPr>
              <a:t>aclanthology.org/2024.tacl-1.9/</a:t>
            </a:r>
          </a:p>
        </p:txBody>
      </p:sp>
      <p:sp>
        <p:nvSpPr>
          <p:cNvPr id="16" name="arxiv.org/abs/2406.06025">
            <a:extLst xmlns:a="http://schemas.openxmlformats.org/drawingml/2006/main">
              <a:ext uri="{FF2B5EF4-FFF2-40B4-BE49-F238E27FC236}">
                <a16:creationId xmlns:a16="http://schemas.microsoft.com/office/drawing/2014/main" id="{CC896E55-7DF2-401C-926B-A8C2632F5FB4}"/>
              </a:ext>
            </a:extLst>
          </p:cNvPr>
          <p:cNvSpPr>
            <a:spLocks xmlns:a="http://schemas.openxmlformats.org/drawingml/2006/main" noGrp="1"/>
          </p:cNvSpPr>
          <p:nvPr/>
        </p:nvSpPr>
        <p:spPr>
          <a:xfrm xmlns:a="http://schemas.openxmlformats.org/drawingml/2006/main">
            <a:off x="6705600" y="5229225"/>
            <a:ext cx="4876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Consolas"/>
                <a:ea typeface="Consolas"/>
                <a:cs typeface="Consolas"/>
              </a:defRPr>
            </a:defPPr>
            <a:lvl1pPr algn="l">
              <a:defRPr sz="1500" b="0">
                <a:solidFill>
                  <a:srgbClr val="4D5A68"/>
                </a:solidFill>
                <a:latin typeface="Consolas"/>
                <a:ea typeface="Consolas"/>
                <a:cs typeface="Consolas"/>
              </a:defRPr>
            </a:lvl1pPr>
            <a:lvl2pPr algn="l">
              <a:defRPr sz="1500" b="0">
                <a:solidFill>
                  <a:srgbClr val="4D5A68"/>
                </a:solidFill>
                <a:latin typeface="Consolas"/>
                <a:ea typeface="Consolas"/>
                <a:cs typeface="Consolas"/>
              </a:defRPr>
            </a:lvl2pPr>
            <a:lvl3pPr algn="l">
              <a:defRPr sz="1500" b="0">
                <a:solidFill>
                  <a:srgbClr val="4D5A68"/>
                </a:solidFill>
                <a:latin typeface="Consolas"/>
                <a:ea typeface="Consolas"/>
                <a:cs typeface="Consolas"/>
              </a:defRPr>
            </a:lvl3pPr>
            <a:lvl4pPr algn="l">
              <a:defRPr sz="1500" b="0">
                <a:solidFill>
                  <a:srgbClr val="4D5A68"/>
                </a:solidFill>
                <a:latin typeface="Consolas"/>
                <a:ea typeface="Consolas"/>
                <a:cs typeface="Consolas"/>
              </a:defRPr>
            </a:lvl4pPr>
            <a:lvl5pPr algn="l">
              <a:defRPr sz="1500" b="0">
                <a:solidFill>
                  <a:srgbClr val="4D5A68"/>
                </a:solidFill>
                <a:latin typeface="Consolas"/>
                <a:ea typeface="Consolas"/>
                <a:cs typeface="Consolas"/>
              </a:defRPr>
            </a:lvl5pPr>
            <a:lvl6pPr algn="l">
              <a:defRPr sz="1500" b="0">
                <a:solidFill>
                  <a:srgbClr val="4D5A68"/>
                </a:solidFill>
                <a:latin typeface="Consolas"/>
                <a:ea typeface="Consolas"/>
                <a:cs typeface="Consolas"/>
              </a:defRPr>
            </a:lvl6pPr>
            <a:lvl7pPr algn="l">
              <a:defRPr sz="1500" b="0">
                <a:solidFill>
                  <a:srgbClr val="4D5A68"/>
                </a:solidFill>
                <a:latin typeface="Consolas"/>
                <a:ea typeface="Consolas"/>
                <a:cs typeface="Consolas"/>
              </a:defRPr>
            </a:lvl7pPr>
            <a:lvl8pPr algn="l">
              <a:defRPr sz="1500" b="0">
                <a:solidFill>
                  <a:srgbClr val="4D5A68"/>
                </a:solidFill>
                <a:latin typeface="Consolas"/>
                <a:ea typeface="Consolas"/>
                <a:cs typeface="Consolas"/>
              </a:defRPr>
            </a:lvl8pPr>
            <a:lvl9pPr algn="l">
              <a:defRPr sz="1500" b="0">
                <a:solidFill>
                  <a:srgbClr val="4D5A68"/>
                </a:solidFill>
                <a:latin typeface="Consolas"/>
                <a:ea typeface="Consolas"/>
                <a:cs typeface="Consolas"/>
              </a:defRPr>
            </a:lvl9pPr>
          </a:lstStyle>
          <a:p xmlns:a="http://schemas.openxmlformats.org/drawingml/2006/main">
            <a:pPr algn="l">
              <a:defRPr sz="1500" b="0">
                <a:solidFill>
                  <a:srgbClr val="4D5A68"/>
                </a:solidFill>
                <a:latin typeface="Consolas"/>
                <a:ea typeface="Consolas"/>
                <a:cs typeface="Consolas"/>
              </a:defRPr>
            </a:pPr>
            <a:r>
              <a:rPr sz="1500" b="0">
                <a:solidFill>
                  <a:srgbClr val="4D5A68"/>
                </a:solidFill>
                <a:latin typeface="Consolas"/>
                <a:ea typeface="Consolas"/>
                <a:cs typeface="Consolas"/>
              </a:rPr>
              <a:t>arxiv.org/abs/2406.06025</a:t>
            </a:r>
          </a:p>
        </p:txBody>
      </p:sp>
    </p:spTree>
    <p:extLst>
      <p:ext uri="{BB962C8B-B14F-4D97-AF65-F5344CB8AC3E}">
        <p14:creationId xmlns:p14="http://schemas.microsoft.com/office/powerpoint/2010/main" val="145559418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Context를 찾게 하는 설계">
            <a:extLst xmlns:a="http://schemas.openxmlformats.org/drawingml/2006/main">
              <a:ext uri="{FF2B5EF4-FFF2-40B4-BE49-F238E27FC236}">
                <a16:creationId xmlns:a16="http://schemas.microsoft.com/office/drawing/2014/main" id="{81B0B0C3-6CF5-42DD-B2BC-497DDC54F9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Context를 찾게 하는 설계</a:t>
            </a:r>
          </a:p>
        </p:txBody>
      </p:sp>
      <p:sp>
        <p:nvSpPr>
          <p:cNvPr id="2" name="S30">
            <a:extLst xmlns:a="http://schemas.openxmlformats.org/drawingml/2006/main">
              <a:ext uri="{FF2B5EF4-FFF2-40B4-BE49-F238E27FC236}">
                <a16:creationId xmlns:a16="http://schemas.microsoft.com/office/drawing/2014/main" id="{7E3DD4F9-2DC2-4600-AD3E-1ACAC2E583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필요한 상세 정보로 가는 길">
            <a:extLst xmlns:a="http://schemas.openxmlformats.org/drawingml/2006/main">
              <a:ext uri="{FF2B5EF4-FFF2-40B4-BE49-F238E27FC236}">
                <a16:creationId xmlns:a16="http://schemas.microsoft.com/office/drawing/2014/main" id="{59A87D5C-BC72-48E4-B0E3-929590F805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A71C421E-CDD1-4360-897F-F09910C9C2C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9DEE675A-5DC7-4351-B055-F1295FE159E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749A860C-D659-4333-8565-7FE45B3E5EE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6F6AD967-8A0F-4280-BA21-C22BC8A0920A}"/>
              </a:ext>
            </a:extLst>
          </p:cNvPr>
          <p:cNvSpPr>
            <a:spLocks xmlns:a="http://schemas.openxmlformats.org/drawingml/2006/main" noGrp="1"/>
          </p:cNvSpPr>
          <p:nvPr/>
        </p:nvSpPr>
        <p:spPr>
          <a:xfrm xmlns:a="http://schemas.openxmlformats.org/drawingml/2006/main">
            <a:off x="609600" y="2181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881339C9-B0F3-4355-B779-07AB3DD01481}"/>
              </a:ext>
            </a:extLst>
          </p:cNvPr>
          <p:cNvSpPr>
            <a:spLocks xmlns:a="http://schemas.openxmlformats.org/drawingml/2006/main" noGrp="1"/>
          </p:cNvSpPr>
          <p:nvPr/>
        </p:nvSpPr>
        <p:spPr>
          <a:xfrm xmlns:a="http://schemas.openxmlformats.org/drawingml/2006/main">
            <a:off x="609600" y="2962275"/>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Task">
            <a:extLst xmlns:a="http://schemas.openxmlformats.org/drawingml/2006/main">
              <a:ext uri="{FF2B5EF4-FFF2-40B4-BE49-F238E27FC236}">
                <a16:creationId xmlns:a16="http://schemas.microsoft.com/office/drawing/2014/main" id="{BC7D8696-1C89-496C-B7E0-CDEA8D0A14D5}"/>
              </a:ext>
            </a:extLst>
          </p:cNvPr>
          <p:cNvSpPr>
            <a:spLocks xmlns:a="http://schemas.openxmlformats.org/drawingml/2006/main" noGrp="1"/>
          </p:cNvSpPr>
          <p:nvPr/>
        </p:nvSpPr>
        <p:spPr>
          <a:xfrm xmlns:a="http://schemas.openxmlformats.org/drawingml/2006/main">
            <a:off x="609600" y="3152775"/>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97A685E4-AC91-4339-9803-4B77356919EC}"/>
              </a:ext>
            </a:extLst>
          </p:cNvPr>
          <p:cNvSpPr>
            <a:spLocks xmlns:a="http://schemas.openxmlformats.org/drawingml/2006/main" noGrp="1"/>
          </p:cNvSpPr>
          <p:nvPr/>
        </p:nvSpPr>
        <p:spPr>
          <a:xfrm xmlns:a="http://schemas.openxmlformats.org/drawingml/2006/main">
            <a:off x="609600" y="3914775"/>
            <a:ext cx="3390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EEB028FA-DC5C-4529-ACBF-2957D2904272}"/>
              </a:ext>
            </a:extLst>
          </p:cNvPr>
          <p:cNvSpPr>
            <a:spLocks xmlns:a="http://schemas.openxmlformats.org/drawingml/2006/main" noGrp="1"/>
          </p:cNvSpPr>
          <p:nvPr/>
        </p:nvSpPr>
        <p:spPr>
          <a:xfrm xmlns:a="http://schemas.openxmlformats.org/drawingml/2006/main">
            <a:off x="4086225" y="3381375"/>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07C1FDA-F398-401E-914C-54FD90AD34D9}"/>
              </a:ext>
            </a:extLst>
          </p:cNvPr>
          <p:cNvSpPr>
            <a:spLocks xmlns:a="http://schemas.openxmlformats.org/drawingml/2006/main" noGrp="1"/>
          </p:cNvSpPr>
          <p:nvPr/>
        </p:nvSpPr>
        <p:spPr>
          <a:xfrm xmlns:a="http://schemas.openxmlformats.org/drawingml/2006/main">
            <a:off x="4400550" y="2962275"/>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8783A1E2-9888-4DDA-AA9B-99D7DD2EFCC9}"/>
              </a:ext>
            </a:extLst>
          </p:cNvPr>
          <p:cNvSpPr>
            <a:spLocks xmlns:a="http://schemas.openxmlformats.org/drawingml/2006/main" noGrp="1"/>
          </p:cNvSpPr>
          <p:nvPr/>
        </p:nvSpPr>
        <p:spPr>
          <a:xfrm xmlns:a="http://schemas.openxmlformats.org/drawingml/2006/main">
            <a:off x="4400550" y="3152775"/>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0F30E2F7-361B-46C5-A036-F07E20610048}"/>
              </a:ext>
            </a:extLst>
          </p:cNvPr>
          <p:cNvSpPr>
            <a:spLocks xmlns:a="http://schemas.openxmlformats.org/drawingml/2006/main" noGrp="1"/>
          </p:cNvSpPr>
          <p:nvPr/>
        </p:nvSpPr>
        <p:spPr>
          <a:xfrm xmlns:a="http://schemas.openxmlformats.org/drawingml/2006/main">
            <a:off x="4400550" y="3914775"/>
            <a:ext cx="3390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 안내와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C576745E-CB92-454B-99C3-EBD2A4DD2E2A}"/>
              </a:ext>
            </a:extLst>
          </p:cNvPr>
          <p:cNvSpPr>
            <a:spLocks xmlns:a="http://schemas.openxmlformats.org/drawingml/2006/main" noGrp="1"/>
          </p:cNvSpPr>
          <p:nvPr/>
        </p:nvSpPr>
        <p:spPr>
          <a:xfrm xmlns:a="http://schemas.openxmlformats.org/drawingml/2006/main">
            <a:off x="7877175" y="3381375"/>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5EF51E0-5638-418B-8DE6-2726C9D72A56}"/>
              </a:ext>
            </a:extLst>
          </p:cNvPr>
          <p:cNvSpPr>
            <a:spLocks xmlns:a="http://schemas.openxmlformats.org/drawingml/2006/main" noGrp="1"/>
          </p:cNvSpPr>
          <p:nvPr/>
        </p:nvSpPr>
        <p:spPr>
          <a:xfrm xmlns:a="http://schemas.openxmlformats.org/drawingml/2006/main">
            <a:off x="8191500" y="2962275"/>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C3CD3E70-DB5D-4D01-BAB7-9E118CDC1062}"/>
              </a:ext>
            </a:extLst>
          </p:cNvPr>
          <p:cNvSpPr>
            <a:spLocks xmlns:a="http://schemas.openxmlformats.org/drawingml/2006/main" noGrp="1"/>
          </p:cNvSpPr>
          <p:nvPr/>
        </p:nvSpPr>
        <p:spPr>
          <a:xfrm xmlns:a="http://schemas.openxmlformats.org/drawingml/2006/main">
            <a:off x="8191500" y="3152775"/>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0244753E-DEB9-46E2-81C9-BD90FD82FAED}"/>
              </a:ext>
            </a:extLst>
          </p:cNvPr>
          <p:cNvSpPr>
            <a:spLocks xmlns:a="http://schemas.openxmlformats.org/drawingml/2006/main" noGrp="1"/>
          </p:cNvSpPr>
          <p:nvPr/>
        </p:nvSpPr>
        <p:spPr>
          <a:xfrm xmlns:a="http://schemas.openxmlformats.org/drawingml/2006/main">
            <a:off x="8191500" y="3914775"/>
            <a:ext cx="3390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C7428483-C249-49E4-9ED8-FC6B4AFD3AB3}"/>
              </a:ext>
            </a:extLst>
          </p:cNvPr>
          <p:cNvSpPr>
            <a:spLocks xmlns:a="http://schemas.openxmlformats.org/drawingml/2006/main" noGrp="1"/>
          </p:cNvSpPr>
          <p:nvPr/>
        </p:nvSpPr>
        <p:spPr>
          <a:xfrm xmlns:a="http://schemas.openxmlformats.org/drawingml/2006/main">
            <a:off x="609600" y="52768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Tree>
    <p:extLst>
      <p:ext uri="{BB962C8B-B14F-4D97-AF65-F5344CB8AC3E}">
        <p14:creationId xmlns:p14="http://schemas.microsoft.com/office/powerpoint/2010/main" val="881704726"/>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기본 안내와 상세 정보">
            <a:extLst xmlns:a="http://schemas.openxmlformats.org/drawingml/2006/main">
              <a:ext uri="{FF2B5EF4-FFF2-40B4-BE49-F238E27FC236}">
                <a16:creationId xmlns:a16="http://schemas.microsoft.com/office/drawing/2014/main" id="{CB6932F0-3746-49E9-B602-A08A4ED666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상세 정보</a:t>
            </a:r>
          </a:p>
        </p:txBody>
      </p:sp>
      <p:sp>
        <p:nvSpPr>
          <p:cNvPr id="2" name="S31">
            <a:extLst xmlns:a="http://schemas.openxmlformats.org/drawingml/2006/main">
              <a:ext uri="{FF2B5EF4-FFF2-40B4-BE49-F238E27FC236}">
                <a16:creationId xmlns:a16="http://schemas.microsoft.com/office/drawing/2014/main" id="{D3698C59-C7B6-4261-88A3-A1A207BFA7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Core Context에서 상세 정보로 가는 길">
            <a:extLst xmlns:a="http://schemas.openxmlformats.org/drawingml/2006/main">
              <a:ext uri="{FF2B5EF4-FFF2-40B4-BE49-F238E27FC236}">
                <a16:creationId xmlns:a16="http://schemas.microsoft.com/office/drawing/2014/main" id="{40D1AF4D-683F-47DC-8CB1-1D247D9AE9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89684361-0356-403D-8C14-976DACF564F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64702C34-5C82-46BE-954E-305D3EECD63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2F5673CC-0AF7-4632-BEE9-B349005F656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기본 안내에 남기는 것">
            <a:extLst xmlns:a="http://schemas.openxmlformats.org/drawingml/2006/main">
              <a:ext uri="{FF2B5EF4-FFF2-40B4-BE49-F238E27FC236}">
                <a16:creationId xmlns:a16="http://schemas.microsoft.com/office/drawing/2014/main" id="{574F6982-AE64-4BE9-95B5-4DA7C351DA2E}"/>
              </a:ext>
            </a:extLst>
          </p:cNvPr>
          <p:cNvSpPr>
            <a:spLocks xmlns:a="http://schemas.openxmlformats.org/drawingml/2006/main" noGrp="1"/>
          </p:cNvSpPr>
          <p:nvPr/>
        </p:nvSpPr>
        <p:spPr>
          <a:xfrm xmlns:a="http://schemas.openxmlformats.org/drawingml/2006/main">
            <a:off x="609600" y="2219325"/>
            <a:ext cx="4362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기본 안내에 남기는 것</a:t>
            </a:r>
          </a:p>
        </p:txBody>
      </p:sp>
      <p:sp>
        <p:nvSpPr>
          <p:cNvPr id="8" name="">
            <a:extLst xmlns:a="http://schemas.openxmlformats.org/drawingml/2006/main">
              <a:ext uri="{FF2B5EF4-FFF2-40B4-BE49-F238E27FC236}">
                <a16:creationId xmlns:a16="http://schemas.microsoft.com/office/drawing/2014/main" id="{1CDEF552-78BF-404F-BB41-9E63FBEA4D35}"/>
              </a:ext>
            </a:extLst>
          </p:cNvPr>
          <p:cNvSpPr>
            <a:spLocks xmlns:a="http://schemas.openxmlformats.org/drawingml/2006/main" noGrp="1"/>
          </p:cNvSpPr>
          <p:nvPr/>
        </p:nvSpPr>
        <p:spPr>
          <a:xfrm xmlns:a="http://schemas.openxmlformats.org/drawingml/2006/main">
            <a:off x="609600" y="2828925"/>
            <a:ext cx="4362450" cy="2133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프로젝트의 목적&#10;항상 지켜야 할 제약&#10;상세 정보를 찾을 위치">
            <a:extLst xmlns:a="http://schemas.openxmlformats.org/drawingml/2006/main">
              <a:ext uri="{FF2B5EF4-FFF2-40B4-BE49-F238E27FC236}">
                <a16:creationId xmlns:a16="http://schemas.microsoft.com/office/drawing/2014/main" id="{A8C80642-BA80-4448-AF5D-75A57D82D9F5}"/>
              </a:ext>
            </a:extLst>
          </p:cNvPr>
          <p:cNvSpPr>
            <a:spLocks xmlns:a="http://schemas.openxmlformats.org/drawingml/2006/main" noGrp="1"/>
          </p:cNvSpPr>
          <p:nvPr/>
        </p:nvSpPr>
        <p:spPr>
          <a:xfrm xmlns:a="http://schemas.openxmlformats.org/drawingml/2006/main">
            <a:off x="838200" y="3048000"/>
            <a:ext cx="39052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프로젝트의 목적</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항상 지켜야 할 제약</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상세 정보를 찾을 위치</a:t>
            </a:r>
          </a:p>
        </p:txBody>
      </p:sp>
      <p:sp>
        <p:nvSpPr>
          <p:cNvPr id="10" name="">
            <a:extLst xmlns:a="http://schemas.openxmlformats.org/drawingml/2006/main">
              <a:ext uri="{FF2B5EF4-FFF2-40B4-BE49-F238E27FC236}">
                <a16:creationId xmlns:a16="http://schemas.microsoft.com/office/drawing/2014/main" id="{1102BB6F-361F-46B4-A93A-22AFED560097}"/>
              </a:ext>
            </a:extLst>
          </p:cNvPr>
          <p:cNvSpPr>
            <a:spLocks xmlns:a="http://schemas.openxmlformats.org/drawingml/2006/main" noGrp="1"/>
          </p:cNvSpPr>
          <p:nvPr/>
        </p:nvSpPr>
        <p:spPr>
          <a:xfrm xmlns:a="http://schemas.openxmlformats.org/drawingml/2006/main">
            <a:off x="5353050" y="3657600"/>
            <a:ext cx="542925"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필요할 때 펼치는 것">
            <a:extLst xmlns:a="http://schemas.openxmlformats.org/drawingml/2006/main">
              <a:ext uri="{FF2B5EF4-FFF2-40B4-BE49-F238E27FC236}">
                <a16:creationId xmlns:a16="http://schemas.microsoft.com/office/drawing/2014/main" id="{F727A7BA-467B-4980-9B9B-0183E12D511F}"/>
              </a:ext>
            </a:extLst>
          </p:cNvPr>
          <p:cNvSpPr>
            <a:spLocks xmlns:a="http://schemas.openxmlformats.org/drawingml/2006/main" noGrp="1"/>
          </p:cNvSpPr>
          <p:nvPr/>
        </p:nvSpPr>
        <p:spPr>
          <a:xfrm xmlns:a="http://schemas.openxmlformats.org/drawingml/2006/main">
            <a:off x="6477000" y="2219325"/>
            <a:ext cx="5105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필요할 때 펼치는 것</a:t>
            </a:r>
          </a:p>
        </p:txBody>
      </p:sp>
      <p:sp>
        <p:nvSpPr>
          <p:cNvPr id="12" name="">
            <a:extLst xmlns:a="http://schemas.openxmlformats.org/drawingml/2006/main">
              <a:ext uri="{FF2B5EF4-FFF2-40B4-BE49-F238E27FC236}">
                <a16:creationId xmlns:a16="http://schemas.microsoft.com/office/drawing/2014/main" id="{46868E80-6D04-481D-BE5C-5909BCB05A73}"/>
              </a:ext>
            </a:extLst>
          </p:cNvPr>
          <p:cNvSpPr>
            <a:spLocks xmlns:a="http://schemas.openxmlformats.org/drawingml/2006/main" noGrp="1"/>
          </p:cNvSpPr>
          <p:nvPr/>
        </p:nvSpPr>
        <p:spPr>
          <a:xfrm xmlns:a="http://schemas.openxmlformats.org/drawingml/2006/main">
            <a:off x="6477000" y="2838450"/>
            <a:ext cx="5105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architecture">
            <a:extLst xmlns:a="http://schemas.openxmlformats.org/drawingml/2006/main">
              <a:ext uri="{FF2B5EF4-FFF2-40B4-BE49-F238E27FC236}">
                <a16:creationId xmlns:a16="http://schemas.microsoft.com/office/drawing/2014/main" id="{0F3E59C5-0E31-4DC5-BE7F-C478C1684670}"/>
              </a:ext>
            </a:extLst>
          </p:cNvPr>
          <p:cNvSpPr>
            <a:spLocks xmlns:a="http://schemas.openxmlformats.org/drawingml/2006/main" noGrp="1"/>
          </p:cNvSpPr>
          <p:nvPr/>
        </p:nvSpPr>
        <p:spPr>
          <a:xfrm xmlns:a="http://schemas.openxmlformats.org/drawingml/2006/main">
            <a:off x="6477000" y="293370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architecture</a:t>
            </a:r>
          </a:p>
        </p:txBody>
      </p:sp>
      <p:sp>
        <p:nvSpPr>
          <p:cNvPr id="14" name="모듈과 처리 순서">
            <a:extLst xmlns:a="http://schemas.openxmlformats.org/drawingml/2006/main">
              <a:ext uri="{FF2B5EF4-FFF2-40B4-BE49-F238E27FC236}">
                <a16:creationId xmlns:a16="http://schemas.microsoft.com/office/drawing/2014/main" id="{12495FA8-EE01-4F19-9286-F3584A5DF0FA}"/>
              </a:ext>
            </a:extLst>
          </p:cNvPr>
          <p:cNvSpPr>
            <a:spLocks xmlns:a="http://schemas.openxmlformats.org/drawingml/2006/main" noGrp="1"/>
          </p:cNvSpPr>
          <p:nvPr/>
        </p:nvSpPr>
        <p:spPr>
          <a:xfrm xmlns:a="http://schemas.openxmlformats.org/drawingml/2006/main">
            <a:off x="8763000" y="2933700"/>
            <a:ext cx="281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5" name="">
            <a:extLst xmlns:a="http://schemas.openxmlformats.org/drawingml/2006/main">
              <a:ext uri="{FF2B5EF4-FFF2-40B4-BE49-F238E27FC236}">
                <a16:creationId xmlns:a16="http://schemas.microsoft.com/office/drawing/2014/main" id="{99F013D9-13B6-4FFF-B6DB-AFAC93C30F67}"/>
              </a:ext>
            </a:extLst>
          </p:cNvPr>
          <p:cNvSpPr>
            <a:spLocks xmlns:a="http://schemas.openxmlformats.org/drawingml/2006/main" noGrp="1"/>
          </p:cNvSpPr>
          <p:nvPr/>
        </p:nvSpPr>
        <p:spPr>
          <a:xfrm xmlns:a="http://schemas.openxmlformats.org/drawingml/2006/main">
            <a:off x="6477000" y="3581400"/>
            <a:ext cx="5105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image contracts">
            <a:extLst xmlns:a="http://schemas.openxmlformats.org/drawingml/2006/main">
              <a:ext uri="{FF2B5EF4-FFF2-40B4-BE49-F238E27FC236}">
                <a16:creationId xmlns:a16="http://schemas.microsoft.com/office/drawing/2014/main" id="{E69993A1-35E4-42DF-8649-E3533461D295}"/>
              </a:ext>
            </a:extLst>
          </p:cNvPr>
          <p:cNvSpPr>
            <a:spLocks xmlns:a="http://schemas.openxmlformats.org/drawingml/2006/main" noGrp="1"/>
          </p:cNvSpPr>
          <p:nvPr/>
        </p:nvSpPr>
        <p:spPr>
          <a:xfrm xmlns:a="http://schemas.openxmlformats.org/drawingml/2006/main">
            <a:off x="6477000" y="367665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image contracts</a:t>
            </a:r>
          </a:p>
        </p:txBody>
      </p:sp>
      <p:sp>
        <p:nvSpPr>
          <p:cNvPr id="17" name="이미지 동작의 계약">
            <a:extLst xmlns:a="http://schemas.openxmlformats.org/drawingml/2006/main">
              <a:ext uri="{FF2B5EF4-FFF2-40B4-BE49-F238E27FC236}">
                <a16:creationId xmlns:a16="http://schemas.microsoft.com/office/drawing/2014/main" id="{1EB01943-BC25-4C7F-9B59-CBB9F9D90A5C}"/>
              </a:ext>
            </a:extLst>
          </p:cNvPr>
          <p:cNvSpPr>
            <a:spLocks xmlns:a="http://schemas.openxmlformats.org/drawingml/2006/main" noGrp="1"/>
          </p:cNvSpPr>
          <p:nvPr/>
        </p:nvSpPr>
        <p:spPr>
          <a:xfrm xmlns:a="http://schemas.openxmlformats.org/drawingml/2006/main">
            <a:off x="8763000" y="3676650"/>
            <a:ext cx="281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8" name="">
            <a:extLst xmlns:a="http://schemas.openxmlformats.org/drawingml/2006/main">
              <a:ext uri="{FF2B5EF4-FFF2-40B4-BE49-F238E27FC236}">
                <a16:creationId xmlns:a16="http://schemas.microsoft.com/office/drawing/2014/main" id="{EA3A869A-A6DD-4BD0-83D2-CE8B979D3767}"/>
              </a:ext>
            </a:extLst>
          </p:cNvPr>
          <p:cNvSpPr>
            <a:spLocks xmlns:a="http://schemas.openxmlformats.org/drawingml/2006/main" noGrp="1"/>
          </p:cNvSpPr>
          <p:nvPr/>
        </p:nvSpPr>
        <p:spPr>
          <a:xfrm xmlns:a="http://schemas.openxmlformats.org/drawingml/2006/main">
            <a:off x="6477000" y="4324350"/>
            <a:ext cx="5105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testing">
            <a:extLst xmlns:a="http://schemas.openxmlformats.org/drawingml/2006/main">
              <a:ext uri="{FF2B5EF4-FFF2-40B4-BE49-F238E27FC236}">
                <a16:creationId xmlns:a16="http://schemas.microsoft.com/office/drawing/2014/main" id="{1D3374A2-B4C5-4F98-8057-B59392FF368D}"/>
              </a:ext>
            </a:extLst>
          </p:cNvPr>
          <p:cNvSpPr>
            <a:spLocks xmlns:a="http://schemas.openxmlformats.org/drawingml/2006/main" noGrp="1"/>
          </p:cNvSpPr>
          <p:nvPr/>
        </p:nvSpPr>
        <p:spPr>
          <a:xfrm xmlns:a="http://schemas.openxmlformats.org/drawingml/2006/main">
            <a:off x="6477000" y="441960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testing</a:t>
            </a:r>
          </a:p>
        </p:txBody>
      </p:sp>
      <p:sp>
        <p:nvSpPr>
          <p:cNvPr id="20" name="테스트 위치와 범위">
            <a:extLst xmlns:a="http://schemas.openxmlformats.org/drawingml/2006/main">
              <a:ext uri="{FF2B5EF4-FFF2-40B4-BE49-F238E27FC236}">
                <a16:creationId xmlns:a16="http://schemas.microsoft.com/office/drawing/2014/main" id="{6B99A375-A5C5-4E77-BD22-41C71614962B}"/>
              </a:ext>
            </a:extLst>
          </p:cNvPr>
          <p:cNvSpPr>
            <a:spLocks xmlns:a="http://schemas.openxmlformats.org/drawingml/2006/main" noGrp="1"/>
          </p:cNvSpPr>
          <p:nvPr/>
        </p:nvSpPr>
        <p:spPr>
          <a:xfrm xmlns:a="http://schemas.openxmlformats.org/drawingml/2006/main">
            <a:off x="8763000" y="4419600"/>
            <a:ext cx="281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1" name="모든 지식을 넣기보다, 상세 정보까지 가는 길을 안내한다">
            <a:extLst xmlns:a="http://schemas.openxmlformats.org/drawingml/2006/main">
              <a:ext uri="{FF2B5EF4-FFF2-40B4-BE49-F238E27FC236}">
                <a16:creationId xmlns:a16="http://schemas.microsoft.com/office/drawing/2014/main" id="{3A76581B-F0C7-42C9-B596-50A782A0D56E}"/>
              </a:ext>
            </a:extLst>
          </p:cNvPr>
          <p:cNvSpPr>
            <a:spLocks xmlns:a="http://schemas.openxmlformats.org/drawingml/2006/main" noGrp="1"/>
          </p:cNvSpPr>
          <p:nvPr/>
        </p:nvSpPr>
        <p:spPr>
          <a:xfrm xmlns:a="http://schemas.openxmlformats.org/drawingml/2006/main">
            <a:off x="609600" y="52482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Tree>
    <p:extLst>
      <p:ext uri="{BB962C8B-B14F-4D97-AF65-F5344CB8AC3E}">
        <p14:creationId xmlns:p14="http://schemas.microsoft.com/office/powerpoint/2010/main" val="63944898"/>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STATE-03의 문서 구조">
            <a:extLst xmlns:a="http://schemas.openxmlformats.org/drawingml/2006/main">
              <a:ext uri="{FF2B5EF4-FFF2-40B4-BE49-F238E27FC236}">
                <a16:creationId xmlns:a16="http://schemas.microsoft.com/office/drawing/2014/main" id="{D1A9204D-E585-4661-9091-2C078DC3AD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2">
            <a:extLst xmlns:a="http://schemas.openxmlformats.org/drawingml/2006/main">
              <a:ext uri="{FF2B5EF4-FFF2-40B4-BE49-F238E27FC236}">
                <a16:creationId xmlns:a16="http://schemas.microsoft.com/office/drawing/2014/main" id="{20F5A081-73B4-4A81-800B-D8950E77F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정보를 지우지 않고 위치를 나누기">
            <a:extLst xmlns:a="http://schemas.openxmlformats.org/drawingml/2006/main">
              <a:ext uri="{FF2B5EF4-FFF2-40B4-BE49-F238E27FC236}">
                <a16:creationId xmlns:a16="http://schemas.microsoft.com/office/drawing/2014/main" id="{2AA7D250-3280-4C2E-8042-15F9A83F9C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7519CC0F-645F-4DAE-A393-401E3ACAEB4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BAAAD66E-2B6D-4522-B5AF-95E50A16D77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68396100-E355-4979-8E30-201831338DA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8CA93AEF-7C03-4992-A1AD-FB894DB1665D}"/>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FE76D623-E372-41D8-BE46-C70D91B16F23}"/>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3D785127-0BD4-4246-96EB-F64665E817D1}"/>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5D9DA3F5-5D14-4C9D-A259-E1208D96B621}"/>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F007C290-3C3A-4BD0-8BC0-F68F2302575F}"/>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8AD99FA5-0F76-4B36-BABC-177B0CB0C589}"/>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D4A6E6E4-6A1E-46E4-994C-D7B495D01236}"/>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9C3CA0D2-4EB2-4702-9EC8-1038D7BB4F60}"/>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649CF142-E37B-4141-AF65-F964C0CACDAD}"/>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B4F36B35-FA81-4831-BA60-F96F05CE3A14}"/>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AB837B48-F52B-4CF7-9A03-90FA97A4BE6E}"/>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9E5A577D-7F96-48D9-AF66-3207DECFDB04}"/>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213E408F-1094-47CB-957F-2A7992A84D30}"/>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C2DF5964-EE5F-44D2-B9ED-10F452B25EC3}"/>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E6E0AF99-2F71-4DD2-82BE-4A7785DA8DF2}"/>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Tree>
    <p:extLst>
      <p:ext uri="{BB962C8B-B14F-4D97-AF65-F5344CB8AC3E}">
        <p14:creationId xmlns:p14="http://schemas.microsoft.com/office/powerpoint/2010/main" val="1578488529"/>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2 · 관찰하기 전에 질문하기">
            <a:extLst xmlns:a="http://schemas.openxmlformats.org/drawingml/2006/main">
              <a:ext uri="{FF2B5EF4-FFF2-40B4-BE49-F238E27FC236}">
                <a16:creationId xmlns:a16="http://schemas.microsoft.com/office/drawing/2014/main" id="{44CF1D43-9FCB-400E-8D9C-F70E8D4887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3">
            <a:extLst xmlns:a="http://schemas.openxmlformats.org/drawingml/2006/main">
              <a:ext uri="{FF2B5EF4-FFF2-40B4-BE49-F238E27FC236}">
                <a16:creationId xmlns:a16="http://schemas.microsoft.com/office/drawing/2014/main" id="{7E57C588-8317-43B0-BF22-1380157C87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서로 다른 두 Task가 무엇을 읽을까?">
            <a:extLst xmlns:a="http://schemas.openxmlformats.org/drawingml/2006/main">
              <a:ext uri="{FF2B5EF4-FFF2-40B4-BE49-F238E27FC236}">
                <a16:creationId xmlns:a16="http://schemas.microsoft.com/office/drawing/2014/main" id="{AF8CB6B6-CDE9-475C-AE62-84947BA3E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A442EA65-5E34-4EA9-AAC6-E7EBDFA399B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A4224080-D5B7-4D9A-ADB5-26568937989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C7D3EC5F-A0F6-465B-974D-465CD7569FD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26E55ACD-3048-45AD-B413-BFC78B223ED9}"/>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98445A68-E911-4B4C-8862-098BD766EA9E}"/>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1E1735AD-5F82-49E5-AA85-D37DE6735C9B}"/>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6AE14EF-7096-4286-A5C4-B1A73D2B917F}"/>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79347416-2397-4867-961B-C7F7AA768E94}"/>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BC58E65E-F019-472E-973E-A7189579E2E5}"/>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6B955AC9-A9AE-44FE-9035-A99A976F6D0F}"/>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Tree>
    <p:extLst>
      <p:ext uri="{BB962C8B-B14F-4D97-AF65-F5344CB8AC3E}">
        <p14:creationId xmlns:p14="http://schemas.microsoft.com/office/powerpoint/2010/main" val="787121894"/>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질문과 근거를 연결하기">
            <a:extLst xmlns:a="http://schemas.openxmlformats.org/drawingml/2006/main">
              <a:ext uri="{FF2B5EF4-FFF2-40B4-BE49-F238E27FC236}">
                <a16:creationId xmlns:a16="http://schemas.microsoft.com/office/drawing/2014/main" id="{4E0A9CA4-613A-4C78-985D-EF2EE08FF9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4">
            <a:extLst xmlns:a="http://schemas.openxmlformats.org/drawingml/2006/main">
              <a:ext uri="{FF2B5EF4-FFF2-40B4-BE49-F238E27FC236}">
                <a16:creationId xmlns:a16="http://schemas.microsoft.com/office/drawing/2014/main" id="{DB6C98E1-9D61-451A-9A9D-1D9BBA10FA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Crop Task에서 관찰한 접근">
            <a:extLst xmlns:a="http://schemas.openxmlformats.org/drawingml/2006/main">
              <a:ext uri="{FF2B5EF4-FFF2-40B4-BE49-F238E27FC236}">
                <a16:creationId xmlns:a16="http://schemas.microsoft.com/office/drawing/2014/main" id="{6467E5AB-6063-4C02-BA91-05EEDC35CB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3CF797A3-6940-48ED-A336-898F8AD4255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562B5436-660E-475D-9CFE-1E40D988B4A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7AE36A87-43FE-48CD-977D-AD6F0887248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2F1B0AB3-9A97-49C4-A5EB-B0F6BA4D648D}"/>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4B049880-DD86-4EC4-84BE-7C76C88FF6F9}"/>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E0A63DB0-6E51-460C-9881-89E055114C9B}"/>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5BCE9AE0-FE95-4FC4-9F25-BC6BEDDA214C}"/>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A5DC91A4-7588-425B-9CE4-C8C4931049F8}"/>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B29237B5-14D8-4FE9-9891-96A4A81D487D}"/>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6DA4564A-8B1C-4D21-A5EE-B7A001D12E22}"/>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BB00BC89-A465-4347-A7F5-3C12CB691D29}"/>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598FFA64-7280-4302-829F-A4E06790A56E}"/>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03692F42-66CF-48FC-929E-3CD17FF2AE36}"/>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D3EFF645-B529-4D4F-8B62-077E759D533C}"/>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1A689E64-53AC-4CBD-9A2E-54D4293C0E27}"/>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F0E393E3-BF1F-462A-8194-DAF1BDB2933F}"/>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AD5A6BBF-4E6D-4557-B615-0D2262CCD719}"/>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8909125D-D98D-4C37-B087-2E6E5AB14627}"/>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334CAE2B-2710-4496-B436-FD56C09B1F82}"/>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935A2913-D72D-4368-9058-4F28EB77A414}"/>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Tree>
    <p:extLst>
      <p:ext uri="{BB962C8B-B14F-4D97-AF65-F5344CB8AC3E}">
        <p14:creationId xmlns:p14="http://schemas.microsoft.com/office/powerpoint/2010/main" val="1935155206"/>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두 Task의 문서 접근 비교">
            <a:extLst xmlns:a="http://schemas.openxmlformats.org/drawingml/2006/main">
              <a:ext uri="{FF2B5EF4-FFF2-40B4-BE49-F238E27FC236}">
                <a16:creationId xmlns:a16="http://schemas.microsoft.com/office/drawing/2014/main" id="{05B084EA-1CF7-4B0E-A103-1E18F9117B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5">
            <a:extLst xmlns:a="http://schemas.openxmlformats.org/drawingml/2006/main">
              <a:ext uri="{FF2B5EF4-FFF2-40B4-BE49-F238E27FC236}">
                <a16:creationId xmlns:a16="http://schemas.microsoft.com/office/drawing/2014/main" id="{2446EC7D-38B6-4E2F-B86C-CD7828C79B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별 접근은 달랐지만 완벽하지는 않다">
            <a:extLst xmlns:a="http://schemas.openxmlformats.org/drawingml/2006/main">
              <a:ext uri="{FF2B5EF4-FFF2-40B4-BE49-F238E27FC236}">
                <a16:creationId xmlns:a16="http://schemas.microsoft.com/office/drawing/2014/main" id="{67143F06-919E-4047-9C35-89AEB42B52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F6E69DDD-23AF-46E4-8BBB-AE72B5EFAA2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083841CA-CCFE-4477-8893-6F95AB8A57E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12DC14E8-A410-47A3-931F-8AE16E24D97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73397A61-164D-44F7-A3ED-57CF2FC3C485}"/>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ADD0CBB8-D07A-492E-9310-F76241ED8EF6}"/>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6777E7A2-9DA2-43F0-A929-FBD9D5DE15EE}"/>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179247C4-BF37-40BB-BA64-F8D4C15418D3}"/>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A57C3D40-E82B-4225-A554-97A726499B9A}"/>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73AADA4F-3437-4C4E-9967-35AB137A7BDB}"/>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A12E49DE-6551-449E-9EA5-86084FD2BD7B}"/>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934910F1-5B68-4DC7-8285-1F177294CBFC}"/>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D0CF79B0-346D-4AE4-817F-BE8DC77E5F2C}"/>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DEF849CA-B199-48FC-8F7F-33EB8F845821}"/>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FD4085ED-BA88-43D3-8F66-47B6DEAB40D1}"/>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10905B7B-AAD5-4AD6-9F5A-A9CE32466B6E}"/>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66646270-85C2-41EA-BB4D-38DDA0E148BD}"/>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0DBAA65A-3CB7-4F29-849C-4A490C6B0964}"/>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706B5082-A0A9-405A-B912-034437DD35FB}"/>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F5F929D7-85C5-47B8-A9CA-088C406FF6FD}"/>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5D43D934-A019-4FA2-92C6-216313D5C115}"/>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Tree>
    <p:extLst>
      <p:ext uri="{BB962C8B-B14F-4D97-AF65-F5344CB8AC3E}">
        <p14:creationId xmlns:p14="http://schemas.microsoft.com/office/powerpoint/2010/main" val="2102004544"/>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2 · 다음 문제로 넘어가기">
            <a:extLst xmlns:a="http://schemas.openxmlformats.org/drawingml/2006/main">
              <a:ext uri="{FF2B5EF4-FFF2-40B4-BE49-F238E27FC236}">
                <a16:creationId xmlns:a16="http://schemas.microsoft.com/office/drawing/2014/main" id="{4C9A0D18-22A7-463D-881E-C7ACCCEB66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6">
            <a:extLst xmlns:a="http://schemas.openxmlformats.org/drawingml/2006/main">
              <a:ext uri="{FF2B5EF4-FFF2-40B4-BE49-F238E27FC236}">
                <a16:creationId xmlns:a16="http://schemas.microsoft.com/office/drawing/2014/main" id="{8CB12E8C-728C-4CEE-8E10-5E87864538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지식은 정리됐지만 절차는 반복된다">
            <a:extLst xmlns:a="http://schemas.openxmlformats.org/drawingml/2006/main">
              <a:ext uri="{FF2B5EF4-FFF2-40B4-BE49-F238E27FC236}">
                <a16:creationId xmlns:a16="http://schemas.microsoft.com/office/drawing/2014/main" id="{53BA4DC8-E799-410E-A234-97B7CD1F65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DE3831F6-F29B-42D0-993B-FDFDEA92A97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4DEEF31C-1D7C-4EAF-A0A0-9ADADF01B0E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3757BCB0-8878-4405-80F2-F1CFAAE31CB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2947AF7F-B0C1-4AC1-BD74-B4769FF8D6DC}"/>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32E266C0-6BDC-4972-9016-E6BDE2EBD223}"/>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C78D0712-5F98-41EE-8F87-5E6A9DF64364}"/>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C06BC72-8B31-4E99-9CF1-996489A1DEC3}"/>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AF0EFEB5-7A69-42E3-B3E2-5116191FC659}"/>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FE5A501F-02ED-4DA1-97EE-40D6FB0DB50E}"/>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이 반복도 Context만의 문제일까?">
            <a:extLst xmlns:a="http://schemas.openxmlformats.org/drawingml/2006/main">
              <a:ext uri="{FF2B5EF4-FFF2-40B4-BE49-F238E27FC236}">
                <a16:creationId xmlns:a16="http://schemas.microsoft.com/office/drawing/2014/main" id="{338974CF-03B7-48BC-BA03-7CDC80D6216F}"/>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반복도 Context만의 문제일까?</a:t>
            </a:r>
          </a:p>
        </p:txBody>
      </p:sp>
    </p:spTree>
    <p:extLst>
      <p:ext uri="{BB962C8B-B14F-4D97-AF65-F5344CB8AC3E}">
        <p14:creationId xmlns:p14="http://schemas.microsoft.com/office/powerpoint/2010/main" val="477509156"/>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99F0C817-4AF5-4985-B62E-A42323194D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7">
            <a:extLst xmlns:a="http://schemas.openxmlformats.org/drawingml/2006/main">
              <a:ext uri="{FF2B5EF4-FFF2-40B4-BE49-F238E27FC236}">
                <a16:creationId xmlns:a16="http://schemas.microsoft.com/office/drawing/2014/main" id="{430CBE7C-319D-4002-8895-02F5EA9E45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서로 다른 Performance Task,&#10;반복되는 절차">
            <a:extLst xmlns:a="http://schemas.openxmlformats.org/drawingml/2006/main">
              <a:ext uri="{FF2B5EF4-FFF2-40B4-BE49-F238E27FC236}">
                <a16:creationId xmlns:a16="http://schemas.microsoft.com/office/drawing/2014/main" id="{61564F33-6426-4F00-97C4-1DD340328AC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D085F5F2-34CB-4E1B-89E9-FE4FCF00093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0957DA4B-D581-4807-9884-827800C466C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956E2CD1-6D7E-472C-9168-DDEAFE9BD08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3B7A4A3F-B2B0-4A30-9370-931628B619CD}"/>
              </a:ext>
            </a:extLst>
          </p:cNvPr>
          <p:cNvSpPr>
            <a:spLocks xmlns:a="http://schemas.openxmlformats.org/drawingml/2006/main" noGrp="1"/>
          </p:cNvSpPr>
          <p:nvPr/>
        </p:nvSpPr>
        <p:spPr>
          <a:xfrm xmlns:a="http://schemas.openxmlformats.org/drawingml/2006/main">
            <a:off x="609600" y="20002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469660DC-0F17-4CFF-BE58-7147B5883DD8}"/>
              </a:ext>
            </a:extLst>
          </p:cNvPr>
          <p:cNvSpPr>
            <a:spLocks xmlns:a="http://schemas.openxmlformats.org/drawingml/2006/main" noGrp="1"/>
          </p:cNvSpPr>
          <p:nvPr/>
        </p:nvSpPr>
        <p:spPr>
          <a:xfrm xmlns:a="http://schemas.openxmlformats.org/drawingml/2006/main">
            <a:off x="6381750" y="20002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94D362BF-2170-4B01-AF5D-2E3B25170340}"/>
              </a:ext>
            </a:extLst>
          </p:cNvPr>
          <p:cNvPicPr>
            <a:picLocks xmlns:a="http://schemas.openxmlformats.org/drawingml/2006/main" noChangeAspect="1"/>
          </p:cNvPicPr>
          <p:nvPr/>
        </p:nvPicPr>
        <p:blipFill>
          <a:blip xmlns:r="http://schemas.openxmlformats.org/officeDocument/2006/relationships" xmlns:a="http://schemas.openxmlformats.org/drawingml/2006/main" r:embed="Rbe3771a5119143d6"/>
          <a:srcRect xmlns:a="http://schemas.openxmlformats.org/drawingml/2006/main" l="53664" t="30891" r="28410" b="33258"/>
          <a:stretch xmlns:a="http://schemas.openxmlformats.org/drawingml/2006/main"/>
        </p:blipFill>
        <p:spPr>
          <a:xfrm xmlns:a="http://schemas.openxmlformats.org/drawingml/2006/main">
            <a:off x="1200150" y="2905125"/>
            <a:ext cx="1104900" cy="1104900"/>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3CD1D3E2-805D-4BF8-9F65-771CA2832CD1}"/>
              </a:ext>
            </a:extLst>
          </p:cNvPr>
          <p:cNvPicPr>
            <a:picLocks xmlns:a="http://schemas.openxmlformats.org/drawingml/2006/main" noChangeAspect="1"/>
          </p:cNvPicPr>
          <p:nvPr/>
        </p:nvPicPr>
        <p:blipFill>
          <a:blip xmlns:r="http://schemas.openxmlformats.org/officeDocument/2006/relationships" xmlns:a="http://schemas.openxmlformats.org/drawingml/2006/main" r:embed="Ra2673510e7a849a5"/>
          <a:srcRect xmlns:a="http://schemas.openxmlformats.org/drawingml/2006/main" l="53664" t="30891" r="28410" b="33258"/>
          <a:stretch xmlns:a="http://schemas.openxmlformats.org/drawingml/2006/main"/>
        </p:blipFill>
        <p:spPr>
          <a:xfrm xmlns:a="http://schemas.openxmlformats.org/drawingml/2006/main">
            <a:off x="3371850" y="2476500"/>
            <a:ext cx="1905000" cy="19050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B3377DF-FC6F-4AA4-9182-16D856FC2299}"/>
              </a:ext>
            </a:extLst>
          </p:cNvPr>
          <p:cNvSpPr>
            <a:spLocks xmlns:a="http://schemas.openxmlformats.org/drawingml/2006/main" noGrp="1"/>
          </p:cNvSpPr>
          <p:nvPr/>
        </p:nvSpPr>
        <p:spPr>
          <a:xfrm xmlns:a="http://schemas.openxmlformats.org/drawingml/2006/main">
            <a:off x="2609850" y="3257550"/>
            <a:ext cx="4191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2" name="">
            <a:extLst xmlns:a="http://schemas.openxmlformats.org/drawingml/2006/main">
              <a:ext uri="{FF2B5EF4-FFF2-40B4-BE49-F238E27FC236}">
                <a16:creationId xmlns:a16="http://schemas.microsoft.com/office/drawing/2014/main" id="{DCE5F36A-F6F2-4762-912E-924F40BB2ECB}"/>
              </a:ext>
            </a:extLst>
          </p:cNvPr>
          <p:cNvPicPr>
            <a:picLocks xmlns:a="http://schemas.openxmlformats.org/drawingml/2006/main" noChangeAspect="1"/>
          </p:cNvPicPr>
          <p:nvPr/>
        </p:nvPicPr>
        <p:blipFill>
          <a:blip xmlns:r="http://schemas.openxmlformats.org/officeDocument/2006/relationships" xmlns:a="http://schemas.openxmlformats.org/drawingml/2006/main" r:embed="R23c397c25e464fe5"/>
          <a:srcRect xmlns:a="http://schemas.openxmlformats.org/drawingml/2006/main" l="53664" t="30891" r="28410" b="33258"/>
          <a:stretch xmlns:a="http://schemas.openxmlformats.org/drawingml/2006/main"/>
        </p:blipFill>
        <p:spPr>
          <a:xfrm xmlns:a="http://schemas.openxmlformats.org/drawingml/2006/main">
            <a:off x="6762750" y="2571750"/>
            <a:ext cx="1524000" cy="1524000"/>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376F9A00-F007-4FD5-93F9-A6BD44A90625}"/>
              </a:ext>
            </a:extLst>
          </p:cNvPr>
          <p:cNvPicPr>
            <a:picLocks xmlns:a="http://schemas.openxmlformats.org/drawingml/2006/main" noChangeAspect="1"/>
          </p:cNvPicPr>
          <p:nvPr/>
        </p:nvPicPr>
        <p:blipFill>
          <a:blip xmlns:r="http://schemas.openxmlformats.org/officeDocument/2006/relationships" xmlns:a="http://schemas.openxmlformats.org/drawingml/2006/main" r:embed="Rebdb41e394e940be"/>
          <a:srcRect xmlns:a="http://schemas.openxmlformats.org/drawingml/2006/main" l="53664" t="30891" r="28410" b="33258"/>
          <a:stretch xmlns:a="http://schemas.openxmlformats.org/drawingml/2006/main"/>
        </p:blipFill>
        <p:spPr>
          <a:xfrm xmlns:a="http://schemas.openxmlformats.org/drawingml/2006/main">
            <a:off x="9810750" y="2571750"/>
            <a:ext cx="1524000" cy="152400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402DCB1C-9732-4D2F-B5E9-FB714DD4EF08}"/>
              </a:ext>
            </a:extLst>
          </p:cNvPr>
          <p:cNvSpPr>
            <a:spLocks xmlns:a="http://schemas.openxmlformats.org/drawingml/2006/main" noGrp="1"/>
          </p:cNvSpPr>
          <p:nvPr/>
        </p:nvSpPr>
        <p:spPr>
          <a:xfrm xmlns:a="http://schemas.openxmlformats.org/drawingml/2006/main">
            <a:off x="8896350" y="3219450"/>
            <a:ext cx="4191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값 예: 2048 → 128">
            <a:extLst xmlns:a="http://schemas.openxmlformats.org/drawingml/2006/main">
              <a:ext uri="{FF2B5EF4-FFF2-40B4-BE49-F238E27FC236}">
                <a16:creationId xmlns:a16="http://schemas.microsoft.com/office/drawing/2014/main" id="{40CE5D4C-31F4-408B-9D7F-45F4C75AEA10}"/>
              </a:ext>
            </a:extLst>
          </p:cNvPr>
          <p:cNvSpPr>
            <a:spLocks xmlns:a="http://schemas.openxmlformats.org/drawingml/2006/main" noGrp="1"/>
          </p:cNvSpPr>
          <p:nvPr/>
        </p:nvSpPr>
        <p:spPr>
          <a:xfrm xmlns:a="http://schemas.openxmlformats.org/drawingml/2006/main">
            <a:off x="6381750" y="4171950"/>
            <a:ext cx="5200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0B6172"/>
                </a:solidFill>
                <a:latin typeface="Malgun Gothic"/>
                <a:ea typeface="Malgun Gothic"/>
                <a:cs typeface="Malgun Gothic"/>
              </a:defRPr>
            </a:defPPr>
            <a:lvl1pPr algn="ctr">
              <a:defRPr sz="1725" b="0">
                <a:solidFill>
                  <a:srgbClr val="0B6172"/>
                </a:solidFill>
                <a:latin typeface="Malgun Gothic"/>
                <a:ea typeface="Malgun Gothic"/>
                <a:cs typeface="Malgun Gothic"/>
              </a:defRPr>
            </a:lvl1pPr>
            <a:lvl2pPr algn="ctr">
              <a:defRPr sz="1725" b="0">
                <a:solidFill>
                  <a:srgbClr val="0B6172"/>
                </a:solidFill>
                <a:latin typeface="Malgun Gothic"/>
                <a:ea typeface="Malgun Gothic"/>
                <a:cs typeface="Malgun Gothic"/>
              </a:defRPr>
            </a:lvl2pPr>
            <a:lvl3pPr algn="ctr">
              <a:defRPr sz="1725" b="0">
                <a:solidFill>
                  <a:srgbClr val="0B6172"/>
                </a:solidFill>
                <a:latin typeface="Malgun Gothic"/>
                <a:ea typeface="Malgun Gothic"/>
                <a:cs typeface="Malgun Gothic"/>
              </a:defRPr>
            </a:lvl3pPr>
            <a:lvl4pPr algn="ctr">
              <a:defRPr sz="1725" b="0">
                <a:solidFill>
                  <a:srgbClr val="0B6172"/>
                </a:solidFill>
                <a:latin typeface="Malgun Gothic"/>
                <a:ea typeface="Malgun Gothic"/>
                <a:cs typeface="Malgun Gothic"/>
              </a:defRPr>
            </a:lvl4pPr>
            <a:lvl5pPr algn="ctr">
              <a:defRPr sz="1725" b="0">
                <a:solidFill>
                  <a:srgbClr val="0B6172"/>
                </a:solidFill>
                <a:latin typeface="Malgun Gothic"/>
                <a:ea typeface="Malgun Gothic"/>
                <a:cs typeface="Malgun Gothic"/>
              </a:defRPr>
            </a:lvl5pPr>
            <a:lvl6pPr algn="ctr">
              <a:defRPr sz="1725" b="0">
                <a:solidFill>
                  <a:srgbClr val="0B6172"/>
                </a:solidFill>
                <a:latin typeface="Malgun Gothic"/>
                <a:ea typeface="Malgun Gothic"/>
                <a:cs typeface="Malgun Gothic"/>
              </a:defRPr>
            </a:lvl6pPr>
            <a:lvl7pPr algn="ctr">
              <a:defRPr sz="1725" b="0">
                <a:solidFill>
                  <a:srgbClr val="0B6172"/>
                </a:solidFill>
                <a:latin typeface="Malgun Gothic"/>
                <a:ea typeface="Malgun Gothic"/>
                <a:cs typeface="Malgun Gothic"/>
              </a:defRPr>
            </a:lvl7pPr>
            <a:lvl8pPr algn="ctr">
              <a:defRPr sz="1725" b="0">
                <a:solidFill>
                  <a:srgbClr val="0B6172"/>
                </a:solidFill>
                <a:latin typeface="Malgun Gothic"/>
                <a:ea typeface="Malgun Gothic"/>
                <a:cs typeface="Malgun Gothic"/>
              </a:defRPr>
            </a:lvl8pPr>
            <a:lvl9pPr algn="ctr">
              <a:defRPr sz="1725" b="0">
                <a:solidFill>
                  <a:srgbClr val="0B6172"/>
                </a:solidFill>
                <a:latin typeface="Malgun Gothic"/>
                <a:ea typeface="Malgun Gothic"/>
                <a:cs typeface="Malgun Gothic"/>
              </a:defRPr>
            </a:lvl9pPr>
          </a:lstStyle>
          <a:p xmlns:a="http://schemas.openxmlformats.org/drawingml/2006/main">
            <a:pPr algn="ctr">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6" name="resize_nearest">
            <a:extLst xmlns:a="http://schemas.openxmlformats.org/drawingml/2006/main">
              <a:ext uri="{FF2B5EF4-FFF2-40B4-BE49-F238E27FC236}">
                <a16:creationId xmlns:a16="http://schemas.microsoft.com/office/drawing/2014/main" id="{FE4C3F22-8B3E-4F16-A1C8-99F94EC57C7A}"/>
              </a:ext>
            </a:extLst>
          </p:cNvPr>
          <p:cNvSpPr>
            <a:spLocks xmlns:a="http://schemas.openxmlformats.org/drawingml/2006/main" noGrp="1"/>
          </p:cNvSpPr>
          <p:nvPr/>
        </p:nvSpPr>
        <p:spPr>
          <a:xfrm xmlns:a="http://schemas.openxmlformats.org/drawingml/2006/main">
            <a:off x="609600" y="44767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sp>
        <p:nvSpPr>
          <p:cNvPr id="17" name="normalize  ·  0–4095 → 0–255">
            <a:extLst xmlns:a="http://schemas.openxmlformats.org/drawingml/2006/main">
              <a:ext uri="{FF2B5EF4-FFF2-40B4-BE49-F238E27FC236}">
                <a16:creationId xmlns:a16="http://schemas.microsoft.com/office/drawing/2014/main" id="{998C8D96-A2C3-43DA-BC1D-13B28C20ADB5}"/>
              </a:ext>
            </a:extLst>
          </p:cNvPr>
          <p:cNvSpPr>
            <a:spLocks xmlns:a="http://schemas.openxmlformats.org/drawingml/2006/main" noGrp="1"/>
          </p:cNvSpPr>
          <p:nvPr/>
        </p:nvSpPr>
        <p:spPr>
          <a:xfrm xmlns:a="http://schemas.openxmlformats.org/drawingml/2006/main">
            <a:off x="6381750" y="4476750"/>
            <a:ext cx="5200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normalize  ·  0–4095 → 0–255</a:t>
            </a:r>
          </a:p>
        </p:txBody>
      </p:sp>
      <p:sp>
        <p:nvSpPr>
          <p:cNvPr id="18" name="">
            <a:extLst xmlns:a="http://schemas.openxmlformats.org/drawingml/2006/main">
              <a:ext uri="{FF2B5EF4-FFF2-40B4-BE49-F238E27FC236}">
                <a16:creationId xmlns:a16="http://schemas.microsoft.com/office/drawing/2014/main" id="{0C7AA86E-DDAD-4A05-9852-F7B80CF15FA6}"/>
              </a:ext>
            </a:extLst>
          </p:cNvPr>
          <p:cNvSpPr>
            <a:spLocks xmlns:a="http://schemas.openxmlformats.org/drawingml/2006/main" noGrp="1"/>
          </p:cNvSpPr>
          <p:nvPr/>
        </p:nvSpPr>
        <p:spPr>
          <a:xfrm xmlns:a="http://schemas.openxmlformats.org/drawingml/2006/main">
            <a:off x="609600" y="4895850"/>
            <a:ext cx="52387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
            <a:extLst xmlns:a="http://schemas.openxmlformats.org/drawingml/2006/main">
              <a:ext uri="{FF2B5EF4-FFF2-40B4-BE49-F238E27FC236}">
                <a16:creationId xmlns:a16="http://schemas.microsoft.com/office/drawing/2014/main" id="{AF04700E-F035-4A2C-A8C3-6078B4F38175}"/>
              </a:ext>
            </a:extLst>
          </p:cNvPr>
          <p:cNvSpPr>
            <a:spLocks xmlns:a="http://schemas.openxmlformats.org/drawingml/2006/main" noGrp="1"/>
          </p:cNvSpPr>
          <p:nvPr/>
        </p:nvSpPr>
        <p:spPr>
          <a:xfrm xmlns:a="http://schemas.openxmlformats.org/drawingml/2006/main">
            <a:off x="6381750" y="4895850"/>
            <a:ext cx="5200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Baseline → 조사 → 계획 → 변경">
            <a:extLst xmlns:a="http://schemas.openxmlformats.org/drawingml/2006/main">
              <a:ext uri="{FF2B5EF4-FFF2-40B4-BE49-F238E27FC236}">
                <a16:creationId xmlns:a16="http://schemas.microsoft.com/office/drawing/2014/main" id="{9F2201A9-25CC-4249-8F51-25C72DFD7186}"/>
              </a:ext>
            </a:extLst>
          </p:cNvPr>
          <p:cNvSpPr>
            <a:spLocks xmlns:a="http://schemas.openxmlformats.org/drawingml/2006/main" noGrp="1"/>
          </p:cNvSpPr>
          <p:nvPr/>
        </p:nvSpPr>
        <p:spPr>
          <a:xfrm xmlns:a="http://schemas.openxmlformats.org/drawingml/2006/main">
            <a:off x="609600" y="5010150"/>
            <a:ext cx="520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Baseline → 조사 → 계획 → 변경</a:t>
            </a:r>
          </a:p>
        </p:txBody>
      </p:sp>
      <p:sp>
        <p:nvSpPr>
          <p:cNvPr id="21" name="Test → Benchmark → 비교 → Review">
            <a:extLst xmlns:a="http://schemas.openxmlformats.org/drawingml/2006/main">
              <a:ext uri="{FF2B5EF4-FFF2-40B4-BE49-F238E27FC236}">
                <a16:creationId xmlns:a16="http://schemas.microsoft.com/office/drawing/2014/main" id="{3E9D8F8E-105B-4FCA-9933-A4B5FE393DD8}"/>
              </a:ext>
            </a:extLst>
          </p:cNvPr>
          <p:cNvSpPr>
            <a:spLocks xmlns:a="http://schemas.openxmlformats.org/drawingml/2006/main" noGrp="1"/>
          </p:cNvSpPr>
          <p:nvPr/>
        </p:nvSpPr>
        <p:spPr>
          <a:xfrm xmlns:a="http://schemas.openxmlformats.org/drawingml/2006/main">
            <a:off x="609600" y="5343525"/>
            <a:ext cx="520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Test → Benchmark → 비교 → Review</a:t>
            </a:r>
          </a:p>
        </p:txBody>
      </p:sp>
      <p:sp>
        <p:nvSpPr>
          <p:cNvPr id="22" name="Baseline → 조사 → 계획 → 변경">
            <a:extLst xmlns:a="http://schemas.openxmlformats.org/drawingml/2006/main">
              <a:ext uri="{FF2B5EF4-FFF2-40B4-BE49-F238E27FC236}">
                <a16:creationId xmlns:a16="http://schemas.microsoft.com/office/drawing/2014/main" id="{1C0C7B9B-B7E7-4143-94B8-63500668D776}"/>
              </a:ext>
            </a:extLst>
          </p:cNvPr>
          <p:cNvSpPr>
            <a:spLocks xmlns:a="http://schemas.openxmlformats.org/drawingml/2006/main" noGrp="1"/>
          </p:cNvSpPr>
          <p:nvPr/>
        </p:nvSpPr>
        <p:spPr>
          <a:xfrm xmlns:a="http://schemas.openxmlformats.org/drawingml/2006/main">
            <a:off x="6381750" y="5010150"/>
            <a:ext cx="520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Baseline → 조사 → 계획 → 변경</a:t>
            </a:r>
          </a:p>
        </p:txBody>
      </p:sp>
      <p:sp>
        <p:nvSpPr>
          <p:cNvPr id="23" name="Test → Benchmark → 비교 → Review">
            <a:extLst xmlns:a="http://schemas.openxmlformats.org/drawingml/2006/main">
              <a:ext uri="{FF2B5EF4-FFF2-40B4-BE49-F238E27FC236}">
                <a16:creationId xmlns:a16="http://schemas.microsoft.com/office/drawing/2014/main" id="{85CC8E45-868E-40EE-96A6-ADCAD4E6AD5C}"/>
              </a:ext>
            </a:extLst>
          </p:cNvPr>
          <p:cNvSpPr>
            <a:spLocks xmlns:a="http://schemas.openxmlformats.org/drawingml/2006/main" noGrp="1"/>
          </p:cNvSpPr>
          <p:nvPr/>
        </p:nvSpPr>
        <p:spPr>
          <a:xfrm xmlns:a="http://schemas.openxmlformats.org/drawingml/2006/main">
            <a:off x="6381750" y="5343525"/>
            <a:ext cx="520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Test → Benchmark → 비교 → Review</a:t>
            </a:r>
          </a:p>
        </p:txBody>
      </p:sp>
    </p:spTree>
    <p:extLst>
      <p:ext uri="{BB962C8B-B14F-4D97-AF65-F5344CB8AC3E}">
        <p14:creationId xmlns:p14="http://schemas.microsoft.com/office/powerpoint/2010/main" val="1905659168"/>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알아야 할 것과 따라야 할 방법">
            <a:extLst xmlns:a="http://schemas.openxmlformats.org/drawingml/2006/main">
              <a:ext uri="{FF2B5EF4-FFF2-40B4-BE49-F238E27FC236}">
                <a16:creationId xmlns:a16="http://schemas.microsoft.com/office/drawing/2014/main" id="{40B2834D-06EA-4ABA-83ED-A67D38ED34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8">
            <a:extLst xmlns:a="http://schemas.openxmlformats.org/drawingml/2006/main">
              <a:ext uri="{FF2B5EF4-FFF2-40B4-BE49-F238E27FC236}">
                <a16:creationId xmlns:a16="http://schemas.microsoft.com/office/drawing/2014/main" id="{18C0D660-957A-4AF6-9BB6-FF4D4BD5D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Project 사실과 작업 절차는 다르다">
            <a:extLst xmlns:a="http://schemas.openxmlformats.org/drawingml/2006/main">
              <a:ext uri="{FF2B5EF4-FFF2-40B4-BE49-F238E27FC236}">
                <a16:creationId xmlns:a16="http://schemas.microsoft.com/office/drawing/2014/main" id="{1171BDCA-5219-4F7E-A970-2CA9C3FE09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2C1113B0-D8C6-4474-AA5C-2BF1855ED6E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C06D5176-D98E-481B-94CA-4D05D93B5D0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07D66B4E-467C-4A73-9CB6-67B40EE2A07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B3C5AD56-AE36-47BF-8859-858FBFBA7218}"/>
              </a:ext>
            </a:extLst>
          </p:cNvPr>
          <p:cNvSpPr>
            <a:spLocks xmlns:a="http://schemas.openxmlformats.org/drawingml/2006/main" noGrp="1"/>
          </p:cNvSpPr>
          <p:nvPr/>
        </p:nvSpPr>
        <p:spPr>
          <a:xfrm xmlns:a="http://schemas.openxmlformats.org/drawingml/2006/main">
            <a:off x="609600" y="2219325"/>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C8DAE61C-8F5F-44AE-B88F-A5DC77B8995B}"/>
              </a:ext>
            </a:extLst>
          </p:cNvPr>
          <p:cNvSpPr>
            <a:spLocks xmlns:a="http://schemas.openxmlformats.org/drawingml/2006/main" noGrp="1"/>
          </p:cNvSpPr>
          <p:nvPr/>
        </p:nvSpPr>
        <p:spPr>
          <a:xfrm xmlns:a="http://schemas.openxmlformats.org/drawingml/2006/main">
            <a:off x="6705600" y="22193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1D0C2B03-79D2-4340-B08D-63263D4F2EB1}"/>
              </a:ext>
            </a:extLst>
          </p:cNvPr>
          <p:cNvSpPr>
            <a:spLocks xmlns:a="http://schemas.openxmlformats.org/drawingml/2006/main" noGrp="1"/>
          </p:cNvSpPr>
          <p:nvPr/>
        </p:nvSpPr>
        <p:spPr>
          <a:xfrm xmlns:a="http://schemas.openxmlformats.org/drawingml/2006/main">
            <a:off x="609600" y="284797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21CF113-74C5-4EED-A7D1-57F1CDEE1EBE}"/>
              </a:ext>
            </a:extLst>
          </p:cNvPr>
          <p:cNvSpPr>
            <a:spLocks xmlns:a="http://schemas.openxmlformats.org/drawingml/2006/main" noGrp="1"/>
          </p:cNvSpPr>
          <p:nvPr/>
        </p:nvSpPr>
        <p:spPr>
          <a:xfrm xmlns:a="http://schemas.openxmlformats.org/drawingml/2006/main">
            <a:off x="6705600" y="2847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10;[x_start, x_end)">
            <a:extLst xmlns:a="http://schemas.openxmlformats.org/drawingml/2006/main">
              <a:ext uri="{FF2B5EF4-FFF2-40B4-BE49-F238E27FC236}">
                <a16:creationId xmlns:a16="http://schemas.microsoft.com/office/drawing/2014/main" id="{26AC551A-FB6B-41FD-B22D-0FBA453503F3}"/>
              </a:ext>
            </a:extLst>
          </p:cNvPr>
          <p:cNvSpPr>
            <a:spLocks xmlns:a="http://schemas.openxmlformats.org/drawingml/2006/main" noGrp="1"/>
          </p:cNvSpPr>
          <p:nvPr/>
        </p:nvSpPr>
        <p:spPr>
          <a:xfrm xmlns:a="http://schemas.openxmlformats.org/drawingml/2006/main">
            <a:off x="609600" y="3228975"/>
            <a:ext cx="4953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[x_start, x_end)</a:t>
            </a:r>
          </a:p>
        </p:txBody>
      </p:sp>
      <p:sp>
        <p:nvSpPr>
          <p:cNvPr id="12" name="변경 전에 측정한다&#10;변경 후 같은 입력으로 비교한다">
            <a:extLst xmlns:a="http://schemas.openxmlformats.org/drawingml/2006/main">
              <a:ext uri="{FF2B5EF4-FFF2-40B4-BE49-F238E27FC236}">
                <a16:creationId xmlns:a16="http://schemas.microsoft.com/office/drawing/2014/main" id="{D21C2D9C-66F4-47EA-9D4F-515A1A13087E}"/>
              </a:ext>
            </a:extLst>
          </p:cNvPr>
          <p:cNvSpPr>
            <a:spLocks xmlns:a="http://schemas.openxmlformats.org/drawingml/2006/main" noGrp="1"/>
          </p:cNvSpPr>
          <p:nvPr/>
        </p:nvSpPr>
        <p:spPr>
          <a:xfrm xmlns:a="http://schemas.openxmlformats.org/drawingml/2006/main">
            <a:off x="6705600" y="3228975"/>
            <a:ext cx="4876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 전에 측정한다</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 후 같은 입력으로 비교한다</a:t>
            </a:r>
          </a:p>
        </p:txBody>
      </p:sp>
      <p:sp>
        <p:nvSpPr>
          <p:cNvPr id="13" name="Project Context">
            <a:extLst xmlns:a="http://schemas.openxmlformats.org/drawingml/2006/main">
              <a:ext uri="{FF2B5EF4-FFF2-40B4-BE49-F238E27FC236}">
                <a16:creationId xmlns:a16="http://schemas.microsoft.com/office/drawing/2014/main" id="{0572819D-1DB2-4FDF-AD78-7152A221CB2C}"/>
              </a:ext>
            </a:extLst>
          </p:cNvPr>
          <p:cNvSpPr>
            <a:spLocks xmlns:a="http://schemas.openxmlformats.org/drawingml/2006/main" noGrp="1"/>
          </p:cNvSpPr>
          <p:nvPr/>
        </p:nvSpPr>
        <p:spPr>
          <a:xfrm xmlns:a="http://schemas.openxmlformats.org/drawingml/2006/main">
            <a:off x="609600" y="45339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Project Context</a:t>
            </a:r>
          </a:p>
        </p:txBody>
      </p:sp>
      <p:sp>
        <p:nvSpPr>
          <p:cNvPr id="14" name="Workflow">
            <a:extLst xmlns:a="http://schemas.openxmlformats.org/drawingml/2006/main">
              <a:ext uri="{FF2B5EF4-FFF2-40B4-BE49-F238E27FC236}">
                <a16:creationId xmlns:a16="http://schemas.microsoft.com/office/drawing/2014/main" id="{E88098E6-F7CA-4F12-B80A-015AA599DEE1}"/>
              </a:ext>
            </a:extLst>
          </p:cNvPr>
          <p:cNvSpPr>
            <a:spLocks xmlns:a="http://schemas.openxmlformats.org/drawingml/2006/main" noGrp="1"/>
          </p:cNvSpPr>
          <p:nvPr/>
        </p:nvSpPr>
        <p:spPr>
          <a:xfrm xmlns:a="http://schemas.openxmlformats.org/drawingml/2006/main">
            <a:off x="6705600" y="45339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Workflow</a:t>
            </a:r>
          </a:p>
        </p:txBody>
      </p:sp>
      <p:sp>
        <p:nvSpPr>
          <p:cNvPr id="15" name="이번에 무엇을 원하는가?  →  현재 목표는 Task Prompt에">
            <a:extLst xmlns:a="http://schemas.openxmlformats.org/drawingml/2006/main">
              <a:ext uri="{FF2B5EF4-FFF2-40B4-BE49-F238E27FC236}">
                <a16:creationId xmlns:a16="http://schemas.microsoft.com/office/drawing/2014/main" id="{13CF4A2D-06C8-4CF1-AD92-A12A2D312872}"/>
              </a:ext>
            </a:extLst>
          </p:cNvPr>
          <p:cNvSpPr>
            <a:spLocks xmlns:a="http://schemas.openxmlformats.org/drawingml/2006/main" noGrp="1"/>
          </p:cNvSpPr>
          <p:nvPr/>
        </p:nvSpPr>
        <p:spPr>
          <a:xfrm xmlns:a="http://schemas.openxmlformats.org/drawingml/2006/main">
            <a:off x="609600" y="52673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이번에 무엇을 원하는가?  →  현재 목표는 Task Prompt에</a:t>
            </a:r>
          </a:p>
        </p:txBody>
      </p:sp>
    </p:spTree>
    <p:extLst>
      <p:ext uri="{BB962C8B-B14F-4D97-AF65-F5344CB8AC3E}">
        <p14:creationId xmlns:p14="http://schemas.microsoft.com/office/powerpoint/2010/main" val="541068442"/>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세 가지 책임을 나누기">
            <a:extLst xmlns:a="http://schemas.openxmlformats.org/drawingml/2006/main">
              <a:ext uri="{FF2B5EF4-FFF2-40B4-BE49-F238E27FC236}">
                <a16:creationId xmlns:a16="http://schemas.microsoft.com/office/drawing/2014/main" id="{4FAE6B92-4E63-466B-84F8-CCCD79EBE7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39">
            <a:extLst xmlns:a="http://schemas.openxmlformats.org/drawingml/2006/main">
              <a:ext uri="{FF2B5EF4-FFF2-40B4-BE49-F238E27FC236}">
                <a16:creationId xmlns:a16="http://schemas.microsoft.com/office/drawing/2014/main" id="{C0BF4F80-DC09-4027-89D7-42D9031214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Task, Context, Workflow의 역할">
            <a:extLst xmlns:a="http://schemas.openxmlformats.org/drawingml/2006/main">
              <a:ext uri="{FF2B5EF4-FFF2-40B4-BE49-F238E27FC236}">
                <a16:creationId xmlns:a16="http://schemas.microsoft.com/office/drawing/2014/main" id="{227E07F3-7F7D-4338-A1E4-F66A9A777E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91155FC5-534F-478A-95B6-D3156FC529A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F317A2FB-6640-498A-A02C-BBF6B4AE0B3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8D0B0C17-3FA1-479E-86BC-5468C0D832F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3B264D81-0C41-4AD2-821B-88E9894117B8}"/>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Task Prompt">
            <a:extLst xmlns:a="http://schemas.openxmlformats.org/drawingml/2006/main">
              <a:ext uri="{FF2B5EF4-FFF2-40B4-BE49-F238E27FC236}">
                <a16:creationId xmlns:a16="http://schemas.microsoft.com/office/drawing/2014/main" id="{E11EAE7C-B317-49F2-AD50-ED29D5D0F02A}"/>
              </a:ext>
            </a:extLst>
          </p:cNvPr>
          <p:cNvSpPr>
            <a:spLocks xmlns:a="http://schemas.openxmlformats.org/drawingml/2006/main" noGrp="1"/>
          </p:cNvSpPr>
          <p:nvPr/>
        </p:nvSpPr>
        <p:spPr>
          <a:xfrm xmlns:a="http://schemas.openxmlformats.org/drawingml/2006/main">
            <a:off x="609600" y="2352675"/>
            <a:ext cx="3086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5575C46D-6831-425F-9447-C423F989468D}"/>
              </a:ext>
            </a:extLst>
          </p:cNvPr>
          <p:cNvSpPr>
            <a:spLocks xmlns:a="http://schemas.openxmlformats.org/drawingml/2006/main" noGrp="1"/>
          </p:cNvSpPr>
          <p:nvPr/>
        </p:nvSpPr>
        <p:spPr>
          <a:xfrm xmlns:a="http://schemas.openxmlformats.org/drawingml/2006/main">
            <a:off x="4143375" y="2352675"/>
            <a:ext cx="743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BC173DAA-0170-42A9-994A-30BF28038AC3}"/>
              </a:ext>
            </a:extLst>
          </p:cNvPr>
          <p:cNvSpPr>
            <a:spLocks xmlns:a="http://schemas.openxmlformats.org/drawingml/2006/main" noGrp="1"/>
          </p:cNvSpPr>
          <p:nvPr/>
        </p:nvSpPr>
        <p:spPr>
          <a:xfrm xmlns:a="http://schemas.openxmlformats.org/drawingml/2006/main">
            <a:off x="4143375" y="2819400"/>
            <a:ext cx="74390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DC07CB8A-7D18-4103-982D-DA6FD6A22CD4}"/>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021F7DC1-BA6D-42CC-8D9B-712CAA45794C}"/>
              </a:ext>
            </a:extLst>
          </p:cNvPr>
          <p:cNvSpPr>
            <a:spLocks xmlns:a="http://schemas.openxmlformats.org/drawingml/2006/main" noGrp="1"/>
          </p:cNvSpPr>
          <p:nvPr/>
        </p:nvSpPr>
        <p:spPr>
          <a:xfrm xmlns:a="http://schemas.openxmlformats.org/drawingml/2006/main">
            <a:off x="609600" y="3457575"/>
            <a:ext cx="3086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8CD802D0-4149-405C-94A2-161A4E7910FE}"/>
              </a:ext>
            </a:extLst>
          </p:cNvPr>
          <p:cNvSpPr>
            <a:spLocks xmlns:a="http://schemas.openxmlformats.org/drawingml/2006/main" noGrp="1"/>
          </p:cNvSpPr>
          <p:nvPr/>
        </p:nvSpPr>
        <p:spPr>
          <a:xfrm xmlns:a="http://schemas.openxmlformats.org/drawingml/2006/main">
            <a:off x="4143375" y="3457575"/>
            <a:ext cx="743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지켜야 할까?</a:t>
            </a:r>
          </a:p>
        </p:txBody>
      </p:sp>
      <p:sp>
        <p:nvSpPr>
          <p:cNvPr id="14" name="기존 이미지 동작과 공개 계약 보존">
            <a:extLst xmlns:a="http://schemas.openxmlformats.org/drawingml/2006/main">
              <a:ext uri="{FF2B5EF4-FFF2-40B4-BE49-F238E27FC236}">
                <a16:creationId xmlns:a16="http://schemas.microsoft.com/office/drawing/2014/main" id="{D1742E7A-A02E-4EB8-9A99-59D541C7B55D}"/>
              </a:ext>
            </a:extLst>
          </p:cNvPr>
          <p:cNvSpPr>
            <a:spLocks xmlns:a="http://schemas.openxmlformats.org/drawingml/2006/main" noGrp="1"/>
          </p:cNvSpPr>
          <p:nvPr/>
        </p:nvSpPr>
        <p:spPr>
          <a:xfrm xmlns:a="http://schemas.openxmlformats.org/drawingml/2006/main">
            <a:off x="4143375" y="3924300"/>
            <a:ext cx="74390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이미지 동작과 공개 계약 보존</a:t>
            </a:r>
          </a:p>
        </p:txBody>
      </p:sp>
      <p:sp>
        <p:nvSpPr>
          <p:cNvPr id="15" name="">
            <a:extLst xmlns:a="http://schemas.openxmlformats.org/drawingml/2006/main">
              <a:ext uri="{FF2B5EF4-FFF2-40B4-BE49-F238E27FC236}">
                <a16:creationId xmlns:a16="http://schemas.microsoft.com/office/drawing/2014/main" id="{033DFE0E-F8BA-4F6F-A184-18643332D3DD}"/>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BF2E8B1D-6DB5-4FBF-9FFC-253F1CAA6EA7}"/>
              </a:ext>
            </a:extLst>
          </p:cNvPr>
          <p:cNvSpPr>
            <a:spLocks xmlns:a="http://schemas.openxmlformats.org/drawingml/2006/main" noGrp="1"/>
          </p:cNvSpPr>
          <p:nvPr/>
        </p:nvSpPr>
        <p:spPr>
          <a:xfrm xmlns:a="http://schemas.openxmlformats.org/drawingml/2006/main">
            <a:off x="609600" y="4562475"/>
            <a:ext cx="3086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CD13F69A-C413-483A-8EE5-5FB822B428A9}"/>
              </a:ext>
            </a:extLst>
          </p:cNvPr>
          <p:cNvSpPr>
            <a:spLocks xmlns:a="http://schemas.openxmlformats.org/drawingml/2006/main" noGrp="1"/>
          </p:cNvSpPr>
          <p:nvPr/>
        </p:nvSpPr>
        <p:spPr>
          <a:xfrm xmlns:a="http://schemas.openxmlformats.org/drawingml/2006/main">
            <a:off x="4143375" y="4562475"/>
            <a:ext cx="743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9FDB016E-5302-4737-9A0B-A88610B92B1F}"/>
              </a:ext>
            </a:extLst>
          </p:cNvPr>
          <p:cNvSpPr>
            <a:spLocks xmlns:a="http://schemas.openxmlformats.org/drawingml/2006/main" noGrp="1"/>
          </p:cNvSpPr>
          <p:nvPr/>
        </p:nvSpPr>
        <p:spPr>
          <a:xfrm xmlns:a="http://schemas.openxmlformats.org/drawingml/2006/main">
            <a:off x="4143375" y="5029200"/>
            <a:ext cx="74390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baseline → 조사 → 검증 → 비교</a:t>
            </a:r>
          </a:p>
        </p:txBody>
      </p:sp>
    </p:spTree>
    <p:extLst>
      <p:ext uri="{BB962C8B-B14F-4D97-AF65-F5344CB8AC3E}">
        <p14:creationId xmlns:p14="http://schemas.microsoft.com/office/powerpoint/2010/main" val="1092321057"/>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재사용할 구조를 선택하기">
            <a:extLst xmlns:a="http://schemas.openxmlformats.org/drawingml/2006/main">
              <a:ext uri="{FF2B5EF4-FFF2-40B4-BE49-F238E27FC236}">
                <a16:creationId xmlns:a16="http://schemas.microsoft.com/office/drawing/2014/main" id="{EDAE4C09-33E3-4C45-8B1E-32F56FDD98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0">
            <a:extLst xmlns:a="http://schemas.openxmlformats.org/drawingml/2006/main">
              <a:ext uri="{FF2B5EF4-FFF2-40B4-BE49-F238E27FC236}">
                <a16:creationId xmlns:a16="http://schemas.microsoft.com/office/drawing/2014/main" id="{DD72CD59-0834-4C88-AD39-F2AC8D14DE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반복 절차를 Skill로 옮길 수 있을까?">
            <a:extLst xmlns:a="http://schemas.openxmlformats.org/drawingml/2006/main">
              <a:ext uri="{FF2B5EF4-FFF2-40B4-BE49-F238E27FC236}">
                <a16:creationId xmlns:a16="http://schemas.microsoft.com/office/drawing/2014/main" id="{24EFDEC3-CE67-457E-B2D2-71E1AD6EEB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2E1C80CA-FCCC-4FA1-B0B0-25E89DD2E06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AB75DCE4-389B-4E00-9BB9-83C3DDB3DA9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4A528090-572E-4A3E-AB0C-599B6B2A7C3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48557C5B-3791-4711-8481-D005CEB4BE44}"/>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B6BE74F4-BDED-4C93-825F-D2ACA844A1FF}"/>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1C88F5AD-FEC0-483B-AC8C-CB5033C071CF}"/>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705E913-1459-4059-BB4A-905A09F8E33B}"/>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82B03D7C-2FBA-46E4-87CE-CA9F0C6038E0}"/>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8DEB53F2-001C-4C01-8EC9-3FCA2DAEF5CB}"/>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9AB88827-E996-4F07-A1DF-9C53CB0601A0}"/>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64E771D9-E802-4423-88F2-A1700AC5A12C}"/>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9A0150D2-4F7E-411F-94F1-36298BB06E1A}"/>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BB27F761-2068-4CD4-9D42-43D2B3F82CE0}"/>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8EC74881-BFDA-4392-A5DC-468F71A52B4D}"/>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Tree>
    <p:extLst>
      <p:ext uri="{BB962C8B-B14F-4D97-AF65-F5344CB8AC3E}">
        <p14:creationId xmlns:p14="http://schemas.microsoft.com/office/powerpoint/2010/main" val="1920530981"/>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TRIAL-008에서 확인한 경로">
            <a:extLst xmlns:a="http://schemas.openxmlformats.org/drawingml/2006/main">
              <a:ext uri="{FF2B5EF4-FFF2-40B4-BE49-F238E27FC236}">
                <a16:creationId xmlns:a16="http://schemas.microsoft.com/office/drawing/2014/main" id="{1C5982CD-E5E1-403D-9557-0621E6A0CE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1">
            <a:extLst xmlns:a="http://schemas.openxmlformats.org/drawingml/2006/main">
              <a:ext uri="{FF2B5EF4-FFF2-40B4-BE49-F238E27FC236}">
                <a16:creationId xmlns:a16="http://schemas.microsoft.com/office/drawing/2014/main" id="{C5C57DF3-81E4-49A7-AF35-1E0EEE3FEC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Skill을 어떻게 발견하고 호출할까?">
            <a:extLst xmlns:a="http://schemas.openxmlformats.org/drawingml/2006/main">
              <a:ext uri="{FF2B5EF4-FFF2-40B4-BE49-F238E27FC236}">
                <a16:creationId xmlns:a16="http://schemas.microsoft.com/office/drawing/2014/main" id="{0AC499B9-63D4-4B75-A199-9F94778928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7F6948C9-1EA1-494E-9801-6A04F6637D4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5BA942FD-511E-473E-AFBA-2B0C5D7B40F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6F324EE3-5379-422A-921E-FDDA337D8BD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381F0B54-FD42-4E70-9137-169DBBCE8A34}"/>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F6C83DC0-1364-47C8-8B21-238EF83CF5AB}"/>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C8476031-8E1E-4B99-8516-5CD884CC14FC}"/>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2883E6F8-F788-45A4-BA94-36B551EA20A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95291134-7FC6-45CA-AC07-66C5BF22B068}"/>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054B9C04-0522-4B84-A289-1A2165D31FFA}"/>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BB716D1F-EFC0-4DA3-87DC-2EA07E5B4360}"/>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D00B3EAA-70AB-4F19-AE80-E3D1582670F4}"/>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16AD5E6D-C561-45BB-B76F-24CA77B5B132}"/>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Tree>
    <p:extLst>
      <p:ext uri="{BB962C8B-B14F-4D97-AF65-F5344CB8AC3E}">
        <p14:creationId xmlns:p14="http://schemas.microsoft.com/office/powerpoint/2010/main" val="957335060"/>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두 Trial의 요청 구조 비교">
            <a:extLst xmlns:a="http://schemas.openxmlformats.org/drawingml/2006/main">
              <a:ext uri="{FF2B5EF4-FFF2-40B4-BE49-F238E27FC236}">
                <a16:creationId xmlns:a16="http://schemas.microsoft.com/office/drawing/2014/main" id="{A8EAAE9B-E6DC-483C-B558-B6EB20CC59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2">
            <a:extLst xmlns:a="http://schemas.openxmlformats.org/drawingml/2006/main">
              <a:ext uri="{FF2B5EF4-FFF2-40B4-BE49-F238E27FC236}">
                <a16:creationId xmlns:a16="http://schemas.microsoft.com/office/drawing/2014/main" id="{EB3B8305-CDBD-434E-8EE6-A48660E545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절차의 책임이 Prompt에서&#10;Repository로 이동">
            <a:extLst xmlns:a="http://schemas.openxmlformats.org/drawingml/2006/main">
              <a:ext uri="{FF2B5EF4-FFF2-40B4-BE49-F238E27FC236}">
                <a16:creationId xmlns:a16="http://schemas.microsoft.com/office/drawing/2014/main" id="{B431F0E6-D1AD-4B42-BF77-4BF60E3E07A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64A6A398-0267-4EBE-B48B-E4C3ECD45C7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FE5ADDD0-4B80-4911-8989-12AC29F5421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A12E3108-661B-4724-A95C-5C72825869B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36AB3BFD-7BDC-43D0-B441-3AAF7B8859A7}"/>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7BAC3694-8D00-41AB-8F7A-7A55FF424A25}"/>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E5F03CD9-4F61-44B3-B645-8F67A86FEA58}"/>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6C94BA6F-ABD2-4B99-AD90-195DB68A2C8B}"/>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ADD3A25E-6E87-4F03-B14B-D20537705B5C}"/>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F4C38C2E-8086-48C4-A0D5-22405E1A6699}"/>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0C34A5A1-4C11-4359-8AAD-1283B48FE782}"/>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4ED6F3EE-F31D-4309-B028-35733B5F07DA}"/>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A574D2C1-D93A-4C25-ABCA-B8AC628B1A2B}"/>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BAE83464-9081-4A8A-AD04-5495A1CC5109}"/>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EE2C0601-1ECD-4F3B-8D5C-9994BFC607C0}"/>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Tree>
    <p:extLst>
      <p:ext uri="{BB962C8B-B14F-4D97-AF65-F5344CB8AC3E}">
        <p14:creationId xmlns:p14="http://schemas.microsoft.com/office/powerpoint/2010/main" val="1276871438"/>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3 · 절차와 과제별 판단">
            <a:extLst xmlns:a="http://schemas.openxmlformats.org/drawingml/2006/main">
              <a:ext uri="{FF2B5EF4-FFF2-40B4-BE49-F238E27FC236}">
                <a16:creationId xmlns:a16="http://schemas.microsoft.com/office/drawing/2014/main" id="{B064C585-1539-4E14-B4AB-61049EF1FE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3">
            <a:extLst xmlns:a="http://schemas.openxmlformats.org/drawingml/2006/main">
              <a:ext uri="{FF2B5EF4-FFF2-40B4-BE49-F238E27FC236}">
                <a16:creationId xmlns:a16="http://schemas.microsoft.com/office/drawing/2014/main" id="{20F4947D-39E2-47B2-B58E-72AB13FF72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답을 담지 않는 Workflow">
            <a:extLst xmlns:a="http://schemas.openxmlformats.org/drawingml/2006/main">
              <a:ext uri="{FF2B5EF4-FFF2-40B4-BE49-F238E27FC236}">
                <a16:creationId xmlns:a16="http://schemas.microsoft.com/office/drawing/2014/main" id="{76AEFEA0-19FC-4206-A333-F1E049697D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C703140A-A459-4F31-8999-4741E84BAB6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646FFE7C-204F-4427-8303-7E7C004F649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37719CBB-454F-45E4-A6D9-866BA13E315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Skill에 실제로 담긴 지시">
            <a:extLst xmlns:a="http://schemas.openxmlformats.org/drawingml/2006/main">
              <a:ext uri="{FF2B5EF4-FFF2-40B4-BE49-F238E27FC236}">
                <a16:creationId xmlns:a16="http://schemas.microsoft.com/office/drawing/2014/main" id="{C4600B57-E4CD-464F-B696-5E85B8586631}"/>
              </a:ext>
            </a:extLst>
          </p:cNvPr>
          <p:cNvSpPr>
            <a:spLocks xmlns:a="http://schemas.openxmlformats.org/drawingml/2006/main" noGrp="1"/>
          </p:cNvSpPr>
          <p:nvPr/>
        </p:nvSpPr>
        <p:spPr>
          <a:xfrm xmlns:a="http://schemas.openxmlformats.org/drawingml/2006/main">
            <a:off x="609600" y="22193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Skill에 실제로 담긴 지시</a:t>
            </a:r>
          </a:p>
        </p:txBody>
      </p:sp>
      <p:sp>
        <p:nvSpPr>
          <p:cNvPr id="8" name="">
            <a:extLst xmlns:a="http://schemas.openxmlformats.org/drawingml/2006/main">
              <a:ext uri="{FF2B5EF4-FFF2-40B4-BE49-F238E27FC236}">
                <a16:creationId xmlns:a16="http://schemas.microsoft.com/office/drawing/2014/main" id="{A23B01D8-3878-4D76-9367-2098E54F3948}"/>
              </a:ext>
            </a:extLst>
          </p:cNvPr>
          <p:cNvSpPr>
            <a:spLocks xmlns:a="http://schemas.openxmlformats.org/drawingml/2006/main" noGrp="1"/>
          </p:cNvSpPr>
          <p:nvPr/>
        </p:nvSpPr>
        <p:spPr>
          <a:xfrm xmlns:a="http://schemas.openxmlformats.org/drawingml/2006/main">
            <a:off x="609600" y="2838450"/>
            <a:ext cx="10972800" cy="1381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Establish a reproducible baseline before editing.”">
            <a:extLst xmlns:a="http://schemas.openxmlformats.org/drawingml/2006/main">
              <a:ext uri="{FF2B5EF4-FFF2-40B4-BE49-F238E27FC236}">
                <a16:creationId xmlns:a16="http://schemas.microsoft.com/office/drawing/2014/main" id="{377F6920-E91A-469B-93E0-CCF147E4EC0C}"/>
              </a:ext>
            </a:extLst>
          </p:cNvPr>
          <p:cNvSpPr>
            <a:spLocks xmlns:a="http://schemas.openxmlformats.org/drawingml/2006/main" noGrp="1"/>
          </p:cNvSpPr>
          <p:nvPr/>
        </p:nvSpPr>
        <p:spPr>
          <a:xfrm xmlns:a="http://schemas.openxmlformats.org/drawingml/2006/main">
            <a:off x="838200" y="296227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“Establish a reproducible baseline before editing.”</a:t>
            </a:r>
          </a:p>
        </p:txBody>
      </p:sp>
      <p:sp>
        <p:nvSpPr>
          <p:cNvPr id="10" name="“A measured result that does not justify a change is a&#10;valid">
            <a:extLst xmlns:a="http://schemas.openxmlformats.org/drawingml/2006/main">
              <a:ext uri="{FF2B5EF4-FFF2-40B4-BE49-F238E27FC236}">
                <a16:creationId xmlns:a16="http://schemas.microsoft.com/office/drawing/2014/main" id="{D1AFBC36-02FB-45B4-B596-7B660A87CB98}"/>
              </a:ext>
            </a:extLst>
          </p:cNvPr>
          <p:cNvSpPr>
            <a:spLocks xmlns:a="http://schemas.openxmlformats.org/drawingml/2006/main" noGrp="1"/>
          </p:cNvSpPr>
          <p:nvPr/>
        </p:nvSpPr>
        <p:spPr>
          <a:xfrm xmlns:a="http://schemas.openxmlformats.org/drawingml/2006/main">
            <a:off x="838200" y="3495675"/>
            <a:ext cx="105156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 measured result that does not justify a change is a</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valid no-change conclusion.”</a:t>
            </a:r>
          </a:p>
        </p:txBody>
      </p:sp>
      <p:sp>
        <p:nvSpPr>
          <p:cNvPr id="11" name="작업마다 판단할 것">
            <a:extLst xmlns:a="http://schemas.openxmlformats.org/drawingml/2006/main">
              <a:ext uri="{FF2B5EF4-FFF2-40B4-BE49-F238E27FC236}">
                <a16:creationId xmlns:a16="http://schemas.microsoft.com/office/drawing/2014/main" id="{82E9D5C7-2D13-4D90-AF8D-F906F37CA387}"/>
              </a:ext>
            </a:extLst>
          </p:cNvPr>
          <p:cNvSpPr>
            <a:spLocks xmlns:a="http://schemas.openxmlformats.org/drawingml/2006/main" noGrp="1"/>
          </p:cNvSpPr>
          <p:nvPr/>
        </p:nvSpPr>
        <p:spPr>
          <a:xfrm xmlns:a="http://schemas.openxmlformats.org/drawingml/2006/main">
            <a:off x="609600" y="462915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작업마다 판단할 것</a:t>
            </a:r>
          </a:p>
        </p:txBody>
      </p:sp>
      <p:sp>
        <p:nvSpPr>
          <p:cNvPr id="12" name="어떤 알고리즘?   ·   실제 측정값?   ·   감수할 trade-off?">
            <a:extLst xmlns:a="http://schemas.openxmlformats.org/drawingml/2006/main">
              <a:ext uri="{FF2B5EF4-FFF2-40B4-BE49-F238E27FC236}">
                <a16:creationId xmlns:a16="http://schemas.microsoft.com/office/drawing/2014/main" id="{338C205E-85A5-407F-9F16-A8F4B2EA0723}"/>
              </a:ext>
            </a:extLst>
          </p:cNvPr>
          <p:cNvSpPr>
            <a:spLocks xmlns:a="http://schemas.openxmlformats.org/drawingml/2006/main" noGrp="1"/>
          </p:cNvSpPr>
          <p:nvPr/>
        </p:nvSpPr>
        <p:spPr>
          <a:xfrm xmlns:a="http://schemas.openxmlformats.org/drawingml/2006/main">
            <a:off x="3562350" y="4629150"/>
            <a:ext cx="802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알고리즘?   ·   실제 측정값?   ·   감수할 trade-off?</a:t>
            </a:r>
          </a:p>
        </p:txBody>
      </p:sp>
      <p:sp>
        <p:nvSpPr>
          <p:cNvPr id="13" name="절차는 재사용하고, 답은 이번 근거로 결정한다">
            <a:extLst xmlns:a="http://schemas.openxmlformats.org/drawingml/2006/main">
              <a:ext uri="{FF2B5EF4-FFF2-40B4-BE49-F238E27FC236}">
                <a16:creationId xmlns:a16="http://schemas.microsoft.com/office/drawing/2014/main" id="{19DFEDD6-6F55-4F6D-ADE3-45FF91065291}"/>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절차는 재사용하고, 답은 이번 근거로 결정한다</a:t>
            </a:r>
          </a:p>
        </p:txBody>
      </p:sp>
    </p:spTree>
    <p:extLst>
      <p:ext uri="{BB962C8B-B14F-4D97-AF65-F5344CB8AC3E}">
        <p14:creationId xmlns:p14="http://schemas.microsoft.com/office/powerpoint/2010/main" val="2023747354"/>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시간과 메모리를 함께 비교">
            <a:extLst xmlns:a="http://schemas.openxmlformats.org/drawingml/2006/main">
              <a:ext uri="{FF2B5EF4-FFF2-40B4-BE49-F238E27FC236}">
                <a16:creationId xmlns:a16="http://schemas.microsoft.com/office/drawing/2014/main" id="{E6A60F31-A1B5-4887-8F23-3C8AB1C41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4">
            <a:extLst xmlns:a="http://schemas.openxmlformats.org/drawingml/2006/main">
              <a:ext uri="{FF2B5EF4-FFF2-40B4-BE49-F238E27FC236}">
                <a16:creationId xmlns:a16="http://schemas.microsoft.com/office/drawing/2014/main" id="{2DD53D46-6CD5-4167-9024-310B62A1A9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측정으로 후보를 고르다">
            <a:extLst xmlns:a="http://schemas.openxmlformats.org/drawingml/2006/main">
              <a:ext uri="{FF2B5EF4-FFF2-40B4-BE49-F238E27FC236}">
                <a16:creationId xmlns:a16="http://schemas.microsoft.com/office/drawing/2014/main" id="{E854861A-088C-49C3-A648-196F82CF9F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827B5F38-4289-4DD4-9567-FCCA4075AC9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C4D5CF6C-BB61-4CD6-B586-B7945E964E4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C64375CE-961E-4C50-BB6E-DF1CA41A585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6EE35082-6983-4CD5-9506-0B127C06F362}"/>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D2C279CD-F893-4918-9630-80311D410532}"/>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4005068A-0F8F-43EC-9C52-C2E595C34CEA}"/>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831B8BBD-86C5-4BBF-A46A-BCF801FA3E8F}"/>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FFEA338A-D12A-4DCE-BECC-79939203F554}"/>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168D2585-A228-446D-9A0E-B2EA4983E051}"/>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7F325B92-0622-40E9-A786-C49ED36014FF}"/>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C8AF4D5F-354E-41BE-AA34-6194CED39E3A}"/>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21BAEE71-2F7C-4248-B374-2C506F4A933B}"/>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0E3B55D2-3B01-4C11-895A-695ED1AF0364}"/>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0AD71387-B0ED-4087-BF93-E859A15F22AA}"/>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F6EABFE5-394B-42CD-A8F2-556B8AF1A86D}"/>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Tree>
    <p:extLst>
      <p:ext uri="{BB962C8B-B14F-4D97-AF65-F5344CB8AC3E}">
        <p14:creationId xmlns:p14="http://schemas.microsoft.com/office/powerpoint/2010/main" val="139815828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Harness로 조사하고 검증하기">
            <a:extLst xmlns:a="http://schemas.openxmlformats.org/drawingml/2006/main">
              <a:ext uri="{FF2B5EF4-FFF2-40B4-BE49-F238E27FC236}">
                <a16:creationId xmlns:a16="http://schemas.microsoft.com/office/drawing/2014/main" id="{1F34C9BA-9342-4AE1-AE38-8AA14C3ABB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5">
            <a:extLst xmlns:a="http://schemas.openxmlformats.org/drawingml/2006/main">
              <a:ext uri="{FF2B5EF4-FFF2-40B4-BE49-F238E27FC236}">
                <a16:creationId xmlns:a16="http://schemas.microsoft.com/office/drawing/2014/main" id="{C7B15EFB-1FBA-45B2-ACCC-17F70CB2CF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Working Harness Success">
            <a:extLst xmlns:a="http://schemas.openxmlformats.org/drawingml/2006/main">
              <a:ext uri="{FF2B5EF4-FFF2-40B4-BE49-F238E27FC236}">
                <a16:creationId xmlns:a16="http://schemas.microsoft.com/office/drawing/2014/main" id="{8A04AC8A-059A-44D6-97C0-8378A196D6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B83DBAAC-2C32-4160-896F-0EEE559A314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E4563BAA-49F9-4DB4-BF38-95D1C97F159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E6033A08-B010-47D6-A341-4D14187C1B1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1E890719-3CCC-4E20-89DE-7E49F031F554}"/>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CE43215C-43BE-4958-910A-51C4507C81DE}"/>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451C0C6B-4FA2-4B4C-BECA-A29CCD267D93}"/>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437A09BB-FE67-406C-82EB-92C3A62E4CF8}"/>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945d7fcff9d24a81"/>
          </a:graphicData>
        </a:graphic>
      </p:graphicFrame>
      <p:sp>
        <p:nvSpPr>
          <p:cNvPr id="11" name="">
            <a:extLst xmlns:a="http://schemas.openxmlformats.org/drawingml/2006/main">
              <a:ext uri="{FF2B5EF4-FFF2-40B4-BE49-F238E27FC236}">
                <a16:creationId xmlns:a16="http://schemas.microsoft.com/office/drawing/2014/main" id="{0B999BD4-12B8-4075-A924-4A29945D8696}"/>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910B26C1-BAB2-4D1C-B15E-5A8A59B73387}"/>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0DAF4808-731C-4506-8B5E-5E124AC92CDB}"/>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159F94E3-78EF-4C09-B6FE-C0B66A427AA0}"/>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7314874F-22BA-40E9-8685-1AF5A8B336BB}"/>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61074568-68AA-4D5C-BADC-DE5EEBFB9D03}"/>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2CDB23AA-27BB-4A06-820E-D74B6E44843E}"/>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E09FDFE2-3B5E-40BA-B6F8-4BF7D832EA6D}"/>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FB9C404D-6523-4BAE-982C-21F075502726}"/>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Tree>
    <p:extLst>
      <p:ext uri="{BB962C8B-B14F-4D97-AF65-F5344CB8AC3E}">
        <p14:creationId xmlns:p14="http://schemas.microsoft.com/office/powerpoint/2010/main" val="436777827"/>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현재 Task의 분리 가능성">
            <a:extLst xmlns:a="http://schemas.openxmlformats.org/drawingml/2006/main">
              <a:ext uri="{FF2B5EF4-FFF2-40B4-BE49-F238E27FC236}">
                <a16:creationId xmlns:a16="http://schemas.microsoft.com/office/drawing/2014/main" id="{21D9818F-970F-43C3-9E45-E0B06E4A84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현재 Task의 분리 가능성</a:t>
            </a:r>
          </a:p>
        </p:txBody>
      </p:sp>
      <p:sp>
        <p:nvSpPr>
          <p:cNvPr id="2" name="S46">
            <a:extLst xmlns:a="http://schemas.openxmlformats.org/drawingml/2006/main">
              <a:ext uri="{FF2B5EF4-FFF2-40B4-BE49-F238E27FC236}">
                <a16:creationId xmlns:a16="http://schemas.microsoft.com/office/drawing/2014/main" id="{79C1F36D-9E01-4A54-9F17-63E43F9CAD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이 작업에 Subagent가 필요했을까?">
            <a:extLst xmlns:a="http://schemas.openxmlformats.org/drawingml/2006/main">
              <a:ext uri="{FF2B5EF4-FFF2-40B4-BE49-F238E27FC236}">
                <a16:creationId xmlns:a16="http://schemas.microsoft.com/office/drawing/2014/main" id="{B4AE02A6-A4CA-4C4C-908C-37846D4461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BC4ECF72-5C52-491E-B5A7-9B9F04689E9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97E00E62-0F8E-436C-88A3-739B6020461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0C6860F7-C8FF-4975-9326-D0ABFDD3A3E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AB53C729-8BF4-4DF1-837C-C3EBBF24FB1C}"/>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EB79EB16-BAE3-4E96-9FFB-01E37A6C99FA}"/>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9E0D3A01-E4B5-4F65-B825-67AA31C0F6AF}"/>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B2A135C2-8807-4148-900F-A898231A3A63}"/>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84F2897-E691-4433-983E-250E25DFC4B7}"/>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F0C49D53-4CE0-47BB-ACE6-2431FF8E84CB}"/>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50C415D1-1410-4F48-8A0C-732C1FC14625}"/>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C363AB93-3854-409D-8320-408DD918FEF1}"/>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CE17D4C-6800-4E22-9728-72420C8DC349}"/>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CAAAC2F3-AC5D-41AF-92DB-D5D93A7767F1}"/>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D05419B8-8B9C-48B3-93CE-A77207A8D609}"/>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F48FCB8C-00AC-4E6D-9398-BA99013E4CC0}"/>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194C9015-D8C1-4C0F-BA17-D3BFCFE0B035}"/>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F8B741EA-3070-4464-B332-5AF68E93CD40}"/>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Tree>
    <p:extLst>
      <p:ext uri="{BB962C8B-B14F-4D97-AF65-F5344CB8AC3E}">
        <p14:creationId xmlns:p14="http://schemas.microsoft.com/office/powerpoint/2010/main" val="602705109"/>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독립 조사와 결과 통합">
            <a:extLst xmlns:a="http://schemas.openxmlformats.org/drawingml/2006/main">
              <a:ext uri="{FF2B5EF4-FFF2-40B4-BE49-F238E27FC236}">
                <a16:creationId xmlns:a16="http://schemas.microsoft.com/office/drawing/2014/main" id="{9B9D2154-B5CA-4AB5-B0F2-355846BF58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7">
            <a:extLst xmlns:a="http://schemas.openxmlformats.org/drawingml/2006/main">
              <a:ext uri="{FF2B5EF4-FFF2-40B4-BE49-F238E27FC236}">
                <a16:creationId xmlns:a16="http://schemas.microsoft.com/office/drawing/2014/main" id="{C945A528-0E68-4303-A811-BDDB73E1AE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Subagent를 고려할 조건">
            <a:extLst xmlns:a="http://schemas.openxmlformats.org/drawingml/2006/main">
              <a:ext uri="{FF2B5EF4-FFF2-40B4-BE49-F238E27FC236}">
                <a16:creationId xmlns:a16="http://schemas.microsoft.com/office/drawing/2014/main" id="{7C99E83F-A514-46BF-882E-2E8890C89F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4D407117-8F3D-41E4-983A-338452FCA9F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622E1561-6512-46CC-9B72-DF5A4B7FCAA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DC70CB17-B98D-402E-8C98-2A8C5726ECF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4F768D03-7475-4943-A878-3F67B37F8F0C}"/>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1684D6C0-C0E1-41D0-B0BC-B224DDC221AA}"/>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48330034-6646-46EA-AEC6-20FB98201E73}"/>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C17A9F58-25E8-4653-A077-1EA51DD5251A}"/>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6AF6FADF-EAD4-4520-A93A-8A85D6523DF0}"/>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92C953CF-0942-4398-9D6C-7B4CC5E3DA05}"/>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A3CB8B42-D2B4-4105-8977-591B5EB346FD}"/>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E8125C68-883C-4434-A96B-30EDCCC7073D}"/>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96184D24-2770-4A3A-B289-6C4C829A0949}"/>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9831C938-44A1-4D44-9F8D-533C98E78511}"/>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6D47781F-8836-4BD2-99B2-702885F5F673}"/>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62A0565B-CD86-47B9-9184-CB227E4DE0F9}"/>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A0CDDDE9-66E9-4E32-AC9A-4D136FF4D815}"/>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6E2D7FE4-5B33-4A84-8E68-06BA1DA1CA5C}"/>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146C72A9-7DBB-4EC7-B0C6-FE05F93B0C8E}"/>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Tree>
    <p:extLst>
      <p:ext uri="{BB962C8B-B14F-4D97-AF65-F5344CB8AC3E}">
        <p14:creationId xmlns:p14="http://schemas.microsoft.com/office/powerpoint/2010/main" val="418992962"/>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미 있는 기록부터 확인하기">
            <a:extLst xmlns:a="http://schemas.openxmlformats.org/drawingml/2006/main">
              <a:ext uri="{FF2B5EF4-FFF2-40B4-BE49-F238E27FC236}">
                <a16:creationId xmlns:a16="http://schemas.microsoft.com/office/drawing/2014/main" id="{D74CC734-D030-49EB-A5C2-EB767A5D4A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이미 있는 기록부터 확인하기</a:t>
            </a:r>
          </a:p>
        </p:txBody>
      </p:sp>
      <p:sp>
        <p:nvSpPr>
          <p:cNvPr id="2" name="S48">
            <a:extLst xmlns:a="http://schemas.openxmlformats.org/drawingml/2006/main">
              <a:ext uri="{FF2B5EF4-FFF2-40B4-BE49-F238E27FC236}">
                <a16:creationId xmlns:a16="http://schemas.microsoft.com/office/drawing/2014/main" id="{73E604A6-843D-481D-A97E-05F66ACB21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무엇이 다시 찾기 어려운 지식인가?">
            <a:extLst xmlns:a="http://schemas.openxmlformats.org/drawingml/2006/main">
              <a:ext uri="{FF2B5EF4-FFF2-40B4-BE49-F238E27FC236}">
                <a16:creationId xmlns:a16="http://schemas.microsoft.com/office/drawing/2014/main" id="{3DA644E1-ACE9-4499-B475-51470D1777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36BE226D-0568-4900-8568-96B28CC57E2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FB13099B-D4DE-4230-BF48-AEFCED92E77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EA021CF0-CD7A-4DB9-ACE8-F3EBA0CFD1A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
            <a:extLst xmlns:a="http://schemas.openxmlformats.org/drawingml/2006/main">
              <a:ext uri="{FF2B5EF4-FFF2-40B4-BE49-F238E27FC236}">
                <a16:creationId xmlns:a16="http://schemas.microsoft.com/office/drawing/2014/main" id="{14717479-35F4-422E-87F8-9A5C4F4E94B3}"/>
              </a:ext>
            </a:extLst>
          </p:cNvPr>
          <p:cNvSpPr>
            <a:spLocks xmlns:a="http://schemas.openxmlformats.org/drawingml/2006/main" noGrp="1"/>
          </p:cNvSpPr>
          <p:nvPr/>
        </p:nvSpPr>
        <p:spPr>
          <a:xfrm xmlns:a="http://schemas.openxmlformats.org/drawingml/2006/main">
            <a:off x="609600" y="2200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crop은 끝 열을 제외한다">
            <a:extLst xmlns:a="http://schemas.openxmlformats.org/drawingml/2006/main">
              <a:ext uri="{FF2B5EF4-FFF2-40B4-BE49-F238E27FC236}">
                <a16:creationId xmlns:a16="http://schemas.microsoft.com/office/drawing/2014/main" id="{055C69D6-E7EF-4EE8-9805-850A9B56184D}"/>
              </a:ext>
            </a:extLst>
          </p:cNvPr>
          <p:cNvSpPr>
            <a:spLocks xmlns:a="http://schemas.openxmlformats.org/drawingml/2006/main" noGrp="1"/>
          </p:cNvSpPr>
          <p:nvPr/>
        </p:nvSpPr>
        <p:spPr>
          <a:xfrm xmlns:a="http://schemas.openxmlformats.org/drawingml/2006/main">
            <a:off x="609600" y="236220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crop은 끝 열을 제외한다</a:t>
            </a:r>
          </a:p>
        </p:txBody>
      </p:sp>
      <p:sp>
        <p:nvSpPr>
          <p:cNvPr id="9" name="">
            <a:extLst xmlns:a="http://schemas.openxmlformats.org/drawingml/2006/main">
              <a:ext uri="{FF2B5EF4-FFF2-40B4-BE49-F238E27FC236}">
                <a16:creationId xmlns:a16="http://schemas.microsoft.com/office/drawing/2014/main" id="{3F75066A-906D-42EC-BCE9-393CB6FE6930}"/>
              </a:ext>
            </a:extLst>
          </p:cNvPr>
          <p:cNvSpPr>
            <a:spLocks xmlns:a="http://schemas.openxmlformats.org/drawingml/2006/main" noGrp="1"/>
          </p:cNvSpPr>
          <p:nvPr/>
        </p:nvSpPr>
        <p:spPr>
          <a:xfrm xmlns:a="http://schemas.openxmlformats.org/drawingml/2006/main">
            <a:off x="5895975" y="2486025"/>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코드 · image-contracts.md">
            <a:extLst xmlns:a="http://schemas.openxmlformats.org/drawingml/2006/main">
              <a:ext uri="{FF2B5EF4-FFF2-40B4-BE49-F238E27FC236}">
                <a16:creationId xmlns:a16="http://schemas.microsoft.com/office/drawing/2014/main" id="{7CD05017-B5E7-4E10-8B55-4913D8192C10}"/>
              </a:ext>
            </a:extLst>
          </p:cNvPr>
          <p:cNvSpPr>
            <a:spLocks xmlns:a="http://schemas.openxmlformats.org/drawingml/2006/main" noGrp="1"/>
          </p:cNvSpPr>
          <p:nvPr/>
        </p:nvSpPr>
        <p:spPr>
          <a:xfrm xmlns:a="http://schemas.openxmlformats.org/drawingml/2006/main">
            <a:off x="6705600" y="236220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코드 · image-contracts.md</a:t>
            </a:r>
          </a:p>
        </p:txBody>
      </p:sp>
      <p:sp>
        <p:nvSpPr>
          <p:cNvPr id="11" name="">
            <a:extLst xmlns:a="http://schemas.openxmlformats.org/drawingml/2006/main">
              <a:ext uri="{FF2B5EF4-FFF2-40B4-BE49-F238E27FC236}">
                <a16:creationId xmlns:a16="http://schemas.microsoft.com/office/drawing/2014/main" id="{58300904-655D-4994-B75E-713AE41DEB0C}"/>
              </a:ext>
            </a:extLst>
          </p:cNvPr>
          <p:cNvSpPr>
            <a:spLocks xmlns:a="http://schemas.openxmlformats.org/drawingml/2006/main" noGrp="1"/>
          </p:cNvSpPr>
          <p:nvPr/>
        </p:nvSpPr>
        <p:spPr>
          <a:xfrm xmlns:a="http://schemas.openxmlformats.org/drawingml/2006/main">
            <a:off x="609600" y="2990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모듈은 어떤 순서로 이어지나">
            <a:extLst xmlns:a="http://schemas.openxmlformats.org/drawingml/2006/main">
              <a:ext uri="{FF2B5EF4-FFF2-40B4-BE49-F238E27FC236}">
                <a16:creationId xmlns:a16="http://schemas.microsoft.com/office/drawing/2014/main" id="{956AC448-FE9A-40F7-B6FC-FC862F2147F8}"/>
              </a:ext>
            </a:extLst>
          </p:cNvPr>
          <p:cNvSpPr>
            <a:spLocks xmlns:a="http://schemas.openxmlformats.org/drawingml/2006/main" noGrp="1"/>
          </p:cNvSpPr>
          <p:nvPr/>
        </p:nvSpPr>
        <p:spPr>
          <a:xfrm xmlns:a="http://schemas.openxmlformats.org/drawingml/2006/main">
            <a:off x="609600" y="3152775"/>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모듈은 어떤 순서로 이어지나</a:t>
            </a:r>
          </a:p>
        </p:txBody>
      </p:sp>
      <p:sp>
        <p:nvSpPr>
          <p:cNvPr id="13" name="">
            <a:extLst xmlns:a="http://schemas.openxmlformats.org/drawingml/2006/main">
              <a:ext uri="{FF2B5EF4-FFF2-40B4-BE49-F238E27FC236}">
                <a16:creationId xmlns:a16="http://schemas.microsoft.com/office/drawing/2014/main" id="{477194C4-C341-47BA-A000-571EF4446B02}"/>
              </a:ext>
            </a:extLst>
          </p:cNvPr>
          <p:cNvSpPr>
            <a:spLocks xmlns:a="http://schemas.openxmlformats.org/drawingml/2006/main" noGrp="1"/>
          </p:cNvSpPr>
          <p:nvPr/>
        </p:nvSpPr>
        <p:spPr>
          <a:xfrm xmlns:a="http://schemas.openxmlformats.org/drawingml/2006/main">
            <a:off x="5895975" y="3276600"/>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rchitecture.md">
            <a:extLst xmlns:a="http://schemas.openxmlformats.org/drawingml/2006/main">
              <a:ext uri="{FF2B5EF4-FFF2-40B4-BE49-F238E27FC236}">
                <a16:creationId xmlns:a16="http://schemas.microsoft.com/office/drawing/2014/main" id="{2233575A-6FBA-4891-9D17-8409FE645A14}"/>
              </a:ext>
            </a:extLst>
          </p:cNvPr>
          <p:cNvSpPr>
            <a:spLocks xmlns:a="http://schemas.openxmlformats.org/drawingml/2006/main" noGrp="1"/>
          </p:cNvSpPr>
          <p:nvPr/>
        </p:nvSpPr>
        <p:spPr>
          <a:xfrm xmlns:a="http://schemas.openxmlformats.org/drawingml/2006/main">
            <a:off x="6705600" y="31527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architecture.md</a:t>
            </a:r>
          </a:p>
        </p:txBody>
      </p:sp>
      <p:sp>
        <p:nvSpPr>
          <p:cNvPr id="15" name="">
            <a:extLst xmlns:a="http://schemas.openxmlformats.org/drawingml/2006/main">
              <a:ext uri="{FF2B5EF4-FFF2-40B4-BE49-F238E27FC236}">
                <a16:creationId xmlns:a16="http://schemas.microsoft.com/office/drawing/2014/main" id="{2D8E994E-5E6A-4A12-8DB8-81621E529D00}"/>
              </a:ext>
            </a:extLst>
          </p:cNvPr>
          <p:cNvSpPr>
            <a:spLocks xmlns:a="http://schemas.openxmlformats.org/drawingml/2006/main" noGrp="1"/>
          </p:cNvSpPr>
          <p:nvPr/>
        </p:nvSpPr>
        <p:spPr>
          <a:xfrm xmlns:a="http://schemas.openxmlformats.org/drawingml/2006/main">
            <a:off x="609600" y="37814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성능을 어떻게 조사하고 확인하나">
            <a:extLst xmlns:a="http://schemas.openxmlformats.org/drawingml/2006/main">
              <a:ext uri="{FF2B5EF4-FFF2-40B4-BE49-F238E27FC236}">
                <a16:creationId xmlns:a16="http://schemas.microsoft.com/office/drawing/2014/main" id="{ABE9647B-A822-44FA-9463-64583AD93C85}"/>
              </a:ext>
            </a:extLst>
          </p:cNvPr>
          <p:cNvSpPr>
            <a:spLocks xmlns:a="http://schemas.openxmlformats.org/drawingml/2006/main" noGrp="1"/>
          </p:cNvSpPr>
          <p:nvPr/>
        </p:nvSpPr>
        <p:spPr>
          <a:xfrm xmlns:a="http://schemas.openxmlformats.org/drawingml/2006/main">
            <a:off x="609600" y="394335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성능을 어떻게 조사하고 확인하나</a:t>
            </a:r>
          </a:p>
        </p:txBody>
      </p:sp>
      <p:sp>
        <p:nvSpPr>
          <p:cNvPr id="17" name="">
            <a:extLst xmlns:a="http://schemas.openxmlformats.org/drawingml/2006/main">
              <a:ext uri="{FF2B5EF4-FFF2-40B4-BE49-F238E27FC236}">
                <a16:creationId xmlns:a16="http://schemas.microsoft.com/office/drawing/2014/main" id="{DADEC73E-8ACF-41E3-8E33-7200A07DF37C}"/>
              </a:ext>
            </a:extLst>
          </p:cNvPr>
          <p:cNvSpPr>
            <a:spLocks xmlns:a="http://schemas.openxmlformats.org/drawingml/2006/main" noGrp="1"/>
          </p:cNvSpPr>
          <p:nvPr/>
        </p:nvSpPr>
        <p:spPr>
          <a:xfrm xmlns:a="http://schemas.openxmlformats.org/drawingml/2006/main">
            <a:off x="5895975" y="4067175"/>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Repository Skill">
            <a:extLst xmlns:a="http://schemas.openxmlformats.org/drawingml/2006/main">
              <a:ext uri="{FF2B5EF4-FFF2-40B4-BE49-F238E27FC236}">
                <a16:creationId xmlns:a16="http://schemas.microsoft.com/office/drawing/2014/main" id="{AFA60E1B-B78F-4DC0-BD3F-0F6CD1C98037}"/>
              </a:ext>
            </a:extLst>
          </p:cNvPr>
          <p:cNvSpPr>
            <a:spLocks xmlns:a="http://schemas.openxmlformats.org/drawingml/2006/main" noGrp="1"/>
          </p:cNvSpPr>
          <p:nvPr/>
        </p:nvSpPr>
        <p:spPr>
          <a:xfrm xmlns:a="http://schemas.openxmlformats.org/drawingml/2006/main">
            <a:off x="6705600" y="39433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Skill</a:t>
            </a:r>
          </a:p>
        </p:txBody>
      </p:sp>
      <p:sp>
        <p:nvSpPr>
          <p:cNvPr id="19" name="">
            <a:extLst xmlns:a="http://schemas.openxmlformats.org/drawingml/2006/main">
              <a:ext uri="{FF2B5EF4-FFF2-40B4-BE49-F238E27FC236}">
                <a16:creationId xmlns:a16="http://schemas.microsoft.com/office/drawing/2014/main" id="{32735066-25AF-4F0B-BDE9-6ED600D4A307}"/>
              </a:ext>
            </a:extLst>
          </p:cNvPr>
          <p:cNvSpPr>
            <a:spLocks xmlns:a="http://schemas.openxmlformats.org/drawingml/2006/main" noGrp="1"/>
          </p:cNvSpPr>
          <p:nvPr/>
        </p:nvSpPr>
        <p:spPr>
          <a:xfrm xmlns:a="http://schemas.openxmlformats.org/drawingml/2006/main">
            <a:off x="609600" y="4572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번 실행에서 무엇을 측정했나">
            <a:extLst xmlns:a="http://schemas.openxmlformats.org/drawingml/2006/main">
              <a:ext uri="{FF2B5EF4-FFF2-40B4-BE49-F238E27FC236}">
                <a16:creationId xmlns:a16="http://schemas.microsoft.com/office/drawing/2014/main" id="{734EC8C7-10FF-4880-9BAF-6111C02CAF86}"/>
              </a:ext>
            </a:extLst>
          </p:cNvPr>
          <p:cNvSpPr>
            <a:spLocks xmlns:a="http://schemas.openxmlformats.org/drawingml/2006/main" noGrp="1"/>
          </p:cNvSpPr>
          <p:nvPr/>
        </p:nvSpPr>
        <p:spPr>
          <a:xfrm xmlns:a="http://schemas.openxmlformats.org/drawingml/2006/main">
            <a:off x="609600" y="4733925"/>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실행에서 무엇을 측정했나</a:t>
            </a:r>
          </a:p>
        </p:txBody>
      </p:sp>
      <p:sp>
        <p:nvSpPr>
          <p:cNvPr id="21" name="">
            <a:extLst xmlns:a="http://schemas.openxmlformats.org/drawingml/2006/main">
              <a:ext uri="{FF2B5EF4-FFF2-40B4-BE49-F238E27FC236}">
                <a16:creationId xmlns:a16="http://schemas.microsoft.com/office/drawing/2014/main" id="{4F3FA9ED-085D-4B76-BBF8-90AA54DE8C51}"/>
              </a:ext>
            </a:extLst>
          </p:cNvPr>
          <p:cNvSpPr>
            <a:spLocks xmlns:a="http://schemas.openxmlformats.org/drawingml/2006/main" noGrp="1"/>
          </p:cNvSpPr>
          <p:nvPr/>
        </p:nvSpPr>
        <p:spPr>
          <a:xfrm xmlns:a="http://schemas.openxmlformats.org/drawingml/2006/main">
            <a:off x="5895975" y="4857750"/>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날짜가 있는 Trial 기록 · Git 이력">
            <a:extLst xmlns:a="http://schemas.openxmlformats.org/drawingml/2006/main">
              <a:ext uri="{FF2B5EF4-FFF2-40B4-BE49-F238E27FC236}">
                <a16:creationId xmlns:a16="http://schemas.microsoft.com/office/drawing/2014/main" id="{05721CA6-31CE-426F-BF1D-A2673813930F}"/>
              </a:ext>
            </a:extLst>
          </p:cNvPr>
          <p:cNvSpPr>
            <a:spLocks xmlns:a="http://schemas.openxmlformats.org/drawingml/2006/main" noGrp="1"/>
          </p:cNvSpPr>
          <p:nvPr/>
        </p:nvSpPr>
        <p:spPr>
          <a:xfrm xmlns:a="http://schemas.openxmlformats.org/drawingml/2006/main">
            <a:off x="6705600" y="47339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날짜가 있는 Trial 기록 · Git 이력</a:t>
            </a:r>
          </a:p>
        </p:txBody>
      </p:sp>
      <p:sp>
        <p:nvSpPr>
          <p:cNvPr id="23" name="새 기록을 만들기 전에, 원래 출처를 먼저 찾는다">
            <a:extLst xmlns:a="http://schemas.openxmlformats.org/drawingml/2006/main">
              <a:ext uri="{FF2B5EF4-FFF2-40B4-BE49-F238E27FC236}">
                <a16:creationId xmlns:a16="http://schemas.microsoft.com/office/drawing/2014/main" id="{9ED95272-371B-468A-B00D-B024CFD976C8}"/>
              </a:ext>
            </a:extLst>
          </p:cNvPr>
          <p:cNvSpPr>
            <a:spLocks xmlns:a="http://schemas.openxmlformats.org/drawingml/2006/main" noGrp="1"/>
          </p:cNvSpPr>
          <p:nvPr/>
        </p:nvSpPr>
        <p:spPr>
          <a:xfrm xmlns:a="http://schemas.openxmlformats.org/drawingml/2006/main">
            <a:off x="609600" y="54102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새 기록을 만들기 전에, 원래 출처를 먼저 찾는다</a:t>
            </a:r>
          </a:p>
        </p:txBody>
      </p:sp>
    </p:spTree>
    <p:extLst>
      <p:ext uri="{BB962C8B-B14F-4D97-AF65-F5344CB8AC3E}">
        <p14:creationId xmlns:p14="http://schemas.microsoft.com/office/powerpoint/2010/main" val="49662932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무엇을 남길 가치가 있는가">
            <a:extLst xmlns:a="http://schemas.openxmlformats.org/drawingml/2006/main">
              <a:ext uri="{FF2B5EF4-FFF2-40B4-BE49-F238E27FC236}">
                <a16:creationId xmlns:a16="http://schemas.microsoft.com/office/drawing/2014/main" id="{B0055ECC-5898-4EA6-8FB2-79E1D7C796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49">
            <a:extLst xmlns:a="http://schemas.openxmlformats.org/drawingml/2006/main">
              <a:ext uri="{FF2B5EF4-FFF2-40B4-BE49-F238E27FC236}">
                <a16:creationId xmlns:a16="http://schemas.microsoft.com/office/drawing/2014/main" id="{EAFD526F-8525-438F-8F8F-B61A0AE340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Memory는 재발견 비용으로 판단">
            <a:extLst xmlns:a="http://schemas.openxmlformats.org/drawingml/2006/main">
              <a:ext uri="{FF2B5EF4-FFF2-40B4-BE49-F238E27FC236}">
                <a16:creationId xmlns:a16="http://schemas.microsoft.com/office/drawing/2014/main" id="{A4C09112-E06C-4902-B685-0C41F09D75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076C686F-E53C-4B6A-844A-A7AA8DB4071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E9594CE8-9128-4D8D-917F-E32C82DAF61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FF2A48C0-5E87-41BD-BB35-4FC1A34175B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3660074C-BD97-4D53-9B7C-689EDDFE77BC}"/>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FEFB8D65-81CE-408E-9EFB-8C8F85A29315}"/>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B89FDE08-1B42-47EA-824F-0BCA6F804756}"/>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29BBB673-C5E9-43F6-B0D4-FB3C4EE069A9}"/>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DD86A888-AE17-4E47-8AB0-9386BF5C402F}"/>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B43CD411-1424-474D-8EB8-150298935064}"/>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0E421C20-2496-45C9-BBB4-4E7478AFAD4A}"/>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7013EB14-4D8D-4C99-BAE7-D2BA38B20D54}"/>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D5D8F721-02ED-43C1-8C74-D81B4AE6722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4D805FFF-F9B4-43E5-B538-E9B2776568F3}"/>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E9CBA9FD-7CB7-47E5-A854-0DE2BE6B3EB8}"/>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F338F628-B6DE-40B9-A3F8-99CD564FD4A5}"/>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63B139F9-0E0C-44EB-ADC5-AFC84F90319E}"/>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4F62E901-630E-4499-AADF-5AFE221648E7}"/>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B6EA8C90-A199-4823-9467-C74834BAA492}"/>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2097AD36-9CD6-4400-B6FB-28F9770D113D}"/>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Tree>
    <p:extLst>
      <p:ext uri="{BB962C8B-B14F-4D97-AF65-F5344CB8AC3E}">
        <p14:creationId xmlns:p14="http://schemas.microsoft.com/office/powerpoint/2010/main" val="319304492"/>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문제에 실제로 필요했던 구조">
            <a:extLst xmlns:a="http://schemas.openxmlformats.org/drawingml/2006/main">
              <a:ext uri="{FF2B5EF4-FFF2-40B4-BE49-F238E27FC236}">
                <a16:creationId xmlns:a16="http://schemas.microsoft.com/office/drawing/2014/main" id="{C152DAF1-3339-47B1-B494-D80E22E3CE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0">
            <a:extLst xmlns:a="http://schemas.openxmlformats.org/drawingml/2006/main">
              <a:ext uri="{FF2B5EF4-FFF2-40B4-BE49-F238E27FC236}">
                <a16:creationId xmlns:a16="http://schemas.microsoft.com/office/drawing/2014/main" id="{8DAB6D3F-DD8E-496A-85AF-99984DB7F6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inimum Effective Harness">
            <a:extLst xmlns:a="http://schemas.openxmlformats.org/drawingml/2006/main">
              <a:ext uri="{FF2B5EF4-FFF2-40B4-BE49-F238E27FC236}">
                <a16:creationId xmlns:a16="http://schemas.microsoft.com/office/drawing/2014/main" id="{E3BE64CD-7F5C-4288-912F-8E7521E3DA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48CB7F81-E754-49B7-8AF7-A7ADFD7BAC6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D03DCDFF-B4C5-4001-BECE-B93CBCC97B3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BF704911-D538-4A32-96C9-6DAEF493762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994D1E25-1D7B-469E-BB98-919CFD159BEA}"/>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6DD811C4-82B0-4003-B4BD-34AC5E0A3560}"/>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B54B34F6-98D9-417B-8386-6E21DCB60E03}"/>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81671903-3753-400C-851F-43E930F5D350}"/>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15E4B494-497C-46C4-AE73-B3D39DE6252D}"/>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D18014AD-E780-4346-8FD1-D28A948010CD}"/>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7B6B035C-C666-46D6-9A40-D7F2EB8A4D94}"/>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C6132327-8A11-49D1-BCB9-4C6BED0D8CFA}"/>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9D2CD566-D3DE-43B7-A91A-D12A4286C9B7}"/>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8DDB7FE4-6F40-4B99-B5F6-D5835A9B4461}"/>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21BE675A-2240-40D9-AEC4-16B827B30E1A}"/>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A0A79B24-8F27-4B4A-9ED5-FA4EBE771FC3}"/>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0F415903-BF39-4062-BEA2-8B06C67B2F87}"/>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732C447A-0679-40E0-9FE4-2FC1EC67D79B}"/>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98628104-D76F-4E89-A85E-799F3BF87160}"/>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EC76A2A9-2533-4FF4-8300-2DD6778C43F0}"/>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4F4FEE50-2E9F-490C-8EDA-3512A4327320}"/>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Tree>
    <p:extLst>
      <p:ext uri="{BB962C8B-B14F-4D97-AF65-F5344CB8AC3E}">
        <p14:creationId xmlns:p14="http://schemas.microsoft.com/office/powerpoint/2010/main" val="1993166831"/>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개발자와 Agent가 일하는 환경">
            <a:extLst xmlns:a="http://schemas.openxmlformats.org/drawingml/2006/main">
              <a:ext uri="{FF2B5EF4-FFF2-40B4-BE49-F238E27FC236}">
                <a16:creationId xmlns:a16="http://schemas.microsoft.com/office/drawing/2014/main" id="{96A53A4F-30CE-47C1-BAC3-3816B44ADB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1">
            <a:extLst xmlns:a="http://schemas.openxmlformats.org/drawingml/2006/main">
              <a:ext uri="{FF2B5EF4-FFF2-40B4-BE49-F238E27FC236}">
                <a16:creationId xmlns:a16="http://schemas.microsoft.com/office/drawing/2014/main" id="{13954977-A203-4225-89D6-4489B82FAF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Harness는 작업 환경 설계다">
            <a:extLst xmlns:a="http://schemas.openxmlformats.org/drawingml/2006/main">
              <a:ext uri="{FF2B5EF4-FFF2-40B4-BE49-F238E27FC236}">
                <a16:creationId xmlns:a16="http://schemas.microsoft.com/office/drawing/2014/main" id="{90CFBD7B-B547-43F3-908A-4D4C59C547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1E083FD2-537A-4378-ABB2-265691256CA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0388350A-8F80-42B1-83F9-E59F295D4B2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24F99E14-1D61-4490-8452-AD15FC60B52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786A7A29-C52C-4046-A6F3-175F0AD546F7}"/>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2609062C-4482-4C9F-ACDB-0D11E862D216}"/>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D7DA0D83-0215-4652-A5EF-E13BF1740707}"/>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A82A1C19-EC1F-40FD-B197-C618B8DD4624}"/>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BC75342C-9936-44A7-9906-63E7739BF4A7}"/>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78C25B38-E2A5-4963-97E1-A4D025B8FF8E}"/>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CD0B2C8-AC9E-476C-90A4-7F6C4179B978}"/>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5DF8C9F-3AB2-4FD5-B515-F9F980C78928}"/>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E819FD45-14D5-4C73-8848-8FB0CDCE49D4}"/>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0E80A5F5-2FC4-4FB2-B7B5-0A354E6E491B}"/>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84C3B54D-7B93-46F3-A763-0C4F338C0A22}"/>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Tree>
    <p:extLst>
      <p:ext uri="{BB962C8B-B14F-4D97-AF65-F5344CB8AC3E}">
        <p14:creationId xmlns:p14="http://schemas.microsoft.com/office/powerpoint/2010/main" val="1077171787"/>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실행 환경의 경계">
            <a:extLst xmlns:a="http://schemas.openxmlformats.org/drawingml/2006/main">
              <a:ext uri="{FF2B5EF4-FFF2-40B4-BE49-F238E27FC236}">
                <a16:creationId xmlns:a16="http://schemas.microsoft.com/office/drawing/2014/main" id="{98EF6FD0-CE2B-4FB0-A170-1EB700268C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2">
            <a:extLst xmlns:a="http://schemas.openxmlformats.org/drawingml/2006/main">
              <a:ext uri="{FF2B5EF4-FFF2-40B4-BE49-F238E27FC236}">
                <a16:creationId xmlns:a16="http://schemas.microsoft.com/office/drawing/2014/main" id="{D999E389-D7A9-45A9-9895-2910C919A5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Repository 밖의 환경도 결과에 영향을 준다">
            <a:extLst xmlns:a="http://schemas.openxmlformats.org/drawingml/2006/main">
              <a:ext uri="{FF2B5EF4-FFF2-40B4-BE49-F238E27FC236}">
                <a16:creationId xmlns:a16="http://schemas.microsoft.com/office/drawing/2014/main" id="{1D670FF2-5F74-46A0-91F1-9AA3F2CB5E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0111D0C4-24FB-4233-86A4-ACFCD86E899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EEA65E7-7409-4D28-A9B5-1AAFD80C9BCC}"/>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87B477BC-6072-4424-A31B-17086DE4259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5758F553-FEE6-460D-864C-8778348F455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FA8F5C1B-4347-49F1-BC51-25673CED9EF5}"/>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2A652ECE-19A3-4BDD-9CA1-5CCCEEB5984A}"/>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754DDC9B-9A33-4130-A2B3-D050D3432951}"/>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0B1F6CE2-7C61-4FFC-9201-0123BB129EB9}"/>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CBDC03EC-46F6-4289-BBD2-78030330947C}"/>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DF019A08-E003-469C-BA13-5AFD5D8FA0AB}"/>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88FE9CD4-E1B0-4F56-B85E-046B71F3DB98}"/>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38E043D6-83C1-4BD2-8DE1-198AD0390277}"/>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6E885279-BC1C-42FB-A019-BA76FF47E0A5}"/>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314E0947-DD00-4B2D-BA94-A7705A88FA91}"/>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CEC9A55D-676A-4A42-9EE4-186886C3277B}"/>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B805AFA5-1979-49E2-BBF6-A575A650E1F7}"/>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A78A747C-3685-4885-8982-3B10C9D8EB0C}"/>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8888EC79-E2D5-4B1B-A6D2-03710DBBC854}"/>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9B24FCF4-3498-4CB3-A02F-4C0A15876749}"/>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Tree>
    <p:extLst>
      <p:ext uri="{BB962C8B-B14F-4D97-AF65-F5344CB8AC3E}">
        <p14:creationId xmlns:p14="http://schemas.microsoft.com/office/powerpoint/2010/main" val="429959262"/>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도구를 넘어 같은 판단을 적용하기">
            <a:extLst xmlns:a="http://schemas.openxmlformats.org/drawingml/2006/main">
              <a:ext uri="{FF2B5EF4-FFF2-40B4-BE49-F238E27FC236}">
                <a16:creationId xmlns:a16="http://schemas.microsoft.com/office/drawing/2014/main" id="{C69C594D-1385-44F5-9B0B-8004C8FADE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3">
            <a:extLst xmlns:a="http://schemas.openxmlformats.org/drawingml/2006/main">
              <a:ext uri="{FF2B5EF4-FFF2-40B4-BE49-F238E27FC236}">
                <a16:creationId xmlns:a16="http://schemas.microsoft.com/office/drawing/2014/main" id="{63815A94-E537-4F6C-94BA-EE8C543344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Engineering Pattern은 C++에도 전이된다">
            <a:extLst xmlns:a="http://schemas.openxmlformats.org/drawingml/2006/main">
              <a:ext uri="{FF2B5EF4-FFF2-40B4-BE49-F238E27FC236}">
                <a16:creationId xmlns:a16="http://schemas.microsoft.com/office/drawing/2014/main" id="{92492FC6-2FF3-41EA-B187-A0249ED99B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69F2D15A-7DA4-4A0C-8DF0-CA9AC1BF553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B49F0959-38E0-4273-A22D-B01CF80FDB8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80CCCE90-C057-44E4-982A-F2BD3227AC8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9CD1A647-A95C-40EE-BE3A-0DD6F50E1008}"/>
              </a:ext>
            </a:extLst>
          </p:cNvPr>
          <p:cNvSpPr>
            <a:spLocks xmlns:a="http://schemas.openxmlformats.org/drawingml/2006/main" noGrp="1"/>
          </p:cNvSpPr>
          <p:nvPr/>
        </p:nvSpPr>
        <p:spPr>
          <a:xfrm xmlns:a="http://schemas.openxmlformats.org/drawingml/2006/main">
            <a:off x="609600" y="15335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C7827CE0-856C-4B4D-A721-C4ADB993286E}"/>
              </a:ext>
            </a:extLst>
          </p:cNvPr>
          <p:cNvPicPr>
            <a:picLocks xmlns:a="http://schemas.openxmlformats.org/drawingml/2006/main" noChangeAspect="1"/>
          </p:cNvPicPr>
          <p:nvPr/>
        </p:nvPicPr>
        <p:blipFill>
          <a:blip xmlns:r="http://schemas.openxmlformats.org/officeDocument/2006/relationships" xmlns:a="http://schemas.openxmlformats.org/drawingml/2006/main" r:embed="R232dc00a9c884806"/>
          <a:srcRect xmlns:a="http://schemas.openxmlformats.org/drawingml/2006/main" l="0" t="8000" r="0" b="12000"/>
          <a:stretch xmlns:a="http://schemas.openxmlformats.org/drawingml/2006/main"/>
        </p:blipFill>
        <p:spPr>
          <a:xfrm xmlns:a="http://schemas.openxmlformats.org/drawingml/2006/main">
            <a:off x="1881188" y="1914525"/>
            <a:ext cx="8429625" cy="2247900"/>
          </a:xfrm>
          <a:prstGeom xmlns:a="http://schemas.openxmlformats.org/drawingml/2006/main" prst="rect">
            <a:avLst/>
          </a:prstGeom>
        </p:spPr>
      </p:pic>
      <p:sp>
        <p:nvSpPr>
          <p:cNvPr id="9" name="기준 조건은?">
            <a:extLst xmlns:a="http://schemas.openxmlformats.org/drawingml/2006/main">
              <a:ext uri="{FF2B5EF4-FFF2-40B4-BE49-F238E27FC236}">
                <a16:creationId xmlns:a16="http://schemas.microsoft.com/office/drawing/2014/main" id="{CACBE167-E057-4264-BB44-627FB421ECA7}"/>
              </a:ext>
            </a:extLst>
          </p:cNvPr>
          <p:cNvSpPr>
            <a:spLocks xmlns:a="http://schemas.openxmlformats.org/drawingml/2006/main" noGrp="1"/>
          </p:cNvSpPr>
          <p:nvPr/>
        </p:nvSpPr>
        <p:spPr>
          <a:xfrm xmlns:a="http://schemas.openxmlformats.org/drawingml/2006/main">
            <a:off x="609600" y="41719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기준 조건은?</a:t>
            </a:r>
          </a:p>
        </p:txBody>
      </p:sp>
      <p:sp>
        <p:nvSpPr>
          <p:cNvPr id="10" name="입력·계약에서&#10;빌드·하드웨어 가정까지">
            <a:extLst xmlns:a="http://schemas.openxmlformats.org/drawingml/2006/main">
              <a:ext uri="{FF2B5EF4-FFF2-40B4-BE49-F238E27FC236}">
                <a16:creationId xmlns:a16="http://schemas.microsoft.com/office/drawing/2014/main" id="{0FAEB1D5-A783-42FF-9A09-4C27A05AB2C2}"/>
              </a:ext>
            </a:extLst>
          </p:cNvPr>
          <p:cNvSpPr>
            <a:spLocks xmlns:a="http://schemas.openxmlformats.org/drawingml/2006/main" noGrp="1"/>
          </p:cNvSpPr>
          <p:nvPr/>
        </p:nvSpPr>
        <p:spPr>
          <a:xfrm xmlns:a="http://schemas.openxmlformats.org/drawingml/2006/main">
            <a:off x="609600" y="4533900"/>
            <a:ext cx="350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1" name="어디를 조사할까?">
            <a:extLst xmlns:a="http://schemas.openxmlformats.org/drawingml/2006/main">
              <a:ext uri="{FF2B5EF4-FFF2-40B4-BE49-F238E27FC236}">
                <a16:creationId xmlns:a16="http://schemas.microsoft.com/office/drawing/2014/main" id="{D2DD9FA3-6DE4-4280-9409-1EB4B11E0AD5}"/>
              </a:ext>
            </a:extLst>
          </p:cNvPr>
          <p:cNvSpPr>
            <a:spLocks xmlns:a="http://schemas.openxmlformats.org/drawingml/2006/main" noGrp="1"/>
          </p:cNvSpPr>
          <p:nvPr/>
        </p:nvSpPr>
        <p:spPr>
          <a:xfrm xmlns:a="http://schemas.openxmlformats.org/drawingml/2006/main">
            <a:off x="4343400" y="41719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어디를 조사할까?</a:t>
            </a:r>
          </a:p>
        </p:txBody>
      </p:sp>
      <p:sp>
        <p:nvSpPr>
          <p:cNvPr id="12" name="측정한 코드 경로에서&#10;해당 모듈의 profile로">
            <a:extLst xmlns:a="http://schemas.openxmlformats.org/drawingml/2006/main">
              <a:ext uri="{FF2B5EF4-FFF2-40B4-BE49-F238E27FC236}">
                <a16:creationId xmlns:a16="http://schemas.microsoft.com/office/drawing/2014/main" id="{42F04425-425A-4D18-A1F3-69ED00D740F8}"/>
              </a:ext>
            </a:extLst>
          </p:cNvPr>
          <p:cNvSpPr>
            <a:spLocks xmlns:a="http://schemas.openxmlformats.org/drawingml/2006/main" noGrp="1"/>
          </p:cNvSpPr>
          <p:nvPr/>
        </p:nvSpPr>
        <p:spPr>
          <a:xfrm xmlns:a="http://schemas.openxmlformats.org/drawingml/2006/main">
            <a:off x="4343400" y="4533900"/>
            <a:ext cx="350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3" name="무엇을 확인할까?">
            <a:extLst xmlns:a="http://schemas.openxmlformats.org/drawingml/2006/main">
              <a:ext uri="{FF2B5EF4-FFF2-40B4-BE49-F238E27FC236}">
                <a16:creationId xmlns:a16="http://schemas.microsoft.com/office/drawing/2014/main" id="{B9DBCB07-EB8C-4CBA-ABED-FE6EA4301DD8}"/>
              </a:ext>
            </a:extLst>
          </p:cNvPr>
          <p:cNvSpPr>
            <a:spLocks xmlns:a="http://schemas.openxmlformats.org/drawingml/2006/main" noGrp="1"/>
          </p:cNvSpPr>
          <p:nvPr/>
        </p:nvSpPr>
        <p:spPr>
          <a:xfrm xmlns:a="http://schemas.openxmlformats.org/drawingml/2006/main">
            <a:off x="8077200" y="41719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확인할까?</a:t>
            </a:r>
          </a:p>
        </p:txBody>
      </p:sp>
      <p:sp>
        <p:nvSpPr>
          <p:cNvPr id="14" name="동작 계약에서&#10;모듈·회귀·통합 검증으로">
            <a:extLst xmlns:a="http://schemas.openxmlformats.org/drawingml/2006/main">
              <a:ext uri="{FF2B5EF4-FFF2-40B4-BE49-F238E27FC236}">
                <a16:creationId xmlns:a16="http://schemas.microsoft.com/office/drawing/2014/main" id="{9B083BD3-5AE8-4147-B72C-AF7DAE063530}"/>
              </a:ext>
            </a:extLst>
          </p:cNvPr>
          <p:cNvSpPr>
            <a:spLocks xmlns:a="http://schemas.openxmlformats.org/drawingml/2006/main" noGrp="1"/>
          </p:cNvSpPr>
          <p:nvPr/>
        </p:nvSpPr>
        <p:spPr>
          <a:xfrm xmlns:a="http://schemas.openxmlformats.org/drawingml/2006/main">
            <a:off x="8077200" y="4533900"/>
            <a:ext cx="350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15" name="baseline → profile → change → regression check">
            <a:extLst xmlns:a="http://schemas.openxmlformats.org/drawingml/2006/main">
              <a:ext uri="{FF2B5EF4-FFF2-40B4-BE49-F238E27FC236}">
                <a16:creationId xmlns:a16="http://schemas.microsoft.com/office/drawing/2014/main" id="{3E5ED874-F4FB-4C7B-9AF1-CFBF77964CA4}"/>
              </a:ext>
            </a:extLst>
          </p:cNvPr>
          <p:cNvSpPr>
            <a:spLocks xmlns:a="http://schemas.openxmlformats.org/drawingml/2006/main" noGrp="1"/>
          </p:cNvSpPr>
          <p:nvPr/>
        </p:nvSpPr>
        <p:spPr>
          <a:xfrm xmlns:a="http://schemas.openxmlformats.org/drawingml/2006/main">
            <a:off x="609600" y="53149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baseline → profile → change → regression check</a:t>
            </a:r>
          </a:p>
        </p:txBody>
      </p:sp>
    </p:spTree>
    <p:extLst>
      <p:ext uri="{BB962C8B-B14F-4D97-AF65-F5344CB8AC3E}">
        <p14:creationId xmlns:p14="http://schemas.microsoft.com/office/powerpoint/2010/main" val="1781441382"/>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3 · 내 업무의 반복을 돌아보기">
            <a:extLst xmlns:a="http://schemas.openxmlformats.org/drawingml/2006/main">
              <a:ext uri="{FF2B5EF4-FFF2-40B4-BE49-F238E27FC236}">
                <a16:creationId xmlns:a16="http://schemas.microsoft.com/office/drawing/2014/main" id="{D39273C8-3C76-4003-BB35-1A27C1BC27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4">
            <a:extLst xmlns:a="http://schemas.openxmlformats.org/drawingml/2006/main">
              <a:ext uri="{FF2B5EF4-FFF2-40B4-BE49-F238E27FC236}">
                <a16:creationId xmlns:a16="http://schemas.microsoft.com/office/drawing/2014/main" id="{DAA7F4DC-D9EE-443F-B694-4D458E0D14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필요한 구조부터 질문하기">
            <a:extLst xmlns:a="http://schemas.openxmlformats.org/drawingml/2006/main">
              <a:ext uri="{FF2B5EF4-FFF2-40B4-BE49-F238E27FC236}">
                <a16:creationId xmlns:a16="http://schemas.microsoft.com/office/drawing/2014/main" id="{0CC68C07-143F-4A51-91EC-40A4F5582F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D663D8FC-960D-4C0C-A34E-61832D31D99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F5EE9779-50D0-45D9-87B4-F28961074C2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2AAA57D9-F76E-43A5-91A1-67D8DF09B1A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34345ED7-EB06-4AE6-802D-9BB025A7E628}"/>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26982A68-7374-4F44-A464-6451F2420811}"/>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B1ADFE82-F99C-4E1C-8061-40FC31C8F76D}"/>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BC66918F-59E0-430B-8A01-54B5F8EB4BA6}"/>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00C153E9-AA04-4182-9700-714B30559593}"/>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578339E0-6C31-4E01-8C2D-3442C65B952F}"/>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EA89B5B8-4A2D-4D79-8D4A-9FE2A99EFD28}"/>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Tree>
    <p:extLst>
      <p:ext uri="{BB962C8B-B14F-4D97-AF65-F5344CB8AC3E}">
        <p14:creationId xmlns:p14="http://schemas.microsoft.com/office/powerpoint/2010/main" val="65209258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확인된 제품 결과">
            <a:extLst xmlns:a="http://schemas.openxmlformats.org/drawingml/2006/main">
              <a:ext uri="{FF2B5EF4-FFF2-40B4-BE49-F238E27FC236}">
                <a16:creationId xmlns:a16="http://schemas.microsoft.com/office/drawing/2014/main" id="{0D21A6E2-9CAB-48FE-88A2-A048080C5A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5">
            <a:extLst xmlns:a="http://schemas.openxmlformats.org/drawingml/2006/main">
              <a:ext uri="{FF2B5EF4-FFF2-40B4-BE49-F238E27FC236}">
                <a16:creationId xmlns:a16="http://schemas.microsoft.com/office/drawing/2014/main" id="{F318559E-2EF6-4339-8108-5626026320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여기까지는 잘 동작했다">
            <a:extLst xmlns:a="http://schemas.openxmlformats.org/drawingml/2006/main">
              <a:ext uri="{FF2B5EF4-FFF2-40B4-BE49-F238E27FC236}">
                <a16:creationId xmlns:a16="http://schemas.microsoft.com/office/drawing/2014/main" id="{8B42CEAF-AE0B-4BA5-A08F-9B76294D8A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F3D524A8-656C-4D48-A2A1-6320B42DC76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91675429-F1E6-42E8-B9CE-E2F3BDA30C3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1ADB73FA-BC07-4FEF-A463-E4DBBE1FD94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22CFD393-B9B9-4D86-A05D-3536A8D6A7A9}"/>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47835144-500E-439C-AB96-8F97F1B0C724}"/>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AE8545F8-E17A-498B-BD75-3C13DEA1001C}"/>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852610AE-300A-498A-A014-A6FC7844B460}"/>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15A8D2F1-8B7E-4E36-89F0-83944E9FD0D9}"/>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DD9843A7-DC2D-4E8B-B08E-9D799895C159}"/>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321AC153-7C3A-4B09-A6D4-F68833C7FE74}"/>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E0426082-75C9-4072-BBA1-EB3E82A384F7}"/>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5276944B-A587-416F-B683-DB5E2F6EE82F}"/>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2D7FF1E6-661B-46DB-9ED7-1605605684E3}"/>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BDABD7A8-B387-45C8-82A1-9859AE96559A}"/>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Tree>
    <p:extLst>
      <p:ext uri="{BB962C8B-B14F-4D97-AF65-F5344CB8AC3E}">
        <p14:creationId xmlns:p14="http://schemas.microsoft.com/office/powerpoint/2010/main" val="643345877"/>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07374213-A1EE-4F07-B8F2-A2AC017CBF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6">
            <a:extLst xmlns:a="http://schemas.openxmlformats.org/drawingml/2006/main">
              <a:ext uri="{FF2B5EF4-FFF2-40B4-BE49-F238E27FC236}">
                <a16:creationId xmlns:a16="http://schemas.microsoft.com/office/drawing/2014/main" id="{8E047B25-BE07-4C79-ACCF-3553AB193F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개념 사례: Project와 Workflow는 현재 맞다">
            <a:extLst xmlns:a="http://schemas.openxmlformats.org/drawingml/2006/main">
              <a:ext uri="{FF2B5EF4-FFF2-40B4-BE49-F238E27FC236}">
                <a16:creationId xmlns:a16="http://schemas.microsoft.com/office/drawing/2014/main" id="{FA5CAD90-BDE9-40F8-AFD7-C57A4A22BD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FA32A92A-5147-4915-B1F9-873123124ED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DF15AC0A-F9D5-42E8-B42E-485D7B26809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3D74C632-355C-4402-BAF0-C1B653D33E9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853B60A2-956E-46DA-9E3D-CC8AF040B41B}"/>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EE23A5DD-4594-485A-BF55-65C8B9B94365}"/>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765B3637-EC06-4445-840D-55C8C32EF856}"/>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7623042C-6FE6-42AF-8629-2E84538D34B6}"/>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7BA086A-08F7-4529-B854-871D3DBE8801}"/>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8B160667-F77C-46C3-938C-025C250CCC5B}"/>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1AC6C6C3-2C4A-4D7F-AE24-2DD60910023A}"/>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4A4FF333-E29D-4B95-8F30-E53A0057C561}"/>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4B39CDFE-F802-416D-A161-79343A5FF109}"/>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Tree>
    <p:extLst>
      <p:ext uri="{BB962C8B-B14F-4D97-AF65-F5344CB8AC3E}">
        <p14:creationId xmlns:p14="http://schemas.microsoft.com/office/powerpoint/2010/main" val="1893272543"/>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가상 사례">
            <a:extLst xmlns:a="http://schemas.openxmlformats.org/drawingml/2006/main">
              <a:ext uri="{FF2B5EF4-FFF2-40B4-BE49-F238E27FC236}">
                <a16:creationId xmlns:a16="http://schemas.microsoft.com/office/drawing/2014/main" id="{7D858B84-0FFB-48D0-9A88-E93C9CAF3C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7">
            <a:extLst xmlns:a="http://schemas.openxmlformats.org/drawingml/2006/main">
              <a:ext uri="{FF2B5EF4-FFF2-40B4-BE49-F238E27FC236}">
                <a16:creationId xmlns:a16="http://schemas.microsoft.com/office/drawing/2014/main" id="{95D77571-32D7-4209-9107-EA64F4A5B7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Project는 바뀌고 Workflow는 남았다">
            <a:extLst xmlns:a="http://schemas.openxmlformats.org/drawingml/2006/main">
              <a:ext uri="{FF2B5EF4-FFF2-40B4-BE49-F238E27FC236}">
                <a16:creationId xmlns:a16="http://schemas.microsoft.com/office/drawing/2014/main" id="{75CC2562-DF15-47DE-A91B-5CE3750A4B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
            <a:extLst xmlns:a="http://schemas.openxmlformats.org/drawingml/2006/main">
              <a:ext uri="{FF2B5EF4-FFF2-40B4-BE49-F238E27FC236}">
                <a16:creationId xmlns:a16="http://schemas.microsoft.com/office/drawing/2014/main" id="{41422857-AEC6-4B26-A697-5A2FD4D804A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가상 설정 · 실제 Repository 변경 이력이 아님">
            <a:extLst xmlns:a="http://schemas.openxmlformats.org/drawingml/2006/main">
              <a:ext uri="{FF2B5EF4-FFF2-40B4-BE49-F238E27FC236}">
                <a16:creationId xmlns:a16="http://schemas.microsoft.com/office/drawing/2014/main" id="{66AB16C8-82B7-4E88-A341-692A1BA5F11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6" name="두 지침의 범위를 비교하는 장 · Agent 실행, 테스트 누락 또는 PASS / FAIL 결과를 뜻하지 않">
            <a:extLst xmlns:a="http://schemas.openxmlformats.org/drawingml/2006/main">
              <a:ext uri="{FF2B5EF4-FFF2-40B4-BE49-F238E27FC236}">
                <a16:creationId xmlns:a16="http://schemas.microsoft.com/office/drawing/2014/main" id="{E1478C09-9433-40FB-90AE-7815F0B8CF3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범위를 비교하는 장 · Agent 실행, 테스트 누락 또는 PASS / FAIL 결과를 뜻하지 않음</a:t>
            </a:r>
          </a:p>
        </p:txBody>
      </p:sp>
      <p:sp>
        <p:nvSpPr>
          <p:cNvPr id="7" name="가정: 모듈 연결 동작도 검증해야 하는 프로젝트가 됐다">
            <a:extLst xmlns:a="http://schemas.openxmlformats.org/drawingml/2006/main">
              <a:ext uri="{FF2B5EF4-FFF2-40B4-BE49-F238E27FC236}">
                <a16:creationId xmlns:a16="http://schemas.microsoft.com/office/drawing/2014/main" id="{5659AF6E-7C11-494B-870C-F98AF9BB6A5E}"/>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8" name="현재 프로젝트의 기준">
            <a:extLst xmlns:a="http://schemas.openxmlformats.org/drawingml/2006/main">
              <a:ext uri="{FF2B5EF4-FFF2-40B4-BE49-F238E27FC236}">
                <a16:creationId xmlns:a16="http://schemas.microsoft.com/office/drawing/2014/main" id="{182061CD-3933-4F41-AE62-B5B553C15CD2}"/>
              </a:ext>
            </a:extLst>
          </p:cNvPr>
          <p:cNvSpPr>
            <a:spLocks xmlns:a="http://schemas.openxmlformats.org/drawingml/2006/main" noGrp="1"/>
          </p:cNvSpPr>
          <p:nvPr/>
        </p:nvSpPr>
        <p:spPr>
          <a:xfrm xmlns:a="http://schemas.openxmlformats.org/drawingml/2006/main">
            <a:off x="609600" y="24098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9" name="재사용 Workflow에 남은 지시">
            <a:extLst xmlns:a="http://schemas.openxmlformats.org/drawingml/2006/main">
              <a:ext uri="{FF2B5EF4-FFF2-40B4-BE49-F238E27FC236}">
                <a16:creationId xmlns:a16="http://schemas.microsoft.com/office/drawing/2014/main" id="{D35CD006-7CF2-42A9-9C19-1753C7815F4B}"/>
              </a:ext>
            </a:extLst>
          </p:cNvPr>
          <p:cNvSpPr>
            <a:spLocks xmlns:a="http://schemas.openxmlformats.org/drawingml/2006/main" noGrp="1"/>
          </p:cNvSpPr>
          <p:nvPr/>
        </p:nvSpPr>
        <p:spPr>
          <a:xfrm xmlns:a="http://schemas.openxmlformats.org/drawingml/2006/main">
            <a:off x="6705600" y="240982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10" name="">
            <a:extLst xmlns:a="http://schemas.openxmlformats.org/drawingml/2006/main">
              <a:ext uri="{FF2B5EF4-FFF2-40B4-BE49-F238E27FC236}">
                <a16:creationId xmlns:a16="http://schemas.microsoft.com/office/drawing/2014/main" id="{BBC3FC3E-667F-4365-9DF8-2B2DED14BE78}"/>
              </a:ext>
            </a:extLst>
          </p:cNvPr>
          <p:cNvSpPr>
            <a:spLocks xmlns:a="http://schemas.openxmlformats.org/drawingml/2006/main" noGrp="1"/>
          </p:cNvSpPr>
          <p:nvPr/>
        </p:nvSpPr>
        <p:spPr>
          <a:xfrm xmlns:a="http://schemas.openxmlformats.org/drawingml/2006/main">
            <a:off x="609600" y="29908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DEC6A59-77D2-48FD-BC9E-A2E618C2C63C}"/>
              </a:ext>
            </a:extLst>
          </p:cNvPr>
          <p:cNvSpPr>
            <a:spLocks xmlns:a="http://schemas.openxmlformats.org/drawingml/2006/main" noGrp="1"/>
          </p:cNvSpPr>
          <p:nvPr/>
        </p:nvSpPr>
        <p:spPr>
          <a:xfrm xmlns:a="http://schemas.openxmlformats.org/drawingml/2006/main">
            <a:off x="6705600" y="29908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테스트">
            <a:extLst xmlns:a="http://schemas.openxmlformats.org/drawingml/2006/main">
              <a:ext uri="{FF2B5EF4-FFF2-40B4-BE49-F238E27FC236}">
                <a16:creationId xmlns:a16="http://schemas.microsoft.com/office/drawing/2014/main" id="{54371B84-0385-4AF7-9294-A3547E357219}"/>
              </a:ext>
            </a:extLst>
          </p:cNvPr>
          <p:cNvSpPr>
            <a:spLocks xmlns:a="http://schemas.openxmlformats.org/drawingml/2006/main" noGrp="1"/>
          </p:cNvSpPr>
          <p:nvPr/>
        </p:nvSpPr>
        <p:spPr>
          <a:xfrm xmlns:a="http://schemas.openxmlformats.org/drawingml/2006/main">
            <a:off x="609600" y="3343275"/>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537EAB4C-CDF1-4C14-8652-4FD80469817C}"/>
              </a:ext>
            </a:extLst>
          </p:cNvPr>
          <p:cNvSpPr>
            <a:spLocks xmlns:a="http://schemas.openxmlformats.org/drawingml/2006/main" noGrp="1"/>
          </p:cNvSpPr>
          <p:nvPr/>
        </p:nvSpPr>
        <p:spPr>
          <a:xfrm xmlns:a="http://schemas.openxmlformats.org/drawingml/2006/main">
            <a:off x="6705600" y="33432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725D5F03-2F99-411D-8CFE-C5548AC67AD3}"/>
              </a:ext>
            </a:extLst>
          </p:cNvPr>
          <p:cNvSpPr>
            <a:spLocks xmlns:a="http://schemas.openxmlformats.org/drawingml/2006/main" noGrp="1"/>
          </p:cNvSpPr>
          <p:nvPr/>
        </p:nvSpPr>
        <p:spPr>
          <a:xfrm xmlns:a="http://schemas.openxmlformats.org/drawingml/2006/main">
            <a:off x="609600" y="4048125"/>
            <a:ext cx="4953000" cy="742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통합 테스트">
            <a:extLst xmlns:a="http://schemas.openxmlformats.org/drawingml/2006/main">
              <a:ext uri="{FF2B5EF4-FFF2-40B4-BE49-F238E27FC236}">
                <a16:creationId xmlns:a16="http://schemas.microsoft.com/office/drawing/2014/main" id="{D4D83468-8672-4DA5-90AC-F2EF2C867457}"/>
              </a:ext>
            </a:extLst>
          </p:cNvPr>
          <p:cNvSpPr>
            <a:spLocks xmlns:a="http://schemas.openxmlformats.org/drawingml/2006/main" noGrp="1"/>
          </p:cNvSpPr>
          <p:nvPr/>
        </p:nvSpPr>
        <p:spPr>
          <a:xfrm xmlns:a="http://schemas.openxmlformats.org/drawingml/2006/main">
            <a:off x="838200" y="420052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 통합 테스트</a:t>
            </a:r>
          </a:p>
        </p:txBody>
      </p:sp>
      <p:sp>
        <p:nvSpPr>
          <p:cNvPr id="16" name="">
            <a:extLst xmlns:a="http://schemas.openxmlformats.org/drawingml/2006/main">
              <a:ext uri="{FF2B5EF4-FFF2-40B4-BE49-F238E27FC236}">
                <a16:creationId xmlns:a16="http://schemas.microsoft.com/office/drawing/2014/main" id="{F78F0745-2364-4C73-84E4-C2D0F512B784}"/>
              </a:ext>
            </a:extLst>
          </p:cNvPr>
          <p:cNvSpPr>
            <a:spLocks xmlns:a="http://schemas.openxmlformats.org/drawingml/2006/main" noGrp="1"/>
          </p:cNvSpPr>
          <p:nvPr/>
        </p:nvSpPr>
        <p:spPr>
          <a:xfrm xmlns:a="http://schemas.openxmlformats.org/drawingml/2006/main">
            <a:off x="6705600" y="4048125"/>
            <a:ext cx="4876800" cy="74295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17" name="단위 테스트만 지시">
            <a:extLst xmlns:a="http://schemas.openxmlformats.org/drawingml/2006/main">
              <a:ext uri="{FF2B5EF4-FFF2-40B4-BE49-F238E27FC236}">
                <a16:creationId xmlns:a16="http://schemas.microsoft.com/office/drawing/2014/main" id="{89ECB4E0-2811-4E3F-B846-478068949183}"/>
              </a:ext>
            </a:extLst>
          </p:cNvPr>
          <p:cNvSpPr>
            <a:spLocks xmlns:a="http://schemas.openxmlformats.org/drawingml/2006/main" noGrp="1"/>
          </p:cNvSpPr>
          <p:nvPr/>
        </p:nvSpPr>
        <p:spPr>
          <a:xfrm xmlns:a="http://schemas.openxmlformats.org/drawingml/2006/main">
            <a:off x="6934200" y="4200525"/>
            <a:ext cx="4419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805400"/>
                </a:solidFill>
                <a:latin typeface="Malgun Gothic"/>
                <a:ea typeface="Malgun Gothic"/>
                <a:cs typeface="Malgun Gothic"/>
              </a:defRPr>
            </a:defPPr>
            <a:lvl1pPr algn="l">
              <a:defRPr sz="2250" b="0">
                <a:solidFill>
                  <a:srgbClr val="805400"/>
                </a:solidFill>
                <a:latin typeface="Malgun Gothic"/>
                <a:ea typeface="Malgun Gothic"/>
                <a:cs typeface="Malgun Gothic"/>
              </a:defRPr>
            </a:lvl1pPr>
            <a:lvl2pPr algn="l">
              <a:defRPr sz="2250" b="0">
                <a:solidFill>
                  <a:srgbClr val="805400"/>
                </a:solidFill>
                <a:latin typeface="Malgun Gothic"/>
                <a:ea typeface="Malgun Gothic"/>
                <a:cs typeface="Malgun Gothic"/>
              </a:defRPr>
            </a:lvl2pPr>
            <a:lvl3pPr algn="l">
              <a:defRPr sz="2250" b="0">
                <a:solidFill>
                  <a:srgbClr val="805400"/>
                </a:solidFill>
                <a:latin typeface="Malgun Gothic"/>
                <a:ea typeface="Malgun Gothic"/>
                <a:cs typeface="Malgun Gothic"/>
              </a:defRPr>
            </a:lvl3pPr>
            <a:lvl4pPr algn="l">
              <a:defRPr sz="2250" b="0">
                <a:solidFill>
                  <a:srgbClr val="805400"/>
                </a:solidFill>
                <a:latin typeface="Malgun Gothic"/>
                <a:ea typeface="Malgun Gothic"/>
                <a:cs typeface="Malgun Gothic"/>
              </a:defRPr>
            </a:lvl4pPr>
            <a:lvl5pPr algn="l">
              <a:defRPr sz="2250" b="0">
                <a:solidFill>
                  <a:srgbClr val="805400"/>
                </a:solidFill>
                <a:latin typeface="Malgun Gothic"/>
                <a:ea typeface="Malgun Gothic"/>
                <a:cs typeface="Malgun Gothic"/>
              </a:defRPr>
            </a:lvl5pPr>
            <a:lvl6pPr algn="l">
              <a:defRPr sz="2250" b="0">
                <a:solidFill>
                  <a:srgbClr val="805400"/>
                </a:solidFill>
                <a:latin typeface="Malgun Gothic"/>
                <a:ea typeface="Malgun Gothic"/>
                <a:cs typeface="Malgun Gothic"/>
              </a:defRPr>
            </a:lvl6pPr>
            <a:lvl7pPr algn="l">
              <a:defRPr sz="2250" b="0">
                <a:solidFill>
                  <a:srgbClr val="805400"/>
                </a:solidFill>
                <a:latin typeface="Malgun Gothic"/>
                <a:ea typeface="Malgun Gothic"/>
                <a:cs typeface="Malgun Gothic"/>
              </a:defRPr>
            </a:lvl7pPr>
            <a:lvl8pPr algn="l">
              <a:defRPr sz="2250" b="0">
                <a:solidFill>
                  <a:srgbClr val="805400"/>
                </a:solidFill>
                <a:latin typeface="Malgun Gothic"/>
                <a:ea typeface="Malgun Gothic"/>
                <a:cs typeface="Malgun Gothic"/>
              </a:defRPr>
            </a:lvl8pPr>
            <a:lvl9pPr algn="l">
              <a:defRPr sz="2250" b="0">
                <a:solidFill>
                  <a:srgbClr val="805400"/>
                </a:solidFill>
                <a:latin typeface="Malgun Gothic"/>
                <a:ea typeface="Malgun Gothic"/>
                <a:cs typeface="Malgun Gothic"/>
              </a:defRPr>
            </a:lvl9pPr>
          </a:lstStyle>
          <a:p xmlns:a="http://schemas.openxmlformats.org/drawingml/2006/main">
            <a:pPr algn="l">
              <a:defRPr sz="2250" b="0">
                <a:solidFill>
                  <a:srgbClr val="805400"/>
                </a:solidFill>
                <a:latin typeface="Malgun Gothic"/>
                <a:ea typeface="Malgun Gothic"/>
                <a:cs typeface="Malgun Gothic"/>
              </a:defRPr>
            </a:pPr>
            <a:r>
              <a:rPr sz="2250" b="0">
                <a:solidFill>
                  <a:srgbClr val="805400"/>
                </a:solidFill>
                <a:latin typeface="Malgun Gothic"/>
                <a:ea typeface="Malgun Gothic"/>
                <a:cs typeface="Malgun Gothic"/>
              </a:rPr>
              <a:t>단위 테스트만 지시</a:t>
            </a:r>
          </a:p>
        </p:txBody>
      </p:sp>
      <p:sp>
        <p:nvSpPr>
          <p:cNvPr id="18" name="프로젝트의 기준이 바뀌었을 때, 재사용 지침도 함께 바뀌었을까?">
            <a:extLst xmlns:a="http://schemas.openxmlformats.org/drawingml/2006/main">
              <a:ext uri="{FF2B5EF4-FFF2-40B4-BE49-F238E27FC236}">
                <a16:creationId xmlns:a16="http://schemas.microsoft.com/office/drawing/2014/main" id="{55D6C84C-D088-440D-8566-1E450FB710BA}"/>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Tree>
    <p:extLst>
      <p:ext uri="{BB962C8B-B14F-4D97-AF65-F5344CB8AC3E}">
        <p14:creationId xmlns:p14="http://schemas.microsoft.com/office/powerpoint/2010/main" val="562559213"/>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상 사례">
            <a:extLst xmlns:a="http://schemas.openxmlformats.org/drawingml/2006/main">
              <a:ext uri="{FF2B5EF4-FFF2-40B4-BE49-F238E27FC236}">
                <a16:creationId xmlns:a16="http://schemas.microsoft.com/office/drawing/2014/main" id="{913CF93A-8149-4E36-AA42-88FFA28ACE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8FA08EDC-34B6-4D34-8470-E3A353E0EE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Task 해결과 System 문제는 다르다">
            <a:extLst xmlns:a="http://schemas.openxmlformats.org/drawingml/2006/main">
              <a:ext uri="{FF2B5EF4-FFF2-40B4-BE49-F238E27FC236}">
                <a16:creationId xmlns:a16="http://schemas.microsoft.com/office/drawing/2014/main" id="{7BCAC8F1-84D7-4655-AF76-C1B459BE22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3C3FC67C-715B-47D9-BC97-F6F1A1C9340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6E7763D1-047F-4DC4-946B-B1A0098C4B9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4D0CCB90-11CB-4198-83B1-4ABC7E7AE11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CFCAB450-4E08-485B-B078-0FBEA907146A}"/>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EE7A9875-8FF5-4445-B7D2-EF79D2BA4E33}"/>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AACFA79F-8FDA-4A85-8081-14941244F17F}"/>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13794356-2A80-4007-B739-ED4F884DF50D}"/>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BBC7A6FC-A944-4956-A50E-7F3D7530F5C0}"/>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53F4AF60-5395-4BB8-B469-5850AA4BE0D5}"/>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7222659C-4498-4464-B9F7-C5EEA453418D}"/>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91404E65-FBBC-40D1-A961-9CE24ADFCAB4}"/>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Tree>
    <p:extLst>
      <p:ext uri="{BB962C8B-B14F-4D97-AF65-F5344CB8AC3E}">
        <p14:creationId xmlns:p14="http://schemas.microsoft.com/office/powerpoint/2010/main" val="366885256"/>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대응 범위 비교">
            <a:extLst xmlns:a="http://schemas.openxmlformats.org/drawingml/2006/main">
              <a:ext uri="{FF2B5EF4-FFF2-40B4-BE49-F238E27FC236}">
                <a16:creationId xmlns:a16="http://schemas.microsoft.com/office/drawing/2014/main" id="{D32DA3D8-8840-46D3-912C-4701F128B4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59">
            <a:extLst xmlns:a="http://schemas.openxmlformats.org/drawingml/2006/main">
              <a:ext uri="{FF2B5EF4-FFF2-40B4-BE49-F238E27FC236}">
                <a16:creationId xmlns:a16="http://schemas.microsoft.com/office/drawing/2014/main" id="{FF9964BF-D0BF-45EF-AD65-C6202E5DA0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원인에 맞는 Layer를 고르기">
            <a:extLst xmlns:a="http://schemas.openxmlformats.org/drawingml/2006/main">
              <a:ext uri="{FF2B5EF4-FFF2-40B4-BE49-F238E27FC236}">
                <a16:creationId xmlns:a16="http://schemas.microsoft.com/office/drawing/2014/main" id="{CD8F7385-EEC4-45B2-82F0-279C88F4BC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9862C95C-9AF0-43FA-859F-D51588A82B1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89268826-80B3-4243-9CE9-8DC9884B97B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7FD2D8E5-2A1B-4C59-A638-B6C549E2318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202638EF-67E5-4189-9D79-ACBEE47D079A}"/>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A88D8457-6DE9-4687-B11D-375FBC2AE5AC}"/>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50D271A6-689E-44B6-9A84-7EC431DA14C5}"/>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0395A0CD-A267-4E49-B6A2-181958DDAF39}"/>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853DC2ED-768A-4D62-A4A4-AE90D16489F9}"/>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CC6F9EB5-0738-4D54-9689-EE54559FF6BF}"/>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3E63D368-B3DA-4953-A8F6-301D5D47511F}"/>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125DB1F0-99D2-47D5-AF1C-99FD81A1EDD4}"/>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62F7190F-F2DD-480D-8E01-868C073BE29A}"/>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DB5F4618-54CA-4127-8283-BAE5EB5B2372}"/>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CE4CB85E-80BE-4A6B-B95C-7D2A446595F8}"/>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Tree>
    <p:extLst>
      <p:ext uri="{BB962C8B-B14F-4D97-AF65-F5344CB8AC3E}">
        <p14:creationId xmlns:p14="http://schemas.microsoft.com/office/powerpoint/2010/main" val="17957490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CONCEPTUAL / 원인 후보">
            <a:extLst xmlns:a="http://schemas.openxmlformats.org/drawingml/2006/main">
              <a:ext uri="{FF2B5EF4-FFF2-40B4-BE49-F238E27FC236}">
                <a16:creationId xmlns:a16="http://schemas.microsoft.com/office/drawing/2014/main" id="{493E6C18-255F-40B2-AF24-9552F909F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0">
            <a:extLst xmlns:a="http://schemas.openxmlformats.org/drawingml/2006/main">
              <a:ext uri="{FF2B5EF4-FFF2-40B4-BE49-F238E27FC236}">
                <a16:creationId xmlns:a16="http://schemas.microsoft.com/office/drawing/2014/main" id="{F378E77E-A325-473E-8B35-5F4A431FBA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실패 지점과 원인 Layer 구분하기">
            <a:extLst xmlns:a="http://schemas.openxmlformats.org/drawingml/2006/main">
              <a:ext uri="{FF2B5EF4-FFF2-40B4-BE49-F238E27FC236}">
                <a16:creationId xmlns:a16="http://schemas.microsoft.com/office/drawing/2014/main" id="{18DAB80E-F1BA-4B4F-BA23-D360A676EE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D463001C-7FE0-417F-B28D-0D9E28ED2F9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0DF24467-5225-410D-A591-61562D7213D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AC1E78DA-1F6B-4103-A8EF-5CBCCA83EED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4D79C544-71AB-4CA3-B0A0-5D88D937434F}"/>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0D76E8FA-92D3-4F35-B3CE-FA0B128181C6}"/>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2177675C-4D56-4D5F-A23A-D6346418491D}"/>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69A12B07-72C7-491C-86B6-0C5C0974F40F}"/>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6566331B-25C3-4B2A-A353-EBAB0DF21E4A}"/>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0EACA9CA-154E-4106-B886-8B78374E6542}"/>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F2FCF997-9C50-4701-9FD5-7ED3B0F88CDF}"/>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0C0BE540-1E80-42F3-97D6-BEB407082FC6}"/>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709682F9-F53D-4F4A-BA7E-BB3D6F4399E1}"/>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5AFCF8C0-9E8C-4205-8006-730BA5E31157}"/>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A34228B1-4108-4F28-A2CF-461D8EECA900}"/>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DB285742-F35F-4BB2-BB3F-9C45AE2F2DC0}"/>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EE48A782-EA95-4E45-84C5-2923F079E137}"/>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2303760D-519D-45FA-8B16-C5C9B416A9A7}"/>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973CE004-9B6B-49F2-98A9-CEACF2AA168C}"/>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Tree>
    <p:extLst>
      <p:ext uri="{BB962C8B-B14F-4D97-AF65-F5344CB8AC3E}">
        <p14:creationId xmlns:p14="http://schemas.microsoft.com/office/powerpoint/2010/main" val="1559387270"/>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4 · CONCEPTUAL / 가정과 추론">
            <a:extLst xmlns:a="http://schemas.openxmlformats.org/drawingml/2006/main">
              <a:ext uri="{FF2B5EF4-FFF2-40B4-BE49-F238E27FC236}">
                <a16:creationId xmlns:a16="http://schemas.microsoft.com/office/drawing/2014/main" id="{30D95E58-7968-453E-9693-1F89667C7F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1">
            <a:extLst xmlns:a="http://schemas.openxmlformats.org/drawingml/2006/main">
              <a:ext uri="{FF2B5EF4-FFF2-40B4-BE49-F238E27FC236}">
                <a16:creationId xmlns:a16="http://schemas.microsoft.com/office/drawing/2014/main" id="{FB8A38E6-5A10-4A94-BDE0-96B4CCB808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먼저 관찰하고, 그다음 가설을 세운다">
            <a:extLst xmlns:a="http://schemas.openxmlformats.org/drawingml/2006/main">
              <a:ext uri="{FF2B5EF4-FFF2-40B4-BE49-F238E27FC236}">
                <a16:creationId xmlns:a16="http://schemas.microsoft.com/office/drawing/2014/main" id="{F89E2545-5E6F-4B44-A615-53A0EAFADA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C3F6C2E1-3F23-4332-97FE-8381AA68592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264F65C0-F842-4D77-A81D-361C6EBB3AE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C9F6D859-B6BD-4A0A-A3C9-C2AC36E13A7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426BD203-D291-4EC5-B865-092B7E5C1255}"/>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624D9A6A-D969-4C6D-8A03-987F6EDA3B14}"/>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0C768C43-331C-4AF1-8307-A82F0BFA9C71}"/>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1BBD530-B69D-4AFC-9668-15FE82A90F80}"/>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D531AD58-DA77-4E26-A5A5-4305DB7EFAC9}"/>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7414BF65-25A3-498A-9815-333CA256B9E5}"/>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C8A00C73-303A-4ABF-9149-9C85EF6133E2}"/>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Tree>
    <p:extLst>
      <p:ext uri="{BB962C8B-B14F-4D97-AF65-F5344CB8AC3E}">
        <p14:creationId xmlns:p14="http://schemas.microsoft.com/office/powerpoint/2010/main" val="1590232592"/>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원인에 맞는 수정">
            <a:extLst xmlns:a="http://schemas.openxmlformats.org/drawingml/2006/main">
              <a:ext uri="{FF2B5EF4-FFF2-40B4-BE49-F238E27FC236}">
                <a16:creationId xmlns:a16="http://schemas.microsoft.com/office/drawing/2014/main" id="{19A8E5E4-2AD0-4FC7-8405-0255D77C6D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2">
            <a:extLst xmlns:a="http://schemas.openxmlformats.org/drawingml/2006/main">
              <a:ext uri="{FF2B5EF4-FFF2-40B4-BE49-F238E27FC236}">
                <a16:creationId xmlns:a16="http://schemas.microsoft.com/office/drawing/2014/main" id="{96DF7F5D-E5C5-4074-AE05-FD8996668A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Cause가 지지하는 최소 변경">
            <a:extLst xmlns:a="http://schemas.openxmlformats.org/drawingml/2006/main">
              <a:ext uri="{FF2B5EF4-FFF2-40B4-BE49-F238E27FC236}">
                <a16:creationId xmlns:a16="http://schemas.microsoft.com/office/drawing/2014/main" id="{D7EC167C-B1DF-4E91-AE66-43CE8C137A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B13678E0-BF21-4CC1-B9A3-6EDF6C4E057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97ADACA8-B62D-4DBA-8061-789D9B9768C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D4BF9510-009E-472F-A986-ABC075247FF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CBD76724-43FB-42D5-B02F-860829EE7042}"/>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93619A19-929A-4BA7-9466-B797A0AEBA78}"/>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424E8F65-9F6A-4651-972F-DE75CEF1F14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BEFA30F4-62E1-461D-8C20-52ABD41FABB2}"/>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4D4737FA-6AAA-462E-B794-5E35A45E6563}"/>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62FB74E2-9722-4601-B366-5A27A3BAC3CE}"/>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8ECAC9B0-5311-4C79-8D92-7B5D7F0AB75F}"/>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04C4C22D-027A-4951-8521-5CD342ED3AAF}"/>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803EE701-BE40-4FDB-8B62-DAA60C261966}"/>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Tree>
    <p:extLst>
      <p:ext uri="{BB962C8B-B14F-4D97-AF65-F5344CB8AC3E}">
        <p14:creationId xmlns:p14="http://schemas.microsoft.com/office/powerpoint/2010/main" val="651323209"/>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4 · CONCEPTUAL / 평가 범위">
            <a:extLst xmlns:a="http://schemas.openxmlformats.org/drawingml/2006/main">
              <a:ext uri="{FF2B5EF4-FFF2-40B4-BE49-F238E27FC236}">
                <a16:creationId xmlns:a16="http://schemas.microsoft.com/office/drawing/2014/main" id="{0BC36C09-EEE8-4883-AB7C-6F8A6BC6AB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3">
            <a:extLst xmlns:a="http://schemas.openxmlformats.org/drawingml/2006/main">
              <a:ext uri="{FF2B5EF4-FFF2-40B4-BE49-F238E27FC236}">
                <a16:creationId xmlns:a16="http://schemas.microsoft.com/office/drawing/2014/main" id="{54B6B946-EC85-4356-BC47-C2961A9088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같은 Task의 재실행만으로 충분할까?">
            <a:extLst xmlns:a="http://schemas.openxmlformats.org/drawingml/2006/main">
              <a:ext uri="{FF2B5EF4-FFF2-40B4-BE49-F238E27FC236}">
                <a16:creationId xmlns:a16="http://schemas.microsoft.com/office/drawing/2014/main" id="{531D05E4-BCA4-4E17-A9E7-A11B28AE1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84250BF7-4181-4858-BDFB-4654C1E288D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78A03C14-71D1-4D4D-A93B-F1D8B430987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DF68A7F3-7B12-420F-A867-875CA2E30F7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EB279391-7CEE-4246-846B-137892513CB5}"/>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981D86F8-E54D-46CF-B564-AC57DEAA5400}"/>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7FD0F259-D1BD-4852-8CC9-3C37E4D7D72F}"/>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243994A-45B8-4F46-9979-43A0A2641A73}"/>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5F555138-1DFC-435A-9BFE-9EAFDE5322A8}"/>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F4418FE7-1373-4D6B-B7EE-AF6BE33233A8}"/>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F22AAC0E-C31A-4A60-BBD1-00A2DF030E8A}"/>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Tree>
    <p:extLst>
      <p:ext uri="{BB962C8B-B14F-4D97-AF65-F5344CB8AC3E}">
        <p14:creationId xmlns:p14="http://schemas.microsoft.com/office/powerpoint/2010/main" val="1026560905"/>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ONCEPTUAL / 평가 설계">
            <a:extLst xmlns:a="http://schemas.openxmlformats.org/drawingml/2006/main">
              <a:ext uri="{FF2B5EF4-FFF2-40B4-BE49-F238E27FC236}">
                <a16:creationId xmlns:a16="http://schemas.microsoft.com/office/drawing/2014/main" id="{0F4A005F-5ECA-495D-8D3D-88D24F4431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4">
            <a:extLst xmlns:a="http://schemas.openxmlformats.org/drawingml/2006/main">
              <a:ext uri="{FF2B5EF4-FFF2-40B4-BE49-F238E27FC236}">
                <a16:creationId xmlns:a16="http://schemas.microsoft.com/office/drawing/2014/main" id="{D6C3C942-AD62-4C50-988A-D57605F661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표 작업으로 변경 범위를 확인하기">
            <a:extLst xmlns:a="http://schemas.openxmlformats.org/drawingml/2006/main">
              <a:ext uri="{FF2B5EF4-FFF2-40B4-BE49-F238E27FC236}">
                <a16:creationId xmlns:a16="http://schemas.microsoft.com/office/drawing/2014/main" id="{33559A88-5988-49AA-B794-DAEC126C46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053D40F-33A2-4781-ADA8-98588CE7F92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584EADE6-8480-40C9-BCCF-675A53EFDC4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D3A16212-9E93-484F-B395-B313966E95B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65BE4709-FD7F-4C6C-8B66-42F63D79B5FE}"/>
              </a:ext>
            </a:extLst>
          </p:cNvPr>
          <p:cNvSpPr>
            <a:spLocks xmlns:a="http://schemas.openxmlformats.org/drawingml/2006/main" noGrp="1"/>
          </p:cNvSpPr>
          <p:nvPr/>
        </p:nvSpPr>
        <p:spPr>
          <a:xfrm xmlns:a="http://schemas.openxmlformats.org/drawingml/2006/main">
            <a:off x="609600" y="20383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0CC2F522-062D-489B-B5D3-228A522A448E}"/>
              </a:ext>
            </a:extLst>
          </p:cNvPr>
          <p:cNvSpPr>
            <a:spLocks xmlns:a="http://schemas.openxmlformats.org/drawingml/2006/main" noGrp="1"/>
          </p:cNvSpPr>
          <p:nvPr/>
        </p:nvSpPr>
        <p:spPr>
          <a:xfrm xmlns:a="http://schemas.openxmlformats.org/drawingml/2006/main">
            <a:off x="609600" y="2714625"/>
            <a:ext cx="10972800" cy="0"/>
          </a:xfrm>
          <a:prstGeom xmlns:a="http://schemas.openxmlformats.org/drawingml/2006/main" prst="line">
            <a:avLst/>
          </a:prstGeom>
          <a:noFill xmlns:a="http://schemas.openxmlformats.org/drawingml/2006/main"/>
          <a:ln xmlns:a="http://schemas.openxmlformats.org/drawingml/2006/main" w="9525">
            <a:solidFill>
              <a:srgbClr val="176B4D"/>
            </a:solidFill>
            <a:prstDash val="solid"/>
          </a:ln>
        </p:spPr>
      </p:sp>
      <p:sp>
        <p:nvSpPr>
          <p:cNvPr id="9" name="버그 수정">
            <a:extLst xmlns:a="http://schemas.openxmlformats.org/drawingml/2006/main">
              <a:ext uri="{FF2B5EF4-FFF2-40B4-BE49-F238E27FC236}">
                <a16:creationId xmlns:a16="http://schemas.microsoft.com/office/drawing/2014/main" id="{A4A513F7-EB6E-4FFE-AB1F-CAC858E6F058}"/>
              </a:ext>
            </a:extLst>
          </p:cNvPr>
          <p:cNvSpPr>
            <a:spLocks xmlns:a="http://schemas.openxmlformats.org/drawingml/2006/main" noGrp="1"/>
          </p:cNvSpPr>
          <p:nvPr/>
        </p:nvSpPr>
        <p:spPr>
          <a:xfrm xmlns:a="http://schemas.openxmlformats.org/drawingml/2006/main">
            <a:off x="609600" y="27908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버그 수정</a:t>
            </a:r>
          </a:p>
        </p:txBody>
      </p:sp>
      <p:sp>
        <p:nvSpPr>
          <p:cNvPr id="10" name="동작 계약을 확인하는가?">
            <a:extLst xmlns:a="http://schemas.openxmlformats.org/drawingml/2006/main">
              <a:ext uri="{FF2B5EF4-FFF2-40B4-BE49-F238E27FC236}">
                <a16:creationId xmlns:a16="http://schemas.microsoft.com/office/drawing/2014/main" id="{D13B57A6-4597-4BD7-A359-EAE0686A2312}"/>
              </a:ext>
            </a:extLst>
          </p:cNvPr>
          <p:cNvSpPr>
            <a:spLocks xmlns:a="http://schemas.openxmlformats.org/drawingml/2006/main" noGrp="1"/>
          </p:cNvSpPr>
          <p:nvPr/>
        </p:nvSpPr>
        <p:spPr>
          <a:xfrm xmlns:a="http://schemas.openxmlformats.org/drawingml/2006/main">
            <a:off x="3048000" y="27908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동작 계약을 확인하는가?</a:t>
            </a:r>
          </a:p>
        </p:txBody>
      </p:sp>
      <p:sp>
        <p:nvSpPr>
          <p:cNvPr id="11" name="EVAL-01 · TRIAL-002">
            <a:extLst xmlns:a="http://schemas.openxmlformats.org/drawingml/2006/main">
              <a:ext uri="{FF2B5EF4-FFF2-40B4-BE49-F238E27FC236}">
                <a16:creationId xmlns:a16="http://schemas.microsoft.com/office/drawing/2014/main" id="{8DB1BD95-A3D8-48EB-A0A9-EAABD35FF745}"/>
              </a:ext>
            </a:extLst>
          </p:cNvPr>
          <p:cNvSpPr>
            <a:spLocks xmlns:a="http://schemas.openxmlformats.org/drawingml/2006/main" noGrp="1"/>
          </p:cNvSpPr>
          <p:nvPr/>
        </p:nvSpPr>
        <p:spPr>
          <a:xfrm xmlns:a="http://schemas.openxmlformats.org/drawingml/2006/main">
            <a:off x="8858250" y="28098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176B4D"/>
                </a:solidFill>
                <a:latin typeface="Malgun Gothic"/>
                <a:ea typeface="Malgun Gothic"/>
                <a:cs typeface="Malgun Gothic"/>
              </a:defRPr>
            </a:defPPr>
            <a:lvl1pPr algn="l">
              <a:defRPr sz="1425" b="1">
                <a:solidFill>
                  <a:srgbClr val="176B4D"/>
                </a:solidFill>
                <a:latin typeface="Malgun Gothic"/>
                <a:ea typeface="Malgun Gothic"/>
                <a:cs typeface="Malgun Gothic"/>
              </a:defRPr>
            </a:lvl1pPr>
            <a:lvl2pPr algn="l">
              <a:defRPr sz="1425" b="1">
                <a:solidFill>
                  <a:srgbClr val="176B4D"/>
                </a:solidFill>
                <a:latin typeface="Malgun Gothic"/>
                <a:ea typeface="Malgun Gothic"/>
                <a:cs typeface="Malgun Gothic"/>
              </a:defRPr>
            </a:lvl2pPr>
            <a:lvl3pPr algn="l">
              <a:defRPr sz="1425" b="1">
                <a:solidFill>
                  <a:srgbClr val="176B4D"/>
                </a:solidFill>
                <a:latin typeface="Malgun Gothic"/>
                <a:ea typeface="Malgun Gothic"/>
                <a:cs typeface="Malgun Gothic"/>
              </a:defRPr>
            </a:lvl3pPr>
            <a:lvl4pPr algn="l">
              <a:defRPr sz="1425" b="1">
                <a:solidFill>
                  <a:srgbClr val="176B4D"/>
                </a:solidFill>
                <a:latin typeface="Malgun Gothic"/>
                <a:ea typeface="Malgun Gothic"/>
                <a:cs typeface="Malgun Gothic"/>
              </a:defRPr>
            </a:lvl4pPr>
            <a:lvl5pPr algn="l">
              <a:defRPr sz="1425" b="1">
                <a:solidFill>
                  <a:srgbClr val="176B4D"/>
                </a:solidFill>
                <a:latin typeface="Malgun Gothic"/>
                <a:ea typeface="Malgun Gothic"/>
                <a:cs typeface="Malgun Gothic"/>
              </a:defRPr>
            </a:lvl5pPr>
            <a:lvl6pPr algn="l">
              <a:defRPr sz="1425" b="1">
                <a:solidFill>
                  <a:srgbClr val="176B4D"/>
                </a:solidFill>
                <a:latin typeface="Malgun Gothic"/>
                <a:ea typeface="Malgun Gothic"/>
                <a:cs typeface="Malgun Gothic"/>
              </a:defRPr>
            </a:lvl6pPr>
            <a:lvl7pPr algn="l">
              <a:defRPr sz="1425" b="1">
                <a:solidFill>
                  <a:srgbClr val="176B4D"/>
                </a:solidFill>
                <a:latin typeface="Malgun Gothic"/>
                <a:ea typeface="Malgun Gothic"/>
                <a:cs typeface="Malgun Gothic"/>
              </a:defRPr>
            </a:lvl7pPr>
            <a:lvl8pPr algn="l">
              <a:defRPr sz="1425" b="1">
                <a:solidFill>
                  <a:srgbClr val="176B4D"/>
                </a:solidFill>
                <a:latin typeface="Malgun Gothic"/>
                <a:ea typeface="Malgun Gothic"/>
                <a:cs typeface="Malgun Gothic"/>
              </a:defRPr>
            </a:lvl8pPr>
            <a:lvl9pPr algn="l">
              <a:defRPr sz="1425" b="1">
                <a:solidFill>
                  <a:srgbClr val="176B4D"/>
                </a:solidFill>
                <a:latin typeface="Malgun Gothic"/>
                <a:ea typeface="Malgun Gothic"/>
                <a:cs typeface="Malgun Gothic"/>
              </a:defRPr>
            </a:lvl9pPr>
          </a:lstStyle>
          <a:p xmlns:a="http://schemas.openxmlformats.org/drawingml/2006/main">
            <a:pPr algn="l">
              <a:defRPr sz="1425" b="1">
                <a:solidFill>
                  <a:srgbClr val="176B4D"/>
                </a:solidFill>
                <a:latin typeface="Malgun Gothic"/>
                <a:ea typeface="Malgun Gothic"/>
                <a:cs typeface="Malgun Gothic"/>
              </a:defRPr>
            </a:pPr>
            <a:r>
              <a:rPr sz="1425" b="1">
                <a:solidFill>
                  <a:srgbClr val="176B4D"/>
                </a:solidFill>
                <a:latin typeface="Malgun Gothic"/>
                <a:ea typeface="Malgun Gothic"/>
                <a:cs typeface="Malgun Gothic"/>
              </a:rPr>
              <a:t>EVAL-01 · TRIAL-002</a:t>
            </a:r>
          </a:p>
        </p:txBody>
      </p:sp>
      <p:sp>
        <p:nvSpPr>
          <p:cNvPr id="12" name="">
            <a:extLst xmlns:a="http://schemas.openxmlformats.org/drawingml/2006/main">
              <a:ext uri="{FF2B5EF4-FFF2-40B4-BE49-F238E27FC236}">
                <a16:creationId xmlns:a16="http://schemas.microsoft.com/office/drawing/2014/main" id="{20EEF8D3-5F7B-4CA3-A6CA-8C360FA88ACF}"/>
              </a:ext>
            </a:extLst>
          </p:cNvPr>
          <p:cNvSpPr>
            <a:spLocks xmlns:a="http://schemas.openxmlformats.org/drawingml/2006/main" noGrp="1"/>
          </p:cNvSpPr>
          <p:nvPr/>
        </p:nvSpPr>
        <p:spPr>
          <a:xfrm xmlns:a="http://schemas.openxmlformats.org/drawingml/2006/main">
            <a:off x="609600" y="3400425"/>
            <a:ext cx="10972800" cy="0"/>
          </a:xfrm>
          <a:prstGeom xmlns:a="http://schemas.openxmlformats.org/drawingml/2006/main" prst="line">
            <a:avLst/>
          </a:prstGeom>
          <a:noFill xmlns:a="http://schemas.openxmlformats.org/drawingml/2006/main"/>
          <a:ln xmlns:a="http://schemas.openxmlformats.org/drawingml/2006/main" w="9525">
            <a:solidFill>
              <a:srgbClr val="176B4D"/>
            </a:solidFill>
            <a:prstDash val="solid"/>
          </a:ln>
        </p:spPr>
      </p:sp>
      <p:sp>
        <p:nvSpPr>
          <p:cNvPr id="13" name="성능 변경">
            <a:extLst xmlns:a="http://schemas.openxmlformats.org/drawingml/2006/main">
              <a:ext uri="{FF2B5EF4-FFF2-40B4-BE49-F238E27FC236}">
                <a16:creationId xmlns:a16="http://schemas.microsoft.com/office/drawing/2014/main" id="{410F902E-BCE5-4445-B227-4CC09A97733C}"/>
              </a:ext>
            </a:extLst>
          </p:cNvPr>
          <p:cNvSpPr>
            <a:spLocks xmlns:a="http://schemas.openxmlformats.org/drawingml/2006/main" noGrp="1"/>
          </p:cNvSpPr>
          <p:nvPr/>
        </p:nvSpPr>
        <p:spPr>
          <a:xfrm xmlns:a="http://schemas.openxmlformats.org/drawingml/2006/main">
            <a:off x="609600" y="34766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성능 변경</a:t>
            </a:r>
          </a:p>
        </p:txBody>
      </p:sp>
      <p:sp>
        <p:nvSpPr>
          <p:cNvPr id="14" name="측정과 검증 범위를 유지하는가?">
            <a:extLst xmlns:a="http://schemas.openxmlformats.org/drawingml/2006/main">
              <a:ext uri="{FF2B5EF4-FFF2-40B4-BE49-F238E27FC236}">
                <a16:creationId xmlns:a16="http://schemas.microsoft.com/office/drawing/2014/main" id="{7F4A9B0B-9CB1-442B-BE33-B54B1BF5193E}"/>
              </a:ext>
            </a:extLst>
          </p:cNvPr>
          <p:cNvSpPr>
            <a:spLocks xmlns:a="http://schemas.openxmlformats.org/drawingml/2006/main" noGrp="1"/>
          </p:cNvSpPr>
          <p:nvPr/>
        </p:nvSpPr>
        <p:spPr>
          <a:xfrm xmlns:a="http://schemas.openxmlformats.org/drawingml/2006/main">
            <a:off x="3048000" y="34766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측정과 검증 범위를 유지하는가?</a:t>
            </a:r>
          </a:p>
        </p:txBody>
      </p:sp>
      <p:sp>
        <p:nvSpPr>
          <p:cNvPr id="15" name="EVAL-02 · STATE-04-PERF">
            <a:extLst xmlns:a="http://schemas.openxmlformats.org/drawingml/2006/main">
              <a:ext uri="{FF2B5EF4-FFF2-40B4-BE49-F238E27FC236}">
                <a16:creationId xmlns:a16="http://schemas.microsoft.com/office/drawing/2014/main" id="{7B1B4F59-85CC-4D8E-A2C0-71B217D2A347}"/>
              </a:ext>
            </a:extLst>
          </p:cNvPr>
          <p:cNvSpPr>
            <a:spLocks xmlns:a="http://schemas.openxmlformats.org/drawingml/2006/main" noGrp="1"/>
          </p:cNvSpPr>
          <p:nvPr/>
        </p:nvSpPr>
        <p:spPr>
          <a:xfrm xmlns:a="http://schemas.openxmlformats.org/drawingml/2006/main">
            <a:off x="8858250" y="34956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176B4D"/>
                </a:solidFill>
                <a:latin typeface="Malgun Gothic"/>
                <a:ea typeface="Malgun Gothic"/>
                <a:cs typeface="Malgun Gothic"/>
              </a:defRPr>
            </a:defPPr>
            <a:lvl1pPr algn="l">
              <a:defRPr sz="1425" b="1">
                <a:solidFill>
                  <a:srgbClr val="176B4D"/>
                </a:solidFill>
                <a:latin typeface="Malgun Gothic"/>
                <a:ea typeface="Malgun Gothic"/>
                <a:cs typeface="Malgun Gothic"/>
              </a:defRPr>
            </a:lvl1pPr>
            <a:lvl2pPr algn="l">
              <a:defRPr sz="1425" b="1">
                <a:solidFill>
                  <a:srgbClr val="176B4D"/>
                </a:solidFill>
                <a:latin typeface="Malgun Gothic"/>
                <a:ea typeface="Malgun Gothic"/>
                <a:cs typeface="Malgun Gothic"/>
              </a:defRPr>
            </a:lvl2pPr>
            <a:lvl3pPr algn="l">
              <a:defRPr sz="1425" b="1">
                <a:solidFill>
                  <a:srgbClr val="176B4D"/>
                </a:solidFill>
                <a:latin typeface="Malgun Gothic"/>
                <a:ea typeface="Malgun Gothic"/>
                <a:cs typeface="Malgun Gothic"/>
              </a:defRPr>
            </a:lvl3pPr>
            <a:lvl4pPr algn="l">
              <a:defRPr sz="1425" b="1">
                <a:solidFill>
                  <a:srgbClr val="176B4D"/>
                </a:solidFill>
                <a:latin typeface="Malgun Gothic"/>
                <a:ea typeface="Malgun Gothic"/>
                <a:cs typeface="Malgun Gothic"/>
              </a:defRPr>
            </a:lvl4pPr>
            <a:lvl5pPr algn="l">
              <a:defRPr sz="1425" b="1">
                <a:solidFill>
                  <a:srgbClr val="176B4D"/>
                </a:solidFill>
                <a:latin typeface="Malgun Gothic"/>
                <a:ea typeface="Malgun Gothic"/>
                <a:cs typeface="Malgun Gothic"/>
              </a:defRPr>
            </a:lvl5pPr>
            <a:lvl6pPr algn="l">
              <a:defRPr sz="1425" b="1">
                <a:solidFill>
                  <a:srgbClr val="176B4D"/>
                </a:solidFill>
                <a:latin typeface="Malgun Gothic"/>
                <a:ea typeface="Malgun Gothic"/>
                <a:cs typeface="Malgun Gothic"/>
              </a:defRPr>
            </a:lvl6pPr>
            <a:lvl7pPr algn="l">
              <a:defRPr sz="1425" b="1">
                <a:solidFill>
                  <a:srgbClr val="176B4D"/>
                </a:solidFill>
                <a:latin typeface="Malgun Gothic"/>
                <a:ea typeface="Malgun Gothic"/>
                <a:cs typeface="Malgun Gothic"/>
              </a:defRPr>
            </a:lvl7pPr>
            <a:lvl8pPr algn="l">
              <a:defRPr sz="1425" b="1">
                <a:solidFill>
                  <a:srgbClr val="176B4D"/>
                </a:solidFill>
                <a:latin typeface="Malgun Gothic"/>
                <a:ea typeface="Malgun Gothic"/>
                <a:cs typeface="Malgun Gothic"/>
              </a:defRPr>
            </a:lvl8pPr>
            <a:lvl9pPr algn="l">
              <a:defRPr sz="1425" b="1">
                <a:solidFill>
                  <a:srgbClr val="176B4D"/>
                </a:solidFill>
                <a:latin typeface="Malgun Gothic"/>
                <a:ea typeface="Malgun Gothic"/>
                <a:cs typeface="Malgun Gothic"/>
              </a:defRPr>
            </a:lvl9pPr>
          </a:lstStyle>
          <a:p xmlns:a="http://schemas.openxmlformats.org/drawingml/2006/main">
            <a:pPr algn="l">
              <a:defRPr sz="1425" b="1">
                <a:solidFill>
                  <a:srgbClr val="176B4D"/>
                </a:solidFill>
                <a:latin typeface="Malgun Gothic"/>
                <a:ea typeface="Malgun Gothic"/>
                <a:cs typeface="Malgun Gothic"/>
              </a:defRPr>
            </a:pPr>
            <a:r>
              <a:rPr sz="1425" b="1">
                <a:solidFill>
                  <a:srgbClr val="176B4D"/>
                </a:solidFill>
                <a:latin typeface="Malgun Gothic"/>
                <a:ea typeface="Malgun Gothic"/>
                <a:cs typeface="Malgun Gothic"/>
              </a:rPr>
              <a:t>EVAL-02 · STATE-04-PERF</a:t>
            </a:r>
          </a:p>
        </p:txBody>
      </p:sp>
      <p:sp>
        <p:nvSpPr>
          <p:cNvPr id="16" name="">
            <a:extLst xmlns:a="http://schemas.openxmlformats.org/drawingml/2006/main">
              <a:ext uri="{FF2B5EF4-FFF2-40B4-BE49-F238E27FC236}">
                <a16:creationId xmlns:a16="http://schemas.microsoft.com/office/drawing/2014/main" id="{4F24D634-096B-46DB-A68F-D715C900E434}"/>
              </a:ext>
            </a:extLst>
          </p:cNvPr>
          <p:cNvSpPr>
            <a:spLocks xmlns:a="http://schemas.openxmlformats.org/drawingml/2006/main" noGrp="1"/>
          </p:cNvSpPr>
          <p:nvPr/>
        </p:nvSpPr>
        <p:spPr>
          <a:xfrm xmlns:a="http://schemas.openxmlformats.org/drawingml/2006/main">
            <a:off x="609600" y="4086225"/>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7" name="문서만 수정">
            <a:extLst xmlns:a="http://schemas.openxmlformats.org/drawingml/2006/main">
              <a:ext uri="{FF2B5EF4-FFF2-40B4-BE49-F238E27FC236}">
                <a16:creationId xmlns:a16="http://schemas.microsoft.com/office/drawing/2014/main" id="{E4D67598-16AD-4489-8CFC-5AD3074E3798}"/>
              </a:ext>
            </a:extLst>
          </p:cNvPr>
          <p:cNvSpPr>
            <a:spLocks xmlns:a="http://schemas.openxmlformats.org/drawingml/2006/main" noGrp="1"/>
          </p:cNvSpPr>
          <p:nvPr/>
        </p:nvSpPr>
        <p:spPr>
          <a:xfrm xmlns:a="http://schemas.openxmlformats.org/drawingml/2006/main">
            <a:off x="609600" y="41624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문서만 수정</a:t>
            </a:r>
          </a:p>
        </p:txBody>
      </p:sp>
      <p:sp>
        <p:nvSpPr>
          <p:cNvPr id="18" name="불필요한 절차를 강요하지 않는가?">
            <a:extLst xmlns:a="http://schemas.openxmlformats.org/drawingml/2006/main">
              <a:ext uri="{FF2B5EF4-FFF2-40B4-BE49-F238E27FC236}">
                <a16:creationId xmlns:a16="http://schemas.microsoft.com/office/drawing/2014/main" id="{77E84F44-9BA2-4429-AAD3-B4D7D8D40174}"/>
              </a:ext>
            </a:extLst>
          </p:cNvPr>
          <p:cNvSpPr>
            <a:spLocks xmlns:a="http://schemas.openxmlformats.org/drawingml/2006/main" noGrp="1"/>
          </p:cNvSpPr>
          <p:nvPr/>
        </p:nvSpPr>
        <p:spPr>
          <a:xfrm xmlns:a="http://schemas.openxmlformats.org/drawingml/2006/main">
            <a:off x="3048000" y="41624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불필요한 절차를 강요하지 않는가?</a:t>
            </a:r>
          </a:p>
        </p:txBody>
      </p:sp>
      <p:sp>
        <p:nvSpPr>
          <p:cNvPr id="19" name="EVAL-03 · 설계 사례">
            <a:extLst xmlns:a="http://schemas.openxmlformats.org/drawingml/2006/main">
              <a:ext uri="{FF2B5EF4-FFF2-40B4-BE49-F238E27FC236}">
                <a16:creationId xmlns:a16="http://schemas.microsoft.com/office/drawing/2014/main" id="{B104AB15-F90B-4C8A-87EE-67BDC0612E28}"/>
              </a:ext>
            </a:extLst>
          </p:cNvPr>
          <p:cNvSpPr>
            <a:spLocks xmlns:a="http://schemas.openxmlformats.org/drawingml/2006/main" noGrp="1"/>
          </p:cNvSpPr>
          <p:nvPr/>
        </p:nvSpPr>
        <p:spPr>
          <a:xfrm xmlns:a="http://schemas.openxmlformats.org/drawingml/2006/main">
            <a:off x="8858250" y="41814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EVAL-03 · 설계 사례</a:t>
            </a:r>
          </a:p>
        </p:txBody>
      </p:sp>
      <p:sp>
        <p:nvSpPr>
          <p:cNvPr id="20" name="">
            <a:extLst xmlns:a="http://schemas.openxmlformats.org/drawingml/2006/main">
              <a:ext uri="{FF2B5EF4-FFF2-40B4-BE49-F238E27FC236}">
                <a16:creationId xmlns:a16="http://schemas.microsoft.com/office/drawing/2014/main" id="{6CD831D1-BE87-40A5-8533-F03C7B81AE57}"/>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1" name="작은 리팩터링">
            <a:extLst xmlns:a="http://schemas.openxmlformats.org/drawingml/2006/main">
              <a:ext uri="{FF2B5EF4-FFF2-40B4-BE49-F238E27FC236}">
                <a16:creationId xmlns:a16="http://schemas.microsoft.com/office/drawing/2014/main" id="{8D565414-211D-435A-9CB4-2BC80F16B78A}"/>
              </a:ext>
            </a:extLst>
          </p:cNvPr>
          <p:cNvSpPr>
            <a:spLocks xmlns:a="http://schemas.openxmlformats.org/drawingml/2006/main" noGrp="1"/>
          </p:cNvSpPr>
          <p:nvPr/>
        </p:nvSpPr>
        <p:spPr>
          <a:xfrm xmlns:a="http://schemas.openxmlformats.org/drawingml/2006/main">
            <a:off x="609600" y="48482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작은 리팩터링</a:t>
            </a:r>
          </a:p>
        </p:txBody>
      </p:sp>
      <p:sp>
        <p:nvSpPr>
          <p:cNvPr id="22" name="다른 유효한 작업을 방해하지 않는가?">
            <a:extLst xmlns:a="http://schemas.openxmlformats.org/drawingml/2006/main">
              <a:ext uri="{FF2B5EF4-FFF2-40B4-BE49-F238E27FC236}">
                <a16:creationId xmlns:a16="http://schemas.microsoft.com/office/drawing/2014/main" id="{4420D4A2-B254-4849-9752-ABAF8246033A}"/>
              </a:ext>
            </a:extLst>
          </p:cNvPr>
          <p:cNvSpPr>
            <a:spLocks xmlns:a="http://schemas.openxmlformats.org/drawingml/2006/main" noGrp="1"/>
          </p:cNvSpPr>
          <p:nvPr/>
        </p:nvSpPr>
        <p:spPr>
          <a:xfrm xmlns:a="http://schemas.openxmlformats.org/drawingml/2006/main">
            <a:off x="3048000" y="48482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다른 유효한 작업을 방해하지 않는가?</a:t>
            </a:r>
          </a:p>
        </p:txBody>
      </p:sp>
      <p:sp>
        <p:nvSpPr>
          <p:cNvPr id="23" name="EVAL-04 · 설계 사례">
            <a:extLst xmlns:a="http://schemas.openxmlformats.org/drawingml/2006/main">
              <a:ext uri="{FF2B5EF4-FFF2-40B4-BE49-F238E27FC236}">
                <a16:creationId xmlns:a16="http://schemas.microsoft.com/office/drawing/2014/main" id="{5A000BC8-2242-49FF-9FC8-B95B69F2092E}"/>
              </a:ext>
            </a:extLst>
          </p:cNvPr>
          <p:cNvSpPr>
            <a:spLocks xmlns:a="http://schemas.openxmlformats.org/drawingml/2006/main" noGrp="1"/>
          </p:cNvSpPr>
          <p:nvPr/>
        </p:nvSpPr>
        <p:spPr>
          <a:xfrm xmlns:a="http://schemas.openxmlformats.org/drawingml/2006/main">
            <a:off x="8858250" y="48672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EVAL-04 · 설계 사례</a:t>
            </a:r>
          </a:p>
        </p:txBody>
      </p:sp>
    </p:spTree>
    <p:extLst>
      <p:ext uri="{BB962C8B-B14F-4D97-AF65-F5344CB8AC3E}">
        <p14:creationId xmlns:p14="http://schemas.microsoft.com/office/powerpoint/2010/main" val="42141234"/>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규칙 유지보수">
            <a:extLst xmlns:a="http://schemas.openxmlformats.org/drawingml/2006/main">
              <a:ext uri="{FF2B5EF4-FFF2-40B4-BE49-F238E27FC236}">
                <a16:creationId xmlns:a16="http://schemas.microsoft.com/office/drawing/2014/main" id="{C320D21D-4F4E-4928-AA17-03BF7C7D16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5">
            <a:extLst xmlns:a="http://schemas.openxmlformats.org/drawingml/2006/main">
              <a:ext uri="{FF2B5EF4-FFF2-40B4-BE49-F238E27FC236}">
                <a16:creationId xmlns:a16="http://schemas.microsoft.com/office/drawing/2014/main" id="{2314E2E5-DABF-4D26-B1F9-F1A2B5CEEE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Harness도 특정 실패에 맞춰&#10;과적합될 수 있다">
            <a:extLst xmlns:a="http://schemas.openxmlformats.org/drawingml/2006/main">
              <a:ext uri="{FF2B5EF4-FFF2-40B4-BE49-F238E27FC236}">
                <a16:creationId xmlns:a16="http://schemas.microsoft.com/office/drawing/2014/main" id="{5E2799E3-BFC5-4FC1-B536-7161432B3BB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26D54412-CC90-4BB0-9604-33B4FDB13C3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A2107330-A4E1-4932-AFCB-C5EC0A7EAE5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33772666-CD0D-4F3A-8776-F908C31167A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A00EDAE2-D9DB-4F6F-B535-A272F675A472}"/>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AF4E1E8F-8AA1-45FD-B1B7-C3C50DE68D9D}"/>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CD9E7061-4AF4-4FB1-8063-3A5B3AC1DF09}"/>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3B0C83AA-6211-48F1-9BA8-B00C19F73D05}"/>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AAA137B3-7ABF-4F7E-BC98-BA20A50B9158}"/>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8C08FB71-7606-402E-93DB-F5D62D5E59F5}"/>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603B6270-7F54-4F68-9E36-731D45438207}"/>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D79E358E-C732-457E-BABE-5F80E444F578}"/>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2C7D2590-94E1-43D4-AC88-134586E5B8AE}"/>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609A4276-65E6-4E60-B936-316DFB8EF631}"/>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C2FA3B99-A48E-4374-B69B-EDC9E180914D}"/>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Tree>
    <p:extLst>
      <p:ext uri="{BB962C8B-B14F-4D97-AF65-F5344CB8AC3E}">
        <p14:creationId xmlns:p14="http://schemas.microsoft.com/office/powerpoint/2010/main" val="917431057"/>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4 · 이 교육의 Loop 모델">
            <a:extLst xmlns:a="http://schemas.openxmlformats.org/drawingml/2006/main">
              <a:ext uri="{FF2B5EF4-FFF2-40B4-BE49-F238E27FC236}">
                <a16:creationId xmlns:a16="http://schemas.microsoft.com/office/drawing/2014/main" id="{D567E38D-D149-4CE4-9223-35612F636A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6">
            <a:extLst xmlns:a="http://schemas.openxmlformats.org/drawingml/2006/main">
              <a:ext uri="{FF2B5EF4-FFF2-40B4-BE49-F238E27FC236}">
                <a16:creationId xmlns:a16="http://schemas.microsoft.com/office/drawing/2014/main" id="{CEC9A6AA-5B2B-4B1B-A75E-C6D5DB242A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Feedback을 System Change와&#10;Evaluation으로 잇기">
            <a:extLst xmlns:a="http://schemas.openxmlformats.org/drawingml/2006/main">
              <a:ext uri="{FF2B5EF4-FFF2-40B4-BE49-F238E27FC236}">
                <a16:creationId xmlns:a16="http://schemas.microsoft.com/office/drawing/2014/main" id="{F98288D3-4DE3-4D52-BEAC-5F513AF988D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231B0D98-2F10-4EB3-9C15-B5F2D16661B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C2F51B5E-2E9F-457E-BA32-717F44AE4C6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03149CF5-F331-4507-BEE4-2C0DCCB93FF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
            <a:extLst xmlns:a="http://schemas.openxmlformats.org/drawingml/2006/main">
              <a:ext uri="{FF2B5EF4-FFF2-40B4-BE49-F238E27FC236}">
                <a16:creationId xmlns:a16="http://schemas.microsoft.com/office/drawing/2014/main" id="{4C2BF211-0044-403D-96EE-941EF65CD2C6}"/>
              </a:ext>
            </a:extLst>
          </p:cNvPr>
          <p:cNvSpPr>
            <a:spLocks xmlns:a="http://schemas.openxmlformats.org/drawingml/2006/main" noGrp="1"/>
          </p:cNvSpPr>
          <p:nvPr/>
        </p:nvSpPr>
        <p:spPr>
          <a:xfrm xmlns:a="http://schemas.openxmlformats.org/drawingml/2006/main">
            <a:off x="60960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행">
            <a:extLst xmlns:a="http://schemas.openxmlformats.org/drawingml/2006/main">
              <a:ext uri="{FF2B5EF4-FFF2-40B4-BE49-F238E27FC236}">
                <a16:creationId xmlns:a16="http://schemas.microsoft.com/office/drawing/2014/main" id="{783D5BF0-C5C7-4FEA-A5F0-D2B4CDD3DA16}"/>
              </a:ext>
            </a:extLst>
          </p:cNvPr>
          <p:cNvSpPr>
            <a:spLocks xmlns:a="http://schemas.openxmlformats.org/drawingml/2006/main" noGrp="1"/>
          </p:cNvSpPr>
          <p:nvPr/>
        </p:nvSpPr>
        <p:spPr>
          <a:xfrm xmlns:a="http://schemas.openxmlformats.org/drawingml/2006/main">
            <a:off x="60960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a:t>
            </a:r>
          </a:p>
        </p:txBody>
      </p:sp>
      <p:sp>
        <p:nvSpPr>
          <p:cNvPr id="9" name="무엇을 했나?">
            <a:extLst xmlns:a="http://schemas.openxmlformats.org/drawingml/2006/main">
              <a:ext uri="{FF2B5EF4-FFF2-40B4-BE49-F238E27FC236}">
                <a16:creationId xmlns:a16="http://schemas.microsoft.com/office/drawing/2014/main" id="{EB691CE2-A9A9-4344-8242-616E8C0534DA}"/>
              </a:ext>
            </a:extLst>
          </p:cNvPr>
          <p:cNvSpPr>
            <a:spLocks xmlns:a="http://schemas.openxmlformats.org/drawingml/2006/main" noGrp="1"/>
          </p:cNvSpPr>
          <p:nvPr/>
        </p:nvSpPr>
        <p:spPr>
          <a:xfrm xmlns:a="http://schemas.openxmlformats.org/drawingml/2006/main">
            <a:off x="60960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무엇을 했나?</a:t>
            </a:r>
          </a:p>
        </p:txBody>
      </p:sp>
      <p:sp>
        <p:nvSpPr>
          <p:cNvPr id="10" name="">
            <a:extLst xmlns:a="http://schemas.openxmlformats.org/drawingml/2006/main">
              <a:ext uri="{FF2B5EF4-FFF2-40B4-BE49-F238E27FC236}">
                <a16:creationId xmlns:a16="http://schemas.microsoft.com/office/drawing/2014/main" id="{9321AFA7-B6A1-4758-8871-3C10AC344754}"/>
              </a:ext>
            </a:extLst>
          </p:cNvPr>
          <p:cNvSpPr>
            <a:spLocks xmlns:a="http://schemas.openxmlformats.org/drawingml/2006/main" noGrp="1"/>
          </p:cNvSpPr>
          <p:nvPr/>
        </p:nvSpPr>
        <p:spPr>
          <a:xfrm xmlns:a="http://schemas.openxmlformats.org/drawingml/2006/main">
            <a:off x="256984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87D0892-C24A-4245-B952-255CE32C5374}"/>
              </a:ext>
            </a:extLst>
          </p:cNvPr>
          <p:cNvSpPr>
            <a:spLocks xmlns:a="http://schemas.openxmlformats.org/drawingml/2006/main" noGrp="1"/>
          </p:cNvSpPr>
          <p:nvPr/>
        </p:nvSpPr>
        <p:spPr>
          <a:xfrm xmlns:a="http://schemas.openxmlformats.org/drawingml/2006/main">
            <a:off x="288417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관찰">
            <a:extLst xmlns:a="http://schemas.openxmlformats.org/drawingml/2006/main">
              <a:ext uri="{FF2B5EF4-FFF2-40B4-BE49-F238E27FC236}">
                <a16:creationId xmlns:a16="http://schemas.microsoft.com/office/drawing/2014/main" id="{711DB031-ED50-4708-8AD5-72EB898FFC3C}"/>
              </a:ext>
            </a:extLst>
          </p:cNvPr>
          <p:cNvSpPr>
            <a:spLocks xmlns:a="http://schemas.openxmlformats.org/drawingml/2006/main" noGrp="1"/>
          </p:cNvSpPr>
          <p:nvPr/>
        </p:nvSpPr>
        <p:spPr>
          <a:xfrm xmlns:a="http://schemas.openxmlformats.org/drawingml/2006/main">
            <a:off x="288417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관찰</a:t>
            </a:r>
          </a:p>
        </p:txBody>
      </p:sp>
      <p:sp>
        <p:nvSpPr>
          <p:cNvPr id="13" name="무엇이 보였나?">
            <a:extLst xmlns:a="http://schemas.openxmlformats.org/drawingml/2006/main">
              <a:ext uri="{FF2B5EF4-FFF2-40B4-BE49-F238E27FC236}">
                <a16:creationId xmlns:a16="http://schemas.microsoft.com/office/drawing/2014/main" id="{52184A5C-D791-47AE-B10A-E314F6A6E0E2}"/>
              </a:ext>
            </a:extLst>
          </p:cNvPr>
          <p:cNvSpPr>
            <a:spLocks xmlns:a="http://schemas.openxmlformats.org/drawingml/2006/main" noGrp="1"/>
          </p:cNvSpPr>
          <p:nvPr/>
        </p:nvSpPr>
        <p:spPr>
          <a:xfrm xmlns:a="http://schemas.openxmlformats.org/drawingml/2006/main">
            <a:off x="288417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무엇이 보였나?</a:t>
            </a:r>
          </a:p>
        </p:txBody>
      </p:sp>
      <p:sp>
        <p:nvSpPr>
          <p:cNvPr id="14" name="">
            <a:extLst xmlns:a="http://schemas.openxmlformats.org/drawingml/2006/main">
              <a:ext uri="{FF2B5EF4-FFF2-40B4-BE49-F238E27FC236}">
                <a16:creationId xmlns:a16="http://schemas.microsoft.com/office/drawing/2014/main" id="{274F6F9F-71E2-4159-AA1A-961AA328ED82}"/>
              </a:ext>
            </a:extLst>
          </p:cNvPr>
          <p:cNvSpPr>
            <a:spLocks xmlns:a="http://schemas.openxmlformats.org/drawingml/2006/main" noGrp="1"/>
          </p:cNvSpPr>
          <p:nvPr/>
        </p:nvSpPr>
        <p:spPr>
          <a:xfrm xmlns:a="http://schemas.openxmlformats.org/drawingml/2006/main">
            <a:off x="484441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F1B4DD2-8C59-4196-B4CA-447747B43CE2}"/>
              </a:ext>
            </a:extLst>
          </p:cNvPr>
          <p:cNvSpPr>
            <a:spLocks xmlns:a="http://schemas.openxmlformats.org/drawingml/2006/main" noGrp="1"/>
          </p:cNvSpPr>
          <p:nvPr/>
        </p:nvSpPr>
        <p:spPr>
          <a:xfrm xmlns:a="http://schemas.openxmlformats.org/drawingml/2006/main">
            <a:off x="515874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원인 판단">
            <a:extLst xmlns:a="http://schemas.openxmlformats.org/drawingml/2006/main">
              <a:ext uri="{FF2B5EF4-FFF2-40B4-BE49-F238E27FC236}">
                <a16:creationId xmlns:a16="http://schemas.microsoft.com/office/drawing/2014/main" id="{39FA1850-2414-41DB-973E-FA55E8771E9C}"/>
              </a:ext>
            </a:extLst>
          </p:cNvPr>
          <p:cNvSpPr>
            <a:spLocks xmlns:a="http://schemas.openxmlformats.org/drawingml/2006/main" noGrp="1"/>
          </p:cNvSpPr>
          <p:nvPr/>
        </p:nvSpPr>
        <p:spPr>
          <a:xfrm xmlns:a="http://schemas.openxmlformats.org/drawingml/2006/main">
            <a:off x="515874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 판단</a:t>
            </a:r>
          </a:p>
        </p:txBody>
      </p:sp>
      <p:sp>
        <p:nvSpPr>
          <p:cNvPr id="17" name="왜 생겼나?">
            <a:extLst xmlns:a="http://schemas.openxmlformats.org/drawingml/2006/main">
              <a:ext uri="{FF2B5EF4-FFF2-40B4-BE49-F238E27FC236}">
                <a16:creationId xmlns:a16="http://schemas.microsoft.com/office/drawing/2014/main" id="{C0BA7695-C197-40F9-B595-F7780BAA37DB}"/>
              </a:ext>
            </a:extLst>
          </p:cNvPr>
          <p:cNvSpPr>
            <a:spLocks xmlns:a="http://schemas.openxmlformats.org/drawingml/2006/main" noGrp="1"/>
          </p:cNvSpPr>
          <p:nvPr/>
        </p:nvSpPr>
        <p:spPr>
          <a:xfrm xmlns:a="http://schemas.openxmlformats.org/drawingml/2006/main">
            <a:off x="515874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왜 생겼나?</a:t>
            </a:r>
          </a:p>
        </p:txBody>
      </p:sp>
      <p:sp>
        <p:nvSpPr>
          <p:cNvPr id="18" name="">
            <a:extLst xmlns:a="http://schemas.openxmlformats.org/drawingml/2006/main">
              <a:ext uri="{FF2B5EF4-FFF2-40B4-BE49-F238E27FC236}">
                <a16:creationId xmlns:a16="http://schemas.microsoft.com/office/drawing/2014/main" id="{FB53F5D2-90E3-4C18-8C29-136E1D3E0F70}"/>
              </a:ext>
            </a:extLst>
          </p:cNvPr>
          <p:cNvSpPr>
            <a:spLocks xmlns:a="http://schemas.openxmlformats.org/drawingml/2006/main" noGrp="1"/>
          </p:cNvSpPr>
          <p:nvPr/>
        </p:nvSpPr>
        <p:spPr>
          <a:xfrm xmlns:a="http://schemas.openxmlformats.org/drawingml/2006/main">
            <a:off x="711898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43B2659-A4F7-4C83-AA7E-4706B4CC2307}"/>
              </a:ext>
            </a:extLst>
          </p:cNvPr>
          <p:cNvSpPr>
            <a:spLocks xmlns:a="http://schemas.openxmlformats.org/drawingml/2006/main" noGrp="1"/>
          </p:cNvSpPr>
          <p:nvPr/>
        </p:nvSpPr>
        <p:spPr>
          <a:xfrm xmlns:a="http://schemas.openxmlformats.org/drawingml/2006/main">
            <a:off x="743331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시스템 변경">
            <a:extLst xmlns:a="http://schemas.openxmlformats.org/drawingml/2006/main">
              <a:ext uri="{FF2B5EF4-FFF2-40B4-BE49-F238E27FC236}">
                <a16:creationId xmlns:a16="http://schemas.microsoft.com/office/drawing/2014/main" id="{158B85A4-6ED9-4181-B3FF-CB2AF230F00D}"/>
              </a:ext>
            </a:extLst>
          </p:cNvPr>
          <p:cNvSpPr>
            <a:spLocks xmlns:a="http://schemas.openxmlformats.org/drawingml/2006/main" noGrp="1"/>
          </p:cNvSpPr>
          <p:nvPr/>
        </p:nvSpPr>
        <p:spPr>
          <a:xfrm xmlns:a="http://schemas.openxmlformats.org/drawingml/2006/main">
            <a:off x="743331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시스템 변경</a:t>
            </a:r>
          </a:p>
        </p:txBody>
      </p:sp>
      <p:sp>
        <p:nvSpPr>
          <p:cNvPr id="21" name="어디를 바꾸나?">
            <a:extLst xmlns:a="http://schemas.openxmlformats.org/drawingml/2006/main">
              <a:ext uri="{FF2B5EF4-FFF2-40B4-BE49-F238E27FC236}">
                <a16:creationId xmlns:a16="http://schemas.microsoft.com/office/drawing/2014/main" id="{0946FAEA-E8B9-4C0B-915D-A32442E374FC}"/>
              </a:ext>
            </a:extLst>
          </p:cNvPr>
          <p:cNvSpPr>
            <a:spLocks xmlns:a="http://schemas.openxmlformats.org/drawingml/2006/main" noGrp="1"/>
          </p:cNvSpPr>
          <p:nvPr/>
        </p:nvSpPr>
        <p:spPr>
          <a:xfrm xmlns:a="http://schemas.openxmlformats.org/drawingml/2006/main">
            <a:off x="743331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어디를 바꾸나?</a:t>
            </a:r>
          </a:p>
        </p:txBody>
      </p:sp>
      <p:sp>
        <p:nvSpPr>
          <p:cNvPr id="22" name="">
            <a:extLst xmlns:a="http://schemas.openxmlformats.org/drawingml/2006/main">
              <a:ext uri="{FF2B5EF4-FFF2-40B4-BE49-F238E27FC236}">
                <a16:creationId xmlns:a16="http://schemas.microsoft.com/office/drawing/2014/main" id="{722BC559-1A07-4AED-B1F3-AAE508D4229C}"/>
              </a:ext>
            </a:extLst>
          </p:cNvPr>
          <p:cNvSpPr>
            <a:spLocks xmlns:a="http://schemas.openxmlformats.org/drawingml/2006/main" noGrp="1"/>
          </p:cNvSpPr>
          <p:nvPr/>
        </p:nvSpPr>
        <p:spPr>
          <a:xfrm xmlns:a="http://schemas.openxmlformats.org/drawingml/2006/main">
            <a:off x="939355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D99EDDD-02B9-4CC5-9F69-7C661D2B1E99}"/>
              </a:ext>
            </a:extLst>
          </p:cNvPr>
          <p:cNvSpPr>
            <a:spLocks xmlns:a="http://schemas.openxmlformats.org/drawingml/2006/main" noGrp="1"/>
          </p:cNvSpPr>
          <p:nvPr/>
        </p:nvSpPr>
        <p:spPr>
          <a:xfrm xmlns:a="http://schemas.openxmlformats.org/drawingml/2006/main">
            <a:off x="970788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재평가">
            <a:extLst xmlns:a="http://schemas.openxmlformats.org/drawingml/2006/main">
              <a:ext uri="{FF2B5EF4-FFF2-40B4-BE49-F238E27FC236}">
                <a16:creationId xmlns:a16="http://schemas.microsoft.com/office/drawing/2014/main" id="{C4B43A5F-3874-49E1-B383-89D3783A1765}"/>
              </a:ext>
            </a:extLst>
          </p:cNvPr>
          <p:cNvSpPr>
            <a:spLocks xmlns:a="http://schemas.openxmlformats.org/drawingml/2006/main" noGrp="1"/>
          </p:cNvSpPr>
          <p:nvPr/>
        </p:nvSpPr>
        <p:spPr>
          <a:xfrm xmlns:a="http://schemas.openxmlformats.org/drawingml/2006/main">
            <a:off x="970788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재평가</a:t>
            </a:r>
          </a:p>
        </p:txBody>
      </p:sp>
      <p:sp>
        <p:nvSpPr>
          <p:cNvPr id="25" name="다른 작업도&#10;괜찮은가?">
            <a:extLst xmlns:a="http://schemas.openxmlformats.org/drawingml/2006/main">
              <a:ext uri="{FF2B5EF4-FFF2-40B4-BE49-F238E27FC236}">
                <a16:creationId xmlns:a16="http://schemas.microsoft.com/office/drawing/2014/main" id="{CF74BE9C-1DB5-44AB-9830-081114A1A43B}"/>
              </a:ext>
            </a:extLst>
          </p:cNvPr>
          <p:cNvSpPr>
            <a:spLocks xmlns:a="http://schemas.openxmlformats.org/drawingml/2006/main" noGrp="1"/>
          </p:cNvSpPr>
          <p:nvPr/>
        </p:nvSpPr>
        <p:spPr>
          <a:xfrm xmlns:a="http://schemas.openxmlformats.org/drawingml/2006/main">
            <a:off x="970788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다른 작업도</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괜찮은가?</a:t>
            </a:r>
          </a:p>
        </p:txBody>
      </p:sp>
      <p:sp>
        <p:nvSpPr>
          <p:cNvPr id="26" name="다음 작업에도 영향을 주는 변경으로 연결한다.">
            <a:extLst xmlns:a="http://schemas.openxmlformats.org/drawingml/2006/main">
              <a:ext uri="{FF2B5EF4-FFF2-40B4-BE49-F238E27FC236}">
                <a16:creationId xmlns:a16="http://schemas.microsoft.com/office/drawing/2014/main" id="{7E8DA0F7-A8F3-43F2-AB95-ACCCE0E16D63}"/>
              </a:ext>
            </a:extLst>
          </p:cNvPr>
          <p:cNvSpPr>
            <a:spLocks xmlns:a="http://schemas.openxmlformats.org/drawingml/2006/main" noGrp="1"/>
          </p:cNvSpPr>
          <p:nvPr/>
        </p:nvSpPr>
        <p:spPr>
          <a:xfrm xmlns:a="http://schemas.openxmlformats.org/drawingml/2006/main">
            <a:off x="609600" y="49530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 영향을 주는 변경으로 연결한다.</a:t>
            </a:r>
          </a:p>
        </p:txBody>
      </p:sp>
    </p:spTree>
    <p:extLst>
      <p:ext uri="{BB962C8B-B14F-4D97-AF65-F5344CB8AC3E}">
        <p14:creationId xmlns:p14="http://schemas.microsoft.com/office/powerpoint/2010/main" val="1395104717"/>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OBSERVED META / 교육자료 제작 기록">
            <a:extLst xmlns:a="http://schemas.openxmlformats.org/drawingml/2006/main">
              <a:ext uri="{FF2B5EF4-FFF2-40B4-BE49-F238E27FC236}">
                <a16:creationId xmlns:a16="http://schemas.microsoft.com/office/drawing/2014/main" id="{021EE67E-330D-473D-8B2B-D42C424DC8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교육자료 제작 기록</a:t>
            </a:r>
          </a:p>
        </p:txBody>
      </p:sp>
      <p:sp>
        <p:nvSpPr>
          <p:cNvPr id="2" name="S67">
            <a:extLst xmlns:a="http://schemas.openxmlformats.org/drawingml/2006/main">
              <a:ext uri="{FF2B5EF4-FFF2-40B4-BE49-F238E27FC236}">
                <a16:creationId xmlns:a16="http://schemas.microsoft.com/office/drawing/2014/main" id="{6DE3B6F4-7F07-4654-BBCA-081BEBE03C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실제 제작 기록: TRIAL-006">
            <a:extLst xmlns:a="http://schemas.openxmlformats.org/drawingml/2006/main">
              <a:ext uri="{FF2B5EF4-FFF2-40B4-BE49-F238E27FC236}">
                <a16:creationId xmlns:a16="http://schemas.microsoft.com/office/drawing/2014/main" id="{69C267FB-C794-405A-88A4-37168FFBA8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6D214707-95A0-4881-A2B3-C44FF398A0E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48103AC-6914-4ABF-819E-8002C8D39AA2}"/>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F9FE47E1-7ABA-494D-9B41-EC2690A4A2D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20B24584-888C-4C9C-BB2A-838213852DE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9D900E89-F805-4B09-B6EC-E34E4DB84AA7}"/>
              </a:ext>
            </a:extLst>
          </p:cNvPr>
          <p:cNvSpPr>
            <a:spLocks xmlns:a="http://schemas.openxmlformats.org/drawingml/2006/main" noGrp="1"/>
          </p:cNvSpPr>
          <p:nvPr/>
        </p:nvSpPr>
        <p:spPr>
          <a:xfrm xmlns:a="http://schemas.openxmlformats.org/drawingml/2006/main">
            <a:off x="609600" y="20955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작업 요청">
            <a:extLst xmlns:a="http://schemas.openxmlformats.org/drawingml/2006/main">
              <a:ext uri="{FF2B5EF4-FFF2-40B4-BE49-F238E27FC236}">
                <a16:creationId xmlns:a16="http://schemas.microsoft.com/office/drawing/2014/main" id="{BD02D6D0-208F-4F50-856F-5DB5AE9B7D53}"/>
              </a:ext>
            </a:extLst>
          </p:cNvPr>
          <p:cNvSpPr>
            <a:spLocks xmlns:a="http://schemas.openxmlformats.org/drawingml/2006/main" noGrp="1"/>
          </p:cNvSpPr>
          <p:nvPr/>
        </p:nvSpPr>
        <p:spPr>
          <a:xfrm xmlns:a="http://schemas.openxmlformats.org/drawingml/2006/main">
            <a:off x="609600" y="309562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작업 요청</a:t>
            </a:r>
          </a:p>
        </p:txBody>
      </p:sp>
      <p:sp>
        <p:nvSpPr>
          <p:cNvPr id="10" name="실행 환경">
            <a:extLst xmlns:a="http://schemas.openxmlformats.org/drawingml/2006/main">
              <a:ext uri="{FF2B5EF4-FFF2-40B4-BE49-F238E27FC236}">
                <a16:creationId xmlns:a16="http://schemas.microsoft.com/office/drawing/2014/main" id="{B2FD08AF-9F83-4B73-9AC6-AD6395A615B9}"/>
              </a:ext>
            </a:extLst>
          </p:cNvPr>
          <p:cNvSpPr>
            <a:spLocks xmlns:a="http://schemas.openxmlformats.org/drawingml/2006/main" noGrp="1"/>
          </p:cNvSpPr>
          <p:nvPr/>
        </p:nvSpPr>
        <p:spPr>
          <a:xfrm xmlns:a="http://schemas.openxmlformats.org/drawingml/2006/main">
            <a:off x="4572000" y="309562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 환경</a:t>
            </a:r>
          </a:p>
        </p:txBody>
      </p:sp>
      <p:sp>
        <p:nvSpPr>
          <p:cNvPr id="11" name="결과 해석">
            <a:extLst xmlns:a="http://schemas.openxmlformats.org/drawingml/2006/main">
              <a:ext uri="{FF2B5EF4-FFF2-40B4-BE49-F238E27FC236}">
                <a16:creationId xmlns:a16="http://schemas.microsoft.com/office/drawing/2014/main" id="{3543B2FC-0826-45AC-8239-48C594520328}"/>
              </a:ext>
            </a:extLst>
          </p:cNvPr>
          <p:cNvSpPr>
            <a:spLocks xmlns:a="http://schemas.openxmlformats.org/drawingml/2006/main" noGrp="1"/>
          </p:cNvSpPr>
          <p:nvPr/>
        </p:nvSpPr>
        <p:spPr>
          <a:xfrm xmlns:a="http://schemas.openxmlformats.org/drawingml/2006/main">
            <a:off x="8572500" y="3095625"/>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결과 해석</a:t>
            </a:r>
          </a:p>
        </p:txBody>
      </p:sp>
      <p:sp>
        <p:nvSpPr>
          <p:cNvPr id="12" name="">
            <a:extLst xmlns:a="http://schemas.openxmlformats.org/drawingml/2006/main">
              <a:ext uri="{FF2B5EF4-FFF2-40B4-BE49-F238E27FC236}">
                <a16:creationId xmlns:a16="http://schemas.microsoft.com/office/drawing/2014/main" id="{0AC62F58-CAF0-4C00-977E-6E6816372E78}"/>
              </a:ext>
            </a:extLst>
          </p:cNvPr>
          <p:cNvSpPr>
            <a:spLocks xmlns:a="http://schemas.openxmlformats.org/drawingml/2006/main" noGrp="1"/>
          </p:cNvSpPr>
          <p:nvPr/>
        </p:nvSpPr>
        <p:spPr>
          <a:xfrm xmlns:a="http://schemas.openxmlformats.org/drawingml/2006/main">
            <a:off x="609600" y="37147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9F75E673-5E41-44B6-91AC-6BC517830134}"/>
              </a:ext>
            </a:extLst>
          </p:cNvPr>
          <p:cNvSpPr>
            <a:spLocks xmlns:a="http://schemas.openxmlformats.org/drawingml/2006/main" noGrp="1"/>
          </p:cNvSpPr>
          <p:nvPr/>
        </p:nvSpPr>
        <p:spPr>
          <a:xfrm xmlns:a="http://schemas.openxmlformats.org/drawingml/2006/main">
            <a:off x="4572000" y="37147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
            <a:extLst xmlns:a="http://schemas.openxmlformats.org/drawingml/2006/main">
              <a:ext uri="{FF2B5EF4-FFF2-40B4-BE49-F238E27FC236}">
                <a16:creationId xmlns:a16="http://schemas.microsoft.com/office/drawing/2014/main" id="{99CD2804-5189-4BA0-AEF4-65E3DABDFD2C}"/>
              </a:ext>
            </a:extLst>
          </p:cNvPr>
          <p:cNvSpPr>
            <a:spLocks xmlns:a="http://schemas.openxmlformats.org/drawingml/2006/main" noGrp="1"/>
          </p:cNvSpPr>
          <p:nvPr/>
        </p:nvSpPr>
        <p:spPr>
          <a:xfrm xmlns:a="http://schemas.openxmlformats.org/drawingml/2006/main">
            <a:off x="8572500" y="3714750"/>
            <a:ext cx="3009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
            <a:extLst xmlns:a="http://schemas.openxmlformats.org/drawingml/2006/main">
              <a:ext uri="{FF2B5EF4-FFF2-40B4-BE49-F238E27FC236}">
                <a16:creationId xmlns:a16="http://schemas.microsoft.com/office/drawing/2014/main" id="{3AAE336B-3AB8-46D7-B7D5-D4E8FEB32609}"/>
              </a:ext>
            </a:extLst>
          </p:cNvPr>
          <p:cNvSpPr>
            <a:spLocks xmlns:a="http://schemas.openxmlformats.org/drawingml/2006/main" noGrp="1"/>
          </p:cNvSpPr>
          <p:nvPr/>
        </p:nvSpPr>
        <p:spPr>
          <a:xfrm xmlns:a="http://schemas.openxmlformats.org/drawingml/2006/main">
            <a:off x="4048125" y="3886200"/>
            <a:ext cx="3429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5EC58E2-CF32-4DFE-AC25-C810E59324AC}"/>
              </a:ext>
            </a:extLst>
          </p:cNvPr>
          <p:cNvSpPr>
            <a:spLocks xmlns:a="http://schemas.openxmlformats.org/drawingml/2006/main" noGrp="1"/>
          </p:cNvSpPr>
          <p:nvPr/>
        </p:nvSpPr>
        <p:spPr>
          <a:xfrm xmlns:a="http://schemas.openxmlformats.org/drawingml/2006/main">
            <a:off x="8048625" y="3886200"/>
            <a:ext cx="3429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성능 개선 작업">
            <a:extLst xmlns:a="http://schemas.openxmlformats.org/drawingml/2006/main">
              <a:ext uri="{FF2B5EF4-FFF2-40B4-BE49-F238E27FC236}">
                <a16:creationId xmlns:a16="http://schemas.microsoft.com/office/drawing/2014/main" id="{D11377E4-2869-430C-A540-EA418CA6412B}"/>
              </a:ext>
            </a:extLst>
          </p:cNvPr>
          <p:cNvSpPr>
            <a:spLocks xmlns:a="http://schemas.openxmlformats.org/drawingml/2006/main" noGrp="1"/>
          </p:cNvSpPr>
          <p:nvPr/>
        </p:nvSpPr>
        <p:spPr>
          <a:xfrm xmlns:a="http://schemas.openxmlformats.org/drawingml/2006/main">
            <a:off x="609600" y="3943350"/>
            <a:ext cx="333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8" name="Global Skill 관여&#10;시작 경고도 기록">
            <a:extLst xmlns:a="http://schemas.openxmlformats.org/drawingml/2006/main">
              <a:ext uri="{FF2B5EF4-FFF2-40B4-BE49-F238E27FC236}">
                <a16:creationId xmlns:a16="http://schemas.microsoft.com/office/drawing/2014/main" id="{476CAD45-478B-44BD-9253-390B1EEA01A7}"/>
              </a:ext>
            </a:extLst>
          </p:cNvPr>
          <p:cNvSpPr>
            <a:spLocks xmlns:a="http://schemas.openxmlformats.org/drawingml/2006/main" noGrp="1"/>
          </p:cNvSpPr>
          <p:nvPr/>
        </p:nvSpPr>
        <p:spPr>
          <a:xfrm xmlns:a="http://schemas.openxmlformats.org/drawingml/2006/main">
            <a:off x="4572000" y="3943350"/>
            <a:ext cx="333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Global Skill 관여</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경고도 기록</a:t>
            </a:r>
          </a:p>
        </p:txBody>
      </p:sp>
      <p:sp>
        <p:nvSpPr>
          <p:cNvPr id="19" name="Prompt만의 효과?&#10;귀속은 PARTIAL">
            <a:extLst xmlns:a="http://schemas.openxmlformats.org/drawingml/2006/main">
              <a:ext uri="{FF2B5EF4-FFF2-40B4-BE49-F238E27FC236}">
                <a16:creationId xmlns:a16="http://schemas.microsoft.com/office/drawing/2014/main" id="{DD16730D-9DA0-4AFF-813E-9BE1B0450A64}"/>
              </a:ext>
            </a:extLst>
          </p:cNvPr>
          <p:cNvSpPr>
            <a:spLocks xmlns:a="http://schemas.openxmlformats.org/drawingml/2006/main" noGrp="1"/>
          </p:cNvSpPr>
          <p:nvPr/>
        </p:nvSpPr>
        <p:spPr>
          <a:xfrm xmlns:a="http://schemas.openxmlformats.org/drawingml/2006/main">
            <a:off x="8572500" y="3943350"/>
            <a:ext cx="30099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Prompt만의 효과?</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귀속은 PARTIAL</a:t>
            </a:r>
          </a:p>
        </p:txBody>
      </p:sp>
      <p:sp>
        <p:nvSpPr>
          <p:cNvPr id="20" name="좋은 결과가 있다는 것과 원인을 안다는 것은 별개다.">
            <a:extLst xmlns:a="http://schemas.openxmlformats.org/drawingml/2006/main">
              <a:ext uri="{FF2B5EF4-FFF2-40B4-BE49-F238E27FC236}">
                <a16:creationId xmlns:a16="http://schemas.microsoft.com/office/drawing/2014/main" id="{ABA77C72-A22E-428C-A4E5-1B49A386B99F}"/>
              </a:ext>
            </a:extLst>
          </p:cNvPr>
          <p:cNvSpPr>
            <a:spLocks xmlns:a="http://schemas.openxmlformats.org/drawingml/2006/main" noGrp="1"/>
          </p:cNvSpPr>
          <p:nvPr/>
        </p:nvSpPr>
        <p:spPr>
          <a:xfrm xmlns:a="http://schemas.openxmlformats.org/drawingml/2006/main">
            <a:off x="609600" y="5219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좋은 결과가 있다는 것과 원인을 안다는 것은 별개다.</a:t>
            </a:r>
          </a:p>
        </p:txBody>
      </p:sp>
    </p:spTree>
    <p:extLst>
      <p:ext uri="{BB962C8B-B14F-4D97-AF65-F5344CB8AC3E}">
        <p14:creationId xmlns:p14="http://schemas.microsoft.com/office/powerpoint/2010/main" val="338647011"/>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OBSERVED META / 두 가지 검증 질문">
            <a:extLst xmlns:a="http://schemas.openxmlformats.org/drawingml/2006/main">
              <a:ext uri="{FF2B5EF4-FFF2-40B4-BE49-F238E27FC236}">
                <a16:creationId xmlns:a16="http://schemas.microsoft.com/office/drawing/2014/main" id="{91CB5747-428F-491A-9F55-43813D57A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68">
            <a:extLst xmlns:a="http://schemas.openxmlformats.org/drawingml/2006/main">
              <a:ext uri="{FF2B5EF4-FFF2-40B4-BE49-F238E27FC236}">
                <a16:creationId xmlns:a16="http://schemas.microsoft.com/office/drawing/2014/main" id="{19C45686-D297-4B9C-952C-E3F66483A8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결과의 타당성과 원인 귀속은 별개다">
            <a:extLst xmlns:a="http://schemas.openxmlformats.org/drawingml/2006/main">
              <a:ext uri="{FF2B5EF4-FFF2-40B4-BE49-F238E27FC236}">
                <a16:creationId xmlns:a16="http://schemas.microsoft.com/office/drawing/2014/main" id="{5C67F21A-07F5-4057-BCCF-0BE5AF3119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C2653116-1812-4DF7-8DBC-82ADC874C10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5264BA2-3A3F-4DA7-B85C-AACD7CD963F4}"/>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A7E02401-15BC-4881-A749-707597F40FB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85D934D6-BAF9-4EC0-B283-6CA7087B8CC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측정 결과는 유효한가?">
            <a:extLst xmlns:a="http://schemas.openxmlformats.org/drawingml/2006/main">
              <a:ext uri="{FF2B5EF4-FFF2-40B4-BE49-F238E27FC236}">
                <a16:creationId xmlns:a16="http://schemas.microsoft.com/office/drawing/2014/main" id="{E0E1479F-B0D8-4F27-A156-00C7791AB486}"/>
              </a:ext>
            </a:extLst>
          </p:cNvPr>
          <p:cNvSpPr>
            <a:spLocks xmlns:a="http://schemas.openxmlformats.org/drawingml/2006/main" noGrp="1"/>
          </p:cNvSpPr>
          <p:nvPr/>
        </p:nvSpPr>
        <p:spPr>
          <a:xfrm xmlns:a="http://schemas.openxmlformats.org/drawingml/2006/main">
            <a:off x="609600" y="219075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9" name="무엇이 결과를 만들었나?">
            <a:extLst xmlns:a="http://schemas.openxmlformats.org/drawingml/2006/main">
              <a:ext uri="{FF2B5EF4-FFF2-40B4-BE49-F238E27FC236}">
                <a16:creationId xmlns:a16="http://schemas.microsoft.com/office/drawing/2014/main" id="{ECFD5D1C-0ED3-4157-AC47-FE2BB1E3D623}"/>
              </a:ext>
            </a:extLst>
          </p:cNvPr>
          <p:cNvSpPr>
            <a:spLocks xmlns:a="http://schemas.openxmlformats.org/drawingml/2006/main" noGrp="1"/>
          </p:cNvSpPr>
          <p:nvPr/>
        </p:nvSpPr>
        <p:spPr>
          <a:xfrm xmlns:a="http://schemas.openxmlformats.org/drawingml/2006/main">
            <a:off x="6705600" y="2190750"/>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0" name="">
            <a:extLst xmlns:a="http://schemas.openxmlformats.org/drawingml/2006/main">
              <a:ext uri="{FF2B5EF4-FFF2-40B4-BE49-F238E27FC236}">
                <a16:creationId xmlns:a16="http://schemas.microsoft.com/office/drawing/2014/main" id="{E6F1E46B-EF1B-4230-8BA4-06243BEF5426}"/>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A05C44A-EB79-4EFF-BA31-4E5C6AC442C3}"/>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입력·출력 hash 일치&#10;같은 조건의 측정 기록">
            <a:extLst xmlns:a="http://schemas.openxmlformats.org/drawingml/2006/main">
              <a:ext uri="{FF2B5EF4-FFF2-40B4-BE49-F238E27FC236}">
                <a16:creationId xmlns:a16="http://schemas.microsoft.com/office/drawing/2014/main" id="{F84DF204-E986-4194-AADF-E6084D2B69E1}"/>
              </a:ext>
            </a:extLst>
          </p:cNvPr>
          <p:cNvSpPr>
            <a:spLocks xmlns:a="http://schemas.openxmlformats.org/drawingml/2006/main" noGrp="1"/>
          </p:cNvSpPr>
          <p:nvPr/>
        </p:nvSpPr>
        <p:spPr>
          <a:xfrm xmlns:a="http://schemas.openxmlformats.org/drawingml/2006/main">
            <a:off x="609600" y="3095625"/>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3" name="Global Skill이 평가 절차에 관여&#10;Prompt만의 효과는 분리 못함">
            <a:extLst xmlns:a="http://schemas.openxmlformats.org/drawingml/2006/main">
              <a:ext uri="{FF2B5EF4-FFF2-40B4-BE49-F238E27FC236}">
                <a16:creationId xmlns:a16="http://schemas.microsoft.com/office/drawing/2014/main" id="{E1B8737C-1832-430A-950F-5AACDC94E383}"/>
              </a:ext>
            </a:extLst>
          </p:cNvPr>
          <p:cNvSpPr>
            <a:spLocks xmlns:a="http://schemas.openxmlformats.org/drawingml/2006/main" noGrp="1"/>
          </p:cNvSpPr>
          <p:nvPr/>
        </p:nvSpPr>
        <p:spPr>
          <a:xfrm xmlns:a="http://schemas.openxmlformats.org/drawingml/2006/main">
            <a:off x="6705600" y="3095625"/>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4" name="144.2 → 33.5 ms/call median">
            <a:extLst xmlns:a="http://schemas.openxmlformats.org/drawingml/2006/main">
              <a:ext uri="{FF2B5EF4-FFF2-40B4-BE49-F238E27FC236}">
                <a16:creationId xmlns:a16="http://schemas.microsoft.com/office/drawing/2014/main" id="{EF8A18AE-73BC-4BCA-8FEE-4EF3BAD2C9F2}"/>
              </a:ext>
            </a:extLst>
          </p:cNvPr>
          <p:cNvSpPr>
            <a:spLocks xmlns:a="http://schemas.openxmlformats.org/drawingml/2006/main" noGrp="1"/>
          </p:cNvSpPr>
          <p:nvPr/>
        </p:nvSpPr>
        <p:spPr>
          <a:xfrm xmlns:a="http://schemas.openxmlformats.org/drawingml/2006/main">
            <a:off x="609600" y="4343400"/>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5" name="인과 해석: PARTIAL">
            <a:extLst xmlns:a="http://schemas.openxmlformats.org/drawingml/2006/main">
              <a:ext uri="{FF2B5EF4-FFF2-40B4-BE49-F238E27FC236}">
                <a16:creationId xmlns:a16="http://schemas.microsoft.com/office/drawing/2014/main" id="{E2720E43-69A2-49DC-B43F-2BD0C1216202}"/>
              </a:ext>
            </a:extLst>
          </p:cNvPr>
          <p:cNvSpPr>
            <a:spLocks xmlns:a="http://schemas.openxmlformats.org/drawingml/2006/main" noGrp="1"/>
          </p:cNvSpPr>
          <p:nvPr/>
        </p:nvSpPr>
        <p:spPr>
          <a:xfrm xmlns:a="http://schemas.openxmlformats.org/drawingml/2006/main">
            <a:off x="6705600" y="4343400"/>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인과 해석: PARTIAL</a:t>
            </a:r>
          </a:p>
        </p:txBody>
      </p:sp>
      <p:sp>
        <p:nvSpPr>
          <p:cNvPr id="16" name="측정된 변화와, 그 변화의 원인에 대한 확신을 따로 기록한다.">
            <a:extLst xmlns:a="http://schemas.openxmlformats.org/drawingml/2006/main">
              <a:ext uri="{FF2B5EF4-FFF2-40B4-BE49-F238E27FC236}">
                <a16:creationId xmlns:a16="http://schemas.microsoft.com/office/drawing/2014/main" id="{C9FADA1C-A200-4600-8F0A-BBB0C0312DC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측정된 변화와, 그 변화의 원인에 대한 확신을 따로 기록한다.</a:t>
            </a:r>
          </a:p>
        </p:txBody>
      </p:sp>
    </p:spTree>
    <p:extLst>
      <p:ext uri="{BB962C8B-B14F-4D97-AF65-F5344CB8AC3E}">
        <p14:creationId xmlns:p14="http://schemas.microsoft.com/office/powerpoint/2010/main" val="1726707522"/>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OBSERVED META / 실제 기록 방식 변경">
            <a:extLst xmlns:a="http://schemas.openxmlformats.org/drawingml/2006/main">
              <a:ext uri="{FF2B5EF4-FFF2-40B4-BE49-F238E27FC236}">
                <a16:creationId xmlns:a16="http://schemas.microsoft.com/office/drawing/2014/main" id="{E8815C04-B75F-47F0-9991-156E083C57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69">
            <a:extLst xmlns:a="http://schemas.openxmlformats.org/drawingml/2006/main">
              <a:ext uri="{FF2B5EF4-FFF2-40B4-BE49-F238E27FC236}">
                <a16:creationId xmlns:a16="http://schemas.microsoft.com/office/drawing/2014/main" id="{73F8C8BD-F10E-4773-ABC0-CA87A16EE0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평가와 보고 규칙을 Evidence에 맞추다">
            <a:extLst xmlns:a="http://schemas.openxmlformats.org/drawingml/2006/main">
              <a:ext uri="{FF2B5EF4-FFF2-40B4-BE49-F238E27FC236}">
                <a16:creationId xmlns:a16="http://schemas.microsoft.com/office/drawing/2014/main" id="{6FEF3936-BC23-4290-A215-4C251C72FC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632A6D77-3741-46D2-B685-718D9125390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3129BB0-84E1-4C94-A80F-E2E56B971F96}"/>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B055229B-0C05-48A0-B722-1E73FA804C7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ADF1951D-EFDA-4557-86AF-47DE1883499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이후 Trial에는 관찰된 환경 영향도 기록한다.">
            <a:extLst xmlns:a="http://schemas.openxmlformats.org/drawingml/2006/main">
              <a:ext uri="{FF2B5EF4-FFF2-40B4-BE49-F238E27FC236}">
                <a16:creationId xmlns:a16="http://schemas.microsoft.com/office/drawing/2014/main" id="{BF5150E4-418A-4FF9-932F-63EA973250A4}"/>
              </a:ext>
            </a:extLst>
          </p:cNvPr>
          <p:cNvSpPr>
            <a:spLocks xmlns:a="http://schemas.openxmlformats.org/drawingml/2006/main" noGrp="1"/>
          </p:cNvSpPr>
          <p:nvPr/>
        </p:nvSpPr>
        <p:spPr>
          <a:xfrm xmlns:a="http://schemas.openxmlformats.org/drawingml/2006/main">
            <a:off x="609600" y="21145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이후 Trial에는 관찰된 환경 영향도 기록한다.</a:t>
            </a:r>
          </a:p>
        </p:txBody>
      </p:sp>
      <p:sp>
        <p:nvSpPr>
          <p:cNvPr id="9" name="기존 평가의 빈틈">
            <a:extLst xmlns:a="http://schemas.openxmlformats.org/drawingml/2006/main">
              <a:ext uri="{FF2B5EF4-FFF2-40B4-BE49-F238E27FC236}">
                <a16:creationId xmlns:a16="http://schemas.microsoft.com/office/drawing/2014/main" id="{19968BC2-A1E6-49B4-B14E-134E0719FAE9}"/>
              </a:ext>
            </a:extLst>
          </p:cNvPr>
          <p:cNvSpPr>
            <a:spLocks xmlns:a="http://schemas.openxmlformats.org/drawingml/2006/main" noGrp="1"/>
          </p:cNvSpPr>
          <p:nvPr/>
        </p:nvSpPr>
        <p:spPr>
          <a:xfrm xmlns:a="http://schemas.openxmlformats.org/drawingml/2006/main">
            <a:off x="609600" y="3095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기존 평가의 빈틈</a:t>
            </a:r>
          </a:p>
        </p:txBody>
      </p:sp>
      <p:sp>
        <p:nvSpPr>
          <p:cNvPr id="10" name="후속 기록 기준">
            <a:extLst xmlns:a="http://schemas.openxmlformats.org/drawingml/2006/main">
              <a:ext uri="{FF2B5EF4-FFF2-40B4-BE49-F238E27FC236}">
                <a16:creationId xmlns:a16="http://schemas.microsoft.com/office/drawing/2014/main" id="{086DFB8D-7DA2-4F13-A89E-20F453973238}"/>
              </a:ext>
            </a:extLst>
          </p:cNvPr>
          <p:cNvSpPr>
            <a:spLocks xmlns:a="http://schemas.openxmlformats.org/drawingml/2006/main" noGrp="1"/>
          </p:cNvSpPr>
          <p:nvPr/>
        </p:nvSpPr>
        <p:spPr>
          <a:xfrm xmlns:a="http://schemas.openxmlformats.org/drawingml/2006/main">
            <a:off x="6705600" y="3095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후속 기록 기준</a:t>
            </a:r>
          </a:p>
        </p:txBody>
      </p:sp>
      <p:sp>
        <p:nvSpPr>
          <p:cNvPr id="11" name="">
            <a:extLst xmlns:a="http://schemas.openxmlformats.org/drawingml/2006/main">
              <a:ext uri="{FF2B5EF4-FFF2-40B4-BE49-F238E27FC236}">
                <a16:creationId xmlns:a16="http://schemas.microsoft.com/office/drawing/2014/main" id="{9CF81EBB-CEC0-457E-A8C6-A23CF3715E4F}"/>
              </a:ext>
            </a:extLst>
          </p:cNvPr>
          <p:cNvSpPr>
            <a:spLocks xmlns:a="http://schemas.openxmlformats.org/drawingml/2006/main" noGrp="1"/>
          </p:cNvSpPr>
          <p:nvPr/>
        </p:nvSpPr>
        <p:spPr>
          <a:xfrm xmlns:a="http://schemas.openxmlformats.org/drawingml/2006/main">
            <a:off x="609600" y="36671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
            <a:extLst xmlns:a="http://schemas.openxmlformats.org/drawingml/2006/main">
              <a:ext uri="{FF2B5EF4-FFF2-40B4-BE49-F238E27FC236}">
                <a16:creationId xmlns:a16="http://schemas.microsoft.com/office/drawing/2014/main" id="{59145D86-1923-4D91-BCCE-5B192FF8AF45}"/>
              </a:ext>
            </a:extLst>
          </p:cNvPr>
          <p:cNvSpPr>
            <a:spLocks xmlns:a="http://schemas.openxmlformats.org/drawingml/2006/main" noGrp="1"/>
          </p:cNvSpPr>
          <p:nvPr/>
        </p:nvSpPr>
        <p:spPr>
          <a:xfrm xmlns:a="http://schemas.openxmlformats.org/drawingml/2006/main">
            <a:off x="6705600" y="3667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작업과 Repository 중심&#10;주변 Harness 영향 설명 부족">
            <a:extLst xmlns:a="http://schemas.openxmlformats.org/drawingml/2006/main">
              <a:ext uri="{FF2B5EF4-FFF2-40B4-BE49-F238E27FC236}">
                <a16:creationId xmlns:a16="http://schemas.microsoft.com/office/drawing/2014/main" id="{E6BE41F2-F63E-4EC5-A38D-DA9D25CC66DC}"/>
              </a:ext>
            </a:extLst>
          </p:cNvPr>
          <p:cNvSpPr>
            <a:spLocks xmlns:a="http://schemas.openxmlformats.org/drawingml/2006/main" noGrp="1"/>
          </p:cNvSpPr>
          <p:nvPr/>
        </p:nvSpPr>
        <p:spPr>
          <a:xfrm xmlns:a="http://schemas.openxmlformats.org/drawingml/2006/main">
            <a:off x="609600" y="3886200"/>
            <a:ext cx="4876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작업과 Repository 중심</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주변 Harness 영향 설명 부족</a:t>
            </a:r>
          </a:p>
        </p:txBody>
      </p:sp>
      <p:sp>
        <p:nvSpPr>
          <p:cNvPr id="14" name="관찰된 Skills · 경고 · 사용 여부&#10;결과를 설명할 수 있는 범위">
            <a:extLst xmlns:a="http://schemas.openxmlformats.org/drawingml/2006/main">
              <a:ext uri="{FF2B5EF4-FFF2-40B4-BE49-F238E27FC236}">
                <a16:creationId xmlns:a16="http://schemas.microsoft.com/office/drawing/2014/main" id="{03592361-8349-46DB-99F1-7D2FB1CDAC89}"/>
              </a:ext>
            </a:extLst>
          </p:cNvPr>
          <p:cNvSpPr>
            <a:spLocks xmlns:a="http://schemas.openxmlformats.org/drawingml/2006/main" noGrp="1"/>
          </p:cNvSpPr>
          <p:nvPr/>
        </p:nvSpPr>
        <p:spPr>
          <a:xfrm xmlns:a="http://schemas.openxmlformats.org/drawingml/2006/main">
            <a:off x="6705600" y="3886200"/>
            <a:ext cx="4876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Skills · 경고 · 사용 여부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설명할 수 있는 범위</a:t>
            </a:r>
          </a:p>
        </p:txBody>
      </p:sp>
      <p:sp>
        <p:nvSpPr>
          <p:cNvPr id="15" name="기존 결과는 PARTIAL로 보존하고, 관찰된 조건을 함께 남긴다.">
            <a:extLst xmlns:a="http://schemas.openxmlformats.org/drawingml/2006/main">
              <a:ext uri="{FF2B5EF4-FFF2-40B4-BE49-F238E27FC236}">
                <a16:creationId xmlns:a16="http://schemas.microsoft.com/office/drawing/2014/main" id="{1CB6793F-88BD-4FBF-9BA6-1957EF005035}"/>
              </a:ext>
            </a:extLst>
          </p:cNvPr>
          <p:cNvSpPr>
            <a:spLocks xmlns:a="http://schemas.openxmlformats.org/drawingml/2006/main" noGrp="1"/>
          </p:cNvSpPr>
          <p:nvPr/>
        </p:nvSpPr>
        <p:spPr>
          <a:xfrm xmlns:a="http://schemas.openxmlformats.org/drawingml/2006/main">
            <a:off x="609600" y="52768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기존 결과는 PARTIAL로 보존하고, 관찰된 조건을 함께 남긴다.</a:t>
            </a:r>
          </a:p>
        </p:txBody>
      </p:sp>
    </p:spTree>
    <p:extLst>
      <p:ext uri="{BB962C8B-B14F-4D97-AF65-F5344CB8AC3E}">
        <p14:creationId xmlns:p14="http://schemas.microsoft.com/office/powerpoint/2010/main" val="213361916"/>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OBSERVED META / 후속 기록 대조">
            <a:extLst xmlns:a="http://schemas.openxmlformats.org/drawingml/2006/main">
              <a:ext uri="{FF2B5EF4-FFF2-40B4-BE49-F238E27FC236}">
                <a16:creationId xmlns:a16="http://schemas.microsoft.com/office/drawing/2014/main" id="{F384CFD1-F5C4-4756-919C-61D8B01CF5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0">
            <a:extLst xmlns:a="http://schemas.openxmlformats.org/drawingml/2006/main">
              <a:ext uri="{FF2B5EF4-FFF2-40B4-BE49-F238E27FC236}">
                <a16:creationId xmlns:a16="http://schemas.microsoft.com/office/drawing/2014/main" id="{975FCFA7-047B-43BF-A38F-787B83C35D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후속 기록은 개선됐지만 완전하지 않았다">
            <a:extLst xmlns:a="http://schemas.openxmlformats.org/drawingml/2006/main">
              <a:ext uri="{FF2B5EF4-FFF2-40B4-BE49-F238E27FC236}">
                <a16:creationId xmlns:a16="http://schemas.microsoft.com/office/drawing/2014/main" id="{398910A2-F91E-424F-92A1-75FC61FECD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8EB90D54-F8F5-4BDB-B808-2B4D5F59254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9C40BC4-4C6F-4AE3-A3F8-8BE09207EFBD}"/>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4D973C16-3F8C-4BA1-873E-B95D6F7DC87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61331EC0-F586-4A26-B300-63BD25934FA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 보고와 기록의 불일치">
            <a:extLst xmlns:a="http://schemas.openxmlformats.org/drawingml/2006/main">
              <a:ext uri="{FF2B5EF4-FFF2-40B4-BE49-F238E27FC236}">
                <a16:creationId xmlns:a16="http://schemas.microsoft.com/office/drawing/2014/main" id="{C05EA765-E2BE-4462-A13F-7837743E99B5}"/>
              </a:ext>
            </a:extLst>
          </p:cNvPr>
          <p:cNvSpPr>
            <a:spLocks xmlns:a="http://schemas.openxmlformats.org/drawingml/2006/main" noGrp="1"/>
          </p:cNvSpPr>
          <p:nvPr/>
        </p:nvSpPr>
        <p:spPr>
          <a:xfrm xmlns:a="http://schemas.openxmlformats.org/drawingml/2006/main">
            <a:off x="609600" y="21526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TRIAL-007 · 보고와 기록의 불일치</a:t>
            </a:r>
          </a:p>
        </p:txBody>
      </p:sp>
      <p:sp>
        <p:nvSpPr>
          <p:cNvPr id="9" name="">
            <a:extLst xmlns:a="http://schemas.openxmlformats.org/drawingml/2006/main">
              <a:ext uri="{FF2B5EF4-FFF2-40B4-BE49-F238E27FC236}">
                <a16:creationId xmlns:a16="http://schemas.microsoft.com/office/drawing/2014/main" id="{980412B7-7DDC-4A11-96E0-1FDCB023DD2C}"/>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0" name="최종 보고">
            <a:extLst xmlns:a="http://schemas.openxmlformats.org/drawingml/2006/main">
              <a:ext uri="{FF2B5EF4-FFF2-40B4-BE49-F238E27FC236}">
                <a16:creationId xmlns:a16="http://schemas.microsoft.com/office/drawing/2014/main" id="{95B20CB6-B3C9-480B-8A5E-321BA5521CAF}"/>
              </a:ext>
            </a:extLst>
          </p:cNvPr>
          <p:cNvSpPr>
            <a:spLocks xmlns:a="http://schemas.openxmlformats.org/drawingml/2006/main" noGrp="1"/>
          </p:cNvSpPr>
          <p:nvPr/>
        </p:nvSpPr>
        <p:spPr>
          <a:xfrm xmlns:a="http://schemas.openxmlformats.org/drawingml/2006/main">
            <a:off x="609600" y="3000375"/>
            <a:ext cx="233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최종 보고</a:t>
            </a:r>
          </a:p>
        </p:txBody>
      </p:sp>
      <p:sp>
        <p:nvSpPr>
          <p:cNvPr id="11" name="MCP 경고 없음">
            <a:extLst xmlns:a="http://schemas.openxmlformats.org/drawingml/2006/main">
              <a:ext uri="{FF2B5EF4-FFF2-40B4-BE49-F238E27FC236}">
                <a16:creationId xmlns:a16="http://schemas.microsoft.com/office/drawing/2014/main" id="{69735059-BA7E-41C4-A661-73D648C30824}"/>
              </a:ext>
            </a:extLst>
          </p:cNvPr>
          <p:cNvSpPr>
            <a:spLocks xmlns:a="http://schemas.openxmlformats.org/drawingml/2006/main" noGrp="1"/>
          </p:cNvSpPr>
          <p:nvPr/>
        </p:nvSpPr>
        <p:spPr>
          <a:xfrm xmlns:a="http://schemas.openxmlformats.org/drawingml/2006/main">
            <a:off x="3162300" y="3000375"/>
            <a:ext cx="8420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MCP 경고 없음</a:t>
            </a:r>
          </a:p>
        </p:txBody>
      </p:sp>
      <p:sp>
        <p:nvSpPr>
          <p:cNvPr id="12" name="보존된 stderr">
            <a:extLst xmlns:a="http://schemas.openxmlformats.org/drawingml/2006/main">
              <a:ext uri="{FF2B5EF4-FFF2-40B4-BE49-F238E27FC236}">
                <a16:creationId xmlns:a16="http://schemas.microsoft.com/office/drawing/2014/main" id="{3F6EC12B-E3C6-4185-A212-48DF6A78F63F}"/>
              </a:ext>
            </a:extLst>
          </p:cNvPr>
          <p:cNvSpPr>
            <a:spLocks xmlns:a="http://schemas.openxmlformats.org/drawingml/2006/main" noGrp="1"/>
          </p:cNvSpPr>
          <p:nvPr/>
        </p:nvSpPr>
        <p:spPr>
          <a:xfrm xmlns:a="http://schemas.openxmlformats.org/drawingml/2006/main">
            <a:off x="609600" y="3638550"/>
            <a:ext cx="233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보존된 stderr</a:t>
            </a:r>
          </a:p>
        </p:txBody>
      </p:sp>
      <p:sp>
        <p:nvSpPr>
          <p:cNvPr id="13" name="Nimble AuthRequired">
            <a:extLst xmlns:a="http://schemas.openxmlformats.org/drawingml/2006/main">
              <a:ext uri="{FF2B5EF4-FFF2-40B4-BE49-F238E27FC236}">
                <a16:creationId xmlns:a16="http://schemas.microsoft.com/office/drawing/2014/main" id="{FCBF84D1-0272-4203-8263-5A92D916F603}"/>
              </a:ext>
            </a:extLst>
          </p:cNvPr>
          <p:cNvSpPr>
            <a:spLocks xmlns:a="http://schemas.openxmlformats.org/drawingml/2006/main" noGrp="1"/>
          </p:cNvSpPr>
          <p:nvPr/>
        </p:nvSpPr>
        <p:spPr>
          <a:xfrm xmlns:a="http://schemas.openxmlformats.org/drawingml/2006/main">
            <a:off x="3162300" y="3638550"/>
            <a:ext cx="8420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Nimble AuthRequired</a:t>
            </a:r>
          </a:p>
        </p:txBody>
      </p:sp>
      <p:sp>
        <p:nvSpPr>
          <p:cNvPr id="14" name="">
            <a:extLst xmlns:a="http://schemas.openxmlformats.org/drawingml/2006/main">
              <a:ext uri="{FF2B5EF4-FFF2-40B4-BE49-F238E27FC236}">
                <a16:creationId xmlns:a16="http://schemas.microsoft.com/office/drawing/2014/main" id="{41D64381-98C9-4171-8D95-76FD8E66C36E}"/>
              </a:ext>
            </a:extLst>
          </p:cNvPr>
          <p:cNvSpPr>
            <a:spLocks xmlns:a="http://schemas.openxmlformats.org/drawingml/2006/main" noGrp="1"/>
          </p:cNvSpPr>
          <p:nvPr/>
        </p:nvSpPr>
        <p:spPr>
          <a:xfrm xmlns:a="http://schemas.openxmlformats.org/drawingml/2006/main">
            <a:off x="609600" y="4438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TRIAL-008">
            <a:extLst xmlns:a="http://schemas.openxmlformats.org/drawingml/2006/main">
              <a:ext uri="{FF2B5EF4-FFF2-40B4-BE49-F238E27FC236}">
                <a16:creationId xmlns:a16="http://schemas.microsoft.com/office/drawing/2014/main" id="{0441875B-64E5-4B1F-AEEA-092CBA6CABB4}"/>
              </a:ext>
            </a:extLst>
          </p:cNvPr>
          <p:cNvSpPr>
            <a:spLocks xmlns:a="http://schemas.openxmlformats.org/drawingml/2006/main" noGrp="1"/>
          </p:cNvSpPr>
          <p:nvPr/>
        </p:nvSpPr>
        <p:spPr>
          <a:xfrm xmlns:a="http://schemas.openxmlformats.org/drawingml/2006/main">
            <a:off x="609600" y="4714875"/>
            <a:ext cx="233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TRIAL-008</a:t>
            </a:r>
          </a:p>
        </p:txBody>
      </p:sp>
      <p:sp>
        <p:nvSpPr>
          <p:cNvPr id="16" name="Repository Skill 호출과 Global influence를 별도 기록">
            <a:extLst xmlns:a="http://schemas.openxmlformats.org/drawingml/2006/main">
              <a:ext uri="{FF2B5EF4-FFF2-40B4-BE49-F238E27FC236}">
                <a16:creationId xmlns:a16="http://schemas.microsoft.com/office/drawing/2014/main" id="{31298DEF-E445-4BB7-A41E-03B4457C0296}"/>
              </a:ext>
            </a:extLst>
          </p:cNvPr>
          <p:cNvSpPr>
            <a:spLocks xmlns:a="http://schemas.openxmlformats.org/drawingml/2006/main" noGrp="1"/>
          </p:cNvSpPr>
          <p:nvPr/>
        </p:nvSpPr>
        <p:spPr>
          <a:xfrm xmlns:a="http://schemas.openxmlformats.org/drawingml/2006/main">
            <a:off x="3162300" y="4714875"/>
            <a:ext cx="8420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Repository Skill 호출과 Global influence를 별도 기록</a:t>
            </a:r>
          </a:p>
        </p:txBody>
      </p:sp>
    </p:spTree>
    <p:extLst>
      <p:ext uri="{BB962C8B-B14F-4D97-AF65-F5344CB8AC3E}">
        <p14:creationId xmlns:p14="http://schemas.microsoft.com/office/powerpoint/2010/main" val="119828156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OBSERVED META / 사례 회수">
            <a:extLst xmlns:a="http://schemas.openxmlformats.org/drawingml/2006/main">
              <a:ext uri="{FF2B5EF4-FFF2-40B4-BE49-F238E27FC236}">
                <a16:creationId xmlns:a16="http://schemas.microsoft.com/office/drawing/2014/main" id="{2BED44B7-C370-4E6D-A5A3-6AD8859F78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1">
            <a:extLst xmlns:a="http://schemas.openxmlformats.org/drawingml/2006/main">
              <a:ext uri="{FF2B5EF4-FFF2-40B4-BE49-F238E27FC236}">
                <a16:creationId xmlns:a16="http://schemas.microsoft.com/office/drawing/2014/main" id="{8EEAD8D6-B540-4004-92A1-4C09DDA1CB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Meta Loop에서 바뀐 것">
            <a:extLst xmlns:a="http://schemas.openxmlformats.org/drawingml/2006/main">
              <a:ext uri="{FF2B5EF4-FFF2-40B4-BE49-F238E27FC236}">
                <a16:creationId xmlns:a16="http://schemas.microsoft.com/office/drawing/2014/main" id="{FAC4B8FC-FFAA-46B6-BA2D-36564D3C1A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A9E5521A-9F30-4794-8787-E9538085E61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CFF7B27-CDA5-47C0-8296-2C1759CA43D6}"/>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04BC73C3-B7D9-4DC4-BDBA-76747260597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760F5277-C1FD-43EF-82EF-79BBB885F07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실제로 바뀐 것">
            <a:extLst xmlns:a="http://schemas.openxmlformats.org/drawingml/2006/main">
              <a:ext uri="{FF2B5EF4-FFF2-40B4-BE49-F238E27FC236}">
                <a16:creationId xmlns:a16="http://schemas.microsoft.com/office/drawing/2014/main" id="{ED037E8B-1821-4E7F-8675-F63DA1A2EA2D}"/>
              </a:ext>
            </a:extLst>
          </p:cNvPr>
          <p:cNvSpPr>
            <a:spLocks xmlns:a="http://schemas.openxmlformats.org/drawingml/2006/main" noGrp="1"/>
          </p:cNvSpPr>
          <p:nvPr/>
        </p:nvSpPr>
        <p:spPr>
          <a:xfrm xmlns:a="http://schemas.openxmlformats.org/drawingml/2006/main">
            <a:off x="609600" y="22860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실제로 바뀐 것</a:t>
            </a:r>
          </a:p>
        </p:txBody>
      </p:sp>
      <p:sp>
        <p:nvSpPr>
          <p:cNvPr id="9" name="아직 확인하지 못한 것">
            <a:extLst xmlns:a="http://schemas.openxmlformats.org/drawingml/2006/main">
              <a:ext uri="{FF2B5EF4-FFF2-40B4-BE49-F238E27FC236}">
                <a16:creationId xmlns:a16="http://schemas.microsoft.com/office/drawing/2014/main" id="{4D5D88F8-E8B0-4891-94E2-692B31A2243F}"/>
              </a:ext>
            </a:extLst>
          </p:cNvPr>
          <p:cNvSpPr>
            <a:spLocks xmlns:a="http://schemas.openxmlformats.org/drawingml/2006/main" noGrp="1"/>
          </p:cNvSpPr>
          <p:nvPr/>
        </p:nvSpPr>
        <p:spPr>
          <a:xfrm xmlns:a="http://schemas.openxmlformats.org/drawingml/2006/main">
            <a:off x="6705600" y="22860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아직 확인하지 못한 것</a:t>
            </a:r>
          </a:p>
        </p:txBody>
      </p:sp>
      <p:sp>
        <p:nvSpPr>
          <p:cNvPr id="10" name="">
            <a:extLst xmlns:a="http://schemas.openxmlformats.org/drawingml/2006/main">
              <a:ext uri="{FF2B5EF4-FFF2-40B4-BE49-F238E27FC236}">
                <a16:creationId xmlns:a16="http://schemas.microsoft.com/office/drawing/2014/main" id="{7F62CAD7-A57E-4674-87F5-E30189D7AA8F}"/>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861ECB3-4E21-4010-A864-3BF7DA0D639D}"/>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Trial을 평가하고&#10;보고하는 기준">
            <a:extLst xmlns:a="http://schemas.openxmlformats.org/drawingml/2006/main">
              <a:ext uri="{FF2B5EF4-FFF2-40B4-BE49-F238E27FC236}">
                <a16:creationId xmlns:a16="http://schemas.microsoft.com/office/drawing/2014/main" id="{F1DF6F56-0961-4F11-81F5-AFD92B7D55AF}"/>
              </a:ext>
            </a:extLst>
          </p:cNvPr>
          <p:cNvSpPr>
            <a:spLocks xmlns:a="http://schemas.openxmlformats.org/drawingml/2006/main" noGrp="1"/>
          </p:cNvSpPr>
          <p:nvPr/>
        </p:nvSpPr>
        <p:spPr>
          <a:xfrm xmlns:a="http://schemas.openxmlformats.org/drawingml/2006/main">
            <a:off x="609600" y="333375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Trial을 평가하고</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보고하는 기준</a:t>
            </a:r>
          </a:p>
        </p:txBody>
      </p:sp>
      <p:sp>
        <p:nvSpPr>
          <p:cNvPr id="13" name="원인별 효과&#10;환경 목록의 완전성&#10;Trial 품질의 향상">
            <a:extLst xmlns:a="http://schemas.openxmlformats.org/drawingml/2006/main">
              <a:ext uri="{FF2B5EF4-FFF2-40B4-BE49-F238E27FC236}">
                <a16:creationId xmlns:a16="http://schemas.microsoft.com/office/drawing/2014/main" id="{6E16EC51-ED74-4D9D-BB5B-F98878612EA4}"/>
              </a:ext>
            </a:extLst>
          </p:cNvPr>
          <p:cNvSpPr>
            <a:spLocks xmlns:a="http://schemas.openxmlformats.org/drawingml/2006/main" noGrp="1"/>
          </p:cNvSpPr>
          <p:nvPr/>
        </p:nvSpPr>
        <p:spPr>
          <a:xfrm xmlns:a="http://schemas.openxmlformats.org/drawingml/2006/main">
            <a:off x="6705600" y="3257550"/>
            <a:ext cx="4876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원인별 효과</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환경 목록의 완전성</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Trial 품질의 향상</a:t>
            </a:r>
          </a:p>
        </p:txBody>
      </p:sp>
      <p:sp>
        <p:nvSpPr>
          <p:cNvPr id="14" name="Feedback은 평가 체계도 바꿀 수 있다. 변경 뒤의 결과는 다시 확인한다.">
            <a:extLst xmlns:a="http://schemas.openxmlformats.org/drawingml/2006/main">
              <a:ext uri="{FF2B5EF4-FFF2-40B4-BE49-F238E27FC236}">
                <a16:creationId xmlns:a16="http://schemas.microsoft.com/office/drawing/2014/main" id="{84BBDFB9-EAC9-49B7-8EE2-42945235061B}"/>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Tree>
    <p:extLst>
      <p:ext uri="{BB962C8B-B14F-4D97-AF65-F5344CB8AC3E}">
        <p14:creationId xmlns:p14="http://schemas.microsoft.com/office/powerpoint/2010/main" val="1916806770"/>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 VISION / 적용을 위한 가상 질문">
            <a:extLst xmlns:a="http://schemas.openxmlformats.org/drawingml/2006/main">
              <a:ext uri="{FF2B5EF4-FFF2-40B4-BE49-F238E27FC236}">
                <a16:creationId xmlns:a16="http://schemas.microsoft.com/office/drawing/2014/main" id="{21EFFAA2-9D03-47BB-8C8D-FFEF51EA21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2">
            <a:extLst xmlns:a="http://schemas.openxmlformats.org/drawingml/2006/main">
              <a:ext uri="{FF2B5EF4-FFF2-40B4-BE49-F238E27FC236}">
                <a16:creationId xmlns:a16="http://schemas.microsoft.com/office/drawing/2014/main" id="{12DE143C-2F9C-4CCD-A7E5-9AAFA0D0B2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Project와 환경이 바뀌면&#10;검증도 다시 본다">
            <a:extLst xmlns:a="http://schemas.openxmlformats.org/drawingml/2006/main">
              <a:ext uri="{FF2B5EF4-FFF2-40B4-BE49-F238E27FC236}">
                <a16:creationId xmlns:a16="http://schemas.microsoft.com/office/drawing/2014/main" id="{7EAB5185-F16B-4791-BB03-8CD2532110B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A6FFE8CA-4230-41F2-AE13-3A56C916821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981A3DB2-59D0-41F2-8DEC-5D945D159C9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B6877D4A-1D5A-4973-A324-C4EB4B1CBB11}"/>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55469477-3F2D-4023-B46E-AA82FA476FB4}"/>
              </a:ext>
            </a:extLst>
          </p:cNvPr>
          <p:cNvSpPr>
            <a:spLocks xmlns:a="http://schemas.openxmlformats.org/drawingml/2006/main" noGrp="1"/>
          </p:cNvSpPr>
          <p:nvPr/>
        </p:nvSpPr>
        <p:spPr>
          <a:xfrm xmlns:a="http://schemas.openxmlformats.org/drawingml/2006/main">
            <a:off x="609600" y="197167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932E69C7-A8EF-4245-928F-75CA4B3EAFF6}"/>
              </a:ext>
            </a:extLst>
          </p:cNvPr>
          <p:cNvPicPr>
            <a:picLocks xmlns:a="http://schemas.openxmlformats.org/drawingml/2006/main" noChangeAspect="1"/>
          </p:cNvPicPr>
          <p:nvPr/>
        </p:nvPicPr>
        <p:blipFill>
          <a:blip xmlns:r="http://schemas.openxmlformats.org/officeDocument/2006/relationships" xmlns:a="http://schemas.openxmlformats.org/drawingml/2006/main" r:embed="R7d1f3db522434371"/>
          <a:srcRect xmlns:a="http://schemas.openxmlformats.org/drawingml/2006/main" l="0" t="6000" r="0" b="10000"/>
          <a:stretch xmlns:a="http://schemas.openxmlformats.org/drawingml/2006/main"/>
        </p:blipFill>
        <p:spPr>
          <a:xfrm xmlns:a="http://schemas.openxmlformats.org/drawingml/2006/main">
            <a:off x="1928813" y="2238375"/>
            <a:ext cx="8334375" cy="2333625"/>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663772EE-9151-49C1-A439-603BE20018CD}"/>
              </a:ext>
            </a:extLst>
          </p:cNvPr>
          <p:cNvSpPr>
            <a:spLocks xmlns:a="http://schemas.openxmlformats.org/drawingml/2006/main" noGrp="1"/>
          </p:cNvSpPr>
          <p:nvPr/>
        </p:nvSpPr>
        <p:spPr>
          <a:xfrm xmlns:a="http://schemas.openxmlformats.org/drawingml/2006/main">
            <a:off x="2190750" y="4533900"/>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777FCD64-B808-4C34-A85A-3BBA7F37BC96}"/>
              </a:ext>
            </a:extLst>
          </p:cNvPr>
          <p:cNvSpPr>
            <a:spLocks xmlns:a="http://schemas.openxmlformats.org/drawingml/2006/main" noGrp="1"/>
          </p:cNvSpPr>
          <p:nvPr/>
        </p:nvSpPr>
        <p:spPr>
          <a:xfrm xmlns:a="http://schemas.openxmlformats.org/drawingml/2006/main">
            <a:off x="4333875" y="4533900"/>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D9B14126-D048-4116-B9F5-29CAF3EB9E78}"/>
              </a:ext>
            </a:extLst>
          </p:cNvPr>
          <p:cNvSpPr>
            <a:spLocks xmlns:a="http://schemas.openxmlformats.org/drawingml/2006/main" noGrp="1"/>
          </p:cNvSpPr>
          <p:nvPr/>
        </p:nvSpPr>
        <p:spPr>
          <a:xfrm xmlns:a="http://schemas.openxmlformats.org/drawingml/2006/main">
            <a:off x="6238875" y="4533900"/>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CAC26135-5971-46CF-8709-EC0114E91D5D}"/>
              </a:ext>
            </a:extLst>
          </p:cNvPr>
          <p:cNvSpPr>
            <a:spLocks xmlns:a="http://schemas.openxmlformats.org/drawingml/2006/main" noGrp="1"/>
          </p:cNvSpPr>
          <p:nvPr/>
        </p:nvSpPr>
        <p:spPr>
          <a:xfrm xmlns:a="http://schemas.openxmlformats.org/drawingml/2006/main">
            <a:off x="9239250" y="4533900"/>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출력</a:t>
            </a:r>
          </a:p>
        </p:txBody>
      </p:sp>
      <p:sp>
        <p:nvSpPr>
          <p:cNvPr id="13" name="기존 가정">
            <a:extLst xmlns:a="http://schemas.openxmlformats.org/drawingml/2006/main">
              <a:ext uri="{FF2B5EF4-FFF2-40B4-BE49-F238E27FC236}">
                <a16:creationId xmlns:a16="http://schemas.microsoft.com/office/drawing/2014/main" id="{5E82FC15-5DE8-4C9A-BB1F-3255B3AE3036}"/>
              </a:ext>
            </a:extLst>
          </p:cNvPr>
          <p:cNvSpPr>
            <a:spLocks xmlns:a="http://schemas.openxmlformats.org/drawingml/2006/main" noGrp="1"/>
          </p:cNvSpPr>
          <p:nvPr/>
        </p:nvSpPr>
        <p:spPr>
          <a:xfrm xmlns:a="http://schemas.openxmlformats.org/drawingml/2006/main">
            <a:off x="609600" y="47625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4" name="어떤 조건에서 맞던 판단인가?">
            <a:extLst xmlns:a="http://schemas.openxmlformats.org/drawingml/2006/main">
              <a:ext uri="{FF2B5EF4-FFF2-40B4-BE49-F238E27FC236}">
                <a16:creationId xmlns:a16="http://schemas.microsoft.com/office/drawing/2014/main" id="{8CD1BEC6-EDE3-49EF-95F1-CC6F4B749491}"/>
              </a:ext>
            </a:extLst>
          </p:cNvPr>
          <p:cNvSpPr>
            <a:spLocks xmlns:a="http://schemas.openxmlformats.org/drawingml/2006/main" noGrp="1"/>
          </p:cNvSpPr>
          <p:nvPr/>
        </p:nvSpPr>
        <p:spPr>
          <a:xfrm xmlns:a="http://schemas.openxmlformats.org/drawingml/2006/main">
            <a:off x="609600" y="50863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 맞던 판단인가?</a:t>
            </a:r>
          </a:p>
        </p:txBody>
      </p:sp>
      <p:sp>
        <p:nvSpPr>
          <p:cNvPr id="15" name="측정 조건">
            <a:extLst xmlns:a="http://schemas.openxmlformats.org/drawingml/2006/main">
              <a:ext uri="{FF2B5EF4-FFF2-40B4-BE49-F238E27FC236}">
                <a16:creationId xmlns:a16="http://schemas.microsoft.com/office/drawing/2014/main" id="{9431AFF7-E1C7-468A-9EE6-EE494DBA49E8}"/>
              </a:ext>
            </a:extLst>
          </p:cNvPr>
          <p:cNvSpPr>
            <a:spLocks xmlns:a="http://schemas.openxmlformats.org/drawingml/2006/main" noGrp="1"/>
          </p:cNvSpPr>
          <p:nvPr/>
        </p:nvSpPr>
        <p:spPr>
          <a:xfrm xmlns:a="http://schemas.openxmlformats.org/drawingml/2006/main">
            <a:off x="4343400" y="47625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6" name="입력과 실행 조건은 비교 가능한가?">
            <a:extLst xmlns:a="http://schemas.openxmlformats.org/drawingml/2006/main">
              <a:ext uri="{FF2B5EF4-FFF2-40B4-BE49-F238E27FC236}">
                <a16:creationId xmlns:a16="http://schemas.microsoft.com/office/drawing/2014/main" id="{3B9ED180-16A4-448A-B585-EB84C62BDC26}"/>
              </a:ext>
            </a:extLst>
          </p:cNvPr>
          <p:cNvSpPr>
            <a:spLocks xmlns:a="http://schemas.openxmlformats.org/drawingml/2006/main" noGrp="1"/>
          </p:cNvSpPr>
          <p:nvPr/>
        </p:nvSpPr>
        <p:spPr>
          <a:xfrm xmlns:a="http://schemas.openxmlformats.org/drawingml/2006/main">
            <a:off x="4343400" y="50863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 비교 가능한가?</a:t>
            </a:r>
          </a:p>
        </p:txBody>
      </p:sp>
      <p:sp>
        <p:nvSpPr>
          <p:cNvPr id="17" name="기능 계약">
            <a:extLst xmlns:a="http://schemas.openxmlformats.org/drawingml/2006/main">
              <a:ext uri="{FF2B5EF4-FFF2-40B4-BE49-F238E27FC236}">
                <a16:creationId xmlns:a16="http://schemas.microsoft.com/office/drawing/2014/main" id="{EBF8BCC5-BB71-43D5-99B6-3D46A821321B}"/>
              </a:ext>
            </a:extLst>
          </p:cNvPr>
          <p:cNvSpPr>
            <a:spLocks xmlns:a="http://schemas.openxmlformats.org/drawingml/2006/main" noGrp="1"/>
          </p:cNvSpPr>
          <p:nvPr/>
        </p:nvSpPr>
        <p:spPr>
          <a:xfrm xmlns:a="http://schemas.openxmlformats.org/drawingml/2006/main">
            <a:off x="8077200" y="47625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18" name="함께 다시 확인할 동작은?">
            <a:extLst xmlns:a="http://schemas.openxmlformats.org/drawingml/2006/main">
              <a:ext uri="{FF2B5EF4-FFF2-40B4-BE49-F238E27FC236}">
                <a16:creationId xmlns:a16="http://schemas.microsoft.com/office/drawing/2014/main" id="{8BA3B830-1401-4063-A4C5-5ED7598447C1}"/>
              </a:ext>
            </a:extLst>
          </p:cNvPr>
          <p:cNvSpPr>
            <a:spLocks xmlns:a="http://schemas.openxmlformats.org/drawingml/2006/main" noGrp="1"/>
          </p:cNvSpPr>
          <p:nvPr/>
        </p:nvSpPr>
        <p:spPr>
          <a:xfrm xmlns:a="http://schemas.openxmlformats.org/drawingml/2006/main">
            <a:off x="8077200" y="50863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 동작은?</a:t>
            </a:r>
          </a:p>
        </p:txBody>
      </p:sp>
      <p:sp>
        <p:nvSpPr>
          <p:cNvPr id="19" name="같은 문제가 반복될 때, 어느 Layer를 먼저 살펴볼까?">
            <a:extLst xmlns:a="http://schemas.openxmlformats.org/drawingml/2006/main">
              <a:ext uri="{FF2B5EF4-FFF2-40B4-BE49-F238E27FC236}">
                <a16:creationId xmlns:a16="http://schemas.microsoft.com/office/drawing/2014/main" id="{8CB83CB5-2700-4095-9F81-87C1EF6DEE96}"/>
              </a:ext>
            </a:extLst>
          </p:cNvPr>
          <p:cNvSpPr>
            <a:spLocks xmlns:a="http://schemas.openxmlformats.org/drawingml/2006/main" noGrp="1"/>
          </p:cNvSpPr>
          <p:nvPr/>
        </p:nvSpPr>
        <p:spPr>
          <a:xfrm xmlns:a="http://schemas.openxmlformats.org/drawingml/2006/main">
            <a:off x="609600" y="53816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문제가 반복될 때, 어느 Layer를 먼저 살펴볼까?</a:t>
            </a:r>
          </a:p>
        </p:txBody>
      </p:sp>
    </p:spTree>
    <p:extLst>
      <p:ext uri="{BB962C8B-B14F-4D97-AF65-F5344CB8AC3E}">
        <p14:creationId xmlns:p14="http://schemas.microsoft.com/office/powerpoint/2010/main" val="218292848"/>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전체 여정 회수">
            <a:extLst xmlns:a="http://schemas.openxmlformats.org/drawingml/2006/main">
              <a:ext uri="{FF2B5EF4-FFF2-40B4-BE49-F238E27FC236}">
                <a16:creationId xmlns:a16="http://schemas.microsoft.com/office/drawing/2014/main" id="{BC7846FA-1172-431B-BA6C-AF866D5171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3">
            <a:extLst xmlns:a="http://schemas.openxmlformats.org/drawingml/2006/main">
              <a:ext uri="{FF2B5EF4-FFF2-40B4-BE49-F238E27FC236}">
                <a16:creationId xmlns:a16="http://schemas.microsoft.com/office/drawing/2014/main" id="{173BEA39-CB41-4489-8117-E5E70FA822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여섯 시간의 Story를 한 장으로">
            <a:extLst xmlns:a="http://schemas.openxmlformats.org/drawingml/2006/main">
              <a:ext uri="{FF2B5EF4-FFF2-40B4-BE49-F238E27FC236}">
                <a16:creationId xmlns:a16="http://schemas.microsoft.com/office/drawing/2014/main" id="{5728543A-BCB5-44DE-93E7-F59659147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F2F448D9-F164-4516-8FB8-EEBE6B80DC8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B8238F1C-70EE-4F6C-9AB2-73E99416484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59A46E2D-847D-4D13-B682-45AFA488CA5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
            <a:extLst xmlns:a="http://schemas.openxmlformats.org/drawingml/2006/main">
              <a:ext uri="{FF2B5EF4-FFF2-40B4-BE49-F238E27FC236}">
                <a16:creationId xmlns:a16="http://schemas.microsoft.com/office/drawing/2014/main" id="{91C95556-EA26-4456-B605-F93C18F90429}"/>
              </a:ext>
            </a:extLst>
          </p:cNvPr>
          <p:cNvSpPr>
            <a:spLocks xmlns:a="http://schemas.openxmlformats.org/drawingml/2006/main" noGrp="1"/>
          </p:cNvSpPr>
          <p:nvPr/>
        </p:nvSpPr>
        <p:spPr>
          <a:xfrm xmlns:a="http://schemas.openxmlformats.org/drawingml/2006/main">
            <a:off x="609600" y="2095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Chatbot">
            <a:extLst xmlns:a="http://schemas.openxmlformats.org/drawingml/2006/main">
              <a:ext uri="{FF2B5EF4-FFF2-40B4-BE49-F238E27FC236}">
                <a16:creationId xmlns:a16="http://schemas.microsoft.com/office/drawing/2014/main" id="{7703C74E-E781-4F04-A20D-288F9C70FC5C}"/>
              </a:ext>
            </a:extLst>
          </p:cNvPr>
          <p:cNvSpPr>
            <a:spLocks xmlns:a="http://schemas.openxmlformats.org/drawingml/2006/main" noGrp="1"/>
          </p:cNvSpPr>
          <p:nvPr/>
        </p:nvSpPr>
        <p:spPr>
          <a:xfrm xmlns:a="http://schemas.openxmlformats.org/drawingml/2006/main">
            <a:off x="609600" y="219075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Chatbot</a:t>
            </a:r>
          </a:p>
        </p:txBody>
      </p:sp>
      <p:sp>
        <p:nvSpPr>
          <p:cNvPr id="9" name="답을 구한다">
            <a:extLst xmlns:a="http://schemas.openxmlformats.org/drawingml/2006/main">
              <a:ext uri="{FF2B5EF4-FFF2-40B4-BE49-F238E27FC236}">
                <a16:creationId xmlns:a16="http://schemas.microsoft.com/office/drawing/2014/main" id="{803ABAD6-62E1-4F4C-80C2-6B455DA5C63E}"/>
              </a:ext>
            </a:extLst>
          </p:cNvPr>
          <p:cNvSpPr>
            <a:spLocks xmlns:a="http://schemas.openxmlformats.org/drawingml/2006/main" noGrp="1"/>
          </p:cNvSpPr>
          <p:nvPr/>
        </p:nvSpPr>
        <p:spPr>
          <a:xfrm xmlns:a="http://schemas.openxmlformats.org/drawingml/2006/main">
            <a:off x="3619500" y="2190750"/>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답을 구한다</a:t>
            </a:r>
          </a:p>
        </p:txBody>
      </p:sp>
      <p:sp>
        <p:nvSpPr>
          <p:cNvPr id="10" name="">
            <a:extLst xmlns:a="http://schemas.openxmlformats.org/drawingml/2006/main">
              <a:ext uri="{FF2B5EF4-FFF2-40B4-BE49-F238E27FC236}">
                <a16:creationId xmlns:a16="http://schemas.microsoft.com/office/drawing/2014/main" id="{1FF65420-16A3-4811-B2E1-018EDFC55FB4}"/>
              </a:ext>
            </a:extLst>
          </p:cNvPr>
          <p:cNvSpPr>
            <a:spLocks xmlns:a="http://schemas.openxmlformats.org/drawingml/2006/main" noGrp="1"/>
          </p:cNvSpPr>
          <p:nvPr/>
        </p:nvSpPr>
        <p:spPr>
          <a:xfrm xmlns:a="http://schemas.openxmlformats.org/drawingml/2006/main">
            <a:off x="609600" y="2714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Prompt">
            <a:extLst xmlns:a="http://schemas.openxmlformats.org/drawingml/2006/main">
              <a:ext uri="{FF2B5EF4-FFF2-40B4-BE49-F238E27FC236}">
                <a16:creationId xmlns:a16="http://schemas.microsoft.com/office/drawing/2014/main" id="{85253DA0-E946-4A07-A92D-0D942F1FE777}"/>
              </a:ext>
            </a:extLst>
          </p:cNvPr>
          <p:cNvSpPr>
            <a:spLocks xmlns:a="http://schemas.openxmlformats.org/drawingml/2006/main" noGrp="1"/>
          </p:cNvSpPr>
          <p:nvPr/>
        </p:nvSpPr>
        <p:spPr>
          <a:xfrm xmlns:a="http://schemas.openxmlformats.org/drawingml/2006/main">
            <a:off x="609600" y="2809875"/>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Prompt</a:t>
            </a:r>
          </a:p>
        </p:txBody>
      </p:sp>
      <p:sp>
        <p:nvSpPr>
          <p:cNvPr id="12" name="이번 작업을 구체화한다">
            <a:extLst xmlns:a="http://schemas.openxmlformats.org/drawingml/2006/main">
              <a:ext uri="{FF2B5EF4-FFF2-40B4-BE49-F238E27FC236}">
                <a16:creationId xmlns:a16="http://schemas.microsoft.com/office/drawing/2014/main" id="{A2683E0A-4F26-49B1-B7B5-CF05B824EC9B}"/>
              </a:ext>
            </a:extLst>
          </p:cNvPr>
          <p:cNvSpPr>
            <a:spLocks xmlns:a="http://schemas.openxmlformats.org/drawingml/2006/main" noGrp="1"/>
          </p:cNvSpPr>
          <p:nvPr/>
        </p:nvSpPr>
        <p:spPr>
          <a:xfrm xmlns:a="http://schemas.openxmlformats.org/drawingml/2006/main">
            <a:off x="3619500" y="2809875"/>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이번 작업을 구체화한다</a:t>
            </a:r>
          </a:p>
        </p:txBody>
      </p:sp>
      <p:sp>
        <p:nvSpPr>
          <p:cNvPr id="13" name="">
            <a:extLst xmlns:a="http://schemas.openxmlformats.org/drawingml/2006/main">
              <a:ext uri="{FF2B5EF4-FFF2-40B4-BE49-F238E27FC236}">
                <a16:creationId xmlns:a16="http://schemas.microsoft.com/office/drawing/2014/main" id="{919D1447-EE07-4E4D-B2ED-D926DF4A972A}"/>
              </a:ext>
            </a:extLst>
          </p:cNvPr>
          <p:cNvSpPr>
            <a:spLocks xmlns:a="http://schemas.openxmlformats.org/drawingml/2006/main" noGrp="1"/>
          </p:cNvSpPr>
          <p:nvPr/>
        </p:nvSpPr>
        <p:spPr>
          <a:xfrm xmlns:a="http://schemas.openxmlformats.org/drawingml/2006/main">
            <a:off x="609600" y="3333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Context">
            <a:extLst xmlns:a="http://schemas.openxmlformats.org/drawingml/2006/main">
              <a:ext uri="{FF2B5EF4-FFF2-40B4-BE49-F238E27FC236}">
                <a16:creationId xmlns:a16="http://schemas.microsoft.com/office/drawing/2014/main" id="{17DDA5AD-8BD8-4D47-8F23-EDF38D1CA552}"/>
              </a:ext>
            </a:extLst>
          </p:cNvPr>
          <p:cNvSpPr>
            <a:spLocks xmlns:a="http://schemas.openxmlformats.org/drawingml/2006/main" noGrp="1"/>
          </p:cNvSpPr>
          <p:nvPr/>
        </p:nvSpPr>
        <p:spPr>
          <a:xfrm xmlns:a="http://schemas.openxmlformats.org/drawingml/2006/main">
            <a:off x="609600" y="342900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Context</a:t>
            </a:r>
          </a:p>
        </p:txBody>
      </p:sp>
      <p:sp>
        <p:nvSpPr>
          <p:cNvPr id="15" name="프로젝트 지식을 제공한다">
            <a:extLst xmlns:a="http://schemas.openxmlformats.org/drawingml/2006/main">
              <a:ext uri="{FF2B5EF4-FFF2-40B4-BE49-F238E27FC236}">
                <a16:creationId xmlns:a16="http://schemas.microsoft.com/office/drawing/2014/main" id="{FB30CDA0-3531-4240-A41A-3CE2F5265D27}"/>
              </a:ext>
            </a:extLst>
          </p:cNvPr>
          <p:cNvSpPr>
            <a:spLocks xmlns:a="http://schemas.openxmlformats.org/drawingml/2006/main" noGrp="1"/>
          </p:cNvSpPr>
          <p:nvPr/>
        </p:nvSpPr>
        <p:spPr>
          <a:xfrm xmlns:a="http://schemas.openxmlformats.org/drawingml/2006/main">
            <a:off x="3619500" y="3429000"/>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프로젝트 지식을 제공한다</a:t>
            </a:r>
          </a:p>
        </p:txBody>
      </p:sp>
      <p:sp>
        <p:nvSpPr>
          <p:cNvPr id="16" name="">
            <a:extLst xmlns:a="http://schemas.openxmlformats.org/drawingml/2006/main">
              <a:ext uri="{FF2B5EF4-FFF2-40B4-BE49-F238E27FC236}">
                <a16:creationId xmlns:a16="http://schemas.microsoft.com/office/drawing/2014/main" id="{91A4CB9A-B465-4F48-8DDB-E06FE7D9CAF1}"/>
              </a:ext>
            </a:extLst>
          </p:cNvPr>
          <p:cNvSpPr>
            <a:spLocks xmlns:a="http://schemas.openxmlformats.org/drawingml/2006/main" noGrp="1"/>
          </p:cNvSpPr>
          <p:nvPr/>
        </p:nvSpPr>
        <p:spPr>
          <a:xfrm xmlns:a="http://schemas.openxmlformats.org/drawingml/2006/main">
            <a:off x="609600" y="3952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Harness">
            <a:extLst xmlns:a="http://schemas.openxmlformats.org/drawingml/2006/main">
              <a:ext uri="{FF2B5EF4-FFF2-40B4-BE49-F238E27FC236}">
                <a16:creationId xmlns:a16="http://schemas.microsoft.com/office/drawing/2014/main" id="{8E6A4681-4FC2-4FBC-8483-9E73D92D1B2B}"/>
              </a:ext>
            </a:extLst>
          </p:cNvPr>
          <p:cNvSpPr>
            <a:spLocks xmlns:a="http://schemas.openxmlformats.org/drawingml/2006/main" noGrp="1"/>
          </p:cNvSpPr>
          <p:nvPr/>
        </p:nvSpPr>
        <p:spPr>
          <a:xfrm xmlns:a="http://schemas.openxmlformats.org/drawingml/2006/main">
            <a:off x="609600" y="4048125"/>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Harness</a:t>
            </a:r>
          </a:p>
        </p:txBody>
      </p:sp>
      <p:sp>
        <p:nvSpPr>
          <p:cNvPr id="18" name="일하는 환경을 설계한다">
            <a:extLst xmlns:a="http://schemas.openxmlformats.org/drawingml/2006/main">
              <a:ext uri="{FF2B5EF4-FFF2-40B4-BE49-F238E27FC236}">
                <a16:creationId xmlns:a16="http://schemas.microsoft.com/office/drawing/2014/main" id="{CF15CB51-3661-4497-A6E9-4F85614A130B}"/>
              </a:ext>
            </a:extLst>
          </p:cNvPr>
          <p:cNvSpPr>
            <a:spLocks xmlns:a="http://schemas.openxmlformats.org/drawingml/2006/main" noGrp="1"/>
          </p:cNvSpPr>
          <p:nvPr/>
        </p:nvSpPr>
        <p:spPr>
          <a:xfrm xmlns:a="http://schemas.openxmlformats.org/drawingml/2006/main">
            <a:off x="3619500" y="4048125"/>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일하는 환경을 설계한다</a:t>
            </a:r>
          </a:p>
        </p:txBody>
      </p:sp>
      <p:sp>
        <p:nvSpPr>
          <p:cNvPr id="19" name="">
            <a:extLst xmlns:a="http://schemas.openxmlformats.org/drawingml/2006/main">
              <a:ext uri="{FF2B5EF4-FFF2-40B4-BE49-F238E27FC236}">
                <a16:creationId xmlns:a16="http://schemas.microsoft.com/office/drawing/2014/main" id="{594DF5DF-3295-4B9A-A0B6-80E244912176}"/>
              </a:ext>
            </a:extLst>
          </p:cNvPr>
          <p:cNvSpPr>
            <a:spLocks xmlns:a="http://schemas.openxmlformats.org/drawingml/2006/main" noGrp="1"/>
          </p:cNvSpPr>
          <p:nvPr/>
        </p:nvSpPr>
        <p:spPr>
          <a:xfrm xmlns:a="http://schemas.openxmlformats.org/drawingml/2006/main">
            <a:off x="609600" y="4572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Loop">
            <a:extLst xmlns:a="http://schemas.openxmlformats.org/drawingml/2006/main">
              <a:ext uri="{FF2B5EF4-FFF2-40B4-BE49-F238E27FC236}">
                <a16:creationId xmlns:a16="http://schemas.microsoft.com/office/drawing/2014/main" id="{68579C2F-BDFA-4FBB-A3C8-BB7FB856DAFE}"/>
              </a:ext>
            </a:extLst>
          </p:cNvPr>
          <p:cNvSpPr>
            <a:spLocks xmlns:a="http://schemas.openxmlformats.org/drawingml/2006/main" noGrp="1"/>
          </p:cNvSpPr>
          <p:nvPr/>
        </p:nvSpPr>
        <p:spPr>
          <a:xfrm xmlns:a="http://schemas.openxmlformats.org/drawingml/2006/main">
            <a:off x="609600" y="466725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Loop</a:t>
            </a:r>
          </a:p>
        </p:txBody>
      </p:sp>
      <p:sp>
        <p:nvSpPr>
          <p:cNvPr id="21" name="피드백으로 시스템을 고친다">
            <a:extLst xmlns:a="http://schemas.openxmlformats.org/drawingml/2006/main">
              <a:ext uri="{FF2B5EF4-FFF2-40B4-BE49-F238E27FC236}">
                <a16:creationId xmlns:a16="http://schemas.microsoft.com/office/drawing/2014/main" id="{3632476F-EB64-437B-A7E4-9A4C13CD854A}"/>
              </a:ext>
            </a:extLst>
          </p:cNvPr>
          <p:cNvSpPr>
            <a:spLocks xmlns:a="http://schemas.openxmlformats.org/drawingml/2006/main" noGrp="1"/>
          </p:cNvSpPr>
          <p:nvPr/>
        </p:nvSpPr>
        <p:spPr>
          <a:xfrm xmlns:a="http://schemas.openxmlformats.org/drawingml/2006/main">
            <a:off x="3619500" y="4667250"/>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피드백으로 시스템을 고친다</a:t>
            </a:r>
          </a:p>
        </p:txBody>
      </p:sp>
      <p:sp>
        <p:nvSpPr>
          <p:cNvPr id="22" name="문제가 넓어질수록, 필요한 대응이 더해졌다.">
            <a:extLst xmlns:a="http://schemas.openxmlformats.org/drawingml/2006/main">
              <a:ext uri="{FF2B5EF4-FFF2-40B4-BE49-F238E27FC236}">
                <a16:creationId xmlns:a16="http://schemas.microsoft.com/office/drawing/2014/main" id="{1D308014-1A12-4F7E-9E99-03F6C7A1F4EE}"/>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문제가 넓어질수록, 필요한 대응이 더해졌다.</a:t>
            </a:r>
          </a:p>
        </p:txBody>
      </p:sp>
    </p:spTree>
    <p:extLst>
      <p:ext uri="{BB962C8B-B14F-4D97-AF65-F5344CB8AC3E}">
        <p14:creationId xmlns:p14="http://schemas.microsoft.com/office/powerpoint/2010/main" val="1594381887"/>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확인된 제품 변화">
            <a:extLst xmlns:a="http://schemas.openxmlformats.org/drawingml/2006/main">
              <a:ext uri="{FF2B5EF4-FFF2-40B4-BE49-F238E27FC236}">
                <a16:creationId xmlns:a16="http://schemas.microsoft.com/office/drawing/2014/main" id="{71C54912-CF2E-4B7A-960A-A0F5C54046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4">
            <a:extLst xmlns:a="http://schemas.openxmlformats.org/drawingml/2006/main">
              <a:ext uri="{FF2B5EF4-FFF2-40B4-BE49-F238E27FC236}">
                <a16:creationId xmlns:a16="http://schemas.microsoft.com/office/drawing/2014/main" id="{9E00B186-B3DE-4EB9-B225-E47B2575E3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하나의 Repository가 문제에 대응해 진화했다">
            <a:extLst xmlns:a="http://schemas.openxmlformats.org/drawingml/2006/main">
              <a:ext uri="{FF2B5EF4-FFF2-40B4-BE49-F238E27FC236}">
                <a16:creationId xmlns:a16="http://schemas.microsoft.com/office/drawing/2014/main" id="{DF8CD7DD-D7B0-4B62-8993-848B9C0D79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FE5EE98A-2094-4B00-A83E-A30E154B3EA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STATE-00 → STATE-04-PERF · 실제 Git State 기록">
            <a:extLst xmlns:a="http://schemas.openxmlformats.org/drawingml/2006/main">
              <a:ext uri="{FF2B5EF4-FFF2-40B4-BE49-F238E27FC236}">
                <a16:creationId xmlns:a16="http://schemas.microsoft.com/office/drawing/2014/main" id="{08274835-C919-4EDB-9C25-BEB7B661C74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STATE-00 → STATE-04-PERF · 실제 Git State 기록</a:t>
            </a:r>
          </a:p>
        </p:txBody>
      </p:sp>
      <p:sp>
        <p:nvSpPr>
          <p:cNvPr id="6" name="상태는 변화 이력이다. 기능 성숙도 등급이나 Product Loop를 뜻하지 않는다.">
            <a:extLst xmlns:a="http://schemas.openxmlformats.org/drawingml/2006/main">
              <a:ext uri="{FF2B5EF4-FFF2-40B4-BE49-F238E27FC236}">
                <a16:creationId xmlns:a16="http://schemas.microsoft.com/office/drawing/2014/main" id="{55867421-6F68-4D7F-985E-C00BC35E0B4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상태는 변화 이력이다. 기능 성숙도 등급이나 Product Loop를 뜻하지 않는다.</a:t>
            </a:r>
          </a:p>
        </p:txBody>
      </p:sp>
      <p:sp>
        <p:nvSpPr>
          <p:cNvPr id="7" name="">
            <a:extLst xmlns:a="http://schemas.openxmlformats.org/drawingml/2006/main">
              <a:ext uri="{FF2B5EF4-FFF2-40B4-BE49-F238E27FC236}">
                <a16:creationId xmlns:a16="http://schemas.microsoft.com/office/drawing/2014/main" id="{8950D88D-9EDB-448A-A26E-BBEC9C24D132}"/>
              </a:ext>
            </a:extLst>
          </p:cNvPr>
          <p:cNvSpPr>
            <a:spLocks xmlns:a="http://schemas.openxmlformats.org/drawingml/2006/main" noGrp="1"/>
          </p:cNvSpPr>
          <p:nvPr/>
        </p:nvSpPr>
        <p:spPr>
          <a:xfrm xmlns:a="http://schemas.openxmlformats.org/drawingml/2006/main">
            <a:off x="609600" y="225742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STATE-00">
            <a:extLst xmlns:a="http://schemas.openxmlformats.org/drawingml/2006/main">
              <a:ext uri="{FF2B5EF4-FFF2-40B4-BE49-F238E27FC236}">
                <a16:creationId xmlns:a16="http://schemas.microsoft.com/office/drawing/2014/main" id="{08078118-CFD3-49E1-98A2-32397FD312A6}"/>
              </a:ext>
            </a:extLst>
          </p:cNvPr>
          <p:cNvSpPr>
            <a:spLocks xmlns:a="http://schemas.openxmlformats.org/drawingml/2006/main" noGrp="1"/>
          </p:cNvSpPr>
          <p:nvPr/>
        </p:nvSpPr>
        <p:spPr>
          <a:xfrm xmlns:a="http://schemas.openxmlformats.org/drawingml/2006/main">
            <a:off x="609600" y="238125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STATE-00</a:t>
            </a:r>
          </a:p>
        </p:txBody>
      </p:sp>
      <p:sp>
        <p:nvSpPr>
          <p:cNvPr id="9" name="crop 경계 문제">
            <a:extLst xmlns:a="http://schemas.openxmlformats.org/drawingml/2006/main">
              <a:ext uri="{FF2B5EF4-FFF2-40B4-BE49-F238E27FC236}">
                <a16:creationId xmlns:a16="http://schemas.microsoft.com/office/drawing/2014/main" id="{28A3084F-9CCB-4A87-A43E-25254E27FB4F}"/>
              </a:ext>
            </a:extLst>
          </p:cNvPr>
          <p:cNvSpPr>
            <a:spLocks xmlns:a="http://schemas.openxmlformats.org/drawingml/2006/main" noGrp="1"/>
          </p:cNvSpPr>
          <p:nvPr/>
        </p:nvSpPr>
        <p:spPr>
          <a:xfrm xmlns:a="http://schemas.openxmlformats.org/drawingml/2006/main">
            <a:off x="609600" y="282892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0" name="">
            <a:extLst xmlns:a="http://schemas.openxmlformats.org/drawingml/2006/main">
              <a:ext uri="{FF2B5EF4-FFF2-40B4-BE49-F238E27FC236}">
                <a16:creationId xmlns:a16="http://schemas.microsoft.com/office/drawing/2014/main" id="{2CEB5607-36ED-4CA0-A55A-C9CBD77CF11E}"/>
              </a:ext>
            </a:extLst>
          </p:cNvPr>
          <p:cNvSpPr>
            <a:spLocks xmlns:a="http://schemas.openxmlformats.org/drawingml/2006/main" noGrp="1"/>
          </p:cNvSpPr>
          <p:nvPr/>
        </p:nvSpPr>
        <p:spPr>
          <a:xfrm xmlns:a="http://schemas.openxmlformats.org/drawingml/2006/main">
            <a:off x="3409950" y="225742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STATE-00-FIXED">
            <a:extLst xmlns:a="http://schemas.openxmlformats.org/drawingml/2006/main">
              <a:ext uri="{FF2B5EF4-FFF2-40B4-BE49-F238E27FC236}">
                <a16:creationId xmlns:a16="http://schemas.microsoft.com/office/drawing/2014/main" id="{E4FC65C8-E5EF-42A9-A118-52513CF1F610}"/>
              </a:ext>
            </a:extLst>
          </p:cNvPr>
          <p:cNvSpPr>
            <a:spLocks xmlns:a="http://schemas.openxmlformats.org/drawingml/2006/main" noGrp="1"/>
          </p:cNvSpPr>
          <p:nvPr/>
        </p:nvSpPr>
        <p:spPr>
          <a:xfrm xmlns:a="http://schemas.openxmlformats.org/drawingml/2006/main">
            <a:off x="3409950" y="238125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STATE-00-FIXED</a:t>
            </a:r>
          </a:p>
        </p:txBody>
      </p:sp>
      <p:sp>
        <p:nvSpPr>
          <p:cNvPr id="12" name="계약에 맞게 수정">
            <a:extLst xmlns:a="http://schemas.openxmlformats.org/drawingml/2006/main">
              <a:ext uri="{FF2B5EF4-FFF2-40B4-BE49-F238E27FC236}">
                <a16:creationId xmlns:a16="http://schemas.microsoft.com/office/drawing/2014/main" id="{DE645893-538B-41F2-8913-E52561892679}"/>
              </a:ext>
            </a:extLst>
          </p:cNvPr>
          <p:cNvSpPr>
            <a:spLocks xmlns:a="http://schemas.openxmlformats.org/drawingml/2006/main" noGrp="1"/>
          </p:cNvSpPr>
          <p:nvPr/>
        </p:nvSpPr>
        <p:spPr>
          <a:xfrm xmlns:a="http://schemas.openxmlformats.org/drawingml/2006/main">
            <a:off x="3409950" y="282892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3" name="">
            <a:extLst xmlns:a="http://schemas.openxmlformats.org/drawingml/2006/main">
              <a:ext uri="{FF2B5EF4-FFF2-40B4-BE49-F238E27FC236}">
                <a16:creationId xmlns:a16="http://schemas.microsoft.com/office/drawing/2014/main" id="{9A72DA3A-819D-4D3F-B4AF-5545B4615AE1}"/>
              </a:ext>
            </a:extLst>
          </p:cNvPr>
          <p:cNvSpPr>
            <a:spLocks xmlns:a="http://schemas.openxmlformats.org/drawingml/2006/main" noGrp="1"/>
          </p:cNvSpPr>
          <p:nvPr/>
        </p:nvSpPr>
        <p:spPr>
          <a:xfrm xmlns:a="http://schemas.openxmlformats.org/drawingml/2006/main">
            <a:off x="6210300" y="225742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STATE-01">
            <a:extLst xmlns:a="http://schemas.openxmlformats.org/drawingml/2006/main">
              <a:ext uri="{FF2B5EF4-FFF2-40B4-BE49-F238E27FC236}">
                <a16:creationId xmlns:a16="http://schemas.microsoft.com/office/drawing/2014/main" id="{72BB971D-BDCA-43EA-AD73-6E784E8FFF48}"/>
              </a:ext>
            </a:extLst>
          </p:cNvPr>
          <p:cNvSpPr>
            <a:spLocks xmlns:a="http://schemas.openxmlformats.org/drawingml/2006/main" noGrp="1"/>
          </p:cNvSpPr>
          <p:nvPr/>
        </p:nvSpPr>
        <p:spPr>
          <a:xfrm xmlns:a="http://schemas.openxmlformats.org/drawingml/2006/main">
            <a:off x="6210300" y="238125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STATE-01</a:t>
            </a:r>
          </a:p>
        </p:txBody>
      </p:sp>
      <p:sp>
        <p:nvSpPr>
          <p:cNvPr id="15" name="프로젝트 지침">
            <a:extLst xmlns:a="http://schemas.openxmlformats.org/drawingml/2006/main">
              <a:ext uri="{FF2B5EF4-FFF2-40B4-BE49-F238E27FC236}">
                <a16:creationId xmlns:a16="http://schemas.microsoft.com/office/drawing/2014/main" id="{5684200D-417B-4C15-AB0D-77A8C5F7008C}"/>
              </a:ext>
            </a:extLst>
          </p:cNvPr>
          <p:cNvSpPr>
            <a:spLocks xmlns:a="http://schemas.openxmlformats.org/drawingml/2006/main" noGrp="1"/>
          </p:cNvSpPr>
          <p:nvPr/>
        </p:nvSpPr>
        <p:spPr>
          <a:xfrm xmlns:a="http://schemas.openxmlformats.org/drawingml/2006/main">
            <a:off x="6210300" y="282892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16" name="">
            <a:extLst xmlns:a="http://schemas.openxmlformats.org/drawingml/2006/main">
              <a:ext uri="{FF2B5EF4-FFF2-40B4-BE49-F238E27FC236}">
                <a16:creationId xmlns:a16="http://schemas.microsoft.com/office/drawing/2014/main" id="{4E5C8AF4-E86C-48D4-B067-9D8726E093DF}"/>
              </a:ext>
            </a:extLst>
          </p:cNvPr>
          <p:cNvSpPr>
            <a:spLocks xmlns:a="http://schemas.openxmlformats.org/drawingml/2006/main" noGrp="1"/>
          </p:cNvSpPr>
          <p:nvPr/>
        </p:nvSpPr>
        <p:spPr>
          <a:xfrm xmlns:a="http://schemas.openxmlformats.org/drawingml/2006/main">
            <a:off x="9010650" y="225742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STATE-02">
            <a:extLst xmlns:a="http://schemas.openxmlformats.org/drawingml/2006/main">
              <a:ext uri="{FF2B5EF4-FFF2-40B4-BE49-F238E27FC236}">
                <a16:creationId xmlns:a16="http://schemas.microsoft.com/office/drawing/2014/main" id="{408A5D09-DB22-44E2-9439-FABDB1032396}"/>
              </a:ext>
            </a:extLst>
          </p:cNvPr>
          <p:cNvSpPr>
            <a:spLocks xmlns:a="http://schemas.openxmlformats.org/drawingml/2006/main" noGrp="1"/>
          </p:cNvSpPr>
          <p:nvPr/>
        </p:nvSpPr>
        <p:spPr>
          <a:xfrm xmlns:a="http://schemas.openxmlformats.org/drawingml/2006/main">
            <a:off x="9010650" y="238125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STATE-02</a:t>
            </a:r>
          </a:p>
        </p:txBody>
      </p:sp>
      <p:sp>
        <p:nvSpPr>
          <p:cNvPr id="18" name="Context 증가">
            <a:extLst xmlns:a="http://schemas.openxmlformats.org/drawingml/2006/main">
              <a:ext uri="{FF2B5EF4-FFF2-40B4-BE49-F238E27FC236}">
                <a16:creationId xmlns:a16="http://schemas.microsoft.com/office/drawing/2014/main" id="{4F8BC004-CF77-45A6-9DB4-B51A41192C35}"/>
              </a:ext>
            </a:extLst>
          </p:cNvPr>
          <p:cNvSpPr>
            <a:spLocks xmlns:a="http://schemas.openxmlformats.org/drawingml/2006/main" noGrp="1"/>
          </p:cNvSpPr>
          <p:nvPr/>
        </p:nvSpPr>
        <p:spPr>
          <a:xfrm xmlns:a="http://schemas.openxmlformats.org/drawingml/2006/main">
            <a:off x="9010650" y="282892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19" name="">
            <a:extLst xmlns:a="http://schemas.openxmlformats.org/drawingml/2006/main">
              <a:ext uri="{FF2B5EF4-FFF2-40B4-BE49-F238E27FC236}">
                <a16:creationId xmlns:a16="http://schemas.microsoft.com/office/drawing/2014/main" id="{14671F9E-DB22-4D96-B5D1-CAF8A40A721B}"/>
              </a:ext>
            </a:extLst>
          </p:cNvPr>
          <p:cNvSpPr>
            <a:spLocks xmlns:a="http://schemas.openxmlformats.org/drawingml/2006/main" noGrp="1"/>
          </p:cNvSpPr>
          <p:nvPr/>
        </p:nvSpPr>
        <p:spPr>
          <a:xfrm xmlns:a="http://schemas.openxmlformats.org/drawingml/2006/main">
            <a:off x="609600" y="372427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STATE-03">
            <a:extLst xmlns:a="http://schemas.openxmlformats.org/drawingml/2006/main">
              <a:ext uri="{FF2B5EF4-FFF2-40B4-BE49-F238E27FC236}">
                <a16:creationId xmlns:a16="http://schemas.microsoft.com/office/drawing/2014/main" id="{91FD21E9-2FF6-4E07-8D04-14FBAD8A822C}"/>
              </a:ext>
            </a:extLst>
          </p:cNvPr>
          <p:cNvSpPr>
            <a:spLocks xmlns:a="http://schemas.openxmlformats.org/drawingml/2006/main" noGrp="1"/>
          </p:cNvSpPr>
          <p:nvPr/>
        </p:nvSpPr>
        <p:spPr>
          <a:xfrm xmlns:a="http://schemas.openxmlformats.org/drawingml/2006/main">
            <a:off x="609600" y="384810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STATE-03</a:t>
            </a:r>
          </a:p>
        </p:txBody>
      </p:sp>
      <p:sp>
        <p:nvSpPr>
          <p:cNvPr id="21" name="상세 정보로 연결">
            <a:extLst xmlns:a="http://schemas.openxmlformats.org/drawingml/2006/main">
              <a:ext uri="{FF2B5EF4-FFF2-40B4-BE49-F238E27FC236}">
                <a16:creationId xmlns:a16="http://schemas.microsoft.com/office/drawing/2014/main" id="{AC8AD814-59F4-4115-A197-A38D468AB24A}"/>
              </a:ext>
            </a:extLst>
          </p:cNvPr>
          <p:cNvSpPr>
            <a:spLocks xmlns:a="http://schemas.openxmlformats.org/drawingml/2006/main" noGrp="1"/>
          </p:cNvSpPr>
          <p:nvPr/>
        </p:nvSpPr>
        <p:spPr>
          <a:xfrm xmlns:a="http://schemas.openxmlformats.org/drawingml/2006/main">
            <a:off x="609600" y="429577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22" name="">
            <a:extLst xmlns:a="http://schemas.openxmlformats.org/drawingml/2006/main">
              <a:ext uri="{FF2B5EF4-FFF2-40B4-BE49-F238E27FC236}">
                <a16:creationId xmlns:a16="http://schemas.microsoft.com/office/drawing/2014/main" id="{B98B721F-66B1-4040-8F9A-5C25D020421B}"/>
              </a:ext>
            </a:extLst>
          </p:cNvPr>
          <p:cNvSpPr>
            <a:spLocks xmlns:a="http://schemas.openxmlformats.org/drawingml/2006/main" noGrp="1"/>
          </p:cNvSpPr>
          <p:nvPr/>
        </p:nvSpPr>
        <p:spPr>
          <a:xfrm xmlns:a="http://schemas.openxmlformats.org/drawingml/2006/main">
            <a:off x="3409950" y="372427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3" name="STATE-04">
            <a:extLst xmlns:a="http://schemas.openxmlformats.org/drawingml/2006/main">
              <a:ext uri="{FF2B5EF4-FFF2-40B4-BE49-F238E27FC236}">
                <a16:creationId xmlns:a16="http://schemas.microsoft.com/office/drawing/2014/main" id="{52DE65CD-E23B-4CA7-B3B8-05E8272F33AB}"/>
              </a:ext>
            </a:extLst>
          </p:cNvPr>
          <p:cNvSpPr>
            <a:spLocks xmlns:a="http://schemas.openxmlformats.org/drawingml/2006/main" noGrp="1"/>
          </p:cNvSpPr>
          <p:nvPr/>
        </p:nvSpPr>
        <p:spPr>
          <a:xfrm xmlns:a="http://schemas.openxmlformats.org/drawingml/2006/main">
            <a:off x="3409950" y="384810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STATE-04</a:t>
            </a:r>
          </a:p>
        </p:txBody>
      </p:sp>
      <p:sp>
        <p:nvSpPr>
          <p:cNvPr id="24" name="재사용 Workflow">
            <a:extLst xmlns:a="http://schemas.openxmlformats.org/drawingml/2006/main">
              <a:ext uri="{FF2B5EF4-FFF2-40B4-BE49-F238E27FC236}">
                <a16:creationId xmlns:a16="http://schemas.microsoft.com/office/drawing/2014/main" id="{CAE789F2-BAE3-4612-96AF-9BA8505DE437}"/>
              </a:ext>
            </a:extLst>
          </p:cNvPr>
          <p:cNvSpPr>
            <a:spLocks xmlns:a="http://schemas.openxmlformats.org/drawingml/2006/main" noGrp="1"/>
          </p:cNvSpPr>
          <p:nvPr/>
        </p:nvSpPr>
        <p:spPr>
          <a:xfrm xmlns:a="http://schemas.openxmlformats.org/drawingml/2006/main">
            <a:off x="3409950" y="429577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25" name="">
            <a:extLst xmlns:a="http://schemas.openxmlformats.org/drawingml/2006/main">
              <a:ext uri="{FF2B5EF4-FFF2-40B4-BE49-F238E27FC236}">
                <a16:creationId xmlns:a16="http://schemas.microsoft.com/office/drawing/2014/main" id="{0D07C5C2-4514-4FF3-8640-D808BB16D8E8}"/>
              </a:ext>
            </a:extLst>
          </p:cNvPr>
          <p:cNvSpPr>
            <a:spLocks xmlns:a="http://schemas.openxmlformats.org/drawingml/2006/main" noGrp="1"/>
          </p:cNvSpPr>
          <p:nvPr/>
        </p:nvSpPr>
        <p:spPr>
          <a:xfrm xmlns:a="http://schemas.openxmlformats.org/drawingml/2006/main">
            <a:off x="6210300" y="3724275"/>
            <a:ext cx="2514600" cy="0"/>
          </a:xfrm>
          <a:prstGeom xmlns:a="http://schemas.openxmlformats.org/drawingml/2006/main" prst="line">
            <a:avLst/>
          </a:prstGeom>
          <a:noFill xmlns:a="http://schemas.openxmlformats.org/drawingml/2006/main"/>
          <a:ln xmlns:a="http://schemas.openxmlformats.org/drawingml/2006/main" w="28575">
            <a:solidFill>
              <a:srgbClr val="176B4D"/>
            </a:solidFill>
            <a:prstDash val="solid"/>
          </a:ln>
        </p:spPr>
      </p:sp>
      <p:sp>
        <p:nvSpPr>
          <p:cNvPr id="26" name="STATE-04-PERF">
            <a:extLst xmlns:a="http://schemas.openxmlformats.org/drawingml/2006/main">
              <a:ext uri="{FF2B5EF4-FFF2-40B4-BE49-F238E27FC236}">
                <a16:creationId xmlns:a16="http://schemas.microsoft.com/office/drawing/2014/main" id="{EFAF6FC9-D9BD-43B5-868E-5846F725AE0F}"/>
              </a:ext>
            </a:extLst>
          </p:cNvPr>
          <p:cNvSpPr>
            <a:spLocks xmlns:a="http://schemas.openxmlformats.org/drawingml/2006/main" noGrp="1"/>
          </p:cNvSpPr>
          <p:nvPr/>
        </p:nvSpPr>
        <p:spPr>
          <a:xfrm xmlns:a="http://schemas.openxmlformats.org/drawingml/2006/main">
            <a:off x="6210300" y="384810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6B4D"/>
                </a:solidFill>
                <a:latin typeface="Malgun Gothic"/>
                <a:ea typeface="Malgun Gothic"/>
                <a:cs typeface="Malgun Gothic"/>
              </a:defRPr>
            </a:defPPr>
            <a:lvl1pPr algn="l">
              <a:defRPr sz="1650" b="1">
                <a:solidFill>
                  <a:srgbClr val="176B4D"/>
                </a:solidFill>
                <a:latin typeface="Malgun Gothic"/>
                <a:ea typeface="Malgun Gothic"/>
                <a:cs typeface="Malgun Gothic"/>
              </a:defRPr>
            </a:lvl1pPr>
            <a:lvl2pPr algn="l">
              <a:defRPr sz="1650" b="1">
                <a:solidFill>
                  <a:srgbClr val="176B4D"/>
                </a:solidFill>
                <a:latin typeface="Malgun Gothic"/>
                <a:ea typeface="Malgun Gothic"/>
                <a:cs typeface="Malgun Gothic"/>
              </a:defRPr>
            </a:lvl2pPr>
            <a:lvl3pPr algn="l">
              <a:defRPr sz="1650" b="1">
                <a:solidFill>
                  <a:srgbClr val="176B4D"/>
                </a:solidFill>
                <a:latin typeface="Malgun Gothic"/>
                <a:ea typeface="Malgun Gothic"/>
                <a:cs typeface="Malgun Gothic"/>
              </a:defRPr>
            </a:lvl3pPr>
            <a:lvl4pPr algn="l">
              <a:defRPr sz="1650" b="1">
                <a:solidFill>
                  <a:srgbClr val="176B4D"/>
                </a:solidFill>
                <a:latin typeface="Malgun Gothic"/>
                <a:ea typeface="Malgun Gothic"/>
                <a:cs typeface="Malgun Gothic"/>
              </a:defRPr>
            </a:lvl4pPr>
            <a:lvl5pPr algn="l">
              <a:defRPr sz="1650" b="1">
                <a:solidFill>
                  <a:srgbClr val="176B4D"/>
                </a:solidFill>
                <a:latin typeface="Malgun Gothic"/>
                <a:ea typeface="Malgun Gothic"/>
                <a:cs typeface="Malgun Gothic"/>
              </a:defRPr>
            </a:lvl5pPr>
            <a:lvl6pPr algn="l">
              <a:defRPr sz="1650" b="1">
                <a:solidFill>
                  <a:srgbClr val="176B4D"/>
                </a:solidFill>
                <a:latin typeface="Malgun Gothic"/>
                <a:ea typeface="Malgun Gothic"/>
                <a:cs typeface="Malgun Gothic"/>
              </a:defRPr>
            </a:lvl6pPr>
            <a:lvl7pPr algn="l">
              <a:defRPr sz="1650" b="1">
                <a:solidFill>
                  <a:srgbClr val="176B4D"/>
                </a:solidFill>
                <a:latin typeface="Malgun Gothic"/>
                <a:ea typeface="Malgun Gothic"/>
                <a:cs typeface="Malgun Gothic"/>
              </a:defRPr>
            </a:lvl7pPr>
            <a:lvl8pPr algn="l">
              <a:defRPr sz="1650" b="1">
                <a:solidFill>
                  <a:srgbClr val="176B4D"/>
                </a:solidFill>
                <a:latin typeface="Malgun Gothic"/>
                <a:ea typeface="Malgun Gothic"/>
                <a:cs typeface="Malgun Gothic"/>
              </a:defRPr>
            </a:lvl8pPr>
            <a:lvl9pPr algn="l">
              <a:defRPr sz="1650" b="1">
                <a:solidFill>
                  <a:srgbClr val="176B4D"/>
                </a:solidFill>
                <a:latin typeface="Malgun Gothic"/>
                <a:ea typeface="Malgun Gothic"/>
                <a:cs typeface="Malgun Gothic"/>
              </a:defRPr>
            </a:lvl9pPr>
          </a:lstStyle>
          <a:p xmlns:a="http://schemas.openxmlformats.org/drawingml/2006/main">
            <a:pPr algn="l">
              <a:defRPr sz="1650" b="1">
                <a:solidFill>
                  <a:srgbClr val="176B4D"/>
                </a:solidFill>
                <a:latin typeface="Malgun Gothic"/>
                <a:ea typeface="Malgun Gothic"/>
                <a:cs typeface="Malgun Gothic"/>
              </a:defRPr>
            </a:pPr>
            <a:r>
              <a:rPr sz="1650" b="1">
                <a:solidFill>
                  <a:srgbClr val="176B4D"/>
                </a:solidFill>
                <a:latin typeface="Malgun Gothic"/>
                <a:ea typeface="Malgun Gothic"/>
                <a:cs typeface="Malgun Gothic"/>
              </a:rPr>
              <a:t>STATE-04-PERF</a:t>
            </a:r>
          </a:p>
        </p:txBody>
      </p:sp>
      <p:sp>
        <p:nvSpPr>
          <p:cNvPr id="27" name="검증된 제품 변경">
            <a:extLst xmlns:a="http://schemas.openxmlformats.org/drawingml/2006/main">
              <a:ext uri="{FF2B5EF4-FFF2-40B4-BE49-F238E27FC236}">
                <a16:creationId xmlns:a16="http://schemas.microsoft.com/office/drawing/2014/main" id="{5CF24568-390E-4082-850E-6A79AF9C0872}"/>
              </a:ext>
            </a:extLst>
          </p:cNvPr>
          <p:cNvSpPr>
            <a:spLocks xmlns:a="http://schemas.openxmlformats.org/drawingml/2006/main" noGrp="1"/>
          </p:cNvSpPr>
          <p:nvPr/>
        </p:nvSpPr>
        <p:spPr>
          <a:xfrm xmlns:a="http://schemas.openxmlformats.org/drawingml/2006/main">
            <a:off x="6210300" y="429577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28" name="각 변화의 출발점은, 그때 마주친 문제였다.">
            <a:extLst xmlns:a="http://schemas.openxmlformats.org/drawingml/2006/main">
              <a:ext uri="{FF2B5EF4-FFF2-40B4-BE49-F238E27FC236}">
                <a16:creationId xmlns:a16="http://schemas.microsoft.com/office/drawing/2014/main" id="{30BB8604-F389-42F6-81C8-30FE1A574A52}"/>
              </a:ext>
            </a:extLst>
          </p:cNvPr>
          <p:cNvSpPr>
            <a:spLocks xmlns:a="http://schemas.openxmlformats.org/drawingml/2006/main" noGrp="1"/>
          </p:cNvSpPr>
          <p:nvPr/>
        </p:nvSpPr>
        <p:spPr>
          <a:xfrm xmlns:a="http://schemas.openxmlformats.org/drawingml/2006/main">
            <a:off x="609600" y="53054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각 변화의 출발점은, 그때 마주친 문제였다.</a:t>
            </a:r>
          </a:p>
        </p:txBody>
      </p:sp>
    </p:spTree>
    <p:extLst>
      <p:ext uri="{BB962C8B-B14F-4D97-AF65-F5344CB8AC3E}">
        <p14:creationId xmlns:p14="http://schemas.microsoft.com/office/powerpoint/2010/main" val="1989050184"/>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5 · 이번 Demo의 선택 기준">
            <a:extLst xmlns:a="http://schemas.openxmlformats.org/drawingml/2006/main">
              <a:ext uri="{FF2B5EF4-FFF2-40B4-BE49-F238E27FC236}">
                <a16:creationId xmlns:a16="http://schemas.microsoft.com/office/drawing/2014/main" id="{DED69947-904F-430D-AD2A-8FE3FD1D41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5">
            <a:extLst xmlns:a="http://schemas.openxmlformats.org/drawingml/2006/main">
              <a:ext uri="{FF2B5EF4-FFF2-40B4-BE49-F238E27FC236}">
                <a16:creationId xmlns:a16="http://schemas.microsoft.com/office/drawing/2014/main" id="{58EC9A29-48DF-4EDE-9AA4-862D49822F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필요성이 입증되지 않은 것은 보류했다">
            <a:extLst xmlns:a="http://schemas.openxmlformats.org/drawingml/2006/main">
              <a:ext uri="{FF2B5EF4-FFF2-40B4-BE49-F238E27FC236}">
                <a16:creationId xmlns:a16="http://schemas.microsoft.com/office/drawing/2014/main" id="{238F2445-3109-4CFB-9283-1DF69F2062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11A069F7-F3B2-4E1D-A520-419D54122FC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3DF49795-3EA7-4B7D-AAC9-9B4E11B2A16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6542A7D6-5CD1-42EB-BEE5-FF883CBF2BB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번 문제에 필요했던 것">
            <a:extLst xmlns:a="http://schemas.openxmlformats.org/drawingml/2006/main">
              <a:ext uri="{FF2B5EF4-FFF2-40B4-BE49-F238E27FC236}">
                <a16:creationId xmlns:a16="http://schemas.microsoft.com/office/drawing/2014/main" id="{D9F54726-8418-4755-AFDA-65DD80A3F00D}"/>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이번 문제에 필요했던 것</a:t>
            </a:r>
          </a:p>
        </p:txBody>
      </p:sp>
      <p:sp>
        <p:nvSpPr>
          <p:cNvPr id="8" name="이번에는 정당화하지 못한 것">
            <a:extLst xmlns:a="http://schemas.openxmlformats.org/drawingml/2006/main">
              <a:ext uri="{FF2B5EF4-FFF2-40B4-BE49-F238E27FC236}">
                <a16:creationId xmlns:a16="http://schemas.microsoft.com/office/drawing/2014/main" id="{00353066-66DC-441C-952C-539F4C550D88}"/>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이번에는 정당화하지 못한 것</a:t>
            </a:r>
          </a:p>
        </p:txBody>
      </p:sp>
      <p:sp>
        <p:nvSpPr>
          <p:cNvPr id="9" name="">
            <a:extLst xmlns:a="http://schemas.openxmlformats.org/drawingml/2006/main">
              <a:ext uri="{FF2B5EF4-FFF2-40B4-BE49-F238E27FC236}">
                <a16:creationId xmlns:a16="http://schemas.microsoft.com/office/drawing/2014/main" id="{F923B27D-02F9-4C63-88E1-D66C50D727F4}"/>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CAACA77-F59B-47FA-8171-6D6A2D1AE4F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1" name="Task Prompt&#10;Context와 Routing&#10;재사용 Workflow&#10;Tests와 Benchmark">
            <a:extLst xmlns:a="http://schemas.openxmlformats.org/drawingml/2006/main">
              <a:ext uri="{FF2B5EF4-FFF2-40B4-BE49-F238E27FC236}">
                <a16:creationId xmlns:a16="http://schemas.microsoft.com/office/drawing/2014/main" id="{50B9B87A-BE84-4103-9B9F-DF74D3E743AC}"/>
              </a:ext>
            </a:extLst>
          </p:cNvPr>
          <p:cNvSpPr>
            <a:spLocks xmlns:a="http://schemas.openxmlformats.org/drawingml/2006/main" noGrp="1"/>
          </p:cNvSpPr>
          <p:nvPr/>
        </p:nvSpPr>
        <p:spPr>
          <a:xfrm xmlns:a="http://schemas.openxmlformats.org/drawingml/2006/main">
            <a:off x="609600" y="3162300"/>
            <a:ext cx="4876800"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2" name="Subagent&#10;Memory">
            <a:extLst xmlns:a="http://schemas.openxmlformats.org/drawingml/2006/main">
              <a:ext uri="{FF2B5EF4-FFF2-40B4-BE49-F238E27FC236}">
                <a16:creationId xmlns:a16="http://schemas.microsoft.com/office/drawing/2014/main" id="{AC5AB348-4FF5-489E-BB39-CFC97C366AFA}"/>
              </a:ext>
            </a:extLst>
          </p:cNvPr>
          <p:cNvSpPr>
            <a:spLocks xmlns:a="http://schemas.openxmlformats.org/drawingml/2006/main" noGrp="1"/>
          </p:cNvSpPr>
          <p:nvPr/>
        </p:nvSpPr>
        <p:spPr>
          <a:xfrm xmlns:a="http://schemas.openxmlformats.org/drawingml/2006/main">
            <a:off x="6705600" y="3314700"/>
            <a:ext cx="4876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3" name="현재 문제가 필요로 하는 만큼 설계한다.">
            <a:extLst xmlns:a="http://schemas.openxmlformats.org/drawingml/2006/main">
              <a:ext uri="{FF2B5EF4-FFF2-40B4-BE49-F238E27FC236}">
                <a16:creationId xmlns:a16="http://schemas.microsoft.com/office/drawing/2014/main" id="{93CF1319-F733-4BC9-B8C9-DD4D20EA6EA0}"/>
              </a:ext>
            </a:extLst>
          </p:cNvPr>
          <p:cNvSpPr>
            <a:spLocks xmlns:a="http://schemas.openxmlformats.org/drawingml/2006/main" noGrp="1"/>
          </p:cNvSpPr>
          <p:nvPr/>
        </p:nvSpPr>
        <p:spPr>
          <a:xfrm xmlns:a="http://schemas.openxmlformats.org/drawingml/2006/main">
            <a:off x="609600" y="52197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현재 문제가 필요로 하는 만큼 설계한다.</a:t>
            </a:r>
          </a:p>
        </p:txBody>
      </p:sp>
    </p:spTree>
    <p:extLst>
      <p:ext uri="{BB962C8B-B14F-4D97-AF65-F5344CB8AC3E}">
        <p14:creationId xmlns:p14="http://schemas.microsoft.com/office/powerpoint/2010/main" val="402442364"/>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5 · 개발자의 판단">
            <a:extLst xmlns:a="http://schemas.openxmlformats.org/drawingml/2006/main">
              <a:ext uri="{FF2B5EF4-FFF2-40B4-BE49-F238E27FC236}">
                <a16:creationId xmlns:a16="http://schemas.microsoft.com/office/drawing/2014/main" id="{63852966-8E32-4C96-9D6A-AA27DFC863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6">
            <a:extLst xmlns:a="http://schemas.openxmlformats.org/drawingml/2006/main">
              <a:ext uri="{FF2B5EF4-FFF2-40B4-BE49-F238E27FC236}">
                <a16:creationId xmlns:a16="http://schemas.microsoft.com/office/drawing/2014/main" id="{FB122175-C47B-4B6D-87A1-AD1E8E2C28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위임이 늘어도 개발자 책임은 남는다">
            <a:extLst xmlns:a="http://schemas.openxmlformats.org/drawingml/2006/main">
              <a:ext uri="{FF2B5EF4-FFF2-40B4-BE49-F238E27FC236}">
                <a16:creationId xmlns:a16="http://schemas.microsoft.com/office/drawing/2014/main" id="{38167C99-2C61-4CEC-8DBE-94EBBBCC31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1A8A9C58-DB1A-4664-90F0-2647F81E466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5E5690A-4211-41D3-A901-F7F83B2FC25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1410E80D-E719-4F42-BA30-6A05234013E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3EC5282F-6C8B-49B4-AC53-0F3F8724A5BF}"/>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4D5A68"/>
                </a:solidFill>
                <a:latin typeface="Malgun Gothic"/>
                <a:ea typeface="Malgun Gothic"/>
                <a:cs typeface="Malgun Gothic"/>
              </a:defRPr>
            </a:defPPr>
            <a:lvl1pPr algn="l">
              <a:defRPr sz="2475" b="0">
                <a:solidFill>
                  <a:srgbClr val="4D5A68"/>
                </a:solidFill>
                <a:latin typeface="Malgun Gothic"/>
                <a:ea typeface="Malgun Gothic"/>
                <a:cs typeface="Malgun Gothic"/>
              </a:defRPr>
            </a:lvl1pPr>
            <a:lvl2pPr algn="l">
              <a:defRPr sz="2475" b="0">
                <a:solidFill>
                  <a:srgbClr val="4D5A68"/>
                </a:solidFill>
                <a:latin typeface="Malgun Gothic"/>
                <a:ea typeface="Malgun Gothic"/>
                <a:cs typeface="Malgun Gothic"/>
              </a:defRPr>
            </a:lvl2pPr>
            <a:lvl3pPr algn="l">
              <a:defRPr sz="2475" b="0">
                <a:solidFill>
                  <a:srgbClr val="4D5A68"/>
                </a:solidFill>
                <a:latin typeface="Malgun Gothic"/>
                <a:ea typeface="Malgun Gothic"/>
                <a:cs typeface="Malgun Gothic"/>
              </a:defRPr>
            </a:lvl3pPr>
            <a:lvl4pPr algn="l">
              <a:defRPr sz="2475" b="0">
                <a:solidFill>
                  <a:srgbClr val="4D5A68"/>
                </a:solidFill>
                <a:latin typeface="Malgun Gothic"/>
                <a:ea typeface="Malgun Gothic"/>
                <a:cs typeface="Malgun Gothic"/>
              </a:defRPr>
            </a:lvl4pPr>
            <a:lvl5pPr algn="l">
              <a:defRPr sz="2475" b="0">
                <a:solidFill>
                  <a:srgbClr val="4D5A68"/>
                </a:solidFill>
                <a:latin typeface="Malgun Gothic"/>
                <a:ea typeface="Malgun Gothic"/>
                <a:cs typeface="Malgun Gothic"/>
              </a:defRPr>
            </a:lvl5pPr>
            <a:lvl6pPr algn="l">
              <a:defRPr sz="2475" b="0">
                <a:solidFill>
                  <a:srgbClr val="4D5A68"/>
                </a:solidFill>
                <a:latin typeface="Malgun Gothic"/>
                <a:ea typeface="Malgun Gothic"/>
                <a:cs typeface="Malgun Gothic"/>
              </a:defRPr>
            </a:lvl6pPr>
            <a:lvl7pPr algn="l">
              <a:defRPr sz="2475" b="0">
                <a:solidFill>
                  <a:srgbClr val="4D5A68"/>
                </a:solidFill>
                <a:latin typeface="Malgun Gothic"/>
                <a:ea typeface="Malgun Gothic"/>
                <a:cs typeface="Malgun Gothic"/>
              </a:defRPr>
            </a:lvl7pPr>
            <a:lvl8pPr algn="l">
              <a:defRPr sz="2475" b="0">
                <a:solidFill>
                  <a:srgbClr val="4D5A68"/>
                </a:solidFill>
                <a:latin typeface="Malgun Gothic"/>
                <a:ea typeface="Malgun Gothic"/>
                <a:cs typeface="Malgun Gothic"/>
              </a:defRPr>
            </a:lvl8pPr>
            <a:lvl9pPr algn="l">
              <a:defRPr sz="2475" b="0">
                <a:solidFill>
                  <a:srgbClr val="4D5A68"/>
                </a:solidFill>
                <a:latin typeface="Malgun Gothic"/>
                <a:ea typeface="Malgun Gothic"/>
                <a:cs typeface="Malgun Gothic"/>
              </a:defRPr>
            </a:lvl9pPr>
          </a:lstStyle>
          <a:p xmlns:a="http://schemas.openxmlformats.org/drawingml/2006/main">
            <a:pPr algn="l">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AI가 조사·생성·변경·실행·비교를 도와도</a:t>
            </a:r>
          </a:p>
        </p:txBody>
      </p:sp>
      <p:sp>
        <p:nvSpPr>
          <p:cNvPr id="8" name="">
            <a:extLst xmlns:a="http://schemas.openxmlformats.org/drawingml/2006/main">
              <a:ext uri="{FF2B5EF4-FFF2-40B4-BE49-F238E27FC236}">
                <a16:creationId xmlns:a16="http://schemas.microsoft.com/office/drawing/2014/main" id="{31208407-E0B2-43A7-ACE7-D4E5B9A699DB}"/>
              </a:ext>
            </a:extLst>
          </p:cNvPr>
          <p:cNvSpPr>
            <a:spLocks xmlns:a="http://schemas.openxmlformats.org/drawingml/2006/main" noGrp="1"/>
          </p:cNvSpPr>
          <p:nvPr/>
        </p:nvSpPr>
        <p:spPr>
          <a:xfrm xmlns:a="http://schemas.openxmlformats.org/drawingml/2006/main">
            <a:off x="60960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목표">
            <a:extLst xmlns:a="http://schemas.openxmlformats.org/drawingml/2006/main">
              <a:ext uri="{FF2B5EF4-FFF2-40B4-BE49-F238E27FC236}">
                <a16:creationId xmlns:a16="http://schemas.microsoft.com/office/drawing/2014/main" id="{CE2B6918-EC68-4FBF-99A9-429B26861694}"/>
              </a:ext>
            </a:extLst>
          </p:cNvPr>
          <p:cNvSpPr>
            <a:spLocks xmlns:a="http://schemas.openxmlformats.org/drawingml/2006/main" noGrp="1"/>
          </p:cNvSpPr>
          <p:nvPr/>
        </p:nvSpPr>
        <p:spPr>
          <a:xfrm xmlns:a="http://schemas.openxmlformats.org/drawingml/2006/main">
            <a:off x="60960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0" name="무엇을 해결할까?">
            <a:extLst xmlns:a="http://schemas.openxmlformats.org/drawingml/2006/main">
              <a:ext uri="{FF2B5EF4-FFF2-40B4-BE49-F238E27FC236}">
                <a16:creationId xmlns:a16="http://schemas.microsoft.com/office/drawing/2014/main" id="{35AD3ECF-0478-4B9A-8129-91EF5FEB36A1}"/>
              </a:ext>
            </a:extLst>
          </p:cNvPr>
          <p:cNvSpPr>
            <a:spLocks xmlns:a="http://schemas.openxmlformats.org/drawingml/2006/main" noGrp="1"/>
          </p:cNvSpPr>
          <p:nvPr/>
        </p:nvSpPr>
        <p:spPr>
          <a:xfrm xmlns:a="http://schemas.openxmlformats.org/drawingml/2006/main">
            <a:off x="60960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무엇을 해결할까?</a:t>
            </a:r>
          </a:p>
        </p:txBody>
      </p:sp>
      <p:sp>
        <p:nvSpPr>
          <p:cNvPr id="11" name="">
            <a:extLst xmlns:a="http://schemas.openxmlformats.org/drawingml/2006/main">
              <a:ext uri="{FF2B5EF4-FFF2-40B4-BE49-F238E27FC236}">
                <a16:creationId xmlns:a16="http://schemas.microsoft.com/office/drawing/2014/main" id="{CF7A6AE0-4230-4456-83AB-D6BCB028BDBD}"/>
              </a:ext>
            </a:extLst>
          </p:cNvPr>
          <p:cNvSpPr>
            <a:spLocks xmlns:a="http://schemas.openxmlformats.org/drawingml/2006/main" noGrp="1"/>
          </p:cNvSpPr>
          <p:nvPr/>
        </p:nvSpPr>
        <p:spPr>
          <a:xfrm xmlns:a="http://schemas.openxmlformats.org/drawingml/2006/main">
            <a:off x="340995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판단">
            <a:extLst xmlns:a="http://schemas.openxmlformats.org/drawingml/2006/main">
              <a:ext uri="{FF2B5EF4-FFF2-40B4-BE49-F238E27FC236}">
                <a16:creationId xmlns:a16="http://schemas.microsoft.com/office/drawing/2014/main" id="{92E35F8F-08FA-40BC-8268-BD7EECB8C402}"/>
              </a:ext>
            </a:extLst>
          </p:cNvPr>
          <p:cNvSpPr>
            <a:spLocks xmlns:a="http://schemas.openxmlformats.org/drawingml/2006/main" noGrp="1"/>
          </p:cNvSpPr>
          <p:nvPr/>
        </p:nvSpPr>
        <p:spPr>
          <a:xfrm xmlns:a="http://schemas.openxmlformats.org/drawingml/2006/main">
            <a:off x="340995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3" name="어떤 선택이 적절할까?">
            <a:extLst xmlns:a="http://schemas.openxmlformats.org/drawingml/2006/main">
              <a:ext uri="{FF2B5EF4-FFF2-40B4-BE49-F238E27FC236}">
                <a16:creationId xmlns:a16="http://schemas.microsoft.com/office/drawing/2014/main" id="{FEDBC8A6-6BA6-435A-9E11-EA1B64343EA6}"/>
              </a:ext>
            </a:extLst>
          </p:cNvPr>
          <p:cNvSpPr>
            <a:spLocks xmlns:a="http://schemas.openxmlformats.org/drawingml/2006/main" noGrp="1"/>
          </p:cNvSpPr>
          <p:nvPr/>
        </p:nvSpPr>
        <p:spPr>
          <a:xfrm xmlns:a="http://schemas.openxmlformats.org/drawingml/2006/main">
            <a:off x="340995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어떤 선택이 적절할까?</a:t>
            </a:r>
          </a:p>
        </p:txBody>
      </p:sp>
      <p:sp>
        <p:nvSpPr>
          <p:cNvPr id="14" name="">
            <a:extLst xmlns:a="http://schemas.openxmlformats.org/drawingml/2006/main">
              <a:ext uri="{FF2B5EF4-FFF2-40B4-BE49-F238E27FC236}">
                <a16:creationId xmlns:a16="http://schemas.microsoft.com/office/drawing/2014/main" id="{C5FC3FC9-4D6B-49DA-8DF9-2218D1AB9AC5}"/>
              </a:ext>
            </a:extLst>
          </p:cNvPr>
          <p:cNvSpPr>
            <a:spLocks xmlns:a="http://schemas.openxmlformats.org/drawingml/2006/main" noGrp="1"/>
          </p:cNvSpPr>
          <p:nvPr/>
        </p:nvSpPr>
        <p:spPr>
          <a:xfrm xmlns:a="http://schemas.openxmlformats.org/drawingml/2006/main">
            <a:off x="621030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a:extLst xmlns:a="http://schemas.openxmlformats.org/drawingml/2006/main">
              <a:ext uri="{FF2B5EF4-FFF2-40B4-BE49-F238E27FC236}">
                <a16:creationId xmlns:a16="http://schemas.microsoft.com/office/drawing/2014/main" id="{878426AC-DB9D-40B3-8331-2360A6099F92}"/>
              </a:ext>
            </a:extLst>
          </p:cNvPr>
          <p:cNvSpPr>
            <a:spLocks xmlns:a="http://schemas.openxmlformats.org/drawingml/2006/main" noGrp="1"/>
          </p:cNvSpPr>
          <p:nvPr/>
        </p:nvSpPr>
        <p:spPr>
          <a:xfrm xmlns:a="http://schemas.openxmlformats.org/drawingml/2006/main">
            <a:off x="621030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6" name="무엇으로 확인할까?">
            <a:extLst xmlns:a="http://schemas.openxmlformats.org/drawingml/2006/main">
              <a:ext uri="{FF2B5EF4-FFF2-40B4-BE49-F238E27FC236}">
                <a16:creationId xmlns:a16="http://schemas.microsoft.com/office/drawing/2014/main" id="{0B9CCDA1-C8C3-4937-8ABB-59CB6F414A57}"/>
              </a:ext>
            </a:extLst>
          </p:cNvPr>
          <p:cNvSpPr>
            <a:spLocks xmlns:a="http://schemas.openxmlformats.org/drawingml/2006/main" noGrp="1"/>
          </p:cNvSpPr>
          <p:nvPr/>
        </p:nvSpPr>
        <p:spPr>
          <a:xfrm xmlns:a="http://schemas.openxmlformats.org/drawingml/2006/main">
            <a:off x="621030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무엇으로 확인할까?</a:t>
            </a:r>
          </a:p>
        </p:txBody>
      </p:sp>
      <p:sp>
        <p:nvSpPr>
          <p:cNvPr id="17" name="">
            <a:extLst xmlns:a="http://schemas.openxmlformats.org/drawingml/2006/main">
              <a:ext uri="{FF2B5EF4-FFF2-40B4-BE49-F238E27FC236}">
                <a16:creationId xmlns:a16="http://schemas.microsoft.com/office/drawing/2014/main" id="{D5EE814E-B20B-495B-B939-EDB9280C19FC}"/>
              </a:ext>
            </a:extLst>
          </p:cNvPr>
          <p:cNvSpPr>
            <a:spLocks xmlns:a="http://schemas.openxmlformats.org/drawingml/2006/main" noGrp="1"/>
          </p:cNvSpPr>
          <p:nvPr/>
        </p:nvSpPr>
        <p:spPr>
          <a:xfrm xmlns:a="http://schemas.openxmlformats.org/drawingml/2006/main">
            <a:off x="901065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책임">
            <a:extLst xmlns:a="http://schemas.openxmlformats.org/drawingml/2006/main">
              <a:ext uri="{FF2B5EF4-FFF2-40B4-BE49-F238E27FC236}">
                <a16:creationId xmlns:a16="http://schemas.microsoft.com/office/drawing/2014/main" id="{D5EA5E5B-B66F-438D-9D68-8EB0B5EEC7AA}"/>
              </a:ext>
            </a:extLst>
          </p:cNvPr>
          <p:cNvSpPr>
            <a:spLocks xmlns:a="http://schemas.openxmlformats.org/drawingml/2006/main" noGrp="1"/>
          </p:cNvSpPr>
          <p:nvPr/>
        </p:nvSpPr>
        <p:spPr>
          <a:xfrm xmlns:a="http://schemas.openxmlformats.org/drawingml/2006/main">
            <a:off x="901065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19" name="완료를 수용해도 될까?">
            <a:extLst xmlns:a="http://schemas.openxmlformats.org/drawingml/2006/main">
              <a:ext uri="{FF2B5EF4-FFF2-40B4-BE49-F238E27FC236}">
                <a16:creationId xmlns:a16="http://schemas.microsoft.com/office/drawing/2014/main" id="{4697C644-AB74-40DB-89D2-8C032246F119}"/>
              </a:ext>
            </a:extLst>
          </p:cNvPr>
          <p:cNvSpPr>
            <a:spLocks xmlns:a="http://schemas.openxmlformats.org/drawingml/2006/main" noGrp="1"/>
          </p:cNvSpPr>
          <p:nvPr/>
        </p:nvSpPr>
        <p:spPr>
          <a:xfrm xmlns:a="http://schemas.openxmlformats.org/drawingml/2006/main">
            <a:off x="901065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완료를 수용해도 될까?</a:t>
            </a:r>
          </a:p>
        </p:txBody>
      </p:sp>
      <p:sp>
        <p:nvSpPr>
          <p:cNvPr id="20" name="결과를 받는 일에는, 결과를 판단하는 책임이 함께 남는다.">
            <a:extLst xmlns:a="http://schemas.openxmlformats.org/drawingml/2006/main">
              <a:ext uri="{FF2B5EF4-FFF2-40B4-BE49-F238E27FC236}">
                <a16:creationId xmlns:a16="http://schemas.microsoft.com/office/drawing/2014/main" id="{5EDCE357-93AE-4524-AB65-E2F4A525345D}"/>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결과를 받는 일에는, 결과를 판단하는 책임이 함께 남는다.</a:t>
            </a:r>
          </a:p>
        </p:txBody>
      </p:sp>
    </p:spTree>
    <p:extLst>
      <p:ext uri="{BB962C8B-B14F-4D97-AF65-F5344CB8AC3E}">
        <p14:creationId xmlns:p14="http://schemas.microsoft.com/office/powerpoint/2010/main" val="1783237397"/>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5 · 일하는 환경을 설계한다">
            <a:extLst xmlns:a="http://schemas.openxmlformats.org/drawingml/2006/main">
              <a:ext uri="{FF2B5EF4-FFF2-40B4-BE49-F238E27FC236}">
                <a16:creationId xmlns:a16="http://schemas.microsoft.com/office/drawing/2014/main" id="{3504730B-A9ED-4E9A-BB92-878454D6BA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7">
            <a:extLst xmlns:a="http://schemas.openxmlformats.org/drawingml/2006/main">
              <a:ext uri="{FF2B5EF4-FFF2-40B4-BE49-F238E27FC236}">
                <a16:creationId xmlns:a16="http://schemas.microsoft.com/office/drawing/2014/main" id="{4894B636-B11E-4639-A3D1-ADCB76BAD2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AI-Native Development는&#10;이 교육의 운영 모델">
            <a:extLst xmlns:a="http://schemas.openxmlformats.org/drawingml/2006/main">
              <a:ext uri="{FF2B5EF4-FFF2-40B4-BE49-F238E27FC236}">
                <a16:creationId xmlns:a16="http://schemas.microsoft.com/office/drawing/2014/main" id="{16F7A561-E287-471B-BF31-1294F190904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7DA364F7-0E2F-417B-AA1C-83BD3274C7F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997B0F19-4C69-4129-9B40-5D8C8047090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3F1AEB95-961C-420A-9303-1A5D7CA1069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BA5CF678-ECCE-49DD-A015-BEC0157A42A3}"/>
              </a:ext>
            </a:extLst>
          </p:cNvPr>
          <p:cNvSpPr>
            <a:spLocks xmlns:a="http://schemas.openxmlformats.org/drawingml/2006/main" noGrp="1"/>
          </p:cNvSpPr>
          <p:nvPr/>
        </p:nvSpPr>
        <p:spPr>
          <a:xfrm xmlns:a="http://schemas.openxmlformats.org/drawingml/2006/main">
            <a:off x="609600" y="21621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9598E818-D76E-44EA-B07A-686FB40A652A}"/>
              </a:ext>
            </a:extLst>
          </p:cNvPr>
          <p:cNvSpPr>
            <a:spLocks xmlns:a="http://schemas.openxmlformats.org/drawingml/2006/main" noGrp="1"/>
          </p:cNvSpPr>
          <p:nvPr/>
        </p:nvSpPr>
        <p:spPr>
          <a:xfrm xmlns:a="http://schemas.openxmlformats.org/drawingml/2006/main">
            <a:off x="609600" y="3067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작업 경계">
            <a:extLst xmlns:a="http://schemas.openxmlformats.org/drawingml/2006/main">
              <a:ext uri="{FF2B5EF4-FFF2-40B4-BE49-F238E27FC236}">
                <a16:creationId xmlns:a16="http://schemas.microsoft.com/office/drawing/2014/main" id="{D4D7D634-4A0E-40E2-9B82-43F0579EDDF3}"/>
              </a:ext>
            </a:extLst>
          </p:cNvPr>
          <p:cNvSpPr>
            <a:spLocks xmlns:a="http://schemas.openxmlformats.org/drawingml/2006/main" noGrp="1"/>
          </p:cNvSpPr>
          <p:nvPr/>
        </p:nvSpPr>
        <p:spPr>
          <a:xfrm xmlns:a="http://schemas.openxmlformats.org/drawingml/2006/main">
            <a:off x="609600" y="3181350"/>
            <a:ext cx="3057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작업 경계</a:t>
            </a:r>
          </a:p>
        </p:txBody>
      </p:sp>
      <p:sp>
        <p:nvSpPr>
          <p:cNvPr id="10" name="무엇을 맡기고 어디까지 바꿀까?">
            <a:extLst xmlns:a="http://schemas.openxmlformats.org/drawingml/2006/main">
              <a:ext uri="{FF2B5EF4-FFF2-40B4-BE49-F238E27FC236}">
                <a16:creationId xmlns:a16="http://schemas.microsoft.com/office/drawing/2014/main" id="{05F8A0E0-7A98-40AB-B163-D1214BF6A5B5}"/>
              </a:ext>
            </a:extLst>
          </p:cNvPr>
          <p:cNvSpPr>
            <a:spLocks xmlns:a="http://schemas.openxmlformats.org/drawingml/2006/main" noGrp="1"/>
          </p:cNvSpPr>
          <p:nvPr/>
        </p:nvSpPr>
        <p:spPr>
          <a:xfrm xmlns:a="http://schemas.openxmlformats.org/drawingml/2006/main">
            <a:off x="3895725" y="3181350"/>
            <a:ext cx="76866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맡기고 어디까지 바꿀까?</a:t>
            </a:r>
          </a:p>
        </p:txBody>
      </p:sp>
      <p:sp>
        <p:nvSpPr>
          <p:cNvPr id="11" name="">
            <a:extLst xmlns:a="http://schemas.openxmlformats.org/drawingml/2006/main">
              <a:ext uri="{FF2B5EF4-FFF2-40B4-BE49-F238E27FC236}">
                <a16:creationId xmlns:a16="http://schemas.microsoft.com/office/drawing/2014/main" id="{617F3964-519A-4036-802C-F58F004BD3B4}"/>
              </a:ext>
            </a:extLst>
          </p:cNvPr>
          <p:cNvSpPr>
            <a:spLocks xmlns:a="http://schemas.openxmlformats.org/drawingml/2006/main" noGrp="1"/>
          </p:cNvSpPr>
          <p:nvPr/>
        </p:nvSpPr>
        <p:spPr>
          <a:xfrm xmlns:a="http://schemas.openxmlformats.org/drawingml/2006/main">
            <a:off x="609600" y="3810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지식 · 절차">
            <a:extLst xmlns:a="http://schemas.openxmlformats.org/drawingml/2006/main">
              <a:ext uri="{FF2B5EF4-FFF2-40B4-BE49-F238E27FC236}">
                <a16:creationId xmlns:a16="http://schemas.microsoft.com/office/drawing/2014/main" id="{51FAED0F-F2FB-440A-958A-4364E6CFB0AC}"/>
              </a:ext>
            </a:extLst>
          </p:cNvPr>
          <p:cNvSpPr>
            <a:spLocks xmlns:a="http://schemas.openxmlformats.org/drawingml/2006/main" noGrp="1"/>
          </p:cNvSpPr>
          <p:nvPr/>
        </p:nvSpPr>
        <p:spPr>
          <a:xfrm xmlns:a="http://schemas.openxmlformats.org/drawingml/2006/main">
            <a:off x="609600" y="3924300"/>
            <a:ext cx="3057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지식 · 절차</a:t>
            </a:r>
          </a:p>
        </p:txBody>
      </p:sp>
      <p:sp>
        <p:nvSpPr>
          <p:cNvPr id="13" name="무엇을 알고, 어떤 방식으로 일할까?">
            <a:extLst xmlns:a="http://schemas.openxmlformats.org/drawingml/2006/main">
              <a:ext uri="{FF2B5EF4-FFF2-40B4-BE49-F238E27FC236}">
                <a16:creationId xmlns:a16="http://schemas.microsoft.com/office/drawing/2014/main" id="{A3200F19-846A-4F7A-9684-FE599F99FCAB}"/>
              </a:ext>
            </a:extLst>
          </p:cNvPr>
          <p:cNvSpPr>
            <a:spLocks xmlns:a="http://schemas.openxmlformats.org/drawingml/2006/main" noGrp="1"/>
          </p:cNvSpPr>
          <p:nvPr/>
        </p:nvSpPr>
        <p:spPr>
          <a:xfrm xmlns:a="http://schemas.openxmlformats.org/drawingml/2006/main">
            <a:off x="3895725" y="3924300"/>
            <a:ext cx="76866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알고, 어떤 방식으로 일할까?</a:t>
            </a:r>
          </a:p>
        </p:txBody>
      </p:sp>
      <p:sp>
        <p:nvSpPr>
          <p:cNvPr id="14" name="">
            <a:extLst xmlns:a="http://schemas.openxmlformats.org/drawingml/2006/main">
              <a:ext uri="{FF2B5EF4-FFF2-40B4-BE49-F238E27FC236}">
                <a16:creationId xmlns:a16="http://schemas.microsoft.com/office/drawing/2014/main" id="{33B71261-B789-4CB4-91BE-073CFCEFC161}"/>
              </a:ext>
            </a:extLst>
          </p:cNvPr>
          <p:cNvSpPr>
            <a:spLocks xmlns:a="http://schemas.openxmlformats.org/drawingml/2006/main" noGrp="1"/>
          </p:cNvSpPr>
          <p:nvPr/>
        </p:nvSpPr>
        <p:spPr>
          <a:xfrm xmlns:a="http://schemas.openxmlformats.org/drawingml/2006/main">
            <a:off x="609600" y="4552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검증 · 피드백">
            <a:extLst xmlns:a="http://schemas.openxmlformats.org/drawingml/2006/main">
              <a:ext uri="{FF2B5EF4-FFF2-40B4-BE49-F238E27FC236}">
                <a16:creationId xmlns:a16="http://schemas.microsoft.com/office/drawing/2014/main" id="{C97478FB-60D6-4439-A21F-C4426CFDE294}"/>
              </a:ext>
            </a:extLst>
          </p:cNvPr>
          <p:cNvSpPr>
            <a:spLocks xmlns:a="http://schemas.openxmlformats.org/drawingml/2006/main" noGrp="1"/>
          </p:cNvSpPr>
          <p:nvPr/>
        </p:nvSpPr>
        <p:spPr>
          <a:xfrm xmlns:a="http://schemas.openxmlformats.org/drawingml/2006/main">
            <a:off x="609600" y="4667250"/>
            <a:ext cx="3057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 피드백</a:t>
            </a:r>
          </a:p>
        </p:txBody>
      </p:sp>
      <p:sp>
        <p:nvSpPr>
          <p:cNvPr id="16" name="어떻게 확인하고 다음 작업을 바꿀까?">
            <a:extLst xmlns:a="http://schemas.openxmlformats.org/drawingml/2006/main">
              <a:ext uri="{FF2B5EF4-FFF2-40B4-BE49-F238E27FC236}">
                <a16:creationId xmlns:a16="http://schemas.microsoft.com/office/drawing/2014/main" id="{55D094E7-436E-411E-80E0-2C03BD1EF1E3}"/>
              </a:ext>
            </a:extLst>
          </p:cNvPr>
          <p:cNvSpPr>
            <a:spLocks xmlns:a="http://schemas.openxmlformats.org/drawingml/2006/main" noGrp="1"/>
          </p:cNvSpPr>
          <p:nvPr/>
        </p:nvSpPr>
        <p:spPr>
          <a:xfrm xmlns:a="http://schemas.openxmlformats.org/drawingml/2006/main">
            <a:off x="3895725" y="4667250"/>
            <a:ext cx="76866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어떻게 확인하고 다음 작업을 바꿀까?</a:t>
            </a:r>
          </a:p>
        </p:txBody>
      </p:sp>
    </p:spTree>
    <p:extLst>
      <p:ext uri="{BB962C8B-B14F-4D97-AF65-F5344CB8AC3E}">
        <p14:creationId xmlns:p14="http://schemas.microsoft.com/office/powerpoint/2010/main" val="1845751590"/>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C++ VISION / 내 업무로 연결">
            <a:extLst xmlns:a="http://schemas.openxmlformats.org/drawingml/2006/main">
              <a:ext uri="{FF2B5EF4-FFF2-40B4-BE49-F238E27FC236}">
                <a16:creationId xmlns:a16="http://schemas.microsoft.com/office/drawing/2014/main" id="{67FDD9BD-780B-4233-AB18-5075400A28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78">
            <a:extLst xmlns:a="http://schemas.openxmlformats.org/drawingml/2006/main">
              <a:ext uri="{FF2B5EF4-FFF2-40B4-BE49-F238E27FC236}">
                <a16:creationId xmlns:a16="http://schemas.microsoft.com/office/drawing/2014/main" id="{A0422572-17FB-45E2-B319-83EA707665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어느 Layer에서 마찰이 반복되는가?">
            <a:extLst xmlns:a="http://schemas.openxmlformats.org/drawingml/2006/main">
              <a:ext uri="{FF2B5EF4-FFF2-40B4-BE49-F238E27FC236}">
                <a16:creationId xmlns:a16="http://schemas.microsoft.com/office/drawing/2014/main" id="{E4C78CA4-5882-4D86-9EAE-F99B241645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29D95640-0CAB-45EF-8723-B9EDF0A8F0B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636140F3-3727-4376-BEA8-FAEA3A5FBB3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30AB7FD0-5E42-4D74-B418-874D638B0AB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
            <a:extLst xmlns:a="http://schemas.openxmlformats.org/drawingml/2006/main">
              <a:ext uri="{FF2B5EF4-FFF2-40B4-BE49-F238E27FC236}">
                <a16:creationId xmlns:a16="http://schemas.microsoft.com/office/drawing/2014/main" id="{72EBB797-372E-4587-A62B-D76C58B87B80}"/>
              </a:ext>
            </a:extLst>
          </p:cNvPr>
          <p:cNvSpPr>
            <a:spLocks xmlns:a="http://schemas.openxmlformats.org/drawingml/2006/main" noGrp="1"/>
          </p:cNvSpPr>
          <p:nvPr/>
        </p:nvSpPr>
        <p:spPr>
          <a:xfrm xmlns:a="http://schemas.openxmlformats.org/drawingml/2006/main">
            <a:off x="609600" y="2162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Task">
            <a:extLst xmlns:a="http://schemas.openxmlformats.org/drawingml/2006/main">
              <a:ext uri="{FF2B5EF4-FFF2-40B4-BE49-F238E27FC236}">
                <a16:creationId xmlns:a16="http://schemas.microsoft.com/office/drawing/2014/main" id="{DBC01174-7D04-4E8D-B7F1-3C09F8202B58}"/>
              </a:ext>
            </a:extLst>
          </p:cNvPr>
          <p:cNvSpPr>
            <a:spLocks xmlns:a="http://schemas.openxmlformats.org/drawingml/2006/main" noGrp="1"/>
          </p:cNvSpPr>
          <p:nvPr/>
        </p:nvSpPr>
        <p:spPr>
          <a:xfrm xmlns:a="http://schemas.openxmlformats.org/drawingml/2006/main">
            <a:off x="609600" y="2238375"/>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9" name="조사할 성능 병목의 범위가 흐리다">
            <a:extLst xmlns:a="http://schemas.openxmlformats.org/drawingml/2006/main">
              <a:ext uri="{FF2B5EF4-FFF2-40B4-BE49-F238E27FC236}">
                <a16:creationId xmlns:a16="http://schemas.microsoft.com/office/drawing/2014/main" id="{7EFD7D67-707B-4C8D-84A2-EB5B7CA6DF95}"/>
              </a:ext>
            </a:extLst>
          </p:cNvPr>
          <p:cNvSpPr>
            <a:spLocks xmlns:a="http://schemas.openxmlformats.org/drawingml/2006/main" noGrp="1"/>
          </p:cNvSpPr>
          <p:nvPr/>
        </p:nvSpPr>
        <p:spPr>
          <a:xfrm xmlns:a="http://schemas.openxmlformats.org/drawingml/2006/main">
            <a:off x="3619500" y="2238375"/>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조사할 성능 병목의 범위가 흐리다</a:t>
            </a:r>
          </a:p>
        </p:txBody>
      </p:sp>
      <p:sp>
        <p:nvSpPr>
          <p:cNvPr id="10" name="">
            <a:extLst xmlns:a="http://schemas.openxmlformats.org/drawingml/2006/main">
              <a:ext uri="{FF2B5EF4-FFF2-40B4-BE49-F238E27FC236}">
                <a16:creationId xmlns:a16="http://schemas.microsoft.com/office/drawing/2014/main" id="{8A221AE8-CBFF-41F8-B26D-BBBEF21BDB62}"/>
              </a:ext>
            </a:extLst>
          </p:cNvPr>
          <p:cNvSpPr>
            <a:spLocks xmlns:a="http://schemas.openxmlformats.org/drawingml/2006/main" noGrp="1"/>
          </p:cNvSpPr>
          <p:nvPr/>
        </p:nvSpPr>
        <p:spPr>
          <a:xfrm xmlns:a="http://schemas.openxmlformats.org/drawingml/2006/main">
            <a:off x="609600" y="2800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ontext">
            <a:extLst xmlns:a="http://schemas.openxmlformats.org/drawingml/2006/main">
              <a:ext uri="{FF2B5EF4-FFF2-40B4-BE49-F238E27FC236}">
                <a16:creationId xmlns:a16="http://schemas.microsoft.com/office/drawing/2014/main" id="{4FE955C5-EAB3-4F2D-8595-E6243810235A}"/>
              </a:ext>
            </a:extLst>
          </p:cNvPr>
          <p:cNvSpPr>
            <a:spLocks xmlns:a="http://schemas.openxmlformats.org/drawingml/2006/main" noGrp="1"/>
          </p:cNvSpPr>
          <p:nvPr/>
        </p:nvSpPr>
        <p:spPr>
          <a:xfrm xmlns:a="http://schemas.openxmlformats.org/drawingml/2006/main">
            <a:off x="609600" y="2876550"/>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2" name="빌드 조건·계약·하드웨어 가정을 반복 설명한다">
            <a:extLst xmlns:a="http://schemas.openxmlformats.org/drawingml/2006/main">
              <a:ext uri="{FF2B5EF4-FFF2-40B4-BE49-F238E27FC236}">
                <a16:creationId xmlns:a16="http://schemas.microsoft.com/office/drawing/2014/main" id="{9D95E95A-BEC7-48FE-8C19-0F60125EF704}"/>
              </a:ext>
            </a:extLst>
          </p:cNvPr>
          <p:cNvSpPr>
            <a:spLocks xmlns:a="http://schemas.openxmlformats.org/drawingml/2006/main" noGrp="1"/>
          </p:cNvSpPr>
          <p:nvPr/>
        </p:nvSpPr>
        <p:spPr>
          <a:xfrm xmlns:a="http://schemas.openxmlformats.org/drawingml/2006/main">
            <a:off x="3619500" y="2876550"/>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빌드 조건·계약·하드웨어 가정을 반복 설명한다</a:t>
            </a:r>
          </a:p>
        </p:txBody>
      </p:sp>
      <p:sp>
        <p:nvSpPr>
          <p:cNvPr id="13" name="">
            <a:extLst xmlns:a="http://schemas.openxmlformats.org/drawingml/2006/main">
              <a:ext uri="{FF2B5EF4-FFF2-40B4-BE49-F238E27FC236}">
                <a16:creationId xmlns:a16="http://schemas.microsoft.com/office/drawing/2014/main" id="{FD09A827-F4E9-41D2-A110-778A6FC08C15}"/>
              </a:ext>
            </a:extLst>
          </p:cNvPr>
          <p:cNvSpPr>
            <a:spLocks xmlns:a="http://schemas.openxmlformats.org/drawingml/2006/main" noGrp="1"/>
          </p:cNvSpPr>
          <p:nvPr/>
        </p:nvSpPr>
        <p:spPr>
          <a:xfrm xmlns:a="http://schemas.openxmlformats.org/drawingml/2006/main">
            <a:off x="609600" y="3438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Workflow">
            <a:extLst xmlns:a="http://schemas.openxmlformats.org/drawingml/2006/main">
              <a:ext uri="{FF2B5EF4-FFF2-40B4-BE49-F238E27FC236}">
                <a16:creationId xmlns:a16="http://schemas.microsoft.com/office/drawing/2014/main" id="{6CE03DBC-E1F9-4EC7-BF7F-489B89E63C0E}"/>
              </a:ext>
            </a:extLst>
          </p:cNvPr>
          <p:cNvSpPr>
            <a:spLocks xmlns:a="http://schemas.openxmlformats.org/drawingml/2006/main" noGrp="1"/>
          </p:cNvSpPr>
          <p:nvPr/>
        </p:nvSpPr>
        <p:spPr>
          <a:xfrm xmlns:a="http://schemas.openxmlformats.org/drawingml/2006/main">
            <a:off x="609600" y="3514725"/>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15" name="분석 → 변경 → 측정 → 회귀 확인을 매번 적는다">
            <a:extLst xmlns:a="http://schemas.openxmlformats.org/drawingml/2006/main">
              <a:ext uri="{FF2B5EF4-FFF2-40B4-BE49-F238E27FC236}">
                <a16:creationId xmlns:a16="http://schemas.microsoft.com/office/drawing/2014/main" id="{00B07F23-B216-4A54-BABA-292C42AD4185}"/>
              </a:ext>
            </a:extLst>
          </p:cNvPr>
          <p:cNvSpPr>
            <a:spLocks xmlns:a="http://schemas.openxmlformats.org/drawingml/2006/main" noGrp="1"/>
          </p:cNvSpPr>
          <p:nvPr/>
        </p:nvSpPr>
        <p:spPr>
          <a:xfrm xmlns:a="http://schemas.openxmlformats.org/drawingml/2006/main">
            <a:off x="3619500" y="3514725"/>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분석 → 변경 → 측정 → 회귀 확인을 매번 적는다</a:t>
            </a:r>
          </a:p>
        </p:txBody>
      </p:sp>
      <p:sp>
        <p:nvSpPr>
          <p:cNvPr id="16" name="">
            <a:extLst xmlns:a="http://schemas.openxmlformats.org/drawingml/2006/main">
              <a:ext uri="{FF2B5EF4-FFF2-40B4-BE49-F238E27FC236}">
                <a16:creationId xmlns:a16="http://schemas.microsoft.com/office/drawing/2014/main" id="{0D744A80-7F97-44D3-AA53-8A36AF163BEA}"/>
              </a:ext>
            </a:extLst>
          </p:cNvPr>
          <p:cNvSpPr>
            <a:spLocks xmlns:a="http://schemas.openxmlformats.org/drawingml/2006/main" noGrp="1"/>
          </p:cNvSpPr>
          <p:nvPr/>
        </p:nvSpPr>
        <p:spPr>
          <a:xfrm xmlns:a="http://schemas.openxmlformats.org/drawingml/2006/main">
            <a:off x="609600" y="4076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Verification">
            <a:extLst xmlns:a="http://schemas.openxmlformats.org/drawingml/2006/main">
              <a:ext uri="{FF2B5EF4-FFF2-40B4-BE49-F238E27FC236}">
                <a16:creationId xmlns:a16="http://schemas.microsoft.com/office/drawing/2014/main" id="{39C8EBCB-D311-4FD0-BB94-7BEF9829CBF7}"/>
              </a:ext>
            </a:extLst>
          </p:cNvPr>
          <p:cNvSpPr>
            <a:spLocks xmlns:a="http://schemas.openxmlformats.org/drawingml/2006/main" noGrp="1"/>
          </p:cNvSpPr>
          <p:nvPr/>
        </p:nvSpPr>
        <p:spPr>
          <a:xfrm xmlns:a="http://schemas.openxmlformats.org/drawingml/2006/main">
            <a:off x="609600" y="4152900"/>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18" name="테스트와 Benchmark의 확인 기준이 모호하다">
            <a:extLst xmlns:a="http://schemas.openxmlformats.org/drawingml/2006/main">
              <a:ext uri="{FF2B5EF4-FFF2-40B4-BE49-F238E27FC236}">
                <a16:creationId xmlns:a16="http://schemas.microsoft.com/office/drawing/2014/main" id="{333FF11D-163A-450B-A68D-1AF03C776957}"/>
              </a:ext>
            </a:extLst>
          </p:cNvPr>
          <p:cNvSpPr>
            <a:spLocks xmlns:a="http://schemas.openxmlformats.org/drawingml/2006/main" noGrp="1"/>
          </p:cNvSpPr>
          <p:nvPr/>
        </p:nvSpPr>
        <p:spPr>
          <a:xfrm xmlns:a="http://schemas.openxmlformats.org/drawingml/2006/main">
            <a:off x="3619500" y="4152900"/>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테스트와 Benchmark의 확인 기준이 모호하다</a:t>
            </a:r>
          </a:p>
        </p:txBody>
      </p:sp>
      <p:sp>
        <p:nvSpPr>
          <p:cNvPr id="19" name="">
            <a:extLst xmlns:a="http://schemas.openxmlformats.org/drawingml/2006/main">
              <a:ext uri="{FF2B5EF4-FFF2-40B4-BE49-F238E27FC236}">
                <a16:creationId xmlns:a16="http://schemas.microsoft.com/office/drawing/2014/main" id="{DC7BA827-FCC5-412E-A818-C27E5D922B1A}"/>
              </a:ext>
            </a:extLst>
          </p:cNvPr>
          <p:cNvSpPr>
            <a:spLocks xmlns:a="http://schemas.openxmlformats.org/drawingml/2006/main" noGrp="1"/>
          </p:cNvSpPr>
          <p:nvPr/>
        </p:nvSpPr>
        <p:spPr>
          <a:xfrm xmlns:a="http://schemas.openxmlformats.org/drawingml/2006/main">
            <a:off x="609600" y="4714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Feedback Loop">
            <a:extLst xmlns:a="http://schemas.openxmlformats.org/drawingml/2006/main">
              <a:ext uri="{FF2B5EF4-FFF2-40B4-BE49-F238E27FC236}">
                <a16:creationId xmlns:a16="http://schemas.microsoft.com/office/drawing/2014/main" id="{AEB5B22A-0EEB-4481-BF7D-FAF9013A6EBA}"/>
              </a:ext>
            </a:extLst>
          </p:cNvPr>
          <p:cNvSpPr>
            <a:spLocks xmlns:a="http://schemas.openxmlformats.org/drawingml/2006/main" noGrp="1"/>
          </p:cNvSpPr>
          <p:nvPr/>
        </p:nvSpPr>
        <p:spPr>
          <a:xfrm xmlns:a="http://schemas.openxmlformats.org/drawingml/2006/main">
            <a:off x="609600" y="4791075"/>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21" name="같은 문제가 다시 생겨도 관련 시스템을 안 바꾼다">
            <a:extLst xmlns:a="http://schemas.openxmlformats.org/drawingml/2006/main">
              <a:ext uri="{FF2B5EF4-FFF2-40B4-BE49-F238E27FC236}">
                <a16:creationId xmlns:a16="http://schemas.microsoft.com/office/drawing/2014/main" id="{26F188A1-9CEF-467E-958F-51A169E94A5D}"/>
              </a:ext>
            </a:extLst>
          </p:cNvPr>
          <p:cNvSpPr>
            <a:spLocks xmlns:a="http://schemas.openxmlformats.org/drawingml/2006/main" noGrp="1"/>
          </p:cNvSpPr>
          <p:nvPr/>
        </p:nvSpPr>
        <p:spPr>
          <a:xfrm xmlns:a="http://schemas.openxmlformats.org/drawingml/2006/main">
            <a:off x="3619500" y="4791075"/>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문제가 다시 생겨도 관련 시스템을 안 바꾼다</a:t>
            </a:r>
          </a:p>
        </p:txBody>
      </p:sp>
      <p:sp>
        <p:nvSpPr>
          <p:cNvPr id="22" name="지금 내 업무와 가장 가까운 한 곳을 떠올려 본다.">
            <a:extLst xmlns:a="http://schemas.openxmlformats.org/drawingml/2006/main">
              <a:ext uri="{FF2B5EF4-FFF2-40B4-BE49-F238E27FC236}">
                <a16:creationId xmlns:a16="http://schemas.microsoft.com/office/drawing/2014/main" id="{06DED852-31BB-42F9-9A2B-1DED3EAACAE2}"/>
              </a:ext>
            </a:extLst>
          </p:cNvPr>
          <p:cNvSpPr>
            <a:spLocks xmlns:a="http://schemas.openxmlformats.org/drawingml/2006/main" noGrp="1"/>
          </p:cNvSpPr>
          <p:nvPr/>
        </p:nvSpPr>
        <p:spPr>
          <a:xfrm xmlns:a="http://schemas.openxmlformats.org/drawingml/2006/main">
            <a:off x="609600" y="54102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지금 내 업무와 가장 가까운 한 곳을 떠올려 본다.</a:t>
            </a:r>
          </a:p>
        </p:txBody>
      </p:sp>
    </p:spTree>
    <p:extLst>
      <p:ext uri="{BB962C8B-B14F-4D97-AF65-F5344CB8AC3E}">
        <p14:creationId xmlns:p14="http://schemas.microsoft.com/office/powerpoint/2010/main" val="898270819"/>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5 · 잠시 생각해 보기">
            <a:extLst xmlns:a="http://schemas.openxmlformats.org/drawingml/2006/main">
              <a:ext uri="{FF2B5EF4-FFF2-40B4-BE49-F238E27FC236}">
                <a16:creationId xmlns:a16="http://schemas.microsoft.com/office/drawing/2014/main" id="{24A91ACE-4E79-4F5D-A927-2DD2D6F455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79">
            <a:extLst xmlns:a="http://schemas.openxmlformats.org/drawingml/2006/main">
              <a:ext uri="{FF2B5EF4-FFF2-40B4-BE49-F238E27FC236}">
                <a16:creationId xmlns:a16="http://schemas.microsoft.com/office/drawing/2014/main" id="{C7BB6932-9D44-44FF-A09C-75EBC7FC40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은 행동을 개인적으로 고른다">
            <a:extLst xmlns:a="http://schemas.openxmlformats.org/drawingml/2006/main">
              <a:ext uri="{FF2B5EF4-FFF2-40B4-BE49-F238E27FC236}">
                <a16:creationId xmlns:a16="http://schemas.microsoft.com/office/drawing/2014/main" id="{3E77488D-76CC-4BA9-B55E-7FC818E9E6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4B50AAFE-6310-4535-AE8C-E03BDF6BF92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A0902CC3-7C9B-4ECD-9B0B-FEF2D44E0C3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536B5389-24DC-4230-AC93-6E0923935ED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
            <a:extLst xmlns:a="http://schemas.openxmlformats.org/drawingml/2006/main">
              <a:ext uri="{FF2B5EF4-FFF2-40B4-BE49-F238E27FC236}">
                <a16:creationId xmlns:a16="http://schemas.microsoft.com/office/drawing/2014/main" id="{E9FA515B-9C04-4A50-8279-205EE06CC38C}"/>
              </a:ext>
            </a:extLst>
          </p:cNvPr>
          <p:cNvSpPr>
            <a:spLocks xmlns:a="http://schemas.openxmlformats.org/drawingml/2006/main" noGrp="1"/>
          </p:cNvSpPr>
          <p:nvPr/>
        </p:nvSpPr>
        <p:spPr>
          <a:xfrm xmlns:a="http://schemas.openxmlformats.org/drawingml/2006/main">
            <a:off x="609600" y="2381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내가 반복해서 적는 설명은 무엇인가?">
            <a:extLst xmlns:a="http://schemas.openxmlformats.org/drawingml/2006/main">
              <a:ext uri="{FF2B5EF4-FFF2-40B4-BE49-F238E27FC236}">
                <a16:creationId xmlns:a16="http://schemas.microsoft.com/office/drawing/2014/main" id="{2805F237-8CFC-4C8A-A7E2-5426D5D5DE41}"/>
              </a:ext>
            </a:extLst>
          </p:cNvPr>
          <p:cNvSpPr>
            <a:spLocks xmlns:a="http://schemas.openxmlformats.org/drawingml/2006/main" noGrp="1"/>
          </p:cNvSpPr>
          <p:nvPr/>
        </p:nvSpPr>
        <p:spPr>
          <a:xfrm xmlns:a="http://schemas.openxmlformats.org/drawingml/2006/main">
            <a:off x="609600" y="25527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내가 반복해서 적는 설명은 무엇인가?</a:t>
            </a:r>
          </a:p>
        </p:txBody>
      </p:sp>
      <p:sp>
        <p:nvSpPr>
          <p:cNvPr id="9" name="">
            <a:extLst xmlns:a="http://schemas.openxmlformats.org/drawingml/2006/main">
              <a:ext uri="{FF2B5EF4-FFF2-40B4-BE49-F238E27FC236}">
                <a16:creationId xmlns:a16="http://schemas.microsoft.com/office/drawing/2014/main" id="{D91887C0-AA83-4D30-8034-5863129A7A94}"/>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AI가 반복해서 다시 찾는 프로젝트 사실은 무엇인가?">
            <a:extLst xmlns:a="http://schemas.openxmlformats.org/drawingml/2006/main">
              <a:ext uri="{FF2B5EF4-FFF2-40B4-BE49-F238E27FC236}">
                <a16:creationId xmlns:a16="http://schemas.microsoft.com/office/drawing/2014/main" id="{722B1345-77C2-45E6-8910-580E026855A2}"/>
              </a:ext>
            </a:extLst>
          </p:cNvPr>
          <p:cNvSpPr>
            <a:spLocks xmlns:a="http://schemas.openxmlformats.org/drawingml/2006/main" noGrp="1"/>
          </p:cNvSpPr>
          <p:nvPr/>
        </p:nvSpPr>
        <p:spPr>
          <a:xfrm xmlns:a="http://schemas.openxmlformats.org/drawingml/2006/main">
            <a:off x="609600" y="35242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AI가 반복해서 다시 찾는 프로젝트 사실은 무엇인가?</a:t>
            </a:r>
          </a:p>
        </p:txBody>
      </p:sp>
      <p:sp>
        <p:nvSpPr>
          <p:cNvPr id="11" name="">
            <a:extLst xmlns:a="http://schemas.openxmlformats.org/drawingml/2006/main">
              <a:ext uri="{FF2B5EF4-FFF2-40B4-BE49-F238E27FC236}">
                <a16:creationId xmlns:a16="http://schemas.microsoft.com/office/drawing/2014/main" id="{E3982C39-89B3-4A36-9E24-0412D02EDF50}"/>
              </a:ext>
            </a:extLst>
          </p:cNvPr>
          <p:cNvSpPr>
            <a:spLocks xmlns:a="http://schemas.openxmlformats.org/drawingml/2006/main" noGrp="1"/>
          </p:cNvSpPr>
          <p:nvPr/>
        </p:nvSpPr>
        <p:spPr>
          <a:xfrm xmlns:a="http://schemas.openxmlformats.org/drawingml/2006/main">
            <a:off x="609600" y="4324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같은 실패가 또 생긴다면 어디를 고칠 것인가?">
            <a:extLst xmlns:a="http://schemas.openxmlformats.org/drawingml/2006/main">
              <a:ext uri="{FF2B5EF4-FFF2-40B4-BE49-F238E27FC236}">
                <a16:creationId xmlns:a16="http://schemas.microsoft.com/office/drawing/2014/main" id="{5E3EB0BA-BA76-44F7-9F6F-F8EA29E598AA}"/>
              </a:ext>
            </a:extLst>
          </p:cNvPr>
          <p:cNvSpPr>
            <a:spLocks xmlns:a="http://schemas.openxmlformats.org/drawingml/2006/main" noGrp="1"/>
          </p:cNvSpPr>
          <p:nvPr/>
        </p:nvSpPr>
        <p:spPr>
          <a:xfrm xmlns:a="http://schemas.openxmlformats.org/drawingml/2006/main">
            <a:off x="609600" y="44958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같은 실패가 또 생긴다면 어디를 고칠 것인가?</a:t>
            </a:r>
          </a:p>
        </p:txBody>
      </p:sp>
    </p:spTree>
    <p:extLst>
      <p:ext uri="{BB962C8B-B14F-4D97-AF65-F5344CB8AC3E}">
        <p14:creationId xmlns:p14="http://schemas.microsoft.com/office/powerpoint/2010/main" val="777070059"/>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5 · 마지막 질문">
            <a:extLst xmlns:a="http://schemas.openxmlformats.org/drawingml/2006/main">
              <a:ext uri="{FF2B5EF4-FFF2-40B4-BE49-F238E27FC236}">
                <a16:creationId xmlns:a16="http://schemas.microsoft.com/office/drawing/2014/main" id="{C8F3121E-AB18-4B41-B8A8-1C877B9762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0">
            <a:extLst xmlns:a="http://schemas.openxmlformats.org/drawingml/2006/main">
              <a:ext uri="{FF2B5EF4-FFF2-40B4-BE49-F238E27FC236}">
                <a16:creationId xmlns:a16="http://schemas.microsoft.com/office/drawing/2014/main" id="{6CB9DD49-F2AA-49A2-A45F-2D091440E2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Q&amp;A와 교육 마무리">
            <a:extLst xmlns:a="http://schemas.openxmlformats.org/drawingml/2006/main">
              <a:ext uri="{FF2B5EF4-FFF2-40B4-BE49-F238E27FC236}">
                <a16:creationId xmlns:a16="http://schemas.microsoft.com/office/drawing/2014/main" id="{9DC89863-54DB-4677-BE8C-F3F1293B37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9057AC2-8216-4360-A7B1-B1E9459F0A7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776A7263-1425-4DFD-83C6-522DE0BA7B3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BC99295C-8329-4FA8-9ADB-2427D343EF4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DABC337F-8D8D-496C-88C3-6575E5A441F6}"/>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3E6F7A9F-744F-4467-AF1B-272A5B6BD9A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C6F43E4E-1362-43C2-A9C0-07B8C564CD07}"/>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99BCCACD-C200-47AF-825E-7DBEA34806AE}"/>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Tree>
    <p:extLst>
      <p:ext uri="{BB962C8B-B14F-4D97-AF65-F5344CB8AC3E}">
        <p14:creationId xmlns:p14="http://schemas.microsoft.com/office/powerpoint/2010/main" val="5040665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2026-10-18T14:27:32.0700000Z</dcterms:created>
  <dcterms:modified xsi:type="dcterms:W3CDTF">2026-10-18T14:27:32.0700000Z</dcterms:modified>
</coreProperties>
</file>