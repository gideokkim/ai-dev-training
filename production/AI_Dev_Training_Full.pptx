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93f90421f8f4cc1" /><Relationship Type="http://schemas.openxmlformats.org/officeDocument/2006/relationships/extended-properties" Target="/docProps/app.xml" Id="R6f752fd449714e2a" /><Relationship Type="http://schemas.openxmlformats.org/officeDocument/2006/relationships/officeDocument" Target="/ppt/presentation.xml" Id="R5de4516c87714c6e" /></Relationships>
</file>

<file path=ppt/presentation.xml><?xml version="1.0" encoding="utf-8"?>
<p:presentation xmlns:p="http://schemas.openxmlformats.org/presentationml/2006/main">
  <p:sldMasterIdLst>
    <p:sldMasterId xmlns:r="http://schemas.openxmlformats.org/officeDocument/2006/relationships" id="2147483648" r:id="R03c968b073424b24"/>
  </p:sldMasterIdLst>
  <p:notesMasterIdLst>
    <p:notesMasterId xmlns:r="http://schemas.openxmlformats.org/officeDocument/2006/relationships" r:id="Rb482f03069834f6e"/>
  </p:notesMasterIdLst>
  <p:sldIdLst>
    <p:sldId xmlns:r="http://schemas.openxmlformats.org/officeDocument/2006/relationships" id="256" r:id="R7382bf9384d44ff0"/>
    <p:sldId xmlns:r="http://schemas.openxmlformats.org/officeDocument/2006/relationships" id="257" r:id="R6399c7b3956941d9"/>
    <p:sldId xmlns:r="http://schemas.openxmlformats.org/officeDocument/2006/relationships" id="258" r:id="R2d70ce84003e4064"/>
    <p:sldId xmlns:r="http://schemas.openxmlformats.org/officeDocument/2006/relationships" id="259" r:id="Rf1ebc981eca44520"/>
    <p:sldId xmlns:r="http://schemas.openxmlformats.org/officeDocument/2006/relationships" id="260" r:id="Rbf2b40a63ce848e3"/>
    <p:sldId xmlns:r="http://schemas.openxmlformats.org/officeDocument/2006/relationships" id="261" r:id="R0b5c918cff0b440b"/>
    <p:sldId xmlns:r="http://schemas.openxmlformats.org/officeDocument/2006/relationships" id="262" r:id="Reea466354f7f42e5"/>
    <p:sldId xmlns:r="http://schemas.openxmlformats.org/officeDocument/2006/relationships" id="263" r:id="Rf4e78b546c4840c0"/>
    <p:sldId xmlns:r="http://schemas.openxmlformats.org/officeDocument/2006/relationships" id="264" r:id="R0807b615048543be"/>
    <p:sldId xmlns:r="http://schemas.openxmlformats.org/officeDocument/2006/relationships" id="265" r:id="R5c2680a07b7843e4"/>
    <p:sldId xmlns:r="http://schemas.openxmlformats.org/officeDocument/2006/relationships" id="266" r:id="R23bad2f4ba8e4d83"/>
    <p:sldId xmlns:r="http://schemas.openxmlformats.org/officeDocument/2006/relationships" id="267" r:id="R807aad26af7f4929"/>
    <p:sldId xmlns:r="http://schemas.openxmlformats.org/officeDocument/2006/relationships" id="268" r:id="Rcb0ca748edc64fe8"/>
    <p:sldId xmlns:r="http://schemas.openxmlformats.org/officeDocument/2006/relationships" id="269" r:id="Rcaed023937bb4df1"/>
    <p:sldId xmlns:r="http://schemas.openxmlformats.org/officeDocument/2006/relationships" id="270" r:id="R9b5e8787fa4644cc"/>
    <p:sldId xmlns:r="http://schemas.openxmlformats.org/officeDocument/2006/relationships" id="271" r:id="R03c2f52aab7a4fa8"/>
    <p:sldId xmlns:r="http://schemas.openxmlformats.org/officeDocument/2006/relationships" id="272" r:id="Rd3ef7ae3fd4b4628"/>
    <p:sldId xmlns:r="http://schemas.openxmlformats.org/officeDocument/2006/relationships" id="273" r:id="Rb2f5f6759be643b8"/>
    <p:sldId xmlns:r="http://schemas.openxmlformats.org/officeDocument/2006/relationships" id="274" r:id="Rdd6c4b98918d4aff"/>
    <p:sldId xmlns:r="http://schemas.openxmlformats.org/officeDocument/2006/relationships" id="275" r:id="R78f49d06778342e7"/>
    <p:sldId xmlns:r="http://schemas.openxmlformats.org/officeDocument/2006/relationships" id="276" r:id="R30ef9db452b04955"/>
    <p:sldId xmlns:r="http://schemas.openxmlformats.org/officeDocument/2006/relationships" id="277" r:id="R4251ed675eaf4924"/>
    <p:sldId xmlns:r="http://schemas.openxmlformats.org/officeDocument/2006/relationships" id="278" r:id="R46fafd76e1fa4277"/>
    <p:sldId xmlns:r="http://schemas.openxmlformats.org/officeDocument/2006/relationships" id="279" r:id="R19a5d6116c38434d"/>
    <p:sldId xmlns:r="http://schemas.openxmlformats.org/officeDocument/2006/relationships" id="280" r:id="R3c90036d1c6a40e9"/>
    <p:sldId xmlns:r="http://schemas.openxmlformats.org/officeDocument/2006/relationships" id="281" r:id="Rf181e0e19f234c50"/>
    <p:sldId xmlns:r="http://schemas.openxmlformats.org/officeDocument/2006/relationships" id="282" r:id="Rbbf63108f3d64a9d"/>
    <p:sldId xmlns:r="http://schemas.openxmlformats.org/officeDocument/2006/relationships" id="283" r:id="Rd1ebc065ab614eb8"/>
    <p:sldId xmlns:r="http://schemas.openxmlformats.org/officeDocument/2006/relationships" id="284" r:id="R21c3590b58d0408f"/>
    <p:sldId xmlns:r="http://schemas.openxmlformats.org/officeDocument/2006/relationships" id="285" r:id="R39cb9e44173a4081"/>
    <p:sldId xmlns:r="http://schemas.openxmlformats.org/officeDocument/2006/relationships" id="286" r:id="Rd1aaadbf87b3435c"/>
    <p:sldId xmlns:r="http://schemas.openxmlformats.org/officeDocument/2006/relationships" id="287" r:id="Rc43c23dc534e498e"/>
    <p:sldId xmlns:r="http://schemas.openxmlformats.org/officeDocument/2006/relationships" id="288" r:id="R9716a0a02fe046df"/>
    <p:sldId xmlns:r="http://schemas.openxmlformats.org/officeDocument/2006/relationships" id="289" r:id="R0fa0725e2af6421d"/>
    <p:sldId xmlns:r="http://schemas.openxmlformats.org/officeDocument/2006/relationships" id="290" r:id="Rdec66e4014f3449e"/>
    <p:sldId xmlns:r="http://schemas.openxmlformats.org/officeDocument/2006/relationships" id="291" r:id="Rdbf85050b30d4b30"/>
    <p:sldId xmlns:r="http://schemas.openxmlformats.org/officeDocument/2006/relationships" id="292" r:id="R4fdd6368b14f4c9b"/>
    <p:sldId xmlns:r="http://schemas.openxmlformats.org/officeDocument/2006/relationships" id="293" r:id="R6c7118b869214ffe"/>
    <p:sldId xmlns:r="http://schemas.openxmlformats.org/officeDocument/2006/relationships" id="294" r:id="R0d21cd285c874954"/>
    <p:sldId xmlns:r="http://schemas.openxmlformats.org/officeDocument/2006/relationships" id="295" r:id="R5d51e68d123b45b6"/>
    <p:sldId xmlns:r="http://schemas.openxmlformats.org/officeDocument/2006/relationships" id="296" r:id="R5f2762c9e1f64330"/>
    <p:sldId xmlns:r="http://schemas.openxmlformats.org/officeDocument/2006/relationships" id="297" r:id="R5dd8888826a642c6"/>
    <p:sldId xmlns:r="http://schemas.openxmlformats.org/officeDocument/2006/relationships" id="298" r:id="Rd24f9c00cc884f34"/>
    <p:sldId xmlns:r="http://schemas.openxmlformats.org/officeDocument/2006/relationships" id="299" r:id="R47764266ec9246fa"/>
    <p:sldId xmlns:r="http://schemas.openxmlformats.org/officeDocument/2006/relationships" id="300" r:id="Reeef05fddea0465e"/>
    <p:sldId xmlns:r="http://schemas.openxmlformats.org/officeDocument/2006/relationships" id="301" r:id="Rc787f22220004bc3"/>
    <p:sldId xmlns:r="http://schemas.openxmlformats.org/officeDocument/2006/relationships" id="302" r:id="R5f61284c373d4c1d"/>
    <p:sldId xmlns:r="http://schemas.openxmlformats.org/officeDocument/2006/relationships" id="303" r:id="Ra65791e8c68e4e2c"/>
    <p:sldId xmlns:r="http://schemas.openxmlformats.org/officeDocument/2006/relationships" id="304" r:id="R3e4be33d61ff46b4"/>
    <p:sldId xmlns:r="http://schemas.openxmlformats.org/officeDocument/2006/relationships" id="305" r:id="R4540a920fa0445ad"/>
    <p:sldId xmlns:r="http://schemas.openxmlformats.org/officeDocument/2006/relationships" id="306" r:id="R54f4d0416133429c"/>
    <p:sldId xmlns:r="http://schemas.openxmlformats.org/officeDocument/2006/relationships" id="307" r:id="R0c5e47519ce742d6"/>
    <p:sldId xmlns:r="http://schemas.openxmlformats.org/officeDocument/2006/relationships" id="308" r:id="Ra38bce41d5a44d38"/>
    <p:sldId xmlns:r="http://schemas.openxmlformats.org/officeDocument/2006/relationships" id="309" r:id="R0a02b16abe2e42e3"/>
    <p:sldId xmlns:r="http://schemas.openxmlformats.org/officeDocument/2006/relationships" id="310" r:id="R385cab0921034d3e"/>
    <p:sldId xmlns:r="http://schemas.openxmlformats.org/officeDocument/2006/relationships" id="311" r:id="Rbca16ed4d4114703"/>
    <p:sldId xmlns:r="http://schemas.openxmlformats.org/officeDocument/2006/relationships" id="312" r:id="R32b9a2d3b0994866"/>
    <p:sldId xmlns:r="http://schemas.openxmlformats.org/officeDocument/2006/relationships" id="313" r:id="R85be1255efe84fee"/>
    <p:sldId xmlns:r="http://schemas.openxmlformats.org/officeDocument/2006/relationships" id="314" r:id="Rb502ed0346cf4236"/>
    <p:sldId xmlns:r="http://schemas.openxmlformats.org/officeDocument/2006/relationships" id="315" r:id="Rba2f6d753bc34657"/>
    <p:sldId xmlns:r="http://schemas.openxmlformats.org/officeDocument/2006/relationships" id="316" r:id="R924660fe09164835"/>
    <p:sldId xmlns:r="http://schemas.openxmlformats.org/officeDocument/2006/relationships" id="317" r:id="R422b84f87d5d49b0"/>
    <p:sldId xmlns:r="http://schemas.openxmlformats.org/officeDocument/2006/relationships" id="318" r:id="R02cf2cecaf124505"/>
    <p:sldId xmlns:r="http://schemas.openxmlformats.org/officeDocument/2006/relationships" id="319" r:id="Ra08cca6d34f041d1"/>
    <p:sldId xmlns:r="http://schemas.openxmlformats.org/officeDocument/2006/relationships" id="320" r:id="R6f77b30f99b240f5"/>
    <p:sldId xmlns:r="http://schemas.openxmlformats.org/officeDocument/2006/relationships" id="321" r:id="Rafffa2804b9d46f8"/>
    <p:sldId xmlns:r="http://schemas.openxmlformats.org/officeDocument/2006/relationships" id="322" r:id="Rc54d154e6a9f4410"/>
    <p:sldId xmlns:r="http://schemas.openxmlformats.org/officeDocument/2006/relationships" id="323" r:id="Rb187975a40734599"/>
    <p:sldId xmlns:r="http://schemas.openxmlformats.org/officeDocument/2006/relationships" id="324" r:id="Rb2f707ef390c4d1c"/>
    <p:sldId xmlns:r="http://schemas.openxmlformats.org/officeDocument/2006/relationships" id="325" r:id="R40933d73634f413a"/>
    <p:sldId xmlns:r="http://schemas.openxmlformats.org/officeDocument/2006/relationships" id="326" r:id="Rab2aa1b5d0e44ed2"/>
    <p:sldId xmlns:r="http://schemas.openxmlformats.org/officeDocument/2006/relationships" id="327" r:id="R9791ad72f8c24de2"/>
    <p:sldId xmlns:r="http://schemas.openxmlformats.org/officeDocument/2006/relationships" id="328" r:id="Rf0b8a44987c24cd0"/>
    <p:sldId xmlns:r="http://schemas.openxmlformats.org/officeDocument/2006/relationships" id="329" r:id="Re2331a879cd14175"/>
    <p:sldId xmlns:r="http://schemas.openxmlformats.org/officeDocument/2006/relationships" id="330" r:id="R33cf67b5af4e4cc3"/>
    <p:sldId xmlns:r="http://schemas.openxmlformats.org/officeDocument/2006/relationships" id="331" r:id="R1494d70c69644e3f"/>
    <p:sldId xmlns:r="http://schemas.openxmlformats.org/officeDocument/2006/relationships" id="332" r:id="R1ae7d00691024fc5"/>
    <p:sldId xmlns:r="http://schemas.openxmlformats.org/officeDocument/2006/relationships" id="333" r:id="R73d117587bb8431a"/>
    <p:sldId xmlns:r="http://schemas.openxmlformats.org/officeDocument/2006/relationships" id="334" r:id="R9ccdb36b68e64982"/>
    <p:sldId xmlns:r="http://schemas.openxmlformats.org/officeDocument/2006/relationships" id="335" r:id="R8bd3f70475634538"/>
    <p:sldId xmlns:r="http://schemas.openxmlformats.org/officeDocument/2006/relationships" id="336" r:id="R25504ea656a24442"/>
    <p:sldId xmlns:r="http://schemas.openxmlformats.org/officeDocument/2006/relationships" id="337" r:id="R850211a1a03f4490"/>
    <p:sldId xmlns:r="http://schemas.openxmlformats.org/officeDocument/2006/relationships" id="338" r:id="Rdcb517a654b04aef"/>
    <p:sldId xmlns:r="http://schemas.openxmlformats.org/officeDocument/2006/relationships" id="339" r:id="Re8c8a8176a0744d2"/>
    <p:sldId xmlns:r="http://schemas.openxmlformats.org/officeDocument/2006/relationships" id="340" r:id="R5851bb176b864994"/>
    <p:sldId xmlns:r="http://schemas.openxmlformats.org/officeDocument/2006/relationships" id="341" r:id="R6293d1abcb2b4829"/>
    <p:sldId xmlns:r="http://schemas.openxmlformats.org/officeDocument/2006/relationships" id="342" r:id="Rd9f2f5be40e04484"/>
    <p:sldId xmlns:r="http://schemas.openxmlformats.org/officeDocument/2006/relationships" id="343" r:id="R6414b33106a94b35"/>
    <p:sldId xmlns:r="http://schemas.openxmlformats.org/officeDocument/2006/relationships" id="344" r:id="R82ced98ea89f4d97"/>
    <p:sldId xmlns:r="http://schemas.openxmlformats.org/officeDocument/2006/relationships" id="345" r:id="R56837e506c3645be"/>
    <p:sldId xmlns:r="http://schemas.openxmlformats.org/officeDocument/2006/relationships" id="346" r:id="R71812ea9d2b34764"/>
    <p:sldId xmlns:r="http://schemas.openxmlformats.org/officeDocument/2006/relationships" id="347" r:id="Rc158dfd262ff40f0"/>
    <p:sldId xmlns:r="http://schemas.openxmlformats.org/officeDocument/2006/relationships" id="348" r:id="R5abf0876d30743d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3121a6ffb514ea4" /><Relationship Type="http://schemas.openxmlformats.org/officeDocument/2006/relationships/slideMaster" Target="/ppt/slideMasters/slideMaster1.xml" Id="R03c968b073424b24" /><Relationship Type="http://schemas.openxmlformats.org/officeDocument/2006/relationships/notesMaster" Target="/ppt/notesMasters/notesMaster1.xml" Id="Rb482f03069834f6e" /><Relationship Type="http://schemas.openxmlformats.org/officeDocument/2006/relationships/presProps" Target="/ppt/presProps.xml" Id="R63069a8616ba4e28" /><Relationship Type="http://schemas.openxmlformats.org/officeDocument/2006/relationships/tableStyles" Target="/ppt/tableStyles.xml" Id="R990689de4200497d" /><Relationship Type="http://schemas.openxmlformats.org/officeDocument/2006/relationships/slide" Target="/ppt/slides/slide1.xml" Id="R7382bf9384d44ff0" /><Relationship Type="http://schemas.openxmlformats.org/officeDocument/2006/relationships/slide" Target="/ppt/slides/slide2.xml" Id="R6399c7b3956941d9" /><Relationship Type="http://schemas.openxmlformats.org/officeDocument/2006/relationships/slide" Target="/ppt/slides/slide3.xml" Id="R2d70ce84003e4064" /><Relationship Type="http://schemas.openxmlformats.org/officeDocument/2006/relationships/slide" Target="/ppt/slides/slide4.xml" Id="Rf1ebc981eca44520" /><Relationship Type="http://schemas.openxmlformats.org/officeDocument/2006/relationships/slide" Target="/ppt/slides/slide5.xml" Id="Rbf2b40a63ce848e3" /><Relationship Type="http://schemas.openxmlformats.org/officeDocument/2006/relationships/slide" Target="/ppt/slides/slide6.xml" Id="R0b5c918cff0b440b" /><Relationship Type="http://schemas.openxmlformats.org/officeDocument/2006/relationships/slide" Target="/ppt/slides/slide7.xml" Id="Reea466354f7f42e5" /><Relationship Type="http://schemas.openxmlformats.org/officeDocument/2006/relationships/slide" Target="/ppt/slides/slide8.xml" Id="Rf4e78b546c4840c0" /><Relationship Type="http://schemas.openxmlformats.org/officeDocument/2006/relationships/slide" Target="/ppt/slides/slide9.xml" Id="R0807b615048543be" /><Relationship Type="http://schemas.openxmlformats.org/officeDocument/2006/relationships/slide" Target="/ppt/slides/slide10.xml" Id="R5c2680a07b7843e4" /><Relationship Type="http://schemas.openxmlformats.org/officeDocument/2006/relationships/slide" Target="/ppt/slides/slide11.xml" Id="R23bad2f4ba8e4d83" /><Relationship Type="http://schemas.openxmlformats.org/officeDocument/2006/relationships/slide" Target="/ppt/slides/slide12.xml" Id="R807aad26af7f4929" /><Relationship Type="http://schemas.openxmlformats.org/officeDocument/2006/relationships/slide" Target="/ppt/slides/slide13.xml" Id="Rcb0ca748edc64fe8" /><Relationship Type="http://schemas.openxmlformats.org/officeDocument/2006/relationships/slide" Target="/ppt/slides/slide14.xml" Id="Rcaed023937bb4df1" /><Relationship Type="http://schemas.openxmlformats.org/officeDocument/2006/relationships/slide" Target="/ppt/slides/slide15.xml" Id="R9b5e8787fa4644cc" /><Relationship Type="http://schemas.openxmlformats.org/officeDocument/2006/relationships/slide" Target="/ppt/slides/slide16.xml" Id="R03c2f52aab7a4fa8" /><Relationship Type="http://schemas.openxmlformats.org/officeDocument/2006/relationships/slide" Target="/ppt/slides/slide17.xml" Id="Rd3ef7ae3fd4b4628" /><Relationship Type="http://schemas.openxmlformats.org/officeDocument/2006/relationships/slide" Target="/ppt/slides/slide18.xml" Id="Rb2f5f6759be643b8" /><Relationship Type="http://schemas.openxmlformats.org/officeDocument/2006/relationships/slide" Target="/ppt/slides/slide19.xml" Id="Rdd6c4b98918d4aff" /><Relationship Type="http://schemas.openxmlformats.org/officeDocument/2006/relationships/slide" Target="/ppt/slides/slide20.xml" Id="R78f49d06778342e7" /><Relationship Type="http://schemas.openxmlformats.org/officeDocument/2006/relationships/slide" Target="/ppt/slides/slide21.xml" Id="R30ef9db452b04955" /><Relationship Type="http://schemas.openxmlformats.org/officeDocument/2006/relationships/slide" Target="/ppt/slides/slide22.xml" Id="R4251ed675eaf4924" /><Relationship Type="http://schemas.openxmlformats.org/officeDocument/2006/relationships/slide" Target="/ppt/slides/slide23.xml" Id="R46fafd76e1fa4277" /><Relationship Type="http://schemas.openxmlformats.org/officeDocument/2006/relationships/slide" Target="/ppt/slides/slide24.xml" Id="R19a5d6116c38434d" /><Relationship Type="http://schemas.openxmlformats.org/officeDocument/2006/relationships/slide" Target="/ppt/slides/slide25.xml" Id="R3c90036d1c6a40e9" /><Relationship Type="http://schemas.openxmlformats.org/officeDocument/2006/relationships/slide" Target="/ppt/slides/slide26.xml" Id="Rf181e0e19f234c50" /><Relationship Type="http://schemas.openxmlformats.org/officeDocument/2006/relationships/slide" Target="/ppt/slides/slide27.xml" Id="Rbbf63108f3d64a9d" /><Relationship Type="http://schemas.openxmlformats.org/officeDocument/2006/relationships/slide" Target="/ppt/slides/slide28.xml" Id="Rd1ebc065ab614eb8" /><Relationship Type="http://schemas.openxmlformats.org/officeDocument/2006/relationships/slide" Target="/ppt/slides/slide29.xml" Id="R21c3590b58d0408f" /><Relationship Type="http://schemas.openxmlformats.org/officeDocument/2006/relationships/slide" Target="/ppt/slides/slide30.xml" Id="R39cb9e44173a4081" /><Relationship Type="http://schemas.openxmlformats.org/officeDocument/2006/relationships/slide" Target="/ppt/slides/slide31.xml" Id="Rd1aaadbf87b3435c" /><Relationship Type="http://schemas.openxmlformats.org/officeDocument/2006/relationships/slide" Target="/ppt/slides/slide32.xml" Id="Rc43c23dc534e498e" /><Relationship Type="http://schemas.openxmlformats.org/officeDocument/2006/relationships/slide" Target="/ppt/slides/slide33.xml" Id="R9716a0a02fe046df" /><Relationship Type="http://schemas.openxmlformats.org/officeDocument/2006/relationships/slide" Target="/ppt/slides/slide34.xml" Id="R0fa0725e2af6421d" /><Relationship Type="http://schemas.openxmlformats.org/officeDocument/2006/relationships/slide" Target="/ppt/slides/slide35.xml" Id="Rdec66e4014f3449e" /><Relationship Type="http://schemas.openxmlformats.org/officeDocument/2006/relationships/slide" Target="/ppt/slides/slide36.xml" Id="Rdbf85050b30d4b30" /><Relationship Type="http://schemas.openxmlformats.org/officeDocument/2006/relationships/slide" Target="/ppt/slides/slide37.xml" Id="R4fdd6368b14f4c9b" /><Relationship Type="http://schemas.openxmlformats.org/officeDocument/2006/relationships/slide" Target="/ppt/slides/slide38.xml" Id="R6c7118b869214ffe" /><Relationship Type="http://schemas.openxmlformats.org/officeDocument/2006/relationships/slide" Target="/ppt/slides/slide39.xml" Id="R0d21cd285c874954" /><Relationship Type="http://schemas.openxmlformats.org/officeDocument/2006/relationships/slide" Target="/ppt/slides/slide40.xml" Id="R5d51e68d123b45b6" /><Relationship Type="http://schemas.openxmlformats.org/officeDocument/2006/relationships/slide" Target="/ppt/slides/slide41.xml" Id="R5f2762c9e1f64330" /><Relationship Type="http://schemas.openxmlformats.org/officeDocument/2006/relationships/slide" Target="/ppt/slides/slide42.xml" Id="R5dd8888826a642c6" /><Relationship Type="http://schemas.openxmlformats.org/officeDocument/2006/relationships/slide" Target="/ppt/slides/slide43.xml" Id="Rd24f9c00cc884f34" /><Relationship Type="http://schemas.openxmlformats.org/officeDocument/2006/relationships/slide" Target="/ppt/slides/slide44.xml" Id="R47764266ec9246fa" /><Relationship Type="http://schemas.openxmlformats.org/officeDocument/2006/relationships/slide" Target="/ppt/slides/slide45.xml" Id="Reeef05fddea0465e" /><Relationship Type="http://schemas.openxmlformats.org/officeDocument/2006/relationships/slide" Target="/ppt/slides/slide46.xml" Id="Rc787f22220004bc3" /><Relationship Type="http://schemas.openxmlformats.org/officeDocument/2006/relationships/slide" Target="/ppt/slides/slide47.xml" Id="R5f61284c373d4c1d" /><Relationship Type="http://schemas.openxmlformats.org/officeDocument/2006/relationships/slide" Target="/ppt/slides/slide48.xml" Id="Ra65791e8c68e4e2c" /><Relationship Type="http://schemas.openxmlformats.org/officeDocument/2006/relationships/slide" Target="/ppt/slides/slide49.xml" Id="R3e4be33d61ff46b4" /><Relationship Type="http://schemas.openxmlformats.org/officeDocument/2006/relationships/slide" Target="/ppt/slides/slide50.xml" Id="R4540a920fa0445ad" /><Relationship Type="http://schemas.openxmlformats.org/officeDocument/2006/relationships/slide" Target="/ppt/slides/slide51.xml" Id="R54f4d0416133429c" /><Relationship Type="http://schemas.openxmlformats.org/officeDocument/2006/relationships/slide" Target="/ppt/slides/slide52.xml" Id="R0c5e47519ce742d6" /><Relationship Type="http://schemas.openxmlformats.org/officeDocument/2006/relationships/slide" Target="/ppt/slides/slide53.xml" Id="Ra38bce41d5a44d38" /><Relationship Type="http://schemas.openxmlformats.org/officeDocument/2006/relationships/slide" Target="/ppt/slides/slide54.xml" Id="R0a02b16abe2e42e3" /><Relationship Type="http://schemas.openxmlformats.org/officeDocument/2006/relationships/slide" Target="/ppt/slides/slide55.xml" Id="R385cab0921034d3e" /><Relationship Type="http://schemas.openxmlformats.org/officeDocument/2006/relationships/slide" Target="/ppt/slides/slide56.xml" Id="Rbca16ed4d4114703" /><Relationship Type="http://schemas.openxmlformats.org/officeDocument/2006/relationships/slide" Target="/ppt/slides/slide57.xml" Id="R32b9a2d3b0994866" /><Relationship Type="http://schemas.openxmlformats.org/officeDocument/2006/relationships/slide" Target="/ppt/slides/slide58.xml" Id="R85be1255efe84fee" /><Relationship Type="http://schemas.openxmlformats.org/officeDocument/2006/relationships/slide" Target="/ppt/slides/slide59.xml" Id="Rb502ed0346cf4236" /><Relationship Type="http://schemas.openxmlformats.org/officeDocument/2006/relationships/slide" Target="/ppt/slides/slide60.xml" Id="Rba2f6d753bc34657" /><Relationship Type="http://schemas.openxmlformats.org/officeDocument/2006/relationships/slide" Target="/ppt/slides/slide61.xml" Id="R924660fe09164835" /><Relationship Type="http://schemas.openxmlformats.org/officeDocument/2006/relationships/slide" Target="/ppt/slides/slide62.xml" Id="R422b84f87d5d49b0" /><Relationship Type="http://schemas.openxmlformats.org/officeDocument/2006/relationships/slide" Target="/ppt/slides/slide63.xml" Id="R02cf2cecaf124505" /><Relationship Type="http://schemas.openxmlformats.org/officeDocument/2006/relationships/slide" Target="/ppt/slides/slide64.xml" Id="Ra08cca6d34f041d1" /><Relationship Type="http://schemas.openxmlformats.org/officeDocument/2006/relationships/slide" Target="/ppt/slides/slide65.xml" Id="R6f77b30f99b240f5" /><Relationship Type="http://schemas.openxmlformats.org/officeDocument/2006/relationships/slide" Target="/ppt/slides/slide66.xml" Id="Rafffa2804b9d46f8" /><Relationship Type="http://schemas.openxmlformats.org/officeDocument/2006/relationships/slide" Target="/ppt/slides/slide67.xml" Id="Rc54d154e6a9f4410" /><Relationship Type="http://schemas.openxmlformats.org/officeDocument/2006/relationships/slide" Target="/ppt/slides/slide68.xml" Id="Rb187975a40734599" /><Relationship Type="http://schemas.openxmlformats.org/officeDocument/2006/relationships/slide" Target="/ppt/slides/slide69.xml" Id="Rb2f707ef390c4d1c" /><Relationship Type="http://schemas.openxmlformats.org/officeDocument/2006/relationships/slide" Target="/ppt/slides/slide70.xml" Id="R40933d73634f413a" /><Relationship Type="http://schemas.openxmlformats.org/officeDocument/2006/relationships/slide" Target="/ppt/slides/slide71.xml" Id="Rab2aa1b5d0e44ed2" /><Relationship Type="http://schemas.openxmlformats.org/officeDocument/2006/relationships/slide" Target="/ppt/slides/slide72.xml" Id="R9791ad72f8c24de2" /><Relationship Type="http://schemas.openxmlformats.org/officeDocument/2006/relationships/slide" Target="/ppt/slides/slide73.xml" Id="Rf0b8a44987c24cd0" /><Relationship Type="http://schemas.openxmlformats.org/officeDocument/2006/relationships/slide" Target="/ppt/slides/slide74.xml" Id="Re2331a879cd14175" /><Relationship Type="http://schemas.openxmlformats.org/officeDocument/2006/relationships/slide" Target="/ppt/slides/slide75.xml" Id="R33cf67b5af4e4cc3" /><Relationship Type="http://schemas.openxmlformats.org/officeDocument/2006/relationships/slide" Target="/ppt/slides/slide76.xml" Id="R1494d70c69644e3f" /><Relationship Type="http://schemas.openxmlformats.org/officeDocument/2006/relationships/slide" Target="/ppt/slides/slide77.xml" Id="R1ae7d00691024fc5" /><Relationship Type="http://schemas.openxmlformats.org/officeDocument/2006/relationships/slide" Target="/ppt/slides/slide78.xml" Id="R73d117587bb8431a" /><Relationship Type="http://schemas.openxmlformats.org/officeDocument/2006/relationships/slide" Target="/ppt/slides/slide79.xml" Id="R9ccdb36b68e64982" /><Relationship Type="http://schemas.openxmlformats.org/officeDocument/2006/relationships/slide" Target="/ppt/slides/slide80.xml" Id="R8bd3f70475634538" /><Relationship Type="http://schemas.openxmlformats.org/officeDocument/2006/relationships/slide" Target="/ppt/slides/slide81.xml" Id="R25504ea656a24442" /><Relationship Type="http://schemas.openxmlformats.org/officeDocument/2006/relationships/slide" Target="/ppt/slides/slide82.xml" Id="R850211a1a03f4490" /><Relationship Type="http://schemas.openxmlformats.org/officeDocument/2006/relationships/slide" Target="/ppt/slides/slide83.xml" Id="Rdcb517a654b04aef" /><Relationship Type="http://schemas.openxmlformats.org/officeDocument/2006/relationships/slide" Target="/ppt/slides/slide84.xml" Id="Re8c8a8176a0744d2" /><Relationship Type="http://schemas.openxmlformats.org/officeDocument/2006/relationships/slide" Target="/ppt/slides/slide85.xml" Id="R5851bb176b864994" /><Relationship Type="http://schemas.openxmlformats.org/officeDocument/2006/relationships/slide" Target="/ppt/slides/slide86.xml" Id="R6293d1abcb2b4829" /><Relationship Type="http://schemas.openxmlformats.org/officeDocument/2006/relationships/slide" Target="/ppt/slides/slide87.xml" Id="Rd9f2f5be40e04484" /><Relationship Type="http://schemas.openxmlformats.org/officeDocument/2006/relationships/slide" Target="/ppt/slides/slide88.xml" Id="R6414b33106a94b35" /><Relationship Type="http://schemas.openxmlformats.org/officeDocument/2006/relationships/slide" Target="/ppt/slides/slide89.xml" Id="R82ced98ea89f4d97" /><Relationship Type="http://schemas.openxmlformats.org/officeDocument/2006/relationships/slide" Target="/ppt/slides/slide90.xml" Id="R56837e506c3645be" /><Relationship Type="http://schemas.openxmlformats.org/officeDocument/2006/relationships/slide" Target="/ppt/slides/slide91.xml" Id="R71812ea9d2b34764" /><Relationship Type="http://schemas.openxmlformats.org/officeDocument/2006/relationships/slide" Target="/ppt/slides/slide92.xml" Id="Rc158dfd262ff40f0" /><Relationship Type="http://schemas.openxmlformats.org/officeDocument/2006/relationships/slide" Target="/ppt/slides/slide93.xml" Id="R5abf0876d30743d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5695f26718349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097696c87464630" /><Relationship Type="http://schemas.openxmlformats.org/officeDocument/2006/relationships/notesMaster" Target="/ppt/notesMasters/notesMaster1.xml" Id="R5205df1d4f6b48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4c0a439bbe104b46" /><Relationship Type="http://schemas.openxmlformats.org/officeDocument/2006/relationships/notesMaster" Target="/ppt/notesMasters/notesMaster1.xml" Id="Rc5ba628013ac4a6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a5081e2c2a4701" /><Relationship Type="http://schemas.openxmlformats.org/officeDocument/2006/relationships/notesMaster" Target="/ppt/notesMasters/notesMaster1.xml" Id="R7a8c8bf66ff541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79a2e5b7c7f840fe" /><Relationship Type="http://schemas.openxmlformats.org/officeDocument/2006/relationships/notesMaster" Target="/ppt/notesMasters/notesMaster1.xml" Id="Rdcd43a09f3664b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404995e867144ed4" /><Relationship Type="http://schemas.openxmlformats.org/officeDocument/2006/relationships/notesMaster" Target="/ppt/notesMasters/notesMaster1.xml" Id="R92fdb5f870184a80"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e57bf943b34c7f" /><Relationship Type="http://schemas.openxmlformats.org/officeDocument/2006/relationships/notesMaster" Target="/ppt/notesMasters/notesMaster1.xml" Id="Rcbaf307453fc48a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af19dd3d3924093" /><Relationship Type="http://schemas.openxmlformats.org/officeDocument/2006/relationships/notesMaster" Target="/ppt/notesMasters/notesMaster1.xml" Id="R6a70658e58db48a7"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c3af9c09f24d84" /><Relationship Type="http://schemas.openxmlformats.org/officeDocument/2006/relationships/notesMaster" Target="/ppt/notesMasters/notesMaster1.xml" Id="Rc2057571c1504b10" /></Relationships>
</file>

<file path=ppt/notesSlides/_rels/notesSlide9.xml.rels>&#65279;<?xml version="1.0" encoding="utf-8"?><Relationships xmlns="http://schemas.openxmlformats.org/package/2006/relationships"><Relationship Type="http://schemas.openxmlformats.org/officeDocument/2006/relationships/slide" Target="/ppt/slides/slide9.xml" Id="Re45c31738d2a4b00" /><Relationship Type="http://schemas.openxmlformats.org/officeDocument/2006/relationships/notesMaster" Target="/ppt/notesMasters/notesMaster1.xml" Id="Rb4696361cd0343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3453e286791448e" /><Relationship Type="http://schemas.openxmlformats.org/officeDocument/2006/relationships/notesMaster" Target="/ppt/notesMasters/notesMaster1.xml" Id="R8418f83102904f5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0ea915ebb414910" /><Relationship Type="http://schemas.openxmlformats.org/officeDocument/2006/relationships/notesMaster" Target="/ppt/notesMasters/notesMaster1.xml" Id="R27e00b602ba145d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850cd551a8b4a6a" /><Relationship Type="http://schemas.openxmlformats.org/officeDocument/2006/relationships/notesMaster" Target="/ppt/notesMasters/notesMaster1.xml" Id="Rd80b8bd2a46a448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0ef7b667770471f" /><Relationship Type="http://schemas.openxmlformats.org/officeDocument/2006/relationships/notesMaster" Target="/ppt/notesMasters/notesMaster1.xml" Id="R9e03814feebc48e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0912448cc9d451d" /><Relationship Type="http://schemas.openxmlformats.org/officeDocument/2006/relationships/notesMaster" Target="/ppt/notesMasters/notesMaster1.xml" Id="Rb875cd96108342b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e6a6d23c7c74de4" /><Relationship Type="http://schemas.openxmlformats.org/officeDocument/2006/relationships/notesMaster" Target="/ppt/notesMasters/notesMaster1.xml" Id="Rc6d3ca51fcde486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30ef758aa314688" /><Relationship Type="http://schemas.openxmlformats.org/officeDocument/2006/relationships/notesMaster" Target="/ppt/notesMasters/notesMaster1.xml" Id="R9a783d0aa28e46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eb3f73df0304a8d" /><Relationship Type="http://schemas.openxmlformats.org/officeDocument/2006/relationships/notesMaster" Target="/ppt/notesMasters/notesMaster1.xml" Id="R56970d0c1dd6403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a57a7c990a04769" /><Relationship Type="http://schemas.openxmlformats.org/officeDocument/2006/relationships/notesMaster" Target="/ppt/notesMasters/notesMaster1.xml" Id="Rc149726e632e4a0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173d76414c54cdc" /><Relationship Type="http://schemas.openxmlformats.org/officeDocument/2006/relationships/notesMaster" Target="/ppt/notesMasters/notesMaster1.xml" Id="R95be6c0a15e946f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ea6dfc4d33e425c" /><Relationship Type="http://schemas.openxmlformats.org/officeDocument/2006/relationships/notesMaster" Target="/ppt/notesMasters/notesMaster1.xml" Id="R1a82b4910df540a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1eb6098754f48ac" /><Relationship Type="http://schemas.openxmlformats.org/officeDocument/2006/relationships/notesMaster" Target="/ppt/notesMasters/notesMaster1.xml" Id="R0baf68e0cdeb42a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2069ada5f93429a" /><Relationship Type="http://schemas.openxmlformats.org/officeDocument/2006/relationships/notesMaster" Target="/ppt/notesMasters/notesMaster1.xml" Id="R98f8e48b3d034fb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ff641c0f72749a0" /><Relationship Type="http://schemas.openxmlformats.org/officeDocument/2006/relationships/notesMaster" Target="/ppt/notesMasters/notesMaster1.xml" Id="R04fe557a512444f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f1465c79b884db1" /><Relationship Type="http://schemas.openxmlformats.org/officeDocument/2006/relationships/notesMaster" Target="/ppt/notesMasters/notesMaster1.xml" Id="R6497cd8ac4f14c1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2fb2d847ef644fa" /><Relationship Type="http://schemas.openxmlformats.org/officeDocument/2006/relationships/notesMaster" Target="/ppt/notesMasters/notesMaster1.xml" Id="R46f8d7472f5a4ce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c2665b49a9549ea" /><Relationship Type="http://schemas.openxmlformats.org/officeDocument/2006/relationships/notesMaster" Target="/ppt/notesMasters/notesMaster1.xml" Id="R7da43f887f364cf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2122378f8ea40c0" /><Relationship Type="http://schemas.openxmlformats.org/officeDocument/2006/relationships/notesMaster" Target="/ppt/notesMasters/notesMaster1.xml" Id="R4e3edf6f85cc488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7313f20d5a54a65" /><Relationship Type="http://schemas.openxmlformats.org/officeDocument/2006/relationships/notesMaster" Target="/ppt/notesMasters/notesMaster1.xml" Id="Rca360752a2194ea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c969cb9e6554c7b" /><Relationship Type="http://schemas.openxmlformats.org/officeDocument/2006/relationships/notesMaster" Target="/ppt/notesMasters/notesMaster1.xml" Id="Red3114c5592c428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94f0b5bde6042ae" /><Relationship Type="http://schemas.openxmlformats.org/officeDocument/2006/relationships/notesMaster" Target="/ppt/notesMasters/notesMaster1.xml" Id="R899fba6a97e840e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3dc5067d85441f5" /><Relationship Type="http://schemas.openxmlformats.org/officeDocument/2006/relationships/notesMaster" Target="/ppt/notesMasters/notesMaster1.xml" Id="R05b5ed5fc0aa420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493e8b32f6c451d" /><Relationship Type="http://schemas.openxmlformats.org/officeDocument/2006/relationships/notesMaster" Target="/ppt/notesMasters/notesMaster1.xml" Id="R8dc72c1b83b8441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a2a37e306e44448" /><Relationship Type="http://schemas.openxmlformats.org/officeDocument/2006/relationships/notesMaster" Target="/ppt/notesMasters/notesMaster1.xml" Id="R05fe18ca112243e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eb9f0b63490460b" /><Relationship Type="http://schemas.openxmlformats.org/officeDocument/2006/relationships/notesMaster" Target="/ppt/notesMasters/notesMaster1.xml" Id="R32ab5413a6c047f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521b8a6b3e64c5e" /><Relationship Type="http://schemas.openxmlformats.org/officeDocument/2006/relationships/notesMaster" Target="/ppt/notesMasters/notesMaster1.xml" Id="R96041fc48208422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a1c1aec817d4112" /><Relationship Type="http://schemas.openxmlformats.org/officeDocument/2006/relationships/notesMaster" Target="/ppt/notesMasters/notesMaster1.xml" Id="R0201b846a8cf4e9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969986136e24c16" /><Relationship Type="http://schemas.openxmlformats.org/officeDocument/2006/relationships/notesMaster" Target="/ppt/notesMasters/notesMaster1.xml" Id="R4df29a0d48b942d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2c316ea25b44604" /><Relationship Type="http://schemas.openxmlformats.org/officeDocument/2006/relationships/notesMaster" Target="/ppt/notesMasters/notesMaster1.xml" Id="R10d487ee0a1d491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18263be373f4a8c" /><Relationship Type="http://schemas.openxmlformats.org/officeDocument/2006/relationships/notesMaster" Target="/ppt/notesMasters/notesMaster1.xml" Id="R84c54f49f0bf49c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8e6fbcd78ca4ae8" /><Relationship Type="http://schemas.openxmlformats.org/officeDocument/2006/relationships/notesMaster" Target="/ppt/notesMasters/notesMaster1.xml" Id="R28d3db51dcb942c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a8dec7388164683" /><Relationship Type="http://schemas.openxmlformats.org/officeDocument/2006/relationships/notesMaster" Target="/ppt/notesMasters/notesMaster1.xml" Id="R74950229ee3848f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c77d78750fe48aa" /><Relationship Type="http://schemas.openxmlformats.org/officeDocument/2006/relationships/notesMaster" Target="/ppt/notesMasters/notesMaster1.xml" Id="R0c3bf06693774f3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0630d177d094bda" /><Relationship Type="http://schemas.openxmlformats.org/officeDocument/2006/relationships/notesMaster" Target="/ppt/notesMasters/notesMaster1.xml" Id="Rb0ecbb1795c040b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e111cc9cbf3418f" /><Relationship Type="http://schemas.openxmlformats.org/officeDocument/2006/relationships/notesMaster" Target="/ppt/notesMasters/notesMaster1.xml" Id="Rf677aeadbf824e6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9e4f917dabc4f79" /><Relationship Type="http://schemas.openxmlformats.org/officeDocument/2006/relationships/notesMaster" Target="/ppt/notesMasters/notesMaster1.xml" Id="Rce9c99bad70d410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7d1b01672d54960" /><Relationship Type="http://schemas.openxmlformats.org/officeDocument/2006/relationships/notesMaster" Target="/ppt/notesMasters/notesMaster1.xml" Id="Rd4196367408a4ea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73cb63d09a443f7" /><Relationship Type="http://schemas.openxmlformats.org/officeDocument/2006/relationships/notesMaster" Target="/ppt/notesMasters/notesMaster1.xml" Id="R97bf098a1c0f44d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6f4141d1da4940ae" /><Relationship Type="http://schemas.openxmlformats.org/officeDocument/2006/relationships/notesMaster" Target="/ppt/notesMasters/notesMaster1.xml" Id="R9772b31f7d3344a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61223736d924430" /><Relationship Type="http://schemas.openxmlformats.org/officeDocument/2006/relationships/notesMaster" Target="/ppt/notesMasters/notesMaster1.xml" Id="Rf5c87df9fb0c4da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394dccc591d4ff4" /><Relationship Type="http://schemas.openxmlformats.org/officeDocument/2006/relationships/notesMaster" Target="/ppt/notesMasters/notesMaster1.xml" Id="R530b5a2dde9e450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9c05d735ee545d3" /><Relationship Type="http://schemas.openxmlformats.org/officeDocument/2006/relationships/notesMaster" Target="/ppt/notesMasters/notesMaster1.xml" Id="R0bf0862d4f824db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8e10a7a86134d75" /><Relationship Type="http://schemas.openxmlformats.org/officeDocument/2006/relationships/notesMaster" Target="/ppt/notesMasters/notesMaster1.xml" Id="Rd2aff9205f2341c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38918545d64d420f" /><Relationship Type="http://schemas.openxmlformats.org/officeDocument/2006/relationships/notesMaster" Target="/ppt/notesMasters/notesMaster1.xml" Id="Rc916df21e2b043b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e8aeee9646d4c84" /><Relationship Type="http://schemas.openxmlformats.org/officeDocument/2006/relationships/notesMaster" Target="/ppt/notesMasters/notesMaster1.xml" Id="R275c20e636054827"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78fdfffbf514aa9" /><Relationship Type="http://schemas.openxmlformats.org/officeDocument/2006/relationships/notesMaster" Target="/ppt/notesMasters/notesMaster1.xml" Id="Re63480d3fb404bc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1409cc8e3bf4de7" /><Relationship Type="http://schemas.openxmlformats.org/officeDocument/2006/relationships/notesMaster" Target="/ppt/notesMasters/notesMaster1.xml" Id="Rc5b1a64bfdc1485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7f971f227934d08" /><Relationship Type="http://schemas.openxmlformats.org/officeDocument/2006/relationships/notesMaster" Target="/ppt/notesMasters/notesMaster1.xml" Id="R2a7796a8635243a0"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9f27794f4694ce5" /><Relationship Type="http://schemas.openxmlformats.org/officeDocument/2006/relationships/notesMaster" Target="/ppt/notesMasters/notesMaster1.xml" Id="R6c7aa43eff4c44f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2df1ba9cfd5b46ea" /><Relationship Type="http://schemas.openxmlformats.org/officeDocument/2006/relationships/notesMaster" Target="/ppt/notesMasters/notesMaster1.xml" Id="Rbc818c732263476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b6636ac246b4848" /><Relationship Type="http://schemas.openxmlformats.org/officeDocument/2006/relationships/notesMaster" Target="/ppt/notesMasters/notesMaster1.xml" Id="R9d2115ad9c74464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5552d00ee4ad4464" /><Relationship Type="http://schemas.openxmlformats.org/officeDocument/2006/relationships/notesMaster" Target="/ppt/notesMasters/notesMaster1.xml" Id="R44c74ff08e2a4f1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a4ead5f91b2408c" /><Relationship Type="http://schemas.openxmlformats.org/officeDocument/2006/relationships/notesMaster" Target="/ppt/notesMasters/notesMaster1.xml" Id="Ra9c24842b6714252"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32c94b1426441cc" /><Relationship Type="http://schemas.openxmlformats.org/officeDocument/2006/relationships/notesMaster" Target="/ppt/notesMasters/notesMaster1.xml" Id="R804a90483b9646b3"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4584e7e27b145db" /><Relationship Type="http://schemas.openxmlformats.org/officeDocument/2006/relationships/notesMaster" Target="/ppt/notesMasters/notesMaster1.xml" Id="Ref64324ba1dd498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9f296053ab441a5" /><Relationship Type="http://schemas.openxmlformats.org/officeDocument/2006/relationships/notesMaster" Target="/ppt/notesMasters/notesMaster1.xml" Id="R3729c1d51ac84674"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b1bbd9cac4a4acd" /><Relationship Type="http://schemas.openxmlformats.org/officeDocument/2006/relationships/notesMaster" Target="/ppt/notesMasters/notesMaster1.xml" Id="Rfdca39e15ff745c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d231274ede7c4ee4" /><Relationship Type="http://schemas.openxmlformats.org/officeDocument/2006/relationships/notesMaster" Target="/ppt/notesMasters/notesMaster1.xml" Id="Rdfdd4a041e5c441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81b5a9e99eab4a3b" /><Relationship Type="http://schemas.openxmlformats.org/officeDocument/2006/relationships/notesMaster" Target="/ppt/notesMasters/notesMaster1.xml" Id="R896694d636b2447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b3502a56d3945f6" /><Relationship Type="http://schemas.openxmlformats.org/officeDocument/2006/relationships/notesMaster" Target="/ppt/notesMasters/notesMaster1.xml" Id="Rec5267eb68584cd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d34ff4708b6e4a3d" /><Relationship Type="http://schemas.openxmlformats.org/officeDocument/2006/relationships/notesMaster" Target="/ppt/notesMasters/notesMaster1.xml" Id="R8575415473934420"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e6089cd92064b5e" /><Relationship Type="http://schemas.openxmlformats.org/officeDocument/2006/relationships/notesMaster" Target="/ppt/notesMasters/notesMaster1.xml" Id="Ra1070d527a594f8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a29f02983dad40e8" /><Relationship Type="http://schemas.openxmlformats.org/officeDocument/2006/relationships/notesMaster" Target="/ppt/notesMasters/notesMaster1.xml" Id="R3621cea8a24e455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8ff284593f84dc3" /><Relationship Type="http://schemas.openxmlformats.org/officeDocument/2006/relationships/notesMaster" Target="/ppt/notesMasters/notesMaster1.xml" Id="Rb19388a054a64c2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aa75381e3eef4215" /><Relationship Type="http://schemas.openxmlformats.org/officeDocument/2006/relationships/notesMaster" Target="/ppt/notesMasters/notesMaster1.xml" Id="R39583faf6f9d4272"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0cc014fbb7142e3" /><Relationship Type="http://schemas.openxmlformats.org/officeDocument/2006/relationships/notesMaster" Target="/ppt/notesMasters/notesMaster1.xml" Id="Rbed924c8df5643d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3fc2ceaa3504cf3" /><Relationship Type="http://schemas.openxmlformats.org/officeDocument/2006/relationships/notesMaster" Target="/ppt/notesMasters/notesMaster1.xml" Id="R3026a444ab834d2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9fe24757fa6048c1" /><Relationship Type="http://schemas.openxmlformats.org/officeDocument/2006/relationships/notesMaster" Target="/ppt/notesMasters/notesMaster1.xml" Id="Rc85a0a5d26424766"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9c1e6e4eb274c6c" /><Relationship Type="http://schemas.openxmlformats.org/officeDocument/2006/relationships/notesMaster" Target="/ppt/notesMasters/notesMaster1.xml" Id="R3e93810d939442af"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f76881eef2664a11" /><Relationship Type="http://schemas.openxmlformats.org/officeDocument/2006/relationships/notesMaster" Target="/ppt/notesMasters/notesMaster1.xml" Id="Rdfa41bc05d2b48c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14aa5367d47846af" /><Relationship Type="http://schemas.openxmlformats.org/officeDocument/2006/relationships/notesMaster" Target="/ppt/notesMasters/notesMaster1.xml" Id="Rd56a626e2a3049d3"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6d1246cc08ae446f" /><Relationship Type="http://schemas.openxmlformats.org/officeDocument/2006/relationships/notesMaster" Target="/ppt/notesMasters/notesMaster1.xml" Id="R86c96e7754aa40e5"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835b231d105542fd" /><Relationship Type="http://schemas.openxmlformats.org/officeDocument/2006/relationships/notesMaster" Target="/ppt/notesMasters/notesMaster1.xml" Id="Rab56ec977a32460e"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cb28a01e5ecd4f3b" /><Relationship Type="http://schemas.openxmlformats.org/officeDocument/2006/relationships/notesMaster" Target="/ppt/notesMasters/notesMaster1.xml" Id="R0ace1e50f9d449a2"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13a27258b575403c" /><Relationship Type="http://schemas.openxmlformats.org/officeDocument/2006/relationships/notesMaster" Target="/ppt/notesMasters/notesMaster1.xml" Id="R78fb56796ded4d7b"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f0a03d664306415b" /><Relationship Type="http://schemas.openxmlformats.org/officeDocument/2006/relationships/notesMaster" Target="/ppt/notesMasters/notesMaster1.xml" Id="Rd79c0a71c47d47a8"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a0db45d6360a4d55" /><Relationship Type="http://schemas.openxmlformats.org/officeDocument/2006/relationships/notesMaster" Target="/ppt/notesMasters/notesMaster1.xml" Id="Rd1eb608b6e4d4a04"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345b672249154d34" /><Relationship Type="http://schemas.openxmlformats.org/officeDocument/2006/relationships/notesMaster" Target="/ppt/notesMasters/notesMaster1.xml" Id="Raf162444cd1a4469"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b87f2e20dfaa466d" /><Relationship Type="http://schemas.openxmlformats.org/officeDocument/2006/relationships/notesMaster" Target="/ppt/notesMasters/notesMaster1.xml" Id="Rb69a1caf0e99493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d54ba2c29c83478e" /><Relationship Type="http://schemas.openxmlformats.org/officeDocument/2006/relationships/notesMaster" Target="/ppt/notesMasters/notesMaster1.xml" Id="R43f5a40f7a3e4637"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217b585756a84624" /><Relationship Type="http://schemas.openxmlformats.org/officeDocument/2006/relationships/notesMaster" Target="/ppt/notesMasters/notesMaster1.xml" Id="R92b85b3c62c346ab"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b2f7364aec2b4459" /><Relationship Type="http://schemas.openxmlformats.org/officeDocument/2006/relationships/notesMaster" Target="/ppt/notesMasters/notesMaster1.xml" Id="R55e7a6089064427c"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0b7d8fa4de1d4c8c" /><Relationship Type="http://schemas.openxmlformats.org/officeDocument/2006/relationships/notesMaster" Target="/ppt/notesMasters/notesMaster1.xml" Id="Rabcef5466209466e"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31aeee2ac7e84990" /><Relationship Type="http://schemas.openxmlformats.org/officeDocument/2006/relationships/notesMaster" Target="/ppt/notesMasters/notesMaster1.xml" Id="Ra43b2f8f21634de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Performance Task, 반복되는 절차</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`resize_nearest`와 `normalize`라는 서로 다른 Performance Task에 baseline, 조사, 계획, 변경, test, benchmark, 비교, review 절차가 반복됐다.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 1. (0–1분) 기존 승인된 두 삽화를 각 Task의 목표를 표시하는 용도로만 가리킨다. 결과/Benchmark 전후 그림이 아니다.</a:t>
            </a:r>
          </a:p>
          <a:p xmlns:a="http://schemas.openxmlformats.org/drawingml/2006/main">
            <a:r>
              <a:t>2. (1–4분) A의 실제 Prompt 발췌 번역과 B의 보존된 Task Prompt 요약을 같은 세 행으로 대응한다: 먼저 측정·조사, 계획·최소 변경, 관련/전체 테스트·동일 조건 비교·검토.</a:t>
            </a:r>
          </a:p>
          <a:p xmlns:a="http://schemas.openxmlformats.org/drawingml/2006/main">
            <a:r>
              <a:t>3. (4–5분) 기록에는 반복 요청과 실행이 있지만 Global Harness의 영향 때문에 Prompt 단독 효과의 귀속은 PARTIAL이라고 설명한다. 실행 결과 수치로 확장하지 않는다.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“테스트 명령을 알려주는 것과, 이 여러 단계를 유지하는 것은 어떤 책임 차이가 있을까요?”</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production/preview/act3/S50.png와 production/preview/full/S50.png다.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Project 사실과 작업 절차는 다르다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명령과 작업 절차의 책임을 나눈다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 안내에는 테스트 명령과 검증 규칙도 들어갈 수 있다. Workflow 설계는 어떤 시점에 어떤 근거로 판단·중단·비교·보고할지를 재사용하고 유지하는 책임을 다룬다.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 1. (0–1분) S34의 테스트 명령/검증 규칙이 이미 AGENTS.md에 있었음을 회수한다.</a:t>
            </a:r>
          </a:p>
          <a:p xmlns:a="http://schemas.openxmlformats.org/drawingml/2006/main">
            <a:r>
              <a:t>2. (1–3분) 명령의 출발점과 여러 단계에서의 판단·중단·비교·보고 책임을 나눈다. AGENTS.md에도 절차를 쓸 수 있고, 이번 교육에서는 반복 절차를 유지할 단위를 검토한다고 말한다.</a:t>
            </a:r>
          </a:p>
          <a:p xmlns:a="http://schemas.openxmlformats.org/drawingml/2006/main">
            <a:r>
              <a:t>3. (3–4분) 파일 형식의 배타적 분류가 아님을 확인하고 다음 S52의 normalize 한 Task에 세 책임을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FROZEN — 93장 구조·Story·시간·Demo 범위; TEACHING_MODEL; CONCEPTUAL. Context는 사실만이고 절차는 AGENTS.md에 쓰면 안 된다는 이분법을 제거한다. 파일 확장자가 아닌 책임과 유지 단위를 구분하는 교육용 모델이다. 다음 S52에서 normalize Task 하나에 세 책임을 적용한 뒤에만 Skill 후보로 간다.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“저장 위치보다 책임을 먼저 나눠 보겠습니다. normalize 성능 조사 하나에 적용하면 어떻게 될까요?”</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Task, Context, Workflow의 역할</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S51의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53에서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옮길 수 있을까?</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54에서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Skill을 어떻게 발견하고 호출할까?</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절차의 책임이 Prompt에서 Repository로 이동</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답을 담지 않는 Workflow</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측정으로 후보를 고르다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S58에서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Working Harness Success</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S58 및 `production/preview/act3/S58.png`의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이 작업에 Subagent가 필요했을까?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Subagent를 고려할 조건</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무엇이 다시 찾기 어려운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Memory는 재발견 비용으로 판단</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S62 또는 `production/preview/act3/S62.png`다.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Minimum Effective Harness</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64–63에서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S63 또는 `production/preview/act3/S63.png`다.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Harness는 작업 환경 설계다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Repository 밖의 환경도 결과에 영향을 준다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S65 또는 `production/preview/act3/S65.png`의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Engineering Pattern은 C++에도 전이된다</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production/preview/act3/S66.png와 production/preview/full/S66.png다.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필요한 구조부터 질문하기</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S67 또는 `production/preview/act3/S67.png`다.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7daaf0ab436430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f9f1dab1fe9461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049378fa25f4b0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df6a83994449f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25b18f20c3465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1ab55dd05b347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E4804E-EA7E-4E39-915F-987EC9FE1DC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6DD79BD-AD65-4A9C-88D8-3F2C61ACE99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88A838C-725C-4E59-B8B1-D2E45BEFC95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604B97F-8919-430F-90D9-A8BE817EEA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FCC69B1-386F-449A-A9CC-F8B65C49173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B8672E8-94AC-409E-8DF8-44F09C4944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37A7C7C-789D-496D-B9EC-9883F4CBB0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B7110F1-F6B5-42CE-BB57-EE464071E74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2E5B67B-A810-438D-84BC-21E298AF4D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5AF757A-A139-4000-B94E-C4212B32549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cc2e4db40524175" /><Relationship Type="http://schemas.openxmlformats.org/officeDocument/2006/relationships/slideLayout" Target="/ppt/slideLayouts/slideLayout1.xml" Id="R225e966f80074f47" /><Relationship Type="http://schemas.openxmlformats.org/officeDocument/2006/relationships/slideLayout" Target="/ppt/slideLayouts/slideLayout2.xml" Id="R0014adcd09c3438c" /><Relationship Type="http://schemas.openxmlformats.org/officeDocument/2006/relationships/slideLayout" Target="/ppt/slideLayouts/slideLayout3.xml" Id="R733c35a40cad4884" /><Relationship Type="http://schemas.openxmlformats.org/officeDocument/2006/relationships/slideLayout" Target="/ppt/slideLayouts/slideLayout4.xml" Id="R012be328166f4cc6" /><Relationship Type="http://schemas.openxmlformats.org/officeDocument/2006/relationships/slideLayout" Target="/ppt/slideLayouts/slideLayout5.xml" Id="Rbeff9b82f0f64850" /><Relationship Type="http://schemas.openxmlformats.org/officeDocument/2006/relationships/slideLayout" Target="/ppt/slideLayouts/slideLayout6.xml" Id="R10ebdb8dc03547d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5e966f80074f47"/>
    <p:sldLayoutId xmlns:r="http://schemas.openxmlformats.org/officeDocument/2006/relationships" id="2147483650" r:id="R0014adcd09c3438c"/>
    <p:sldLayoutId xmlns:r="http://schemas.openxmlformats.org/officeDocument/2006/relationships" id="2147483651" r:id="R733c35a40cad4884"/>
    <p:sldLayoutId xmlns:r="http://schemas.openxmlformats.org/officeDocument/2006/relationships" id="2147483652" r:id="R012be328166f4cc6"/>
    <p:sldLayoutId xmlns:r="http://schemas.openxmlformats.org/officeDocument/2006/relationships" id="2147483653" r:id="Rbeff9b82f0f64850"/>
    <p:sldLayoutId xmlns:r="http://schemas.openxmlformats.org/officeDocument/2006/relationships" id="2147483654" r:id="R10ebdb8dc03547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d03cfb8001443cc" /><Relationship Type="http://schemas.openxmlformats.org/officeDocument/2006/relationships/image" Target="/ppt/media/image.png" Id="R3ff9e820035043ac" /><Relationship Type="http://schemas.openxmlformats.org/officeDocument/2006/relationships/notesSlide" Target="/ppt/notesSlides/notesSlide1.xml" Id="R80ddbc900e0243f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47c40781d324540" /><Relationship Type="http://schemas.openxmlformats.org/officeDocument/2006/relationships/notesSlide" Target="/ppt/notesSlides/notesSlide2.xml" Id="R11b7fb35a74242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3b80c1506f24946" /><Relationship Type="http://schemas.openxmlformats.org/officeDocument/2006/relationships/notesSlide" Target="/ppt/notesSlides/notesSlide3.xml" Id="R1be5bf0811f3462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8167f3366c7469b" /><Relationship Type="http://schemas.openxmlformats.org/officeDocument/2006/relationships/image" Target="/ppt/media/image2.png" Id="R4abcaa1269e648a1" /><Relationship Type="http://schemas.openxmlformats.org/officeDocument/2006/relationships/notesSlide" Target="/ppt/notesSlides/notesSlide4.xml" Id="R5f2b4f14dd9f46f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302a48554ef4ff6" /><Relationship Type="http://schemas.openxmlformats.org/officeDocument/2006/relationships/notesSlide" Target="/ppt/notesSlides/notesSlide5.xml" Id="R025a7d0f29354cf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a1ca431e8bb430a" /><Relationship Type="http://schemas.openxmlformats.org/officeDocument/2006/relationships/notesSlide" Target="/ppt/notesSlides/notesSlide6.xml" Id="Rcebb0097189f4ab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1fbca21437145a2" /><Relationship Type="http://schemas.openxmlformats.org/officeDocument/2006/relationships/image" Target="/ppt/media/image3.png" Id="R4c48a4d6e09c47e6" /><Relationship Type="http://schemas.openxmlformats.org/officeDocument/2006/relationships/notesSlide" Target="/ppt/notesSlides/notesSlide7.xml" Id="R7ec9b3ca0d604f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9e401a8568140d5" /><Relationship Type="http://schemas.openxmlformats.org/officeDocument/2006/relationships/notesSlide" Target="/ppt/notesSlides/notesSlide8.xml" Id="R05517e10ec1b49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50bd77262c749ae" /><Relationship Type="http://schemas.openxmlformats.org/officeDocument/2006/relationships/image" Target="/ppt/media/image4.png" Id="R126ef1866e3c4ef5" /><Relationship Type="http://schemas.openxmlformats.org/officeDocument/2006/relationships/image" Target="/ppt/media/image5.png" Id="Rad6e86587e94455b" /><Relationship Type="http://schemas.openxmlformats.org/officeDocument/2006/relationships/image" Target="/ppt/media/image6.png" Id="Rd7c4d9cc683c4e8b" /><Relationship Type="http://schemas.openxmlformats.org/officeDocument/2006/relationships/notesSlide" Target="/ppt/notesSlides/notesSlide9.xml" Id="R221aed836079494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60ba47e68a54876" /><Relationship Type="http://schemas.openxmlformats.org/officeDocument/2006/relationships/notesSlide" Target="/ppt/notesSlides/notesSlide10.xml" Id="R230e182459ed490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fbcefa7ef994122" /><Relationship Type="http://schemas.openxmlformats.org/officeDocument/2006/relationships/image" Target="/ppt/media/image7.png" Id="Rfb28b8998ed849b4" /><Relationship Type="http://schemas.openxmlformats.org/officeDocument/2006/relationships/image" Target="/ppt/media/image8.png" Id="R4839f3bb073a4eb6" /><Relationship Type="http://schemas.openxmlformats.org/officeDocument/2006/relationships/image" Target="/ppt/media/image9.png" Id="R3ce7fb46dc5149ee" /><Relationship Type="http://schemas.openxmlformats.org/officeDocument/2006/relationships/notesSlide" Target="/ppt/notesSlides/notesSlide11.xml" Id="R94eae8443164443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768e0bc93f54d00" /><Relationship Type="http://schemas.openxmlformats.org/officeDocument/2006/relationships/image" Target="/ppt/media/image10.png" Id="Rafcca9723e144d92" /><Relationship Type="http://schemas.openxmlformats.org/officeDocument/2006/relationships/notesSlide" Target="/ppt/notesSlides/notesSlide12.xml" Id="R63628a3d5385445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3f3de1f9538474c" /><Relationship Type="http://schemas.openxmlformats.org/officeDocument/2006/relationships/image" Target="/ppt/media/image11.png" Id="R84ed2058b0ee4207" /><Relationship Type="http://schemas.openxmlformats.org/officeDocument/2006/relationships/notesSlide" Target="/ppt/notesSlides/notesSlide13.xml" Id="R27300da83317494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69fd642888f477a" /><Relationship Type="http://schemas.openxmlformats.org/officeDocument/2006/relationships/notesSlide" Target="/ppt/notesSlides/notesSlide14.xml" Id="R929179cae59146b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ed4f079fdbb416f" /><Relationship Type="http://schemas.openxmlformats.org/officeDocument/2006/relationships/notesSlide" Target="/ppt/notesSlides/notesSlide15.xml" Id="R5e25166deeec470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52af28f0e754b52" /><Relationship Type="http://schemas.openxmlformats.org/officeDocument/2006/relationships/notesSlide" Target="/ppt/notesSlides/notesSlide16.xml" Id="R8c521dd1f7bf423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884ba12fd864f8e" /><Relationship Type="http://schemas.openxmlformats.org/officeDocument/2006/relationships/notesSlide" Target="/ppt/notesSlides/notesSlide17.xml" Id="Re9cb04e6d75946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17f0d85a2c240b1" /><Relationship Type="http://schemas.openxmlformats.org/officeDocument/2006/relationships/notesSlide" Target="/ppt/notesSlides/notesSlide18.xml" Id="R4f97edfb9fc14c5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668012381f14b55" /><Relationship Type="http://schemas.openxmlformats.org/officeDocument/2006/relationships/notesSlide" Target="/ppt/notesSlides/notesSlide19.xml" Id="R3488cd98cac143e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84595e4a6c94806" /><Relationship Type="http://schemas.openxmlformats.org/officeDocument/2006/relationships/notesSlide" Target="/ppt/notesSlides/notesSlide20.xml" Id="Rc2242911e52f427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55896848a0f4212" /><Relationship Type="http://schemas.openxmlformats.org/officeDocument/2006/relationships/notesSlide" Target="/ppt/notesSlides/notesSlide21.xml" Id="Radea0c4419df46f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cc2e21e276c495a" /><Relationship Type="http://schemas.openxmlformats.org/officeDocument/2006/relationships/notesSlide" Target="/ppt/notesSlides/notesSlide22.xml" Id="Rccadf1f700fb4d5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5cb736dc95840fa" /><Relationship Type="http://schemas.openxmlformats.org/officeDocument/2006/relationships/notesSlide" Target="/ppt/notesSlides/notesSlide23.xml" Id="Re19b066feee54de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7eb08b272cb4d32" /><Relationship Type="http://schemas.openxmlformats.org/officeDocument/2006/relationships/notesSlide" Target="/ppt/notesSlides/notesSlide24.xml" Id="R1ec2c8016dc444c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6c81fcadc234193" /><Relationship Type="http://schemas.openxmlformats.org/officeDocument/2006/relationships/notesSlide" Target="/ppt/notesSlides/notesSlide25.xml" Id="R8c0cd5be5f4f490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f5cdda83e7a4931" /><Relationship Type="http://schemas.openxmlformats.org/officeDocument/2006/relationships/notesSlide" Target="/ppt/notesSlides/notesSlide26.xml" Id="Ree201a25e6484e2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8181f66d399414f" /><Relationship Type="http://schemas.openxmlformats.org/officeDocument/2006/relationships/notesSlide" Target="/ppt/notesSlides/notesSlide27.xml" Id="R8484a61b5c0d43b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9ae15ca6af34eaf" /><Relationship Type="http://schemas.openxmlformats.org/officeDocument/2006/relationships/notesSlide" Target="/ppt/notesSlides/notesSlide28.xml" Id="Rff9204904f9c479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0a6c4effb3d40a6" /><Relationship Type="http://schemas.openxmlformats.org/officeDocument/2006/relationships/notesSlide" Target="/ppt/notesSlides/notesSlide29.xml" Id="R1af3e49846e04fd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3add2d5e57946a3" /><Relationship Type="http://schemas.openxmlformats.org/officeDocument/2006/relationships/notesSlide" Target="/ppt/notesSlides/notesSlide30.xml" Id="R5d8483aa594b49d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853e0d51b2c460e" /><Relationship Type="http://schemas.openxmlformats.org/officeDocument/2006/relationships/notesSlide" Target="/ppt/notesSlides/notesSlide31.xml" Id="Red595cbb326941f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6491f8e6cb04861" /><Relationship Type="http://schemas.openxmlformats.org/officeDocument/2006/relationships/notesSlide" Target="/ppt/notesSlides/notesSlide32.xml" Id="R2ba2e799b81c442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304323c89cc4322" /><Relationship Type="http://schemas.openxmlformats.org/officeDocument/2006/relationships/notesSlide" Target="/ppt/notesSlides/notesSlide33.xml" Id="R3ed6f97e89fe4c8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bf94f88c7d449c1" /><Relationship Type="http://schemas.openxmlformats.org/officeDocument/2006/relationships/notesSlide" Target="/ppt/notesSlides/notesSlide34.xml" Id="R1fd1605dbcc5412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9dc305799f94f75" /><Relationship Type="http://schemas.openxmlformats.org/officeDocument/2006/relationships/image" Target="/ppt/media/image12.png" Id="R7717ce5b27a34f00" /><Relationship Type="http://schemas.openxmlformats.org/officeDocument/2006/relationships/image" Target="/ppt/media/image13.png" Id="R4ffbdd63c96c4c82" /><Relationship Type="http://schemas.openxmlformats.org/officeDocument/2006/relationships/notesSlide" Target="/ppt/notesSlides/notesSlide35.xml" Id="Re681e0c69a1c438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d78562f5d0f4f1d" /><Relationship Type="http://schemas.openxmlformats.org/officeDocument/2006/relationships/image" Target="/ppt/media/image14.png" Id="R0168cc6373df48f7" /><Relationship Type="http://schemas.openxmlformats.org/officeDocument/2006/relationships/notesSlide" Target="/ppt/notesSlides/notesSlide36.xml" Id="R6d934afe4e91491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8d70a668a984aad" /><Relationship Type="http://schemas.openxmlformats.org/officeDocument/2006/relationships/notesSlide" Target="/ppt/notesSlides/notesSlide37.xml" Id="R03f080772f6a4a4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6421476085a4bfd" /><Relationship Type="http://schemas.openxmlformats.org/officeDocument/2006/relationships/notesSlide" Target="/ppt/notesSlides/notesSlide38.xml" Id="Rab21eb802557491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fda709340024e2b" /><Relationship Type="http://schemas.openxmlformats.org/officeDocument/2006/relationships/notesSlide" Target="/ppt/notesSlides/notesSlide39.xml" Id="R6b39fefec4e3494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0a82c34e6dc4dd7" /><Relationship Type="http://schemas.openxmlformats.org/officeDocument/2006/relationships/notesSlide" Target="/ppt/notesSlides/notesSlide40.xml" Id="R7bbdc91dfdb8435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a9ca23fc7d3346fe" /><Relationship Type="http://schemas.openxmlformats.org/officeDocument/2006/relationships/notesSlide" Target="/ppt/notesSlides/notesSlide41.xml" Id="Rce9eb452539b48a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3fcb806325544593" /><Relationship Type="http://schemas.openxmlformats.org/officeDocument/2006/relationships/notesSlide" Target="/ppt/notesSlides/notesSlide42.xml" Id="R0a2dac87f0d440a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8c12e0027ad4bf4" /><Relationship Type="http://schemas.openxmlformats.org/officeDocument/2006/relationships/notesSlide" Target="/ppt/notesSlides/notesSlide43.xml" Id="R981ae746035c4ba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46a901345cba44ad" /><Relationship Type="http://schemas.openxmlformats.org/officeDocument/2006/relationships/notesSlide" Target="/ppt/notesSlides/notesSlide44.xml" Id="R8092c94e4c484d2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0b8b6072108649d5" /><Relationship Type="http://schemas.openxmlformats.org/officeDocument/2006/relationships/notesSlide" Target="/ppt/notesSlides/notesSlide45.xml" Id="R023764eb0df04db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623b0f5353a4aaf" /><Relationship Type="http://schemas.openxmlformats.org/officeDocument/2006/relationships/notesSlide" Target="/ppt/notesSlides/notesSlide46.xml" Id="R2df73d114787462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4023cd90eb924d7b" /><Relationship Type="http://schemas.openxmlformats.org/officeDocument/2006/relationships/notesSlide" Target="/ppt/notesSlides/notesSlide47.xml" Id="R638170ff0767489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2ab6b4b447924cba" /><Relationship Type="http://schemas.openxmlformats.org/officeDocument/2006/relationships/notesSlide" Target="/ppt/notesSlides/notesSlide48.xml" Id="R2939444914584d9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4090127f861249d3" /><Relationship Type="http://schemas.openxmlformats.org/officeDocument/2006/relationships/notesSlide" Target="/ppt/notesSlides/notesSlide49.xml" Id="Rdc75f6645a334ec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070cc554fbc242a8" /><Relationship Type="http://schemas.openxmlformats.org/officeDocument/2006/relationships/image" Target="/ppt/media/image15.png" Id="Rc5ef58d10f714d16" /><Relationship Type="http://schemas.openxmlformats.org/officeDocument/2006/relationships/image" Target="/ppt/media/image16.png" Id="R5e669b38552746b0" /><Relationship Type="http://schemas.openxmlformats.org/officeDocument/2006/relationships/notesSlide" Target="/ppt/notesSlides/notesSlide50.xml" Id="Rb05f750bd250491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b48d981356264374" /><Relationship Type="http://schemas.openxmlformats.org/officeDocument/2006/relationships/notesSlide" Target="/ppt/notesSlides/notesSlide51.xml" Id="R1f75d2a927ea41d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e07d12f2d0844b93" /><Relationship Type="http://schemas.openxmlformats.org/officeDocument/2006/relationships/notesSlide" Target="/ppt/notesSlides/notesSlide52.xml" Id="R8e062aae77864f51"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6868cd91dbd34f35" /><Relationship Type="http://schemas.openxmlformats.org/officeDocument/2006/relationships/notesSlide" Target="/ppt/notesSlides/notesSlide53.xml" Id="R232a14ab591343f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84e243962484b40" /><Relationship Type="http://schemas.openxmlformats.org/officeDocument/2006/relationships/notesSlide" Target="/ppt/notesSlides/notesSlide54.xml" Id="R278e7a295d844ba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2f5df9d7dae64bc6" /><Relationship Type="http://schemas.openxmlformats.org/officeDocument/2006/relationships/notesSlide" Target="/ppt/notesSlides/notesSlide55.xml" Id="R023794dd34ae461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884b18de436b4a76" /><Relationship Type="http://schemas.openxmlformats.org/officeDocument/2006/relationships/notesSlide" Target="/ppt/notesSlides/notesSlide56.xml" Id="Rcd04cd14e7854c5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68344d882b6f4b1f" /><Relationship Type="http://schemas.openxmlformats.org/officeDocument/2006/relationships/notesSlide" Target="/ppt/notesSlides/notesSlide57.xml" Id="R5b3d1e51f0654ce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298102468a104bcf" /><Relationship Type="http://schemas.openxmlformats.org/officeDocument/2006/relationships/chart" Target="/ppt/slides/charts/chart1.xml" Id="Rf7d7e728393444a2" /><Relationship Type="http://schemas.openxmlformats.org/officeDocument/2006/relationships/notesSlide" Target="/ppt/notesSlides/notesSlide58.xml" Id="R9aaa05aa52ac45c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609e51207fc641a6" /><Relationship Type="http://schemas.openxmlformats.org/officeDocument/2006/relationships/notesSlide" Target="/ppt/notesSlides/notesSlide59.xml" Id="Raf375993f2c04864"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e53f69e509a04116" /><Relationship Type="http://schemas.openxmlformats.org/officeDocument/2006/relationships/notesSlide" Target="/ppt/notesSlides/notesSlide60.xml" Id="R09e1397c0fb2456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6e4f4fc296834263" /><Relationship Type="http://schemas.openxmlformats.org/officeDocument/2006/relationships/notesSlide" Target="/ppt/notesSlides/notesSlide61.xml" Id="R352923119c1143d8"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8040f851ccd74e3a" /><Relationship Type="http://schemas.openxmlformats.org/officeDocument/2006/relationships/notesSlide" Target="/ppt/notesSlides/notesSlide62.xml" Id="R90568b6e5b3e4ae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6d2334c3ce244602" /><Relationship Type="http://schemas.openxmlformats.org/officeDocument/2006/relationships/notesSlide" Target="/ppt/notesSlides/notesSlide63.xml" Id="R5ac9c3c2551e498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85edb0777440405f" /><Relationship Type="http://schemas.openxmlformats.org/officeDocument/2006/relationships/notesSlide" Target="/ppt/notesSlides/notesSlide64.xml" Id="R14096aa0a7624a1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baee244e57c94a6f" /><Relationship Type="http://schemas.openxmlformats.org/officeDocument/2006/relationships/notesSlide" Target="/ppt/notesSlides/notesSlide65.xml" Id="R540a30993f4c42c6"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963e90cba97e41b0" /><Relationship Type="http://schemas.openxmlformats.org/officeDocument/2006/relationships/image" Target="/ppt/media/image17.png" Id="R901aa65ca7954e16" /><Relationship Type="http://schemas.openxmlformats.org/officeDocument/2006/relationships/notesSlide" Target="/ppt/notesSlides/notesSlide66.xml" Id="Rd4a2fe5236c34952"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de0bf670aa004326" /><Relationship Type="http://schemas.openxmlformats.org/officeDocument/2006/relationships/notesSlide" Target="/ppt/notesSlides/notesSlide67.xml" Id="R174ad180a87e491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6b28d4a3fbf6408b" /><Relationship Type="http://schemas.openxmlformats.org/officeDocument/2006/relationships/notesSlide" Target="/ppt/notesSlides/notesSlide68.xml" Id="Rb800cd00a5764cef"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4ae8fc6ce4a14b7d" /><Relationship Type="http://schemas.openxmlformats.org/officeDocument/2006/relationships/notesSlide" Target="/ppt/notesSlides/notesSlide69.xml" Id="R028423b258504165"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006f19c74e8c45f0" /><Relationship Type="http://schemas.openxmlformats.org/officeDocument/2006/relationships/notesSlide" Target="/ppt/notesSlides/notesSlide70.xml" Id="R239397e486744d8b"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b5f8dacbcfc34945" /><Relationship Type="http://schemas.openxmlformats.org/officeDocument/2006/relationships/notesSlide" Target="/ppt/notesSlides/notesSlide71.xml" Id="Rcbcb4280ba954223"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330845cc39024ff3" /><Relationship Type="http://schemas.openxmlformats.org/officeDocument/2006/relationships/notesSlide" Target="/ppt/notesSlides/notesSlide72.xml" Id="Rd64b54a074fb43ae"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0a542ff707cc44a6" /><Relationship Type="http://schemas.openxmlformats.org/officeDocument/2006/relationships/notesSlide" Target="/ppt/notesSlides/notesSlide73.xml" Id="Ref87901b4b81472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dd427707f6754619" /><Relationship Type="http://schemas.openxmlformats.org/officeDocument/2006/relationships/notesSlide" Target="/ppt/notesSlides/notesSlide74.xml" Id="R35a3ecc86abe40e2"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2307e42712f1451d" /><Relationship Type="http://schemas.openxmlformats.org/officeDocument/2006/relationships/notesSlide" Target="/ppt/notesSlides/notesSlide75.xml" Id="Rf6632c007e784a66"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817809df11104918" /><Relationship Type="http://schemas.openxmlformats.org/officeDocument/2006/relationships/notesSlide" Target="/ppt/notesSlides/notesSlide76.xml" Id="R8e83649da7884ca7"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fedbf86cfb0b4858" /><Relationship Type="http://schemas.openxmlformats.org/officeDocument/2006/relationships/notesSlide" Target="/ppt/notesSlides/notesSlide77.xml" Id="Raa0231716c044554"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46f643ff93534f74" /><Relationship Type="http://schemas.openxmlformats.org/officeDocument/2006/relationships/notesSlide" Target="/ppt/notesSlides/notesSlide78.xml" Id="R443d395095b641ed"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8ee801e326ab420c" /><Relationship Type="http://schemas.openxmlformats.org/officeDocument/2006/relationships/notesSlide" Target="/ppt/notesSlides/notesSlide79.xml" Id="Rece766a5451a436b"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409f10609cfc422a" /><Relationship Type="http://schemas.openxmlformats.org/officeDocument/2006/relationships/notesSlide" Target="/ppt/notesSlides/notesSlide80.xml" Id="R66a91cd7a9b643a2"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94d2ad19e64d41b0" /><Relationship Type="http://schemas.openxmlformats.org/officeDocument/2006/relationships/notesSlide" Target="/ppt/notesSlides/notesSlide81.xml" Id="R06077dd48c7f4f3c"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74146db6675f47e0" /><Relationship Type="http://schemas.openxmlformats.org/officeDocument/2006/relationships/notesSlide" Target="/ppt/notesSlides/notesSlide82.xml" Id="R050b076369874854"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c2ebf81cfe6943b2" /><Relationship Type="http://schemas.openxmlformats.org/officeDocument/2006/relationships/notesSlide" Target="/ppt/notesSlides/notesSlide83.xml" Id="R3630dd8778a64b54"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366b74858b294d8f" /><Relationship Type="http://schemas.openxmlformats.org/officeDocument/2006/relationships/notesSlide" Target="/ppt/notesSlides/notesSlide84.xml" Id="R2eed5cf4f1b04e5a"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931d9fc81edb4974" /><Relationship Type="http://schemas.openxmlformats.org/officeDocument/2006/relationships/image" Target="/ppt/media/image18.png" Id="Re75ee13ecb794e6d" /><Relationship Type="http://schemas.openxmlformats.org/officeDocument/2006/relationships/notesSlide" Target="/ppt/notesSlides/notesSlide85.xml" Id="R575a424bdf134613"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a4d353db5445412b" /><Relationship Type="http://schemas.openxmlformats.org/officeDocument/2006/relationships/notesSlide" Target="/ppt/notesSlides/notesSlide86.xml" Id="Reaf7666b8e9f4b5e"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26200eb574b74bce" /><Relationship Type="http://schemas.openxmlformats.org/officeDocument/2006/relationships/image" Target="/ppt/media/image19.png" Id="R9dd2f2fe3d5447ba" /><Relationship Type="http://schemas.openxmlformats.org/officeDocument/2006/relationships/image" Target="/ppt/media/image20.png" Id="Rdb3ba63ea1684982" /><Relationship Type="http://schemas.openxmlformats.org/officeDocument/2006/relationships/image" Target="/ppt/media/image21.png" Id="R64e5ac05f2504ffc" /><Relationship Type="http://schemas.openxmlformats.org/officeDocument/2006/relationships/notesSlide" Target="/ppt/notesSlides/notesSlide87.xml" Id="R6a9f333d8bdc446c"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6db795e20edd4dd8" /><Relationship Type="http://schemas.openxmlformats.org/officeDocument/2006/relationships/notesSlide" Target="/ppt/notesSlides/notesSlide88.xml" Id="Rbef77fe25d254b3a"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b17fbd454c0b43e7" /><Relationship Type="http://schemas.openxmlformats.org/officeDocument/2006/relationships/notesSlide" Target="/ppt/notesSlides/notesSlide89.xml" Id="Re528cea4a5804914"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80f477e0d43840c4" /><Relationship Type="http://schemas.openxmlformats.org/officeDocument/2006/relationships/notesSlide" Target="/ppt/notesSlides/notesSlide90.xml" Id="Ra9bb4256a6454340"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b84d100c4cf94b70" /><Relationship Type="http://schemas.openxmlformats.org/officeDocument/2006/relationships/notesSlide" Target="/ppt/notesSlides/notesSlide91.xml" Id="Rb7ffe3ff60404818"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39004df4f5d940e1" /><Relationship Type="http://schemas.openxmlformats.org/officeDocument/2006/relationships/notesSlide" Target="/ppt/notesSlides/notesSlide92.xml" Id="Rc472f19dbd6949c8"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57c3db6a917d4e52" /><Relationship Type="http://schemas.openxmlformats.org/officeDocument/2006/relationships/notesSlide" Target="/ppt/notesSlides/notesSlide93.xml" Id="R30e65a3940634ff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EB32A117-ACC6-4655-90E4-8FE7373D50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CFDC9663-32E0-4E3E-803C-D662256DDE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45A4AEE4-0B9F-4C03-9522-3265FA1E52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4EA38165-1E47-4246-B09E-1A9CD572A0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12CF38BD-00A9-41BA-B9C9-97D17F3616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1F0C6FB2-A34B-46A9-8E39-2CF52D52CA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0142FDB3-8316-45F7-8A6A-7A2BE56FDF56}"/>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64A5CDCC-6A8E-4847-B681-2570EBB61C58}"/>
              </a:ext>
            </a:extLst>
          </p:cNvPr>
          <p:cNvPicPr>
            <a:picLocks xmlns:a="http://schemas.openxmlformats.org/drawingml/2006/main" noChangeAspect="1"/>
          </p:cNvPicPr>
          <p:nvPr/>
        </p:nvPicPr>
        <p:blipFill>
          <a:blip xmlns:r="http://schemas.openxmlformats.org/officeDocument/2006/relationships" xmlns:a="http://schemas.openxmlformats.org/drawingml/2006/main" r:embed="R3ff9e820035043ac"/>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76F18CE4-0694-4C47-945D-767C2DF31848}"/>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7FF12853-C88B-42AA-B31F-8F37D446C59E}"/>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225F4A52-FC86-4CF5-ACB6-0D574F5CDE3C}"/>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94271A60-3797-44DF-9378-C063468C4F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2858839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C6BA9E7-B7B3-4D78-B54D-186905633F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99495C49-238E-4EE5-A925-1EB5D443D9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D92789F3-A5E0-4029-8EBB-7AE2300C32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8687B1DE-0883-4E66-A4FE-5A74643B3B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6AF00F1C-308D-4ED0-9F41-FA524133C0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9E63DBA6-0950-4359-95D9-A3D12B8133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F1B3032D-8ACB-41D3-82C3-ED53ED412D9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B113A61B-848B-41DF-BDBA-8EE6A73808F6}"/>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5DCA817B-1FD1-406B-8DFB-34E7B2442C9F}"/>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C5A13AB7-C793-4CC6-AEDF-D24E89637CC5}"/>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236C37C-587B-47E6-B334-78A7D161971A}"/>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BED3D773-E2F0-4971-9060-3E26C9EA9A7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2F134F85-0894-4C8B-AF57-4D2F58B1A82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05F187E7-A844-4B9E-B445-4B913F48006C}"/>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8908ADA5-3034-4695-B9E2-CF2377A37DA7}"/>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94242AB9-EE0E-4A95-B96A-B9D6DB5E4018}"/>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639D0FF2-4041-47D3-9265-9D6D15C5CE6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35B83869-C62B-4C8B-8C72-E7F41DF37E69}"/>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FBF2D012-20C8-4FBF-8D30-029458F13E57}"/>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8DBA1817-D7C5-42EC-AA31-218E2AA3EDFA}"/>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128BCA9-8EAB-4776-B12C-D043ED438817}"/>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0DDA2968-975D-4500-BB8F-0513A978586D}"/>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E81F9DBD-98AD-416D-A7E4-F530F2DEFB2D}"/>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984A3C02-1F26-4896-B66F-EA709D1FB026}"/>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50E717A-88C8-47B0-9D51-4A9422D8D0EC}"/>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99CE709B-36E7-4572-8F78-AC45774CDE94}"/>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EC9BD5F9-C148-46C3-985E-2FD3D3751971}"/>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70B6D9FD-922E-4897-954B-8A54EBF60133}"/>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45823105-21B5-41A5-9089-AA9F34B0C969}"/>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1059AA-1892-4FCC-97EE-A10A257D09D7}"/>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1F9CE6F2-5CD4-4401-A03D-A71B969B1BE0}"/>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C8AAD69F-700A-4414-8249-CF2C4FA16313}"/>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B84F245-4096-4F56-9063-DC14F00CFDF4}"/>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56C7DAC-428C-4085-9DE3-0AA070BF5A97}"/>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D950A757-ED0E-4F29-A593-F50B51D00C43}"/>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7F899FB-3A0B-4214-A0BB-493A8A70D042}"/>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AA9545B-3E13-4B6D-AE30-E34670616D12}"/>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43C9591A-952E-4EE8-8D1F-A44ACE87F9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3923178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91EDB947-C041-4F8D-BDD0-AC0135316B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10275123-F5F9-49AC-8170-A43BC804FC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C07ADBFA-D1E5-49E0-ADE5-CB38338A42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605C4414-D612-4BDF-ACDB-437C3FEAFE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296BE1C3-B764-421B-8EFE-D2C52496C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A3861132-4818-4ECF-9244-D767968FA3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F334466C-A805-45F0-BCF3-76240CCC904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EF8A577-1820-401E-BB5A-1F4A4AFC48E4}"/>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AA01325F-6DC4-4EA3-BB88-C59998FAA0C8}"/>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1D2627A-79EE-43B0-B0C4-2E662F38B3E1}"/>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5271F032-F6BA-47A0-A2CC-A450FC5B8C2C}"/>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94C80661-E48A-4A96-97C1-7438888CBA5E}"/>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059EE404-86E1-43CE-8E92-F81093E9D71C}"/>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6148880-0B21-47EC-AF32-5260A5A3E4B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CF5B703B-126C-442E-A9E7-3318E75EDEEB}"/>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FDEB7A4-A222-434D-9411-94FF782AD978}"/>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333BDAF4-0D45-41BB-A371-7ACA260AAE2F}"/>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0F07590F-5974-4251-8148-BE4BEB94A739}"/>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D09E202-7F6B-46E5-BCFC-1948A632469D}"/>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814FCBC1-132E-4C1B-A204-3B80CC0F907B}"/>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DAF7ABB0-59AF-4D7E-B34A-AA1DB8E546E3}"/>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B9F77351-9660-4C2C-A766-5DE559123392}"/>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A18B436-D8D5-458A-856B-9F63AB85E58B}"/>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3E8CA02-FD29-4C92-A005-F8E4047D4A2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D2BE6B9E-C233-498F-95A6-44FD2E242805}"/>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6583E1EA-C4F1-49DB-B22A-925E8A40D25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A1114DDC-E5E9-4B63-8E75-95E2DF0ADF63}"/>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6450C551-DCFA-443D-96DE-EA65DF766532}"/>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A08058B-B745-41A1-8FB1-CD117F0841D4}"/>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FCDF5661-353E-4611-BE38-39E436C73207}"/>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59CF895D-9ED4-4634-B974-CEA80557BE82}"/>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E5E5588E-E6F0-4629-BF6A-737E09A81FAE}"/>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BFF802DB-7225-4F35-894B-6909F4DFA4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85814924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7FCD5509-16F8-410A-942A-4A53015D17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C99A852D-7E0D-412E-8F1C-0277A48F3D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411C6DA6-5B69-4124-B45D-FCEB0AFEF8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459186B5-EE12-4FD5-B186-52BD52B543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8C391B12-32EB-4CC9-9385-426FD4094E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48178BD5-19AD-4F9B-87FD-43226044D7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6E4C3179-0902-40CE-BEF7-614ADEBF3344}"/>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0AC65B3F-807F-4192-BF43-C178464D841A}"/>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CC89F715-F19B-457F-8611-3E3DF2970362}"/>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B9B4A2-861D-4554-8FB1-86F9746ECCA2}"/>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86AD504-7AA8-4B5F-8677-0DF04D925D70}"/>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674C2B48-115E-4882-AD26-33552A0191FB}"/>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FA560508-0314-4552-A0F0-A7F1454B1682}"/>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817F19A5-C71C-449D-BB68-23D6FF5CF9E4}"/>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B8FDCB4-655C-464A-8333-B2433CCA7EF1}"/>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87D276A-DF33-4187-B298-7149CCF361C2}"/>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6335D388-0A02-48D2-B75B-B48DBC58C690}"/>
              </a:ext>
            </a:extLst>
          </p:cNvPr>
          <p:cNvPicPr>
            <a:picLocks xmlns:a="http://schemas.openxmlformats.org/drawingml/2006/main" noChangeAspect="1"/>
          </p:cNvPicPr>
          <p:nvPr/>
        </p:nvPicPr>
        <p:blipFill>
          <a:blip xmlns:r="http://schemas.openxmlformats.org/officeDocument/2006/relationships" xmlns:a="http://schemas.openxmlformats.org/drawingml/2006/main" r:embed="R4abcaa1269e648a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2E78354D-FCEE-493C-9459-A4D6905CB1F7}"/>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E6EE863F-D9CC-455A-A2C9-A694BF4018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088497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8472FD43-407A-4BEE-8B0D-A296A53217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D17DEFFC-69E1-4EE8-8485-EE5B367B9B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61E0E635-EC1F-4C29-9DE9-764D5C1953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139C7390-876F-42D6-A411-2C8478FD63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DADB28E1-1920-43AA-8E4A-E041A78805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99D9A428-B2B0-4BC1-8923-DBDFEB48B6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4593853F-27B2-4D9F-92DE-7C6770FD7774}"/>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0EB6C5C2-F966-4DFA-ABCE-911782536BF9}"/>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849FA439-723A-44BC-A634-3C550D74CC73}"/>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E9554424-4F95-46D7-A6E9-0467889EB821}"/>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6807FD68-44E0-4799-9C83-B8C91016047A}"/>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56C68D13-49A4-44BD-8908-BA40407E9324}"/>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FBC60971-D3AE-416A-A2A4-A66D12A95F29}"/>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BE2FD389-A0B9-4BB8-8947-333D904790DB}"/>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BB0CF6CD-E081-41CF-83AE-2677B607D570}"/>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9FB546DE-4AE1-4080-9FED-816D1DB88DFC}"/>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49B056CA-117D-4E58-A52E-4988B294BBDF}"/>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55D3F78C-4895-41D7-A936-680D0A69837F}"/>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713B6EBC-5E92-464B-87D9-042B6B0165B1}"/>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6D1A6F83-C300-4766-A198-7268DEC8C113}"/>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CAC23B87-CB78-4E00-B557-48E0314EF2A3}"/>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AB0BDDBA-3AF5-4EFC-B362-5F4481C879DF}"/>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D9BDEB80-8785-42C6-BB85-8D218BD2E069}"/>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C69B1AAB-924B-4ACE-AE6D-CABF99F06E10}"/>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4A540CFC-0E91-4AF1-9477-05CA2DFA4A5E}"/>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C612D11B-2AF4-4535-90D1-738CBCEE5200}"/>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0336CE11-9203-4226-A46F-67A1FF74FBC6}"/>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713668AD-50CF-4316-8E45-82B1FC601314}"/>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44E92C94-A5A8-4476-8F9E-CDB730133AC3}"/>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0C09E9F7-91A7-4AAA-80DB-DB42E4FFE68A}"/>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4626607B-28DB-4551-9B2D-1185E6154054}"/>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9F901211-0984-4A05-B5D2-B3B1A6F6F7C2}"/>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33F6D8B6-B4BB-4598-9334-454C31708D50}"/>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4CC024B0-4DB4-4FC8-9B8C-3A76D60B8099}"/>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C1B1B4D4-FFEE-41BE-BF9D-A9297C963C1E}"/>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3DF0D9CB-F02D-43D6-ABFD-47F2DE4CF23B}"/>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422120F5-E7BD-408F-91B0-0FAA59DF3A85}"/>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C6986DE8-643A-4B19-BA1A-00C0FBDA31F8}"/>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56C134CD-3718-4CE7-B244-CF8BEC3655C5}"/>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98B8BE75-0F46-4A30-A01A-01CF7F72ACD7}"/>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4115AADF-C508-4BF8-8738-2E813714CF59}"/>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0651F373-90C1-4361-976A-4817576080F6}"/>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2F2427C6-4070-4D58-8B26-17F53002C74B}"/>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24465EBB-4AE4-405B-98AA-9C1A3148667D}"/>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5DFBCC75-2088-4CDE-B39F-9FB8439265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6219186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F44A6778-4EBE-4EBD-9F0A-3B60D04ABE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76C11E93-9C45-44E4-B983-AD7E5F9F28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8B641565-35E1-43DA-8D6D-ABD0CD535E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71B9FC50-E214-4EFE-80A1-69DCE37056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2134629A-C335-4B9B-8785-34690078C9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3C47BF5E-FEE3-44AF-B0B3-04A07ADCF6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9CD62C46-C34C-4D70-A451-BF4664D24CD9}"/>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5E99D198-C91A-43AC-B573-6FD6CD756884}"/>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212FFFCC-3FB7-4F01-A61A-5A0B42CA00C9}"/>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1FEEC77C-D32F-41BA-9BFE-3F5BD1C1CA9D}"/>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F1D0D66C-17AB-4ECB-8FA1-1526B1255AFC}"/>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587F71E1-CDBE-479D-BE07-A25DA5C88280}"/>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AFEDD133-EF0C-4BA4-98B3-E1A98F3B973A}"/>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38363DB2-83A8-4070-B17A-20D20B85C3BF}"/>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38ED539D-F6D0-468D-A44D-0CD2C9F3FACE}"/>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2BF78220-CC03-4A7A-9FA5-36A3F4FC0EC8}"/>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CCB278D1-142A-4F7A-824C-7905567FDF23}"/>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A95987F4-2409-4A85-ABC2-D4A031BD320B}"/>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24E0FD23-3F65-434C-AAFD-F5C949255BD0}"/>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474E47FA-D83C-472B-8199-FA2744F5E8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212878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756301C3-E41F-47AA-BB89-C568A456E7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E9A66726-E7E8-478E-A970-557A01AF3D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6B9AE10F-FA52-4239-A7A6-4293384021E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D320FBE7-02B6-4544-9964-986C22422C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DDB9EB7A-FB83-4814-9793-9A4115BEA4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D93E7EC2-C48D-4DE8-A59C-835F838B85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881BC02F-D56B-4A89-A328-07FE64006937}"/>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9CF2145D-155A-490C-9499-059492EB01DC}"/>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0B0A6292-0BB8-4339-9C8E-3329A3F76F45}"/>
              </a:ext>
            </a:extLst>
          </p:cNvPr>
          <p:cNvPicPr>
            <a:picLocks xmlns:a="http://schemas.openxmlformats.org/drawingml/2006/main" noChangeAspect="1"/>
          </p:cNvPicPr>
          <p:nvPr/>
        </p:nvPicPr>
        <p:blipFill>
          <a:blip xmlns:r="http://schemas.openxmlformats.org/officeDocument/2006/relationships" xmlns:a="http://schemas.openxmlformats.org/drawingml/2006/main" r:embed="R4c48a4d6e09c47e6"/>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1FC7763F-A761-494C-A8AA-A8F2BAC75CBC}"/>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CB301CCC-4E4E-4D0C-8C68-6FE80E89BF36}"/>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C9D420EC-1B59-4B60-8126-3AEBCDA4E1FD}"/>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12D27CED-26EF-403D-BA9A-E46227784F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6811285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D800ABF1-CF80-4E0C-80CF-6B87ED85AE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C7A35DA8-3BC3-459C-AA10-4DBDE05EB7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A098DEC2-7908-462D-A82C-2076D6BCD5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0EBB32B9-4588-4ACD-B8D4-37CF80CEBE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3067F612-B75D-4AFC-859A-E168608114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7B2C30FC-FD96-4CEB-845D-48D057A2B4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1E1B5F9D-AF0E-4C96-B41D-E708036A2B7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2F79CE3F-2DE3-410B-B61E-C70C4121060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FAEBA446-9495-4BA2-B7D5-F78B63E02D7D}"/>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B348094E-311F-4656-BB6B-3594071008C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6E204E6-4371-4C46-A4EE-4584B5982FBB}"/>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A90DEE42-523A-469A-B7AA-4FE5B240270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9CEDD5D7-43FD-43BD-B460-21311108D28F}"/>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16C4AB46-41FE-42F4-99EB-DF8172847A2F}"/>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A4A74281-B14C-461C-99E6-A97EBDEABD0B}"/>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500DEB0E-3B74-4FE5-8521-A48792C56E8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4591697B-6ADA-4FB4-BA9B-C80E76C9CEAA}"/>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2079F92-5AD1-4D7F-BB94-2D84E965F184}"/>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579D9A8F-5728-4BD5-BF24-B1211D7E6F20}"/>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7736E7B0-E3F9-49BB-8549-C3177B527815}"/>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C0CF40C7-8FD6-462E-AA0B-B1897E26553B}"/>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790C893F-61B5-4EE1-B294-9F3504DAA8F5}"/>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8A483922-829F-4E5E-B1DA-F2DF6A0DFC2C}"/>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0D3A55E0-8498-4351-B446-EC20D8AB4312}"/>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D38DECE0-D993-4BB5-8290-C7E949205912}"/>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FF93F2C-C315-402C-88B2-2F084E5329B3}"/>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82997A8E-EE7C-4885-8843-A7BE382C772E}"/>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FCC0F21A-4442-4B72-9FBC-BFE27400DC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6883757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48B30324-E713-4CC1-8A63-EFC6324D90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CF7BE242-DBB6-43FB-A4A1-808A322425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FCE1AEE6-48F2-47A6-B783-DDD7FE26B9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1C5A7C7-6168-4675-8C6D-A23813C0CD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249A875B-0AD9-4D2B-B728-80260922C2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8FAEB37D-6FA7-48CD-BC9C-10BAB8E2AE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8B390080-29CB-4624-B76A-FCA0BD3A2193}"/>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706AC8F2-1546-4EC8-935C-DF394A769386}"/>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5BD8E873-DB13-4DEE-B874-1AD62CB789A4}"/>
              </a:ext>
            </a:extLst>
          </p:cNvPr>
          <p:cNvPicPr>
            <a:picLocks xmlns:a="http://schemas.openxmlformats.org/drawingml/2006/main" noChangeAspect="1"/>
          </p:cNvPicPr>
          <p:nvPr/>
        </p:nvPicPr>
        <p:blipFill>
          <a:blip xmlns:r="http://schemas.openxmlformats.org/officeDocument/2006/relationships" xmlns:a="http://schemas.openxmlformats.org/drawingml/2006/main" r:embed="R126ef1866e3c4ef5"/>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14ED65D2-86E9-4B23-A963-632379FCDA4E}"/>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0CEA60D-D63F-4152-B2EA-683BF5D5537F}"/>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19D83558-B6DC-4CBA-AB63-E5693A1D2492}"/>
              </a:ext>
            </a:extLst>
          </p:cNvPr>
          <p:cNvPicPr>
            <a:picLocks xmlns:a="http://schemas.openxmlformats.org/drawingml/2006/main" noChangeAspect="1"/>
          </p:cNvPicPr>
          <p:nvPr/>
        </p:nvPicPr>
        <p:blipFill>
          <a:blip xmlns:r="http://schemas.openxmlformats.org/officeDocument/2006/relationships" xmlns:a="http://schemas.openxmlformats.org/drawingml/2006/main" r:embed="Rad6e86587e94455b"/>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97232D10-8981-41C1-8B9D-9FAA534C3F99}"/>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78ABABF6-C0A9-4F37-AA29-E915BC254C72}"/>
              </a:ext>
            </a:extLst>
          </p:cNvPr>
          <p:cNvPicPr>
            <a:picLocks xmlns:a="http://schemas.openxmlformats.org/drawingml/2006/main" noChangeAspect="1"/>
          </p:cNvPicPr>
          <p:nvPr/>
        </p:nvPicPr>
        <p:blipFill>
          <a:blip xmlns:r="http://schemas.openxmlformats.org/officeDocument/2006/relationships" xmlns:a="http://schemas.openxmlformats.org/drawingml/2006/main" r:embed="Rd7c4d9cc683c4e8b"/>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A3CC30B-22F0-45DB-A723-E3741753C2BB}"/>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4FE90A1-2905-4E95-83C4-F8572C36A580}"/>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B71CE3C9-209F-491F-B809-AA037084BD81}"/>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AFF00305-2BB7-4C85-A00F-A68CFE5A63AB}"/>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EDC201C6-F7F3-4187-8A3C-C1E930794096}"/>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24A6EB19-3384-4FE7-9ECA-63379AA35621}"/>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B57E0702-274B-4A1E-A0AB-1BB76DB3D032}"/>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2F967544-51E4-4910-825E-DCF548BB3E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4006190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CFC64AD2-8429-480F-A1BD-55435FF4D7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400E33CF-A792-414F-B9BD-351B598653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2740E98C-6C33-44CB-B8D3-880E1DC0A9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22901051-ED84-43CF-8E15-CBDA5297EC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BAB53914-143E-4BB7-8050-906D90A2E1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20CBAB8C-E39B-4B5E-8468-2AEC697330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49593472-1C6D-4174-B004-165CE330A473}"/>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6FBFDDEA-B1BA-4C01-A73D-B6679FD995DD}"/>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3FBF6909-9A82-4623-BD91-B4FD5460755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BF4E82A4-CAA7-4EAD-9641-052505DB175D}"/>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CB121DF1-23F7-4685-8FF4-93988B3100AB}"/>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B1CB81EA-5440-4197-92AB-16D685A045B8}"/>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0FA81F2E-DF62-4DE6-AB25-8A527A4D3256}"/>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449060E-DA29-4D4F-B522-E92F8933898A}"/>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3B44A050-861E-41C3-9A50-41A581E00D20}"/>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6886B7EC-8E70-400C-92C9-6FD12724272D}"/>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6CE1AAC0-34AD-42F8-B2B1-9EE4D073162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AA3E286C-4DAE-4D7D-9A57-DD50F4BAA239}"/>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062F1DC-AEA7-413A-99D0-54795DD7D11E}"/>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6E2507F8-98A9-4215-BEC4-8FFB2A0939D0}"/>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0BDE5B71-40AE-46D9-BD4C-6E4224F47C00}"/>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C7D94AFB-A971-4BDA-ACE3-4DB444DE8432}"/>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BC0C095-D958-418B-AE3C-E6941AA7E2C3}"/>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9C1CBF90-5DF6-4133-B3D5-3A262F33C37C}"/>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FE6D95D7-5750-4B1D-97EA-D1F49666E3F9}"/>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FB61B2D6-BD95-4880-B111-A5545453BF4C}"/>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866C9D98-A7FE-4744-93C3-344AF78105A1}"/>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4299B9C1-DD41-4677-8AAB-871B4B423291}"/>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1CA197D-2277-4E08-9E97-E910D0A2DCAF}"/>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DB2FA1F5-B030-47F1-BB91-911256D580FA}"/>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BEF73A45-D7F7-4816-B89F-18067DAA2957}"/>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98BFC5F2-8129-4621-8D05-F2C49D15E9C8}"/>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C57709A5-82FE-44FA-9A58-5C10B2E8C00D}"/>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814CD8E0-3BC7-45AB-8F2A-59044E188F5B}"/>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CAF9FE85-A0AB-4441-A71A-8314BB2030B2}"/>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B14EF821-1708-4E80-A437-CC00E10C420E}"/>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6A4D8832-BADD-4187-B734-E548AE3AEA7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6AE8E431-018A-432C-958F-2802ECE99462}"/>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91B469CF-E1A1-4C88-9B7A-8AD6883BC558}"/>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FDFA831-ECB5-4AB8-85D1-84BE83903525}"/>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0578510F-5D36-4D06-9244-4E2770114BA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BAD1CF78-B009-4347-B4D0-F78FC1517AA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C6201475-1457-4FC1-900F-275A2AFB2D5A}"/>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CA0EE478-D242-44EB-8564-B5A5C0A4FD65}"/>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096186D-DA52-45FE-94EB-D7243C0E2798}"/>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1BDEAAF2-121D-4E95-91C6-82BEB3036538}"/>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2BD936C6-C666-4CD4-A441-C22D6077B17C}"/>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B94FA464-AE5F-4ACC-9988-5D7C25A1BEEC}"/>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41ACBCBA-2857-41EC-906A-FF667055B007}"/>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4D3D8100-5B45-44B9-A0FD-9235882AA89C}"/>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0FDB7FE6-3F1D-4655-9A91-ACB473C119F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D614771E-BD96-43CA-A6A1-8B49D3FBCF16}"/>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DAEDBCF9-5D82-426C-911C-12CE78AB8D03}"/>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06D3B931-90CD-4634-A155-F271D8D4B677}"/>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DB8BEC01-A883-4422-B7C5-A5D89EE136DA}"/>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E3C839B0-57F9-42EB-A724-97CBFD4FEA0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A9EB9857-AFDE-4F34-9B90-06C1E4EF9727}"/>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2FC23FAC-F7A7-4A0B-BEBD-7CFDFC8D6ABD}"/>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7112446C-D63F-4F0B-8980-727025D916A1}"/>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991F0C3-C332-4B11-91BB-F81ADE82E0B2}"/>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5CA2143-61EE-4684-B66A-B14107B9D8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42832479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CB2B20FC-257E-4514-A301-805E3ECE42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6F1A3B4B-5C18-4D49-8382-ADE04B568B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57984E17-A079-40DC-BF99-5C7CDC7051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DA917D8F-2E50-4B05-B5E8-6FE6B9BFF2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0F6DB0B2-0AEF-4A64-BD56-FF73E6D6DF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31A91EF6-F136-4094-952E-05336BE32D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2777A012-ED1E-4A0F-A93E-2248DD4238A5}"/>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39AC9A5F-2038-4D40-A4FE-6681145197D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C816389-ABBA-46B6-A19E-5749EEF6CB45}"/>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4F49413-0B72-44DC-87CD-5BCE5F3AE6E6}"/>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8142740B-A198-41FD-8CA2-E91E39565B64}"/>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7FD136B0-211E-4139-ACB4-536E4B672005}"/>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6503DA0-2E5D-4E85-B866-D01D82D7B23A}"/>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C496569-DBF0-47ED-A321-48FEAF9CB24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C1B3FCF4-A2E2-4B19-9D70-27B432E745CF}"/>
              </a:ext>
            </a:extLst>
          </p:cNvPr>
          <p:cNvPicPr>
            <a:picLocks xmlns:a="http://schemas.openxmlformats.org/drawingml/2006/main" noChangeAspect="1"/>
          </p:cNvPicPr>
          <p:nvPr/>
        </p:nvPicPr>
        <p:blipFill>
          <a:blip xmlns:r="http://schemas.openxmlformats.org/officeDocument/2006/relationships" xmlns:a="http://schemas.openxmlformats.org/drawingml/2006/main" r:embed="Rfb28b8998ed849b4"/>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815E700B-CA91-4C6F-BA88-C4CB16122F7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A41B5D6A-4877-40C2-A9B3-BC5B09E2B2D4}"/>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EBA0D8A3-6658-4F3A-B5F0-25787258B29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4766E82B-2F0E-45E9-B2EA-79D24B49F519}"/>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1912733-1F47-443A-A7E9-A28DA4A5C9C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FAC4A827-426C-42F5-A443-3AC3EB1E06F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2FCF64B1-CE7C-4236-860B-3F1A30A09D10}"/>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D85D19BF-C7E2-407B-A9EF-2291840D10E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DB9BB89B-A125-49B3-BFBF-BFEA44EF0D31}"/>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5AF868D9-033B-4A0F-B83F-3F564ADD7FB9}"/>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788778AA-2DD5-4D66-AEE2-82537CEBC295}"/>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1BADE588-3239-4C59-934E-B613A8026781}"/>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02120A3A-E44A-461A-9455-E7A30D2C794A}"/>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548F42CF-40A7-433A-9BF3-1082AA3122C5}"/>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1A0F568F-1B12-4EC6-9A0E-0031829ACA18}"/>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D7A44C3-2652-4D15-8EFB-C2AAC5DB2F65}"/>
              </a:ext>
            </a:extLst>
          </p:cNvPr>
          <p:cNvPicPr>
            <a:picLocks xmlns:a="http://schemas.openxmlformats.org/drawingml/2006/main" noChangeAspect="1"/>
          </p:cNvPicPr>
          <p:nvPr/>
        </p:nvPicPr>
        <p:blipFill>
          <a:blip xmlns:r="http://schemas.openxmlformats.org/officeDocument/2006/relationships" xmlns:a="http://schemas.openxmlformats.org/drawingml/2006/main" r:embed="R4839f3bb073a4eb6"/>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BC5B9C18-A0B4-4930-A1C6-A090C7DE7516}"/>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7AE00DEC-4CD1-4939-93AA-6FD137F6307E}"/>
              </a:ext>
            </a:extLst>
          </p:cNvPr>
          <p:cNvPicPr>
            <a:picLocks xmlns:a="http://schemas.openxmlformats.org/drawingml/2006/main" noChangeAspect="1"/>
          </p:cNvPicPr>
          <p:nvPr/>
        </p:nvPicPr>
        <p:blipFill>
          <a:blip xmlns:r="http://schemas.openxmlformats.org/officeDocument/2006/relationships" xmlns:a="http://schemas.openxmlformats.org/drawingml/2006/main" r:embed="R3ce7fb46dc5149e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0BA4160-6487-4FF9-BEFC-8E3A05940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6773167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AF967508-84B7-4994-9D13-3338EFE5D2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6407BF3D-9BDF-4277-B4A0-7F4E574F30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3DFE9095-4D2C-46B0-A563-DDDE476545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3E48BBA4-318E-4AF2-B4BA-B1116F82A4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BEA9243D-2630-44BD-B4D7-1A42982619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93795A4D-6F7E-482C-839A-66BF5DE112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CAAEA387-4D5E-4696-B862-0DE79E56194A}"/>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C736F500-44AE-406C-99BF-CF8137BA0627}"/>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AFD8E20-54DB-49BB-9434-4FADBC23CE10}"/>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98CEBECB-8BD7-4C16-98A9-C1B940AC9615}"/>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319F8E4A-4954-4B94-8B4D-6FF8EE2EB7DB}"/>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4F729280-B595-47CB-B8D3-25CCAF0B9033}"/>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E330BD03-23D6-4078-AB1F-F2B21A71B930}"/>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BA99B88-4115-4069-B115-79DF0F576C12}"/>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73C65C2-FC0A-4270-97F4-ABF4C57A7915}"/>
              </a:ext>
            </a:extLst>
          </p:cNvPr>
          <p:cNvPicPr>
            <a:picLocks xmlns:a="http://schemas.openxmlformats.org/drawingml/2006/main" noChangeAspect="1"/>
          </p:cNvPicPr>
          <p:nvPr/>
        </p:nvPicPr>
        <p:blipFill>
          <a:blip xmlns:r="http://schemas.openxmlformats.org/officeDocument/2006/relationships" xmlns:a="http://schemas.openxmlformats.org/drawingml/2006/main" r:embed="Rafcca9723e144d92"/>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EF1874C9-A485-41AA-AD71-2D4F4124497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54E6532B-6BD2-404B-BD32-DC6DE415A945}"/>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A70397BF-B23D-4FF8-8E97-6C21166E55A3}"/>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6535F17F-5DA7-4515-BDE0-7AF303DD7363}"/>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E20321FF-99E3-4279-B855-2301EFF1F49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F26C830E-D669-46DD-A3F7-2EEF1C1DE921}"/>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E038E20-BB13-4AAA-BE1C-AAC759ABBCE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DE7FE04C-C7E3-49F5-B169-25A824A56117}"/>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F4D588FB-89FB-4592-82A6-604E07C23173}"/>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85005FEE-FC8D-4DF4-89DC-77AD5756D38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FCB72E90-7CB2-42D0-88DF-0B1D903F549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434D7E4C-AF25-4D48-B5B8-850C7E96235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AB211196-D9B2-4E1A-965E-24A310D567FC}"/>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1B4902F9-45A9-4050-8DB1-DE1A1B3931C5}"/>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726E9FC9-BF86-4179-912A-A07E45DDEDE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CB1DBEC0-2732-4157-BFB1-6FCE3985F336}"/>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2935A7E4-BEC2-404D-8CBA-4CDCB5A444A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AA0CBAE7-5C74-4B35-9863-C509723F2BD9}"/>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03F493A-0491-4921-8243-DA41A5B103C6}"/>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47C31552-82C5-42BE-8178-D4479CE7F22F}"/>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5140976E-2CC6-453B-B752-5BFA4188B1F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04A248BC-F86D-4AED-8621-0FA22609F2AB}"/>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BD8E259-F859-4908-B437-10BFCB7078B6}"/>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77299330-1A00-4262-9F4A-C21215A103F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B0CD29FF-2629-45CA-88C8-8920EC09FE7C}"/>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C960562C-EA57-4645-8925-9B1FB795A1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2753234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AEB8D58E-273E-4853-960C-74FD70468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B2BD449C-4DF5-454A-A953-4469C512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8BA06079-0D81-4E5D-9F9C-A3FB83C8D0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C52C6F51-73A8-4A74-8CF2-3CDDC07905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51BF3B9B-593A-4C6E-A439-6AF3338670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959CA9C9-1EEA-40B3-9649-5CFD9730B8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E2207E2C-6F8A-487A-AE3B-C0F492B36545}"/>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EDF0D49-FA39-4BF9-AE33-2FD1F7FB85AC}"/>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BC0F4A0D-7E15-4CD8-B749-9FCB3F4B1590}"/>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C1467C69-2523-4329-98C1-15B479F1890B}"/>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CE04EB74-EBD0-4AE4-910A-A73D980C95AB}"/>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13BD153F-2F27-46B0-978A-F0B66BE7EA62}"/>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E05552CF-EC12-45EF-83A5-A4AFF1D832B8}"/>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4C8C42E6-C1D3-4FFE-8199-EBB5C7C5A1A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D43DF508-05F7-49E5-8610-2200876A1552}"/>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2A5A4F9F-E10E-49A0-8995-3696F06C890D}"/>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87606FF-0FAB-4854-AB46-EE0909D0770D}"/>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0C943760-2901-4F46-ACFA-16B48736DBFF}"/>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6EF43DE0-00BE-44F9-AB1F-CCCF005B5498}"/>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5DB0CBEE-AF2C-4170-9EF3-8E05E4D7B68B}"/>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2F53645A-758D-4E67-BF57-6B90B7884FB0}"/>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9EE2DF9B-A4AC-435F-89BC-699FADDF46D8}"/>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51F491B-73A9-46E4-BC53-B76B80B2AB67}"/>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5BD8856-363D-41D3-A003-7EB3538B9016}"/>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84AD7001-3F9F-4700-A6D2-BD71348E941B}"/>
              </a:ext>
            </a:extLst>
          </p:cNvPr>
          <p:cNvPicPr>
            <a:picLocks xmlns:a="http://schemas.openxmlformats.org/drawingml/2006/main" noChangeAspect="1"/>
          </p:cNvPicPr>
          <p:nvPr/>
        </p:nvPicPr>
        <p:blipFill>
          <a:blip xmlns:r="http://schemas.openxmlformats.org/officeDocument/2006/relationships" xmlns:a="http://schemas.openxmlformats.org/drawingml/2006/main" r:embed="R84ed2058b0ee4207"/>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F6F55190-6600-4642-BDC8-E0EB467D43CF}"/>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53E6773-C585-4A0D-A288-3B99733FAD8C}"/>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82FBCDD4-EE76-4BB9-BE3D-B0429AEC8A4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77425D2C-6019-4D35-8657-CAE82086433C}"/>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BEDD4A20-1A4E-4C7E-8944-37014BC1DFB1}"/>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C5FCEC00-C8F1-4628-9112-AA4B69F170EF}"/>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71B6D300-CC70-4668-BB1B-6C50B8460668}"/>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320A7553-993E-4E53-843A-3121682877B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85C9DFEA-6D00-4474-8C75-2A2CC79A2114}"/>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1C5DBB3-F189-4C34-9764-F74148CDFD72}"/>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AC8A58B-949D-43F6-B24E-4CE39CDBE581}"/>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9C0588D3-515F-42F4-857D-060841A6941D}"/>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4FB43F96-4AD8-4423-B7E9-216C90C1944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24461ADC-FC7F-4548-97E1-7DD9A6BC11E1}"/>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CEB863E-E9CB-49D2-B627-40CAEA1E8CEF}"/>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974E87FC-05AA-4920-955A-F49A90FB179A}"/>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CB7C1A83-8B3B-47B5-BF5B-F3EB6E74CF6A}"/>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15243461-1C1E-4D97-9BE4-7C73E356069C}"/>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C8E40603-3A86-4687-B7CB-0852B5A98853}"/>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BF52E202-0958-4F1E-A2C2-2F49F35C44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4326652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5113ADA3-7161-4C5B-BA8B-86713E0768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3010BB53-67B0-4197-B419-3891762ABE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AB9AAC5E-A666-4F4B-A818-1DD22FAFD4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507D3D11-3D39-4A22-8638-9D153914FF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D6F686EE-46D3-43A1-B31F-C637941EA3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7D5B3F95-36C9-4244-9363-EBD8E68B73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927C9684-098A-497D-8CC4-A1FF44F76C04}"/>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17384E5-ACAC-417F-9600-C1E3C3721A92}"/>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B319B032-25CB-4C40-8811-C7FB00A2D567}"/>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7EF71533-CBCC-43BC-9EDF-841AD992343A}"/>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1641D85D-942F-4477-A5ED-08935F3788C2}"/>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1B3110E3-4E79-454A-B2B5-11C1E7BB4103}"/>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7F62ED98-EB71-4ECE-895F-A989CF77C302}"/>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3A334F8E-3737-4DBF-9F07-C226575E32E4}"/>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1A14186E-ED32-47EA-84AA-8A78E650B1D7}"/>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080FD1C5-9558-423A-8E8C-FEB7258FAD7A}"/>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42667DF6-3BA6-40B6-8C22-6A0F60F561EC}"/>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03754BA6-D5F0-448A-8FC4-40BD782E1E7A}"/>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ADD320C-D7CA-4203-AD79-2217BA88CCBE}"/>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14D513A-C248-4A6B-A292-D9860184606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DB933FF9-DACD-4FA9-876B-16D02DF2580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EDD980F5-6A4A-472B-9142-4CA630AE390B}"/>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EC5E21F6-92A7-45CD-90AB-CB38354CD8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49589394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D1151006-ED05-4CFC-9B38-01EEE0C518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D303C646-4406-4298-8A48-83C3252534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43FE1EB8-95BA-44D3-B402-388179AD9B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B717D331-177A-42A8-8393-CD9BD36929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CAF19896-FD8C-4945-ABFC-56FFA7EB4C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5561A50F-055C-4D6E-979D-1C7D7530E2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DB91CE98-C0BA-416B-84CE-7A2C9C0A2EBD}"/>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2FC2896B-04F9-47BE-BBB5-FD4E9E196AA7}"/>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F3F3524-1F0C-4AEB-929C-95C49C96FE74}"/>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861D8B2-7FD4-4832-AD82-8B4DBCE63FB8}"/>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A76D68A2-4F33-40D3-AB88-FDE4790A556A}"/>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2B73399-7E9B-4E38-B43E-2FE1E19BBB2A}"/>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7B412972-9B92-47C8-BA1E-FF4F942FAB9F}"/>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7A99D8F4-4E81-45A9-87D5-25BBD7325223}"/>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5DA9F1B5-8DA7-492D-96A7-61A1FBCB786C}"/>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757E8E6-B336-4F8A-9420-E1488A23B834}"/>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56339DA9-891E-44AD-839F-8938C2F0F9C2}"/>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2105F523-0F5E-4D7C-9536-C5F3BA3FB2C8}"/>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910012AC-BA4A-4661-AA56-E9A89BA50060}"/>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C39036FD-7D13-4AB7-A522-E955EA82EDAA}"/>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52D41C81-B62E-4D07-8D32-FDC0CAB570B2}"/>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1A74B38-4C55-4EC6-9763-A825C7FA6EE8}"/>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E27780D-FBED-4D06-8EC1-52EBEE20718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1EAD5AE-7690-4F10-9759-07130DF7486C}"/>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2B748199-C3C9-498F-92D0-E9914A68C8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99594840"/>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3FCEE12A-6CC1-481A-AF13-28B13D77E6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0E935126-079C-40A4-BF72-62A2B08A65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C858ACA1-7A08-45D8-A7A7-404387A631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23DF67B9-6281-4FAF-B8CC-9D13CF9D4F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7500C8C1-D4D2-4DA7-B80C-0C6B3978A2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670C16E6-5EE2-489C-A74C-7ADE90FB4A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7B904B82-5CC4-4522-A076-3D549ABECA6E}"/>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5838065C-348C-4005-B8C4-7BA1EC157621}"/>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7A83E5DF-93F1-46BD-9527-57193AB85F65}"/>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7AA94153-CCA3-4625-9E04-8D4A6D9DC26E}"/>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E3F7B40B-9B57-4460-A379-EDE2443464A9}"/>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83B8AD53-792A-43B3-BAA6-BDDB3E2A4920}"/>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E234795E-64C3-418D-BC14-A63746875644}"/>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83BB8D3F-02D4-4638-933C-F10E281D64BC}"/>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0F9164D5-A487-43C7-9295-7949AFD3C35F}"/>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C7CE5E3B-D29B-412D-A3D2-F465898EB2A9}"/>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16C636B5-1491-4B2A-BADD-9F06541C3D59}"/>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6F464835-D929-4313-A941-1A3F4B4204D0}"/>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E78BE2A8-E6C2-47F8-A569-8D81831EA4FE}"/>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982BC18E-5C7F-4B2A-821A-C3072F0504E4}"/>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DBF5173B-A21D-41C0-A75D-CA21689CA96D}"/>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48061D3B-195D-4EFF-88BE-FCDA226A5AD0}"/>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8C7BB053-DAA2-4881-B497-67D2D4B42184}"/>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2AE8F3F8-50FB-44B1-BCD4-C58A5C166B4B}"/>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6CA4A720-21A3-4D00-916F-89C045756C7C}"/>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90751D41-11B5-41D2-9C08-B24F329C1872}"/>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D591F819-903A-45B5-8518-54F3AA2CEB99}"/>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41259AEB-6B96-42BE-AC88-E9A21383F0B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8CFCB60E-DD9E-44A5-9501-608697DA8B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307228392"/>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346BECFE-7CAC-4259-BB80-D7FD780A2B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1254ADF8-7F0D-407A-BA46-F857350478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F1B621FC-1C51-4B86-852E-9BCD0B41E4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A7544B80-6AC6-4986-BAEB-0B23082D95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EA8D1D1A-A72C-4901-A032-B1C537CEBA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CB926371-903A-44EC-BFA2-B0808BE0C3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91CC02E9-211C-4458-9217-FFFB3C9B3426}"/>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840A6188-D5F0-460A-A4F1-8AFD7016DA91}"/>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89D6D742-3D55-4B88-B6CB-9BD199F8A50A}"/>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6B868F10-3332-41F5-B1E2-1D907DE2343C}"/>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9037DB01-97D1-462C-82A2-2CD9BA43F964}"/>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54ACA005-E227-49A0-8255-33EA7DDD507F}"/>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A93E02E3-EEC8-45EB-BF6A-A476EF93E7F0}"/>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30F5D0-7459-4D50-B725-982F180487CC}"/>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624F699-E6F2-40FE-8DEE-2B95B7E6E979}"/>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C6A1ED73-49F2-483D-A7D2-58DDA1215071}"/>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18C3AD63-7BFA-447A-A145-0FEA6DDB364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815229FC-C9C0-4758-847D-F8295ED29929}"/>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E85E8126-5649-49B2-80D3-6478D6520D52}"/>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E03FB1DF-58A5-435C-9C1E-C419A5BF7407}"/>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9C59B79-0309-45DD-981F-9E8FF91E43EA}"/>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6020AB-8AE2-4D53-B21C-F648E11B5CBC}"/>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473FA025-59BA-46C2-9D69-9C8086F0E9C9}"/>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E92890B-E948-4863-BF27-1931B1F2722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D6D5025-840B-4404-9FF7-CDEB9EF8256D}"/>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B5A8DBD9-6689-4CB4-9753-A7D0484E128E}"/>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81FBA9A4-3BBE-42C2-8557-0956D22F030A}"/>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C9931A6C-6172-4489-8AEB-008BC7255EFD}"/>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5D6B50B9-9AB8-41C5-B7EF-D2B8A3C50A5C}"/>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B82E8BAA-91C4-4A37-9A24-94383415B48F}"/>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99B9D8C-BD12-4709-8211-64B48B1BCB75}"/>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39C33B54-821E-4850-9A51-9B696CB0BC05}"/>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C5347E24-91B2-4AF6-B48D-B04623A3DE90}"/>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EA3E304C-FEC9-4A3D-A4DB-6769728198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61890201"/>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ECBF86CA-CC44-4D31-B9C0-6690D5822D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3F4AC0BC-038E-4F97-A445-69A0CAE592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E1ACA0F1-C675-422A-9D0C-6983E0B691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D9517C10-DC1B-4AAF-995B-351D810427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F560923D-4F49-41E1-B601-81B61DAD30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07A1993C-704B-4724-BAD6-6A7CAC8B7C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3DC3F3E8-1C23-449D-838D-B952FFB9B006}"/>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17528A24-ED47-48A3-AF01-3434D8596E1A}"/>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B45E0521-9C42-4312-ADAC-6FD4A7A3F2B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AD10013-CA5A-4407-A660-19470B4B4D64}"/>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CCB1DD8-BBD4-4CFB-B813-C19F470CA34E}"/>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4F36D3EC-6AB0-4202-BAED-FEE40239D53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B254ECB1-1744-4205-9F09-65BAF4F2DC0E}"/>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5EB6111F-AEEC-4651-8536-FB34B10F3DD3}"/>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895C51F5-3980-44BC-8F4D-C0D7B7AFC6C0}"/>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E199C29B-EC2A-4BA6-8F70-0AD44ED7EE6A}"/>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303C7C8D-B521-4709-A7A7-F0CD760B10DA}"/>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C70352C2-DC9A-426D-93A9-33A2F59C9664}"/>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FE01F4CA-DEFC-43FB-805F-F3CD320EC7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044742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97E340D1-DE9A-4EAD-BE44-96FD4F0BD3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1DFFB127-672B-4AF4-A21B-C3DE95FCC9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4C9C8955-67EF-480A-A9D9-F99245A66A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16C430B-D409-4696-9C73-9E996B5BDF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449F0079-2F81-4BE6-BF39-A93470806F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CBE03760-2FA7-4EA6-B201-E6ABD6182A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11E54D20-54CA-4BEC-9D1A-10567EFAAE3D}"/>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405A2316-4993-4994-8F80-6D3B63EB35A3}"/>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F8DBD6EF-DA5D-43F0-8FA4-2D27425337BE}"/>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304E4D75-8461-44E2-AF54-46D24523D208}"/>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7745CC-55E1-4576-85DC-E71B1C64BC40}"/>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D925F6A7-81A2-4773-A6FA-F0BC1D3832C0}"/>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EE19EB60-5742-40E1-BB59-E90A591D8550}"/>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12AA99E5-CC7A-4202-905E-5EC0E2530289}"/>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8ABF86FD-4A7E-4F51-AC81-E68473E23278}"/>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199A9F68-3DC5-4710-B8D6-6DA2BDC8941F}"/>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8B530FCF-7CE4-4A6F-AC2E-97839E22A2E0}"/>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BF500D2D-CB6C-47BB-BB62-76F83789E1D5}"/>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B96724E0-1592-45CE-B324-98C27E196449}"/>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40FEB23E-A275-4888-9EE3-6EBDC97E75BD}"/>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10EAD8B9-32E6-4346-BCB1-79483F30EE1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FBE62802-A0C8-4A2C-A908-4D5E2BAA9F3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A5A62897-9AC9-44E7-9DB5-5DD3149D39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3676034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7ACC4121-D2C3-4607-B873-E476EA5512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CB7C927A-A91A-4C33-842E-1706B13313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03588563-EB23-4513-8160-933106930D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4A138088-44E0-4ED4-9239-FF5BBCA052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860080DF-A643-4914-A062-9391E55ECC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C8551616-8B43-46BA-9229-D3BBAC47EF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4A51216E-3ED7-4FDC-BE03-AE4ACD2F8928}"/>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6041FBCF-97DA-4EC4-999C-5042D19BB4DA}"/>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E56DE8DC-44C8-4514-9B90-A59DE123444B}"/>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9F336071-EE66-4374-B500-11276FD06F90}"/>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52A784F9-5FFE-42F6-ACAB-065202C61F4B}"/>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07BD0E4F-02AE-4BD9-8D84-4BDA4F0D454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3B1CD01-3F13-49BC-A3B1-554C38CE4F54}"/>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8B7045A-1182-4D6A-B2F1-397C9941706D}"/>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ACBD59C2-6889-49FB-A1BB-8DDD563CE41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4B747590-8F12-41BB-B91B-F7453487F73C}"/>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2391EC0A-5BAC-42E6-BE6D-BE643F5F726D}"/>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63BEE9D5-9597-4C88-A0B4-8EDB506FAC3D}"/>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A7568FAF-78A6-4B63-9BFE-5CB99D44F9DF}"/>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85D88DD8-9696-451A-B838-BE159A12F824}"/>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729BE242-0909-4AE8-96BF-7470E49582DA}"/>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AC2ABCBA-0C26-487A-9A10-28879C0972F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67D44F73-7289-4AA8-9D7F-3E07A6F3E4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47514486"/>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00BC3612-3740-4344-AEBC-AEB03294EF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C02644F3-DB7B-466C-983B-BEAEAD8FA7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A71B0D09-71A2-4C38-9EE9-43D881D869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C9EECFE1-0969-48FC-8F37-2ECF2E2505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82CEBE5F-AAE6-496C-AB28-5826D881C5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EA7767FF-6E32-4C4C-AC28-A25437EE05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163F8EB9-6358-4C1D-AB15-3362EABE23FB}"/>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E6E40B4-FD4F-4247-AE97-223D478A7202}"/>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8A9E225A-CD48-459C-A71F-7DF2967BD81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BB47A85E-843B-4958-B902-36D0939DE5D3}"/>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5C3D8DD2-008A-41FD-8D68-702E96979430}"/>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2D8C2FCA-65A4-4FCB-A4BB-87F9393FF851}"/>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49736EE1-CEC0-4E0F-962E-9E602552643F}"/>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44FB81C6-9CFB-4F34-B922-887A013739E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9C768599-4727-46BD-8E24-1781FAB90637}"/>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642E43F0-2EFD-4006-B5E8-401E7A483457}"/>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F1436CCE-B4C5-4DEC-A415-6BB00F151072}"/>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1CB7AD7A-5C93-4508-8A85-B8561038208D}"/>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3ECB0C48-EE26-44B9-907C-AFCB4A07E485}"/>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76D73DB0-2FF9-4A15-B3B8-5DF5A01E7BE3}"/>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EFBFEDFD-6A9C-4852-A0B8-FBFB01EF0A3E}"/>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3980DC04-D298-4CA6-95A7-4EA629B6E4D1}"/>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9DC5B59F-66F4-42A5-8D34-EE4E89370E2E}"/>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AE3A5AAC-912D-449F-84F6-C5929780E80B}"/>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D5BA8753-9929-4CD0-97D6-F8CE2E011067}"/>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085295CE-12F5-4AFD-952D-29AF8BED0B5D}"/>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8D15B9C6-C4B1-480B-BCB0-F08A3F14B7F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ED9C1A45-1DAD-42EF-A8E6-D1A1A7B3A31C}"/>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E653C7E2-98FE-4865-8EFC-C2A6441EFEBE}"/>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33137786-63B2-47D1-A0AE-41C78ADACABF}"/>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1DA7CE77-DD7B-4FB7-8433-CB8F44952E54}"/>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0257CF45-0C67-4A5C-B31F-A7B0A8C822CA}"/>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CC61ABBE-F2B5-438B-B04F-7AB4B482432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BF561530-B376-4BA1-9D06-ADC1BEA7662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E65B5EF-4139-4BEE-ABC3-0DD51E24C8B4}"/>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874A7FBF-9611-485D-AA35-4EF5B2DCA51A}"/>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8CD2052B-02FE-47CA-9724-79B9A761EC7E}"/>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1D83484A-FCDB-4A9B-9A43-8341A0C77927}"/>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04716567-AFF7-4010-8078-284760C6D7C6}"/>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3E11EF03-F432-4211-B278-C7BC149BD591}"/>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F9F4F600-F146-4AD6-97A0-10FBB57F8FF1}"/>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41294276-F027-49A9-8B36-92188FEC5316}"/>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359DD5F2-E9B6-48BB-AF7D-AD0B69FB6A20}"/>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0F83DB4A-719C-4095-B22B-90C2319DF6CB}"/>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6316DFAE-279B-479B-9006-DFD523E376A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EB8051D9-3C91-4B86-A771-058FFAB44C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941618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BF449A3E-595F-46DA-B96F-88F867405E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112F2D15-159C-41FF-8147-CE42B93763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8BA38E08-67F2-4C88-9E3D-5F479D2FAC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16B80EE1-2F75-487F-8215-B0A555760E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553B1C6B-CB9E-494F-ABC5-DB57DAC172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12D7E9BB-AF6F-4485-8A71-D163CFE27C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8BAA74BC-5EF1-4DC4-BA12-81F24954E46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CE5D86C-FBCB-43EC-8FE5-B166ABDC95E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F61980E6-2107-4EBD-9F80-8D5C4DFB185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0F50D7F-E5C2-4734-904B-25CF2F1DC7B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EC590F-1B0C-440D-9CA8-92F3F72000A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0C631D0-CD81-4DA7-9BFC-A5201E2D42A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A2DF65C-CEF2-44F9-A8AD-23175BC121C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F18849E3-9488-4A4A-AB4D-FCF98CABEED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BE2727FC-3F36-42C5-8F44-BEA0E3D4D6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E6D9EC16-AFEC-4BF2-8F2D-A287F5B2B5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3B077318-DFE5-4C5D-9FF7-AB3923FF576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DE968C2-F63B-4277-93FF-1E8B849A454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69C4F0DA-2310-467C-92E9-828227E16DE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562F4E10-B49D-40AB-B117-F6EE9A1E7A5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A3D64EEA-3C05-460E-A88D-F59992625E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25293236"/>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E3C80072-E086-4EB0-A02F-9C700A98AB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31A4DF97-4861-45C5-91BD-93575406FA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61A40846-CACD-4CD2-85A9-FC2B26E568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281C5ADA-E517-4166-8922-D786A85897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4C6B6FA2-D9B1-4FE8-9DE0-8200732062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C0136EBE-7C7E-4B12-B429-7315702149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F180B180-08F3-4F48-B6E6-C888DDA66D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FE4359E-EE6A-46F7-A923-885119FD192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32F60AC-31E4-413F-8E16-F67E085FC02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0C7E4826-0EA7-4FB3-9C8C-1CA66D62176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7523979-864C-4E1A-BFF8-51480F7BA4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04C3EF1-7323-49A7-AC5A-4B54952A135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9E0D64DC-CF30-4282-8641-E951E45D8C0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6B5022C0-E92B-4B14-91E4-10530731727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F35C8610-2977-41B4-BCA5-B97F0ECF279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C9D0EED-F21C-41D6-8020-5617C13A89F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177D116-82EC-4F47-971B-65687C04592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725C8DB0-F1E0-4FF0-82C1-560A64BB29A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EE9A0F69-2D96-4949-B982-8EB5F69CDB3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304FB27F-6DC6-4BE2-9382-D75198505B8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3DA89A59-DEE0-4A1F-8337-748597F907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397494"/>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2BEC1ACE-E9E1-4C0C-BB2B-5D2E51FDB4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6AEDF61D-ECFF-4C45-A271-9E557E71F8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FDE2A395-ACBE-467E-B4D5-388E6BE85D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CC116C1-72A8-4008-8252-ECD7B4DE3D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5C480D08-E8F2-468D-9CCB-94D71D4D0B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316D3C47-EFD1-4E1D-9D0E-39170462CC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9F514EF0-EB33-48CE-9336-9DF60E21CF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A81457D-BC34-482E-93B1-FD3F83DD28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3AF7AC2B-AD7E-4CE1-9853-239597CB77E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1ED844DD-79FC-41AF-9D45-C1AB3751F86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F1327D1-0E42-4604-9E33-6680FF26919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AAF180D-50A8-485A-B9BA-FA58D338EB9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2D38B8AC-241F-47E5-A6AC-02E7C7A08C3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52EE5F1F-F34D-4B2C-A186-8AA90F139BE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EED762B0-6557-4EE7-B3FD-B40ACAFABAD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2720AC93-5A9E-46C3-A4AA-AA0166989BE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EC161DA0-68CF-46E5-BE64-3BBF331ADBB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E5D8FB6-F682-4D31-AC36-0D445677CB1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75827400-95F8-4CA6-8D33-F2E4944B293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BCF40DE8-A426-4358-96D6-47D4F57A019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6E93C48C-9E47-40ED-A1B1-FF506AABBC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23563452"/>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FED17A2F-79D1-47F5-80EE-BEE8576D9C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506E6D51-579B-46BA-B1BA-9377FB8D48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C2223CE7-EF66-4A23-9961-C177CCDAFC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3E8FF8D8-0297-4DD8-B2A9-2074849573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5A9F508F-3280-489E-A185-B889DBF3FA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901D11F3-DC31-42A7-AA9D-B487ED284F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CD26BAFD-CFEF-4334-9693-171D5A3D113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22FA3C5-5741-4F5E-BB5F-9ECD084B6FB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D55FA0E0-57B2-447B-987B-FB72E5588C4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17942F8-D2CB-4AF9-A787-73356276F65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70D76D5-06E9-4429-932E-2000740D1BA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097CFE0-AFBC-4A9A-83CD-F98B626DDF5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D4660924-F09E-4535-B7C4-C8C81F371DD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2CB821C6-A973-4845-A175-B137DFEFA60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7D5F984-13CB-41C2-A503-A7988E44067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8202F238-2B8B-460B-BCD2-DA4C5E2E2AC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CF9DC161-F29B-446A-BC45-A6E94078F93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3317F8C-2966-47BE-B933-34036732918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98757660-DBA9-474E-99AC-22A073FC329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D670F335-C8BB-4CA9-A40B-9DEAD6F9DC3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2B534940-C86F-4F64-8F93-1F730EDE08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101177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6E793F6C-B1B5-4641-8845-ED337E5AC3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A2001AAF-8FBC-465B-8391-908010B5EC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268DB599-CB6F-4554-A891-9F902B0029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CCB12750-6583-41C0-86C6-0D4E502CC7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2BF3F54E-F8F9-4D58-A56A-2509A6B81C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CE5F628E-D09D-47F1-AF00-B7AE3985BB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290366DE-86E8-4A39-8F54-1654DB1C300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EA5DC5F-92F5-4857-8E4F-54485F4E80F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22928854-2A6B-43F6-A1A0-955FA116899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EAC5D7AE-4C56-40DE-86F8-422A28CB674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7539216-8896-462E-94C8-DDBF8A2DA34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EDFD18D-3E8F-4389-A174-070E0AAFF67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23DF28AF-D9A0-4A19-8263-4EBF3204F5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3241EC3F-F787-4BBE-B2ED-4878D47C7B3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7C5A667D-9C44-4161-A790-266DD24033A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6ACC954B-D838-429E-8CE9-45387CB18B5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9E9792FE-2508-4E86-9526-D2741CEC80A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3E2EC97-D108-4A88-A31D-F28F280830F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330CF10B-7AC0-4EDC-8612-9802C39C85F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E53EAF6-F911-483C-B463-5C95B5C0A4C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D3C6BCCF-65AF-4157-9D80-4823D97DD0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32483207"/>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D6F7B6BB-18F0-43FC-B313-3451BCF8A9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E43B23A9-ACEE-4E53-8ED9-2ADF4ADFC4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AEF140A2-0F50-4F9D-9823-3F96E4BC0B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58E3B342-939B-4D62-9980-401A3FF352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8F06B853-0F3F-4B56-B098-27A091F985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92729F3F-8564-4075-A447-11138D232A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CC4A7430-3F53-42B4-BE07-E217F3E9C70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CE08E49-FBE6-4AB0-AA83-90A194158BF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E846DDB7-433F-4BD2-8EE9-2022A14DB57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8BBA042-D1E8-464C-81A7-BAB50546C8E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6A3CC28-02E0-4D4F-8B66-0261DA9C9A9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A3D626E-99C4-4189-BE5F-F09E831375D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BCCE1FD5-9BCB-48D1-A012-E4566CEE9E9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0D802881-1A81-4D9C-A364-675E80B8D67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7814695F-55CB-4E62-9806-65B5768FF7D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9A981BC9-7288-4DCC-803D-244AF58E38C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FB785D08-171B-4458-B216-5585648E8DF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B01CE57-B1B2-424B-BF40-22F1559AE6E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992A65AD-7109-4294-A993-92D7DA32F5D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2612426E-75C5-453E-AA1C-A2FE783FE54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7393B134-8E95-43D8-AAF9-E15264107D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33003894"/>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8B891CF2-1064-4A0C-AFBF-1284DC822E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B5A9DBE0-9A13-45BD-82A5-87AF15BFE8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88902540-7AE6-40C3-BEC0-76D6C5DE24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B3F449AD-2837-4172-829C-17B90C0FD0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6B47AD8C-3A7E-42DE-8EC9-AB9AEFB19A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3A325AC0-5F08-4454-8A4B-D8DD4C90A9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C7EEC39B-52F9-4067-9850-CA59DD97FA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E91B4FB-FE12-402D-A952-AABEC2953C6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AA79ECF5-6080-415D-B65F-3F38802B3B2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679900D4-B861-4F9D-BFBC-17470F2C8D2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80B0809-1F95-4BEF-B313-D8951342227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6AFFBB0-BACC-4D0D-9975-02176A4E6F4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BA246BA8-0B5A-41A1-97C4-5456AEF4661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B5FA2BE9-0131-487D-AF13-46CEBAF94A8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BC5A07D-E6BC-4650-806A-95BD80BAA05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09FC045D-4F7B-4D75-ABBA-858D3453E1D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547C6DD7-EEFE-4F3C-8F08-09DEF77AA2B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71E8DFE4-505F-4A54-BDB3-2315DCA91C9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52B31258-033C-4F5D-A7D5-D9EC08DEE7B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36DC1513-1CB4-42F7-8240-A80D3E4D5FC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CC8A1C90-D816-4596-BB24-410CB2A963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1992656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4260678A-6957-459A-9A55-A6C6974792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F1C70586-B5F9-4E15-9319-0DC7F894C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92E3E61A-4B90-4AD0-9AC7-52A0127563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5F696AE7-689C-4A0E-95DC-1FC911B66C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5187ADF9-3349-4408-B18C-F2F86D8FDB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E7534F30-0E4F-42A2-885D-D0C5145157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5B167A8D-A099-4373-B5B7-8FA0BF03D14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526FE52-1CE2-4A48-B2F3-27CBF146282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52EA81C6-3DA2-4B31-B5D4-ED5C8015937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792F25A-C92C-4B6E-A455-ECB8BF63F6B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56FBB2-2375-441D-8F42-44767D4BBCD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1AF1FB2-7BAA-4523-A6E5-844FBE2761E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E3A69F98-F53E-4941-9411-5BF3CCC074F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D5D5DB71-E085-4309-A7C9-26BA7F32A6B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2DA5F325-E407-4944-B025-DE50538A36C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9F964512-6A2A-4390-BBE2-60BDADE7A59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0941BA30-3D60-4569-B263-1ADB6475B93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6A5864EB-0AA8-409B-8E06-B47CFBDCE56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3C02E3AE-C56A-42FE-A33E-BC557BE12ED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E0EA9CCC-887D-4E67-9047-9BE8279CE6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00884EA9-C4D6-46F1-BC65-90F2792194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3491596"/>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2609F6D0-432F-4ACE-BFD2-7B6612E214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FB1B7D4B-A76F-4C72-A771-06CBE9940F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EB8AD1ED-CCB3-4232-AF07-8C68E0A968C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0A2D9E07-D846-4C28-9554-3D9BC90727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518F408D-B635-4B08-B5B0-860878AEC4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2835CD10-5B99-4D05-ACAC-518BB53A83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E112CA72-34B5-4DD9-83E0-1D477965DE5B}"/>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D14B39D8-FBB1-40E1-9FD3-EAD472835A65}"/>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31B2513C-FB2D-47E1-823B-0B849AEEE36D}"/>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78BD2C00-5E11-4B13-BC5C-2DA8AF84AE11}"/>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0ABDB082-4DD4-4E1D-886A-E514A83A3093}"/>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5382F07E-955F-4C8E-A612-59A813FA0C73}"/>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C3F36F8C-D87D-47BA-9CB5-6F6C1636DF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49266718"/>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328D1EA4-41F6-422B-9350-53F274651A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106B0E4E-1334-4E0F-96FD-B9C8AA4110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5234597F-74CD-4F10-AB49-42C03C0182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1AF42C11-D579-499D-93D7-D18E8B82DB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CE9A88F9-8ADC-4D7E-92E1-32147F1169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F8739A4E-FC00-4C27-A0A6-61A3E66403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CEC3E11D-A66B-4106-BB4E-83D0FEF62F5C}"/>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B74EC960-F529-48D6-AE34-C689F656A66D}"/>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818F276F-2A8F-4C76-9181-935E7A7A2A7B}"/>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E90F06A6-1D19-4A77-9D2F-36D0AF75A2D4}"/>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BA47C8E8-C052-4C14-9996-A10AF4440BBC}"/>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DB9DCA18-1080-403B-89AE-896EEA4E8F61}"/>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58D77BA0-A12C-4EB0-B42E-5049C24003D2}"/>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E8BA996-2BB1-4E3F-81E1-A8A39C1F2F79}"/>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43FD6E5E-12EA-4ECD-B614-036E1572278D}"/>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879F4B50-F3D3-4CF8-B809-00D3933FF53E}"/>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D96CDF42-E21F-47DB-A489-00A50D0966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56800165"/>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FC42557-55A3-4F5F-95E0-7ED51DA6D9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3E9815C2-984A-4673-98C8-CC19EB4DA7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A4AE17FD-121C-4FD0-A088-27200CC437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065C3295-A9F3-4EE2-9F39-479A89FD85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18C9A6B3-A2D0-4F9E-86E7-C1B1ED9C33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9A4F9BA1-A56A-4838-BD35-09CFACB982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CE40F959-A135-48BE-9E2F-C5CD69F2E02C}"/>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361BBECD-EF77-455E-98AB-FFB5CDC7A71A}"/>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E7E8F703-AE1F-4BED-933D-0357B2CAF2BD}"/>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2EB9B1D-B433-46DB-A2CF-0D2C779FCA11}"/>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7D9F4D6-8137-4C19-8E89-C8E287011BA3}"/>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705E6C1F-767C-4EC4-8EC6-FE7107EBA42A}"/>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7E39AEDB-7C03-49DF-A93F-70D2692DEFA2}"/>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BA8C675A-6B1B-43A7-A814-C961C76C66ED}"/>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46A22CC-3EBD-4E03-A27B-2C6DD1200ABE}"/>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7BB7EA0-AFCC-44DE-8FD8-0EF10E3E613D}"/>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F9BF9646-6497-47B3-962C-D6DE8A65BA8F}"/>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7BF7863C-5F2A-4798-861F-D0FCD9CC2FFF}"/>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206E0FDC-F9CA-40A0-8758-2FB58790E6AE}"/>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FBC9197-B166-4612-AF96-97F0868D3770}"/>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0D250C2-325E-4DB1-9183-651510B1BAE5}"/>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5EC2423-F563-4EBE-8F7E-D4B1257A9A80}"/>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6BC75F94-36BE-4DB8-A6A5-EE834F3C6C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74134463"/>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18A5BEA3-D110-407D-BD5C-B6482C9AF6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72B52A7F-E088-4A83-A452-0EDC7E5D9A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7874AF1C-E490-48C8-8E8A-850A60E035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5A48585E-77D4-43D6-9546-52A64ED784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0B319316-90F2-4A1B-A4CC-FFD2C096C6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4803B948-F18D-48CE-9E93-4F8CE75751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3A3C93F9-EB0B-466E-8F2A-827DCD08398D}"/>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3F6240E-60EE-40CF-A91D-F7805C0BEB0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CE60E9C6-03EE-4ACD-AF70-277B46C984D9}"/>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CC54283E-CE74-488F-922C-954A82B16E68}"/>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2FE780F-36E4-402C-A464-CB90C265F552}"/>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D8CC6A9E-ABAE-4B7C-9C12-8D8A59D4F2EF}"/>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669A89BF-CB48-47FD-9874-961CFDD872E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DFD2BB62-460F-48D8-8644-96714CE244A6}"/>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1CDB565D-B5CA-4A95-B3A2-7247D7EC4771}"/>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FBC609E-85A1-4B9C-91D8-C31A4E853718}"/>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D90E80CC-CF7B-4138-9A37-92B6057014AB}"/>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86AD9FCC-599D-42D6-A9E4-7979FBFECC80}"/>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50DF967E-6F35-4F0E-9C9C-C6D09B52D82B}"/>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73E8DE61-D3B3-402C-BF8A-DDD4ACFD37AD}"/>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9F4F7093-27DE-4887-B06E-E37F29001AB9}"/>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118EA21E-21A4-449F-B5F6-1F739818F41F}"/>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948C47F8-24D2-4B55-B95F-C8020A7B5152}"/>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9FFD7102-BD83-47D4-9071-236F9A5F264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31E08AC-ADA5-48CE-B852-B570FC5FC162}"/>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07D3504A-7D34-483F-835C-66B19BB47D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58274015"/>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3DE156AD-0377-4C20-9625-2FF79C8742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3AC22614-ECDF-44EA-B3CE-E0A4903D89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E30F43B8-F403-4635-A282-E30F911C56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604A3627-7FA4-4609-9489-992E32EFEC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AD776CA7-CD31-44DE-94DE-C6A0361B47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46F7E2E8-5652-42EA-9967-0F7122DFCA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DCC00EDE-6B1C-4471-8703-52C601380492}"/>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0D8DE5CB-C0A9-445D-8747-EAB2A1E6A6F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9435D10C-8CE4-43A9-A85A-890C91BB2119}"/>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AE3B87D2-5289-4A82-AA4D-061C4CC22611}"/>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30F6F5F7-E244-468A-B559-CE6CA95998B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D27574CF-8305-4C3B-BCFF-06FA2FD6C25F}"/>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297EB3B4-E9F1-47EB-8D4E-23E3FC3C50DF}"/>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F93057AE-7A46-4B12-A2DD-D849171D4D92}"/>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6C330D46-3A94-4AC7-B41C-D6805C2A021F}"/>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700BC2DA-AF29-4F21-A576-65E50C96639F}"/>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73D6183-1D3F-47C5-9B0A-3B6C5253ADFF}"/>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2DF9947B-2A63-4F21-97B8-E54FBA5D0A44}"/>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F6B57FF3-2AC9-4DEB-998A-190156BBA28E}"/>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F979AF5-0839-43BD-9E8C-FC0ADBF98300}"/>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C9EA3CB4-2984-43A7-B6E7-0454C636D47D}"/>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69C736F-9F52-48E5-BA59-1A1636D3BCBC}"/>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B291FDB8-FFC2-4243-A255-4DF321652733}"/>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7E0BD5AD-152B-4DCC-A142-9313AE18D20C}"/>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11ED1E3F-579C-443A-A329-DD080A104AAE}"/>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AC53D11-1B5A-4839-84E7-8BA602DD7CA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E6D33294-EE48-4F4F-B853-E950327B1869}"/>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722D0EAA-5314-45F7-978D-F92713B2BF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2063765"/>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A69B65BA-1DF0-4413-B978-609F963F24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915407CD-CE6E-47E8-8CB8-003391F35E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BB62123D-B80F-47D9-B05E-6F140114A0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7E1F3BF8-E211-4DB0-80E2-5777875BAC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2F086463-CAF3-4607-B15D-53058A60A5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E0136ECA-5BD9-4C44-9481-2E01FEC5E0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01B64F89-C7ED-47E0-A2D6-A101897A87AC}"/>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122F5A9C-5842-4B1F-BCAB-91F8F3BD317D}"/>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248AA0F0-1AC1-4783-BF3D-0050509FA27B}"/>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D1D8D67F-2A35-4B8C-A566-91C015F212C6}"/>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76D2A7CA-FB83-46A3-A3EA-995946F893E1}"/>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60036BAE-5E37-4501-A5DF-073B6E8DB7E1}"/>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5ECA174F-086C-4586-A966-35B877BC62B8}"/>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59F88188-0653-4B70-B24A-0750D51282C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92182741-3089-4BCA-B98A-EB269DE1DADB}"/>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7F1A5751-08E2-4138-ADC1-06614837EFD9}"/>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9EC26A9B-26D4-476A-9970-8670C6808A80}"/>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6E0C285-5DEA-49A9-B8E6-15206744D58B}"/>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B5CB4573-D8CB-49C7-82FB-6316AF892931}"/>
              </a:ext>
            </a:extLst>
          </p:cNvPr>
          <p:cNvPicPr>
            <a:picLocks xmlns:a="http://schemas.openxmlformats.org/drawingml/2006/main" noChangeAspect="1"/>
          </p:cNvPicPr>
          <p:nvPr/>
        </p:nvPicPr>
        <p:blipFill>
          <a:blip xmlns:r="http://schemas.openxmlformats.org/officeDocument/2006/relationships" xmlns:a="http://schemas.openxmlformats.org/drawingml/2006/main" r:embed="R7717ce5b27a34f00"/>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0DF65907-0C89-4A00-A526-8BDBCAE14D24}"/>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51C64FEF-F0B7-423E-B62D-00AE6EDBEBD0}"/>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A61B750-0D1A-4F34-86F2-3036E67813AF}"/>
              </a:ext>
            </a:extLst>
          </p:cNvPr>
          <p:cNvPicPr>
            <a:picLocks xmlns:a="http://schemas.openxmlformats.org/drawingml/2006/main" noChangeAspect="1"/>
          </p:cNvPicPr>
          <p:nvPr/>
        </p:nvPicPr>
        <p:blipFill>
          <a:blip xmlns:r="http://schemas.openxmlformats.org/officeDocument/2006/relationships" xmlns:a="http://schemas.openxmlformats.org/drawingml/2006/main" r:embed="R4ffbdd63c96c4c82"/>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B83A7A43-43D2-4A4E-A191-6953D5CFDFE6}"/>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3BC2650E-73A7-4B33-9C11-69BBF91D9C4F}"/>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ED8D457-4E03-45D1-8024-A90D537F489C}"/>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FF1754D3-D474-4137-8B30-B966B85C775F}"/>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7F5D78DF-F919-4277-8D81-AA82C57DAFA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BDCA5BA9-2101-4FE2-97F0-16F4D09F10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53484576"/>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4716CD2D-F982-4F44-AF0A-94253F0011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1247C07D-512D-4EDB-9D0B-D0B70BCF52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444D192F-B13B-4ADC-8398-01441807D4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77A1AD15-AE67-4CFA-8867-EF9B8661FD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4738489C-8D36-42F0-AACB-2CCEE8B78B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92C8B1FA-F065-45B7-8096-204BF419AC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6A8FFEBC-4F6A-4698-A779-8C52ECBA992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1DD3E198-8563-443F-8BEB-A9E8C7E91776}"/>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0BB75A48-9A20-4C34-8962-2573F5DB16D4}"/>
              </a:ext>
            </a:extLst>
          </p:cNvPr>
          <p:cNvPicPr>
            <a:picLocks xmlns:a="http://schemas.openxmlformats.org/drawingml/2006/main" noChangeAspect="1"/>
          </p:cNvPicPr>
          <p:nvPr/>
        </p:nvPicPr>
        <p:blipFill>
          <a:blip xmlns:r="http://schemas.openxmlformats.org/officeDocument/2006/relationships" xmlns:a="http://schemas.openxmlformats.org/drawingml/2006/main" r:embed="R0168cc6373df48f7"/>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0DB00EA-A6CC-4F76-94BA-3B6170EEC6FC}"/>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B717BB1D-0F52-46CF-8FA3-58FD96E28B33}"/>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28A7F183-1B31-4CCA-87D7-F8E47DEEEFF2}"/>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F06DE7A2-F3E5-4100-A34A-7DD649E375F8}"/>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11E06848-D3D1-484B-8FB3-CCC65B532A2E}"/>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690F791E-0188-4821-A5D7-E8BCD9783D2C}"/>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DFB3D506-3983-4F76-98C9-2BC6C92C9B92}"/>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CB8B3720-8EC8-401C-A9E7-DB7E9E36BEF2}"/>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59154E6C-AB3A-482B-B7C8-355CC09ECB3F}"/>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1A70CBD1-3CC9-484B-8031-276EF0CD3799}"/>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76E2F11F-77E7-4C28-8B9C-0FD44C7D8957}"/>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8701BC25-8722-4541-8B7B-8579388D774B}"/>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80A49170-0951-46AF-8BC0-275B212E17D5}"/>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8FB58907-13E5-45A4-AE6B-717ECE7028D7}"/>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EB6EB972-ED27-4620-BE40-02C3D601FE53}"/>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652958B-9D22-4433-A433-776B3B190F82}"/>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556C7678-4414-4FF3-9A0B-E3ACBDB38D23}"/>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DDA466A2-2A64-41FA-BA0A-445C29C7B19D}"/>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30CA85F7-D911-4949-ABD9-964EC1CC0343}"/>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FD1D1877-2AE4-47C9-A824-EC50D1DF52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0131569"/>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0F01DD9-13B1-47BB-9785-B584C4C7EE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A5EE51E9-C27A-4462-82FB-B30178E232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059C3866-76F0-4ED6-B0A9-A15575DD75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2224A5A2-4DDF-44D0-89A9-59A9A03EA5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5A9780C6-F2B5-4C27-B35B-E1DDC9ED4E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29120863-113D-417F-9182-69E754EC08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0A4C12C9-9A7A-4F54-A504-DE0030A74A90}"/>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273DFE1C-6565-4C3B-AE58-5FF527679297}"/>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59DF6F67-B701-4B8A-BEC4-24554477FB45}"/>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6E456CB4-46C5-457A-BD68-CC9D85CCDF06}"/>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51020259-F129-458E-B24C-D7198FC0889E}"/>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1BA2B6F4-809B-4474-A820-16958DF82420}"/>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B2141CF3-8F69-4EE2-8906-939499B647C9}"/>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34F8793-0B1F-46FF-8EE3-4A5C94EFFDF0}"/>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DC9D2A39-69CD-4201-8187-610185DB625F}"/>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547BBBC3-6C21-4F82-9352-262D0AC82C17}"/>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3C355717-D384-4B12-A008-87053B22BEB4}"/>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2B0CB1C9-3768-4615-945E-E2ECEEF90E74}"/>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67C12CC2-3559-4C8F-BF24-BE871C916CB1}"/>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D9C5AB7F-7135-4889-93B7-C499977DB636}"/>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2EBC1BCA-7A29-4F4A-92E4-9E577BD639DE}"/>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4E310B37-DA1E-4718-B3EB-586FC3D028C3}"/>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F94F62EC-A271-46AE-8504-9674A12623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90957539"/>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F7E2FF27-5AE3-4CF1-9EEE-042A41B5AC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1F69201C-07D2-4C41-81D3-479E16284F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604D252F-4A17-4B4F-AB9A-12767A755A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23716242-ED81-4154-AA19-F989FAFBB4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9CF81A5F-318F-4F16-A029-0B6384E7EC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C6CFA238-761C-410E-9DA8-6655047620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F3E3A417-B0A2-4538-9339-72F1F20BC79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2A40947B-D3E3-4F54-A606-6498885F63FB}"/>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531F1981-F934-486B-B797-3949D5AA4E9F}"/>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CB55BE9E-6DDD-42CF-B7BE-23BF7CDDEBBB}"/>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5D7666BB-E4F1-4EA2-B91A-E9E11EC9B94C}"/>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92563336-8973-4390-9207-25A2B4CDB495}"/>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BF02F2F1-D3EB-4BCC-880D-7B738606D986}"/>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155969B0-AE10-40E0-8EA4-E53C39756B11}"/>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97D20B7F-275D-444A-8CAE-AD401DB7B4EA}"/>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700E1129-33BB-4726-B8E4-50DF2E2901CF}"/>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DBB768B8-A81E-4821-96F1-8C4105F2E5FE}"/>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C57B2F19-6F16-4A41-BBBA-E989665BF50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0B90223B-BACA-4D69-842A-4CE5C2D55779}"/>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EE05DC88-13C4-4A5B-A813-E54089C6130F}"/>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5254E57-3E20-4733-A08F-087E9CBD3EAB}"/>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8A698B52-14F5-4830-8735-40303F1A4EDC}"/>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E2188906-B7BC-4408-A239-5A9EF20988EC}"/>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6373756D-3C65-43B5-ACC0-0BCBD4CEF49D}"/>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BA6F66D5-8B8F-47F9-AEB6-6126DDF9C65E}"/>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E550F9C0-3215-40C8-BE36-1E5B34B0925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5F775EC4-4D9D-4A15-AAD8-CA824B3E614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A3B824D3-EF08-485C-AFC9-EFD226DBD038}"/>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8ABBABB-DB8E-4D9D-B3F1-863D11AE1C6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78BC4965-4C7C-4D09-AEEF-FF1D391DC02F}"/>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53D0552-7182-453C-B415-2BF3368D3430}"/>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41BA874-8EBB-4E11-9E55-E424BDF27442}"/>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3C1AB86F-E579-4044-86D2-72668656B3E7}"/>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52DFF323-0375-443F-BAA3-D04A155B16CB}"/>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D7D17FC-3B0D-472F-ACF7-239E0EBD68E0}"/>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181DC7A9-F85E-49E3-99EC-1A3B6F313EA2}"/>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ED5164EC-31D0-4677-9932-8C014F7DB154}"/>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2DB1788E-EA24-4F83-AC3A-BCE79E4F9CC7}"/>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DA063594-3B8D-486B-8BB6-7FB717ED0A14}"/>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5430E3F8-B85A-454D-A0BB-BD85A5B2D2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2950525"/>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FB8E8733-6006-420C-AAE9-A9B518F981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6BADFCFD-BE2D-462F-95D5-6693DA9D02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F29C9660-249C-43D7-9E7E-DC903BBEF1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1B77A5F6-334D-49E3-A99E-A3FFB8B2AF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19423890-B023-4337-8861-225FB258C3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6C9F9E7C-9E4B-4249-9CF9-E90217C269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66747C63-EF98-4401-AACF-9FE30A1AC36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BD019138-B417-41E6-B059-EB0954287E34}"/>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F83132AE-8DB8-4A85-849E-F3F42D8DE1E0}"/>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98EF5DE9-4DEE-489B-8533-58CED858097B}"/>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EEFC86E3-0EAA-44AA-9362-9B2A44F55CF2}"/>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7D9005E1-C7D4-4194-BA5A-61F6A572E2AB}"/>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8945F888-F854-4250-95A7-60D7887697E1}"/>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AC380FB-76DD-44D4-B2E8-ED3886C783C2}"/>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C09828B-B1B5-4B9B-88AB-54EA59A39AA0}"/>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DB6C1104-B38D-4F32-9FA0-63F6F146346D}"/>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260F6BBC-0A22-499D-8C26-0CA259890D6C}"/>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9A6AEDC-EB08-49A0-8EAF-49407DBD9C42}"/>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FD70E2C-21AF-406E-A842-469746BA7852}"/>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BE966898-0F57-473F-B099-723D5CF67F80}"/>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BB13A86-F5DA-46BE-B3F0-E507A3557853}"/>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FCAC2C06-45B5-42C3-877F-C642399BFAC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949894FB-1B0E-4A67-9DA8-4D7EB6C9EBB3}"/>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F523FFA6-7277-40C5-847E-95CD1C361E59}"/>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3C8D8D13-727D-429F-A9E0-E6CAE700DAA2}"/>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8E3B23E1-FA28-45EA-9ADF-2BD89ECB7889}"/>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EE140257-EBBD-4B71-8E67-7FE8EF34A1B2}"/>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C9E53AFA-C809-4F54-9AA5-4540F3F0E662}"/>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BCB6425D-95A6-4284-ABB8-D85EA84B1F1E}"/>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4249D5F6-0ED8-4C46-93DE-FF452B3E0CB8}"/>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49CD3E33-2DCF-46CA-B86C-9FC9340EE701}"/>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207FD9C5-B287-4295-9320-98DE39D6D1B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CDC7B732-2FDD-4A42-B420-F13066D61E12}"/>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B79B34E6-CFA3-414D-96AF-E590A024E303}"/>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DA5762B9-7F1D-4A5C-AED4-FE5B5222245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3343E9A-381B-493D-B344-6EF9D1A37E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5499584"/>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2792A8EC-DDBF-4B6A-A0D7-D0EBC0C21D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15D0CCD6-79C8-40AA-8642-1B08DF6D53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C5950C3C-0490-4C64-A716-040D6A5FFE0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2D5D839-040F-4542-A3EF-129A19B0F7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F83F9B67-8D3F-48A0-89CC-BFE2A554CF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F83688D5-BB52-498B-9901-8C81F81D66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54EEE7A8-5E58-45FE-B33F-A02E76EF8747}"/>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B4887BD-A12E-4B7A-A8A6-369DC776C1CD}"/>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3108D6F1-0607-4AA5-B4ED-9615297CFEE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9F2BA80-E3D2-4908-88F9-46535CF4817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C321891-488C-413D-8114-F081F746465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9273B65-602E-40D3-9CA8-F5CF70EB7C5D}"/>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7F920F73-E3CE-44E8-9888-2C247E8123E3}"/>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8488E72C-C9E6-4EB1-A417-3E7AA6D02F8C}"/>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06B7CA1E-84C7-4AE6-AE48-E1E1B8FFF098}"/>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B950B418-D1E6-4DEA-B93C-4F421954D687}"/>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13831043-D6F8-4B6A-B10D-8DDD6BAA24F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A439D95D-D148-4AD1-A20E-2566A43CCF90}"/>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7A884C8-1124-4067-AE45-E3C62B7010E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825D10E5-36E6-4A79-8250-BCC6611D424B}"/>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785E467-2DC7-490A-8750-421C1338314C}"/>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B062E440-36EF-4AF8-B54E-65D93CE69922}"/>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EB867299-FCFF-4D42-9476-4A5765378BC5}"/>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4BFF71E5-7C31-4CBB-A88E-84E9BFBFA202}"/>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B6E59E83-1BD8-4934-9C56-57CFBE24B099}"/>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DE0A9C22-5EFA-430F-BE61-549AAC1F0CD2}"/>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F6D0140B-6A67-4E5E-9A1D-93BFB0EAAD68}"/>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B2B5BF1-6069-41A7-B37A-81C11B3F97A9}"/>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87F6B298-C7E3-4167-89BD-C3ADC9B5706D}"/>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10FE3E47-91D5-4213-AF00-630B4B560863}"/>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87BBBA39-F756-4407-9AA1-1EF1A97EC78C}"/>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D7E0FE26-678E-4116-B66D-435A44196E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27706833"/>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F81803A1-C026-4532-827B-0974512A10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BB185CC2-B205-419D-BD39-CDDA9AFE3F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CCF29020-A19B-4C4F-AB56-3CE71CC4DD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E79E9749-0583-408D-94A6-7A6311890E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3FF07238-4DCE-477F-A594-0DCD365F78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A3052C43-3ED5-496C-9AAF-3274BEF46A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37E5ABBF-36E2-4054-890D-252252DDA854}"/>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80546F4F-D69C-424D-AE31-1607FC30EA5E}"/>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108F7C28-0253-4AC7-91EC-706757937B51}"/>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B306BA71-4076-44F4-BBD4-FA9FC0C0F3F3}"/>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CC543F42-1CC5-4B6B-A808-7BE284B1F814}"/>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8F7E9512-5FCD-4289-A955-F2CD0F5A469C}"/>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5D9B4155-9E6A-46EA-ABE7-A1FE6EBB25A0}"/>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FED3123E-E39B-44E9-973D-03D9651DE100}"/>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C7C29651-FC83-48A3-A1A9-F08C987A86B3}"/>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0EB36367-3EF5-4A12-ADCD-53D15620F8E3}"/>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75341F1E-A456-44CD-AC55-D2982E40B25F}"/>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40184A4E-46A3-47FD-A48C-4DB99981828E}"/>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8F029ADA-0D62-442B-9FC3-1DAC490FE3FA}"/>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FBF0C97-5341-465D-A265-553BB8D39620}"/>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6F9D9A57-B24B-46CF-9671-29E60E6A538F}"/>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EFA1EA3-2613-4B65-9B87-770EE767FCD1}"/>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2BBEDA3E-28AA-4CA6-8E62-946B26BEC06A}"/>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B373CC6-C728-40D8-8A00-5AAD63DA9508}"/>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1A0DA0F4-C520-49FC-B3F6-423557720D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85094871"/>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ACA04D21-3F39-4EA0-B93D-2C06B36066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F61B8C9C-1CD6-4DAB-9E41-84FC9089C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414F8117-9C41-4170-B5E7-6916AA4A9E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415BF313-A77A-4F59-9843-41056ABB79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AC29F423-0B8D-448A-85CC-CEA8C74CE9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61936300-EA97-4C51-BF68-C2F205A39C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DB7FBDB1-2B3D-4A56-81C5-8AECE36A826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C5FB439B-07E0-4B5F-A249-18861600AE0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1745510-E9BE-4594-95F4-1BA1FDC27386}"/>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6D646AFA-AEAF-4115-A7D1-BBC9B33A5600}"/>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582883EE-705F-4939-86D2-9334DAC61D33}"/>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E517A99D-BAB3-47E8-B254-04E78FAAE45F}"/>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436FE27B-FCAF-42B6-BA5F-3A02EDDD3828}"/>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6CC20923-9C29-487F-890C-EE45FD740890}"/>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867F71CD-5DE1-4946-B4AE-90C581763141}"/>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0CB2D310-A20A-4727-B6EE-AAAC91FACB0E}"/>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618E62D4-C7B1-4A0B-B37A-C45595638242}"/>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19A01077-7AC2-4983-8E01-6D1AE5AF478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631AF55B-35A6-4F55-97D2-9C5572A36B99}"/>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FBFADC29-C517-43F1-A22A-14002620E50E}"/>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575A556A-AB3A-444A-8551-6E0E60044CBC}"/>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A2B0D1B4-72D6-4875-BFCE-D501BE5E9C62}"/>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AD267B89-B270-45ED-94AA-B4B5B8880766}"/>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6B70CE7E-2DFA-4D6D-BA84-5CD95D7D6E16}"/>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7DA82F99-9C4B-4E3C-9A8A-E4FF3CE1E9D1}"/>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FB8DA6A8-1CA3-4B45-8548-FFA00F9BF47B}"/>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8781ECA9-B307-4BE3-A119-4BEB35EAE7EC}"/>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655AC7D1-6DC9-45B2-817A-D674985C62A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17B73ECE-3B81-4251-8257-096E51067874}"/>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F31116AD-9B1E-44C6-96BD-D113E594AD1F}"/>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B1353897-4981-4B93-9007-968517F409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99674759"/>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0324B6C8-0A1F-4B92-BF9F-C5F8FB2096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A35CB6A1-EF77-44E5-B187-44E4FE6922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2024A7F1-B18C-41E6-8289-99D84D9499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74C636C6-C6F6-4FD1-9304-5F8573C88D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5DBE8403-0A50-4F1D-8170-700488A3C2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1AD4D403-7913-4CA9-87C3-6E7519E551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AA52C75D-9723-475C-8070-C1D999B309E6}"/>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DF0564F2-3585-41A9-BD8A-433D32068F2E}"/>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A10652A0-B4B1-4E66-9631-7A96F1AC6550}"/>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894E42E7-0D13-4A6B-9F0C-8343ECA00D2A}"/>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6F8A3F25-E534-46B8-9D80-8FF0A105D509}"/>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31C27625-D9DF-4E83-9195-0B1E21367B53}"/>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64B388AB-FDAD-4B89-BF86-CA3C3A3D645F}"/>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18666017-798D-4DDA-91BF-060E0AD5AC16}"/>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221D35F7-B01D-4FE6-9493-5CC0AEC16395}"/>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F3253649-7CD0-4625-B1C0-2F42CDCCA509}"/>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8851B3EF-8BF8-41C5-BC8F-BAEB77BC02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7A8D4E3-F269-4DB2-8D20-2A11C1B9CF71}"/>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2DB699F4-7525-41DB-B4DC-7E7FA107B5D1}"/>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B79259FC-4550-4C99-8A82-95FEA790D95F}"/>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B6E8A48-0CD8-4098-938C-71160A886BF7}"/>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2C96F7A-B7CC-47EB-B195-5A74196C75C4}"/>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6E331FD4-6435-48BA-A528-884308BF405C}"/>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9AA8208E-FF0A-406A-9F6C-449390FF4211}"/>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D665FE6E-02B9-4F55-BD0A-F61B7A25FBA8}"/>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6ED63032-5400-4827-A769-BDCD8ABD1D2B}"/>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CD991E09-7CC2-4C34-B8FB-D0E49204E24A}"/>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68B9500B-2233-461A-8B8C-5FE8B1EB0EA1}"/>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BB0740F-B762-4A51-BDF2-FF0492DDED23}"/>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80BD632D-A88B-4FBA-A5D0-99B582984435}"/>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A2D2C5A-1CDB-4EE1-B772-71CA9E2F9730}"/>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AD251B4E-738F-4EA9-AAF5-A24F67ED4EE4}"/>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3A01C15-7A4B-44C4-BC61-B151B79401B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7052A06A-EDD2-4A5E-B23B-7323231A1F09}"/>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D9451309-6644-4646-B5E3-9CBDDCBBD94E}"/>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2A08242-F0ED-42BF-9D96-7AAE6F96FF6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6EEBD6A8-8ADA-4B62-82B2-0C5F0A32846E}"/>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386BE82D-739D-43AD-9B2E-E6E79CDDF131}"/>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F5929633-C565-4E28-A6EC-F551B35189D0}"/>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DB94DCD1-CC40-489E-8C54-478BA62EADD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BE4A8D01-DDCD-4840-B514-CAEEC081AF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38595"/>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D95B53F3-6044-460E-9949-7A1D638530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143F7ACD-A8BE-4998-AACE-AD083EFFC7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15594CE1-4293-478D-BBA4-18C4203D69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9F23BF4E-3545-4112-BA1F-6DFEF4CD52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396342A8-C1A8-4395-9F73-230D41FEFF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0B9804CF-0A88-4F53-92A0-2E84A2426C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60A7132B-BEA3-4161-97D8-C3B90494744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039811C2-2F2C-4842-8ED7-086EED86E82E}"/>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D1AA12B-47FA-457F-8C6B-1874797BD8EA}"/>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EDDB965C-2022-47EA-8DEB-3E7CA12B7B51}"/>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E72DFD10-6AA3-4C11-82B8-BADAA3EA2923}"/>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01AD2731-E858-4DEB-81A4-115CEF4276E1}"/>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04B4978C-6C7A-49A3-97A7-C7EC3A259F90}"/>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D21EC30-EC20-40D6-B959-70C95776B36A}"/>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6B1769D-96E9-4B03-AF1F-168A90E81291}"/>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69239FA4-89AC-4560-A45B-CE75199C4B54}"/>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31303CE1-343C-4E06-95A5-3B6CDD061618}"/>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AB643A8-47B6-4821-9330-42C2C00255A5}"/>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A8952D9-403D-4334-B805-CDC26BC332E7}"/>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268D18CA-E746-48B9-8201-5806EC0C7467}"/>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19A16B1-A8AD-457A-A153-B17D2D39315C}"/>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EDD9A80B-00C0-4673-90B9-A74D5A333BAE}"/>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FEBE4C2B-CFE7-4AAD-92E2-E280FE4F36E6}"/>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073C41FD-E0E3-469B-B79E-15FC2762326D}"/>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44500BA6-E153-44B1-AB25-708C527082D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5D89FD48-A9CC-4631-AF67-FDE54CCB8473}"/>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731B1EA-3937-442D-8C63-CD8F49D6E9A3}"/>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8B465E9-FB43-4F86-B9B6-7ADE98B5D19B}"/>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140796AE-E641-47E7-8A9B-421432AFBB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9943028"/>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93F6554C-D784-47C0-A8B3-869D794BE3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64A743DD-2BA3-4DFD-8A8F-425AB69940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FC0FF7C3-4373-492D-95AD-55E02CD3F4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298B1380-50F0-4960-A600-81D8122152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316B57B0-DAC1-4719-B8BE-1F906B09C4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54F41AAE-29E5-4497-8E5D-692D9042C7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EAB35F50-643F-48E4-8C9D-CCE0AACF46A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DF5B9E6E-E64D-48C8-B873-E04458049974}"/>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E6AAEC7D-969A-4679-95FA-5A83CF242ABB}"/>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D29BCFAC-86B2-46D8-96B2-8EDF3FF7C056}"/>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C86BA98-ED49-4BFD-BC04-EDAC79064D32}"/>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7F61F141-998D-4C63-B163-BB1D416719B3}"/>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4E77E9BC-5C99-4409-83A3-E4E56AA617EE}"/>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E8012492-7B8C-43C2-AA90-EE137FE5D457}"/>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3B312FDE-CDD1-4A66-B7F8-BF80523058C7}"/>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D2D27809-588F-4565-A00A-F132F1029EE6}"/>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E20DB9A-9BE6-4DD2-90DB-E0F24BF620A1}"/>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EBDF392C-687A-4362-B7A8-BB4224D5CE38}"/>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CDB5AF7-F8E4-4284-AB47-0499886A6FA0}"/>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3BFA071-34FB-484B-983C-31461AD5DCB8}"/>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1303FCAF-4CED-441A-A17D-209B2A3365FC}"/>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93CE9C38-A44E-4D5F-A70E-81518D48E705}"/>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3320915C-0BF5-4044-8FA9-7946C5246A78}"/>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BD8304FF-359C-4C56-890D-1728BBF96409}"/>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BDA0046-7B79-42FF-A791-ED83AC698C74}"/>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04944FE5-1280-45DC-8C1C-B50FBC3AAF72}"/>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875E87DC-8002-481B-99F1-066F53DB394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029D65E8-DEDD-455E-BB28-FE853358CAFE}"/>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1FF6B6E-C52A-4D5E-9AC3-64ED8B7259F6}"/>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311CC8BB-0650-4F04-A623-130B9290528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DC3EB6D1-F5AE-4E39-87B6-F379C55FB69C}"/>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58E307F6-1EA7-4815-9F63-ADF0E291BEF9}"/>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5CD1418F-9378-4270-AEB4-5314E587AEE0}"/>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08A780A8-6987-4D99-B3D9-DCE8F664FAB4}"/>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3B37C1C-52ED-4D93-A1FA-DEF501784ADB}"/>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01F70574-EB97-4F0F-B73F-2A183DDF3A50}"/>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EFE50FD3-415F-41F5-852A-698EA624734C}"/>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3DC2C6CB-DA45-4E89-964B-1AC4696CDDF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5127FEC3-31FC-4707-B2E9-37761C1FD834}"/>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358F6605-63A0-489D-8CB0-D3C4BC4335FE}"/>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7720D732-779C-4C71-9895-C73CE945A108}"/>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96773E6-9256-43AB-9D7D-6C4072FB0DAE}"/>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A0D4F8C8-3185-4AB4-B474-E5EA43710E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35001689"/>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A5B51CCF-7A28-49DA-A528-A1295B2FF7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1F328E98-F82A-4D63-8615-8990C3F5D0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85985BD3-AE25-44F0-8313-E3899F30C2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3A9AF60E-41FF-4CFF-BFDB-6F54B41608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5FE7DC74-C0B9-4FEA-BD5C-95D704771B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89F9A55A-A065-478F-8895-85A30D33E0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91DFF985-FF40-4D99-B61A-FC78C2106474}"/>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3B970AE4-A56B-4091-AEBB-B0414F037F18}"/>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47EE51B2-5F07-434C-BD71-009AFDE64758}"/>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BE86D03F-67E6-4E47-A334-6AC0C3E2B6D4}"/>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D9FFA4BB-BCF2-4DC0-9401-6679ACB1A94D}"/>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0908DA14-894F-47F2-9049-776601F18338}"/>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089153D2-4778-4E64-975C-360F95156B5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728155E5-E28F-45D7-B240-6C728127162A}"/>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6F10EA-B054-487F-BD20-93E9C7A652C5}"/>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3F143C8F-0281-4FD0-966C-5704AC1ED51A}"/>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46299881-36E5-45E0-852E-7120E9A617B2}"/>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9463E853-5CEB-4FFC-A441-BEE3193D1974}"/>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0BCB3DDF-7B0A-47D2-99E7-04F1C77736BD}"/>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1E59477C-502B-4644-9DB3-ABA2ED4EEC7C}"/>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41C39988-33A0-48BF-BC7F-64B71FECC988}"/>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4A10D5E-E6F2-4B80-8464-6E2F59B4E2E6}"/>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93CAF184-5C53-45AA-9756-BEB9086E85BE}"/>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C93F0A74-47AA-4CE9-A635-A845482A088E}"/>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8F82E98A-24FE-47DF-8049-562456A53A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27080600"/>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B928D7A7-9C3F-4762-B52C-15B00D63D0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E966C1F9-C511-42BB-AFD6-5706B5970B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28A3905F-9E16-4D37-9545-45FE33B5B8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08E74D45-5E3B-4525-B282-2787FFAC26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CB6AD0F1-0234-40CE-BEC3-69E6C461BF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6B2B980A-AE6D-4810-B7FF-755A095D4B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02B734D7-ACA2-4473-9FAA-F7359FEDDAB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402F4E8C-BF83-4653-8ACB-884B1A5693A9}"/>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B8E843DF-3404-48D2-A220-045419B8ECF6}"/>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63397713-D4A5-4227-821B-0FCB879CB6B7}"/>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FAFFB517-37BD-4DF9-B3CF-2392C1EEE37C}"/>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0F627C4C-CEB4-494C-9E91-F2FDE0221194}"/>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349F0802-DECE-4C09-809B-451802DA8627}"/>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FF9AAAF4-75FC-4A10-B1C0-09E7466D37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92246"/>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80B7108E-C07A-436F-8159-2D84057006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D02A87C6-53BC-43C7-B983-6D6FC2D132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02C32FA5-423A-4C2B-A6C3-E488198F82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72CCE5E8-F61E-4D73-A8B5-1EA1EC6EC7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16388BC1-4401-4FF3-913B-B2515F6618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19E11C3E-0FB1-4288-918F-51A67ACD24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68F9FC03-3FE1-4B71-A7B1-22169F83D59D}"/>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533DC27C-5648-4AC7-9981-42E8508644A5}"/>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C72EAE8A-BD60-4832-B7BB-19ADF96CEC27}"/>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88CD5D3-AD24-419D-A89E-05B23F169244}"/>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7E0F554D-8649-446B-8E48-BA68D302B950}"/>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FC3970F6-EA30-4D20-A51E-BBD878A8F47F}"/>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2103CC41-E566-40B7-BC6E-F9E0941725D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86FB4D4C-DE16-4A5B-8722-245F758F68D9}"/>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313D4D60-74E6-4872-8206-DA94092AF4BE}"/>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EC625C92-62FD-4844-86C7-0C6B392AC54C}"/>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24D5720E-F83B-4314-AB21-C4139F199BA0}"/>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7AB0289F-CED1-49FA-A85D-677C80343047}"/>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359B292B-CF98-4D60-AF42-9132CEBF0147}"/>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75D817B1-C844-4D92-BCDA-F2A11081886A}"/>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6C1E00B6-6B9F-409C-A07D-1AE4D74C6190}"/>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8B1CBFE7-CEF3-4768-86FA-61168D446089}"/>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F4127E16-D431-4CF6-8644-5E3CE0D28D10}"/>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4C4DFAB7-7EF0-4470-804E-DE231F49A32C}"/>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AE376E7F-13BD-46E4-9EF4-33494E931BC2}"/>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3FAAF415-FF1F-44FD-8321-8E061E5E745C}"/>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12F8A29A-79F1-46EC-A848-FD32D5FC2E04}"/>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C17FC3D6-6E35-4E18-93D8-779042D70891}"/>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4F0C3783-C27F-43D3-B783-A9B564979970}"/>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06D5C30C-3E87-4C77-8A4E-E99CFFC271E2}"/>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FBF11EF3-0249-4CC7-A96D-03E9EF1AD87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2DDB5A6F-08B0-4585-AB31-B31E785568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27937828"/>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69C092CC-65F5-4A3D-AEC7-0181FD5087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1F42126B-0298-484D-8FDD-7DE9355EE2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54D23DC5-D6D0-4A53-AF99-5FFFB05799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207F1DF9-9B3B-40E3-9976-9C4C1F6258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DE0956DF-236A-4574-B3B5-8DBEE58297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8164C293-E38E-4ECE-A430-9D632A2CBA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02179CDE-9511-45C2-9771-7934D415955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0C7BDBCE-9301-4B23-B680-E8964F3BEE1C}"/>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F82E9C0-D35D-4A85-92BF-5BA30171CF0B}"/>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0B495772-8828-4C5D-9C97-3395C78E256D}"/>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2023BDA-97E6-4E2E-BA87-11EED22C4D95}"/>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0CF84D6-E52F-4500-9F0D-D16B0CEDAD67}"/>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2BB0832F-F5C9-4DA6-9AB7-2682A462E01D}"/>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6A7ADEC-0A2C-4BC4-AD48-67C91B7EF45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96F38C5B-E429-4021-94B2-B38250DF551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5476E338-951B-4F52-97BE-441E20D25EB1}"/>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568F16DE-4BB9-4174-86AF-EAF9173C1BBB}"/>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9E76A35-7F2E-4D71-9113-374080FAA2B6}"/>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6BF1CD92-2675-48E6-8FB4-E1084C6D00B2}"/>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8A8B808F-7FD2-47CD-8B59-14CE149C258E}"/>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66DD7274-B63C-403D-BCEA-AB3BBDC6ED6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524E7C83-57E8-444D-8C62-617014576A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30880337"/>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질문에서 보존된 기록으로">
            <a:extLst xmlns:a="http://schemas.openxmlformats.org/drawingml/2006/main">
              <a:ext uri="{FF2B5EF4-FFF2-40B4-BE49-F238E27FC236}">
                <a16:creationId xmlns:a16="http://schemas.microsoft.com/office/drawing/2014/main" id="{ACE1B316-C1D9-4634-B52E-FCEC22004F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질문에서 보존된 기록으로</a:t>
            </a:r>
          </a:p>
        </p:txBody>
      </p:sp>
      <p:sp>
        <p:nvSpPr>
          <p:cNvPr id="2" name="S50">
            <a:extLst xmlns:a="http://schemas.openxmlformats.org/drawingml/2006/main">
              <a:ext uri="{FF2B5EF4-FFF2-40B4-BE49-F238E27FC236}">
                <a16:creationId xmlns:a16="http://schemas.microsoft.com/office/drawing/2014/main" id="{9186B892-F434-493A-A87E-1444D90BB9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A878429A-9368-4870-A6DB-D1C5D805D9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306C6608-28FA-4A8D-A2A7-DBDA5F2093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C2DB9398-0444-4233-9705-7FF8473048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42F6950C-D242-4367-B3B3-691318252C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B125E28B-A99A-43DA-A888-7385092F19F8}"/>
              </a:ext>
            </a:extLst>
          </p:cNvPr>
          <p:cNvPicPr>
            <a:picLocks xmlns:a="http://schemas.openxmlformats.org/drawingml/2006/main" noChangeAspect="1"/>
          </p:cNvPicPr>
          <p:nvPr/>
        </p:nvPicPr>
        <p:blipFill>
          <a:blip xmlns:r="http://schemas.openxmlformats.org/officeDocument/2006/relationships" xmlns:a="http://schemas.openxmlformats.org/drawingml/2006/main" r:embed="Rc5ef58d10f714d16"/>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DD093C9C-2A2E-4C45-895C-0498A468F7F3}"/>
              </a:ext>
            </a:extLst>
          </p:cNvPr>
          <p:cNvPicPr>
            <a:picLocks xmlns:a="http://schemas.openxmlformats.org/drawingml/2006/main" noChangeAspect="1"/>
          </p:cNvPicPr>
          <p:nvPr/>
        </p:nvPicPr>
        <p:blipFill>
          <a:blip xmlns:r="http://schemas.openxmlformats.org/officeDocument/2006/relationships" xmlns:a="http://schemas.openxmlformats.org/drawingml/2006/main" r:embed="R5e669b38552746b0"/>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D52FC275-F790-4EB5-898C-7F3F52637A3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49CB0267-607F-4A98-BCFF-8511336865DB}"/>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A210B745-AF86-41CA-86C6-530EDE1C919E}"/>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DC162F97-2A90-4747-91E4-A4134CBA07FA}"/>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C3C4C351-CE85-4443-9D63-A29EE9AB38A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98AC3F26-DAE2-4D1E-9979-8D5349A0CB94}"/>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4A788B0-22D4-4BF3-AEA8-3D20061E4B62}"/>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17CBF2B-E7B4-4AE4-829B-9A0C4FF696F2}"/>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F586F389-846E-4069-9CAE-182886D056EC}"/>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9D2C21EE-2AE7-4339-A7C5-7CF33B9E0562}"/>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E80E4FCC-14D8-474E-B519-45072072B9B2}"/>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2E7E02C1-33B1-4234-AE0A-D297F2C53EC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D586D9A9-AC68-4DB7-B15A-31E463556C64}"/>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B87575F3-D383-4FE0-B6EC-6CC7CF228523}"/>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1125B6D9-EA65-4FDE-B8FD-1747DFB23400}"/>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02D48A12-9DA5-4FD7-A158-309CEB4EFCD2}"/>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9A5E9F9A-1004-4DC9-882B-11369C72C36A}"/>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11F04C74-B1C6-449C-9300-AA9B77A25BF3}"/>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2950D309-4542-48D1-B757-268876528E98}"/>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A3133C74-C18E-433D-93DF-D33ACA78267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31C82C10-1E7C-4C56-BE50-79326D280DBC}"/>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170079E4-2A9D-4982-8F9F-E2BD8087EA14}"/>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4BE5709F-9482-4651-957F-0D9B604F3494}"/>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F6B5BE1A-22E0-4E65-8744-EE094DD795B3}"/>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E6E7A2E7-2A6D-4BF8-A9E9-4393ACE95FBD}"/>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3F605824-45A5-49A8-8905-76514F0DC0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458531325"/>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어떤 파일인가보다 무엇을 유지하는가">
            <a:extLst xmlns:a="http://schemas.openxmlformats.org/drawingml/2006/main">
              <a:ext uri="{FF2B5EF4-FFF2-40B4-BE49-F238E27FC236}">
                <a16:creationId xmlns:a16="http://schemas.microsoft.com/office/drawing/2014/main" id="{5D0D0A27-131C-403D-AB9C-611507599F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어떤 파일인가보다 무엇을 유지하는가</a:t>
            </a:r>
          </a:p>
        </p:txBody>
      </p:sp>
      <p:sp>
        <p:nvSpPr>
          <p:cNvPr id="2" name="S51">
            <a:extLst xmlns:a="http://schemas.openxmlformats.org/drawingml/2006/main">
              <a:ext uri="{FF2B5EF4-FFF2-40B4-BE49-F238E27FC236}">
                <a16:creationId xmlns:a16="http://schemas.microsoft.com/office/drawing/2014/main" id="{F063D925-9AED-4450-85F1-D9B6E7C620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과 작업 절차의 책임을 나눈다">
            <a:extLst xmlns:a="http://schemas.openxmlformats.org/drawingml/2006/main">
              <a:ext uri="{FF2B5EF4-FFF2-40B4-BE49-F238E27FC236}">
                <a16:creationId xmlns:a16="http://schemas.microsoft.com/office/drawing/2014/main" id="{FA605864-1428-44E0-8687-8155331D96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명령과 작업 절차의 책임을 나눈다</a:t>
            </a:r>
          </a:p>
        </p:txBody>
      </p:sp>
      <p:sp>
        <p:nvSpPr>
          <p:cNvPr id="4" name="">
            <a:extLst xmlns:a="http://schemas.openxmlformats.org/drawingml/2006/main">
              <a:ext uri="{FF2B5EF4-FFF2-40B4-BE49-F238E27FC236}">
                <a16:creationId xmlns:a16="http://schemas.microsoft.com/office/drawing/2014/main" id="{67B3AFC2-CD4B-42A5-AE8F-AFC2EA24C0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S34의 검증 지침과 TRIAL-006/007의 반복 절차를 연결">
            <a:extLst xmlns:a="http://schemas.openxmlformats.org/drawingml/2006/main">
              <a:ext uri="{FF2B5EF4-FFF2-40B4-BE49-F238E27FC236}">
                <a16:creationId xmlns:a16="http://schemas.microsoft.com/office/drawing/2014/main" id="{04B2BC76-F33F-4894-B027-5C7AC978F7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S34의 검증 지침과 TRIAL-006/007의 반복 절차를 연결</a:t>
            </a:r>
          </a:p>
        </p:txBody>
      </p:sp>
      <p:sp>
        <p:nvSpPr>
          <p:cNvPr id="6" name="AGENTS.md에도 절차를 쓸 수 있음 · 제품의 배타적 분류나 Skill 필요성의 보편 증명이 아님">
            <a:extLst xmlns:a="http://schemas.openxmlformats.org/drawingml/2006/main">
              <a:ext uri="{FF2B5EF4-FFF2-40B4-BE49-F238E27FC236}">
                <a16:creationId xmlns:a16="http://schemas.microsoft.com/office/drawing/2014/main" id="{BF8A7163-B3CA-44ED-A0FF-B2BBC4FE2E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AGENTS.md에도 절차를 쓸 수 있음 · 제품의 배타적 분류나 Skill 필요성의 보편 증명이 아님</a:t>
            </a:r>
          </a:p>
        </p:txBody>
      </p:sp>
      <p:sp>
        <p:nvSpPr>
          <p:cNvPr id="7" name="공통 안내의 책임">
            <a:extLst xmlns:a="http://schemas.openxmlformats.org/drawingml/2006/main">
              <a:ext uri="{FF2B5EF4-FFF2-40B4-BE49-F238E27FC236}">
                <a16:creationId xmlns:a16="http://schemas.microsoft.com/office/drawing/2014/main" id="{0CCC6E72-A59B-43D9-B2FE-CAA54B86DCC4}"/>
              </a:ext>
            </a:extLst>
          </p:cNvPr>
          <p:cNvSpPr>
            <a:spLocks xmlns:a="http://schemas.openxmlformats.org/drawingml/2006/main" noGrp="1"/>
          </p:cNvSpPr>
          <p:nvPr/>
        </p:nvSpPr>
        <p:spPr>
          <a:xfrm xmlns:a="http://schemas.openxmlformats.org/drawingml/2006/main">
            <a:off x="609600" y="2066925"/>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공통 안내의 책임</a:t>
            </a:r>
          </a:p>
        </p:txBody>
      </p:sp>
      <p:sp>
        <p:nvSpPr>
          <p:cNvPr id="8" name="">
            <a:extLst xmlns:a="http://schemas.openxmlformats.org/drawingml/2006/main">
              <a:ext uri="{FF2B5EF4-FFF2-40B4-BE49-F238E27FC236}">
                <a16:creationId xmlns:a16="http://schemas.microsoft.com/office/drawing/2014/main" id="{21F04FF8-0110-4E8A-BBCA-3F8185F1EE3E}"/>
              </a:ext>
            </a:extLst>
          </p:cNvPr>
          <p:cNvSpPr>
            <a:spLocks xmlns:a="http://schemas.openxmlformats.org/drawingml/2006/main" noGrp="1"/>
          </p:cNvSpPr>
          <p:nvPr/>
        </p:nvSpPr>
        <p:spPr>
          <a:xfrm xmlns:a="http://schemas.openxmlformats.org/drawingml/2006/main">
            <a:off x="609600" y="2724150"/>
            <a:ext cx="5162550" cy="21240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9" name="무엇을 지켜야 하나?">
            <a:extLst xmlns:a="http://schemas.openxmlformats.org/drawingml/2006/main">
              <a:ext uri="{FF2B5EF4-FFF2-40B4-BE49-F238E27FC236}">
                <a16:creationId xmlns:a16="http://schemas.microsoft.com/office/drawing/2014/main" id="{0FEB66BB-675B-46AB-8FEE-9AEEAA005BF1}"/>
              </a:ext>
            </a:extLst>
          </p:cNvPr>
          <p:cNvSpPr>
            <a:spLocks xmlns:a="http://schemas.openxmlformats.org/drawingml/2006/main" noGrp="1"/>
          </p:cNvSpPr>
          <p:nvPr/>
        </p:nvSpPr>
        <p:spPr>
          <a:xfrm xmlns:a="http://schemas.openxmlformats.org/drawingml/2006/main">
            <a:off x="819150" y="28956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지켜야 하나?</a:t>
            </a:r>
          </a:p>
        </p:txBody>
      </p:sp>
      <p:sp>
        <p:nvSpPr>
          <p:cNvPr id="10" name="어디서 테스트를 시작하나?">
            <a:extLst xmlns:a="http://schemas.openxmlformats.org/drawingml/2006/main">
              <a:ext uri="{FF2B5EF4-FFF2-40B4-BE49-F238E27FC236}">
                <a16:creationId xmlns:a16="http://schemas.microsoft.com/office/drawing/2014/main" id="{B3DE986E-0856-4C64-A137-8EE65F9A093C}"/>
              </a:ext>
            </a:extLst>
          </p:cNvPr>
          <p:cNvSpPr>
            <a:spLocks xmlns:a="http://schemas.openxmlformats.org/drawingml/2006/main" noGrp="1"/>
          </p:cNvSpPr>
          <p:nvPr/>
        </p:nvSpPr>
        <p:spPr>
          <a:xfrm xmlns:a="http://schemas.openxmlformats.org/drawingml/2006/main">
            <a:off x="819150" y="35052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어디서 테스트를 시작하나?</a:t>
            </a:r>
          </a:p>
        </p:txBody>
      </p:sp>
      <p:sp>
        <p:nvSpPr>
          <p:cNvPr id="11" name="어떤 명세·제약을 참고하나?">
            <a:extLst xmlns:a="http://schemas.openxmlformats.org/drawingml/2006/main">
              <a:ext uri="{FF2B5EF4-FFF2-40B4-BE49-F238E27FC236}">
                <a16:creationId xmlns:a16="http://schemas.microsoft.com/office/drawing/2014/main" id="{48457054-FA06-4E97-8276-3859D8234FB8}"/>
              </a:ext>
            </a:extLst>
          </p:cNvPr>
          <p:cNvSpPr>
            <a:spLocks xmlns:a="http://schemas.openxmlformats.org/drawingml/2006/main" noGrp="1"/>
          </p:cNvSpPr>
          <p:nvPr/>
        </p:nvSpPr>
        <p:spPr>
          <a:xfrm xmlns:a="http://schemas.openxmlformats.org/drawingml/2006/main">
            <a:off x="819150" y="41148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어떤 명세·제약을 참고하나?</a:t>
            </a:r>
          </a:p>
        </p:txBody>
      </p:sp>
      <p:sp>
        <p:nvSpPr>
          <p:cNvPr id="12" name="작업 절차의 책임">
            <a:extLst xmlns:a="http://schemas.openxmlformats.org/drawingml/2006/main">
              <a:ext uri="{FF2B5EF4-FFF2-40B4-BE49-F238E27FC236}">
                <a16:creationId xmlns:a16="http://schemas.microsoft.com/office/drawing/2014/main" id="{981E1BAA-258A-4398-961D-1290DFAA8977}"/>
              </a:ext>
            </a:extLst>
          </p:cNvPr>
          <p:cNvSpPr>
            <a:spLocks xmlns:a="http://schemas.openxmlformats.org/drawingml/2006/main" noGrp="1"/>
          </p:cNvSpPr>
          <p:nvPr/>
        </p:nvSpPr>
        <p:spPr>
          <a:xfrm xmlns:a="http://schemas.openxmlformats.org/drawingml/2006/main">
            <a:off x="6419850" y="2066925"/>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작업 절차의 책임</a:t>
            </a:r>
          </a:p>
        </p:txBody>
      </p:sp>
      <p:sp>
        <p:nvSpPr>
          <p:cNvPr id="13" name="">
            <a:extLst xmlns:a="http://schemas.openxmlformats.org/drawingml/2006/main">
              <a:ext uri="{FF2B5EF4-FFF2-40B4-BE49-F238E27FC236}">
                <a16:creationId xmlns:a16="http://schemas.microsoft.com/office/drawing/2014/main" id="{C7081CF0-6148-4D50-A25B-79D2022C7D0E}"/>
              </a:ext>
            </a:extLst>
          </p:cNvPr>
          <p:cNvSpPr>
            <a:spLocks xmlns:a="http://schemas.openxmlformats.org/drawingml/2006/main" noGrp="1"/>
          </p:cNvSpPr>
          <p:nvPr/>
        </p:nvSpPr>
        <p:spPr>
          <a:xfrm xmlns:a="http://schemas.openxmlformats.org/drawingml/2006/main">
            <a:off x="6419850" y="2724150"/>
            <a:ext cx="5162550" cy="21240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4" name="언제 측정·조사·변경하나?">
            <a:extLst xmlns:a="http://schemas.openxmlformats.org/drawingml/2006/main">
              <a:ext uri="{FF2B5EF4-FFF2-40B4-BE49-F238E27FC236}">
                <a16:creationId xmlns:a16="http://schemas.microsoft.com/office/drawing/2014/main" id="{CD0424AD-D80D-4020-998B-DC970803E84B}"/>
              </a:ext>
            </a:extLst>
          </p:cNvPr>
          <p:cNvSpPr>
            <a:spLocks xmlns:a="http://schemas.openxmlformats.org/drawingml/2006/main" noGrp="1"/>
          </p:cNvSpPr>
          <p:nvPr/>
        </p:nvSpPr>
        <p:spPr>
          <a:xfrm xmlns:a="http://schemas.openxmlformats.org/drawingml/2006/main">
            <a:off x="6629400" y="28956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언제 측정·조사·변경하나?</a:t>
            </a:r>
          </a:p>
        </p:txBody>
      </p:sp>
      <p:sp>
        <p:nvSpPr>
          <p:cNvPr id="15" name="어떤 조건으로 비교·중단하나?">
            <a:extLst xmlns:a="http://schemas.openxmlformats.org/drawingml/2006/main">
              <a:ext uri="{FF2B5EF4-FFF2-40B4-BE49-F238E27FC236}">
                <a16:creationId xmlns:a16="http://schemas.microsoft.com/office/drawing/2014/main" id="{99B7A338-CD18-4EF9-92AF-B3D3E68EA15D}"/>
              </a:ext>
            </a:extLst>
          </p:cNvPr>
          <p:cNvSpPr>
            <a:spLocks xmlns:a="http://schemas.openxmlformats.org/drawingml/2006/main" noGrp="1"/>
          </p:cNvSpPr>
          <p:nvPr/>
        </p:nvSpPr>
        <p:spPr>
          <a:xfrm xmlns:a="http://schemas.openxmlformats.org/drawingml/2006/main">
            <a:off x="6629400" y="35052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조건으로 비교·중단하나?</a:t>
            </a:r>
          </a:p>
        </p:txBody>
      </p:sp>
      <p:sp>
        <p:nvSpPr>
          <p:cNvPr id="16" name="무엇을 근거로 보고하나?">
            <a:extLst xmlns:a="http://schemas.openxmlformats.org/drawingml/2006/main">
              <a:ext uri="{FF2B5EF4-FFF2-40B4-BE49-F238E27FC236}">
                <a16:creationId xmlns:a16="http://schemas.microsoft.com/office/drawing/2014/main" id="{70DFD454-F991-4B4D-903D-BE5EBAB3D433}"/>
              </a:ext>
            </a:extLst>
          </p:cNvPr>
          <p:cNvSpPr>
            <a:spLocks xmlns:a="http://schemas.openxmlformats.org/drawingml/2006/main" noGrp="1"/>
          </p:cNvSpPr>
          <p:nvPr/>
        </p:nvSpPr>
        <p:spPr>
          <a:xfrm xmlns:a="http://schemas.openxmlformats.org/drawingml/2006/main">
            <a:off x="6629400" y="41148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근거로 보고하나?</a:t>
            </a:r>
          </a:p>
        </p:txBody>
      </p:sp>
      <p:sp>
        <p:nvSpPr>
          <p:cNvPr id="17" name="AGENTS.md에도 절차를 쓸 수 있다.">
            <a:extLst xmlns:a="http://schemas.openxmlformats.org/drawingml/2006/main">
              <a:ext uri="{FF2B5EF4-FFF2-40B4-BE49-F238E27FC236}">
                <a16:creationId xmlns:a16="http://schemas.microsoft.com/office/drawing/2014/main" id="{60D496BB-5EBB-406A-B023-EB65EFDCCC82}"/>
              </a:ext>
            </a:extLst>
          </p:cNvPr>
          <p:cNvSpPr>
            <a:spLocks xmlns:a="http://schemas.openxmlformats.org/drawingml/2006/main" noGrp="1"/>
          </p:cNvSpPr>
          <p:nvPr/>
        </p:nvSpPr>
        <p:spPr>
          <a:xfrm xmlns:a="http://schemas.openxmlformats.org/drawingml/2006/main">
            <a:off x="609600" y="5153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AGENTS.md에도 절차를 쓸 수 있다.</a:t>
            </a:r>
          </a:p>
        </p:txBody>
      </p:sp>
      <p:sp>
        <p:nvSpPr>
          <p:cNvPr id="18" name="반복되는 방법을 누가 검토하고 고칠지, 유지할 단위를 정한다.">
            <a:extLst xmlns:a="http://schemas.openxmlformats.org/drawingml/2006/main">
              <a:ext uri="{FF2B5EF4-FFF2-40B4-BE49-F238E27FC236}">
                <a16:creationId xmlns:a16="http://schemas.microsoft.com/office/drawing/2014/main" id="{D64320D4-2345-4400-A4B5-FD62C1BB9AFE}"/>
              </a:ext>
            </a:extLst>
          </p:cNvPr>
          <p:cNvSpPr>
            <a:spLocks xmlns:a="http://schemas.openxmlformats.org/drawingml/2006/main" noGrp="1"/>
          </p:cNvSpPr>
          <p:nvPr/>
        </p:nvSpPr>
        <p:spPr>
          <a:xfrm xmlns:a="http://schemas.openxmlformats.org/drawingml/2006/main">
            <a:off x="609600" y="54768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방법을 누가 검토하고 고칠지, 유지할 단위를 정한다.</a:t>
            </a:r>
          </a:p>
        </p:txBody>
      </p:sp>
      <p:sp>
        <p:nvSpPr>
          <p:cNvPr id="19" name="Legacy module connection">
            <a:extLst xmlns:a="http://schemas.openxmlformats.org/drawingml/2006/main">
              <a:ext uri="{FF2B5EF4-FFF2-40B4-BE49-F238E27FC236}">
                <a16:creationId xmlns:a16="http://schemas.microsoft.com/office/drawing/2014/main" id="{B439F2F2-851F-4886-83E8-44CAEDA4CE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06604331"/>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7B8C1368-9FAF-46B9-B0F4-FAE11E4E81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52">
            <a:extLst xmlns:a="http://schemas.openxmlformats.org/drawingml/2006/main">
              <a:ext uri="{FF2B5EF4-FFF2-40B4-BE49-F238E27FC236}">
                <a16:creationId xmlns:a16="http://schemas.microsoft.com/office/drawing/2014/main" id="{2695514B-57ED-4FF0-BD92-98EFD28FC1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Task, Context, Workflow의 역할">
            <a:extLst xmlns:a="http://schemas.openxmlformats.org/drawingml/2006/main">
              <a:ext uri="{FF2B5EF4-FFF2-40B4-BE49-F238E27FC236}">
                <a16:creationId xmlns:a16="http://schemas.microsoft.com/office/drawing/2014/main" id="{93C20606-A3A2-4098-8FC1-79A59586C4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5FF4DE3E-9684-4CB3-852F-FEF57D6AC8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C6F063E4-8A31-4AC1-A1DF-7834521FEA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F3BA6746-4C7C-40D3-BB06-3BFFE7CC1A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62299287-1807-4094-BB20-F7C6404ADB48}"/>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439D4B0A-F880-4B8E-BD6F-79D6BB9B85DD}"/>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ABCDB496-740C-4CDD-83CF-D04A3C4FC2CF}"/>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534E120B-0A87-49BB-A2C4-722213D902D4}"/>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1C00AE53-8D46-4747-862E-05B883A38BAD}"/>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F394BC2C-5B86-4A36-BC07-CE50C6EFB7EC}"/>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598560B1-0132-4FDE-B4D3-374C97576D5D}"/>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24D620F0-BBF9-4E5F-B502-8712F4975D97}"/>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902A9131-D464-4D8C-8B56-FE32DC8A23BF}"/>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B62DE55F-89CB-4CA8-920F-4D5AF6D6335E}"/>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BE9ED93C-2507-4C0F-A75B-055923336B1E}"/>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7E7D80B9-FAB6-40E5-A88C-488EDC1AB5F9}"/>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3E62BB9D-E07B-47D5-A7FD-D7BAB8413B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24400759"/>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3DBDA4C5-3AE7-47F8-9918-45B08F243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3">
            <a:extLst xmlns:a="http://schemas.openxmlformats.org/drawingml/2006/main">
              <a:ext uri="{FF2B5EF4-FFF2-40B4-BE49-F238E27FC236}">
                <a16:creationId xmlns:a16="http://schemas.microsoft.com/office/drawing/2014/main" id="{E217DCC5-BE8A-4FA2-B2C0-25AAF5006A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옮길 수 있을까?">
            <a:extLst xmlns:a="http://schemas.openxmlformats.org/drawingml/2006/main">
              <a:ext uri="{FF2B5EF4-FFF2-40B4-BE49-F238E27FC236}">
                <a16:creationId xmlns:a16="http://schemas.microsoft.com/office/drawing/2014/main" id="{6C2E3298-F6E1-40AB-AE9F-907EAA5641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AA4C7F40-3B76-4A48-847F-48501654ED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25F68697-DBEB-400E-8E45-F91394DAF9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BD4686F2-D870-4200-BF51-F6FADD4B40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34994C37-16BB-42A0-B34F-28F7D0880F86}"/>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889B8F1C-A67A-40A5-94F7-4F49EF51FC65}"/>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99197842-5CF0-46C5-8E1E-B13F4DD222A7}"/>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2280FCB-1E65-4F39-B986-382EACA9B9E3}"/>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C71F535B-22FC-44C2-B6D3-80DBED1B12DC}"/>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55732452-4A27-46A6-9671-E65241855801}"/>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54165D33-A68E-43D3-A437-A637404A62CD}"/>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67661B8D-7416-421C-9E8C-37F6B10B099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697C76E4-C14C-4FF1-B06A-76EEAC2926F5}"/>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9E7B1078-F8C2-4141-9895-93FB55E3301A}"/>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D064611C-D166-4D02-92B8-472589132439}"/>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781698C3-F891-42A3-A5A2-FC46ADE0EF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8378269"/>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76E7DB58-F5B6-4ABC-A41C-15CD9A6BC7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4">
            <a:extLst xmlns:a="http://schemas.openxmlformats.org/drawingml/2006/main">
              <a:ext uri="{FF2B5EF4-FFF2-40B4-BE49-F238E27FC236}">
                <a16:creationId xmlns:a16="http://schemas.microsoft.com/office/drawing/2014/main" id="{9CA5871C-24A3-4EE9-8678-DF6449AA32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을 어떻게 발견하고 호출할까?">
            <a:extLst xmlns:a="http://schemas.openxmlformats.org/drawingml/2006/main">
              <a:ext uri="{FF2B5EF4-FFF2-40B4-BE49-F238E27FC236}">
                <a16:creationId xmlns:a16="http://schemas.microsoft.com/office/drawing/2014/main" id="{FEF74880-AFE5-41D0-9F71-21335631CE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E656E5E9-7645-4489-B51C-4FD451A379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CD2BE52A-AEDD-487D-93CB-D2D45BA339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8276D3AB-289C-434D-A6F1-07AD409F49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38C03B75-91DF-41AB-9FAD-E201A57CB4EB}"/>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DA81BF06-36ED-4E91-AD1A-1963062DD527}"/>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64721F5C-7603-4F55-A79F-D666581404E1}"/>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986F0DF5-DA4C-40DE-9506-204B1D994127}"/>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4BA5998A-7A15-4865-978C-BE4922D6FE42}"/>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A62EBDDA-785A-422F-B250-8A7C916A3F48}"/>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D7545625-90AD-49F1-BE3B-E5ED2E11886A}"/>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C279E6FA-CEC4-493F-86F1-47770D1A9301}"/>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83141284-F8C5-4E8E-B860-F8A43CE12684}"/>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876E6C19-EFAB-4787-A214-B3C4E8008E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4724723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05FAD53D-AA49-4A35-BBB1-BBB47B4592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5">
            <a:extLst xmlns:a="http://schemas.openxmlformats.org/drawingml/2006/main">
              <a:ext uri="{FF2B5EF4-FFF2-40B4-BE49-F238E27FC236}">
                <a16:creationId xmlns:a16="http://schemas.microsoft.com/office/drawing/2014/main" id="{16AC7D66-0EFD-41A3-81BB-AA9A0CA2CA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절차의 책임이 Prompt에서&#10;Repository로 이동">
            <a:extLst xmlns:a="http://schemas.openxmlformats.org/drawingml/2006/main">
              <a:ext uri="{FF2B5EF4-FFF2-40B4-BE49-F238E27FC236}">
                <a16:creationId xmlns:a16="http://schemas.microsoft.com/office/drawing/2014/main" id="{DD4C86D3-5998-4C49-8E44-D497F746700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49692181-BA16-402D-87C1-F28E40D94B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7F056D3A-6568-4E82-BAE7-71C0E7B694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6CEC98D7-03B4-478A-A947-647C3EDD8B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079989E9-8FD8-427E-9243-5F2260AD6865}"/>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26A74D08-9897-43A5-80D5-6A1FAB5C8021}"/>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250E3361-1642-45AC-B201-AF86AFFC26C3}"/>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A4C90C0-E3A5-41E9-B673-41699A7E9561}"/>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2CB7D3D7-6E1C-40FA-9A2E-023A12454FA7}"/>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A0D94326-84ED-4C61-8898-D2F016D492F4}"/>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7430E523-2F60-4726-A67E-AC77D91AD547}"/>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5CC7ACB2-F6A0-4C51-8BB5-D5183A5A18AD}"/>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FB03F6A3-54F2-44F3-B609-D0D2BD898DFA}"/>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94E25094-BF5E-47D7-9634-FAF229FF5676}"/>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9D9E9722-6EE9-420F-B2DB-71D596B16713}"/>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BD9232C4-357B-4B9D-92A6-4AE6525101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99796878"/>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294060F5-DD8A-4005-9620-29FB3FB0B8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6">
            <a:extLst xmlns:a="http://schemas.openxmlformats.org/drawingml/2006/main">
              <a:ext uri="{FF2B5EF4-FFF2-40B4-BE49-F238E27FC236}">
                <a16:creationId xmlns:a16="http://schemas.microsoft.com/office/drawing/2014/main" id="{63F7E797-A084-483A-BBBD-1F5F15C57A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답을 담지 않는 Workflow">
            <a:extLst xmlns:a="http://schemas.openxmlformats.org/drawingml/2006/main">
              <a:ext uri="{FF2B5EF4-FFF2-40B4-BE49-F238E27FC236}">
                <a16:creationId xmlns:a16="http://schemas.microsoft.com/office/drawing/2014/main" id="{1015DF3E-29B1-43E1-8885-A4E308D6CF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C4404596-1B95-419B-B26B-E136F65771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31C839DB-D226-4680-9935-1A0E3E9D02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2DB735B4-3C86-40EC-9585-DDEE3A0397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C3C6F0BD-12ED-4B71-B845-8858D718FB79}"/>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54FF8E13-2357-41D1-A679-49B358BAEC79}"/>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0CE5F854-B62E-48E6-98A4-F3FB4D84ADA0}"/>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DAF17B06-4348-4207-B4EA-7CF978F8BFD5}"/>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DFCB450C-C7A6-4DB0-AA38-19BC41D29B3D}"/>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45ED89E5-4687-43A0-94B6-FE5783B4FCF3}"/>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CAA7F86A-61E3-4084-B0F1-D64A17679F31}"/>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4EC5F57E-6DE9-46CE-B694-A19078032FC5}"/>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3A67F1F6-0307-45DB-81B0-AA3D4D7AB254}"/>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2362C842-E7BD-4673-B14C-ABEED41751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1524948"/>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153D5C07-8633-4131-AA4D-8B30D62B9E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7">
            <a:extLst xmlns:a="http://schemas.openxmlformats.org/drawingml/2006/main">
              <a:ext uri="{FF2B5EF4-FFF2-40B4-BE49-F238E27FC236}">
                <a16:creationId xmlns:a16="http://schemas.microsoft.com/office/drawing/2014/main" id="{BAE48EBA-E0E4-41EE-886F-EC83FA6BBF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측정으로 후보를 고르다">
            <a:extLst xmlns:a="http://schemas.openxmlformats.org/drawingml/2006/main">
              <a:ext uri="{FF2B5EF4-FFF2-40B4-BE49-F238E27FC236}">
                <a16:creationId xmlns:a16="http://schemas.microsoft.com/office/drawing/2014/main" id="{901AEF77-75AA-441D-897A-F1BAE6DC84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01F2526A-130D-465E-87F9-46BDE9147E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7DF834BF-1BCD-43BF-8D38-C18EB4A0A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7F9B19A3-1865-404D-9EDD-DD48647354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211B0D4B-2E3A-4B51-B553-B58D9238CC66}"/>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5413D022-CEF7-453F-AD88-77EF5E00F7A6}"/>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451D0AC8-A408-4A00-9F1F-74CA33F6B8C9}"/>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4998EF74-C1F5-4CB4-8588-43173843C1AA}"/>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5947E75E-190E-4A63-9B95-3F7C6CEB0B55}"/>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6AEDEFF1-8DBD-43D6-9667-BE5260EFB962}"/>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A2465B9D-07AA-4E39-95AB-CCABE28DE1DB}"/>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CF41B000-2452-41EB-9F94-4019F75B4198}"/>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92690E73-0031-4D07-90EB-C7149305E902}"/>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34BEF352-E423-413E-A083-304C49BB6F3D}"/>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CE5CC898-5104-4E21-91A6-87AB807422B3}"/>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700A0728-3685-46C8-A701-F67C2713FE7B}"/>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4B898F52-7B6F-488C-A449-715F011E7F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409400916"/>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885094EE-97A6-424A-AECE-82E2487859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FAA98781-8747-4DF2-9704-BEAEEF25F3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Working Harness Success">
            <a:extLst xmlns:a="http://schemas.openxmlformats.org/drawingml/2006/main">
              <a:ext uri="{FF2B5EF4-FFF2-40B4-BE49-F238E27FC236}">
                <a16:creationId xmlns:a16="http://schemas.microsoft.com/office/drawing/2014/main" id="{07FD46D7-D98E-4353-BBD5-D471AB91D9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0188B6EC-8338-4007-93CC-8C4B12F807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4C5B6623-08F8-4975-80C2-29678C8BE2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35C0811E-B1E4-4787-BD71-8EF2BA51D9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0E7237DD-8A33-474A-A981-990CA393D831}"/>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8753752B-CC60-4AC3-AA64-DDF6E2FA5275}"/>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3F7BA738-7162-422F-B069-4A0FFCB46BC6}"/>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6A2F1903-8828-4787-A398-6816C6E3CD7F}"/>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f7d7e728393444a2"/>
          </a:graphicData>
        </a:graphic>
      </p:graphicFrame>
      <p:sp>
        <p:nvSpPr>
          <p:cNvPr id="11" name="">
            <a:extLst xmlns:a="http://schemas.openxmlformats.org/drawingml/2006/main">
              <a:ext uri="{FF2B5EF4-FFF2-40B4-BE49-F238E27FC236}">
                <a16:creationId xmlns:a16="http://schemas.microsoft.com/office/drawing/2014/main" id="{29541D54-36F8-4675-B9D6-6C6F7A54C56B}"/>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2B5E03BD-9533-48AA-8729-860D1B208273}"/>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C84EAF82-54EF-4DC2-9CC1-96E34192C540}"/>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3B7B000A-9225-4D01-A4ED-22E478A264F8}"/>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67440CD2-7A1C-4129-9BD7-CC3B937C20B5}"/>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A69C4472-3A85-4318-89FD-043954667447}"/>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75261047-CC69-4601-B7B6-F635763F9596}"/>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11A59532-BAEE-4FE4-A067-4B00AF00B126}"/>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A8873FB2-70D2-4D95-B686-30BDE3F092DB}"/>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CC54F843-F959-4722-915D-C31D25806A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105557304"/>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84718309-EB57-4D78-9E46-82F7464AC2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9">
            <a:extLst xmlns:a="http://schemas.openxmlformats.org/drawingml/2006/main">
              <a:ext uri="{FF2B5EF4-FFF2-40B4-BE49-F238E27FC236}">
                <a16:creationId xmlns:a16="http://schemas.microsoft.com/office/drawing/2014/main" id="{7EB7A74C-20F2-4510-96B1-093C84ED95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이 작업에 Subagent가 필요했을까?">
            <a:extLst xmlns:a="http://schemas.openxmlformats.org/drawingml/2006/main">
              <a:ext uri="{FF2B5EF4-FFF2-40B4-BE49-F238E27FC236}">
                <a16:creationId xmlns:a16="http://schemas.microsoft.com/office/drawing/2014/main" id="{4887E8AA-F358-4DF3-8A35-60D76EE43F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8CCD8F9B-9B98-4CAF-93BD-AD7CA15965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E31E4927-B108-4EB0-BDDB-8628DB699D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AA3B87F3-403E-4A32-8D94-63B7A20E1C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4352C36E-547F-4E2C-9066-94919FBB1094}"/>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B017DE65-2AF3-4A63-8A13-A729A71DCC4D}"/>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3264B8A4-BDBF-460D-9763-F9C8E16A0663}"/>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FD9BEE9A-340C-4278-A64A-9519B2A759FD}"/>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3AA6700-F613-44FB-A865-E26775BB5D80}"/>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B634F45B-64F4-49CF-8605-1BFE78FC00E4}"/>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7B782283-13F8-448F-ABCC-E1422B7CEF2A}"/>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F56B3DB9-213C-4FE5-B3FB-241770B57436}"/>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E7EB81D-1BD2-4F42-AAB1-19A2AB5EE33F}"/>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2F014901-B365-4E38-ABB2-7B54D88CCA3D}"/>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191C5C7A-E47D-4E52-BCD8-40A243717B4F}"/>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12D84294-ED06-494A-80E3-CB34FFAA5E38}"/>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FE760C8C-7AD4-42FC-A761-67B128E136F8}"/>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3410DF48-38C0-4BDE-8D64-8209BC29CA62}"/>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221CE86D-758F-49CB-9B57-D3039D2554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9626418"/>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726647F4-1F06-443F-A145-4347FA204D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60">
            <a:extLst xmlns:a="http://schemas.openxmlformats.org/drawingml/2006/main">
              <a:ext uri="{FF2B5EF4-FFF2-40B4-BE49-F238E27FC236}">
                <a16:creationId xmlns:a16="http://schemas.microsoft.com/office/drawing/2014/main" id="{88AA9411-2310-4277-A089-556964DE58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Subagent를 고려할 조건">
            <a:extLst xmlns:a="http://schemas.openxmlformats.org/drawingml/2006/main">
              <a:ext uri="{FF2B5EF4-FFF2-40B4-BE49-F238E27FC236}">
                <a16:creationId xmlns:a16="http://schemas.microsoft.com/office/drawing/2014/main" id="{3B2DFDA8-4CAA-459A-9E8E-4C1BC2773A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CBB95F01-9CF8-4518-A178-4A2276226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B96384B8-0240-4EFB-BCD5-C016632E9E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D08DBC09-6398-4747-A8E7-3D3BA90E58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CFB0095B-6251-4186-8FFD-69B1F6F45892}"/>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5FA6AB13-573D-4653-A4DF-8150E0B2BD9A}"/>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2DBDE3E0-93F8-4F8E-950A-D63706D1592B}"/>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97AF3541-DA9B-43F7-B9D4-D0FBA50BC392}"/>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E3298F19-EF4A-4977-AAFA-75535FD91F78}"/>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0FC6E65B-BD00-4B24-945A-8053F53E6899}"/>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85C18A9C-BD58-4AF2-A33C-DA6AC3A9EA0C}"/>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365AE0F5-89F1-4469-8591-59584E8AEB96}"/>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16E29148-44EC-4B06-88BD-B8DBACF8B1E4}"/>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24E15C7A-4B22-401C-B20B-EAC29F910736}"/>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430BA5B5-7706-463C-B88E-74A558E1BE33}"/>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F27DF163-9CDB-4F4A-8F05-EA25D9998AD4}"/>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1B945712-1683-4458-BC24-A04A49DBD3BA}"/>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C725970-286C-43C2-8CF2-0C67F33E107F}"/>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061364BA-3BF9-4E9A-87C4-C00A6B2F42E8}"/>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8A2E1C94-E02C-47DF-9CE1-FDDF996B14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46902454"/>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A1EF2AD9-D65A-44A2-B369-25C0F91385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61">
            <a:extLst xmlns:a="http://schemas.openxmlformats.org/drawingml/2006/main">
              <a:ext uri="{FF2B5EF4-FFF2-40B4-BE49-F238E27FC236}">
                <a16:creationId xmlns:a16="http://schemas.microsoft.com/office/drawing/2014/main" id="{B60FE795-24F3-4ECC-8FB9-D2CFAB4D84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무엇이 다시 찾기 어려운 지식인가?">
            <a:extLst xmlns:a="http://schemas.openxmlformats.org/drawingml/2006/main">
              <a:ext uri="{FF2B5EF4-FFF2-40B4-BE49-F238E27FC236}">
                <a16:creationId xmlns:a16="http://schemas.microsoft.com/office/drawing/2014/main" id="{793EC667-5700-4AC5-AD38-4629D90D37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95AEC507-3001-4889-95B2-F19053A699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B11C0EC0-A44D-416B-A81E-25DE47ECCC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FB163711-2A64-4C88-AF31-73EFC3A06B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1C72EFDE-DF42-4CD8-8D0D-D572182FBACA}"/>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DE869E56-D6F0-4BB1-932C-5C18834718B2}"/>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759B7B33-25A5-4584-8A7F-0DA1CDB934F0}"/>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0594F378-AC22-4AA6-BA98-8AAD731154B8}"/>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A01BE197-AE4A-4F56-9589-5EC1EDDF3E28}"/>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4645B54B-571B-4BE8-A785-1E6A782E917A}"/>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677C2D71-A5B8-404C-9CD4-76E6925F2760}"/>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5A0AEE1B-1159-4533-9364-C8D17248D80A}"/>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3765135C-8307-4AA2-87BB-3502BCACCE5D}"/>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16A977B8-A2AE-4AD1-B238-5B666AAFE191}"/>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D43A5906-E446-4AFB-816A-A34C3C8F8997}"/>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D8DE49E9-5192-4BD6-B677-50139CDDE568}"/>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474B1E1A-29CE-499A-8D3E-7843E01F9176}"/>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48054A0B-95BE-4FE1-9C13-A57E02DAB3CF}"/>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3BC67EF8-F7C7-4EC6-BB93-3CD9313592F7}"/>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91EEDF1C-AEF6-4A5F-A751-D01FB0191989}"/>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79164379-210A-4DC7-AD0E-D9BFB4C110A2}"/>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D439FEEE-0C27-4C5B-8461-72F549DD7EAF}"/>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8CDDB27A-208E-4D22-91C2-4610FE6708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32031945"/>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B95A0333-47E7-49F8-B176-6F2A4EB9E6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62">
            <a:extLst xmlns:a="http://schemas.openxmlformats.org/drawingml/2006/main">
              <a:ext uri="{FF2B5EF4-FFF2-40B4-BE49-F238E27FC236}">
                <a16:creationId xmlns:a16="http://schemas.microsoft.com/office/drawing/2014/main" id="{2E81E91E-0CBC-43AA-825F-3F502C8B8C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Memory는 재발견 비용으로 판단">
            <a:extLst xmlns:a="http://schemas.openxmlformats.org/drawingml/2006/main">
              <a:ext uri="{FF2B5EF4-FFF2-40B4-BE49-F238E27FC236}">
                <a16:creationId xmlns:a16="http://schemas.microsoft.com/office/drawing/2014/main" id="{767E3552-7120-4423-8C63-BB85052B4B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052F1E47-201E-4320-BEF3-71997FC049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1325005E-5694-465D-905D-741B61397F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05CF7CF7-834D-4FD8-AA0E-A8753190F2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1C9D3C37-BFF8-462A-B8CA-519D5284B7EC}"/>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180DB8FF-0563-4F09-98D4-0231483A7905}"/>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7671AC7C-9DA3-4899-85EF-C16B0A97767D}"/>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E5F79384-A305-441D-964C-90B2A121C8A2}"/>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6E33FB8E-B47C-41CC-9B56-44875D35E92B}"/>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0352D746-412F-4937-B941-F2D936D688F8}"/>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F4DA1EB9-E40D-4095-A779-CBC581D0A2EC}"/>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5886878D-EDB4-4BA1-A86E-269752AD6717}"/>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3B9683F7-106D-436D-8AB1-0079D71C7363}"/>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8E28AA71-0C47-4CE7-A01A-98584D7668EB}"/>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D7ACE8B3-FEA1-4615-807F-DEE5012E07C6}"/>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4E49DA47-FC59-47F9-BA74-69F0C45CB28A}"/>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AC34F447-995C-4121-A913-3B40DEC2FDAC}"/>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BEC76148-21F7-4AE9-BAE0-1E2D353A5C20}"/>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C04A84DD-15E7-4847-AE57-6C0BE12AC470}"/>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E2966740-8093-4653-8C28-4A4BBFDF6191}"/>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7D197758-0AF6-4ACC-AF24-0118F3068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55829603"/>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B09115BE-DAA3-447F-80B8-2409B206B7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3">
            <a:extLst xmlns:a="http://schemas.openxmlformats.org/drawingml/2006/main">
              <a:ext uri="{FF2B5EF4-FFF2-40B4-BE49-F238E27FC236}">
                <a16:creationId xmlns:a16="http://schemas.microsoft.com/office/drawing/2014/main" id="{6A7A7163-2082-47A2-8C7E-085E2D008E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Minimum Effective Harness">
            <a:extLst xmlns:a="http://schemas.openxmlformats.org/drawingml/2006/main">
              <a:ext uri="{FF2B5EF4-FFF2-40B4-BE49-F238E27FC236}">
                <a16:creationId xmlns:a16="http://schemas.microsoft.com/office/drawing/2014/main" id="{3FED8289-FA59-4C26-9C6D-252CDD94B8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320E54BE-4E24-41F5-9CF8-9467FBB8A8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88F1E009-78D6-4062-9DFF-1BA65B233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4A70E438-5D20-4AC5-8267-5452E0FE23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B82C0504-1D9F-4261-AE68-5B9494B27119}"/>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F8EE5C65-E394-497C-AB18-118CA83D9F97}"/>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272CE8E5-73E3-4534-87DD-46AD6AA7BE65}"/>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8969D4FA-91E3-4E18-9FD7-B140B24611C4}"/>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5A1D46D9-A8E5-4311-8002-CC67818411B7}"/>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14ADA239-09B2-48FA-B36F-773DFBA9BE85}"/>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79426271-4EEB-4996-929B-85F94F6427FB}"/>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1842540C-F0A3-4FEC-A41F-F0B2F8C7636E}"/>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3A959AB4-8B6A-44D7-97AB-1A5A41E0F2FF}"/>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1AC4EFE9-D4F6-46DE-AC45-A2A41B75FC67}"/>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1F8EFEA5-6A74-4C69-B076-50BD753AB0DD}"/>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19E028E7-C75F-4DF4-B0C3-2A154961F8B1}"/>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9B9D0D10-6D63-4E42-8BB9-40522EE07EF7}"/>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B8F64D5A-4B2B-43E6-B984-E2DD8A5BB70E}"/>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F76AA8DD-7F1A-40C6-896F-50EB0C063F79}"/>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3ACC5777-B1EF-4645-8F07-420504A48A1C}"/>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53D01ADC-5FF9-4D3A-87C3-5C58F810B56C}"/>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43E27283-A088-4E3C-B166-6660BA754E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06892070"/>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1508EF0E-A23B-4528-80E8-483E605043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4">
            <a:extLst xmlns:a="http://schemas.openxmlformats.org/drawingml/2006/main">
              <a:ext uri="{FF2B5EF4-FFF2-40B4-BE49-F238E27FC236}">
                <a16:creationId xmlns:a16="http://schemas.microsoft.com/office/drawing/2014/main" id="{C1B2E7F6-D3B2-458B-B73C-A0DB82C45C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Harness는 작업 환경 설계다">
            <a:extLst xmlns:a="http://schemas.openxmlformats.org/drawingml/2006/main">
              <a:ext uri="{FF2B5EF4-FFF2-40B4-BE49-F238E27FC236}">
                <a16:creationId xmlns:a16="http://schemas.microsoft.com/office/drawing/2014/main" id="{604FDAD3-477E-4BD6-9BC4-2C2DC49C39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2DF237DD-EE12-4AD6-BAA5-41920CCE24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C657D7B7-73AB-4574-841D-35C0E1D03A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48DA39A2-C0D8-46FD-B1B4-AA7E63CABA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34B1ABE5-3928-4CE7-BA4F-89A2FE34F229}"/>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5340112A-D098-45DF-86A8-F1FB223E26C7}"/>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F6947E9E-9DBB-4258-BDAE-175C44CF9744}"/>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27868C71-235A-435F-B7E6-3C9BB422D3F8}"/>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753C3802-5268-498E-8EF3-419CD9C482BA}"/>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7000857D-252F-4222-8A9F-FBE44AF0A689}"/>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F4FB742-FCB1-4520-BCFA-BA6DB49658A9}"/>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49029F3-3B87-45F3-8574-145FED1F09F0}"/>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3539E95D-3F58-48ED-8475-52D1FCB66561}"/>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DA3C0252-F486-4BCB-ADC0-14F032BA99F4}"/>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7C89BB02-E6A9-4568-BA8D-195B39317491}"/>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C4DDC38F-394E-40E1-BF7F-61136AD797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1232982"/>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1158E1BD-FAC9-45C4-A2BF-154A3F613C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5">
            <a:extLst xmlns:a="http://schemas.openxmlformats.org/drawingml/2006/main">
              <a:ext uri="{FF2B5EF4-FFF2-40B4-BE49-F238E27FC236}">
                <a16:creationId xmlns:a16="http://schemas.microsoft.com/office/drawing/2014/main" id="{3AEB71B4-DBE1-4276-8515-7F864C50D1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Repository 밖의 환경도 결과에 영향을 준다">
            <a:extLst xmlns:a="http://schemas.openxmlformats.org/drawingml/2006/main">
              <a:ext uri="{FF2B5EF4-FFF2-40B4-BE49-F238E27FC236}">
                <a16:creationId xmlns:a16="http://schemas.microsoft.com/office/drawing/2014/main" id="{701991DE-9799-4BA9-AFFA-60991000D6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CBA36DCA-7EDF-4F3E-AB1D-2DBD6B7081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0363290-C163-4E78-98B1-10115F810F6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4FEEC9A2-3D8A-465A-A45C-672DFB4366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BE3C27F8-C87E-4284-BEEF-AAB3ED7FDC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36E70D4A-BB90-4541-9877-357723EA6095}"/>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0D3D3C82-F32E-4721-B2A1-01E8CBEA535C}"/>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DCA9FA14-54F3-4A0C-BB6D-4CAFE38A019A}"/>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53796632-3203-49B9-9444-D8BEC4297FD6}"/>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9DD23D98-210C-4FE0-917D-48599AA32342}"/>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B4D809B1-FBC9-40C6-8674-272F65785CED}"/>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888B29B0-634E-4436-B54B-45F730D47DE9}"/>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46E6F7B3-3EF0-493D-B87D-4A76FE974D71}"/>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12503537-20E6-433C-BA3C-0B69D02180F3}"/>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813D63AC-66BF-491A-87BF-18408059F331}"/>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2CB09872-99EE-42D2-9538-3DA7A8BC7691}"/>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1323A24F-A2E1-4282-8F50-9F0A046261E4}"/>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2613B378-EF68-4736-A054-18EA713972BB}"/>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78AD778D-D8B2-4398-9577-27BC2EAEBE5D}"/>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068C4F49-98DA-4580-8BBA-C8C32FFD2B3A}"/>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2A6272A7-31FB-44BE-BCE2-FA2D88880D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25999246"/>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6E59BF91-42DB-4E06-AE05-526A183D58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CAF4D860-7309-4E32-A368-703084D4BB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Engineering Pattern은 C++에도 전이된다">
            <a:extLst xmlns:a="http://schemas.openxmlformats.org/drawingml/2006/main">
              <a:ext uri="{FF2B5EF4-FFF2-40B4-BE49-F238E27FC236}">
                <a16:creationId xmlns:a16="http://schemas.microsoft.com/office/drawing/2014/main" id="{593121CE-4F85-456E-9D08-6BA9EF5BBF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5A0DBA37-0F12-4087-AFAC-F60C8D7868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6D82BF05-C6F7-49BA-8E51-204D9CCB37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02238C44-2686-4D8E-8278-F35F98F47F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8930F442-D969-4E1E-900A-1A26DA3A112F}"/>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233BAA36-FB4A-4FEB-AA01-5CE08ABAB055}"/>
              </a:ext>
            </a:extLst>
          </p:cNvPr>
          <p:cNvPicPr>
            <a:picLocks xmlns:a="http://schemas.openxmlformats.org/drawingml/2006/main" noChangeAspect="1"/>
          </p:cNvPicPr>
          <p:nvPr/>
        </p:nvPicPr>
        <p:blipFill>
          <a:blip xmlns:r="http://schemas.openxmlformats.org/officeDocument/2006/relationships" xmlns:a="http://schemas.openxmlformats.org/drawingml/2006/main" r:embed="R901aa65ca7954e16"/>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9B0FC199-9849-47C7-AD7F-AA18B6BE52C2}"/>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8726F7F9-E1E4-44CE-9DB0-B32AC6439E94}"/>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149BBB6C-9BEE-40C9-9C4D-1BB2F714B13D}"/>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78E282F6-9F77-4590-80C7-1235038BC6E7}"/>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07131B2F-20BA-4D9F-B48D-83CF77A7FBC3}"/>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1A2E4B6A-F207-47BE-B326-893DB5693910}"/>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24C9CF6D-CF0E-4B31-A6B9-EB9EDC054DBD}"/>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DA266CDD-143D-4A41-AB87-B211C322F611}"/>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9DD70E38-EB1F-436D-9BFE-25856C3F01DB}"/>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1DE6D206-7FE4-4A9F-9F45-7A5E8E32A0E5}"/>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5C539122-764D-4A27-AB3A-C83A295B50AB}"/>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0BBB161C-DF5A-456D-93B5-1EFA12752823}"/>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8A984741-27A6-4345-9E67-AAB211CACF6B}"/>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D7B5767A-B609-4792-8994-E7E3B58233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25552311"/>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B109F3CA-E2F4-410C-A26E-32B6E8F353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7">
            <a:extLst xmlns:a="http://schemas.openxmlformats.org/drawingml/2006/main">
              <a:ext uri="{FF2B5EF4-FFF2-40B4-BE49-F238E27FC236}">
                <a16:creationId xmlns:a16="http://schemas.microsoft.com/office/drawing/2014/main" id="{81B65CD7-7874-479E-AEB6-57EBEB99D5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필요한 구조부터 질문하기">
            <a:extLst xmlns:a="http://schemas.openxmlformats.org/drawingml/2006/main">
              <a:ext uri="{FF2B5EF4-FFF2-40B4-BE49-F238E27FC236}">
                <a16:creationId xmlns:a16="http://schemas.microsoft.com/office/drawing/2014/main" id="{B7EC9BDC-3FDC-46E5-A243-010755E424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5FDEB509-7A3B-4FB5-94F7-C2B8D37200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8E5DAA70-044A-4985-84DD-2360FFC6A5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A2177DEE-F248-4F74-825A-8EB5B72C2F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D70045C7-D680-4268-85CD-3BCB280FFA94}"/>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8697E6BE-EC5B-4CEC-AF61-EC6DCA211FB2}"/>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1D79E07A-8514-49AB-A063-8C1A80406D57}"/>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CC20ACBF-5E70-4F6E-A440-2E14C2258DDD}"/>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17321D51-51C5-4C3C-AF8F-0F0C3100E164}"/>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FB021AAB-13CC-42C3-BDF8-9455935C6FA8}"/>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868E1125-C13A-4E7D-A56F-E73AEA880007}"/>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090BE4B7-B01E-4BFA-8833-916629B8D0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63159617"/>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20FFEE92-F763-4974-B3CE-CD8BF5729C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DA4BF6A6-DFD0-43A8-B556-708035545F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5D8975B7-F304-4709-8366-5FA4C1736A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DD2241F9-63AD-4622-A352-496D3CA066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6541A90D-9100-496D-BBBF-50B43A56FF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EC0EBCEA-8C69-411D-8B8C-50FC74ED38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7B00FC0C-325C-42B1-9AFE-47C1E336230B}"/>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E8BEB5B9-3B6B-457E-8526-8F0118801071}"/>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674D1FF0-BB33-43CA-A758-B6E1CD9AC426}"/>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9F7BEBC1-7FDF-4A9C-9FB4-90FE0236680A}"/>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EFE304B9-4CA4-4589-9FAD-146973612484}"/>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3DD2710D-D5FC-43FF-B5A9-C9BD88DBAE00}"/>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023B2D66-0154-4A6B-BF45-6148C0C29BE1}"/>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163064D5-5AB7-497B-ACD4-150F12F3FDB6}"/>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820571FB-81F6-4FB0-B51A-A9485046928D}"/>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1D4FC9C2-F81C-4B76-B55D-975ECBA4F9DA}"/>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684591EB-10A2-4C3A-8DE8-402B0FE8EC7E}"/>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BA96E628-E3CA-44DB-85D0-F67AEF337F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1207612"/>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10476002-EDCA-4BFA-BED6-FFC2911C67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554D7875-64D5-411B-B9AB-59F526EAAE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17D445AC-D811-45E5-B12A-4A702806DD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E9F16BDC-FDD2-493E-BB48-6FE7EB5FB8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68E7E1D9-7185-4783-B81E-57F112DF42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89282310-F629-464C-9126-363BF3CA9E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B5517BAF-E758-4F2A-939E-7B880B715E25}"/>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649D3A1C-6CC3-45D0-B352-D54D1C8F1382}"/>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7AA10721-3629-4FF2-84FE-43913AB1C5C0}"/>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5C5C8EC1-152A-4A22-B183-8BCDBA69741B}"/>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641A0A5-E71E-480D-A0C0-19304A18AFA3}"/>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7135B905-56A5-4FB5-8A08-33A7EB6512EC}"/>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A38119A7-7916-4082-994E-391FE55A94CC}"/>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ED857417-BB75-4ACD-AC07-619DE3199FCF}"/>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9AE9FFC7-6A87-46D4-86D5-E87B20294A60}"/>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02C5A0BF-DB15-4B95-B86F-1345778559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06808625"/>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21A027A1-ECE9-44E9-8B6C-09B3F3F3739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AF61C966-D614-4129-A55C-FABB18E93A2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346FAFE6-C21B-40BB-8B2A-1D8FA68F55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70A5C196-43D4-4D28-A979-1F02EC2E14AE}"/>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CFA0F8EC-3426-44FF-90DA-57F9BEF23BC3}"/>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9F13D6B1-72D0-4E36-A176-60B20EE90C89}"/>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535DD01F-8FEE-46FC-9D46-1E6A9C10C946}"/>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A8027FE5-4D86-43FD-A119-0465FEB328AB}"/>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55DACCB2-C601-467E-A986-28278A3DB2EA}"/>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FE90FAB8-099E-4270-A49B-A17C9A841F7F}"/>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8E028D07-9CCB-4932-A832-5B56729A7BD5}"/>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8BD9DF02-B42B-4ADB-B7D8-03EBB80559AA}"/>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7282676E-CBB2-424E-9A35-DD72323C114F}"/>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A5F59613-1257-4A92-9AEE-DD7CA81200F3}"/>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C1CA1342-95E9-41BC-A1A9-7BE51B0D1B9C}"/>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A8FF686B-B983-4540-B32B-1DC7A50A22D1}"/>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AC302A86-9087-4B75-B9A5-77BC12850237}"/>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F64A88FC-26B1-45A9-8BBC-974FBE2934A2}"/>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391B4FD4-2137-450C-A4D3-226AEEC3BB7C}"/>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49A609E9-E62D-4479-ABAB-A46335B059FF}"/>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A85693D8-2A13-48B8-B151-990CEE7B3B24}"/>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BBCD2E03-D073-4406-8345-20881D2E066E}"/>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46A657D-EC53-4257-A93E-7741FA5B4A59}"/>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603A5057-2EF4-4D58-B45C-6A94427655ED}"/>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483C5B01-91AF-4CB0-9465-0162EDB14D1D}"/>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B5353781-50FE-41E8-983F-257CC75BA1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C83B720C-579A-4422-A047-19C1BF0F5F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EE1F2C25-97D0-41C3-8328-8E4D507E06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027E9DEA-33C7-4A6E-807C-03C51D10E8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85732761"/>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7722F1D2-7B62-4EB4-A7EB-76FB817F55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CEB2D963-CDC5-43F3-8F3B-AFE81FF8D2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5F047D38-2748-4108-AFCB-3BC2C838E3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9FA495BD-132E-4C74-889A-D59AAD3E57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5073319A-7523-470F-8EBD-0D66F0E315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D9DA1E27-2642-4D6B-82DD-36168464C9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390E6729-987B-4BB0-9C3D-E91B31D3190D}"/>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37713DDC-F9EF-41D4-9124-1AB5C75FC9CE}"/>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E6D5306D-8831-4581-8347-405302761F11}"/>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81C8BD15-43EA-4A3B-A578-927275E2FD6B}"/>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8562B0AB-A0A1-4406-957B-9F4A32B5C313}"/>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00B47649-6C6E-4E2B-9AC7-C0602DC971A5}"/>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3FB06E35-977D-41FB-9B18-E471C646E4F1}"/>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A394E76A-8DDD-4BE8-8239-406DC4463F76}"/>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BD29F3E2-A959-4444-8167-F6D373DECA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2301700"/>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0662AA46-000B-4F54-9B78-48EC6B0B05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17DBE8BE-FA99-4B5A-878D-B5244134D4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9F5CC6D8-93E4-409F-B461-44992EA953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2379A254-BEFB-4C0B-8BA6-5464EEF5E6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177336A5-6B85-4A34-BD8A-27152329F1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62C336CD-04F1-4C95-A184-8BC3476ADC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50D606EC-199A-4CCE-BEA1-A1EAA63383D7}"/>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B9020348-6185-434F-B338-9205969B9B73}"/>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C5514F30-587F-4F07-A19E-955520297C3E}"/>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9B4BA7C5-300E-430C-AC65-622DDA1670BF}"/>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C7F4F370-B330-4EAC-BDC6-49632089E2BB}"/>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1F232832-0D32-4CBE-966A-3EA36CC173BD}"/>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B8713A4C-E51E-437F-AE82-4775FE616B9F}"/>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6A7B3499-9111-413E-8477-DDFF2EC80863}"/>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6DBC0C32-B7FC-4614-BEF3-5D5F502B3FBB}"/>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425AEB21-B1D6-4DE0-A340-9505C77FCA4F}"/>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D9590584-2505-4F6C-9596-4D0577C8BC76}"/>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5AB6E532-9399-461E-B2EA-536D5E48E2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23265352"/>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FD424EFA-A04B-419A-91A6-3851382418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706C9FFF-BA3E-41CD-B46F-61C3937B9B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39A4C301-B259-4182-A137-49BE0CB831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1A654344-74FC-40A8-8A9E-13B596E2C4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80379F30-25C7-4C45-B2BD-48D144EE6F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85598250-84CE-45E7-94C5-F9158D3ABC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01238CFA-18A2-42A7-957F-5C7EB13CD9EF}"/>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E25E6B26-14B7-4E76-8547-E434D3F108E2}"/>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D0351379-C51B-4759-9B33-5AA43E96FE8F}"/>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BFBFA769-0DE5-43B9-8294-F85CFB9861C0}"/>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11F7CBAB-54FB-489F-A49C-BA3422200BAF}"/>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9D23686F-1351-48C6-939A-5C2B74999F27}"/>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09B20AC5-0351-4B2B-8CE5-0E3A76A62DA8}"/>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9D500943-2C3D-431C-B98C-E508B57B8C9C}"/>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AA9D8D34-7425-4177-8DEA-FE209C07B54D}"/>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C4664D54-F920-44B5-85E4-98F8FD59D23E}"/>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88BADCCD-3DE2-4D44-ACB5-9D873F1C3B0A}"/>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A55DBB9F-A170-4F2F-826C-F797D68E1BF8}"/>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C988BC36-5F37-4887-9A91-3F837D2052E5}"/>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E0E58AE7-7D7B-4D66-B802-0BD7474A9CFD}"/>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0A4B3359-8D94-4BC2-8F7B-AE26BDD39151}"/>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47297BF1-9F9E-49BD-A46E-9D82673A02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30312866"/>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A57489FF-8BCB-4CCB-BCFC-1F5323559C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B802625F-53C6-4785-B6CE-D902C417FA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53964966-6819-4441-A131-90DEA1515F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B763C29D-D9DF-4951-9FB9-BEB69AD78E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FEADBC23-E794-4E1C-B017-6CE997FA65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1CE16878-7E68-4641-8F0B-7D08293FA0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BDBFF433-6736-4E6D-AA59-4E20518C305D}"/>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6A4137F0-5541-443C-AF5B-C2F604349F2A}"/>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3A69DD08-96F0-403E-9148-C5DB07CE2928}"/>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4BE665C-F1EC-47B4-AA95-3CC5F4D3D67A}"/>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BF7C340A-E7BB-423E-8672-6E1B6BBC8FF9}"/>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F688ED1A-BE10-4ED2-9760-B6809C8FFBFE}"/>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6FF40F80-9972-4861-8A03-9045522B7130}"/>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26ABE650-4189-465C-877C-8BC0EB3038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72244074"/>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CACEA4E3-ACC0-4B4B-886A-B585F87D80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A3019218-6509-4A30-8952-67E9AECAF7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72BEA50A-4D3A-47AB-A469-DA206AA558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4330E62E-49A1-4F5E-87C9-10ADC404D6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05E4F878-F3CC-4017-B318-7E0C3CC04B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32AAA131-9D0C-4484-ACC2-D8D995FB21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A3AE45A4-B680-488B-97D0-49CA26D0D345}"/>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B501FDE0-AD06-4184-9D2E-42ABCEB0059C}"/>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763ABC8E-C032-436D-9C7A-5914333F7230}"/>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FDE92CB8-ECB2-4BB9-B455-26A9F01D0F15}"/>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9A0E289E-4669-4345-BD1F-F8BC452282B9}"/>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ABC20F82-D7F4-47CC-B9F8-D279A21ACA32}"/>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FA256F4B-D302-4D72-8542-F52C286BD131}"/>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9796D915-88DA-428A-96BF-65DA8F212C71}"/>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A1F64BB7-6010-4949-AE88-C279EC1D6900}"/>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7807F01A-617B-4EFC-A823-9CAEAAA4A5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6470692"/>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C4C28536-AFD1-4618-A545-FD15102A76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2548C83C-FA61-48BE-94D9-D86AEF4C8B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2D17AC97-CAE1-4010-897A-C1B5A7BB6A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2F7D5A2E-8878-4453-827C-F1B76324EF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F8FC7E29-2BE5-4A33-91D5-D5650929EC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1991DBA5-3BBA-40C3-9B1F-A9703DF235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131D46B2-49FE-4778-B26D-39910B910839}"/>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EA24F905-C217-4590-A7E4-6EE673E3D2A7}"/>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7B023952-2112-4064-B0A4-EDC7C1090CFF}"/>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F8DD0C3-52F4-40D8-84EE-988C2F07662A}"/>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4262AFA7-7061-4698-9BAD-1F30D2F171F2}"/>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DBE9C0FA-31EA-4E86-A345-D334011B7A0F}"/>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4E73DD4E-21B6-4C18-AA8E-E6B4C2AED483}"/>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EC6BA534-7C11-43EA-9A1C-40D491E2F9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07624214"/>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0B39C850-C103-4203-A0FD-3DEE6C6718D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DC44538B-4CE4-4000-960C-C68F7D4D78B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388F314E-DDB9-40CF-8910-0E143D0518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1E83C86E-BC45-4C63-8D4B-3DBC043915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187860DE-2CFA-40D6-9BBF-FF8DD52DD2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0F22EF6D-0931-4C7A-9281-616106C294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D25CA9D5-83B9-4CF0-B175-87AF20A5E8A6}"/>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6AB7D90F-F0B6-4DB6-A4E3-0F03C5BCAF6B}"/>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528B5F48-339A-49A8-9ACD-3B749F5A491B}"/>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DD9291CA-1577-4E2B-9650-80E8676ED847}"/>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D0A139D2-95B0-4432-96F7-3E7914DC1A8C}"/>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78DFE9E8-8515-4152-82B4-9A0E0FAA078C}"/>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8B88B0DB-49CF-4E92-9024-CB2DBEAF829C}"/>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2A17C135-8840-416F-95E2-5869C03DB7CF}"/>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2992DEBB-3E77-4B3C-983C-AE2AE8B58A4F}"/>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8EBAE643-EDD6-4B82-8FC7-CCF73ACD1D61}"/>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B28A6B3B-E278-4AB8-9432-87136EF1E5B9}"/>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6226A348-AF47-4146-8227-FE39215C3009}"/>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0DFB4090-C504-4BB8-807C-2C8183B43693}"/>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45DD0CD2-3E59-4F51-A1AA-BA012B3999F6}"/>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FAB7C977-FB52-4D66-8EF5-FB985DC29945}"/>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D219ACA9-5A5D-4FE1-8DBD-58F89D1D7631}"/>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4D400D78-0C9B-4920-80BA-9AD8268FCA73}"/>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7895B096-F0B3-4474-A1E5-7DEDAEF3727E}"/>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2364A2C1-4EA2-40B7-8EB0-89BD2F0A9542}"/>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A7306AF6-C32C-4498-ADCA-E09844899736}"/>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D489FEA2-E9FF-4E48-BF5B-67FA1747BDFF}"/>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DAC228BA-0575-4511-AC72-3318736693A0}"/>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39C2C719-F34F-4E73-8E67-92D3CEACDD80}"/>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B34161C9-9014-4637-A9E0-25521DC58F19}"/>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FF5F7CB4-EA13-481E-80C3-263AB47591ED}"/>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4833B69D-C637-44E2-B50A-E16C26006E49}"/>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37BBBAD7-A5D8-41CB-8CFA-9739BA86934A}"/>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2BFD8FA2-B602-4F72-87BC-2F8C61ACCD36}"/>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A6C0A370-56AE-4ED9-BA27-69B31C24D349}"/>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CDC76EF1-BF08-4C25-8B21-462FA63FFBE2}"/>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67C8097D-2832-4567-A278-488A1725D4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78770524"/>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F64655DF-2C8D-4D09-BC8F-71692DA84B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C7A630A7-A7EB-478C-A398-8BA8024D79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9291DC8E-60BE-406C-B7A5-5FCF49999EA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23DC12AC-0E79-4760-801F-1F2295A03A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E40FD685-7E89-4561-8BAE-6CE0C0159F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F224C434-52E0-4497-BF3F-6BE1B7F5F5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A678263B-425D-41A2-83EC-F3EA767B8CFC}"/>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67568325-A086-419B-945E-ECBACA028A13}"/>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0216A996-C329-464D-A366-763213E9BACC}"/>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DE98AE43-0536-4E03-BD41-E1959F5A44E3}"/>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BF4E2278-48BF-4DCA-A9AC-E18BA21CFE08}"/>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699A2C46-A2F3-41D4-84EE-EE269F515503}"/>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83809C6A-71EA-4451-9E3B-59222A707EC7}"/>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180CDC00-A4DC-4EFD-905D-0E86749F511B}"/>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6458E737-D7FB-4676-8B56-53D28FE84514}"/>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B4BF200E-9F1C-4973-BA65-7CFDBFA35A17}"/>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35BCD83C-B745-46BB-A8BE-C9A016B50ABA}"/>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EFCDEB8F-BA2C-4716-B828-FEE02804FD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34860394"/>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20774679-79F0-4DA0-9320-EC147FA9DB1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B498353B-11C4-4A31-BE45-79FA278AAD3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E1940F06-6B70-443F-A894-B1A615B5844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ECDFF3C4-5B08-48FB-AFFE-B40095F6EC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6CA37FFD-6DFC-4E11-9B26-0B0A3463F8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6F1A1755-C4E4-431C-944F-2B0D30E329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60DD5F68-C250-4217-BBDD-5C9E5165A325}"/>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CF9D9F23-4307-457E-A295-D98B7BAC5244}"/>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6FDF7001-C86F-4B22-962D-0FD252676E86}"/>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49AD634E-53BE-4A87-9CBD-C058194694D8}"/>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BF46CC2F-44BD-42F3-B2D4-D1D42986F2F1}"/>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FE12FE3A-0D29-41ED-8341-B239460692B6}"/>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0D9A9AD2-A052-4510-9595-E9B2D5832E20}"/>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91639483-DE8E-489F-A299-B901A933A946}"/>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A58DC5B9-A2EE-4706-8D21-79CF89EBA99C}"/>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80C5580B-9DC2-44D5-9F34-10DC2EED5E57}"/>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1A42F776-8488-4B5E-AF3E-0D0713CE9F51}"/>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6F646A99-9127-4B16-9D46-2453CC139435}"/>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059E3C2E-8455-477F-9994-074E02756285}"/>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3CD554BB-5A42-4C40-B6FC-D22BCBF66D32}"/>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257B23A2-74EF-4695-BB77-9F1AE3108573}"/>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2AEB85F3-35F2-48AD-959E-793CE1AC4BDB}"/>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60D0CD00-3154-4877-9217-7F8E6ED25C05}"/>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BD0DA119-CBA5-488B-9132-DFD30578CA78}"/>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56B02AB6-DFD8-4058-BD8D-0622FBC403D1}"/>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F7643396-8F67-4F60-BE3A-E13A7E7767BA}"/>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7483AE10-5A38-4C20-A53A-8A4A4646C642}"/>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8E820F11-0EF5-44D2-9F7D-49585AC8A0FA}"/>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8B06BDC7-7A88-41F6-AFFF-BB5E27BCB32E}"/>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E41918E3-EA46-4235-A96B-02801AF11832}"/>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44D3FB75-FB33-42FF-9A54-B1618C1E5AEF}"/>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49CACB85-62A2-4966-B532-2ADD4603F664}"/>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B4526BF2-2AE7-4B3F-B0C2-B1714EDF9610}"/>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A4374C43-DA2E-4AFA-AE08-472C96E936A7}"/>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8C2CC01F-1C2D-4AC2-AA5F-08C897D95602}"/>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85E5C744-E1F9-45D7-9072-9B921FAA1346}"/>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27627ED8-78EE-4586-907E-3F0EB77CD631}"/>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A2EF1F8D-7771-4028-A5F8-E1E70C126A4C}"/>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7636E2FF-D0D7-4F0C-8B15-F99A6027DFAA}"/>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6B0D5A4F-7E4E-4A26-872C-BA0072260B7E}"/>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D0E40E01-8BD1-4944-A3EA-67E83EBE6BE9}"/>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6802D2AA-D03E-4B51-98C6-B8F8675253E0}"/>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AF6A9DCD-4B65-4613-97FE-891CC2F3F6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75501775"/>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DEC05D22-3F5E-43D1-AB1E-14339E012BD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D1538552-5C30-4B4D-BCE9-C8BD3FC4068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8FE24372-D221-4614-9FD3-2983BE620D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111C1378-F59C-4EF3-A7B6-95BD33FABB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4916D31-D62D-4152-A511-E8879FB202C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7DD669D8-49A4-4BC4-B29C-C700E53480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9B8FAF0C-D331-4144-AFC4-75EE8C5B6A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2E828451-7680-493F-8212-B9D39760A5E2}"/>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8830D872-0364-46C6-B9FD-69BD93FF8FCE}"/>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48E09360-64D8-43A7-B424-79EF3D54E423}"/>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E587CFF7-A7EA-4767-959E-A2828F347438}"/>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40722124-20CE-4FAC-A972-D1AF1456B367}"/>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A4C2C101-66FF-4DB6-8349-CCF7B5D5283C}"/>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6817DBC7-6F18-4A5E-B195-F96B75B1116B}"/>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D2B70B09-1CBE-42C8-880E-98F53DE61800}"/>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54825CD7-FD74-42F9-9BD3-756AEF07B8E1}"/>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4D836907-E9D8-4873-98CF-5CB391F87B4F}"/>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DA5816F6-64BB-4590-8DBC-5364B312C238}"/>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AB0C3870-4475-437D-BC8E-B99666E1997D}"/>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3AA272E5-8955-47A1-8A36-2511192FCF65}"/>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29328B26-F3E9-47A0-A105-13E0576D5B55}"/>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62A0AB15-308D-4C97-9F1C-8B78C8F363E7}"/>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CDA1CF45-2277-4A91-A02D-58BBF2BA566E}"/>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5A9EBD30-6D08-4439-A094-1EA51B539D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63310494"/>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EF5A7F6B-1D10-49A8-8322-42EB33CC9D6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F9C3E21D-EE69-4DA6-83ED-ECDD054BAD8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555E2F9C-C2C3-46EA-9004-D4E16DEB9E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4069896E-B1A4-4B37-879C-21FF473E58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A8E1792-B769-4BA7-84A2-7A1AC693A9F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ABB2F07F-5486-43B0-8C98-38A4510204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8EA92934-EEF2-4226-9BCF-20021E5470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571AAE8A-F331-40FB-B0A5-44D5AE8ACE4D}"/>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D762733A-5FA8-4C0A-8600-CF948DFFDAEC}"/>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7BBC7AE2-CBAC-4A88-A7BB-651AEB951336}"/>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FE7C1785-E55F-430A-B397-7BB17DDF03A2}"/>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7C990072-923F-4867-B588-1418336B7939}"/>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F64B5B51-52F5-46B8-A24D-A2C6A0228F4F}"/>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C5702432-6C0A-4B43-80CD-3B81A7C5A7B8}"/>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0AD4D9C7-12BB-48FA-9390-D806ACF3AB75}"/>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5D561F64-609A-4471-94B5-77D24B12EEA9}"/>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1AEBAAEA-E74E-42EA-BF4D-0571A37441A9}"/>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B837E830-4AF2-462B-8922-C29BFDA4A9ED}"/>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6EC1B21C-ECF0-4184-9D14-6D5F91A5C7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96697324"/>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D377E926-08B6-4D9E-B953-D190A2B2F36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9C6A8E1B-4BCB-4E05-B3AA-E9D6FACCC75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E5E33C16-AD67-4A5C-998B-28E6C33BD9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CD857423-4E1E-4CFB-A3D1-333104A7BF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1442741-6306-4403-8B5F-903A6A33343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B3CEE22A-F6A4-4B13-B1FB-3139E4264C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212D48CE-63B0-405D-A249-1FCDA6AE8E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9BECE768-9F85-442D-9C5C-75EE2C5556FC}"/>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9A2DEFF7-D9B9-4A01-A6EF-4F6CA1B63EFC}"/>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92FEE2DB-7DDA-40A5-A57E-3F58D0A2E43F}"/>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E5BA68EA-CFD4-4AAF-8348-9B758466F9BF}"/>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863D5107-1566-41A0-9717-F54CCEDD5C7B}"/>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1A1962C3-4FF6-41E3-981B-0258F73ACFD1}"/>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F357E74-FA83-4CAB-98AD-55EED6F46A3E}"/>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E49F8FB9-29C1-452F-A5DA-7C0846A64620}"/>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E8CAFB4A-425D-494C-870A-121405ECC272}"/>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F924D2B5-9BF5-4431-B4B4-06633CB498CF}"/>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D9382FF-8343-4076-8B47-4743919CF990}"/>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8C3DA385-0F68-495E-A950-858DE1A24ABF}"/>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D9B7DDCC-74CD-44AC-B9B3-3BA814FADD62}"/>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911E297B-1886-4A43-AA3C-9D7A5F7C0FAC}"/>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B1C5C5D0-5CB3-4B6D-9EFF-C14983659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5868401"/>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874F0318-33C2-4024-903A-F9A0C84204B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BF27676B-BC77-4C47-8C26-C1251CCBB35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D5B79FAD-C1A4-4A8E-B2CA-7AC13A6678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F684FC7A-258A-4C16-846B-4A82C8946E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5ED2655-4355-427F-B0BB-AD49E29A957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087798D6-F986-4E58-9DDE-6781EC6B8E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6DEEA9CE-2FB3-4F16-8B63-DF5361F4C7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6E88D769-35B7-4973-9A0D-E079B1B501E6}"/>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AC1A2640-8DA1-4149-9356-2B8C77975CF1}"/>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BD6F9D10-CFA1-4EC9-A5DA-8D01E222E0C9}"/>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74B6ECA0-94C7-4074-9D4E-D20CC0A42ECA}"/>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513353BC-029E-4681-8C3F-4CC4EEFF07B8}"/>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B1985A1C-40F5-49E7-B9BE-723BDB916228}"/>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5923D132-2812-49E0-B111-60FCDEFE9E49}"/>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178ADDD1-D736-4A7F-9E4F-C75C198AE4E3}"/>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8411DD6D-2D94-4ACA-995F-F778202F8F86}"/>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6303F3CA-4174-4B44-879E-B4CDA646FB9B}"/>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A006A691-36A6-40E1-9C59-962F8ABD75A7}"/>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188921B3-B0AB-4C08-BEE2-73D43598BE65}"/>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74879A1F-F8EE-4E72-BD90-EC8E0411001E}"/>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09BD976E-48BD-4331-8035-7719B4967C3F}"/>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2B434B52-908F-45C0-AAD7-A4D030BC1473}"/>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A1593CA7-5B45-43AB-8315-EB22A30A97C4}"/>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29877F20-1E62-4F78-B767-39F6D42E3B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15862941"/>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BFF56A53-F163-43B3-BCC0-3D6B16C3EA5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1A64B9D6-3CC8-492E-AFEA-26F498E12FA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939F568F-8942-4647-B73D-CC6EC6AC15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9C72F25C-63CF-4A18-A534-0BD62DF7E4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0597689-DD7D-4771-9519-FE3E747C3A7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C4E2162B-193F-4734-BCE5-AAA456B86E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C8CD3215-DE4D-48A7-BEAB-340BE3302A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0A0795E4-FAE8-477D-93AD-79D6A437B333}"/>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C1C8E681-E442-46A6-980F-2215A8BB8C35}"/>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5A2745E5-34E7-4980-8871-7780585711A2}"/>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332766FE-5B06-448D-AF34-6E9B55C7B516}"/>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6044E3A5-798F-4CE7-A024-B696799ABA43}"/>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58701D1A-702C-40EE-8400-B13E487DA212}"/>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DA0D8BC0-446D-445A-9A18-9532B5582299}"/>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1FB1FC07-0BA9-4EC0-BF8F-F688A910021A}"/>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BB36A8A5-8034-444B-8D52-A8DC3A14C805}"/>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9422AFB8-59BF-44A4-BEBB-7FA237F8281E}"/>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AD4A4B6B-C62A-48C3-9698-D748E5AC1DA6}"/>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603350BA-FEC9-4BA1-8788-7D12A0847F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16983731"/>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6298B22B-F5A4-4AA2-92A1-8987DCDDE4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F9E1B069-F53A-49DB-A7B3-81B7BCB522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9F1F5237-711C-4BCA-A111-CBEF7C00A2C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64107159-6F1F-41FD-A3F4-02A8DAF81F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AF4D3224-4AFC-4F29-BC5C-B18EC231D4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81D39051-7EE3-4576-9089-ECC68A064B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D75E6C8B-14AC-4C13-A05F-1890994D0097}"/>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E34908DD-CE44-4044-916A-EE8ED1187944}"/>
              </a:ext>
            </a:extLst>
          </p:cNvPr>
          <p:cNvPicPr>
            <a:picLocks xmlns:a="http://schemas.openxmlformats.org/drawingml/2006/main" noChangeAspect="1"/>
          </p:cNvPicPr>
          <p:nvPr/>
        </p:nvPicPr>
        <p:blipFill>
          <a:blip xmlns:r="http://schemas.openxmlformats.org/officeDocument/2006/relationships" xmlns:a="http://schemas.openxmlformats.org/drawingml/2006/main" r:embed="Re75ee13ecb794e6d"/>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9ECD4EE9-F383-460B-A638-EEAB807B7947}"/>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3FDCEECB-D754-40BF-9FDA-868C53080819}"/>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98A20DED-E12F-490A-B8D8-6CF2BC96DF9A}"/>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94A19711-C3FC-4051-812F-38FC188CAB04}"/>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367E66BA-3E8F-4870-AD0A-A9D237F91EA4}"/>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7459A4BC-7597-4CAF-87CB-C47797A1B22E}"/>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575523F4-7116-4BCA-A018-1DDB408B963B}"/>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EE78AC0E-5016-4F36-A775-E23B8E6C009F}"/>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BBAD97FB-088B-4D4B-9F53-5CBCACD864CF}"/>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B98A0F0E-61EB-4AFD-88FA-1F98ED6E7286}"/>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E35DCFAF-74A7-4B99-ACCD-7B851005564A}"/>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DF16586D-B772-4DF1-BEDD-14DEF04E9BF9}"/>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5CEA01D1-A327-4F20-B741-74E51A126C03}"/>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24E256FF-7403-4481-A6A5-0DEB622F543B}"/>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B98297FF-08DD-4836-93B8-C8DC10339A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52635712"/>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658CB46F-9DE2-41F6-AC27-83E2FF5A338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A567F38E-5213-439B-BDC4-7662600120E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AA53AA40-38C6-4DF3-A6F1-8FE5BC236C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C377CCBD-1B6D-4BBC-AA12-B06EBCA2F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2B25535D-380F-4533-8520-8FD57C5F1F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C55C970C-1F20-45D6-9CA5-86179F6220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0041EAD2-1EFB-4795-A06B-017407FDDABC}"/>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08AC70AD-BC58-41BB-A8EB-C7662463A835}"/>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1F27981C-5337-4621-AFC3-5CD28D3E5D89}"/>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4E035370-B84F-49DC-9721-C497F1A3BCA2}"/>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1EAA897D-7664-40B9-A91C-640419EFE6E7}"/>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A67A9EEA-CB20-44D3-8F8F-DE34CBF8FBD5}"/>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4BB5D0A4-63BA-48DD-85A0-2990EA2E29DE}"/>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4FD2CC54-7F0F-438E-8B9D-4E0438344AB2}"/>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7232B97B-6BBB-42F4-97AF-D8BFF4D675DB}"/>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2B6CBD03-5F85-4E88-BCE2-79F5EE3EC14D}"/>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1E897B11-3F86-494D-9CF5-CEB382B86742}"/>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DF7A7C2A-9784-47ED-847F-F569A40740A6}"/>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EE014539-555F-45A1-96EE-84F5E231C449}"/>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4EBEDFB8-A208-49F1-B005-85A6700B94D0}"/>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79BBDC27-0B00-47E0-A3DA-5752F32AEDE1}"/>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25AFA65B-5D3D-45EA-A983-D3B14B8EF3FF}"/>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3308FDE2-873E-4C93-80B1-B0DB71B56C4C}"/>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EF93DEAE-330A-4C5C-9BFD-0152C8D4C961}"/>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01D76B75-681F-4832-95F8-BB5B83714312}"/>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97E58F44-AAEA-4083-A02D-1DE78D4AC2FF}"/>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388F67A3-7514-473B-B10F-D8B96D5872C6}"/>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46637112-D814-46D9-8D6B-5760D7B3DFA5}"/>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C0D01898-CA81-41AC-A11A-A3DF382F87C0}"/>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2F83C744-3485-41B1-B302-EA817730AFAF}"/>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B19C42D3-EE83-4CFA-BD00-E660F1A31714}"/>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4EE3FBDF-D363-4447-92BA-8981B86EFFAC}"/>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76909752-B6DC-49EF-A821-CA76D4B97C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069271403"/>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D1C4B505-5571-4F18-9A9C-8BA09E65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351AFE91-CFC9-4BB9-9007-B53E4BE0BE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888D8280-A189-4387-B885-128607659C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279897A5-F5FB-4E72-8024-EC6571C5FE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03455A59-E882-47F5-B0D5-CA4A033BB3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6DD8C6AB-03F4-446C-9A6E-99D9608EA6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8DECBFE9-D075-4CC3-AFCB-1C251C1EC707}"/>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E3A69655-D6E4-484E-A278-4AF8D8B1C678}"/>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48EC2FF8-4632-4821-8068-0D8B6FD37AC5}"/>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F14F39D0-E2E5-4AFE-B5BF-EABF24272C06}"/>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E707FBCE-D047-4CFC-A001-14F4269A2C8D}"/>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EDD9639-BBD9-4EB5-B869-B22BC560E599}"/>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8E614917-9E36-4F35-B78C-662DBD37AAB0}"/>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63B9FCA5-B152-455B-B174-8668655E58B1}"/>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4AC841A3-CA29-47BB-9A61-BC2E0A28AB07}"/>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EB90D9D3-B9C8-496A-B54B-9C07CCAA8D93}"/>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A2E75EC-91DE-4BAD-8F26-CD5FFF6B0FE5}"/>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A5CA8A73-5219-4665-BE9F-D462E14C947D}"/>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E1267919-1E20-4D9E-9517-9A5CF43072D4}"/>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1C020A98-960F-44E3-B1DE-701C3868D881}"/>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8DE15E7E-4AD8-4E2C-A5CD-ED5C28BCEA05}"/>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36D4E9D-C925-4A16-A5E5-038363C0917C}"/>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69FE6F91-5B5D-4597-B0AE-57B777DE4F90}"/>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EB3E49D3-304E-40BA-8BA9-384FA79C7FD6}"/>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56637CE0-E308-4CF6-8E45-E34EDBD02A74}"/>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33D0B830-55AD-42C0-9216-68ADB9058279}"/>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B3C0819C-4026-4A0E-818C-9491ECEB75E5}"/>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4D3D6212-B423-4F0E-8656-C7D539A7D838}"/>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92ED2335-A18F-40D9-AEE4-63870805B636}"/>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2A5D81FF-DC78-460B-9D12-B75F9796C9BD}"/>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5D5D3383-7C51-4D9D-A152-8A7270E9ECA7}"/>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3A26A66D-BA5B-4269-8C90-978472E83DC2}"/>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380C26F3-EC9A-4DB2-87E5-09CB343C22FE}"/>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D39FBABD-2E2C-433B-9FC2-8CA5D2CA6D89}"/>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BA4D2BCF-CD7F-495F-90EF-428369C03FC7}"/>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BA30872-92F9-45A6-8532-8A4FBD87495B}"/>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DE407F71-BF93-417A-AF77-E7FFA9E61123}"/>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01CEFEB6-5295-4F8A-9239-4C80C7702A35}"/>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3F76B19F-DBA9-4A0E-B4E5-290EA72474DC}"/>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E4964B5E-1949-4E75-A34B-8642FA27AAA3}"/>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7657D76E-99E8-427A-A8AF-666F40D54902}"/>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4B2E1B58-18D3-435B-91A1-444D0DBA838C}"/>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16664FEE-BB5B-4A02-898E-B0E5F8E9638F}"/>
              </a:ext>
            </a:extLst>
          </p:cNvPr>
          <p:cNvPicPr>
            <a:picLocks xmlns:a="http://schemas.openxmlformats.org/drawingml/2006/main" noChangeAspect="1"/>
          </p:cNvPicPr>
          <p:nvPr/>
        </p:nvPicPr>
        <p:blipFill>
          <a:blip xmlns:r="http://schemas.openxmlformats.org/officeDocument/2006/relationships" xmlns:a="http://schemas.openxmlformats.org/drawingml/2006/main" r:embed="R9dd2f2fe3d5447ba"/>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47AEF277-47B8-4B2D-8A70-3B6FE22BA31C}"/>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70FA5B28-0FF1-46D1-9CD4-E1172BC02864}"/>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269F7F3D-E9ED-4344-9DD7-B4C7DCFCFFC3}"/>
              </a:ext>
            </a:extLst>
          </p:cNvPr>
          <p:cNvPicPr>
            <a:picLocks xmlns:a="http://schemas.openxmlformats.org/drawingml/2006/main" noChangeAspect="1"/>
          </p:cNvPicPr>
          <p:nvPr/>
        </p:nvPicPr>
        <p:blipFill>
          <a:blip xmlns:r="http://schemas.openxmlformats.org/officeDocument/2006/relationships" xmlns:a="http://schemas.openxmlformats.org/drawingml/2006/main" r:embed="Rdb3ba63ea1684982"/>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6B6BD3CC-0214-4DA6-9ADC-A800EF24837A}"/>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D6BD24C2-3E2A-4B0B-8DF1-BB8A1CBAF9E9}"/>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B556408D-6D4A-4DC9-94CE-8A09B2435A8D}"/>
              </a:ext>
            </a:extLst>
          </p:cNvPr>
          <p:cNvPicPr>
            <a:picLocks xmlns:a="http://schemas.openxmlformats.org/drawingml/2006/main" noChangeAspect="1"/>
          </p:cNvPicPr>
          <p:nvPr/>
        </p:nvPicPr>
        <p:blipFill>
          <a:blip xmlns:r="http://schemas.openxmlformats.org/officeDocument/2006/relationships" xmlns:a="http://schemas.openxmlformats.org/drawingml/2006/main" r:embed="R64e5ac05f2504ffc"/>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6572F3A4-9EAA-4438-928F-6508DB508DA9}"/>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05CFF5B5-928D-4B2C-B970-DA7ACF9B22AB}"/>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1D45A7A9-4D36-4E8D-915E-D757F86F4821}"/>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BD5A14ED-9194-419D-A9E7-6F3493E89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19257889"/>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866052F3-5D6D-496D-8A00-BA6C38D5257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E0BA6C0D-4ACD-4444-8D58-6BF6C62A8F4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B200AB23-5519-471A-B218-C0933BCE94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97CC85E9-F1BF-4C00-AF83-2716DCDDDC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B2BFC15A-6E9A-47AF-BB34-15DB53F21A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5DAA5C6A-6D35-4D13-BB33-0985BC9F4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0E32AD59-E123-4BED-ACC7-2F6AB55EFB1C}"/>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6F5000AC-725D-47B0-BC12-CE56B346CDD4}"/>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8EAFB7E1-7F43-4455-914F-07CA9ABE5A94}"/>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9CDB5DAF-BDE2-4D36-9625-69F0C7B22757}"/>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F11FA331-37A8-451D-9E96-80265B8437DB}"/>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D8BE81A2-108A-4823-876F-4985812903DA}"/>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A001972A-043C-441B-90F5-ADF2498F7E08}"/>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A37BCF92-C805-40E9-9830-BCB7816BC97F}"/>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73085729-7DC0-4E12-9C0F-8DE4FCC99B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296800488"/>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13B77BAA-7DCC-4E88-902F-67A3035482A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EF89F213-3354-49C6-BB21-F217D32B68D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90BEF75B-0985-4769-8379-8760FC6D28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51293C41-2BAF-4B91-898B-C1887F3ADB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135E4898-60A5-4E28-A7FC-AC7B4FE2BF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B969DB57-7D63-4FFC-BA01-E36B666DD6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A42B905A-BEC7-4472-B363-3DDD03571117}"/>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ACE2D8D5-2407-4FED-9DF6-E80781C71469}"/>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64E516C0-1AE4-4A52-9249-BFED6AA0DD59}"/>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729DBED7-800D-46B3-B11C-4A3BEEB8C91E}"/>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59043BE4-467D-4565-AF1C-610141AEC940}"/>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55AB24FA-6C60-4AA5-A770-80D110B59EB1}"/>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014BE816-8CB9-4C68-9EB6-2C950359210C}"/>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8DE1D217-8D24-4292-B144-7BD6577082D0}"/>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0BF36152-68A2-417C-A86D-D403463C27CC}"/>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B7D88448-6167-4342-A404-891440D10DED}"/>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FC2F2DB2-AFB3-498D-90CD-1CB3CC4AF328}"/>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7CC08D3C-90E4-4E3D-A489-FC87436CF94B}"/>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DFF1B653-2D90-4A20-A8D7-E3D85AC2C4B3}"/>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A13DB31B-1A0A-4029-A8E6-5FE1D2FAB5C1}"/>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E346D331-756E-42F0-8EE7-7AF6DF4780E3}"/>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3955FD73-C2DF-4FDA-A62E-1A2B68B786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415526567"/>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747CAD0A-AF9B-48E9-9ACF-E76635833DC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E85F2733-C4DD-4314-85C2-5F74F867EDA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19C945F1-0CA0-4B32-A181-006EFAD59DF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AE41EA50-CC02-49CB-A4FB-7E55A9962F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12D8FBA4-09F6-49AD-8B37-96CB0A05DB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B1A7E0E3-B37D-4A8B-AC8E-22452FE1F7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085EA2A5-58A0-4D94-BBED-1D4583B3AE9B}"/>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05D93FE5-1983-4C67-8238-7E5F2BC494BE}"/>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CC004D4F-D77B-466D-B3C5-E36CC1D44060}"/>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DE60D4C2-FF88-47CA-A55B-096217E70F73}"/>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2031817C-6EC3-4DB9-8CE7-D717315647FC}"/>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F9C0CF87-3B5E-4B07-B051-AD42C917AECE}"/>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3632BF12-1BFC-4CD6-A6B8-F4FD7AF2D793}"/>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9689CAD9-F610-4F93-B6A2-994BA4417415}"/>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96BA490F-6A95-4A5B-9334-B06350DB92B0}"/>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60CE3654-464D-4007-ADFA-C2255D790A95}"/>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271792AD-2CD3-4025-8895-847E00871E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9898073"/>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4C2618CA-4AB6-4EFA-9E13-288D553B285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AA390F85-71E3-48CF-9CEB-4DD04B863EA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5F946FD4-DC7C-4101-9A0F-6B61D14F0B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541707DD-4F2A-439F-B194-D15450D64A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FCADDD52-A824-414D-BEBB-8448FA7694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F7F70B2C-6F0F-47EF-82A9-CA36F3F75C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8BD39A55-9673-416A-B99B-8785E54853F8}"/>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804F3FC9-07A2-4F23-90FD-21FD0526BED3}"/>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3363DE99-1135-42D4-B32D-184FAF02D26D}"/>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FAFD415-4301-4C4F-9E9B-FCAD9819825F}"/>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8332D646-E1CE-4B83-89DC-4AC1BD4E292B}"/>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79D39847-6E55-4DC0-AA91-333026D06B9F}"/>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469451E6-E6BC-47E0-AF09-F1F3DD29E461}"/>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E08FF1-2B16-42C0-B894-73BFA13B7768}"/>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0978D82B-44AF-4F0F-A39B-60CE93856F0E}"/>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C678C94D-5E33-405C-B7F3-BF55389B63F2}"/>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7C4490D6-1B77-44C7-B991-A3EF6C1F8F56}"/>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CB26A80D-94BA-47FD-A8AB-179E54C97AB6}"/>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B73E3D1B-FE74-4C64-A8CE-B9D7005D87F5}"/>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00D9AF0-2A56-4519-AA80-4E74728361D0}"/>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22CC6FC9-EC39-4DB4-87E3-5D1BFB473214}"/>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7142EEF4-0C41-486A-8E5E-366CF2A9765C}"/>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F35C0938-86C4-48F9-BB0C-F7D53AD462A1}"/>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9CA6BE0-CDD5-4849-BF51-976B2A4364E5}"/>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E42D811C-FA63-43FF-830B-FD9CE338AE17}"/>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08FAE8E1-85C1-4028-810E-C640B9A12BD6}"/>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E9D0E27D-93BF-42BD-8F7D-A0F93013CDD6}"/>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00CDCF2C-1026-4651-97B7-339D14092C16}"/>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6BC4CE8F-25AE-4028-B927-5D7A84D52D4B}"/>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3C3DA0D4-AFC4-4295-B12C-0CE3533D9453}"/>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CC775AA5-0033-4064-84EF-186FCD51AD18}"/>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FEA5111B-8362-48A9-A0FD-B8CE70452351}"/>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A9F915A8-3C3A-4D0F-83EB-D948D41F61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19538012"/>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875308D5-3196-4124-BB23-58DD828C342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65614DAA-F8B8-49CA-ABC2-D706FEB8968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8CBB529A-6A07-4E11-BD9B-B9F844C305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87B54421-D539-4D08-B7D6-6C9C2324AB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61A5CBF6-6C7F-4492-93E2-518CE0C8D3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3A2CB10F-2035-4106-8736-B13622EF6A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5A00DBE2-064B-41FA-B132-390743F6B64F}"/>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88E47CC8-1BF5-4E35-8AFA-3DFB1C614938}"/>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A09395A1-D975-443A-8116-98D48A0DF024}"/>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91AF12F7-1DDB-4FDB-9A35-678F34222A69}"/>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6050C363-8004-4F18-B2C4-75ED44C4BD36}"/>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66DB6761-9C67-43D1-A8A0-4C7CBF0670BB}"/>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376DE765-5358-4A58-9463-1B7DDAE829FB}"/>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502FFD96-7D91-45C8-8892-E9FABD49226D}"/>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5B7FBBB6-32C7-4584-8AB6-F1DF1447DDFC}"/>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FDC6BCC4-D5D4-4DFC-968D-DBC931D19E11}"/>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E9CDE37E-34F4-4720-AB13-90632323C6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284932339"/>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29C3CEED-1403-4B0D-9AFA-ED886B3D22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414C7044-2411-460B-8087-D39A47D26E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A86C0547-E1C7-4D9E-915D-2F67826BF7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E26CABCE-8C1A-4BDD-AE55-FD752ED605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F0D0B026-9971-421F-B9CA-BC248D809E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21872365-298C-4B8A-B464-AD85729AFC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492557B4-10CA-4E61-BE12-4C49DE857911}"/>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3154F02D-2AC5-4F29-AB16-C40D5FEF9519}"/>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A9DC2675-AE85-47BA-96CA-2922D47A166E}"/>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16B58351-F6F9-4FA5-A941-B51949F2ACAB}"/>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BD6FD677-718D-4A85-9106-B66F59704C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134028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2026-10-22T04:09:37.8820000Z</dcterms:created>
  <dcterms:modified xsi:type="dcterms:W3CDTF">2026-10-22T04:09:37.8820000Z</dcterms:modified>
</coreProperties>
</file>