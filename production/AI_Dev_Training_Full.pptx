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slides/charts/chart1.xml" ContentType="application/vnd.openxmlformats-officedocument.drawingml.chart+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bdd45a13bdb0424e" /><Relationship Type="http://schemas.openxmlformats.org/officeDocument/2006/relationships/extended-properties" Target="/docProps/app.xml" Id="R25d76fde55fa4310" /><Relationship Type="http://schemas.openxmlformats.org/officeDocument/2006/relationships/officeDocument" Target="/ppt/presentation.xml" Id="Rd69413b6a0df4a51" /></Relationships>
</file>

<file path=ppt/presentation.xml><?xml version="1.0" encoding="utf-8"?>
<p:presentation xmlns:p="http://schemas.openxmlformats.org/presentationml/2006/main">
  <p:sldMasterIdLst>
    <p:sldMasterId xmlns:r="http://schemas.openxmlformats.org/officeDocument/2006/relationships" id="2147483648" r:id="Re85669e35dc44921"/>
  </p:sldMasterIdLst>
  <p:notesMasterIdLst>
    <p:notesMasterId xmlns:r="http://schemas.openxmlformats.org/officeDocument/2006/relationships" r:id="Rb8b5105d6c55424b"/>
  </p:notesMasterIdLst>
  <p:sldIdLst>
    <p:sldId xmlns:r="http://schemas.openxmlformats.org/officeDocument/2006/relationships" id="256" r:id="R737dcf012c014d7c"/>
    <p:sldId xmlns:r="http://schemas.openxmlformats.org/officeDocument/2006/relationships" id="257" r:id="Rcfc5ebdf64ca4878"/>
    <p:sldId xmlns:r="http://schemas.openxmlformats.org/officeDocument/2006/relationships" id="258" r:id="R538f92b14e7f4e7f"/>
    <p:sldId xmlns:r="http://schemas.openxmlformats.org/officeDocument/2006/relationships" id="259" r:id="R33bf0b9e7d9c4c66"/>
    <p:sldId xmlns:r="http://schemas.openxmlformats.org/officeDocument/2006/relationships" id="260" r:id="R125f56a307674e27"/>
    <p:sldId xmlns:r="http://schemas.openxmlformats.org/officeDocument/2006/relationships" id="261" r:id="Rb976cecedd384a22"/>
    <p:sldId xmlns:r="http://schemas.openxmlformats.org/officeDocument/2006/relationships" id="262" r:id="R290d30685dbb4915"/>
    <p:sldId xmlns:r="http://schemas.openxmlformats.org/officeDocument/2006/relationships" id="263" r:id="R80fedd7535c246ca"/>
    <p:sldId xmlns:r="http://schemas.openxmlformats.org/officeDocument/2006/relationships" id="264" r:id="R0f6543d863dc4194"/>
    <p:sldId xmlns:r="http://schemas.openxmlformats.org/officeDocument/2006/relationships" id="265" r:id="Rfb74d7964088413e"/>
    <p:sldId xmlns:r="http://schemas.openxmlformats.org/officeDocument/2006/relationships" id="266" r:id="R1fd2183b1bdc4a0b"/>
    <p:sldId xmlns:r="http://schemas.openxmlformats.org/officeDocument/2006/relationships" id="267" r:id="Rc9aa8366b37b4471"/>
    <p:sldId xmlns:r="http://schemas.openxmlformats.org/officeDocument/2006/relationships" id="268" r:id="R2e71d6cf816649b3"/>
    <p:sldId xmlns:r="http://schemas.openxmlformats.org/officeDocument/2006/relationships" id="269" r:id="Reba62d8d8973419f"/>
    <p:sldId xmlns:r="http://schemas.openxmlformats.org/officeDocument/2006/relationships" id="270" r:id="Radfc78f46d294bec"/>
    <p:sldId xmlns:r="http://schemas.openxmlformats.org/officeDocument/2006/relationships" id="271" r:id="Rd06a7798cd4a4711"/>
    <p:sldId xmlns:r="http://schemas.openxmlformats.org/officeDocument/2006/relationships" id="272" r:id="Rb3152ae703fe4de5"/>
    <p:sldId xmlns:r="http://schemas.openxmlformats.org/officeDocument/2006/relationships" id="273" r:id="Rc842fba327e34e6b"/>
    <p:sldId xmlns:r="http://schemas.openxmlformats.org/officeDocument/2006/relationships" id="274" r:id="R400297a3fc8c48e2"/>
    <p:sldId xmlns:r="http://schemas.openxmlformats.org/officeDocument/2006/relationships" id="275" r:id="R53432094581e4564"/>
    <p:sldId xmlns:r="http://schemas.openxmlformats.org/officeDocument/2006/relationships" id="276" r:id="R0e5d3b95031f42a7"/>
    <p:sldId xmlns:r="http://schemas.openxmlformats.org/officeDocument/2006/relationships" id="277" r:id="R79d3fb5e45414b01"/>
    <p:sldId xmlns:r="http://schemas.openxmlformats.org/officeDocument/2006/relationships" id="278" r:id="R693198e27a4c41e1"/>
    <p:sldId xmlns:r="http://schemas.openxmlformats.org/officeDocument/2006/relationships" id="279" r:id="Rab323d43ab25491e"/>
    <p:sldId xmlns:r="http://schemas.openxmlformats.org/officeDocument/2006/relationships" id="280" r:id="Rfe5f986cc8a1437d"/>
    <p:sldId xmlns:r="http://schemas.openxmlformats.org/officeDocument/2006/relationships" id="281" r:id="R57cfc5ecfc2646af"/>
    <p:sldId xmlns:r="http://schemas.openxmlformats.org/officeDocument/2006/relationships" id="282" r:id="Rf30b005fea704e61"/>
    <p:sldId xmlns:r="http://schemas.openxmlformats.org/officeDocument/2006/relationships" id="283" r:id="R5474984ddf8849b2"/>
    <p:sldId xmlns:r="http://schemas.openxmlformats.org/officeDocument/2006/relationships" id="284" r:id="R9ea7fd1495d44e40"/>
    <p:sldId xmlns:r="http://schemas.openxmlformats.org/officeDocument/2006/relationships" id="285" r:id="R9ada8b3a24434812"/>
    <p:sldId xmlns:r="http://schemas.openxmlformats.org/officeDocument/2006/relationships" id="286" r:id="R8d6fef91b0f54494"/>
    <p:sldId xmlns:r="http://schemas.openxmlformats.org/officeDocument/2006/relationships" id="287" r:id="R6d57fce20c354891"/>
    <p:sldId xmlns:r="http://schemas.openxmlformats.org/officeDocument/2006/relationships" id="288" r:id="R644eeebf375b4eef"/>
    <p:sldId xmlns:r="http://schemas.openxmlformats.org/officeDocument/2006/relationships" id="289" r:id="R5fdbd4e9295149d0"/>
    <p:sldId xmlns:r="http://schemas.openxmlformats.org/officeDocument/2006/relationships" id="290" r:id="R38d7518f444249a4"/>
    <p:sldId xmlns:r="http://schemas.openxmlformats.org/officeDocument/2006/relationships" id="291" r:id="R0b1c12fa0e58464e"/>
    <p:sldId xmlns:r="http://schemas.openxmlformats.org/officeDocument/2006/relationships" id="292" r:id="Rc6007d1561794a8b"/>
    <p:sldId xmlns:r="http://schemas.openxmlformats.org/officeDocument/2006/relationships" id="293" r:id="R81401304255e482e"/>
    <p:sldId xmlns:r="http://schemas.openxmlformats.org/officeDocument/2006/relationships" id="294" r:id="R01d0c00468434e02"/>
    <p:sldId xmlns:r="http://schemas.openxmlformats.org/officeDocument/2006/relationships" id="295" r:id="Rf5aa759ecd494e66"/>
    <p:sldId xmlns:r="http://schemas.openxmlformats.org/officeDocument/2006/relationships" id="296" r:id="R170a4d0621124a8f"/>
    <p:sldId xmlns:r="http://schemas.openxmlformats.org/officeDocument/2006/relationships" id="297" r:id="R63179da1cf4b4b3d"/>
    <p:sldId xmlns:r="http://schemas.openxmlformats.org/officeDocument/2006/relationships" id="298" r:id="R2c5cc238579f4bbc"/>
    <p:sldId xmlns:r="http://schemas.openxmlformats.org/officeDocument/2006/relationships" id="299" r:id="Rb47289065ac84da3"/>
    <p:sldId xmlns:r="http://schemas.openxmlformats.org/officeDocument/2006/relationships" id="300" r:id="R34bc893a272849f0"/>
    <p:sldId xmlns:r="http://schemas.openxmlformats.org/officeDocument/2006/relationships" id="301" r:id="R4bace28fc9c34897"/>
    <p:sldId xmlns:r="http://schemas.openxmlformats.org/officeDocument/2006/relationships" id="302" r:id="R52cdd2ceebba4882"/>
    <p:sldId xmlns:r="http://schemas.openxmlformats.org/officeDocument/2006/relationships" id="303" r:id="R1aadba58bda543c6"/>
    <p:sldId xmlns:r="http://schemas.openxmlformats.org/officeDocument/2006/relationships" id="304" r:id="R93a344cda1b946d2"/>
    <p:sldId xmlns:r="http://schemas.openxmlformats.org/officeDocument/2006/relationships" id="305" r:id="Rf57b332433ca4ff8"/>
    <p:sldId xmlns:r="http://schemas.openxmlformats.org/officeDocument/2006/relationships" id="306" r:id="R4895c30c2baf40ab"/>
    <p:sldId xmlns:r="http://schemas.openxmlformats.org/officeDocument/2006/relationships" id="307" r:id="R6788c9f017bb4f97"/>
    <p:sldId xmlns:r="http://schemas.openxmlformats.org/officeDocument/2006/relationships" id="308" r:id="R254a2899fa1642f9"/>
    <p:sldId xmlns:r="http://schemas.openxmlformats.org/officeDocument/2006/relationships" id="309" r:id="R50b56ee6104b4d97"/>
    <p:sldId xmlns:r="http://schemas.openxmlformats.org/officeDocument/2006/relationships" id="310" r:id="R45b1aef7be4c46fb"/>
    <p:sldId xmlns:r="http://schemas.openxmlformats.org/officeDocument/2006/relationships" id="311" r:id="Rf1933621ce1d40f9"/>
    <p:sldId xmlns:r="http://schemas.openxmlformats.org/officeDocument/2006/relationships" id="312" r:id="R59313057380c4a22"/>
    <p:sldId xmlns:r="http://schemas.openxmlformats.org/officeDocument/2006/relationships" id="313" r:id="R149cb683776d4726"/>
    <p:sldId xmlns:r="http://schemas.openxmlformats.org/officeDocument/2006/relationships" id="314" r:id="R1a62587d0da2453d"/>
    <p:sldId xmlns:r="http://schemas.openxmlformats.org/officeDocument/2006/relationships" id="315" r:id="R56e86a6829e94549"/>
    <p:sldId xmlns:r="http://schemas.openxmlformats.org/officeDocument/2006/relationships" id="316" r:id="R03da29c9a2db47e9"/>
    <p:sldId xmlns:r="http://schemas.openxmlformats.org/officeDocument/2006/relationships" id="317" r:id="R9d949a8ab5f543ff"/>
    <p:sldId xmlns:r="http://schemas.openxmlformats.org/officeDocument/2006/relationships" id="318" r:id="Rd84b4aee92ac47dd"/>
    <p:sldId xmlns:r="http://schemas.openxmlformats.org/officeDocument/2006/relationships" id="319" r:id="Ra4fcff4ef06b4a51"/>
    <p:sldId xmlns:r="http://schemas.openxmlformats.org/officeDocument/2006/relationships" id="320" r:id="R536ddd8a72c14142"/>
    <p:sldId xmlns:r="http://schemas.openxmlformats.org/officeDocument/2006/relationships" id="321" r:id="Rdff97e48d4494919"/>
    <p:sldId xmlns:r="http://schemas.openxmlformats.org/officeDocument/2006/relationships" id="322" r:id="R5e17643ad5f34515"/>
    <p:sldId xmlns:r="http://schemas.openxmlformats.org/officeDocument/2006/relationships" id="323" r:id="R4666f355f6f5447c"/>
    <p:sldId xmlns:r="http://schemas.openxmlformats.org/officeDocument/2006/relationships" id="324" r:id="Rafada3f768204f29"/>
    <p:sldId xmlns:r="http://schemas.openxmlformats.org/officeDocument/2006/relationships" id="325" r:id="R9d99373603cb4569"/>
    <p:sldId xmlns:r="http://schemas.openxmlformats.org/officeDocument/2006/relationships" id="326" r:id="R005fa90bb1da4003"/>
    <p:sldId xmlns:r="http://schemas.openxmlformats.org/officeDocument/2006/relationships" id="327" r:id="Rc92b48eac88b4dae"/>
    <p:sldId xmlns:r="http://schemas.openxmlformats.org/officeDocument/2006/relationships" id="328" r:id="Ref737e3171034b73"/>
    <p:sldId xmlns:r="http://schemas.openxmlformats.org/officeDocument/2006/relationships" id="329" r:id="R330d63e39f084792"/>
    <p:sldId xmlns:r="http://schemas.openxmlformats.org/officeDocument/2006/relationships" id="330" r:id="R636522e1839741a8"/>
    <p:sldId xmlns:r="http://schemas.openxmlformats.org/officeDocument/2006/relationships" id="331" r:id="R514aad62ecca4444"/>
    <p:sldId xmlns:r="http://schemas.openxmlformats.org/officeDocument/2006/relationships" id="332" r:id="Rcbc714fc84fa40b0"/>
    <p:sldId xmlns:r="http://schemas.openxmlformats.org/officeDocument/2006/relationships" id="333" r:id="Recfaac056d094047"/>
    <p:sldId xmlns:r="http://schemas.openxmlformats.org/officeDocument/2006/relationships" id="334" r:id="R1f2410365bd24d0f"/>
    <p:sldId xmlns:r="http://schemas.openxmlformats.org/officeDocument/2006/relationships" id="335" r:id="R779d33ecdb434b58"/>
    <p:sldId xmlns:r="http://schemas.openxmlformats.org/officeDocument/2006/relationships" id="336" r:id="Reb24e5b108d84f18"/>
    <p:sldId xmlns:r="http://schemas.openxmlformats.org/officeDocument/2006/relationships" id="337" r:id="Re74bf96563f64855"/>
    <p:sldId xmlns:r="http://schemas.openxmlformats.org/officeDocument/2006/relationships" id="338" r:id="R4791426e5ada4082"/>
    <p:sldId xmlns:r="http://schemas.openxmlformats.org/officeDocument/2006/relationships" id="339" r:id="R9c0b73b90501465e"/>
    <p:sldId xmlns:r="http://schemas.openxmlformats.org/officeDocument/2006/relationships" id="340" r:id="R55a91d26e4b54382"/>
    <p:sldId xmlns:r="http://schemas.openxmlformats.org/officeDocument/2006/relationships" id="341" r:id="R15dcf65684784ce6"/>
    <p:sldId xmlns:r="http://schemas.openxmlformats.org/officeDocument/2006/relationships" id="342" r:id="R86f4789bfbe04f54"/>
    <p:sldId xmlns:r="http://schemas.openxmlformats.org/officeDocument/2006/relationships" id="343" r:id="R9dac3773fb8b45e2"/>
    <p:sldId xmlns:r="http://schemas.openxmlformats.org/officeDocument/2006/relationships" id="344" r:id="Rde9b2a1956f3471e"/>
    <p:sldId xmlns:r="http://schemas.openxmlformats.org/officeDocument/2006/relationships" id="345" r:id="R256f5d06ace54538"/>
    <p:sldId xmlns:r="http://schemas.openxmlformats.org/officeDocument/2006/relationships" id="346" r:id="R49524399efa747a4"/>
    <p:sldId xmlns:r="http://schemas.openxmlformats.org/officeDocument/2006/relationships" id="347" r:id="R2a1d2f2dfb3f41b5"/>
    <p:sldId xmlns:r="http://schemas.openxmlformats.org/officeDocument/2006/relationships" id="348" r:id="Rd7972bb031eb4a0d"/>
    <p:sldId xmlns:r="http://schemas.openxmlformats.org/officeDocument/2006/relationships" id="349" r:id="R8dd3a85e8dce40c1"/>
    <p:sldId xmlns:r="http://schemas.openxmlformats.org/officeDocument/2006/relationships" id="350" r:id="R1c11f487c15c47d2"/>
    <p:sldId xmlns:r="http://schemas.openxmlformats.org/officeDocument/2006/relationships" id="351" r:id="R0e61e99c680a4119"/>
    <p:sldId xmlns:r="http://schemas.openxmlformats.org/officeDocument/2006/relationships" id="352" r:id="R1906863121c24e17"/>
    <p:sldId xmlns:r="http://schemas.openxmlformats.org/officeDocument/2006/relationships" id="353" r:id="R0e2ff24e38ff446a"/>
    <p:sldId xmlns:r="http://schemas.openxmlformats.org/officeDocument/2006/relationships" id="354" r:id="Ra45df20544ad451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964efde76c04b9c" /><Relationship Type="http://schemas.openxmlformats.org/officeDocument/2006/relationships/slideMaster" Target="/ppt/slideMasters/slideMaster1.xml" Id="Re85669e35dc44921" /><Relationship Type="http://schemas.openxmlformats.org/officeDocument/2006/relationships/notesMaster" Target="/ppt/notesMasters/notesMaster1.xml" Id="Rb8b5105d6c55424b" /><Relationship Type="http://schemas.openxmlformats.org/officeDocument/2006/relationships/presProps" Target="/ppt/presProps.xml" Id="Ra43a757b07254f1f" /><Relationship Type="http://schemas.openxmlformats.org/officeDocument/2006/relationships/tableStyles" Target="/ppt/tableStyles.xml" Id="Ra29313c2dc724cd5" /><Relationship Type="http://schemas.openxmlformats.org/officeDocument/2006/relationships/slide" Target="/ppt/slides/slide1.xml" Id="R737dcf012c014d7c" /><Relationship Type="http://schemas.openxmlformats.org/officeDocument/2006/relationships/slide" Target="/ppt/slides/slide2.xml" Id="Rcfc5ebdf64ca4878" /><Relationship Type="http://schemas.openxmlformats.org/officeDocument/2006/relationships/slide" Target="/ppt/slides/slide3.xml" Id="R538f92b14e7f4e7f" /><Relationship Type="http://schemas.openxmlformats.org/officeDocument/2006/relationships/slide" Target="/ppt/slides/slide4.xml" Id="R33bf0b9e7d9c4c66" /><Relationship Type="http://schemas.openxmlformats.org/officeDocument/2006/relationships/slide" Target="/ppt/slides/slide5.xml" Id="R125f56a307674e27" /><Relationship Type="http://schemas.openxmlformats.org/officeDocument/2006/relationships/slide" Target="/ppt/slides/slide6.xml" Id="Rb976cecedd384a22" /><Relationship Type="http://schemas.openxmlformats.org/officeDocument/2006/relationships/slide" Target="/ppt/slides/slide7.xml" Id="R290d30685dbb4915" /><Relationship Type="http://schemas.openxmlformats.org/officeDocument/2006/relationships/slide" Target="/ppt/slides/slide8.xml" Id="R80fedd7535c246ca" /><Relationship Type="http://schemas.openxmlformats.org/officeDocument/2006/relationships/slide" Target="/ppt/slides/slide9.xml" Id="R0f6543d863dc4194" /><Relationship Type="http://schemas.openxmlformats.org/officeDocument/2006/relationships/slide" Target="/ppt/slides/slide10.xml" Id="Rfb74d7964088413e" /><Relationship Type="http://schemas.openxmlformats.org/officeDocument/2006/relationships/slide" Target="/ppt/slides/slide11.xml" Id="R1fd2183b1bdc4a0b" /><Relationship Type="http://schemas.openxmlformats.org/officeDocument/2006/relationships/slide" Target="/ppt/slides/slide12.xml" Id="Rc9aa8366b37b4471" /><Relationship Type="http://schemas.openxmlformats.org/officeDocument/2006/relationships/slide" Target="/ppt/slides/slide13.xml" Id="R2e71d6cf816649b3" /><Relationship Type="http://schemas.openxmlformats.org/officeDocument/2006/relationships/slide" Target="/ppt/slides/slide14.xml" Id="Reba62d8d8973419f" /><Relationship Type="http://schemas.openxmlformats.org/officeDocument/2006/relationships/slide" Target="/ppt/slides/slide15.xml" Id="Radfc78f46d294bec" /><Relationship Type="http://schemas.openxmlformats.org/officeDocument/2006/relationships/slide" Target="/ppt/slides/slide16.xml" Id="Rd06a7798cd4a4711" /><Relationship Type="http://schemas.openxmlformats.org/officeDocument/2006/relationships/slide" Target="/ppt/slides/slide17.xml" Id="Rb3152ae703fe4de5" /><Relationship Type="http://schemas.openxmlformats.org/officeDocument/2006/relationships/slide" Target="/ppt/slides/slide18.xml" Id="Rc842fba327e34e6b" /><Relationship Type="http://schemas.openxmlformats.org/officeDocument/2006/relationships/slide" Target="/ppt/slides/slide19.xml" Id="R400297a3fc8c48e2" /><Relationship Type="http://schemas.openxmlformats.org/officeDocument/2006/relationships/slide" Target="/ppt/slides/slide20.xml" Id="R53432094581e4564" /><Relationship Type="http://schemas.openxmlformats.org/officeDocument/2006/relationships/slide" Target="/ppt/slides/slide21.xml" Id="R0e5d3b95031f42a7" /><Relationship Type="http://schemas.openxmlformats.org/officeDocument/2006/relationships/slide" Target="/ppt/slides/slide22.xml" Id="R79d3fb5e45414b01" /><Relationship Type="http://schemas.openxmlformats.org/officeDocument/2006/relationships/slide" Target="/ppt/slides/slide23.xml" Id="R693198e27a4c41e1" /><Relationship Type="http://schemas.openxmlformats.org/officeDocument/2006/relationships/slide" Target="/ppt/slides/slide24.xml" Id="Rab323d43ab25491e" /><Relationship Type="http://schemas.openxmlformats.org/officeDocument/2006/relationships/slide" Target="/ppt/slides/slide25.xml" Id="Rfe5f986cc8a1437d" /><Relationship Type="http://schemas.openxmlformats.org/officeDocument/2006/relationships/slide" Target="/ppt/slides/slide26.xml" Id="R57cfc5ecfc2646af" /><Relationship Type="http://schemas.openxmlformats.org/officeDocument/2006/relationships/slide" Target="/ppt/slides/slide27.xml" Id="Rf30b005fea704e61" /><Relationship Type="http://schemas.openxmlformats.org/officeDocument/2006/relationships/slide" Target="/ppt/slides/slide28.xml" Id="R5474984ddf8849b2" /><Relationship Type="http://schemas.openxmlformats.org/officeDocument/2006/relationships/slide" Target="/ppt/slides/slide29.xml" Id="R9ea7fd1495d44e40" /><Relationship Type="http://schemas.openxmlformats.org/officeDocument/2006/relationships/slide" Target="/ppt/slides/slide30.xml" Id="R9ada8b3a24434812" /><Relationship Type="http://schemas.openxmlformats.org/officeDocument/2006/relationships/slide" Target="/ppt/slides/slide31.xml" Id="R8d6fef91b0f54494" /><Relationship Type="http://schemas.openxmlformats.org/officeDocument/2006/relationships/slide" Target="/ppt/slides/slide32.xml" Id="R6d57fce20c354891" /><Relationship Type="http://schemas.openxmlformats.org/officeDocument/2006/relationships/slide" Target="/ppt/slides/slide33.xml" Id="R644eeebf375b4eef" /><Relationship Type="http://schemas.openxmlformats.org/officeDocument/2006/relationships/slide" Target="/ppt/slides/slide34.xml" Id="R5fdbd4e9295149d0" /><Relationship Type="http://schemas.openxmlformats.org/officeDocument/2006/relationships/slide" Target="/ppt/slides/slide35.xml" Id="R38d7518f444249a4" /><Relationship Type="http://schemas.openxmlformats.org/officeDocument/2006/relationships/slide" Target="/ppt/slides/slide36.xml" Id="R0b1c12fa0e58464e" /><Relationship Type="http://schemas.openxmlformats.org/officeDocument/2006/relationships/slide" Target="/ppt/slides/slide37.xml" Id="Rc6007d1561794a8b" /><Relationship Type="http://schemas.openxmlformats.org/officeDocument/2006/relationships/slide" Target="/ppt/slides/slide38.xml" Id="R81401304255e482e" /><Relationship Type="http://schemas.openxmlformats.org/officeDocument/2006/relationships/slide" Target="/ppt/slides/slide39.xml" Id="R01d0c00468434e02" /><Relationship Type="http://schemas.openxmlformats.org/officeDocument/2006/relationships/slide" Target="/ppt/slides/slide40.xml" Id="Rf5aa759ecd494e66" /><Relationship Type="http://schemas.openxmlformats.org/officeDocument/2006/relationships/slide" Target="/ppt/slides/slide41.xml" Id="R170a4d0621124a8f" /><Relationship Type="http://schemas.openxmlformats.org/officeDocument/2006/relationships/slide" Target="/ppt/slides/slide42.xml" Id="R63179da1cf4b4b3d" /><Relationship Type="http://schemas.openxmlformats.org/officeDocument/2006/relationships/slide" Target="/ppt/slides/slide43.xml" Id="R2c5cc238579f4bbc" /><Relationship Type="http://schemas.openxmlformats.org/officeDocument/2006/relationships/slide" Target="/ppt/slides/slide44.xml" Id="Rb47289065ac84da3" /><Relationship Type="http://schemas.openxmlformats.org/officeDocument/2006/relationships/slide" Target="/ppt/slides/slide45.xml" Id="R34bc893a272849f0" /><Relationship Type="http://schemas.openxmlformats.org/officeDocument/2006/relationships/slide" Target="/ppt/slides/slide46.xml" Id="R4bace28fc9c34897" /><Relationship Type="http://schemas.openxmlformats.org/officeDocument/2006/relationships/slide" Target="/ppt/slides/slide47.xml" Id="R52cdd2ceebba4882" /><Relationship Type="http://schemas.openxmlformats.org/officeDocument/2006/relationships/slide" Target="/ppt/slides/slide48.xml" Id="R1aadba58bda543c6" /><Relationship Type="http://schemas.openxmlformats.org/officeDocument/2006/relationships/slide" Target="/ppt/slides/slide49.xml" Id="R93a344cda1b946d2" /><Relationship Type="http://schemas.openxmlformats.org/officeDocument/2006/relationships/slide" Target="/ppt/slides/slide50.xml" Id="Rf57b332433ca4ff8" /><Relationship Type="http://schemas.openxmlformats.org/officeDocument/2006/relationships/slide" Target="/ppt/slides/slide51.xml" Id="R4895c30c2baf40ab" /><Relationship Type="http://schemas.openxmlformats.org/officeDocument/2006/relationships/slide" Target="/ppt/slides/slide52.xml" Id="R6788c9f017bb4f97" /><Relationship Type="http://schemas.openxmlformats.org/officeDocument/2006/relationships/slide" Target="/ppt/slides/slide53.xml" Id="R254a2899fa1642f9" /><Relationship Type="http://schemas.openxmlformats.org/officeDocument/2006/relationships/slide" Target="/ppt/slides/slide54.xml" Id="R50b56ee6104b4d97" /><Relationship Type="http://schemas.openxmlformats.org/officeDocument/2006/relationships/slide" Target="/ppt/slides/slide55.xml" Id="R45b1aef7be4c46fb" /><Relationship Type="http://schemas.openxmlformats.org/officeDocument/2006/relationships/slide" Target="/ppt/slides/slide56.xml" Id="Rf1933621ce1d40f9" /><Relationship Type="http://schemas.openxmlformats.org/officeDocument/2006/relationships/slide" Target="/ppt/slides/slide57.xml" Id="R59313057380c4a22" /><Relationship Type="http://schemas.openxmlformats.org/officeDocument/2006/relationships/slide" Target="/ppt/slides/slide58.xml" Id="R149cb683776d4726" /><Relationship Type="http://schemas.openxmlformats.org/officeDocument/2006/relationships/slide" Target="/ppt/slides/slide59.xml" Id="R1a62587d0da2453d" /><Relationship Type="http://schemas.openxmlformats.org/officeDocument/2006/relationships/slide" Target="/ppt/slides/slide60.xml" Id="R56e86a6829e94549" /><Relationship Type="http://schemas.openxmlformats.org/officeDocument/2006/relationships/slide" Target="/ppt/slides/slide61.xml" Id="R03da29c9a2db47e9" /><Relationship Type="http://schemas.openxmlformats.org/officeDocument/2006/relationships/slide" Target="/ppt/slides/slide62.xml" Id="R9d949a8ab5f543ff" /><Relationship Type="http://schemas.openxmlformats.org/officeDocument/2006/relationships/slide" Target="/ppt/slides/slide63.xml" Id="Rd84b4aee92ac47dd" /><Relationship Type="http://schemas.openxmlformats.org/officeDocument/2006/relationships/slide" Target="/ppt/slides/slide64.xml" Id="Ra4fcff4ef06b4a51" /><Relationship Type="http://schemas.openxmlformats.org/officeDocument/2006/relationships/slide" Target="/ppt/slides/slide65.xml" Id="R536ddd8a72c14142" /><Relationship Type="http://schemas.openxmlformats.org/officeDocument/2006/relationships/slide" Target="/ppt/slides/slide66.xml" Id="Rdff97e48d4494919" /><Relationship Type="http://schemas.openxmlformats.org/officeDocument/2006/relationships/slide" Target="/ppt/slides/slide67.xml" Id="R5e17643ad5f34515" /><Relationship Type="http://schemas.openxmlformats.org/officeDocument/2006/relationships/slide" Target="/ppt/slides/slide68.xml" Id="R4666f355f6f5447c" /><Relationship Type="http://schemas.openxmlformats.org/officeDocument/2006/relationships/slide" Target="/ppt/slides/slide69.xml" Id="Rafada3f768204f29" /><Relationship Type="http://schemas.openxmlformats.org/officeDocument/2006/relationships/slide" Target="/ppt/slides/slide70.xml" Id="R9d99373603cb4569" /><Relationship Type="http://schemas.openxmlformats.org/officeDocument/2006/relationships/slide" Target="/ppt/slides/slide71.xml" Id="R005fa90bb1da4003" /><Relationship Type="http://schemas.openxmlformats.org/officeDocument/2006/relationships/slide" Target="/ppt/slides/slide72.xml" Id="Rc92b48eac88b4dae" /><Relationship Type="http://schemas.openxmlformats.org/officeDocument/2006/relationships/slide" Target="/ppt/slides/slide73.xml" Id="Ref737e3171034b73" /><Relationship Type="http://schemas.openxmlformats.org/officeDocument/2006/relationships/slide" Target="/ppt/slides/slide74.xml" Id="R330d63e39f084792" /><Relationship Type="http://schemas.openxmlformats.org/officeDocument/2006/relationships/slide" Target="/ppt/slides/slide75.xml" Id="R636522e1839741a8" /><Relationship Type="http://schemas.openxmlformats.org/officeDocument/2006/relationships/slide" Target="/ppt/slides/slide76.xml" Id="R514aad62ecca4444" /><Relationship Type="http://schemas.openxmlformats.org/officeDocument/2006/relationships/slide" Target="/ppt/slides/slide77.xml" Id="Rcbc714fc84fa40b0" /><Relationship Type="http://schemas.openxmlformats.org/officeDocument/2006/relationships/slide" Target="/ppt/slides/slide78.xml" Id="Recfaac056d094047" /><Relationship Type="http://schemas.openxmlformats.org/officeDocument/2006/relationships/slide" Target="/ppt/slides/slide79.xml" Id="R1f2410365bd24d0f" /><Relationship Type="http://schemas.openxmlformats.org/officeDocument/2006/relationships/slide" Target="/ppt/slides/slide80.xml" Id="R779d33ecdb434b58" /><Relationship Type="http://schemas.openxmlformats.org/officeDocument/2006/relationships/slide" Target="/ppt/slides/slide81.xml" Id="Reb24e5b108d84f18" /><Relationship Type="http://schemas.openxmlformats.org/officeDocument/2006/relationships/slide" Target="/ppt/slides/slide82.xml" Id="Re74bf96563f64855" /><Relationship Type="http://schemas.openxmlformats.org/officeDocument/2006/relationships/slide" Target="/ppt/slides/slide83.xml" Id="R4791426e5ada4082" /><Relationship Type="http://schemas.openxmlformats.org/officeDocument/2006/relationships/slide" Target="/ppt/slides/slide84.xml" Id="R9c0b73b90501465e" /><Relationship Type="http://schemas.openxmlformats.org/officeDocument/2006/relationships/slide" Target="/ppt/slides/slide85.xml" Id="R55a91d26e4b54382" /><Relationship Type="http://schemas.openxmlformats.org/officeDocument/2006/relationships/slide" Target="/ppt/slides/slide86.xml" Id="R15dcf65684784ce6" /><Relationship Type="http://schemas.openxmlformats.org/officeDocument/2006/relationships/slide" Target="/ppt/slides/slide87.xml" Id="R86f4789bfbe04f54" /><Relationship Type="http://schemas.openxmlformats.org/officeDocument/2006/relationships/slide" Target="/ppt/slides/slide88.xml" Id="R9dac3773fb8b45e2" /><Relationship Type="http://schemas.openxmlformats.org/officeDocument/2006/relationships/slide" Target="/ppt/slides/slide89.xml" Id="Rde9b2a1956f3471e" /><Relationship Type="http://schemas.openxmlformats.org/officeDocument/2006/relationships/slide" Target="/ppt/slides/slide90.xml" Id="R256f5d06ace54538" /><Relationship Type="http://schemas.openxmlformats.org/officeDocument/2006/relationships/slide" Target="/ppt/slides/slide91.xml" Id="R49524399efa747a4" /><Relationship Type="http://schemas.openxmlformats.org/officeDocument/2006/relationships/slide" Target="/ppt/slides/slide92.xml" Id="R2a1d2f2dfb3f41b5" /><Relationship Type="http://schemas.openxmlformats.org/officeDocument/2006/relationships/slide" Target="/ppt/slides/slide93.xml" Id="Rd7972bb031eb4a0d" /><Relationship Type="http://schemas.openxmlformats.org/officeDocument/2006/relationships/slide" Target="/ppt/slides/slide94.xml" Id="R8dd3a85e8dce40c1" /><Relationship Type="http://schemas.openxmlformats.org/officeDocument/2006/relationships/slide" Target="/ppt/slides/slide95.xml" Id="R1c11f487c15c47d2" /><Relationship Type="http://schemas.openxmlformats.org/officeDocument/2006/relationships/slide" Target="/ppt/slides/slide96.xml" Id="R0e61e99c680a4119" /><Relationship Type="http://schemas.openxmlformats.org/officeDocument/2006/relationships/slide" Target="/ppt/slides/slide97.xml" Id="R1906863121c24e17" /><Relationship Type="http://schemas.openxmlformats.org/officeDocument/2006/relationships/slide" Target="/ppt/slides/slide98.xml" Id="R0e2ff24e38ff446a" /><Relationship Type="http://schemas.openxmlformats.org/officeDocument/2006/relationships/slide" Target="/ppt/slides/slide99.xml" Id="Ra45df20544ad451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a616c72233d400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167661d6da040f9" /><Relationship Type="http://schemas.openxmlformats.org/officeDocument/2006/relationships/notesMaster" Target="/ppt/notesMasters/notesMaster1.xml" Id="R3afdc15f3fcf4559" /></Relationships>
</file>

<file path=ppt/notesSlides/_rels/notesSlide2.xml.rels>&#65279;<?xml version="1.0" encoding="utf-8"?><Relationships xmlns="http://schemas.openxmlformats.org/package/2006/relationships"><Relationship Type="http://schemas.openxmlformats.org/officeDocument/2006/relationships/slide" Target="/ppt/slides/slide2.xml" Id="R13cda61608ca421c" /><Relationship Type="http://schemas.openxmlformats.org/officeDocument/2006/relationships/notesMaster" Target="/ppt/notesMasters/notesMaster1.xml" Id="R54bdf71085a54414" /></Relationships>
</file>

<file path=ppt/notesSlides/_rels/notesSlide3.xml.rels>&#65279;<?xml version="1.0" encoding="utf-8"?><Relationships xmlns="http://schemas.openxmlformats.org/package/2006/relationships"><Relationship Type="http://schemas.openxmlformats.org/officeDocument/2006/relationships/slide" Target="/ppt/slides/slide3.xml" Id="R9e5b09a9dc644919" /><Relationship Type="http://schemas.openxmlformats.org/officeDocument/2006/relationships/notesMaster" Target="/ppt/notesMasters/notesMaster1.xml" Id="Ra7d8d565bfdb4298" /></Relationships>
</file>

<file path=ppt/notesSlides/_rels/notesSlide4.xml.rels>&#65279;<?xml version="1.0" encoding="utf-8"?><Relationships xmlns="http://schemas.openxmlformats.org/package/2006/relationships"><Relationship Type="http://schemas.openxmlformats.org/officeDocument/2006/relationships/slide" Target="/ppt/slides/slide4.xml" Id="R4c4ca43c1ee04705" /><Relationship Type="http://schemas.openxmlformats.org/officeDocument/2006/relationships/notesMaster" Target="/ppt/notesMasters/notesMaster1.xml" Id="R81ce355c63a34c33" /></Relationships>
</file>

<file path=ppt/notesSlides/_rels/notesSlide5.xml.rels>&#65279;<?xml version="1.0" encoding="utf-8"?><Relationships xmlns="http://schemas.openxmlformats.org/package/2006/relationships"><Relationship Type="http://schemas.openxmlformats.org/officeDocument/2006/relationships/slide" Target="/ppt/slides/slide5.xml" Id="R0b31b1ed21d747f3" /><Relationship Type="http://schemas.openxmlformats.org/officeDocument/2006/relationships/notesMaster" Target="/ppt/notesMasters/notesMaster1.xml" Id="R0c34091cdc054bd5" /></Relationships>
</file>

<file path=ppt/notesSlides/_rels/notesSlide6.xml.rels>&#65279;<?xml version="1.0" encoding="utf-8"?><Relationships xmlns="http://schemas.openxmlformats.org/package/2006/relationships"><Relationship Type="http://schemas.openxmlformats.org/officeDocument/2006/relationships/slide" Target="/ppt/slides/slide6.xml" Id="R51bff748027a440b" /><Relationship Type="http://schemas.openxmlformats.org/officeDocument/2006/relationships/notesMaster" Target="/ppt/notesMasters/notesMaster1.xml" Id="Rbcbd2c50a5b94336"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8eb5883ee94208" /><Relationship Type="http://schemas.openxmlformats.org/officeDocument/2006/relationships/notesMaster" Target="/ppt/notesMasters/notesMaster1.xml" Id="R8c51c75a27af4850" /></Relationships>
</file>

<file path=ppt/notesSlides/_rels/notesSlide8.xml.rels>&#65279;<?xml version="1.0" encoding="utf-8"?><Relationships xmlns="http://schemas.openxmlformats.org/package/2006/relationships"><Relationship Type="http://schemas.openxmlformats.org/officeDocument/2006/relationships/slide" Target="/ppt/slides/slide8.xml" Id="R01115dd112444555" /><Relationship Type="http://schemas.openxmlformats.org/officeDocument/2006/relationships/notesMaster" Target="/ppt/notesMasters/notesMaster1.xml" Id="R84443f9ef0ce49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60a4c810612d4453" /><Relationship Type="http://schemas.openxmlformats.org/officeDocument/2006/relationships/notesMaster" Target="/ppt/notesMasters/notesMaster1.xml" Id="Rf8a0a5b0e78d4bd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80776a59e364ac5" /><Relationship Type="http://schemas.openxmlformats.org/officeDocument/2006/relationships/notesMaster" Target="/ppt/notesMasters/notesMaster1.xml" Id="R9ea3d2512ba740f0"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f808ca702b74853" /><Relationship Type="http://schemas.openxmlformats.org/officeDocument/2006/relationships/notesMaster" Target="/ppt/notesMasters/notesMaster1.xml" Id="R275e2a874c2649a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f2a24ca02a334718" /><Relationship Type="http://schemas.openxmlformats.org/officeDocument/2006/relationships/notesMaster" Target="/ppt/notesMasters/notesMaster1.xml" Id="R79e2355c6abe48c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7605a909dacb4aa8" /><Relationship Type="http://schemas.openxmlformats.org/officeDocument/2006/relationships/notesMaster" Target="/ppt/notesMasters/notesMaster1.xml" Id="Ra33ec77b03db48c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9b8f9a9c1ef4dd4" /><Relationship Type="http://schemas.openxmlformats.org/officeDocument/2006/relationships/notesMaster" Target="/ppt/notesMasters/notesMaster1.xml" Id="Rff9e41d2d0ef405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06fff82ed15b4703" /><Relationship Type="http://schemas.openxmlformats.org/officeDocument/2006/relationships/notesMaster" Target="/ppt/notesMasters/notesMaster1.xml" Id="R6842a44399b34ce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c84d66efc4e64cea" /><Relationship Type="http://schemas.openxmlformats.org/officeDocument/2006/relationships/notesMaster" Target="/ppt/notesMasters/notesMaster1.xml" Id="R7d0b90e9df2d414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7685aa50a0784d9b" /><Relationship Type="http://schemas.openxmlformats.org/officeDocument/2006/relationships/notesMaster" Target="/ppt/notesMasters/notesMaster1.xml" Id="Rbb2e633c2f05436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52bbbd8d83b4b2c" /><Relationship Type="http://schemas.openxmlformats.org/officeDocument/2006/relationships/notesMaster" Target="/ppt/notesMasters/notesMaster1.xml" Id="R6b1c551d6f604dd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b931241912f4cbd" /><Relationship Type="http://schemas.openxmlformats.org/officeDocument/2006/relationships/notesMaster" Target="/ppt/notesMasters/notesMaster1.xml" Id="R5ead5b3ca6f5413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9b62994da1c643c5" /><Relationship Type="http://schemas.openxmlformats.org/officeDocument/2006/relationships/notesMaster" Target="/ppt/notesMasters/notesMaster1.xml" Id="R3cdfdab9d4e04ea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b2ad56f463114540" /><Relationship Type="http://schemas.openxmlformats.org/officeDocument/2006/relationships/notesMaster" Target="/ppt/notesMasters/notesMaster1.xml" Id="R7d56a001f2a34abe"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6ee0d904a564e0b" /><Relationship Type="http://schemas.openxmlformats.org/officeDocument/2006/relationships/notesMaster" Target="/ppt/notesMasters/notesMaster1.xml" Id="Rdc1c2a7f2ba240ff"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a5a046467e441ac" /><Relationship Type="http://schemas.openxmlformats.org/officeDocument/2006/relationships/notesMaster" Target="/ppt/notesMasters/notesMaster1.xml" Id="Rc6706a99a8b84bd9"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6a7d2540c07743ec" /><Relationship Type="http://schemas.openxmlformats.org/officeDocument/2006/relationships/notesMaster" Target="/ppt/notesMasters/notesMaster1.xml" Id="Rae47030fd7fd4c1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20f33ebfd264c96" /><Relationship Type="http://schemas.openxmlformats.org/officeDocument/2006/relationships/notesMaster" Target="/ppt/notesMasters/notesMaster1.xml" Id="R00801ecc6d6d4e5b"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99bdf7cb412c403f" /><Relationship Type="http://schemas.openxmlformats.org/officeDocument/2006/relationships/notesMaster" Target="/ppt/notesMasters/notesMaster1.xml" Id="R3233742ee1fe47c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a0a93cf2322549fe" /><Relationship Type="http://schemas.openxmlformats.org/officeDocument/2006/relationships/notesMaster" Target="/ppt/notesMasters/notesMaster1.xml" Id="R3279b11a28bc4a2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beb8c5a3921843e7" /><Relationship Type="http://schemas.openxmlformats.org/officeDocument/2006/relationships/notesMaster" Target="/ppt/notesMasters/notesMaster1.xml" Id="R404e1468335048c8"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296e6c47f6f40a9" /><Relationship Type="http://schemas.openxmlformats.org/officeDocument/2006/relationships/notesMaster" Target="/ppt/notesMasters/notesMaster1.xml" Id="R0a5bca7b09a948cb"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d9a424746ee4725" /><Relationship Type="http://schemas.openxmlformats.org/officeDocument/2006/relationships/notesMaster" Target="/ppt/notesMasters/notesMaster1.xml" Id="Rc2d3d84cd51147be"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03d8948f0ba40db" /><Relationship Type="http://schemas.openxmlformats.org/officeDocument/2006/relationships/notesMaster" Target="/ppt/notesMasters/notesMaster1.xml" Id="R2ade803245b445cc"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a34575e540b4e95" /><Relationship Type="http://schemas.openxmlformats.org/officeDocument/2006/relationships/notesMaster" Target="/ppt/notesMasters/notesMaster1.xml" Id="Rddad4e12c6f54cf0"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d0d0e5b787564489" /><Relationship Type="http://schemas.openxmlformats.org/officeDocument/2006/relationships/notesMaster" Target="/ppt/notesMasters/notesMaster1.xml" Id="R3608ea78c49f4ff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c3cbb39dfeb4438" /><Relationship Type="http://schemas.openxmlformats.org/officeDocument/2006/relationships/notesMaster" Target="/ppt/notesMasters/notesMaster1.xml" Id="R3f12c53d59fd410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8ffd4d4e1ee44cd" /><Relationship Type="http://schemas.openxmlformats.org/officeDocument/2006/relationships/notesMaster" Target="/ppt/notesMasters/notesMaster1.xml" Id="R3ba6c0ec9687417f"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59688d721b754821" /><Relationship Type="http://schemas.openxmlformats.org/officeDocument/2006/relationships/notesMaster" Target="/ppt/notesMasters/notesMaster1.xml" Id="R810f50824e2b417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8d6a7d1048f49fa" /><Relationship Type="http://schemas.openxmlformats.org/officeDocument/2006/relationships/notesMaster" Target="/ppt/notesMasters/notesMaster1.xml" Id="R03308691cd11481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284d023f61c84179" /><Relationship Type="http://schemas.openxmlformats.org/officeDocument/2006/relationships/notesMaster" Target="/ppt/notesMasters/notesMaster1.xml" Id="Racc9f0a33b7d4fe6"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ec2bc7dc5e5b4686" /><Relationship Type="http://schemas.openxmlformats.org/officeDocument/2006/relationships/notesMaster" Target="/ppt/notesMasters/notesMaster1.xml" Id="Rca240b93d12044e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abddb995ca414b63" /><Relationship Type="http://schemas.openxmlformats.org/officeDocument/2006/relationships/notesMaster" Target="/ppt/notesMasters/notesMaster1.xml" Id="R69ce9d94e4974c21"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9f163c40690047fc" /><Relationship Type="http://schemas.openxmlformats.org/officeDocument/2006/relationships/notesMaster" Target="/ppt/notesMasters/notesMaster1.xml" Id="Ra5167cb76ead4ea1"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8ccac0e4c0540d6" /><Relationship Type="http://schemas.openxmlformats.org/officeDocument/2006/relationships/notesMaster" Target="/ppt/notesMasters/notesMaster1.xml" Id="R9ca59b1916ae438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40061c5f089d45fe" /><Relationship Type="http://schemas.openxmlformats.org/officeDocument/2006/relationships/notesMaster" Target="/ppt/notesMasters/notesMaster1.xml" Id="R451fca12254d40d0"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8195b0e80b9444fe" /><Relationship Type="http://schemas.openxmlformats.org/officeDocument/2006/relationships/notesMaster" Target="/ppt/notesMasters/notesMaster1.xml" Id="R2022152b154c4a7b"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a89e6395906b46c0" /><Relationship Type="http://schemas.openxmlformats.org/officeDocument/2006/relationships/notesMaster" Target="/ppt/notesMasters/notesMaster1.xml" Id="Rc135e9d7b96c47d4"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b550c4a7fef04aa5" /><Relationship Type="http://schemas.openxmlformats.org/officeDocument/2006/relationships/notesMaster" Target="/ppt/notesMasters/notesMaster1.xml" Id="R785725224bac406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b7c39cf9727e41eb" /><Relationship Type="http://schemas.openxmlformats.org/officeDocument/2006/relationships/notesMaster" Target="/ppt/notesMasters/notesMaster1.xml" Id="R9faa6bae09144f43"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13b0291046934e63" /><Relationship Type="http://schemas.openxmlformats.org/officeDocument/2006/relationships/notesMaster" Target="/ppt/notesMasters/notesMaster1.xml" Id="R83e4af9ece824ab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f28295a711da4661" /><Relationship Type="http://schemas.openxmlformats.org/officeDocument/2006/relationships/notesMaster" Target="/ppt/notesMasters/notesMaster1.xml" Id="R4a24263829204eda"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a4361d4a9d7488c" /><Relationship Type="http://schemas.openxmlformats.org/officeDocument/2006/relationships/notesMaster" Target="/ppt/notesMasters/notesMaster1.xml" Id="Re63664719a5b422a"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68aefaaff24f4950" /><Relationship Type="http://schemas.openxmlformats.org/officeDocument/2006/relationships/notesMaster" Target="/ppt/notesMasters/notesMaster1.xml" Id="Rf2b29e7f41f04703"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0932a2865be044c8" /><Relationship Type="http://schemas.openxmlformats.org/officeDocument/2006/relationships/notesMaster" Target="/ppt/notesMasters/notesMaster1.xml" Id="R19cce0430620463b"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80fa4b5e3344476b" /><Relationship Type="http://schemas.openxmlformats.org/officeDocument/2006/relationships/notesMaster" Target="/ppt/notesMasters/notesMaster1.xml" Id="Rc5149c34ed3d4754"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39a5f75af6ab45e2" /><Relationship Type="http://schemas.openxmlformats.org/officeDocument/2006/relationships/notesMaster" Target="/ppt/notesMasters/notesMaster1.xml" Id="Ra3d0ca3278744c49"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22d597459d0a41fc" /><Relationship Type="http://schemas.openxmlformats.org/officeDocument/2006/relationships/notesMaster" Target="/ppt/notesMasters/notesMaster1.xml" Id="R6a8850e770e94c6c"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50451890e2b471e" /><Relationship Type="http://schemas.openxmlformats.org/officeDocument/2006/relationships/notesMaster" Target="/ppt/notesMasters/notesMaster1.xml" Id="R0bf0fa56dbd641c5"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8dcc23473ea74357" /><Relationship Type="http://schemas.openxmlformats.org/officeDocument/2006/relationships/notesMaster" Target="/ppt/notesMasters/notesMaster1.xml" Id="Re31b18659f9641aa"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3f5c27f6520e40ea" /><Relationship Type="http://schemas.openxmlformats.org/officeDocument/2006/relationships/notesMaster" Target="/ppt/notesMasters/notesMaster1.xml" Id="R66ff6dcc9478493e"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6fbaf48183e94e57" /><Relationship Type="http://schemas.openxmlformats.org/officeDocument/2006/relationships/notesMaster" Target="/ppt/notesMasters/notesMaster1.xml" Id="Rfedb3cf4ae1844e0"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59887efa8eb44a98" /><Relationship Type="http://schemas.openxmlformats.org/officeDocument/2006/relationships/notesMaster" Target="/ppt/notesMasters/notesMaster1.xml" Id="R54f6f206ed7148b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f8fe48777d794153" /><Relationship Type="http://schemas.openxmlformats.org/officeDocument/2006/relationships/notesMaster" Target="/ppt/notesMasters/notesMaster1.xml" Id="Rca13312ee29449e4"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fe6b1c2fb2c947e8" /><Relationship Type="http://schemas.openxmlformats.org/officeDocument/2006/relationships/notesMaster" Target="/ppt/notesMasters/notesMaster1.xml" Id="R35fb6c948fa647ba"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5c94048968244d73" /><Relationship Type="http://schemas.openxmlformats.org/officeDocument/2006/relationships/notesMaster" Target="/ppt/notesMasters/notesMaster1.xml" Id="R03801d696e8b4f8a"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ab93649ecff24dd6" /><Relationship Type="http://schemas.openxmlformats.org/officeDocument/2006/relationships/notesMaster" Target="/ppt/notesMasters/notesMaster1.xml" Id="R8b217a83fe3c49d4"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5354cb639f544a59" /><Relationship Type="http://schemas.openxmlformats.org/officeDocument/2006/relationships/notesMaster" Target="/ppt/notesMasters/notesMaster1.xml" Id="Rbdff3784ce03470b"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52e626de5f1c4b1a" /><Relationship Type="http://schemas.openxmlformats.org/officeDocument/2006/relationships/notesMaster" Target="/ppt/notesMasters/notesMaster1.xml" Id="R29d7d47e6f78427a"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1bcc19eb368d454d" /><Relationship Type="http://schemas.openxmlformats.org/officeDocument/2006/relationships/notesMaster" Target="/ppt/notesMasters/notesMaster1.xml" Id="R6752491a5f7b44b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0ca8359dbf9b4502" /><Relationship Type="http://schemas.openxmlformats.org/officeDocument/2006/relationships/notesMaster" Target="/ppt/notesMasters/notesMaster1.xml" Id="R95689d451b964c0e"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071de39d6c7c45af" /><Relationship Type="http://schemas.openxmlformats.org/officeDocument/2006/relationships/notesMaster" Target="/ppt/notesMasters/notesMaster1.xml" Id="Rd21c7f6bb75843fe"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ccc9674a71c4df2" /><Relationship Type="http://schemas.openxmlformats.org/officeDocument/2006/relationships/notesMaster" Target="/ppt/notesMasters/notesMaster1.xml" Id="Rc7052583a61e4ffb"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4a92e90fbe054ace" /><Relationship Type="http://schemas.openxmlformats.org/officeDocument/2006/relationships/notesMaster" Target="/ppt/notesMasters/notesMaster1.xml" Id="R48efc8e8d2a24560"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9a6297dbf0f4afc" /><Relationship Type="http://schemas.openxmlformats.org/officeDocument/2006/relationships/notesMaster" Target="/ppt/notesMasters/notesMaster1.xml" Id="Rdf485e269d074cec"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472a179b5ff846e3" /><Relationship Type="http://schemas.openxmlformats.org/officeDocument/2006/relationships/notesMaster" Target="/ppt/notesMasters/notesMaster1.xml" Id="Rc3db83397a61408a"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1f4cb0f7f82442dc" /><Relationship Type="http://schemas.openxmlformats.org/officeDocument/2006/relationships/notesMaster" Target="/ppt/notesMasters/notesMaster1.xml" Id="R8e2b233fbc214ce0"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58bb5545b7744cd5" /><Relationship Type="http://schemas.openxmlformats.org/officeDocument/2006/relationships/notesMaster" Target="/ppt/notesMasters/notesMaster1.xml" Id="R9a285636d9734772"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a3b6ab2952c54f16" /><Relationship Type="http://schemas.openxmlformats.org/officeDocument/2006/relationships/notesMaster" Target="/ppt/notesMasters/notesMaster1.xml" Id="Rc0c784c4db6b49a0"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1bdc3b81cefd4501" /><Relationship Type="http://schemas.openxmlformats.org/officeDocument/2006/relationships/notesMaster" Target="/ppt/notesMasters/notesMaster1.xml" Id="R73cd201ff96d48f5"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812ed194ff6847d1" /><Relationship Type="http://schemas.openxmlformats.org/officeDocument/2006/relationships/notesMaster" Target="/ppt/notesMasters/notesMaster1.xml" Id="R17b62413a16d4272"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60d32e09f1b24c8d" /><Relationship Type="http://schemas.openxmlformats.org/officeDocument/2006/relationships/notesMaster" Target="/ppt/notesMasters/notesMaster1.xml" Id="R7ab237491d984d83"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8305564c66314717" /><Relationship Type="http://schemas.openxmlformats.org/officeDocument/2006/relationships/notesMaster" Target="/ppt/notesMasters/notesMaster1.xml" Id="R8e62c6960b57477b"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d6c2ec48f1ca442b" /><Relationship Type="http://schemas.openxmlformats.org/officeDocument/2006/relationships/notesMaster" Target="/ppt/notesMasters/notesMaster1.xml" Id="R2f986b69265349db"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f2c440396ff9407c" /><Relationship Type="http://schemas.openxmlformats.org/officeDocument/2006/relationships/notesMaster" Target="/ppt/notesMasters/notesMaster1.xml" Id="R5536cf2aa55a4641"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cd9d7d58594a46e5" /><Relationship Type="http://schemas.openxmlformats.org/officeDocument/2006/relationships/notesMaster" Target="/ppt/notesMasters/notesMaster1.xml" Id="Rb39c17e6608142c7"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896093a840242ad" /><Relationship Type="http://schemas.openxmlformats.org/officeDocument/2006/relationships/notesMaster" Target="/ppt/notesMasters/notesMaster1.xml" Id="R7b5f417fd5fb4a40"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a55f3099f07b4d42" /><Relationship Type="http://schemas.openxmlformats.org/officeDocument/2006/relationships/notesMaster" Target="/ppt/notesMasters/notesMaster1.xml" Id="Ra6b9c1e8fd1d4068"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90bac23811e84211" /><Relationship Type="http://schemas.openxmlformats.org/officeDocument/2006/relationships/notesMaster" Target="/ppt/notesMasters/notesMaster1.xml" Id="Re6de286120b840e2"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e9a72acf400540ac" /><Relationship Type="http://schemas.openxmlformats.org/officeDocument/2006/relationships/notesMaster" Target="/ppt/notesMasters/notesMaster1.xml" Id="R910837708ae54eb4"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881ab026c8aa408c" /><Relationship Type="http://schemas.openxmlformats.org/officeDocument/2006/relationships/notesMaster" Target="/ppt/notesMasters/notesMaster1.xml" Id="R61b6a5a255d44083"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8d56ae87286d4d38" /><Relationship Type="http://schemas.openxmlformats.org/officeDocument/2006/relationships/notesMaster" Target="/ppt/notesMasters/notesMaster1.xml" Id="Rded4dfc0cd2a4435"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ae8a914e68ce431a" /><Relationship Type="http://schemas.openxmlformats.org/officeDocument/2006/relationships/notesMaster" Target="/ppt/notesMasters/notesMaster1.xml" Id="R66ae16285049486f"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c2bb2f07370140dd" /><Relationship Type="http://schemas.openxmlformats.org/officeDocument/2006/relationships/notesMaster" Target="/ppt/notesMasters/notesMaster1.xml" Id="R9dc21d4a4a0d460e"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f73954adca174919" /><Relationship Type="http://schemas.openxmlformats.org/officeDocument/2006/relationships/notesMaster" Target="/ppt/notesMasters/notesMaster1.xml" Id="R7e4c1002e8cc481d"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e3ab713036e84ac5" /><Relationship Type="http://schemas.openxmlformats.org/officeDocument/2006/relationships/notesMaster" Target="/ppt/notesMasters/notesMaster1.xml" Id="Ra103098715084bd9"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101f55540f94233" /><Relationship Type="http://schemas.openxmlformats.org/officeDocument/2006/relationships/notesMaster" Target="/ppt/notesMasters/notesMaster1.xml" Id="Ra6d124f7993b48ed"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4c4c0ce59ecc4284" /><Relationship Type="http://schemas.openxmlformats.org/officeDocument/2006/relationships/notesMaster" Target="/ppt/notesMasters/notesMaster1.xml" Id="Rbb594df3853a48cf"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47d4d14525684e5d" /><Relationship Type="http://schemas.openxmlformats.org/officeDocument/2006/relationships/notesMaster" Target="/ppt/notesMasters/notesMaster1.xml" Id="R6e38c92bf7af49f6"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f0b9e324f035444a" /><Relationship Type="http://schemas.openxmlformats.org/officeDocument/2006/relationships/notesMaster" Target="/ppt/notesMasters/notesMaster1.xml" Id="R1ce9ad981697412c"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c9acd14f2b494a12" /><Relationship Type="http://schemas.openxmlformats.org/officeDocument/2006/relationships/notesMaster" Target="/ppt/notesMasters/notesMaster1.xml" Id="R38ace1f86d3a44bb"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18bc477226e246ce" /><Relationship Type="http://schemas.openxmlformats.org/officeDocument/2006/relationships/notesMaster" Target="/ppt/notesMasters/notesMaster1.xml" Id="Rd5cc6067d0f34785"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S01 — AI에게 지금 무엇을 맡기고 있는가?</a:t>
            </a:r>
          </a:p>
          <a:p xmlns:a="http://schemas.openxmlformats.org/drawingml/2006/main">
            <a:r>
              <a:t/>
            </a:r>
          </a:p>
          <a:p xmlns:a="http://schemas.openxmlformats.org/drawingml/2006/main">
            <a:r>
              <a:t>Slide ID: S01</a:t>
            </a:r>
          </a:p>
          <a:p xmlns:a="http://schemas.openxmlformats.org/drawingml/2006/main">
            <a:r>
              <a:t/>
            </a:r>
          </a:p>
          <a:p xmlns:a="http://schemas.openxmlformats.org/drawingml/2006/main">
            <a:r>
              <a:t>Working Title: AI에게 지금 무엇을 맡기고 있는가?</a:t>
            </a:r>
          </a:p>
          <a:p xmlns:a="http://schemas.openxmlformats.org/drawingml/2006/main">
            <a:r>
              <a:t/>
            </a:r>
          </a:p>
          <a:p xmlns:a="http://schemas.openxmlformats.org/drawingml/2006/main">
            <a:r>
              <a:t>ACT / Section: ACT 0 / 0A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1 minute + Reflection 4 minutes</a:t>
            </a:r>
          </a:p>
          <a:p xmlns:a="http://schemas.openxmlformats.org/drawingml/2006/main">
            <a:r>
              <a:t/>
            </a:r>
          </a:p>
          <a:p xmlns:a="http://schemas.openxmlformats.org/drawingml/2006/main">
            <a:r>
              <a:t>Primary Message: 자기 AI 활용을 평가하지 않고, 현재 맡기는 업무 범위를 돌아본다.</a:t>
            </a:r>
          </a:p>
          <a:p xmlns:a="http://schemas.openxmlformats.org/drawingml/2006/main">
            <a:r>
              <a:t/>
            </a:r>
          </a:p>
          <a:p xmlns:a="http://schemas.openxmlformats.org/drawingml/2006/main">
            <a:r>
              <a:t>Opening Question: “나는 지금 AI에게 무엇을 맡기고 있는가?” 화면의 한 줄 안내처럼 최근 AI에 맡긴 일 하나를 떠올리게 한다.</a:t>
            </a:r>
          </a:p>
          <a:p xmlns:a="http://schemas.openxmlformats.org/drawingml/2006/main">
            <a:r>
              <a:t/>
            </a:r>
          </a:p>
          <a:p xmlns:a="http://schemas.openxmlformats.org/drawingml/2006/main">
            <a:r>
              <a:t>Speaker Flow: 1. **OPEN (0:00–0:15 / Lecture):** 기존 제목과 “최근 AI에 맡긴 일 하나를 떠올려보세요”를 읽는다. 사용 수준을 평가하는 자리가 아니며 익숙한 경험 하나면 충분하다고 말한다.</a:t>
            </a:r>
          </a:p>
          <a:p xmlns:a="http://schemas.openxmlformats.org/drawingml/2006/main">
            <a:r>
              <a:t>2. **THREE CASES (0:15–0:45 / Lecture):** 같은 인물이 등장하는 세 장면을 각각 약 10초씩 가리킨다. “설명받기”에서는 코드 설명을 질문하는 장면, “조사맡기기”에서는 파일과 돋보기로 필요한 근거를 찾는 장면, “결과확인”에서는 변경 코드와 확인 근거를 함께 살피는 장면을 짧게 짚는다. 세 장면은 경험의 예시이며 서열이나 필수 발전 단계가 아니다.</a:t>
            </a:r>
          </a:p>
          <a:p xmlns:a="http://schemas.openxmlformats.org/drawingml/2006/main">
            <a:r>
              <a:t>3. **INVITE (0:45–1:00 / Lecture):** 이 중 최근 자신의 경험과 가까운 일 하나만 조용히 떠올리면 된다고 안내한다. Prompt·Context·Harness·Loop의 이름이나 성숙도 설명을 덧붙이지 않는다.</a:t>
            </a:r>
          </a:p>
          <a:p xmlns:a="http://schemas.openxmlformats.org/drawingml/2006/main">
            <a:r>
              <a:t>4. **REFLECTION (1:00–5:00):** 네 분의 개인 생각 시간을 보존한다. 응답·기록·공유·실천 약속을 요구하지 않고 예시 설명을 계속하지 않는다.</a:t>
            </a:r>
          </a:p>
          <a:p xmlns:a="http://schemas.openxmlformats.org/drawingml/2006/main">
            <a:r>
              <a:t/>
            </a:r>
          </a:p>
          <a:p xmlns:a="http://schemas.openxmlformats.org/drawingml/2006/main">
            <a:r>
              <a:t>Evidence / Source: BEAT-001, CLM-0001, CLM-0002. TEACHING_MODEL. 삽화: `assets/slide-illustrations/S01-cases.png`, image_gen으로 만든 동일 인물의 세 교육용 장면이다. 생성 프롬프트: `prototype/act0-opening-revision/IMAGE_PROMPT.md`. 실제 제품 화면·회사 현장·관찰된 작업 결과가 아니다.</a:t>
            </a:r>
          </a:p>
          <a:p xmlns:a="http://schemas.openxmlformats.org/drawingml/2006/main">
            <a:r>
              <a:t/>
            </a:r>
          </a:p>
          <a:p xmlns:a="http://schemas.openxmlformats.org/drawingml/2006/main">
            <a:r>
              <a:t>Claim Boundary: 특정 AI 제품의 성능·우열 또는 개인의 숙련도를 평가하지 않는다. 질문과 업무 범위는 교육을 여는 모델이다. 세 그림은 image_gen 교육용 삽화이며 실제 사용 화면이나 관찰 근거가 아니다. 설명·조사·결과 확인을 숙련도 순위 또는 모든 사람이 거쳐야 하는 단계로 제시하지 않는다.</a:t>
            </a:r>
          </a:p>
          <a:p xmlns:a="http://schemas.openxmlformats.org/drawingml/2006/main">
            <a:r>
              <a:t/>
            </a:r>
          </a:p>
          <a:p xmlns:a="http://schemas.openxmlformats.org/drawingml/2006/main">
            <a:r>
              <a:t>Beginner Explanation: 지금 자주 맡기는 작은 일 하나를 떠올리면 충분하다. 아직 해보지 않은 사용법을 아는 척할 필요는 없다.</a:t>
            </a:r>
          </a:p>
          <a:p xmlns:a="http://schemas.openxmlformats.org/drawingml/2006/main">
            <a:r>
              <a:t/>
            </a:r>
          </a:p>
          <a:p xmlns:a="http://schemas.openxmlformats.org/drawingml/2006/main">
            <a:r>
              <a:t>Advanced Insight: 서로 다른 출발점을 같은 문제 중심 Story에서 다룬다. 세 장면으로 익숙한 경험을 떠올리게 하며 다음 단계 이름이나 고급 구성요소를 이 장에서 미리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삽화 세 장면을 강사가 가리키는 도입이다. 실제 제품 조작·새 Trial·실행 결과 시연이 아니다.</a:t>
            </a:r>
          </a:p>
          <a:p xmlns:a="http://schemas.openxmlformats.org/drawingml/2006/main">
            <a:r>
              <a:t/>
            </a:r>
          </a:p>
          <a:p xmlns:a="http://schemas.openxmlformats.org/drawingml/2006/main">
            <a:r>
              <a:t>Audience Interaction: Reflection은 개인적인 생각 시간이다. 답변·기록·공유·실천 약속을 요구하지 않는다. 세 사례 중 경험을 발표하거나 자신의 수준을 고르게 하지 않는다.</a:t>
            </a:r>
          </a:p>
          <a:p xmlns:a="http://schemas.openxmlformats.org/drawingml/2006/main">
            <a:r>
              <a:t/>
            </a:r>
          </a:p>
          <a:p xmlns:a="http://schemas.openxmlformats.org/drawingml/2006/main">
            <a:r>
              <a:t>Transition: 작은 코드나 오류를 질문하는 익숙한 방식부터 인정하며 S02로 간다.</a:t>
            </a:r>
          </a:p>
          <a:p xmlns:a="http://schemas.openxmlformats.org/drawingml/2006/main">
            <a:r>
              <a:t/>
            </a:r>
          </a:p>
          <a:p xmlns:a="http://schemas.openxmlformats.org/drawingml/2006/main">
            <a:r>
              <a:t>Time Management: Lecture 1분 안에 세 장면을 각각 약 10초씩 짚고 1분에 설명을 멈춘다. Reflection 4분간 침묵을 허용한다. 강사의 예시 해설이나 청중 응답으로 생각 시간을 대체하지 않는다. 5분 배분은 유지하며 실제 발화·운영 시간은 아직 측정하지 않았다.</a:t>
            </a:r>
          </a:p>
          <a:p xmlns:a="http://schemas.openxmlformats.org/drawingml/2006/main">
            <a:r>
              <a:t/>
            </a:r>
          </a:p>
          <a:p xmlns:a="http://schemas.openxmlformats.org/drawingml/2006/main">
            <a:r>
              <a:t>Fallback: 공식 정적 경로 `production/ACT_0.pptx` S01 또는 `production/preview/act0/S01.png`를 사용한다. 이번 수정본과 PNG의 일치 여부는 제작 단계에서 확인한다. 청중 반응이 없어도 기다린 뒤 다음 장으로 간다. 실제 제품 화면이나 개인 경험 발표로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S02 — 작은 질문에는 Chatbot이 유용하다</a:t>
            </a:r>
          </a:p>
          <a:p xmlns:a="http://schemas.openxmlformats.org/drawingml/2006/main">
            <a:r>
              <a:t/>
            </a:r>
          </a:p>
          <a:p xmlns:a="http://schemas.openxmlformats.org/drawingml/2006/main">
            <a:r>
              <a:t>Slide ID: S02</a:t>
            </a:r>
          </a:p>
          <a:p xmlns:a="http://schemas.openxmlformats.org/drawingml/2006/main">
            <a:r>
              <a:t/>
            </a:r>
          </a:p>
          <a:p xmlns:a="http://schemas.openxmlformats.org/drawingml/2006/main">
            <a:r>
              <a:t>Working Title: 작은 질문에는 Chatbot이 유용하다</a:t>
            </a:r>
          </a:p>
          <a:p xmlns:a="http://schemas.openxmlformats.org/drawingml/2006/main">
            <a:r>
              <a:t/>
            </a:r>
          </a:p>
          <a:p xmlns:a="http://schemas.openxmlformats.org/drawingml/2006/main">
            <a:r>
              <a:t>ACT / Section: ACT 0 / 0B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필요한 코드나 오류를 전달해 답을 받는 방식은 작은 질문에서 빠르고 유용할 수 있다.</a:t>
            </a:r>
          </a:p>
          <a:p xmlns:a="http://schemas.openxmlformats.org/drawingml/2006/main">
            <a:r>
              <a:t/>
            </a:r>
          </a:p>
          <a:p xmlns:a="http://schemas.openxmlformats.org/drawingml/2006/main">
            <a:r>
              <a:t>Opening Question: “괄호만 바꾸면 같은 원소가 만들어질까?” `std::vector&lt;int&gt;`의 두 초기화 표현을 작은 코드 질문으로 제시한다.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(0:00–0:45):** `std::vector&lt;int&gt; a(3, 1);`과 `std::vector&lt;int&gt; b{3, 1};`을 보여 준다. 같은 숫자라도 괄호가 다르면 어떤 의미가 되는지 묻는 교육용 예시임을 밝힌다. 실제 ChatGPT 대화나 컴파일 실행 화면이 아니다.</a:t>
            </a:r>
          </a:p>
          <a:p xmlns:a="http://schemas.openxmlformats.org/drawingml/2006/main">
            <a:r>
              <a:t>2. **COMPARE (0:45–2:15):** 이 `int` 예제에서 `(count, value)`는 값 1인 원소 세 개, 즉 `1, 1, 1`을 만든다는 의미를 짚는다. `{initializer_list}`는 나열한 값 `3, 1`을 담아 원소 두 개라는 뜻이다. 원소 도식은 코드의 의미를 설명하며 실행 출력으로 제시하지 않는다. 생성자 선택 전반이나 중괄호의 보편적 우월성을 강의하지 않는다.</a:t>
            </a:r>
          </a:p>
          <a:p xmlns:a="http://schemas.openxmlformats.org/drawingml/2006/main">
            <a:r>
              <a:t>3. **FOLLOW THE FLOW (2:15–4:15):** 연결된 세 노드에서 IDE의 “코드 선택·복사” → Chatbot의 “붙여넣고 질문” → IDE의 “답 확인·적용”을 각각 약 40초씩 짚는다. 필요한 코드와 질문의 범위를 사람이 고르고, 받은 설명이 원래 코드·요청과 맞는지 확인해 적용하는 흐름이다. 자동 IDE 연동이나 실제 코드 변경을 보여 주는 화면이 아니다.</a:t>
            </a:r>
          </a:p>
          <a:p xmlns:a="http://schemas.openxmlformats.org/drawingml/2006/main">
            <a:r>
              <a:t>4. **INTERPRET (4:15–4:30):** 작은 코드 조각의 혼동을 풀 때 이 질문 방식이 유용할 수 있음을 인정한다.</a:t>
            </a:r>
          </a:p>
          <a:p xmlns:a="http://schemas.openxmlformats.org/drawingml/2006/main">
            <a:r>
              <a:t>5. **TRANSITION (4:30–5:00):** 질문이 여러 파일과 구현 경로로 커지면 무엇부터 찾아 전달해야 하는지 S03으로 연결한다. 현재 방식을 잘못된 사용법으로 평가하지 않는다.</a:t>
            </a:r>
          </a:p>
          <a:p xmlns:a="http://schemas.openxmlformats.org/drawingml/2006/main">
            <a:r>
              <a:t/>
            </a:r>
          </a:p>
          <a:p xmlns:a="http://schemas.openxmlformats.org/drawingml/2006/main">
            <a:r>
              <a:t>Evidence / Source: BEAT-001, CLM-0001, CLM-0002. TEACHING_MODEL / CONCEPTUAL. `std::vector&lt;int&gt; a(3, 1);` → `1, 1, 1`(3개), `std::vector&lt;int&gt; b{3, 1};` → `3, 1`(2개)는 코드 의미를 설명하는 도식이며 실제 실행·ChatGPT 응답·새 Trial이 아니다. C++ 의미 확인: [Microsoft Learn — vector constructors](https://learn.microsoft.com/en-us/cpp/standard-library/vector-class?view=msvc-170#vector), [Microsoft Learn — Initializers](https://learn.microsoft.com/en-us/cpp/cpp/initializers?view=msvc-170), 확인 2026-10-21. IDE → Chatbot → IDE는 사람이 연결하는 교육용 native 도식이다.</a:t>
            </a:r>
          </a:p>
          <a:p xmlns:a="http://schemas.openxmlformats.org/drawingml/2006/main">
            <a:r>
              <a:t/>
            </a:r>
          </a:p>
          <a:p xmlns:a="http://schemas.openxmlformats.org/drawingml/2006/main">
            <a:r>
              <a:t>Claim Boundary: 일반적인 활용 예시이며 특정 제품 기능·정확도·성능 또는 다른 방식보다 우월하다는 주장으로 말하지 않는다. 초기화 비교는 화면에 제시한 `std::vector&lt;int&gt;` 두 표현의 의미로 한정한다. 도식은 실제 컴파일·실행 결과나 ChatGPT 대화가 아니며, 모든 중괄호 초기화가 같은 생성자 선택을 한다고 일반화하지 않는다. 코드 선택·복사, 대화에 붙여넣고 질문, IDE에서 답 확인·적용은 사람이 잇는 흐름이며 자동 IDE 연동을 뜻하지 않는다.</a:t>
            </a:r>
          </a:p>
          <a:p xmlns:a="http://schemas.openxmlformats.org/drawingml/2006/main">
            <a:r>
              <a:t/>
            </a:r>
          </a:p>
          <a:p xmlns:a="http://schemas.openxmlformats.org/drawingml/2006/main">
            <a:r>
              <a:t>Beginner Explanation: 괄호만 다른 짧은 코드도 뜻을 물어볼 만한 질문이다. 두 표현이 각각 어떤 원소를 만드는지 설명을 받고 원래 코드와 맞는지 확인할 수 있다.</a:t>
            </a:r>
          </a:p>
          <a:p xmlns:a="http://schemas.openxmlformats.org/drawingml/2006/main">
            <a:r>
              <a:t/>
            </a:r>
          </a:p>
          <a:p xmlns:a="http://schemas.openxmlformats.org/drawingml/2006/main">
            <a:r>
              <a:t>Advanced Insight: 익숙한 C++ 코드의 생성자 선택도 작은 질문의 대상이다. 이 장의 초점은 문법 강의보다 개발자가 필요한 Context를 선택·전달하고 답을 확인하는 흐름에 있다.</a:t>
            </a:r>
          </a:p>
          <a:p xmlns:a="http://schemas.openxmlformats.org/drawingml/2006/main">
            <a:r>
              <a:t/>
            </a:r>
          </a:p>
          <a:p xmlns:a="http://schemas.openxmlformats.org/drawingml/2006/main">
            <a:r>
              <a:t>C++ Vision Bridge: 일반적인 C++ 코드 질문을 출발점으로 사용한다. 실제 Vision 처리·특정 IDE/컴파일러/Windows 빌드 조건·장비 실행을 추가하는 Demo가 아니다.</a:t>
            </a:r>
          </a:p>
          <a:p xmlns:a="http://schemas.openxmlformats.org/drawingml/2006/main">
            <a:r>
              <a:t/>
            </a:r>
          </a:p>
          <a:p xmlns:a="http://schemas.openxmlformats.org/drawingml/2006/main">
            <a:r>
              <a:t>Demo Operation: N/A. 두 초기화 표현과 원소 도식, IDE → Chatbot → IDE의 연결된 native 흐름을 설명한다. 실제 대화·IDE 자동 연동·컴파일 실행·새 Trial은 없다.</a:t>
            </a:r>
          </a:p>
          <a:p xmlns:a="http://schemas.openxmlformats.org/drawingml/2006/main">
            <a:r>
              <a:t/>
            </a:r>
          </a:p>
          <a:p xmlns:a="http://schemas.openxmlformats.org/drawingml/2006/main">
            <a:r>
              <a:t>Audience Interaction: Opening question은 생각을 여는 질문이다. 코드 작성·실행·손들기·경험 발표나 답변을 요구하지 않는다.</a:t>
            </a:r>
          </a:p>
          <a:p xmlns:a="http://schemas.openxmlformats.org/drawingml/2006/main">
            <a:r>
              <a:t/>
            </a:r>
          </a:p>
          <a:p xmlns:a="http://schemas.openxmlformats.org/drawingml/2006/main">
            <a:r>
              <a:t>Transition: 질문이 여러 파일·구현 경로로 커지면 무엇을 먼저 찾아야 하는지 S03에서 묻는다.</a:t>
            </a:r>
          </a:p>
          <a:p xmlns:a="http://schemas.openxmlformats.org/drawingml/2006/main">
            <a:r>
              <a:t/>
            </a:r>
          </a:p>
          <a:p xmlns:a="http://schemas.openxmlformats.org/drawingml/2006/main">
            <a:r>
              <a:t>Time Management: Lecture 5분 유지. 질문 45초, 초기화·원소 비교 90초, 연결된 세 노드 2분, 작은 질문의 가치 15초, S03 연결 30초로 운영한다. 상세 Prompt 작성법이나 C++ 초기화 문법 전반을 추가하지 않는다. 실제 발화 시간은 미측정이다.</a:t>
            </a:r>
          </a:p>
          <a:p xmlns:a="http://schemas.openxmlformats.org/drawingml/2006/main">
            <a:r>
              <a:t/>
            </a:r>
          </a:p>
          <a:p xmlns:a="http://schemas.openxmlformats.org/drawingml/2006/main">
            <a:r>
              <a:t>Fallback: 공식 정적 경로 `production/ACT_0.pptx` S02 또는 `production/preview/act0/S02.png`의 두 C++ 표현·원소 비교·연결된 세 노드를 설명한다. 이번 수정본과 PNG의 일치 여부는 제작 단계에서 확인한다. 실제 ChatGPT 대화나 즉석 제품 화면으로 대체하지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S03 — 질문이 커지면 Context를 모으는 일이 생긴다</a:t>
            </a:r>
          </a:p>
          <a:p xmlns:a="http://schemas.openxmlformats.org/drawingml/2006/main">
            <a:r>
              <a:t/>
            </a:r>
          </a:p>
          <a:p xmlns:a="http://schemas.openxmlformats.org/drawingml/2006/main">
            <a:r>
              <a:t>Slide ID: S03</a:t>
            </a:r>
          </a:p>
          <a:p xmlns:a="http://schemas.openxmlformats.org/drawingml/2006/main">
            <a:r>
              <a:t/>
            </a:r>
          </a:p>
          <a:p xmlns:a="http://schemas.openxmlformats.org/drawingml/2006/main">
            <a:r>
              <a:t>Working Title: 질문이 커지면 Context를 모으는 일이 생긴다</a:t>
            </a:r>
          </a:p>
          <a:p xmlns:a="http://schemas.openxmlformats.org/drawingml/2006/main">
            <a:r>
              <a:t/>
            </a:r>
          </a:p>
          <a:p xmlns:a="http://schemas.openxmlformats.org/drawingml/2006/main">
            <a:r>
              <a:t>ACT / Section: ACT 0 / 0C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Repository 수준 질문에서는 사람이 관련 구현, 호출 경로, 테스트 결과와 명세서 등 필요한 정보를 찾아 대화에 옮기는 일이 생길 수 있다.</a:t>
            </a:r>
          </a:p>
          <a:p xmlns:a="http://schemas.openxmlformats.org/drawingml/2006/main">
            <a:r>
              <a:t/>
            </a:r>
          </a:p>
          <a:p xmlns:a="http://schemas.openxmlformats.org/drawingml/2006/main">
            <a:r>
              <a:t>Opening Question: “디버깅할 때 우리는 어떤 정보를 살펴보고 있었을까?” 익숙한 Visual Studio 사용 상황을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(0:00–0:30):** 결과가 기대와 다를 때 여러 파일과 정보를 살펴보는 익숙한 상황으로 질문의 범위를 넓힌다. 실제 장애나 Trial 실패를 재현하는 화면이 아니다.</a:t>
            </a:r>
          </a:p>
          <a:p xmlns:a="http://schemas.openxmlformats.org/drawingml/2006/main">
            <a:r>
              <a:t>2. **SHOW IN PARALLEL (0:30–2:30):** 2×3 병렬 도식의 “테스트 탐색기 / 호출 스택 / 소스·참조 / 지역 변수·조사식 / 출력·로그 / 명세서”를 각각 약 20초씩 가리킨다. 실패 조건·기대값/실제값, 여기까지 온 함수, 구현/호출부, 멈춘 시점의 값, 빌드/실행 메시지, 원래 기대한 동작과 조건이라는 서로 다른 정보를 짚는다. 명세서는 외부 문서도 포함하며 IDE 내부 창이라고 설명하지 않는다. 여섯 영역은 실제 조사 순서나 모든 업무의 필수 체크리스트가 아니다.</a:t>
            </a:r>
          </a:p>
          <a:p xmlns:a="http://schemas.openxmlformats.org/drawingml/2006/main">
            <a:r>
              <a:t>3. **INTERPRET (2:30–3:30):** “이 정보 하나하나가 Context다”라는 핵심 메시지를 묶는다. 사람이 질문에 필요한 정보와 파일을 골라 대화로 옮기는 일이 생길 수 있음을 설명한다. Agent가 이를 대신한다는 해결책은 아직 공개하지 않는다.</a:t>
            </a:r>
          </a:p>
          <a:p xmlns:a="http://schemas.openxmlformats.org/drawingml/2006/main">
            <a:r>
              <a:t>4. **TRANSITION (3:30–4:00):** “파일명을 알려주지 않아도 Agent가 필요한 경로를 찾을까?”라는 S04의 관찰 질문으로 이동한다.</a:t>
            </a:r>
          </a:p>
          <a:p xmlns:a="http://schemas.openxmlformats.org/drawingml/2006/main">
            <a:r>
              <a:t/>
            </a:r>
          </a:p>
          <a:p xmlns:a="http://schemas.openxmlformats.org/drawingml/2006/main">
            <a:r>
              <a:t>Evidence / Source: BEAT-002, CLM-0004, CLM-0009. TEACHING_MODEL / CONCEPTUAL. Visual Studio 사용자가 디버깅 때 참고하는 정보 범주를 병렬로 재구성한 교육용 native 도식이다. 실제 IDE screenshot·특정 제품 버전의 UI·특정 Trial의 파일 접근 또는 실행 기록이 아니다. 종이 문서를 든 인물 삽화는 이 수정본에서 사용하지 않는다.</a:t>
            </a:r>
          </a:p>
          <a:p xmlns:a="http://schemas.openxmlformats.org/drawingml/2006/main">
            <a:r>
              <a:t/>
            </a:r>
          </a:p>
          <a:p xmlns:a="http://schemas.openxmlformats.org/drawingml/2006/main">
            <a:r>
              <a:t>Claim Boundary: ACT 0의 문제 모델이다. 특정 Trial의 실제 실패·관찰 순서·모든 Repository 업무에서 반복되는 비용으로 주장하지 않는다. 여섯 정보 범주가 모두 동시에 필요하다고 일반화하지 않는다. 명세서는 기대 동작을 확인하는 문서라는 뜻이며 실제 회사 문서나 제품 UI를 재현하지 않는다.</a:t>
            </a:r>
          </a:p>
          <a:p xmlns:a="http://schemas.openxmlformats.org/drawingml/2006/main">
            <a:r>
              <a:t/>
            </a:r>
          </a:p>
          <a:p xmlns:a="http://schemas.openxmlformats.org/drawingml/2006/main">
            <a:r>
              <a:t>Beginner Explanation: 디버깅하면서 이미 보던 테스트 결과·코드·변수 값·명세서가 질문에 필요한 Context가 될 수 있다. 필요한 정보를 골라 묶는다는 점을 알아차리면 충분하다.</a:t>
            </a:r>
          </a:p>
          <a:p xmlns:a="http://schemas.openxmlformats.org/drawingml/2006/main">
            <a:r>
              <a:t/>
            </a:r>
          </a:p>
          <a:p xmlns:a="http://schemas.openxmlformats.org/drawingml/2006/main">
            <a:r>
              <a:t>Advanced Insight: 코드 외에도 런타임 상태, 기대 동작과 입력 조건을 Context로 모으는 일이 별도 부담이 될 수 있다. 병렬 정보 범주는 실제 호출 순서·고정된 조사 절차와 구분한다.</a:t>
            </a:r>
          </a:p>
          <a:p xmlns:a="http://schemas.openxmlformats.org/drawingml/2006/main">
            <a:r>
              <a:t/>
            </a:r>
          </a:p>
          <a:p xmlns:a="http://schemas.openxmlformats.org/drawingml/2006/main">
            <a:r>
              <a:t>C++ Vision Bridge: C++/Visual Studio 사용자에게 익숙한 디버깅 정보 범주를 활용한다. 특정 메뉴·버전·빌드·하드웨어 조작 절차나 실제 C++ 실행을 입증하는 예시는 아니다.</a:t>
            </a:r>
          </a:p>
          <a:p xmlns:a="http://schemas.openxmlformats.org/drawingml/2006/main">
            <a:r>
              <a:t/>
            </a:r>
          </a:p>
          <a:p xmlns:a="http://schemas.openxmlformats.org/drawingml/2006/main">
            <a:r>
              <a:t>Demo Operation: N/A — 다음 장에서 관찰 기준을 제시한다.</a:t>
            </a:r>
          </a:p>
          <a:p xmlns:a="http://schemas.openxmlformats.org/drawingml/2006/main">
            <a:r>
              <a:t/>
            </a:r>
          </a:p>
          <a:p xmlns:a="http://schemas.openxmlformats.org/drawingml/2006/main">
            <a:r>
              <a:t>Audience Interaction: 수사 질문이다. 응답이나 직접 파일 탐색을 요구하지 않는다.</a:t>
            </a:r>
          </a:p>
          <a:p xmlns:a="http://schemas.openxmlformats.org/drawingml/2006/main">
            <a:r>
              <a:t/>
            </a:r>
          </a:p>
          <a:p xmlns:a="http://schemas.openxmlformats.org/drawingml/2006/main">
            <a:r>
              <a:t>Transition: “파일명을 알려주지 않아도 Agent가 필요한 경로를 찾을까?”라고 질문하며 S04의 관찰 기준으로 넘어간다.</a:t>
            </a:r>
          </a:p>
          <a:p xmlns:a="http://schemas.openxmlformats.org/drawingml/2006/main">
            <a:r>
              <a:t/>
            </a:r>
          </a:p>
          <a:p xmlns:a="http://schemas.openxmlformats.org/drawingml/2006/main">
            <a:r>
              <a:t>Time Management: Case 4분 유지. 문제 질문 30초, 병렬 정보 여섯 범주 2분, Context로 묶는 의미 1분, S04 연결 30초로 운영한다. 각 범주의 도구 사용법을 강의하거나 Agent 해결책을 미리 공개하지 않는다.</a:t>
            </a:r>
          </a:p>
          <a:p xmlns:a="http://schemas.openxmlformats.org/drawingml/2006/main">
            <a:r>
              <a:t/>
            </a:r>
          </a:p>
          <a:p xmlns:a="http://schemas.openxmlformats.org/drawingml/2006/main">
            <a:r>
              <a:t>Fallback: `production/preview/full/S03.png` 또는 `production/preview/act0/S03.png`의 병렬 도식을 사용한다. 이번 수정본과 PNG의 일치 여부는 제작 단계에서 확인한다. 화면이 보이지 않으면 여섯 정보 범주가 각각 Context가 된다는 관계를 말로 묶는다. 특정 Trial의 실제 화면이나 실패로 표현하지 않는다.</a:t>
            </a:r>
          </a:p>
          <a:p xmlns:a="http://schemas.openxmlformats.org/drawingml/2006/main">
            <a:r>
              <a:t/>
            </a:r>
          </a:p>
          <a:p xmlns:a="http://schemas.openxmlformats.org/drawingml/2006/main">
            <a:r>
              <a:t>Validation Status: 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S04 — 파일명을 주지 않으면 Agent는 어디부터 볼까?</a:t>
            </a:r>
          </a:p>
          <a:p xmlns:a="http://schemas.openxmlformats.org/drawingml/2006/main">
            <a:r>
              <a:t/>
            </a:r>
          </a:p>
          <a:p xmlns:a="http://schemas.openxmlformats.org/drawingml/2006/main">
            <a:r>
              <a:t>**Slide ID:**</a:t>
            </a:r>
          </a:p>
          <a:p xmlns:a="http://schemas.openxmlformats.org/drawingml/2006/main">
            <a:r>
              <a:t>S04</a:t>
            </a:r>
          </a:p>
          <a:p xmlns:a="http://schemas.openxmlformats.org/drawingml/2006/main">
            <a:r>
              <a:t/>
            </a:r>
          </a:p>
          <a:p xmlns:a="http://schemas.openxmlformats.org/drawingml/2006/main">
            <a:r>
              <a:t>**Working Title:**</a:t>
            </a:r>
          </a:p>
          <a:p xmlns:a="http://schemas.openxmlformats.org/drawingml/2006/main">
            <a:r>
              <a:t>파일명을 주지 않으면 Agent는 어디부터 볼까?</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Demo에서는 파일을 직접 지정하지 않았을 때의 Search → Read → Trace를 관찰한다.</a:t>
            </a:r>
          </a:p>
          <a:p xmlns:a="http://schemas.openxmlformats.org/drawingml/2006/main">
            <a:r>
              <a:t/>
            </a:r>
          </a:p>
          <a:p xmlns:a="http://schemas.openxmlformats.org/drawingml/2006/main">
            <a:r>
              <a:t>**Opening Question:**</a:t>
            </a:r>
          </a:p>
          <a:p xmlns:a="http://schemas.openxmlformats.org/drawingml/2006/main">
            <a:r>
              <a:t>“Agent가 Test, 구현, 호출 경로를 어떻게 찾는가?”</a:t>
            </a:r>
          </a:p>
          <a:p xmlns:a="http://schemas.openxmlformats.org/drawingml/2006/main">
            <a:r>
              <a:t/>
            </a:r>
          </a:p>
          <a:p xmlns:a="http://schemas.openxmlformats.org/drawingml/2006/main">
            <a:r>
              <a:t>**Speaker Flow:**</a:t>
            </a:r>
          </a:p>
          <a:p xmlns:a="http://schemas.openxmlformats.org/drawingml/2006/main">
            <a:r>
              <a:t>1. **READ THE REQUEST (0:00–0:30):** 좌측 입력창 형태로 재구성한 TRIAL-001 요청 원문을 가리킨다. 파일명을 지정하지 않았고 아직 코드를 수정하지 말라고 했다는 점을 짚는다. 입력창은 실제 현재 제품 screenshot이 아니다.</a:t>
            </a:r>
          </a:p>
          <a:p xmlns:a="http://schemas.openxmlformats.org/drawingml/2006/main">
            <a:r>
              <a:t>2. **SEPARATE THE ILLUSTRATION (0:30–1:00):** 우측은 C++ 청중이 익숙한 GoogleTest 형식으로 구성한 가상 UI이며, 여섯 항목 중 다섯 통과·하나 실패는 설명용 설정임을 알린다. TRIAL-001의 실제 runner는 Python `unittest`였고 이 가상 화면과 같은 실행 결과가 아니다. 가상 실패 행에서 실제 원인이나 코드 위치를 설명하지 않는다.</a:t>
            </a:r>
          </a:p>
          <a:p xmlns:a="http://schemas.openxmlformats.org/drawingml/2006/main">
            <a:r>
              <a:t>3. **SET WATCH FOR (1:00–1:45):** 실패 테스트, 관련 구현, 제품 호출 경로의 세 관찰 대상을 차례로 가리킨다. 실제로 발견된 파일명·원인·수정안은 S05–S06에 남긴다. 좌우 패널을 “이 Prompt를 실행해 이 결과가 나왔다”는 인과 화살표로 설명하지 않는다.</a:t>
            </a:r>
          </a:p>
          <a:p xmlns:a="http://schemas.openxmlformats.org/drawingml/2006/main">
            <a:r>
              <a:t>4. **SCOPE (1:45–2:00):** Codex CLI 0.154.0의 과거 읽기 전용 기록을 볼 것이라고 한 문장으로 제한하고 S05–S06로 넘긴다.</a:t>
            </a:r>
          </a:p>
          <a:p xmlns:a="http://schemas.openxmlformats.org/drawingml/2006/main">
            <a:r>
              <a:t/>
            </a:r>
          </a:p>
          <a:p xmlns:a="http://schemas.openxmlformats.org/drawingml/2006/main">
            <a:r>
              <a:t>**Evidence / Source:**</a:t>
            </a:r>
          </a:p>
          <a:p xmlns:a="http://schemas.openxmlformats.org/drawingml/2006/main">
            <a:r>
              <a:t>DEMO-01, STATE-00, TRIAL-001, BEAT-003, OQ-003, OQ-005. `plan/DEMO_MATRIX.md` TRIAL-001의 요청 원문을 일반 입력창 형태로 재구성한다. 우측 GoogleTest 가상 UI(5개 통과·1개 실패)는 별도의 교육용 그림이며 실제 제품·실행·Trial 캡처가 아니다. 자산: `assets/slide-illustrations/S04-google-test-mock.png`; 생성 프롬프트: `assets/slide-illustrations/S04_PROMPT.md`. Read / Resize / Crop / Normalize / Statistics / Write의 여섯 항목과 Crop 실패는 가상 설정이다. TRIAL-001의 실제 Python `unittest` 전체 실행은 7개 통과·crop 실패 1건·읽기 전용 임시 디렉터리 환경 오류 3건이었다. 이 장은 setup이며 실제 발견 파일·원인·조사 결과는 S05–S06에서 연다.</a:t>
            </a:r>
          </a:p>
          <a:p xmlns:a="http://schemas.openxmlformats.org/drawingml/2006/main">
            <a:r>
              <a:t/>
            </a:r>
          </a:p>
          <a:p xmlns:a="http://schemas.openxmlformats.org/drawingml/2006/main">
            <a:r>
              <a:t>**Claim Boundary:**</a:t>
            </a:r>
          </a:p>
          <a:p xmlns:a="http://schemas.openxmlformats.org/drawingml/2006/main">
            <a:r>
              <a:t>기록된 Trial은 격리된 비대화형 Codex CLI 0.154.0, macOS, `--sandbox read-only`, `--ignore-user-config` 조건에서 수행됐다. Codex Desktop·교육 계정·현재 제품 동작을 입증하지 않는다. 좌측 입력창은 실제 요청 원문의 재구성이고 우측 GoogleTest는 가상 UI다. 이 그림의 5 PASS/1 FAIL을 TRIAL-001의 실제 결과로 말하지 않으며, 실제 unittest의 환경 오류를 숨기거나 제품 결함으로 바꾸지 않는다. 실제 screenshot·새 Trial·C++ 실행은 없다.</a:t>
            </a:r>
          </a:p>
          <a:p xmlns:a="http://schemas.openxmlformats.org/drawingml/2006/main">
            <a:r>
              <a:t/>
            </a:r>
          </a:p>
          <a:p xmlns:a="http://schemas.openxmlformats.org/drawingml/2006/main">
            <a:r>
              <a:t>**Beginner Explanation:**</a:t>
            </a:r>
          </a:p>
          <a:p xmlns:a="http://schemas.openxmlformats.org/drawingml/2006/main">
            <a:r>
              <a:t>익숙한 테스트 목록에서 실패 하나를 보는 문제 상황을 떠올리고, 실제 기록에서는 Agent가 무엇을 찾아냈는지 다음 장에서 확인한다. 그림의 가상 목록과 실제 Trial 근거를 구분한다.</a:t>
            </a:r>
          </a:p>
          <a:p xmlns:a="http://schemas.openxmlformats.org/drawingml/2006/main">
            <a:r>
              <a:t/>
            </a:r>
          </a:p>
          <a:p xmlns:a="http://schemas.openxmlformats.org/drawingml/2006/main">
            <a:r>
              <a:t>**Advanced Insight:**</a:t>
            </a:r>
          </a:p>
          <a:p xmlns:a="http://schemas.openxmlformats.org/drawingml/2006/main">
            <a:r>
              <a:t>답변뿐 아니라 파일 발견과 호출 경로 추적을 관찰 대상으로 둔다.</a:t>
            </a:r>
          </a:p>
          <a:p xmlns:a="http://schemas.openxmlformats.org/drawingml/2006/main">
            <a:r>
              <a:t/>
            </a:r>
          </a:p>
          <a:p xmlns:a="http://schemas.openxmlformats.org/drawingml/2006/main">
            <a:r>
              <a:t>**C++ Vision Bridge:**</a:t>
            </a:r>
          </a:p>
          <a:p xmlns:a="http://schemas.openxmlformats.org/drawingml/2006/main">
            <a:r>
              <a:t>GoogleTest 형식을 C++ 청중을 위한 가상 설명 그림에만 사용한다. 실제 Demo repository는 Python unittest이며 C++ 제품 State·실행·측정으로 전환하지 않는다.</a:t>
            </a:r>
          </a:p>
          <a:p xmlns:a="http://schemas.openxmlformats.org/drawingml/2006/main">
            <a:r>
              <a:t/>
            </a:r>
          </a:p>
          <a:p xmlns:a="http://schemas.openxmlformats.org/drawingml/2006/main">
            <a:r>
              <a:t>**Demo Operation:**</a:t>
            </a:r>
          </a:p>
          <a:p xmlns:a="http://schemas.openxmlformats.org/drawingml/2006/main">
            <a:r>
              <a:t>DEMO-01 / WATCH. 기본 경로는 `production/ACT_0.pptx` S04–S07–S08의 정적 발표다. S04에서는 좌측 실제 요청의 재구성, 우측 가상 GoogleTest UI의 경계, 세 관찰 대상을 설명하고 S05–S06로 이동한다. 정적 PNG는 PPT 렌더이며 CLI·현재 Desktop·실제 GoogleTest 캡처가 아니다. 현재 Desktop·교육 계정·Live/HYBRID는 미검증이므로 활성화하지 않는다. 향후 대상 계정·surface, 읽기 전용 조건, runbook, 기대 관찰과 복귀 cue를 발표 환경에서 확인한 뒤에만 검토한다. 기존 관찰 근거8분은 S05/S06에4분씩 나뉘며 S07/S08은 별도 Case다.</a:t>
            </a:r>
          </a:p>
          <a:p xmlns:a="http://schemas.openxmlformats.org/drawingml/2006/main">
            <a:r>
              <a:t/>
            </a:r>
          </a:p>
          <a:p xmlns:a="http://schemas.openxmlformats.org/drawingml/2006/main">
            <a:r>
              <a:t>**Audience Interaction:**</a:t>
            </a:r>
          </a:p>
          <a:p xmlns:a="http://schemas.openxmlformats.org/drawingml/2006/main">
            <a:r>
              <a:t>응답을 요구하지 않는다. 세 관찰 항목을 청중이 마음속으로 따라오게 한다.</a:t>
            </a:r>
          </a:p>
          <a:p xmlns:a="http://schemas.openxmlformats.org/drawingml/2006/main">
            <a:r>
              <a:t/>
            </a:r>
          </a:p>
          <a:p xmlns:a="http://schemas.openxmlformats.org/drawingml/2006/main">
            <a:r>
              <a:t>**Transition:**</a:t>
            </a:r>
          </a:p>
          <a:p xmlns:a="http://schemas.openxmlformats.org/drawingml/2006/main">
            <a:r>
              <a:t>“먼저 Crop 결과를 보고, 이어서 그 원인을 설명한 근거를 확인하겠습니다.”</a:t>
            </a:r>
          </a:p>
          <a:p xmlns:a="http://schemas.openxmlformats.org/drawingml/2006/main">
            <a:r>
              <a:t/>
            </a:r>
          </a:p>
          <a:p xmlns:a="http://schemas.openxmlformats.org/drawingml/2006/main">
            <a:r>
              <a:t>**Time Management:**</a:t>
            </a:r>
          </a:p>
          <a:p xmlns:a="http://schemas.openxmlformats.org/drawingml/2006/main">
            <a:r>
              <a:t>Lecture 2분 유지. 요청 30초, 실제/가상 화면 구분 30초, 세 Watch For 45초, 과거 CLI 범위와 S05–S06 전환 15초로 운영한다. 테스트 framework 설명이나 실제 실패 원인 공개를 이 장에 추가하지 않는다.</a:t>
            </a:r>
          </a:p>
          <a:p xmlns:a="http://schemas.openxmlformats.org/drawingml/2006/main">
            <a:r>
              <a:t/>
            </a:r>
          </a:p>
          <a:p xmlns:a="http://schemas.openxmlformats.org/drawingml/2006/main">
            <a:r>
              <a:t>**Fallback:**</a:t>
            </a:r>
          </a:p>
          <a:p xmlns:a="http://schemas.openxmlformats.org/drawingml/2006/main">
            <a:r>
              <a:t>정적 기본 경로 — `production/ACT_0.pptx` S04 또는 `production/preview/act0/S04.png`. 이번 수정본과 PNG의 일치 여부는 제작 단계에서 확인한다. 화면 사용이 불가능하면 실제 요청의 조건과 세 관찰 항목을 말로 제시하고 S05–S06 기록 설명으로 이동한다. 가상 GoogleTest 설정을 실제 Trial 결과로 대신 말하거나 Live CLI/Desktop을 즉석에서 열지 않는다. Windows·발표 PC·교육장 표시는 UNVERIFIED.</a:t>
            </a:r>
          </a:p>
          <a:p xmlns:a="http://schemas.openxmlformats.org/drawingml/2006/main">
            <a:r>
              <a:t/>
            </a:r>
          </a:p>
          <a:p xmlns:a="http://schemas.openxmlformats.org/drawingml/2006/main">
            <a:r>
              <a:t>**Validation Status:**</a:t>
            </a:r>
          </a:p>
          <a:p xmlns:a="http://schemas.openxmlformats.org/drawingml/2006/main">
            <a:r>
              <a:t>ALIGNED — DEC-0034에 따라 원문·Claim 경계와 제작용 화면/운영 지침을 정렬했다. 이번 수정본의 PPT 내장 Notes·최종 PNG 대조와 실제 렌더링 검토 결과는 `production/evaluation/ACT_0_OPENING_REVISION.md`에서 별도로 기록한다. 문서 정렬은 새 제작본의 렌더링 PASS나 실환경 검증을 뜻하지 않는다. Windows PowerPoint·실제 발표 PC 글꼴·교육장 투사·제품/계정·실측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S05 — Crop은 기대한 폭보다 한 열을 더 포함했다</a:t>
            </a:r>
          </a:p>
          <a:p xmlns:a="http://schemas.openxmlformats.org/drawingml/2006/main">
            <a:r>
              <a:t/>
            </a:r>
          </a:p>
          <a:p xmlns:a="http://schemas.openxmlformats.org/drawingml/2006/main">
            <a:r>
              <a:t>**Slide ID:**</a:t>
            </a:r>
          </a:p>
          <a:p xmlns:a="http://schemas.openxmlformats.org/drawingml/2006/main">
            <a:r>
              <a:t>S05</a:t>
            </a:r>
          </a:p>
          <a:p xmlns:a="http://schemas.openxmlformats.org/drawingml/2006/main">
            <a:r>
              <a:t/>
            </a:r>
          </a:p>
          <a:p xmlns:a="http://schemas.openxmlformats.org/drawingml/2006/main">
            <a:r>
              <a:t>**Working Title:**</a:t>
            </a:r>
          </a:p>
          <a:p xmlns:a="http://schemas.openxmlformats.org/drawingml/2006/main">
            <a:r>
              <a:t>Crop은 기대한 폭보다 한 열을 더 포함했다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crop(image,1,3)의 끝 좌표 제외 명세는 원본 열1·2, 값2·3과 폭2를 기대한다. 기존 구현은 값4까지 포함해 폭3이 됐다.</a:t>
            </a:r>
          </a:p>
          <a:p xmlns:a="http://schemas.openxmlformats.org/drawingml/2006/main">
            <a:r>
              <a:t/>
            </a:r>
          </a:p>
          <a:p xmlns:a="http://schemas.openxmlformats.org/drawingml/2006/main">
            <a:r>
              <a:t>**Opening Question:**</a:t>
            </a:r>
          </a:p>
          <a:p xmlns:a="http://schemas.openxmlformats.org/drawingml/2006/main">
            <a:r>
              <a:t>“끝 좌표3을 제외해야 한다면 어떤 값이 남아야 하나요?”</a:t>
            </a:r>
          </a:p>
          <a:p xmlns:a="http://schemas.openxmlformats.org/drawingml/2006/main">
            <a:r>
              <a:t/>
            </a:r>
          </a:p>
          <a:p xmlns:a="http://schemas.openxmlformats.org/drawingml/2006/main">
            <a:r>
              <a:t>**Speaker Flow:**</a:t>
            </a:r>
          </a:p>
          <a:p xmlns:a="http://schemas.openxmlformats.org/drawingml/2006/main">
            <a:r>
              <a:t>1. (0:00–0:30 / Demo) S04에서 관찰할 질문을 이어 받고, 이번에는 먼저 발견한 결과만 본다고 안내한다. 기존 두 Vector 초기화와 공통인 질문은 의도한 개수/범위와 실제 결과의 대조다. C++ 메모리 할당 사건으로 바꾸지 않는다.</a:t>
            </a:r>
          </a:p>
          <a:p xmlns:a="http://schemas.openxmlformats.org/drawingml/2006/main">
            <a:r>
              <a:t>2. (0:30–2:00 / Demo) 원본 ((1,2,3,4),(5,6,7,8)) 중 첫 행만 발췌했음을 밝힌다. 열index1·2의 값2·3과 폭2가 끝 좌표 제외 명세의 기대다. 구현은 값4까지 포함해 폭3이다. 색은 선택 범위를 나타내며 숫자는 픽셀 값이다.</a:t>
            </a:r>
          </a:p>
          <a:p xmlns:a="http://schemas.openxmlformats.org/drawingml/2006/main">
            <a:r>
              <a:t>3. (2:00–3:30 / Demo) 기대2·3과 구현2·3·4에서 추가된4만 가리킨다. 구현의 끝 좌표 포함이 현상이라는 결론만 회수하고 상세 Test·호출 경로는 다음 장으로 남긴다.</a:t>
            </a:r>
          </a:p>
          <a:p xmlns:a="http://schemas.openxmlformats.org/drawingml/2006/main">
            <a:r>
              <a:t>4. (3:30–4:00 / Demo) 새 실행이나 수정이 아닌 TRIAL-001·STATE-00의 재구성이라고 닫고 이 설명을 뒷받침한 자료를 S06에서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TRIAL-001·STATE-00의 Python Crop 한 건. 첫 행 발췌 재구성이며 코드 수정·C++ 할당/오버런·현재 Desktop 검증이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끝 좌표를 하나 더 포함하면 기대한 폭과 값이 달라지는 현상을 본다.</a:t>
            </a:r>
          </a:p>
          <a:p xmlns:a="http://schemas.openxmlformats.org/drawingml/2006/main">
            <a:r>
              <a:t/>
            </a:r>
          </a:p>
          <a:p xmlns:a="http://schemas.openxmlformats.org/drawingml/2006/main">
            <a:r>
              <a:t>**Advanced Insight:**</a:t>
            </a:r>
          </a:p>
          <a:p xmlns:a="http://schemas.openxmlformats.org/drawingml/2006/main">
            <a:r>
              <a:t>의도한 범위와 실제 결과를 명세에 대조하고 메모리 할당·capacity 문제로 일반화하지 않는다.</a:t>
            </a:r>
          </a:p>
          <a:p xmlns:a="http://schemas.openxmlformats.org/drawingml/2006/main">
            <a:r>
              <a:t/>
            </a:r>
          </a:p>
          <a:p xmlns:a="http://schemas.openxmlformats.org/drawingml/2006/main">
            <a:r>
              <a:t>**C++ Vision Bridge:**</a:t>
            </a:r>
          </a:p>
          <a:p xmlns:a="http://schemas.openxmlformats.org/drawingml/2006/main">
            <a:r>
              <a:t>S02의 원소 수 확인 질문만 회수한다. 실제 사례는 Python Crop이며 C++ 실행·할당 오류가 아니다.</a:t>
            </a:r>
          </a:p>
          <a:p xmlns:a="http://schemas.openxmlformats.org/drawingml/2006/main">
            <a:r>
              <a:t/>
            </a:r>
          </a:p>
          <a:p xmlns:a="http://schemas.openxmlformats.org/drawingml/2006/main">
            <a:r>
              <a:t>**Demo Operation:**</a:t>
            </a:r>
          </a:p>
          <a:p xmlns:a="http://schemas.openxmlformats.org/drawingml/2006/main">
            <a:r>
              <a:t>첫 행 입력1·2·3·4와 열index0–3, 기대2·3/폭2와 구현2·3·4/폭3을 크게 대비한다. 원본 두 행 중 첫 행만 발췌한 도식임을 표시한다. 정적 경로 production/ACT_0.pptx의 S05 / production/preview/act0/S05.png.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차이를 무엇을 근거로 설명했는지, 테스트·명세·구현을 함께 보겠습니다.”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production/preview/full/S05.png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S06 — 테스트·명세·구현을 연결해 원인을 설명했다</a:t>
            </a:r>
          </a:p>
          <a:p xmlns:a="http://schemas.openxmlformats.org/drawingml/2006/main">
            <a:r>
              <a:t/>
            </a:r>
          </a:p>
          <a:p xmlns:a="http://schemas.openxmlformats.org/drawingml/2006/main">
            <a:r>
              <a:t>**Slide ID:**</a:t>
            </a:r>
          </a:p>
          <a:p xmlns:a="http://schemas.openxmlformats.org/drawingml/2006/main">
            <a:r>
              <a:t>S06</a:t>
            </a:r>
          </a:p>
          <a:p xmlns:a="http://schemas.openxmlformats.org/drawingml/2006/main">
            <a:r>
              <a:t/>
            </a:r>
          </a:p>
          <a:p xmlns:a="http://schemas.openxmlformats.org/drawingml/2006/main">
            <a:r>
              <a:t>**Working Title:**</a:t>
            </a:r>
          </a:p>
          <a:p xmlns:a="http://schemas.openxmlformats.org/drawingml/2006/main">
            <a:r>
              <a:t>테스트·명세·구현을 연결해 원인을 설명했다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Demo 4분 (CAPTURED / RECONSTRUCTED)</a:t>
            </a:r>
          </a:p>
          <a:p xmlns:a="http://schemas.openxmlformats.org/drawingml/2006/main">
            <a:r>
              <a:t/>
            </a:r>
          </a:p>
          <a:p xmlns:a="http://schemas.openxmlformats.org/drawingml/2006/main">
            <a:r>
              <a:t>**Primary Message:**</a:t>
            </a:r>
          </a:p>
          <a:p xmlns:a="http://schemas.openxmlformats.org/drawingml/2006/main">
            <a:r>
              <a:t>실패 테스트와 끝 좌표 제외 명세, 끝 좌표까지 포함한 row[x_start : x_end + 1] 구현을 대조해 실패를 설명했다. 관련 코드는 cli.main→pipeline.process_image→transform.crop 호출 관계로 연결됐다.</a:t>
            </a:r>
          </a:p>
          <a:p xmlns:a="http://schemas.openxmlformats.org/drawingml/2006/main">
            <a:r>
              <a:t/>
            </a:r>
          </a:p>
          <a:p xmlns:a="http://schemas.openxmlformats.org/drawingml/2006/main">
            <a:r>
              <a:t>**Opening Question:**</a:t>
            </a:r>
          </a:p>
          <a:p xmlns:a="http://schemas.openxmlformats.org/drawingml/2006/main">
            <a:r>
              <a:t>“어떤 자료를 연결했기에 Crop 실패 원인을 설명할 수 있었나요?”</a:t>
            </a:r>
          </a:p>
          <a:p xmlns:a="http://schemas.openxmlformats.org/drawingml/2006/main">
            <a:r>
              <a:t/>
            </a:r>
          </a:p>
          <a:p xmlns:a="http://schemas.openxmlformats.org/drawingml/2006/main">
            <a:r>
              <a:t>**Speaker Flow:**</a:t>
            </a:r>
          </a:p>
          <a:p xmlns:a="http://schemas.openxmlformats.org/drawingml/2006/main">
            <a:r>
              <a:t>1. (0:00–0:30 / Demo) S05의 폭 차이를 설명한 근거를 확인하는 장임을 밝힌다. 세 열의 화살표는 설명을 위한 관계이며 실제 파일 접근 시간순이 아니다.</a:t>
            </a:r>
          </a:p>
          <a:p xmlns:a="http://schemas.openxmlformats.org/drawingml/2006/main">
            <a:r>
              <a:t>2. (0:30–2:30 / Demo) 실패 테스트 test_crop_excludes_end_coordinate, 끝 좌표 제외 명세[x_start,x_end), row[x_start : x_end + 1]을 차례로 비교한다. 기대 범위와 구현 범위가 다른 점이 실패를 설명한다. 소스에 없던 함수나 수정 후 코드는 추가하지 않는다.</a:t>
            </a:r>
          </a:p>
          <a:p xmlns:a="http://schemas.openxmlformats.org/drawingml/2006/main">
            <a:r>
              <a:t>3. (2:30–3:30 / Demo) 관련 구현은 cli.main→pipeline.process_image→transform.crop 호출 관계에 있었다. 이는 Product 코드의 호출 관계이며 Agent의 실제 접근 순서가 아니다. README에도 기존 결함 안내가 있었으므로 아무 힌트 없이 독자 발견했다고 말하지 않는다.</a:t>
            </a:r>
          </a:p>
          <a:p xmlns:a="http://schemas.openxmlformats.org/drawingml/2006/main">
            <a:r>
              <a:t>4. (3:30–4:00 / Demo) 실패·관련 구현·명세·호출 관계를 연결해 설명했으며 코드 수정은 없었다고 닫는다. 같은 전체 테스트의 다른 오류는 원인이 달랐다는 S07로 이동한다.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단일 CLI 조사. 관계도는 Agent의 실제 접근 시간순 로그가 아니며 README의 기존 결함 안내도 있었다. 코드 수정·반복성·현재 Desktop 동작을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답만 듣는 대신 테스트·명세·구현이 어떻게 원인 설명을 뒷받침하는지 본다.</a:t>
            </a:r>
          </a:p>
          <a:p xmlns:a="http://schemas.openxmlformats.org/drawingml/2006/main">
            <a:r>
              <a:t/>
            </a:r>
          </a:p>
          <a:p xmlns:a="http://schemas.openxmlformats.org/drawingml/2006/main">
            <a:r>
              <a:t>**Advanced Insight:**</a:t>
            </a:r>
          </a:p>
          <a:p xmlns:a="http://schemas.openxmlformats.org/drawingml/2006/main">
            <a:r>
              <a:t>코드 호출 관계·근거 연결·Agent 접근 시간순과 독립 발견 주장을 구분한다.</a:t>
            </a:r>
          </a:p>
          <a:p xmlns:a="http://schemas.openxmlformats.org/drawingml/2006/main">
            <a:r>
              <a:t/>
            </a:r>
          </a:p>
          <a:p xmlns:a="http://schemas.openxmlformats.org/drawingml/2006/main">
            <a:r>
              <a:t>**C++ Vision Bridge:**</a:t>
            </a:r>
          </a:p>
          <a:p xmlns:a="http://schemas.openxmlformats.org/drawingml/2006/main">
            <a:r>
              <a:t>N/A. 실제 Python 조사 근거를 C++ Trial로 바꾸지 않는다.</a:t>
            </a:r>
          </a:p>
          <a:p xmlns:a="http://schemas.openxmlformats.org/drawingml/2006/main">
            <a:r>
              <a:t/>
            </a:r>
          </a:p>
          <a:p xmlns:a="http://schemas.openxmlformats.org/drawingml/2006/main">
            <a:r>
              <a:t>**Demo Operation:**</a:t>
            </a:r>
          </a:p>
          <a:p xmlns:a="http://schemas.openxmlformats.org/drawingml/2006/main">
            <a:r>
              <a:t>실패 테스트/명세/구현 세 근거를 가로로 연결하고, 하단에 관련 코드 호출 관계를 별도로 둔다. 본문의 연결은 설명 관계이며 실제 탐색 순서가 아니다. 정적 경로 production/ACT_0.pptx의 S06 / production/preview/act0/S06.png.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“같은 전체 테스트 실행에서 나온 다른 오류는, 이 Crop 결함과 원인이 달랐습니다.”</a:t>
            </a:r>
          </a:p>
          <a:p xmlns:a="http://schemas.openxmlformats.org/drawingml/2006/main">
            <a:r>
              <a:t/>
            </a:r>
          </a:p>
          <a:p xmlns:a="http://schemas.openxmlformats.org/drawingml/2006/main">
            <a:r>
              <a:t>**Time Management:**</a:t>
            </a:r>
          </a:p>
          <a:p xmlns:a="http://schemas.openxmlformats.org/drawingml/2006/main">
            <a:r>
              <a:t>Demo 4분 (CAPTURED / RECONSTRUCTED) = 4분.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production/preview/full/S06.png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S07 — 다른 테스트 오류는 임시 폴더 생성에서 발생했다</a:t>
            </a:r>
          </a:p>
          <a:p xmlns:a="http://schemas.openxmlformats.org/drawingml/2006/main">
            <a:r>
              <a:t/>
            </a:r>
          </a:p>
          <a:p xmlns:a="http://schemas.openxmlformats.org/drawingml/2006/main">
            <a:r>
              <a:t>**Slide ID:**</a:t>
            </a:r>
          </a:p>
          <a:p xmlns:a="http://schemas.openxmlformats.org/drawingml/2006/main">
            <a:r>
              <a:t>S07</a:t>
            </a:r>
          </a:p>
          <a:p xmlns:a="http://schemas.openxmlformats.org/drawingml/2006/main">
            <a:r>
              <a:t/>
            </a:r>
          </a:p>
          <a:p xmlns:a="http://schemas.openxmlformats.org/drawingml/2006/main">
            <a:r>
              <a:t>**Working Title:**</a:t>
            </a:r>
          </a:p>
          <a:p xmlns:a="http://schemas.openxmlformats.org/drawingml/2006/main">
            <a:r>
              <a:t>다른 테스트 오류는 임시 폴더 생성에서 발생했다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Case 3분</a:t>
            </a:r>
          </a:p>
          <a:p xmlns:a="http://schemas.openxmlformats.org/drawingml/2006/main">
            <a:r>
              <a:t/>
            </a:r>
          </a:p>
          <a:p xmlns:a="http://schemas.openxmlformats.org/drawingml/2006/main">
            <a:r>
              <a:t>**Primary Message:**</a:t>
            </a:r>
          </a:p>
          <a:p xmlns:a="http://schemas.openxmlformats.org/drawingml/2006/main">
            <a:r>
              <a:t>TRIAL-001 전체 테스트의 환경 오류3건은 읽기 전용 실행 조건이 임시 디렉터리 생성을 막아 발생했다. Crop 결함과 별개이며 Agent도 그 권한 제한을 해제하지 않았다.</a:t>
            </a:r>
          </a:p>
          <a:p xmlns:a="http://schemas.openxmlformats.org/drawingml/2006/main">
            <a:r>
              <a:t/>
            </a:r>
          </a:p>
          <a:p xmlns:a="http://schemas.openxmlformats.org/drawingml/2006/main">
            <a:r>
              <a:t>**Opening Question:**</a:t>
            </a:r>
          </a:p>
          <a:p xmlns:a="http://schemas.openxmlformats.org/drawingml/2006/main">
            <a:r>
              <a:t>“테스트가 임시 폴더를 만들려는데 쓰기 권한이 없으면 어떻게 될까요?”</a:t>
            </a:r>
          </a:p>
          <a:p xmlns:a="http://schemas.openxmlformats.org/drawingml/2006/main">
            <a:r>
              <a:t/>
            </a:r>
          </a:p>
          <a:p xmlns:a="http://schemas.openxmlformats.org/drawingml/2006/main">
            <a:r>
              <a:t>**Speaker Flow:**</a:t>
            </a:r>
          </a:p>
          <a:p xmlns:a="http://schemas.openxmlformats.org/drawingml/2006/main">
            <a:r>
              <a:t>1. (0:00–0:30 / Case) 같은 전체 테스트 실행 중 나온 환경 오류3건을 별도 사건으로 연다. Crop 실패1건의 추가 증거도 Product 결함3건도 아니라고 화면의 별도 표시로 구분한다.</a:t>
            </a:r>
          </a:p>
          <a:p xmlns:a="http://schemas.openxmlformats.org/drawingml/2006/main">
            <a:r>
              <a:t>2. (0:30–2:00 / Case) 테스트 실행→임시 폴더 생성 요청→생성 불가를 읽는다. TRIAL-001은 읽기 전용 sandbox로 실행됐고 임시 디렉터리를 만들 수 없어 일부 테스트에서 오류가 났다. 실제 로그에 없던 테스트 이름·파일 경로·예외 원문을 만들어 표시하지 않는다. 권한 해제법을 가르치는 장으로 확장하지 않는다.</a:t>
            </a:r>
          </a:p>
          <a:p xmlns:a="http://schemas.openxmlformats.org/drawingml/2006/main">
            <a:r>
              <a:t>3. (2:00–3:00 / Case) Agent는 원인을 구분했지만 권한 제한을 해제하거나 코드를 수정하지 않았다고 닫는다. 전체 기록은7개 통과+Crop 실패1건+환경 오류3건, crop 관련 명령은2개 통과+같은 Crop 실패다. 집계는 이 Notes에서 보존하고 현재 화면은 별도 오류의 인과관계에 집중한다.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FROZEN WITH SCOPE — TRIAL-001 실행 환경 제한의 관찰. Product/Crop 결함이나 성공한 환경 복구, 현재 Desktop 동작의 근거가 아니다.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테스트가 실패하는 이유에는 코드 결함 외 실행 조건도 있음을 이해한다.</a:t>
            </a:r>
          </a:p>
          <a:p xmlns:a="http://schemas.openxmlformats.org/drawingml/2006/main">
            <a:r>
              <a:t/>
            </a:r>
          </a:p>
          <a:p xmlns:a="http://schemas.openxmlformats.org/drawingml/2006/main">
            <a:r>
              <a:t>**Advanced Insight:**</a:t>
            </a:r>
          </a:p>
          <a:p xmlns:a="http://schemas.openxmlformats.org/drawingml/2006/main">
            <a:r>
              <a:t>제품 결함과 실행 제한을 분리하고, 제한 관찰과 권한 변경·해결을 구분한다.</a:t>
            </a:r>
          </a:p>
          <a:p xmlns:a="http://schemas.openxmlformats.org/drawingml/2006/main">
            <a:r>
              <a:t/>
            </a:r>
          </a:p>
          <a:p xmlns:a="http://schemas.openxmlformats.org/drawingml/2006/main">
            <a:r>
              <a:t>**C++ Vision Bridge:**</a:t>
            </a:r>
          </a:p>
          <a:p xmlns:a="http://schemas.openxmlformats.org/drawingml/2006/main">
            <a:r>
              <a:t>N/A. 제조 현장/Windows에서 같은 오류가 관찰된 것으로 바꾸지 않는다.</a:t>
            </a:r>
          </a:p>
          <a:p xmlns:a="http://schemas.openxmlformats.org/drawingml/2006/main">
            <a:r>
              <a:t/>
            </a:r>
          </a:p>
          <a:p xmlns:a="http://schemas.openxmlformats.org/drawingml/2006/main">
            <a:r>
              <a:t>**Demo Operation:**</a:t>
            </a:r>
          </a:p>
          <a:p xmlns:a="http://schemas.openxmlformats.org/drawingml/2006/main">
            <a:r>
              <a:t>테스트 실행→임시 폴더 생성 요청→읽기 전용 권한으로 생성 불가를 한 가로 도식으로 보여준다. Crop 실패와 별개임과 제한 미해결을 화면에서 읽게 한다. 가짜 로그·권한 해제 화면은 만들지 않는다. 정적 경로 production/ACT_0.pptx의 S07 / production/preview/act0/S07.png.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“두 원인을 판단할 때 필요했던 정보들을 한곳에 모아보겠습니다.”</a:t>
            </a:r>
          </a:p>
          <a:p xmlns:a="http://schemas.openxmlformats.org/drawingml/2006/main">
            <a:r>
              <a:t/>
            </a:r>
          </a:p>
          <a:p xmlns:a="http://schemas.openxmlformats.org/drawingml/2006/main">
            <a:r>
              <a:t>**Time Management:**</a:t>
            </a:r>
          </a:p>
          <a:p xmlns:a="http://schemas.openxmlformats.org/drawingml/2006/main">
            <a:r>
              <a:t>Case 3분 = 3분.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production/preview/full/S07.png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S08 — 원인 판단에는 코드와 실행 환경 정보가 필요했다</a:t>
            </a:r>
          </a:p>
          <a:p xmlns:a="http://schemas.openxmlformats.org/drawingml/2006/main">
            <a:r>
              <a:t/>
            </a:r>
          </a:p>
          <a:p xmlns:a="http://schemas.openxmlformats.org/drawingml/2006/main">
            <a:r>
              <a:t>**Slide ID:**</a:t>
            </a:r>
          </a:p>
          <a:p xmlns:a="http://schemas.openxmlformats.org/drawingml/2006/main">
            <a:r>
              <a:t>S08</a:t>
            </a:r>
          </a:p>
          <a:p xmlns:a="http://schemas.openxmlformats.org/drawingml/2006/main">
            <a:r>
              <a:t/>
            </a:r>
          </a:p>
          <a:p xmlns:a="http://schemas.openxmlformats.org/drawingml/2006/main">
            <a:r>
              <a:t>**Working Title:**</a:t>
            </a:r>
          </a:p>
          <a:p xmlns:a="http://schemas.openxmlformats.org/drawingml/2006/main">
            <a:r>
              <a:t>원인 판단에는 코드와 실행 환경 정보가 필요했다</a:t>
            </a:r>
          </a:p>
          <a:p xmlns:a="http://schemas.openxmlformats.org/drawingml/2006/main">
            <a:r>
              <a:t/>
            </a:r>
          </a:p>
          <a:p xmlns:a="http://schemas.openxmlformats.org/drawingml/2006/main">
            <a:r>
              <a:t>**ACT / Section:**</a:t>
            </a:r>
          </a:p>
          <a:p xmlns:a="http://schemas.openxmlformats.org/drawingml/2006/main">
            <a:r>
              <a:t>ACT 0 / 0D</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Case 2분</a:t>
            </a:r>
          </a:p>
          <a:p xmlns:a="http://schemas.openxmlformats.org/drawingml/2006/main">
            <a:r>
              <a:t/>
            </a:r>
          </a:p>
          <a:p xmlns:a="http://schemas.openxmlformats.org/drawingml/2006/main">
            <a:r>
              <a:t>**Primary Message:**</a:t>
            </a:r>
          </a:p>
          <a:p xmlns:a="http://schemas.openxmlformats.org/drawingml/2006/main">
            <a:r>
              <a:t>Repository의 테스트·명세·구현/호출 관계와 실행 환경의 로그·권한 정보를 함께 보아 원인을 구분한다. 이번 원인 판단에 쓰는 정보를 Context로 묶는 교육용 도식이다.</a:t>
            </a:r>
          </a:p>
          <a:p xmlns:a="http://schemas.openxmlformats.org/drawingml/2006/main">
            <a:r>
              <a:t/>
            </a:r>
          </a:p>
          <a:p xmlns:a="http://schemas.openxmlformats.org/drawingml/2006/main">
            <a:r>
              <a:t>**Opening Question:**</a:t>
            </a:r>
          </a:p>
          <a:p xmlns:a="http://schemas.openxmlformats.org/drawingml/2006/main">
            <a:r>
              <a:t>“이번 조사에서는 파일 외에 어떤 정보까지 필요했나요?”</a:t>
            </a:r>
          </a:p>
          <a:p xmlns:a="http://schemas.openxmlformats.org/drawingml/2006/main">
            <a:r>
              <a:t/>
            </a:r>
          </a:p>
          <a:p xmlns:a="http://schemas.openxmlformats.org/drawingml/2006/main">
            <a:r>
              <a:t>**Speaker Flow:**</a:t>
            </a:r>
          </a:p>
          <a:p xmlns:a="http://schemas.openxmlformats.org/drawingml/2006/main">
            <a:r>
              <a:t>1. (0:00–0:25 / Case) 앞의 두 문제에서 실제로 살펴본 자료를 한 장으로 모은다고 안내한다. 환경 오류의 원인은 재설명하지 않는다.</a:t>
            </a:r>
          </a:p>
          <a:p xmlns:a="http://schemas.openxmlformats.org/drawingml/2006/main">
            <a:r>
              <a:t>2. (0:25–1:25 / Case) Repository의 실패 테스트·Crop 명세·구현/호출 관계와 실행 환경의 로그·읽기/쓰기 권한을 구분해 읽는다. 파일과 실행 조건은 서로 다른 출처지만 이번 원인 판단에는 함께 쓰였다. 권한 자체가 Repository 안에 있거나 저장소를 열면 확대되는 그림으로 읽지 않는다.</a:t>
            </a:r>
          </a:p>
          <a:p xmlns:a="http://schemas.openxmlformats.org/drawingml/2006/main">
            <a:r>
              <a:t>3. (1:25–2:00 / Case) 원인을 판단하는 데 쓰는 정보를 이번 장에서 Context로 묶는다. ACT2의 저장 범위·Routing·항상 읽을 정보 설계를 여기서 미리 강의하지 않는다. 이제 같은 자료를 누가 찾고 전달하는지 S09로 넘긴다.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a:t>
            </a:r>
          </a:p>
          <a:p xmlns:a="http://schemas.openxmlformats.org/drawingml/2006/main">
            <a:r>
              <a:t/>
            </a:r>
          </a:p>
          <a:p xmlns:a="http://schemas.openxmlformats.org/drawingml/2006/main">
            <a:r>
              <a:t>**Claim Boundary:**</a:t>
            </a:r>
          </a:p>
          <a:p xmlns:a="http://schemas.openxmlformats.org/drawingml/2006/main">
            <a:r>
              <a:t>TEACHING MODEL — TRIAL-001에서 살펴본 정보를 묶은 해석이며 새 실행·제품 우열이 아니다. Repository 접근은 실행 권한 확장을 뜻하지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Context가 단지 복사한 코드 조각만을 의미하지 않음을 이번 사건으로 이해한다.</a:t>
            </a:r>
          </a:p>
          <a:p xmlns:a="http://schemas.openxmlformats.org/drawingml/2006/main">
            <a:r>
              <a:t/>
            </a:r>
          </a:p>
          <a:p xmlns:a="http://schemas.openxmlformats.org/drawingml/2006/main">
            <a:r>
              <a:t>**Advanced Insight:**</a:t>
            </a:r>
          </a:p>
          <a:p xmlns:a="http://schemas.openxmlformats.org/drawingml/2006/main">
            <a:r>
              <a:t>저장소에 있는 사실과 도구·권한이 제공하는 실행 조건의 출처를 구분한다.</a:t>
            </a:r>
          </a:p>
          <a:p xmlns:a="http://schemas.openxmlformats.org/drawingml/2006/main">
            <a:r>
              <a:t/>
            </a:r>
          </a:p>
          <a:p xmlns:a="http://schemas.openxmlformats.org/drawingml/2006/main">
            <a:r>
              <a:t>**C++ Vision Bridge:**</a:t>
            </a:r>
          </a:p>
          <a:p xmlns:a="http://schemas.openxmlformats.org/drawingml/2006/main">
            <a:r>
              <a:t>N/A. 일반화된 새 C++ 규칙·장비 사례는 추가하지 않는다.</a:t>
            </a:r>
          </a:p>
          <a:p xmlns:a="http://schemas.openxmlformats.org/drawingml/2006/main">
            <a:r>
              <a:t/>
            </a:r>
          </a:p>
          <a:p xmlns:a="http://schemas.openxmlformats.org/drawingml/2006/main">
            <a:r>
              <a:t>**Demo Operation:**</a:t>
            </a:r>
          </a:p>
          <a:p xmlns:a="http://schemas.openxmlformats.org/drawingml/2006/main">
            <a:r>
              <a:t>왼쪽 Repository 자료3개와 오른쪽 실행 환경 자료2개를 구분해 모으고, 원인을 판단하는 데 쓰는 정보=Context라는 한 결론으로 연결한다. 환경 오류 원인을 재강의하거나 ACT2의 Routing 설계를 먼저 설명하지 않는다. 정적 경로 production/ACT_0.pptx의 S08 / production/preview/act0/S08.png. 실제 실행 Screenshot이나 새 Live 결과로 표시하지 않는다. S05/S06만 Demo 각4분이며 S07/S08은 Case, S09/S10은 Lecture다.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“이 자료를 사람이 직접 골라 대화창에 넣는다면, 답을 받기 전에 어떤 일을 해야 할까요?”</a:t>
            </a:r>
          </a:p>
          <a:p xmlns:a="http://schemas.openxmlformats.org/drawingml/2006/main">
            <a:r>
              <a:t/>
            </a:r>
          </a:p>
          <a:p xmlns:a="http://schemas.openxmlformats.org/drawingml/2006/main">
            <a:r>
              <a:t>**Time Management:**</a:t>
            </a:r>
          </a:p>
          <a:p xmlns:a="http://schemas.openxmlformats.org/drawingml/2006/main">
            <a:r>
              <a:t>Case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production/preview/full/S08.png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S09 — Chatbot에 이 자료를 직접 전달한다면?</a:t>
            </a:r>
          </a:p>
          <a:p xmlns:a="http://schemas.openxmlformats.org/drawingml/2006/main">
            <a:r>
              <a:t/>
            </a:r>
          </a:p>
          <a:p xmlns:a="http://schemas.openxmlformats.org/drawingml/2006/main">
            <a:r>
              <a:t>**Slide ID:**</a:t>
            </a:r>
          </a:p>
          <a:p xmlns:a="http://schemas.openxmlformats.org/drawingml/2006/main">
            <a:r>
              <a:t>S09</a:t>
            </a:r>
          </a:p>
          <a:p xmlns:a="http://schemas.openxmlformats.org/drawingml/2006/main">
            <a:r>
              <a:t/>
            </a:r>
          </a:p>
          <a:p xmlns:a="http://schemas.openxmlformats.org/drawingml/2006/main">
            <a:r>
              <a:t>**Working Title:**</a:t>
            </a:r>
          </a:p>
          <a:p xmlns:a="http://schemas.openxmlformats.org/drawingml/2006/main">
            <a:r>
              <a:t>Chatbot에 이 자료를 직접 전달한다면?</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자료를 직접 선택·첨부하는 대화 방식에서는 사람이 테스트·명세·구현·실행 로그·권한 정보를 찾아 연결해 전달한다. 이는 수집 주체를 설명하는 가정이며 모든 Chatbot 사용 방식이나 능력의 한계를 정하는 주장이 아니다.</a:t>
            </a:r>
          </a:p>
          <a:p xmlns:a="http://schemas.openxmlformats.org/drawingml/2006/main">
            <a:r>
              <a:t/>
            </a:r>
          </a:p>
          <a:p xmlns:a="http://schemas.openxmlformats.org/drawingml/2006/main">
            <a:r>
              <a:t>**Opening Question:**</a:t>
            </a:r>
          </a:p>
          <a:p xmlns:a="http://schemas.openxmlformats.org/drawingml/2006/main">
            <a:r>
              <a:t>“답을 받기 전에 누가 필요한 자료를 찾아 골라 전달하나요?”</a:t>
            </a:r>
          </a:p>
          <a:p xmlns:a="http://schemas.openxmlformats.org/drawingml/2006/main">
            <a:r>
              <a:t/>
            </a:r>
          </a:p>
          <a:p xmlns:a="http://schemas.openxmlformats.org/drawingml/2006/main">
            <a:r>
              <a:t>**Speaker Flow:**</a:t>
            </a:r>
          </a:p>
          <a:p xmlns:a="http://schemas.openxmlformats.org/drawingml/2006/main">
            <a:r>
              <a:t>1. (0:00–0:30 / Lecture) S08의 같은 다섯 자료를 유지하되, 사람이 직접 골라 대화창에 첨부하는 방식이라는 가정을 읽는다. 모든 Chatbot 기능을 정의하거나 실제 비교한 결과가 아니다.</a:t>
            </a:r>
          </a:p>
          <a:p xmlns:a="http://schemas.openxmlformats.org/drawingml/2006/main">
            <a:r>
              <a:t>2. (0:30–1:30 / Lecture) 왼쪽 자료→가운데 사람의 찾기·선택·전달→오른쪽 대화창을 따라간다. 코드·테스트·명세만 고르면 실행 로그·권한 단서가 빠질 수 있고, 그것도 전달하면 분석 단서가 생긴다. 정보 미전달을 Chatbot의 해결 불가능성으로 바꾸지 않는다. 시간·토큰 비용을 측정했다는 주장을 하지 않는다.</a:t>
            </a:r>
          </a:p>
          <a:p xmlns:a="http://schemas.openxmlformats.org/drawingml/2006/main">
            <a:r>
              <a:t>3. (1:30–2:00 / Lecture) 답을 받기 전 관련 자료를 찾아 연결하는 일이 있다는 메시지만 회수한다. 같은 위치·자료 카드를 유지한 다음 S10에서 수집 주체가 달라지는 것을 본다.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왼쪽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TEACHING MODEL — 실제 Chatbot 비교 실행·성능·불가능성 주장이 아니다. 환경 로그·권한 정보까지 전달하면 원인 분석 단서도 전달된다.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답변 전에도 사람이 관련 자료를 찾아 연결하는 일이 있음을 본다.</a:t>
            </a:r>
          </a:p>
          <a:p xmlns:a="http://schemas.openxmlformats.org/drawingml/2006/main">
            <a:r>
              <a:t/>
            </a:r>
          </a:p>
          <a:p xmlns:a="http://schemas.openxmlformats.org/drawingml/2006/main">
            <a:r>
              <a:t>**Advanced Insight:**</a:t>
            </a:r>
          </a:p>
          <a:p xmlns:a="http://schemas.openxmlformats.org/drawingml/2006/main">
            <a:r>
              <a:t>정보가 전달되지 않은 상태와 도구의 문제 해결 능력을 구분한다.</a:t>
            </a:r>
          </a:p>
          <a:p xmlns:a="http://schemas.openxmlformats.org/drawingml/2006/main">
            <a:r>
              <a:t/>
            </a:r>
          </a:p>
          <a:p xmlns:a="http://schemas.openxmlformats.org/drawingml/2006/main">
            <a:r>
              <a:t>**C++ Vision Bridge:**</a:t>
            </a:r>
          </a:p>
          <a:p xmlns:a="http://schemas.openxmlformats.org/drawingml/2006/main">
            <a:r>
              <a:t>Contextual cue — 큰 저장소에서 필요한 자료를 찾는 상황에만 연결한다.</a:t>
            </a:r>
          </a:p>
          <a:p xmlns:a="http://schemas.openxmlformats.org/drawingml/2006/main">
            <a:r>
              <a:t/>
            </a:r>
          </a:p>
          <a:p xmlns:a="http://schemas.openxmlformats.org/drawingml/2006/main">
            <a:r>
              <a:t>**Demo Operation:**</a:t>
            </a:r>
          </a:p>
          <a:p xmlns:a="http://schemas.openxmlformats.org/drawingml/2006/main">
            <a:r>
              <a:t>S08의 같은 다섯 자료 이름·색을 왼쪽에 유지하고 사람의 찾기/선택/전달을 거쳐 교육용 대화창으로 들어가는 흐름으로 보여준다. 누락된 자료를 도구 능력 부족으로 표현하지 않는다. 정적 경로 production/ACT_0.pptx의 S09 / production/preview/act0/S09.png. 실제 실행 Screenshot이나 새 Live 결과로 표시하지 않는다. S05/S06만 Demo 각4분이며 S07/S08은 Case, S09/S10은 Lecture다. 기존 도식을 먼저 따라가며, 우측 상단의 왼쪽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“방금 본 Agent 조사에서는, 이 자료를 찾고 연결하는 일을 일부 맡겼습니다.”</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production/preview/full/S09.png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S10 — Agent가 자료를 직접 찾아 연결했다</a:t>
            </a:r>
          </a:p>
          <a:p xmlns:a="http://schemas.openxmlformats.org/drawingml/2006/main">
            <a:r>
              <a:t/>
            </a:r>
          </a:p>
          <a:p xmlns:a="http://schemas.openxmlformats.org/drawingml/2006/main">
            <a:r>
              <a:t>**Slide ID:**</a:t>
            </a:r>
          </a:p>
          <a:p xmlns:a="http://schemas.openxmlformats.org/drawingml/2006/main">
            <a:r>
              <a:t>S10</a:t>
            </a:r>
          </a:p>
          <a:p xmlns:a="http://schemas.openxmlformats.org/drawingml/2006/main">
            <a:r>
              <a:t/>
            </a:r>
          </a:p>
          <a:p xmlns:a="http://schemas.openxmlformats.org/drawingml/2006/main">
            <a:r>
              <a:t>**Working Title:**</a:t>
            </a:r>
          </a:p>
          <a:p xmlns:a="http://schemas.openxmlformats.org/drawingml/2006/main">
            <a:r>
              <a:t>Agent가 자료를 직접 찾아 연결했다</a:t>
            </a:r>
          </a:p>
          <a:p xmlns:a="http://schemas.openxmlformats.org/drawingml/2006/main">
            <a:r>
              <a:t/>
            </a:r>
          </a:p>
          <a:p xmlns:a="http://schemas.openxmlformats.org/drawingml/2006/main">
            <a:r>
              <a:t>**ACT / Section:**</a:t>
            </a:r>
          </a:p>
          <a:p xmlns:a="http://schemas.openxmlformats.org/drawingml/2006/main">
            <a:r>
              <a:t>ACT 0 / 0E</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TRIAL-001에서 Agent가 허용된 파일·도구 범위의 테스트·코드·명세·실행 결과를 조사하고 Crop 원인과 실행 제한을 구분했다. 목표·검토 책임은 사람에게 남으며 접근 전 승인된 도구·계정·자료·권한 범위를 확인한다.</a:t>
            </a:r>
          </a:p>
          <a:p xmlns:a="http://schemas.openxmlformats.org/drawingml/2006/main">
            <a:r>
              <a:t/>
            </a:r>
          </a:p>
          <a:p xmlns:a="http://schemas.openxmlformats.org/drawingml/2006/main">
            <a:r>
              <a:t>**Opening Question:**</a:t>
            </a:r>
          </a:p>
          <a:p xmlns:a="http://schemas.openxmlformats.org/drawingml/2006/main">
            <a:r>
              <a:t>“방금 Agent는 허용된 환경에서 어떤 자료를 직접 찾아 연결했나요?”</a:t>
            </a:r>
          </a:p>
          <a:p xmlns:a="http://schemas.openxmlformats.org/drawingml/2006/main">
            <a:r>
              <a:t/>
            </a:r>
          </a:p>
          <a:p xmlns:a="http://schemas.openxmlformats.org/drawingml/2006/main">
            <a:r>
              <a:t>**Speaker Flow:**</a:t>
            </a:r>
          </a:p>
          <a:p xmlns:a="http://schemas.openxmlformats.org/drawingml/2006/main">
            <a:r>
              <a:t>1. (0:00–0:30 / Lecture) S09의 같은 다섯 자료와 배치를 가리킨다. 가운데 주체가 사람의 선택·전달에서 Agent의 허용된 조사로 바뀌고 오른쪽은 관찰된 조사 내용이다. 새 제품 실행이 아니다.</a:t>
            </a:r>
          </a:p>
          <a:p xmlns:a="http://schemas.openxmlformats.org/drawingml/2006/main">
            <a:r>
              <a:t>2. (0:30–1:10 / Lecture) 실제 근거는 TRIAL-001의 단일 과거 CLI 조사다. Agent가 실패 테스트·관련 코드·명세·호출 경로를 조사하고 실행 제한을 구분했다. 모든 정보의 자동 발견·우월한 답변·권한 해결·현재 Desktop 재현으로 일반화하지 않는다. 목표 설정과 근거 검토 책임은 사람에게 남는다.</a:t>
            </a:r>
          </a:p>
          <a:p xmlns:a="http://schemas.openxmlformats.org/drawingml/2006/main">
            <a:r>
              <a:t>3. (1:10–1:50 / Lecture) 화면 하단의 접근 전 승인된 도구·계정·자료·권한 확인을 짚는다. Repository 접근과 실제 도구/실행 권한은 별개다. 조직의 실제 허용·금지 목록이나 제품 보안 보장을 새로 확정하지 않는다.</a:t>
            </a:r>
          </a:p>
          <a:p xmlns:a="http://schemas.openxmlformats.org/drawingml/2006/main">
            <a:r>
              <a:t>4. (1:50–2:00 / Lecture) “이 교육에서는 어디에서 Repository를 열까요?”로 S11의 기존 Codex 진입 안내를 연다. Task 의도와 접근의 차이는 S12에 남긴다.</a:t>
            </a:r>
          </a:p>
          <a:p xmlns:a="http://schemas.openxmlformats.org/drawingml/2006/main">
            <a:r>
              <a:t/>
            </a:r>
          </a:p>
          <a:p xmlns:a="http://schemas.openxmlformats.org/drawingml/2006/main">
            <a:r>
              <a:t>**Evidence / Source:**</a:t>
            </a:r>
          </a:p>
          <a:p xmlns:a="http://schemas.openxmlformats.org/drawingml/2006/main">
            <a:r>
              <a:t>TRIAL-001 · DEMO-01 · BEAT-003 · CLM-0002/0009. plan/DEMO_MATRIX.md의 2026-09-28 Codex CLI0.154.0기록. STATE-00 22e7e2f806de2419b0df649107bbae14dea082eb; tests/test_transform.py:9–14 and src/graypipe/transform.py:7–13. 원자료에 근거한 재구성. DEC-0086: prototype/image-illustration-pilot/assets/S07.png의 오른쪽 장면을 우측 상단 여백에 가로·세로1.8배로 확대해 재사용한다. 생성 지시는 prototype/image-illustration-pilot/PROMPTS.md의 S07에 보존한다. AI 생성 설명용 삽화이며 실제 실행 캡처·새 Trial 근거가 아니다.</a:t>
            </a:r>
          </a:p>
          <a:p xmlns:a="http://schemas.openxmlformats.org/drawingml/2006/main">
            <a:r>
              <a:t/>
            </a:r>
          </a:p>
          <a:p xmlns:a="http://schemas.openxmlformats.org/drawingml/2006/main">
            <a:r>
              <a:t>**Claim Boundary:**</a:t>
            </a:r>
          </a:p>
          <a:p xmlns:a="http://schemas.openxmlformats.org/drawingml/2006/main">
            <a:r>
              <a:t>FROZEN WITH SCOPE — 실제 관찰은 과거 Codex CLI0.154.0 한 번; TEACHING MODEL — 그림은 조사 관계의 각색. 현재 Desktop·일반 효율·반복성·권한 확대/해결을 주장하지 않는다. 새 Trial·Chatbot 비교·환경 복구·성능/비용 효과를 만들지 않는다.</a:t>
            </a:r>
          </a:p>
          <a:p xmlns:a="http://schemas.openxmlformats.org/drawingml/2006/main">
            <a:r>
              <a:t/>
            </a:r>
          </a:p>
          <a:p xmlns:a="http://schemas.openxmlformats.org/drawingml/2006/main">
            <a:r>
              <a:t>**Beginner Explanation:**</a:t>
            </a:r>
          </a:p>
          <a:p xmlns:a="http://schemas.openxmlformats.org/drawingml/2006/main">
            <a:r>
              <a:t>관련 파일을 모두 직접 복사하기 전에 허용된 Repository 조사를 요청할 수 있음을 본다.</a:t>
            </a:r>
          </a:p>
          <a:p xmlns:a="http://schemas.openxmlformats.org/drawingml/2006/main">
            <a:r>
              <a:t/>
            </a:r>
          </a:p>
          <a:p xmlns:a="http://schemas.openxmlformats.org/drawingml/2006/main">
            <a:r>
              <a:t>**Advanced Insight:**</a:t>
            </a:r>
          </a:p>
          <a:p xmlns:a="http://schemas.openxmlformats.org/drawingml/2006/main">
            <a:r>
              <a:t>Context 수집 역할의 일부와 목표 설정·권한·수용 판단 책임을 분리한다.</a:t>
            </a:r>
          </a:p>
          <a:p xmlns:a="http://schemas.openxmlformats.org/drawingml/2006/main">
            <a:r>
              <a:t/>
            </a:r>
          </a:p>
          <a:p xmlns:a="http://schemas.openxmlformats.org/drawingml/2006/main">
            <a:r>
              <a:t>**C++ Vision Bridge:**</a:t>
            </a:r>
          </a:p>
          <a:p xmlns:a="http://schemas.openxmlformats.org/drawingml/2006/main">
            <a:r>
              <a:t>Contextual cue — 저장소의 모듈·테스트·명세 조사에만 연결한다.</a:t>
            </a:r>
          </a:p>
          <a:p xmlns:a="http://schemas.openxmlformats.org/drawingml/2006/main">
            <a:r>
              <a:t/>
            </a:r>
          </a:p>
          <a:p xmlns:a="http://schemas.openxmlformats.org/drawingml/2006/main">
            <a:r>
              <a:t>**Demo Operation:**</a:t>
            </a:r>
          </a:p>
          <a:p xmlns:a="http://schemas.openxmlformats.org/drawingml/2006/main">
            <a:r>
              <a:t>S09와 같은 다섯 자료·수집 주체·출력의 위치를 유지하되, 주체를 Agent와 허용된 조사로 바꾸고 오른쪽에 관찰된 조사 내용을 둔다. Repository 자료와 실행 권한이 별개이며 사람의 목표·검토 책임을 유지한다. 정적 경로 production/ACT_0.pptx의 S10 / production/preview/act0/S10.png. 실제 실행 Screenshot이나 새 Live 결과로 표시하지 않는다. S05/S06만 Demo 각4분이며 S07/S08은 Case, S09/S10은 Lecture다. 기존 도식을 먼저 따라가며, 우측 상단의 오른쪽 장면 삽화는 같은 역할을 보충하는 교육용 그림으로만 짚는다.</a:t>
            </a:r>
          </a:p>
          <a:p xmlns:a="http://schemas.openxmlformats.org/drawingml/2006/main">
            <a:r>
              <a:t/>
            </a:r>
          </a:p>
          <a:p xmlns:a="http://schemas.openxmlformats.org/drawingml/2006/main">
            <a:r>
              <a:t>**Audience Interaction:**</a:t>
            </a:r>
          </a:p>
          <a:p xmlns:a="http://schemas.openxmlformats.org/drawingml/2006/main">
            <a:r>
              <a:t>한 장의 질문을 따라 관찰·해석하게 한다. 응답·실습·새 실행·공개 제출을 요구하지 않는다.</a:t>
            </a:r>
          </a:p>
          <a:p xmlns:a="http://schemas.openxmlformats.org/drawingml/2006/main">
            <a:r>
              <a:t/>
            </a:r>
          </a:p>
          <a:p xmlns:a="http://schemas.openxmlformats.org/drawingml/2006/main">
            <a:r>
              <a:t>**Transition:**</a:t>
            </a:r>
          </a:p>
          <a:p xmlns:a="http://schemas.openxmlformats.org/drawingml/2006/main">
            <a:r>
              <a:t>“그렇다면 이 교육에서는 어디에서 Repository를 열까요?”</a:t>
            </a:r>
          </a:p>
          <a:p xmlns:a="http://schemas.openxmlformats.org/drawingml/2006/main">
            <a:r>
              <a:t/>
            </a:r>
          </a:p>
          <a:p xmlns:a="http://schemas.openxmlformats.org/drawingml/2006/main">
            <a:r>
              <a:t>**Time Management:**</a:t>
            </a:r>
          </a:p>
          <a:p xmlns:a="http://schemas.openxmlformats.org/drawingml/2006/main">
            <a:r>
              <a:t>Lecture 2분 = 2분. 위 Speaker Flow의 구간대로 운영하며 한 장의 역할만 설명한다. 초과하면 다음 장 내용을 미리 설명하는 부분을 줄이고 근거 경계를 유지한다. 실측 리허설은 UNVERIFIED.</a:t>
            </a:r>
          </a:p>
          <a:p xmlns:a="http://schemas.openxmlformats.org/drawingml/2006/main">
            <a:r>
              <a:t/>
            </a:r>
          </a:p>
          <a:p xmlns:a="http://schemas.openxmlformats.org/drawingml/2006/main">
            <a:r>
              <a:t>**Fallback:**</a:t>
            </a:r>
          </a:p>
          <a:p xmlns:a="http://schemas.openxmlformats.org/drawingml/2006/main">
            <a:r>
              <a:t>LOCAL STATIC ARTIFACT — production/preview/full/S10.png 또는 ACT_0.pptx의 같은 Slide. 원자료/과거 CLI/교육용 가정 구분을 유지한다. 현재 Live/HYBRID는 발표 환경 검증 전 비활성이다.</a:t>
            </a:r>
          </a:p>
          <a:p xmlns:a="http://schemas.openxmlformats.org/drawingml/2006/main">
            <a:r>
              <a:t/>
            </a:r>
          </a:p>
          <a:p xmlns:a="http://schemas.openxmlformats.org/drawingml/2006/main">
            <a:r>
              <a:t>**Validation Status:**</a:t>
            </a:r>
          </a:p>
          <a:p xmlns:a="http://schemas.openxmlformats.org/drawingml/2006/main">
            <a:r>
              <a:t>CONTENT ALIGNED — DEC-0084. 로컬 패키지·렌더·Notes 대조는 production/evaluation/ACT_0_CONTEXT_EXPANSION.md에 기록한다. Windows PowerPoint·발표 PC 글꼴·현재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S11 — Repository 작업은 Codex에서 시작한다</a:t>
            </a:r>
          </a:p>
          <a:p xmlns:a="http://schemas.openxmlformats.org/drawingml/2006/main">
            <a:r>
              <a:t/>
            </a:r>
          </a:p>
          <a:p xmlns:a="http://schemas.openxmlformats.org/drawingml/2006/main">
            <a:r>
              <a:t>Slide ID: S11</a:t>
            </a:r>
          </a:p>
          <a:p xmlns:a="http://schemas.openxmlformats.org/drawingml/2006/main">
            <a:r>
              <a:t/>
            </a:r>
          </a:p>
          <a:p xmlns:a="http://schemas.openxmlformats.org/drawingml/2006/main">
            <a:r>
              <a:t>Working Title: Repository 작업은 Codex에서 시작한다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이 교육에서 Repository를 조사하는 개발 작업은 ChatGPT 데스크톱 앱의 ChatGPT 메뉴에서 Codex를 선택해 시작한다.</a:t>
            </a:r>
          </a:p>
          <a:p xmlns:a="http://schemas.openxmlformats.org/drawingml/2006/main">
            <a:r>
              <a:t/>
            </a:r>
          </a:p>
          <a:p xmlns:a="http://schemas.openxmlformats.org/drawingml/2006/main">
            <a:r>
              <a:t>Opening Question: “Repository 작업을 맡기려면 어디로 들어갈까?”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**LOCATE (0:00–0:15):** 재구성 UI의 좌측 상단 ChatGPT 메뉴를 가리킨다. 사용자 지정 위치를 보여 주는 교육용 도식이며 실제 계정의 실행 캡처가 아님을 짧게 밝힌다.</a:t>
            </a:r>
          </a:p>
          <a:p xmlns:a="http://schemas.openxmlformats.org/drawingml/2006/main">
            <a:r>
              <a:t>2. **SELECT (0:15–0:30):** 메뉴의 Codex를 가리킨다. 이 교육에서 코드베이스 조사와 개발 작업을 시작하는 표면을 연결한다.</a:t>
            </a:r>
          </a:p>
          <a:p xmlns:a="http://schemas.openxmlformats.org/drawingml/2006/main">
            <a:r>
              <a:t>3. **REPOSITORY (0:30–0:45):** 허용된 Repository 폴더를 선택하는 흐름을 가리킨다. 앞 장에서 확인한 도구·계정·자료·권한 범위 안의 폴더만 대상이며 실제 선택이나 Live 실행을 하지 않는다.</a:t>
            </a:r>
          </a:p>
          <a:p xmlns:a="http://schemas.openxmlformats.org/drawingml/2006/main">
            <a:r>
              <a:t>4. **ASK (0:45–1:00):** “먼저 조사해줘”라는 요청으로 S04의 조사 태도를 회수한다. “들어가는 곳을 알았으니, 무엇을 볼 수 있고 누가 최종 결정할지 나눠 보겠습니다”라며 S12로 간다.</a:t>
            </a:r>
          </a:p>
          <a:p xmlns:a="http://schemas.openxmlformats.org/drawingml/2006/main">
            <a:r>
              <a:t/>
            </a:r>
          </a:p>
          <a:p xmlns:a="http://schemas.openxmlformats.org/drawingml/2006/main">
            <a:r>
              <a:t>Evidence / Source: BEAT-003에 연결한 사용자 승인 진입 가교; DEC-0036; SRC-0228 (Quickstart), SRC-0229 (App), CLM-0031 (공식 문서의 전환 경로, 대상 UI·계정 UNVERIFIED). 공식 자료 [ChatGPT quickstart](https://learn.chatgpt.com/docs/quickstart?setup=app), [ChatGPT app](https://learn.chatgpt.com/docs/app), 확인 2026-10-21. Quickstart는 코드베이스 Context·개발 도구가 필요한 소프트웨어 개발에서 ChatGPT dropdown의 Codex 선택을 안내한다. 좌측 상단 위치는 사용자의 명시적 UI 요구다. 화면 구성은 공식 자료 기반 UI 재구성이며 실제 Screenshot이 아니다. 로컬 앱 직접 확인은 도구 안전 제약으로 수행하지 못해 UNVERIFIED다.</a:t>
            </a:r>
          </a:p>
          <a:p xmlns:a="http://schemas.openxmlformats.org/drawingml/2006/main">
            <a:r>
              <a:t/>
            </a:r>
          </a:p>
          <a:p xmlns:a="http://schemas.openxmlformats.org/drawingml/2006/main">
            <a:r>
              <a:t>Claim Boundary: 이 교육의 개발 작업 진입 경로를 안내한다. 모든 Repository 접근에 Codex만 가능하다는 보편적 주장이 아니다. ChatGPT의 다른 작업 표면에서도 파일 접근이 가능한 경우가 있으며 제품·계정·권한에 따라 다르다. 과거 CLI TRIAL-001을 현재 Desktop 동작의 검증 근거로 사용하지 않는다. 현재 대상 계정·Windows·정확한 메뉴와 폴더 선택 동작은 실제 환경 확인 전까지 UNVERIFIED다.</a:t>
            </a:r>
          </a:p>
          <a:p xmlns:a="http://schemas.openxmlformats.org/drawingml/2006/main">
            <a:r>
              <a:t/>
            </a:r>
          </a:p>
          <a:p xmlns:a="http://schemas.openxmlformats.org/drawingml/2006/main">
            <a:r>
              <a:t>Beginner Explanation: 작은 코드 질문을 하던 대화에서 Repository 조사로 옮길 때, 이 교육에서는 Codex를 선택하는 진입점을 사용한다.</a:t>
            </a:r>
          </a:p>
          <a:p xmlns:a="http://schemas.openxmlformats.org/drawingml/2006/main">
            <a:r>
              <a:t/>
            </a:r>
          </a:p>
          <a:p xmlns:a="http://schemas.openxmlformats.org/drawingml/2006/main">
            <a:r>
              <a:t>Advanced Insight: 제품 표면의 선택, Repository 접근 권한, 이번 Task의 의도는 서로 다른 경계다. 이 장은 진입 경로만 연결하며 제품별 접근 성능이나 독점적 기능을 주장하지 않는다.</a:t>
            </a:r>
          </a:p>
          <a:p xmlns:a="http://schemas.openxmlformats.org/drawingml/2006/main">
            <a:r>
              <a:t/>
            </a:r>
          </a:p>
          <a:p xmlns:a="http://schemas.openxmlformats.org/drawingml/2006/main">
            <a:r>
              <a:t>C++ Vision Bridge: N/A. 언어·IDE별 설정을 추가하지 않는다.</a:t>
            </a:r>
          </a:p>
          <a:p xmlns:a="http://schemas.openxmlformats.org/drawingml/2006/main">
            <a:r>
              <a:t/>
            </a:r>
          </a:p>
          <a:p xmlns:a="http://schemas.openxmlformats.org/drawingml/2006/main">
            <a:r>
              <a:t>Demo Operation: N/A — 공식 자료를 토대로 재구성한 정적 UI 도식이다. 실제 제품 조작·새 Trial·현장 실습은 없다. 대상 계정의 기능이 확인되지 않았으므로 Live 경로로 전환하지 않는다.</a:t>
            </a:r>
          </a:p>
          <a:p xmlns:a="http://schemas.openxmlformats.org/drawingml/2006/main">
            <a:r>
              <a:t/>
            </a:r>
          </a:p>
          <a:p xmlns:a="http://schemas.openxmlformats.org/drawingml/2006/main">
            <a:r>
              <a:t>Audience Interaction: 위치를 함께 보는 1분 안내다. 청중에게 계정 로그인·폴더 선택·응답을 요구하지 않는다.</a:t>
            </a:r>
          </a:p>
          <a:p xmlns:a="http://schemas.openxmlformats.org/drawingml/2006/main">
            <a:r>
              <a:t/>
            </a:r>
          </a:p>
          <a:p xmlns:a="http://schemas.openxmlformats.org/drawingml/2006/main">
            <a:r>
              <a:t>Transition: “Repository 안을 함께 볼 수 있어도, 어떤 결과를 받아들일지는 누가 정할까요?”라는 질문으로 S12에 간다.</a:t>
            </a:r>
          </a:p>
          <a:p xmlns:a="http://schemas.openxmlformats.org/drawingml/2006/main">
            <a:r>
              <a:t/>
            </a:r>
          </a:p>
          <a:p xmlns:a="http://schemas.openxmlformats.org/drawingml/2006/main">
            <a:r>
              <a:t>Time Management: Lecture 1분. 메뉴 위치 15초, Codex 선택 15초, 허용 폴더 15초, 조사 요청·S12 연결 15초다. S09–S10에서 이관한 1분이며 ACT 0 40분·전체 360분·Lecture 130분을 유지한다. 설정 tutorial을 추가하지 않는다.</a:t>
            </a:r>
          </a:p>
          <a:p xmlns:a="http://schemas.openxmlformats.org/drawingml/2006/main">
            <a:r>
              <a:t/>
            </a:r>
          </a:p>
          <a:p xmlns:a="http://schemas.openxmlformats.org/drawingml/2006/main">
            <a:r>
              <a:t>Fallback: 제작 완료 후 production/preview/act0/S11.png 또는 production/preview/full/S11.png의 정적 재구성 도식을 사용한다. 새 PNG와 PPT의 일치는 production/evaluation/CODEX_ENTRY_INSERTION.md에서 확인하기 전까지 미검증이다. 화면을 열 수 없으면 “이 교육에서는 ChatGPT 메뉴에서 Codex를 선택해 허용된 저장소 조사를 시작합니다”라고 말하고 S12로 간다. 즉석 계정 시연으로 대체하지 않는다.</a:t>
            </a:r>
          </a:p>
          <a:p xmlns:a="http://schemas.openxmlformats.org/drawingml/2006/main">
            <a:r>
              <a:t/>
            </a:r>
          </a:p>
          <a:p xmlns:a="http://schemas.openxmlformats.org/drawingml/2006/main">
            <a:r>
              <a:t>Validation Status: ALIGNED — 사용자 요청·공식 자료와 Notes를 정렬했다. 실제 Screenshot, 현재 계정의 제품 재현, Windows 호환성, 교육장 투사와 시간 리허설을 검증한 결과가 아니다. 새 PPT/PNG·내장 Notes 대조는 production/evaluation/CODEX_ENTRY_INSERTION.md에서 별도로 기록한다.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S12 — Repository 접근과 Task 의도는 별개다</a:t>
            </a:r>
          </a:p>
          <a:p xmlns:a="http://schemas.openxmlformats.org/drawingml/2006/main">
            <a:r>
              <a:t/>
            </a:r>
          </a:p>
          <a:p xmlns:a="http://schemas.openxmlformats.org/drawingml/2006/main">
            <a:r>
              <a:t>Slide ID: S12</a:t>
            </a:r>
          </a:p>
          <a:p xmlns:a="http://schemas.openxmlformats.org/drawingml/2006/main">
            <a:r>
              <a:t/>
            </a:r>
          </a:p>
          <a:p xmlns:a="http://schemas.openxmlformats.org/drawingml/2006/main">
            <a:r>
              <a:t>Working Title: Repository 접근과 Task 의도는 별개다</a:t>
            </a:r>
          </a:p>
          <a:p xmlns:a="http://schemas.openxmlformats.org/drawingml/2006/main">
            <a:r>
              <a:t/>
            </a:r>
          </a:p>
          <a:p xmlns:a="http://schemas.openxmlformats.org/drawingml/2006/main">
            <a:r>
              <a:t>ACT / Section: ACT 0 / 0E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Repository 탐색은 Context 수집에 도움을 줄 수 있지만, Task의 목표와 완료 조건까지 대신 정하지 않는다.</a:t>
            </a:r>
          </a:p>
          <a:p xmlns:a="http://schemas.openxmlformats.org/drawingml/2006/main">
            <a:r>
              <a:t/>
            </a:r>
          </a:p>
          <a:p xmlns:a="http://schemas.openxmlformats.org/drawingml/2006/main">
            <a:r>
              <a:t>Opening Question: “Repository를 볼 수 있으면 원하는 작업도 알게 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**OPEN (0:00–0:20):** 왼쪽 “볼 수 있는 것”과 오른쪽 “최종 정해야 하는 것”을 나눈다. 바로 앞 S11은 진입 경로, 이 장은 역할과 책임의 구분이다.</a:t>
            </a:r>
          </a:p>
          <a:p xmlns:a="http://schemas.openxmlformats.org/drawingml/2006/main">
            <a:r>
              <a:t>2. **SHARED ACCESS (0:20–0:50):** 왼쪽 사람+AI Agent 아이콘과 허용된 파일·구현·테스트를 가리킨다. 사람도 Agent도 접근 권한과 제공된 도구 범위 안에서 이 정보를 살필 수 있다는 뜻이다.</a:t>
            </a:r>
          </a:p>
          <a:p xmlns:a="http://schemas.openxmlformats.org/drawingml/2006/main">
            <a:r>
              <a:t>3. **HUMAN RESPONSIBILITY (0:50–1:30):** 오른쪽 사람 아이콘과 원하는 결과·허용 범위·완료 수용을 짚는다. Agent는 선택지와 근거를 제안할 수 있지만 최종 목표와 변경 승인·수용 책임은 사람에게 둔다.</a:t>
            </a:r>
          </a:p>
          <a:p xmlns:a="http://schemas.openxmlformats.org/drawingml/2006/main">
            <a:r>
              <a:t>4. **TRANSFER (1:30–2:00):** “코드를 함께 볼 수 있어도, 맡길 일과 받아들일 결과는 사람이 정한다”로 묶는다. 이 구분을 각자 작업에 대입할 S13 질문으로 이동하며 ACT 1의 요청 구조는 미리 설명하지 않는다.</a:t>
            </a:r>
          </a:p>
          <a:p xmlns:a="http://schemas.openxmlformats.org/drawingml/2006/main">
            <a:r>
              <a:t/>
            </a:r>
          </a:p>
          <a:p xmlns:a="http://schemas.openxmlformats.org/drawingml/2006/main">
            <a:r>
              <a:t/>
            </a:r>
          </a:p>
          <a:p xmlns:a="http://schemas.openxmlformats.org/drawingml/2006/main">
            <a:r>
              <a:t>Evidence / Source: BEAT-003 next friction, DEMO-01 callback, TRIAL-001; CLM-0002, CLM-0009; DEC-0036. TEACHING_MODEL. 사람·AI Agent 픽토그램: assets/slide-illustrations/human-agent-icons.png, image_gen 교육용 이미지이며 실제 사람 사진·제품 UI·관찰 결과가 아니다.</a:t>
            </a:r>
          </a:p>
          <a:p xmlns:a="http://schemas.openxmlformats.org/drawingml/2006/main">
            <a:r>
              <a:t/>
            </a:r>
          </a:p>
          <a:p xmlns:a="http://schemas.openxmlformats.org/drawingml/2006/main">
            <a:r>
              <a:t/>
            </a:r>
          </a:p>
          <a:p xmlns:a="http://schemas.openxmlformats.org/drawingml/2006/main">
            <a:r>
              <a:t>Claim Boundary: Mental Model이며 모든 제품·환경의 기능 설명이 아니다. “볼 수 있다”는 허용된 자료·접근 범위 안의 조사 가능성을 뜻하며 무제한 접근을 보증하지 않는다. 사람의 최종 결정은 이 교육의 목표·범위·수용 책임 원칙이다. AI가 판단·추론·제안을 전혀 못한다는 뜻이 아니다. Prompt 구조나 완료 조건의 구체 항목은 ACT 1에서 미리 설명하지 않는다.</a:t>
            </a:r>
          </a:p>
          <a:p xmlns:a="http://schemas.openxmlformats.org/drawingml/2006/main">
            <a:r>
              <a:t/>
            </a:r>
          </a:p>
          <a:p xmlns:a="http://schemas.openxmlformats.org/drawingml/2006/main">
            <a:r>
              <a:t/>
            </a:r>
          </a:p>
          <a:p xmlns:a="http://schemas.openxmlformats.org/drawingml/2006/main">
            <a:r>
              <a:t>Beginner Explanation: 사람과 Agent가 같은 파일을 살필 수 있어도, 원하는 결과와 받아들일 변경은 사람이 최종 정한다.</a:t>
            </a:r>
          </a:p>
          <a:p xmlns:a="http://schemas.openxmlformats.org/drawingml/2006/main">
            <a:r>
              <a:t/>
            </a:r>
          </a:p>
          <a:p xmlns:a="http://schemas.openxmlformats.org/drawingml/2006/main">
            <a:r>
              <a:t/>
            </a:r>
          </a:p>
          <a:p xmlns:a="http://schemas.openxmlformats.org/drawingml/2006/main">
            <a:r>
              <a:t>Advanced Insight: Context access와 objective/acceptance responsibility는 별도 경계다. Agent의 제안·근거와 사람의 최종 승인 책임을 구분한다.</a:t>
            </a:r>
          </a:p>
          <a:p xmlns:a="http://schemas.openxmlformats.org/drawingml/2006/main">
            <a:r>
              <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DEMO-01 성공 뒤 남는 문제를 설명한다.</a:t>
            </a:r>
          </a:p>
          <a:p xmlns:a="http://schemas.openxmlformats.org/drawingml/2006/main">
            <a:r>
              <a:t/>
            </a:r>
          </a:p>
          <a:p xmlns:a="http://schemas.openxmlformats.org/drawingml/2006/main">
            <a:r>
              <a:t>Audience Interaction: Opening question은 수사 질문이다. 짧은 강의 시간에 답변을 요구하지 않는다.</a:t>
            </a:r>
          </a:p>
          <a:p xmlns:a="http://schemas.openxmlformats.org/drawingml/2006/main">
            <a:r>
              <a:t/>
            </a:r>
          </a:p>
          <a:p xmlns:a="http://schemas.openxmlformats.org/drawingml/2006/main">
            <a:r>
              <a:t>Transition: “이 구분을 여러분이 지금 맡기고 싶은 일에 대입해 보겠습니다.”라고 S13의 개인 적용 질문을 연다.</a:t>
            </a:r>
          </a:p>
          <a:p xmlns:a="http://schemas.openxmlformats.org/drawingml/2006/main">
            <a:r>
              <a:t/>
            </a:r>
          </a:p>
          <a:p xmlns:a="http://schemas.openxmlformats.org/drawingml/2006/main">
            <a:r>
              <a:t>Time Management: Lecture 2분. 구분 20초, 사람+Agent의 허용 정보 접근 30초, 사람의 최종 책임 40초, 정리·S13 연결 30초다. Access와 Intent 두 축만 설명하고 ACT 1의 구조나 목록은 소개하지 않는다.</a:t>
            </a:r>
          </a:p>
          <a:p xmlns:a="http://schemas.openxmlformats.org/drawingml/2006/main">
            <a:r>
              <a:t/>
            </a:r>
          </a:p>
          <a:p xmlns:a="http://schemas.openxmlformats.org/drawingml/2006/main">
            <a:r>
              <a:t/>
            </a:r>
          </a:p>
          <a:p xmlns:a="http://schemas.openxmlformats.org/drawingml/2006/main">
            <a:r>
              <a:t>Fallback: 화면 도식이 보이지 않으면 “자료는 함께 살펴보고, 목표·허용 범위·완료 수용은 사람이 최종 정합니다”라고 설명하고 S13으로 간다. Agent의 제안 가능성을 부정하지 않는다. 정적 경로는 production/preview/act0/S12.png 및 production/preview/full/S12.png이며 새 파일 일치는 후속 렌더 대조 전까지 미검증이다.</a:t>
            </a:r>
          </a:p>
          <a:p xmlns:a="http://schemas.openxmlformats.org/drawingml/2006/main">
            <a:r>
              <a:t/>
            </a:r>
          </a:p>
          <a:p xmlns:a="http://schemas.openxmlformats.org/drawingml/2006/main">
            <a:r>
              <a:t/>
            </a:r>
          </a:p>
          <a:p xmlns:a="http://schemas.openxmlformats.org/drawingml/2006/main">
            <a:r>
              <a:t>Validation Status: ALIGNED — DEC-0036에 따라 사람·Agent 접근과 사람의 최종 책임을 구분했다. 새 PPT/PNG·내장 Notes 대조는 production/evaluation/CODEX_ENTRY_INSERTION.md에서 기록한다. Windows PowerPoint, 실제 계정·권한,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S13 — Repository를 보면 내가 원하는 것까지 알까?</a:t>
            </a:r>
          </a:p>
          <a:p xmlns:a="http://schemas.openxmlformats.org/drawingml/2006/main">
            <a:r>
              <a:t/>
            </a:r>
          </a:p>
          <a:p xmlns:a="http://schemas.openxmlformats.org/drawingml/2006/main">
            <a:r>
              <a:t>Slide ID: S13</a:t>
            </a:r>
          </a:p>
          <a:p xmlns:a="http://schemas.openxmlformats.org/drawingml/2006/main">
            <a:r>
              <a:t/>
            </a:r>
          </a:p>
          <a:p xmlns:a="http://schemas.openxmlformats.org/drawingml/2006/main">
            <a:r>
              <a:t>Working Title: Repository를 보면 내가 원하는 것까지 알까?</a:t>
            </a:r>
          </a:p>
          <a:p xmlns:a="http://schemas.openxmlformats.org/drawingml/2006/main">
            <a:r>
              <a:t/>
            </a:r>
          </a:p>
          <a:p xmlns:a="http://schemas.openxmlformats.org/drawingml/2006/main">
            <a:r>
              <a:t>ACT / Section: ACT 0 / 0F</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Transition 3 minutes + Q&amp;A 3 minutes</a:t>
            </a:r>
          </a:p>
          <a:p xmlns:a="http://schemas.openxmlformats.org/drawingml/2006/main">
            <a:r>
              <a:t/>
            </a:r>
          </a:p>
          <a:p xmlns:a="http://schemas.openxmlformats.org/drawingml/2006/main">
            <a:r>
              <a:t>Primary Message: Repository를 볼 수 있다는 사실만으로 Task의 의도가 정해지지는 않는다.</a:t>
            </a:r>
          </a:p>
          <a:p xmlns:a="http://schemas.openxmlformats.org/drawingml/2006/main">
            <a:r>
              <a:t/>
            </a:r>
          </a:p>
          <a:p xmlns:a="http://schemas.openxmlformats.org/drawingml/2006/main">
            <a:r>
              <a:t>Opening Question: “지금 이 저장소에 어떤 일을 맡기고 싶으신가요?” 제조 라인 검사장비로 확장한다는 가정 아래 원하는 검사 작업을 떠올리게 한다.</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**CALLBACK (0:00–0:25 / Transition):** S12에서 사람이 정할 목표·허용 범위·완료 수용을 남겼음을 짧게 회수한다. 화면의 제조 검사 Task는 교육용 가정이라고 말한다.</a:t>
            </a:r>
          </a:p>
          <a:p xmlns:a="http://schemas.openxmlformats.org/drawingml/2006/main">
            <a:r>
              <a:t>2. **PIPELINE CONTEXT (0:25–1:15 / Transition):** 입력 이미지에서 관심 영역을 crop하는 실선을 가리키고 “앞서 조사한 기존 구현”이라고 말한다. 이후 점선의 밝기 정규화, 크기 맞춤, 통계·특징, 양불 판정을 한 번 훑는다. 점선은 이 검사 흐름에서 추가로 정의·연결할 범위이지 실제 저장소의 함수 미구현을 뜻하지 않는다. 각 알고리즘의 원리·판정 기준을 강의하거나 구현 결과로 보여주지 않는다.</a:t>
            </a:r>
          </a:p>
          <a:p xmlns:a="http://schemas.openxmlformats.org/drawingml/2006/main">
            <a:r>
              <a:t>3. **TASK QUESTION (1:15–2:30 / Transition):** 하단의 “지금 이 저장소에 어떤 일을 맡기고 싶으신가요?”를 읽고 원하는 작업 하나를 조용히 떠올리게 한다. 판정 카드의 ?를 남겨 두며 정답이나 새 기능 목록을 제시하지 않는다.</a:t>
            </a:r>
          </a:p>
          <a:p xmlns:a="http://schemas.openxmlformats.org/drawingml/2006/main">
            <a:r>
              <a:t>4. **HANDOFF (2:30–3:00 / Transition):** “그 원하는 결과까지 코드에 적혀 있을까요?”를 읽는다. 같은 Repository를 보더라도 원하는 검사는 별도로 전달해야 한다는 다음 문제를 남긴다. ACT 1의 다섯 책임을 먼저 펼치지 않는다.</a:t>
            </a:r>
          </a:p>
          <a:p xmlns:a="http://schemas.openxmlformats.org/drawingml/2006/main">
            <a:r>
              <a:t>5. **Q&amp;A (3:00–6:00):** 자발적인 질문을 받는다. 질문이 없으면 두 질문을 화면에 남기고, 종료 시 기존 Transition 문구로 S14의 모호한 요청에 연결한다.</a:t>
            </a:r>
          </a:p>
          <a:p xmlns:a="http://schemas.openxmlformats.org/drawingml/2006/main">
            <a:r>
              <a:t/>
            </a:r>
          </a:p>
          <a:p xmlns:a="http://schemas.openxmlformats.org/drawingml/2006/main">
            <a:r>
              <a:t>Evidence / Source: BEAT-003 → BEAT-004, DEMO-01 callback, CLM-0002, CLM-0009, DEC-0037. TEACHING_MODEL. plan/DEMO_REPOSITORY_SPEC.md의 초기 모듈 범위 및 ai-dev-training-demo의 src/graypipe/pipeline.py·statistics.py와 대조했다. 실제 구현은 load→normalize→optional invert/crop/resize→save→statistics 경로이며 현재 도식과 동일한 제조 검사 순서가 아니다. 새로운 실행·Trial은 수행하지 않았다.</a:t>
            </a:r>
          </a:p>
          <a:p xmlns:a="http://schemas.openxmlformats.org/drawingml/2006/main">
            <a:r>
              <a:t/>
            </a:r>
          </a:p>
          <a:p xmlns:a="http://schemas.openxmlformats.org/drawingml/2006/main">
            <a:r>
              <a:t>Claim Boundary: 제조 검사장비로 확장하는 교육용 가정이다. 실제 저장소에는 normalize/resize/statistics도 구현돼 있으므로 점선을 함수 미구현으로 설명하지 않는다. crop의 실선도 정상·검증 완료를 뜻하지 않는다. TRIAL-001 조사 뒤 실제 crop 수정은 다음 ACT의 TRIAL-002에서 회수한다. 통계 카드의 막대는 추상 기호이며 측정 히스토그램·결함 검출·양불 판정 결과가 아니다. 판정 조건·알고리즘 정답이나 완성된 Task 요청을 이 장에서 제공하지 않는다.</a:t>
            </a:r>
          </a:p>
          <a:p xmlns:a="http://schemas.openxmlformats.org/drawingml/2006/main">
            <a:r>
              <a:t/>
            </a:r>
          </a:p>
          <a:p xmlns:a="http://schemas.openxmlformats.org/drawingml/2006/main">
            <a:r>
              <a:t>Beginner Explanation: ROI crop 이후 검사에서 무엇을 더 하고 싶은지는 코드를 보는 것만으로 정해지지 않는다. 그림의 점선 중 어디까지 맡기고 싶은지 떠올리면 충분하다.</a:t>
            </a:r>
          </a:p>
          <a:p xmlns:a="http://schemas.openxmlformats.org/drawingml/2006/main">
            <a:r>
              <a:t/>
            </a:r>
          </a:p>
          <a:p xmlns:a="http://schemas.openxmlformats.org/drawingml/2006/main">
            <a:r>
              <a:t>Advanced Insight: 강사용 연결: ROI crop의 동작·보존 범위는 ACT 1, 좌표·밝기·크기 조건은 ACT 2, Normalize/Resize/Statistics의 반복 성능 조사는 ACT 3, 개별 단계와 연결 검증 범위·환경 변화는 ACT 4와 대응한다. 이 연결을 지금 미리 강의하지 않는다. 뒤 ACT가 이 가상의 제조 검사 파이프라인 전체를 실제로 구현·검증한다고 약속하지 않는다.</a:t>
            </a:r>
          </a:p>
          <a:p xmlns:a="http://schemas.openxmlformats.org/drawingml/2006/main">
            <a:r>
              <a:t/>
            </a:r>
          </a:p>
          <a:p xmlns:a="http://schemas.openxmlformats.org/drawingml/2006/main">
            <a:r>
              <a:t>C++ Vision Bridge: N/A. 제조 검사 도메인은 질문의 배경이며 새로운 C++ 도구·하드웨어 검증이나 전용 Bridge를 추가하지 않는다.</a:t>
            </a:r>
          </a:p>
          <a:p xmlns:a="http://schemas.openxmlformats.org/drawingml/2006/main">
            <a:r>
              <a:t/>
            </a:r>
          </a:p>
          <a:p xmlns:a="http://schemas.openxmlformats.org/drawingml/2006/main">
            <a:r>
              <a:t>Demo Operation: N/A. 편집 가능한 native 도식으로 질문을 여는 정적 화면이다. 검사장비 실행·신규 Demo·새 Trial을 시연하지 않는다.</a:t>
            </a:r>
          </a:p>
          <a:p xmlns:a="http://schemas.openxmlformats.org/drawingml/2006/main">
            <a:r>
              <a:t/>
            </a:r>
          </a:p>
          <a:p xmlns:a="http://schemas.openxmlformats.org/drawingml/2006/main">
            <a:r>
              <a:t>Audience Interaction: Transition 3분에서 개인적으로 작업을 떠올리게 하고 Q&amp;A 3분은 선택적 질문 시간으로 둔다. 답변·공유·코드 작성·알고리즘 설계를 강제하지 않는다.</a:t>
            </a:r>
          </a:p>
          <a:p xmlns:a="http://schemas.openxmlformats.org/drawingml/2006/main">
            <a:r>
              <a:t/>
            </a:r>
          </a:p>
          <a:p xmlns:a="http://schemas.openxmlformats.org/drawingml/2006/main">
            <a:r>
              <a:t>Transition: “방금 떠올린 원하는 결과를 작업 요청으로 전달하려면 무엇이 더 필요할까요?”라는 질문으로 `Chatbot → Prompt`를 handoff한다. ACT 1의 내부 구조는 소개하지 않는다.</a:t>
            </a:r>
          </a:p>
          <a:p xmlns:a="http://schemas.openxmlformats.org/drawingml/2006/main">
            <a:r>
              <a:t/>
            </a:r>
          </a:p>
          <a:p xmlns:a="http://schemas.openxmlformats.org/drawingml/2006/main">
            <a:r>
              <a:t>Time Management: Transition 3분 뒤 Q&amp;A 3분 순서를 유지한다. 파이프라인 설명은 50초 정도로 제한하고 이름·실선/점선 범위만 짚는다. Q&amp;A를 늘려 ACT 시간을 옮기지 않는다. 실제 운영 시간은 리허설 전까지 UNVERIFIED다.</a:t>
            </a:r>
          </a:p>
          <a:p xmlns:a="http://schemas.openxmlformats.org/drawingml/2006/main">
            <a:r>
              <a:t/>
            </a:r>
          </a:p>
          <a:p xmlns:a="http://schemas.openxmlformats.org/drawingml/2006/main">
            <a:r>
              <a:t>Fallback: production/ACT_0.pptx S13 또는 production/preview/act0/S13.png의 동일 도식을 사용한다. 질문이 없으면 판정의 ?와 두 질문을 남긴 채 기존 Transition으로 S14에 넘긴다. 즉석 검사 알고리즘·실행 화면으로 대체하지 않는다.</a:t>
            </a:r>
          </a:p>
          <a:p xmlns:a="http://schemas.openxmlformats.org/drawingml/2006/main">
            <a:r>
              <a:t/>
            </a:r>
          </a:p>
          <a:p xmlns:a="http://schemas.openxmlformats.org/drawingml/2006/main">
            <a:r>
              <a:t>Validation Status: ALIGNED — DEC-0037에 따라 교육용 파이프라인과 실제 구현 범위, 기존 질문·시간·Story 연결을 대조했다. 최종 PPT/내장 Notes/PNG 검토는 production/evaluation/S10_INSPECTION_PIPELINE_REVISION.md에 기록한다. Windows PowerPoint·발표 PC 글꼴·교육장 투사·실측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S14 — Task에는 무엇이 아직 정해지지 않았을까?</a:t>
            </a:r>
          </a:p>
          <a:p xmlns:a="http://schemas.openxmlformats.org/drawingml/2006/main">
            <a:r>
              <a:t/>
            </a:r>
          </a:p>
          <a:p xmlns:a="http://schemas.openxmlformats.org/drawingml/2006/main">
            <a:r>
              <a:t>Slide ID: S14</a:t>
            </a:r>
          </a:p>
          <a:p xmlns:a="http://schemas.openxmlformats.org/drawingml/2006/main">
            <a:r>
              <a:t/>
            </a:r>
          </a:p>
          <a:p xmlns:a="http://schemas.openxmlformats.org/drawingml/2006/main">
            <a:r>
              <a:t>Working Title: Task에는 무엇이 아직 정해지지 않았을까?</a:t>
            </a:r>
          </a:p>
          <a:p xmlns:a="http://schemas.openxmlformats.org/drawingml/2006/main">
            <a:r>
              <a:t/>
            </a:r>
          </a:p>
          <a:p xmlns:a="http://schemas.openxmlformats.org/drawingml/2006/main">
            <a:r>
              <a:t>ACT / Section: ACT 1 / 1A</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Case 7 minutes</a:t>
            </a:r>
          </a:p>
          <a:p xmlns:a="http://schemas.openxmlformats.org/drawingml/2006/main">
            <a:r>
              <a:t/>
            </a:r>
          </a:p>
          <a:p xmlns:a="http://schemas.openxmlformats.org/drawingml/2006/main">
            <a:r>
              <a:t>Primary Message: 코드가 보이더라도 무엇을 바꾸고, 무엇을 보존하며, 언제 끝났다고 판단할지는 요청에 명시되어야 한다.</a:t>
            </a:r>
          </a:p>
          <a:p xmlns:a="http://schemas.openxmlformats.org/drawingml/2006/main">
            <a:r>
              <a:t/>
            </a:r>
          </a:p>
          <a:p xmlns:a="http://schemas.openxmlformats.org/drawingml/2006/main">
            <a:r>
              <a:t>Opening Question: “원하는 변화, 지킬 조건, 완료 근거 중 무엇이 아직 요청에 없을까?”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**REQUEST (0:00–1:30):** S13의 검사 Task 질문을 회수하고 입력창의 “filter 성능 개선해줘”를 읽는다. ACT 1은 원하는 변화·지켜야 할 조건·완료를 판단할 근거를 요청에 담는 구간이라고 짧게 고정한다. 화면은 실제 실행 기록이 아닌 교육용 요청이다.</a:t>
            </a:r>
          </a:p>
          <a:p xmlns:a="http://schemas.openxmlformats.org/drawingml/2006/main">
            <a:r>
              <a:t>2. **UNSET DECISIONS (1:30–4:00):** 오른쪽 세 질문을 하나씩 짚어 목표·보존 조건·완료 근거 중 어떤 결정이 빠져 있는지 본다. Repository에서 읽을 수 있는 사실과 개발자가 선택해야 할 의도는 구분한다. Agent가 능력이 없거나 반드시 멈춘다는 설명은 하지 않는다.</a:t>
            </a:r>
          </a:p>
          <a:p xmlns:a="http://schemas.openxmlformats.org/drawingml/2006/main">
            <a:r>
              <a:t>3. **COST CONCEPT (4:00–5:30):** 승인된 토큰·작업 시간 PNG는 재탐색·재시도가 길어질 수 있다는 수치 없는 개념도다. 실제 측정, 기하급수 법칙, 명확한 요청의 총 비용 절감 성과로 읽지 않는다. 먼저 질문하는 선택도 가능하다.</a:t>
            </a:r>
          </a:p>
          <a:p xmlns:a="http://schemas.openxmlformats.org/drawingml/2006/main">
            <a:r>
              <a:t>4. **NARROW THE CASE (5:30–7:00):** filter에서 남은 의도 문제를 이미 본 crop 사례로 좁힌다고 전환 이유를 말한다. 다른 성능 실험을 시작하는 것이 아니라 같은 모호함을 친숙한 동작 명세로 구체화하는 것이다.</a:t>
            </a:r>
          </a:p>
          <a:p xmlns:a="http://schemas.openxmlformats.org/drawingml/2006/main">
            <a:r>
              <a:t/>
            </a:r>
          </a:p>
          <a:p xmlns:a="http://schemas.openxmlformats.org/drawingml/2006/main">
            <a:r>
              <a:t>Evidence / Source: BEAT-004, TRIAL-001 callback, CLM-0002, DEC-0038, DEC-0040. TEACHING_MODEL / CONCEPTUAL. 프롬프트창은 재구성이고 AI Agent 그림은 AI 생성 교육용 삽화다. 비용 표시는 정성적 개념도이며 실제 Trial·현재 제품 실행·토큰/시간 측정값이 아니다. 삽화: assets/slide-illustrations/task-choice-agent.png (built-in imagegen, 투명 배경). 같은 Agent를 세 장에서 의도적으로 반복한다. 생성 프롬프트·출처·표현 경계: assets/slide-illustrations/PROMPT_TIMELINE_SOURCES.md. 토큰 소모·작업 시간 곡선과 끝 화살표는 편집 가능한 그래프 객체 대신 assets/slide-illustrations/S11-token-growth.png 및 S11-time-growth.png의 투명 PNG 삽화로 표시한다. 텍스트 label은 native text로 유지한다. 두 그래프 이미지의 생성 방식·정확한 프롬프트·표현 경계: assets/slide-illustrations/S11_RESOURCE_GRAPH_SOURCES.md.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미정인 요청이 특정 실행 실패나 토큰·시간의 기하급수적 증가를 반드시 만든다고 주장하지 않는다. 그림은 실제 내부 추론·로그·작업 정지 기록이 아니다. Agent는 가능한 선택을 제안하거나 먼저 질문할 수 있다. 오른쪽 세 질문의 답과 다음 Task Specification 해답은 이 장에서 미리 제공하지 않는다.</a:t>
            </a:r>
          </a:p>
          <a:p xmlns:a="http://schemas.openxmlformats.org/drawingml/2006/main">
            <a:r>
              <a:t/>
            </a:r>
          </a:p>
          <a:p xmlns:a="http://schemas.openxmlformats.org/drawingml/2006/main">
            <a:r>
              <a:t>Beginner Explanation: “성능을 개선해줘”만으로는 어떤 변경을 원하고 무엇을 지켜야 하는지 빠질 수 있다. 필요한 선택을 먼저 밝혀 두면 불필요한 재탐색을 줄일 여지가 있다.</a:t>
            </a:r>
          </a:p>
          <a:p xmlns:a="http://schemas.openxmlformats.org/drawingml/2006/main">
            <a:r>
              <a:t/>
            </a:r>
          </a:p>
          <a:p xmlns:a="http://schemas.openxmlformats.org/drawingml/2006/main">
            <a:r>
              <a:t>Advanced Insight: Task goal, preserved behavior and acceptance evidence remain distinct from repository access. The rising cost illustration is qualitative; it does not establish measured exponential growth, model incapacity or causal productivity improvement.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재구성·생성 삽화·개념 비용 표시를 보는 정적 Case다. 새 Agent 실행·Trial·제품 동작을 시연하지 않는다.</a:t>
            </a:r>
          </a:p>
          <a:p xmlns:a="http://schemas.openxmlformats.org/drawingml/2006/main">
            <a:r>
              <a:t/>
            </a:r>
          </a:p>
          <a:p xmlns:a="http://schemas.openxmlformats.org/drawingml/2006/main">
            <a:r>
              <a:t>Audience Interaction: 오른쪽 세 질문을 따라 어떤 결정이 비어 있는지 생각하게 한다. 공개 답변·실습·요청문 작성을 요구하지 않는다.</a:t>
            </a:r>
          </a:p>
          <a:p xmlns:a="http://schemas.openxmlformats.org/drawingml/2006/main">
            <a:r>
              <a:t/>
            </a:r>
          </a:p>
          <a:p xmlns:a="http://schemas.openxmlformats.org/drawingml/2006/main">
            <a:r>
              <a:t>Transition: “성능 요청에서 남은 결정을, 앞서 본 crop 사례로 좁혀 보겠습니다. 같은 모호함을 구체적으로 보기 위한 예시 전환입니다.”라고 S15로 이동한다.</a:t>
            </a:r>
          </a:p>
          <a:p xmlns:a="http://schemas.openxmlformats.org/drawingml/2006/main">
            <a:r>
              <a:t/>
            </a:r>
          </a:p>
          <a:p xmlns:a="http://schemas.openxmlformats.org/drawingml/2006/main">
            <a:r>
              <a:t>Time Management: Case 7분 유지. 요청 1분30초, 오른쪽 미정 질문 2분30초, 비용 개념 1분30초, 다음 사례 연결 1분30초로 제한한다. 곡선·토큰 단가·제품 내부 추론 강의를 추가하지 않는다. 실측 발표 시간은 UNVERIFIED다.</a:t>
            </a:r>
          </a:p>
          <a:p xmlns:a="http://schemas.openxmlformats.org/drawingml/2006/main">
            <a:r>
              <a:t/>
            </a:r>
          </a:p>
          <a:p xmlns:a="http://schemas.openxmlformats.org/drawingml/2006/main">
            <a:r>
              <a:t>Fallback: 정적 기본 경로 — `production/ACT_1.pptx` S14 또는 `production/preview/act1/S14.png`를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S15 — 요청만으로는 의도가 보이지 않는다</a:t>
            </a:r>
          </a:p>
          <a:p xmlns:a="http://schemas.openxmlformats.org/drawingml/2006/main">
            <a:r>
              <a:t/>
            </a:r>
          </a:p>
          <a:p xmlns:a="http://schemas.openxmlformats.org/drawingml/2006/main">
            <a:r>
              <a:t>Slide ID: S15</a:t>
            </a:r>
          </a:p>
          <a:p xmlns:a="http://schemas.openxmlformats.org/drawingml/2006/main">
            <a:r>
              <a:t/>
            </a:r>
          </a:p>
          <a:p xmlns:a="http://schemas.openxmlformats.org/drawingml/2006/main">
            <a:r>
              <a:t>Working Title: 요청만으로는 의도가 보이지 않는다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Repository를 볼 수 있어도 바꿀 범위와 완료 조건까지 알 수 있는 것은 아니다.</a:t>
            </a:r>
          </a:p>
          <a:p xmlns:a="http://schemas.openxmlformats.org/drawingml/2006/main">
            <a:r>
              <a:t/>
            </a:r>
          </a:p>
          <a:p xmlns:a="http://schemas.openxmlformats.org/drawingml/2006/main">
            <a:r>
              <a:t>Opening Question: “앞서 본 crop 요청에서도, 사람이 원하는 작업 경로는 정해졌을까?”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**SAME AMBIGUITY (0:00–0:30):** 성능 요청에서 보았던 “어떤 변화를 원하나?”를 앞서 조사한 crop으로 좁혔다고 회수한다. 입력창의 “crop test 고쳐줘”는 수업용 요청이며 실제 TRIAL-002 Prompt가 아니다.</a:t>
            </a:r>
          </a:p>
          <a:p xmlns:a="http://schemas.openxmlformats.org/drawingml/2006/main">
            <a:r>
              <a:t>2. **POSSIBLE PATHS (0:30–1:20):** 같은 Agent에서 나뉜 테스트 변경·구현 변경·먼저 질문의 세 경로를 짚는다. 요청에 없는 의도 때문에 남는 가능한 해석이며 실제 반복 실험·확률·동시 Subagent 실행 결과가 아니다.</a:t>
            </a:r>
          </a:p>
          <a:p xmlns:a="http://schemas.openxmlformats.org/drawingml/2006/main">
            <a:r>
              <a:t>3. **MISSING INFORMATION (1:20–2:00):** 목표 세부·보존 조건·수정 범위·확인 근거·완료 조건을 아직 채워야 할 정보로 읽는다. 어떤 경로를 원했는지 요청에 담는 다음 장으로 넘긴다.</a:t>
            </a:r>
          </a:p>
          <a:p xmlns:a="http://schemas.openxmlformats.org/drawingml/2006/main">
            <a:r>
              <a:t/>
            </a:r>
          </a:p>
          <a:p xmlns:a="http://schemas.openxmlformats.org/drawingml/2006/main">
            <a:r>
              <a:t>Evidence / Source: BEAT-004, CLM-0002, DEC-0038. TEACHING_MODEL / CONCEPTUAL. 같은 AI Agent 삽화와 병렬 시간선은 가능한 요청 해석의 도식이다. 실제 반복 실행·분기 빈도·실패 로그·평행 Agent 실행을 기록한 것이 아니다.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`crop test 고쳐줘`는 수업용 구성 요청이다. 이 요청이 테스트 변경·구현 변경·질문을 특정 확률로 만든다고 주장하지 않는다. 경로는 성공/실패 판정이 아니며 실제 TRIAL-002 결과를 새로 만들지 않는다. 테스트 수정이 모든 상황에서 나쁘다는 일반화도 하지 않는다.</a:t>
            </a:r>
          </a:p>
          <a:p xmlns:a="http://schemas.openxmlformats.org/drawingml/2006/main">
            <a:r>
              <a:t/>
            </a:r>
          </a:p>
          <a:p xmlns:a="http://schemas.openxmlformats.org/drawingml/2006/main">
            <a:r>
              <a:t>Beginner Explanation: 같은 말이라도 기대값을 고치라는 뜻인지, 구현을 명세에 맞추라는 뜻인지 아직 남아 있을 수 있다. 먼저 확인을 요청하는 해석도 가능하다.</a:t>
            </a:r>
          </a:p>
          <a:p xmlns:a="http://schemas.openxmlformats.org/drawingml/2006/main">
            <a:r>
              <a:t/>
            </a:r>
          </a:p>
          <a:p xmlns:a="http://schemas.openxmlformats.org/drawingml/2006/main">
            <a:r>
              <a:t>Advanced Insight: The timelines represent unresolved interpretation, not measured nondeterminism. Missing constraints are human intent that cannot be reliably inferred from repository access alone.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정적 프롬프트·동일 Agent·가능한 세 경로를 설명한다. 새 Trial·반복 호출·병렬 Subagent를 실행하지 않는다.</a:t>
            </a:r>
          </a:p>
          <a:p xmlns:a="http://schemas.openxmlformats.org/drawingml/2006/main">
            <a:r>
              <a:t/>
            </a:r>
          </a:p>
          <a:p xmlns:a="http://schemas.openxmlformats.org/drawingml/2006/main">
            <a:r>
              <a:t>Audience Interaction: 같은 요청의 해석과 아래 다섯 미정 정보를 잠시 생각하게 한다. 정답 분류·공개 응답·실습을 요구하지 않는다.</a:t>
            </a:r>
          </a:p>
          <a:p xmlns:a="http://schemas.openxmlformats.org/drawingml/2006/main">
            <a:r>
              <a:t/>
            </a:r>
          </a:p>
          <a:p xmlns:a="http://schemas.openxmlformats.org/drawingml/2006/main">
            <a:r>
              <a:t>Transition: “이 미정 정보를 요청에 담으면, 어떤 작업 경로를 원한다는 뜻인지 더 분명해질까요?”라고 S16의 교육용 구체화 예시로 이동한다.</a:t>
            </a:r>
          </a:p>
          <a:p xmlns:a="http://schemas.openxmlformats.org/drawingml/2006/main">
            <a:r>
              <a:t/>
            </a:r>
          </a:p>
          <a:p xmlns:a="http://schemas.openxmlformats.org/drawingml/2006/main">
            <a:r>
              <a:t>Time Management: 원래 Case 4분을 S15 Case 2분 + 새 S16 Case 2분으로 나눈다. 여기서는 요청 30초, 가능 경로 50초, 미정 정보 40초만 다루고 세 경로의 세부 알고리즘을 강의하지 않는다.</a:t>
            </a:r>
          </a:p>
          <a:p xmlns:a="http://schemas.openxmlformats.org/drawingml/2006/main">
            <a:r>
              <a:t/>
            </a:r>
          </a:p>
          <a:p xmlns:a="http://schemas.openxmlformats.org/drawingml/2006/main">
            <a:r>
              <a:t>Fallback: 정적 기본 경로 — `production/ACT_1.pptx` S15 또는 `production/preview/act1/S15.png`를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S16 — 원하는 작업 경로를 Prompt에 담는다</a:t>
            </a:r>
          </a:p>
          <a:p xmlns:a="http://schemas.openxmlformats.org/drawingml/2006/main">
            <a:r>
              <a:t/>
            </a:r>
          </a:p>
          <a:p xmlns:a="http://schemas.openxmlformats.org/drawingml/2006/main">
            <a:r>
              <a:t>Slide ID: S16</a:t>
            </a:r>
          </a:p>
          <a:p xmlns:a="http://schemas.openxmlformats.org/drawingml/2006/main">
            <a:r>
              <a:t/>
            </a:r>
          </a:p>
          <a:p xmlns:a="http://schemas.openxmlformats.org/drawingml/2006/main">
            <a:r>
              <a:t>Working Title: 원하는 작업 경로를 Prompt에 담는다</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 minutes</a:t>
            </a:r>
          </a:p>
          <a:p xmlns:a="http://schemas.openxmlformats.org/drawingml/2006/main">
            <a:r>
              <a:t/>
            </a:r>
          </a:p>
          <a:p xmlns:a="http://schemas.openxmlformats.org/drawingml/2006/main">
            <a:r>
              <a:t>Primary Message: 목표·보존 조건·수정 범위·확인 근거·완료 조건을 요청에 담아 원하는 작업 경로를 명시하고 해석의 여지를 줄인다.</a:t>
            </a:r>
          </a:p>
          <a:p xmlns:a="http://schemas.openxmlformats.org/drawingml/2006/main">
            <a:r>
              <a:t/>
            </a:r>
          </a:p>
          <a:p xmlns:a="http://schemas.openxmlformats.org/drawingml/2006/main">
            <a:r>
              <a:t>Opening Question: “확인·보고 사항까지 담으니 어떤 작업을 원했는지 더 분명해졌을까?”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**SPECIFY (0:00–0:45):** 같은 요청에 목표·보존·범위·확인·완료 정보를 더한 문장을 읽는다. 처음 나오는 확인 용어를 풀어 준다. “crop 관련 테스트만 실행”은 관련 동작을 골라 확인하는 집중 테스트(focused crop tests), “프로젝트 전체 테스트 실행”은 프로젝트에 묶인 테스트 전체(full suite), “CLI 샘플 실행 확인”은 준비한 샘플로 명령줄 실행 경로를 보는 확인(smoke), “변경 내용 확인”은 바뀐 파일과 줄을 살피는 검토(diff 검토)다. 이 장의 요청은 교육용 구성이다.</a:t>
            </a:r>
          </a:p>
          <a:p xmlns:a="http://schemas.openxmlformats.org/drawingml/2006/main">
            <a:r>
              <a:t>2. **INTENDED PATH (0:45–1:30):** 오른쪽 구현 최소 수정 경로를 사람이 원하는 방향으로 읽는다. 요청에 의도를 담았다는 표시이며 실제 실행의 선택·정확성·성공을 보장하지 않는다. 과정과 확인·보고 사항도 요청 내용이라는 점을 짚고, 저장소 사실을 사람이 전부 복사해야 한다고 설명하지 않는다.</a:t>
            </a:r>
          </a:p>
          <a:p xmlns:a="http://schemas.openxmlformats.org/drawingml/2006/main">
            <a:r>
              <a:t>3. **GENERALIZE (1:30–2:00):** 구체 답은 여기서 마치고, 다른 작업을 요청할 때 사람이 먼저 답해야 할 질문으로 일반화한다.</a:t>
            </a:r>
          </a:p>
          <a:p xmlns:a="http://schemas.openxmlformats.org/drawingml/2006/main">
            <a:r>
              <a:t/>
            </a:r>
          </a:p>
          <a:p xmlns:a="http://schemas.openxmlformats.org/drawingml/2006/main">
            <a:r>
              <a:t>Evidence / Source: BEAT-004, CLM-0002, DEC-0038. TEACHING_MODEL / CONCEPTUAL. TRIAL-001/002의 끝 좌표 제외 crop 명세와 검증 범위를 배경으로 한 수업용 Prompt다. 실제 TRIAL-002에서 사용한 요청·관찰된 선택·성능 비교를 재현하지 않는다. 삽화: assets/slide-illustrations/task-choice-agent.png (built-in imagegen, 투명 배경). 같은 Agent를 세 장에서 의도적으로 반복한다. 생성 프롬프트·출처·표현 경계: assets/slide-illustrations/PROMPT_TIMELINE_SOURCES.md. DEC-0042는 요청 설계와 기존 사례의 연결·용어를 정렬한 결정이며 새로운 실험 근거가 아니다.</a:t>
            </a:r>
          </a:p>
          <a:p xmlns:a="http://schemas.openxmlformats.org/drawingml/2006/main">
            <a:r>
              <a:t/>
            </a:r>
          </a:p>
          <a:p xmlns:a="http://schemas.openxmlformats.org/drawingml/2006/main">
            <a:r>
              <a:t>Claim Boundary: 강조 경로는 사람이 명시한 목표 경로이며 실제 실행 결과나 결정성·성공 보장이 아니다. 동일 모델·Agent가 항상 하나의 결과를 내고 다른 가능성이 사라진다는 주장을 하지 않는다. 테스트 기대값 보존은 이 예시의 유효한 명세를 전제로 한 조건이지 모든 테스트 수정 금지가 아니다. 완료 여부는 실제 변경과 검증 근거를 보고 사람이 수용한다.</a:t>
            </a:r>
          </a:p>
          <a:p xmlns:a="http://schemas.openxmlformats.org/drawingml/2006/main">
            <a:r>
              <a:t/>
            </a:r>
          </a:p>
          <a:p xmlns:a="http://schemas.openxmlformats.org/drawingml/2006/main">
            <a:r>
              <a:t>Beginner Explanation: 확인 요청도 작업 요청의 일부다. 관련 테스트만 실행·프로젝트 전체 테스트 실행·CLI 샘플 실행 확인·변경 내용 확인처럼 먼저 쉬운 말로 구체화한다. 이 교육용 요청이 실제 TRIAL-002 원문이라는 뜻은 아니다.</a:t>
            </a:r>
          </a:p>
          <a:p xmlns:a="http://schemas.openxmlformats.org/drawingml/2006/main">
            <a:r>
              <a:t/>
            </a:r>
          </a:p>
          <a:p xmlns:a="http://schemas.openxmlformats.org/drawingml/2006/main">
            <a:r>
              <a:t>Advanced Insight: Explicit intent constrains the acceptable solution space; it does not guarantee deterministic behavior or correctness. Preserve verification and distinguish the requested path from the observed path.</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교육용 프롬프트 재구성과 같은 시간선의 강조 전환을 보는 정적 Case다. 실제 Agent 호출·테스트·반복 실험을 수행하지 않는다.</a:t>
            </a:r>
          </a:p>
          <a:p xmlns:a="http://schemas.openxmlformats.org/drawingml/2006/main">
            <a:r>
              <a:t/>
            </a:r>
          </a:p>
          <a:p xmlns:a="http://schemas.openxmlformats.org/drawingml/2006/main">
            <a:r>
              <a:t>Audience Interaction: 앞 장과 달라진 정보와 원하는 경로의 연결을 눈으로 확인하게 한다. 프롬프트 작성·답변·공유·실습을 요구하지 않는다.</a:t>
            </a:r>
          </a:p>
          <a:p xmlns:a="http://schemas.openxmlformats.org/drawingml/2006/main">
            <a:r>
              <a:t/>
            </a:r>
          </a:p>
          <a:p xmlns:a="http://schemas.openxmlformats.org/drawingml/2006/main">
            <a:r>
              <a:t>Transition: “이제 답을 다시 읽기보다, 다른 요청에서도 개발자가 먼저 결정할 질문을 정리해 보겠습니다.”라고 S17로 연결한다.</a:t>
            </a:r>
          </a:p>
          <a:p xmlns:a="http://schemas.openxmlformats.org/drawingml/2006/main">
            <a:r>
              <a:t/>
            </a:r>
          </a:p>
          <a:p xmlns:a="http://schemas.openxmlformats.org/drawingml/2006/main">
            <a:r>
              <a:t>Time Management: Case 2분. 다섯 줄 요청 45초, 목표 경로와 검증 경계 45초, 다음 질문 연결 30초. S15와 합쳐 원래 Case 4분, Section 1B 전체8분을 유지한다. 실제 발화 시간은 UNVERIFIED다.</a:t>
            </a:r>
          </a:p>
          <a:p xmlns:a="http://schemas.openxmlformats.org/drawingml/2006/main">
            <a:r>
              <a:t/>
            </a:r>
          </a:p>
          <a:p xmlns:a="http://schemas.openxmlformats.org/drawingml/2006/main">
            <a:r>
              <a:t>Fallback: 정적 기본 경로 — `production/ACT_1.pptx` S16 또는 `production/preview/act1/S16.png`를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S17 — 개발자가 정해야 하는 경계</a:t>
            </a:r>
          </a:p>
          <a:p xmlns:a="http://schemas.openxmlformats.org/drawingml/2006/main">
            <a:r>
              <a:t/>
            </a:r>
          </a:p>
          <a:p xmlns:a="http://schemas.openxmlformats.org/drawingml/2006/main">
            <a:r>
              <a:t>Slide ID: S17</a:t>
            </a:r>
          </a:p>
          <a:p xmlns:a="http://schemas.openxmlformats.org/drawingml/2006/main">
            <a:r>
              <a:t/>
            </a:r>
          </a:p>
          <a:p xmlns:a="http://schemas.openxmlformats.org/drawingml/2006/main">
            <a:r>
              <a:t>Working Title: 개발자가 정해야 하는 경계</a:t>
            </a:r>
          </a:p>
          <a:p xmlns:a="http://schemas.openxmlformats.org/drawingml/2006/main">
            <a:r>
              <a:t/>
            </a:r>
          </a:p>
          <a:p xmlns:a="http://schemas.openxmlformats.org/drawingml/2006/main">
            <a:r>
              <a:t>ACT / Section: ACT 1 / 1B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3 minutes + Reflection 1 minute</a:t>
            </a:r>
          </a:p>
          <a:p xmlns:a="http://schemas.openxmlformats.org/drawingml/2006/main">
            <a:r>
              <a:t/>
            </a:r>
          </a:p>
          <a:p xmlns:a="http://schemas.openxmlformats.org/drawingml/2006/main">
            <a:r>
              <a:t>Primary Message: Prompt의 실용적 가치는 문장 장식보다 Task ambiguity reduction에 있다.</a:t>
            </a:r>
          </a:p>
          <a:p xmlns:a="http://schemas.openxmlformats.org/drawingml/2006/main">
            <a:r>
              <a:t/>
            </a:r>
          </a:p>
          <a:p xmlns:a="http://schemas.openxmlformats.org/drawingml/2006/main">
            <a:r>
              <a:t>Opening Question: “다른 요청을 보내기 전, 개발자인 나는 무엇을 결정해야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앞 crop 예시의 정답을 다시 읽지 않고 “다른 요청에서도 내가 정해야 할 것은 무엇인가?”로 질문을 옮긴다. 원하는 변화와 우선순위, 지켜야 할 조건, 허용 범위, 완료 근거는 사람이 결정해 전달할 내용이다.</a:t>
            </a:r>
          </a:p>
          <a:p xmlns:a="http://schemas.openxmlformats.org/drawingml/2006/main">
            <a:r>
              <a:t>2. (1:00–3:00 / Case) 화면의 다섯 질문을 각자가 익숙한 작업에 적용할 판단 질문으로 읽는다. 저장소의 구현·테스트 위치·현재 동작처럼 조사할 수 있는 사실은 Agent에게 확인하도록 맡길 수 있다. 저장소 밖의 요구나 결정되지 않은 기준은 조사만으로 정해지지 않으므로 필요한 내용을 알려 준다. 모든 Context를 직접 써서 붙이라는 뜻은 아니다.</a:t>
            </a:r>
          </a:p>
          <a:p xmlns:a="http://schemas.openxmlformats.org/drawingml/2006/main">
            <a:r>
              <a:t>3. (3:00–4:00 / Reflection) 익숙한 요청 하나를 조용히 떠올리고 어떤 결정이 비어 있었는지 생각한다. 작성·공유·응답을 요구하지 않는다.</a:t>
            </a:r>
          </a:p>
          <a:p xmlns:a="http://schemas.openxmlformats.org/drawingml/2006/main">
            <a:r>
              <a:t/>
            </a:r>
          </a:p>
          <a:p xmlns:a="http://schemas.openxmlformats.org/drawingml/2006/main">
            <a:r>
              <a:t>Evidence / Source: BEAT-004, CLM-0002. TEACHING_MODEL / CONCEPTUAL. 특정 요청이 특정 실패를 반드시 만든다고 하지 않는다. DEC-0042는 요청 설계와 기존 사례의 연결·용어를 정렬한 결정이며 새로운 실험 근거가 아니다.</a:t>
            </a:r>
          </a:p>
          <a:p xmlns:a="http://schemas.openxmlformats.org/drawingml/2006/main">
            <a:r>
              <a:t/>
            </a:r>
          </a:p>
          <a:p xmlns:a="http://schemas.openxmlformats.org/drawingml/2006/main">
            <a:r>
              <a:t>Claim Boundary: 다섯 질문은 수업용 질문 프레임이다. 특정한 단일 답이나 제품 기능으로 소개하지 않는다.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Clarify scope, preserved contracts, acceptable change surface, and evidence before delegating.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마지막 1분은 비공개 Reflection이다. 말하기, 노트북, Prompt 작성은 요구하지 않는다.</a:t>
            </a:r>
          </a:p>
          <a:p xmlns:a="http://schemas.openxmlformats.org/drawingml/2006/main">
            <a:r>
              <a:t/>
            </a:r>
          </a:p>
          <a:p xmlns:a="http://schemas.openxmlformats.org/drawingml/2006/main">
            <a:r>
              <a:t>Transition: “사람이 정할 답과 저장소에서 조사할 사실을 구분해, 다섯 항목의 작업 요청으로 정리해 보겠습니다.”라고 S18로 이동한다.</a:t>
            </a:r>
          </a:p>
          <a:p xmlns:a="http://schemas.openxmlformats.org/drawingml/2006/main">
            <a:r>
              <a:t/>
            </a:r>
          </a:p>
          <a:p xmlns:a="http://schemas.openxmlformats.org/drawingml/2006/main">
            <a:r>
              <a:t>Time Management: Case 3분 후 Reflection 1분을 분리한다. 답을 제공하거나 공개 응답을 받지 않는다.</a:t>
            </a:r>
          </a:p>
          <a:p xmlns:a="http://schemas.openxmlformats.org/drawingml/2006/main">
            <a:r>
              <a:t/>
            </a:r>
          </a:p>
          <a:p xmlns:a="http://schemas.openxmlformats.org/drawingml/2006/main">
            <a:r>
              <a:t>Fallback: 정적 기본 경로 — `production/ACT_1.pptx` S17 또는 `production/preview/act1/S17.png`를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S18 — Task Specification의 다섯 책임</a:t>
            </a:r>
          </a:p>
          <a:p xmlns:a="http://schemas.openxmlformats.org/drawingml/2006/main">
            <a:r>
              <a:t/>
            </a:r>
          </a:p>
          <a:p xmlns:a="http://schemas.openxmlformats.org/drawingml/2006/main">
            <a:r>
              <a:t>Slide ID: S18</a:t>
            </a:r>
          </a:p>
          <a:p xmlns:a="http://schemas.openxmlformats.org/drawingml/2006/main">
            <a:r>
              <a:t/>
            </a:r>
          </a:p>
          <a:p xmlns:a="http://schemas.openxmlformats.org/drawingml/2006/main">
            <a:r>
              <a:t>Working Title: Task Specification의 다섯 책임</a:t>
            </a:r>
          </a:p>
          <a:p xmlns:a="http://schemas.openxmlformats.org/drawingml/2006/main">
            <a:r>
              <a:t/>
            </a:r>
          </a:p>
          <a:p xmlns:a="http://schemas.openxmlformats.org/drawingml/2006/main">
            <a:r>
              <a:t>ACT / Section: ACT 1 / 1C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Goal, Context, Constraints, Process, Verification은 작업을 구체화하는 교육용 틀이다.</a:t>
            </a:r>
          </a:p>
          <a:p xmlns:a="http://schemas.openxmlformats.org/drawingml/2006/main">
            <a:r>
              <a:t/>
            </a:r>
          </a:p>
          <a:p xmlns:a="http://schemas.openxmlformats.org/drawingml/2006/main">
            <a:r>
              <a:t>Opening Question: “사람이 정할 답과 저장소에서 조사할 사실을 요청에 어떻게 담을까?”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S17의 질문을 이 과정의 Goal / Context / Constraints / Process / Verification 틀로 정리한다고 소개한다. 공식 제품 분류나 새 기능이 아니다.</a:t>
            </a:r>
          </a:p>
          <a:p xmlns:a="http://schemas.openxmlformats.org/drawingml/2006/main">
            <a:r>
              <a:t>2. (0:40–2:20) Goal은 원하는 변화, Constraints는 지킬 조건·허용 범위다. Context는 작업에 관련된 사실과 찾아볼 위치이며, 저장소의 사실을 조사하도록 요청할 수 있다. 사람은 목표·우선순위·보존 조건·완료 판단 기준을 정하고, 저장소에서 알 수 없는 외부 요구는 필요한 만큼 제공한다.</a:t>
            </a:r>
          </a:p>
          <a:p xmlns:a="http://schemas.openxmlformats.org/drawingml/2006/main">
            <a:r>
              <a:t>3. (2:20–4:00) Process는 조사·계획 등 요청한 진행 순서, Verification은 완료를 판단하려고 확인·보고받을 근거다. 두 항목 모두 작업 요청에 담을 내용이라는 연결을 고정한다. 다섯 항목의 이름을 반복 암기시키지 않고 다음 장의 실제 문장 위치로 넘긴다.</a:t>
            </a:r>
          </a:p>
          <a:p xmlns:a="http://schemas.openxmlformats.org/drawingml/2006/main">
            <a:r>
              <a:t/>
            </a:r>
          </a:p>
          <a:p xmlns:a="http://schemas.openxmlformats.org/drawingml/2006/main">
            <a:r>
              <a:t>Evidence / Source: BEAT-005,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다섯 항목은 과정에서 쓰는 Task Specification 모델이지 공식 OpenAI taxonomy나 universal law가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Separate task intent from retained project facts, and identify which judgment remains with the developer.</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설명 중간에 다섯 책임이 줄이는 불확실성을 확인한다. 청중에게 작성 실습을 시키지 않는다.</a:t>
            </a:r>
          </a:p>
          <a:p xmlns:a="http://schemas.openxmlformats.org/drawingml/2006/main">
            <a:r>
              <a:t/>
            </a:r>
          </a:p>
          <a:p xmlns:a="http://schemas.openxmlformats.org/drawingml/2006/main">
            <a:r>
              <a:t>Transition: “이 다섯 항목이 실제 요청 문장의 어디에 들어가는지 보겠습니다.”라고 S19의 교육용 요청 예시로 이동한다.</a:t>
            </a:r>
          </a:p>
          <a:p xmlns:a="http://schemas.openxmlformats.org/drawingml/2006/main">
            <a:r>
              <a:t/>
            </a:r>
          </a:p>
          <a:p xmlns:a="http://schemas.openxmlformats.org/drawingml/2006/main">
            <a:r>
              <a:t>Time Management: 네 분 동안 각 항목을 한 문장으로 설명한다. 별도 Best Practice 목록이나 제품 기능으로 확장하지 않는다.</a:t>
            </a:r>
          </a:p>
          <a:p xmlns:a="http://schemas.openxmlformats.org/drawingml/2006/main">
            <a:r>
              <a:t/>
            </a:r>
          </a:p>
          <a:p xmlns:a="http://schemas.openxmlformats.org/drawingml/2006/main">
            <a:r>
              <a:t>Fallback: 정적 기본 경로 — `production/ACT_1.pptx` S18 또는 `production/preview/act1/S18.png`를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S19 — 더 긴 Prompt보다 분명한 경계</a:t>
            </a:r>
          </a:p>
          <a:p xmlns:a="http://schemas.openxmlformats.org/drawingml/2006/main">
            <a:r>
              <a:t/>
            </a:r>
          </a:p>
          <a:p xmlns:a="http://schemas.openxmlformats.org/drawingml/2006/main">
            <a:r>
              <a:t>Slide ID: S19</a:t>
            </a:r>
          </a:p>
          <a:p xmlns:a="http://schemas.openxmlformats.org/drawingml/2006/main">
            <a:r>
              <a:t/>
            </a:r>
          </a:p>
          <a:p xmlns:a="http://schemas.openxmlformats.org/drawingml/2006/main">
            <a:r>
              <a:t>Working Title: 더 긴 Prompt보다 분명한 경계</a:t>
            </a:r>
          </a:p>
          <a:p xmlns:a="http://schemas.openxmlformats.org/drawingml/2006/main">
            <a:r>
              <a:t/>
            </a:r>
          </a:p>
          <a:p xmlns:a="http://schemas.openxmlformats.org/drawingml/2006/main">
            <a:r>
              <a:t>ACT / Section: ACT 1 / 1C + 1F</a:t>
            </a:r>
          </a:p>
          <a:p xmlns:a="http://schemas.openxmlformats.org/drawingml/2006/main">
            <a:r>
              <a:t/>
            </a:r>
          </a:p>
          <a:p xmlns:a="http://schemas.openxmlformats.org/drawingml/2006/main">
            <a:r>
              <a:t>Allocated Time: 9 minutes</a:t>
            </a:r>
          </a:p>
          <a:p xmlns:a="http://schemas.openxmlformats.org/drawingml/2006/main">
            <a:r>
              <a:t/>
            </a:r>
          </a:p>
          <a:p xmlns:a="http://schemas.openxmlformats.org/drawingml/2006/main">
            <a:r>
              <a:t>Mode Split: Lecture 6 minutes + Case 3 minutes</a:t>
            </a:r>
          </a:p>
          <a:p xmlns:a="http://schemas.openxmlformats.org/drawingml/2006/main">
            <a:r>
              <a:t/>
            </a:r>
          </a:p>
          <a:p xmlns:a="http://schemas.openxmlformats.org/drawingml/2006/main">
            <a:r>
              <a:t>Primary Message: 유용성은 Prompt의 길이보다 Goal과 제약, 과정, 검증 경계가 분명한 데서 나온다.</a:t>
            </a:r>
          </a:p>
          <a:p xmlns:a="http://schemas.openxmlformats.org/drawingml/2006/main">
            <a:r>
              <a:t/>
            </a:r>
          </a:p>
          <a:p xmlns:a="http://schemas.openxmlformats.org/drawingml/2006/main">
            <a:r>
              <a:t>Opening Question: “다섯 항목은 구체적인 요청 문장의 어디에서 드러나는가?”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짧은 요청과 교육용으로 구체화한 요청을 비교한다. 앞 장의 다섯 항목을 다시 정의하지 않고 어떤 문장이 목표·맥락·제약·과정·검증을 드러내는지 짚는다.</a:t>
            </a:r>
          </a:p>
          <a:p xmlns:a="http://schemas.openxmlformats.org/drawingml/2006/main">
            <a:r>
              <a:t>2. (2:00–5:00 / Lecture) crop 경계 실패를 조사·수정하라는 목표, 저장소의 실패 테스트·호출 경로를 보라는 맥락, 끝 좌표 제외 명세와 무관한 API·의존성 보존 조건을 요청 문장에서 찾는다. 저장소 사실의 답을 미리 복사하는 대신 조사할 사실과 위치를 가리킬 수 있다. 조사·계획·최소 수정 순서 역시 Process로 요청에 들어간다.</a:t>
            </a:r>
          </a:p>
          <a:p xmlns:a="http://schemas.openxmlformats.org/drawingml/2006/main">
            <a:r>
              <a:t>3. (5:00–6:00 / Lecture) 확인·보고 요청을 쉬운 말로 읽는다: crop 관련 테스트만 실행, 프로젝트 전체 테스트 실행, 가능한 경우 CLI 샘플 실행 확인, 변경 내용 확인. 영어 이름은 필요한 경우 뒤에 붙이며 명령 실행법 수업으로 확장하지 않는다. C++ 보존·검증 footer는 선택적 짧은 참고다.</a:t>
            </a:r>
          </a:p>
          <a:p xmlns:a="http://schemas.openxmlformats.org/drawingml/2006/main">
            <a:r>
              <a:t>4. (6:00–7:30 / Case) 완료 조건을 구체적으로 읽는다. 열 index 0·1·2·3의 4열 입력에 `crop 1 3`을 적용하면 원본 열1·2만 포함하고 출력 폭은2여야 한다. 범위 표기이며 전체 함수 signature가 아니다. 기대값과 확인 결과를 보고받도록 요청할 내용이다.</a:t>
            </a:r>
          </a:p>
          <a:p xmlns:a="http://schemas.openxmlformats.org/drawingml/2006/main">
            <a:r>
              <a:t>5. (7:30–9:00 / Case) 원하는 변화·지킬 조건·완료 근거가 문장 어디에 드러났는지 회수한다. 여기까지는 교육용 요청 예시이며 실제 TRIAL-002에 그대로 보낸 Prompt가 아니다. 실제 기록의 발췌·번역과 행동을 볼 다음 장으로 경계를 명시해 전환한다.</a:t>
            </a:r>
          </a:p>
          <a:p xmlns:a="http://schemas.openxmlformats.org/drawingml/2006/main">
            <a:r>
              <a:t/>
            </a:r>
          </a:p>
          <a:p xmlns:a="http://schemas.openxmlformats.org/drawingml/2006/main">
            <a:r>
              <a:t>Evidence / Source: BEAT-005, TRIAL-002, CLM-0029, OQ-001, OQ-007.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Before/After는 설명을 위한 개념 예시이며 Trial-002가 약한 Prompt와 구조화 Prompt의 우월성을 비교 검증했다는 뜻이 아니다. Given/When/Then 완료 조건은 기존 crop 계약을 설명하려고 구성한 예시이며 당시 Prompt 원문, 새 실행 결과 또는 시스템 요구 분석 전체 교육이 아니다.</a:t>
            </a:r>
          </a:p>
          <a:p xmlns:a="http://schemas.openxmlformats.org/drawingml/2006/main">
            <a:r>
              <a:t/>
            </a:r>
          </a:p>
          <a:p xmlns:a="http://schemas.openxmlformats.org/drawingml/2006/main">
            <a:r>
              <a:t>Beginner Explanation: 저장소에서 조사할 수 있는 사실은 확인하도록 맡기고, 사람이 원하는 결과·우선순위·지킬 조건·완료 판단 근거를 정해 요청한다. 모든 Context를 직접 붙여 넣어야 한다는 뜻은 아니다.</a:t>
            </a:r>
          </a:p>
          <a:p xmlns:a="http://schemas.openxmlformats.org/drawingml/2006/main">
            <a:r>
              <a:t/>
            </a:r>
          </a:p>
          <a:p xmlns:a="http://schemas.openxmlformats.org/drawingml/2006/main">
            <a:r>
              <a:t>Advanced Insight: Make the allowed change surface and completion evidence reviewable; do not claim a causal performance advantage.</a:t>
            </a:r>
          </a:p>
          <a:p xmlns:a="http://schemas.openxmlformats.org/drawingml/2006/main">
            <a:r>
              <a:t/>
            </a:r>
          </a:p>
          <a:p xmlns:a="http://schemas.openxmlformats.org/drawingml/2006/main">
            <a:r>
              <a:t>C++ Vision Bridge: SUPPORTING footer strip — 출력·API/ABI의 보존 범위와 Release 검증 조건을 먼저 정하는 사례다. 특정 Windows, shell, IDE, hardware의 실제 사용법이나 검증 결과로 주장하지 않는다.</a:t>
            </a:r>
          </a:p>
          <a:p xmlns:a="http://schemas.openxmlformats.org/drawingml/2006/main">
            <a:r>
              <a:t/>
            </a:r>
          </a:p>
          <a:p xmlns:a="http://schemas.openxmlformats.org/drawingml/2006/main">
            <a:r>
              <a:t>Demo Operation: N/A — the comparison is conceptual and is not the exact Trial-002 Prompt.</a:t>
            </a:r>
          </a:p>
          <a:p xmlns:a="http://schemas.openxmlformats.org/drawingml/2006/main">
            <a:r>
              <a:t/>
            </a:r>
          </a:p>
          <a:p xmlns:a="http://schemas.openxmlformats.org/drawingml/2006/main">
            <a:r>
              <a:t>Audience Interaction: 마지막 Case 3분에는 구체 완료 조건을 90초 동안 따라 읽고, 나머지 90초에 두 요청에서 새로 명시된 책임을 마음속으로 비교한다. 작성 실습이나 발표 응답은 요구하지 않는다.</a:t>
            </a:r>
          </a:p>
          <a:p xmlns:a="http://schemas.openxmlformats.org/drawingml/2006/main">
            <a:r>
              <a:t/>
            </a:r>
          </a:p>
          <a:p xmlns:a="http://schemas.openxmlformats.org/drawingml/2006/main">
            <a:r>
              <a:t>Transition: “여기까지는 교육용 요청 예시였습니다. 이제 실제 기록에서는 어떤 지시를 전달했고, 그 지시와 작업 과정이 어떻게 연결됐는지 보겠습니다.”라고 S20의 TRIAL-002 실제 Prompt 발췌·번역으로 이동한다.</a:t>
            </a:r>
          </a:p>
          <a:p xmlns:a="http://schemas.openxmlformats.org/drawingml/2006/main">
            <a:r>
              <a:t/>
            </a:r>
          </a:p>
          <a:p xmlns:a="http://schemas.openxmlformats.org/drawingml/2006/main">
            <a:r>
              <a:t>Time Management: Lecture6분(기존 요청 비교2분, 다섯 항목의 실제 문장 연결3분, 확인·보고 요청1분)과 Case3분(구체 완료 조건90초, 정보 변화·실제 기록 전환90초)을 유지한다. 항목 정의·앞의 답을 다시 낭독하지 않고 요청 문장 위치를 설명한다. C++ footer는 선택 참고이며 실제 시간 적합성은 리허설 전까지 UNVERIFIED다.</a:t>
            </a:r>
          </a:p>
          <a:p xmlns:a="http://schemas.openxmlformats.org/drawingml/2006/main">
            <a:r>
              <a:t/>
            </a:r>
          </a:p>
          <a:p xmlns:a="http://schemas.openxmlformats.org/drawingml/2006/main">
            <a:r>
              <a:t>Fallback: 정적 기본 경로 — `production/ACT_1.pptx` S19 또는 `production/preview/act1/S19.png`를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S20 — 요청한 과정은 기록에도 남았을까?</a:t>
            </a:r>
          </a:p>
          <a:p xmlns:a="http://schemas.openxmlformats.org/drawingml/2006/main">
            <a:r>
              <a:t/>
            </a:r>
          </a:p>
          <a:p xmlns:a="http://schemas.openxmlformats.org/drawingml/2006/main">
            <a:r>
              <a:t>Slide ID: S20</a:t>
            </a:r>
          </a:p>
          <a:p xmlns:a="http://schemas.openxmlformats.org/drawingml/2006/main">
            <a:r>
              <a:t/>
            </a:r>
          </a:p>
          <a:p xmlns:a="http://schemas.openxmlformats.org/drawingml/2006/main">
            <a:r>
              <a:t>Working Title: 요청한 과정은 기록에도 남았을까?</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실제 요청과 관찰 기록을 대응시켜, 부탁한 작업 과정이 어디에 나타났는지 확인한다.</a:t>
            </a:r>
          </a:p>
          <a:p xmlns:a="http://schemas.openxmlformats.org/drawingml/2006/main">
            <a:r>
              <a:t/>
            </a:r>
          </a:p>
          <a:p xmlns:a="http://schemas.openxmlformats.org/drawingml/2006/main">
            <a:r>
              <a:t>Opening Question: “실제로 요청한 재현·조사·수정 전 계획은 기록에 어떻게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S19은 교육용 요청 예시였고, 이제 별도의 실제 TRIAL-002 요청과 관찰 기록을 대조한다고 구분한다. 좌측은 실제 핵심 지시 발췌·번역, 우측은 관찰 기록 요약이다. 터미널 캡처나 계획 발언 원문으로 소개하지 않는다.</a:t>
            </a:r>
          </a:p>
          <a:p xmlns:a="http://schemas.openxmlformats.org/drawingml/2006/main">
            <a:r>
              <a:t>2. (0:15–0:45 / 01) “먼저 실패를 재현”하라는 지시 옆에서 실패 crop 테스트를 찾아 재현했다는 Trial 기록을 확인한다. 화면의 test_crop_excludes_end_coordinate는 TRIAL-001 및 STATE-00 테스트 코드로 식별한 대상이다. TRIAL-002 원문 실패 로그가 남아 있다는 뜻이 아니다. 재현 명령·실패 출력이나 원자료에 없는 수치를 만들지 않는다.</a:t>
            </a:r>
          </a:p>
          <a:p xmlns:a="http://schemas.openxmlformats.org/drawingml/2006/main">
            <a:r>
              <a:t>3. (0:45–1:10 / 02) 관련 구현과 호출 경로 조사 지시를, CLI-to-pipeline-to-crop을 확인했다는 관찰과 대응시킨다. cli.main / pipeline.process_image / transform.crop는 실제 제품의 호출 관계이며 Agent의 파일 읽기 순서나 내부 사고 경로가 아니다.</a:t>
            </a:r>
          </a:p>
          <a:p xmlns:a="http://schemas.openxmlformats.org/drawingml/2006/main">
            <a:r>
              <a:t>4. (1:10–1:40 / 03) 편집 전에 짧은 계획을 알리라는 지시와, 파일 변경 이벤트보다 앞서 끝 좌표 명세·기존 테스트·API 보존 계획을 보고했다는 기록을 대조한다. 실제 Prompt는 계획 뒤 승인 대기 없이 계속하라고 했으므로 승인 대기를 새 절차로 추가하지 않는다. 계획 발언 원문과 원시 이벤트 시각은 미확인이라 당시 발언을 따옴표로 만들어 보여주지 않는다.</a:t>
            </a:r>
          </a:p>
          <a:p xmlns:a="http://schemas.openxmlformats.org/drawingml/2006/main">
            <a:r>
              <a:t>5. (1:40–2:00) 화면 하단의 04 최소 수정 내용은 S21, 05 확인·보고 결과는 S22로 남겼음을 가리킨다. “그 조사와 계획 뒤 실제로 무엇을 바꿨을까요?”로 넘어간다. 여기서는 slice diff·너비 변화·테스트 통과 수치를 설명하지 않는다.</a:t>
            </a:r>
          </a:p>
          <a:p xmlns:a="http://schemas.openxmlformats.org/drawingml/2006/main">
            <a:r>
              <a:t/>
            </a:r>
          </a:p>
          <a:p xmlns:a="http://schemas.openxmlformats.org/drawingml/2006/main">
            <a:r>
              <a:t>Evidence / Source: OBSERVED_PRODUCT. plan/DEMO_MATRIX.md의 TRIAL-002 / Prompt used(395–413행), Investigation and visible plan checkpoint(415–420행)가 실제 요청과 관찰 요약의 근거다. 정확한 테스트명·호출 기호는 같은 문서 TRIAL-001(330–332행) 및 ai-dev-training-demo의 STATE-00 tests/test_transform.py11, src/graypipe/cli.py, src/graypipe/pipeline.py, src/graypipe/transform.py를 읽기 전용으로 대조했다. 행 번호는 DEC-0044 작성 시점의 locator다. DEC-0044는 교육 표현 수정이며 새 실험 근거가 아니다.</a:t>
            </a:r>
          </a:p>
          <a:p xmlns:a="http://schemas.openxmlformats.org/drawingml/2006/main">
            <a:r>
              <a:t/>
            </a:r>
          </a:p>
          <a:p xmlns:a="http://schemas.openxmlformats.org/drawingml/2006/main">
            <a:r>
              <a:t>Claim Boundary: TRIAL-002는2026-09-28 macOS Codex CLI0.154.0의 단일 실행이다. 우측은 보존된 관찰 요약이며 최초 재현 명령 원문·실패 출력 원문·계획 발언 원문·원시 CLI 이벤트 파일/시각은 미확인이다. Verification 절의 명령을 최초 재현 명령으로 옮기지 않는다. 대상 코드 식별자를 원문 로그 발췌로 표현하지 않는다. S19 예시의 실행 결과, Prompt 단독 효과·우월성·결정론적 준수·반복성·현재 Desktop/계정·다른 모델의 근거로 확대하지 않는다. 상태 태그·격리·미커밋 보존 등 전체 제약은 원본 Prompt에 유지한다.</a:t>
            </a:r>
          </a:p>
          <a:p xmlns:a="http://schemas.openxmlformats.org/drawingml/2006/main">
            <a:r>
              <a:t/>
            </a:r>
          </a:p>
          <a:p xmlns:a="http://schemas.openxmlformats.org/drawingml/2006/main">
            <a:r>
              <a:t>Beginner Explanation: 왼쪽은 실제로 무엇을 해 달라고 했는지, 오른쪽은 남아 있는 기록으로 무엇을 확인할 수 있는지다. 같은 단어를 되풀이하지 않고 테스트 대상, 제품 호출 경로, 수정 전 보고의 외부 근거를 찾는다.</a:t>
            </a:r>
          </a:p>
          <a:p xmlns:a="http://schemas.openxmlformats.org/drawingml/2006/main">
            <a:r>
              <a:t/>
            </a:r>
          </a:p>
          <a:p xmlns:a="http://schemas.openxmlformats.org/drawingml/2006/main">
            <a:r>
              <a:t>Advanced Insight: Compare instructions with documented observation summaries. A recorded correspondence supports this single run; it neither reveals hidden reasoning nor isolates prompt causality. Preserve the distinction between a documented observation summary and a raw event quotation.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DEMO-05의 정적 도입으로 Lecture2분을 사용한다. 좌우01–03을 같은 번호로 짚고, 04 실제 diff는 S21, 05 실제 검증 결과는 S22에서 확인한다. 실제 Prompt 발췌·번역과 관찰 요약의 구분을 화면에서 유지한다. 새 Trial·현재 Desktop 실행·터미널/계획 원문 캡처를 보여주지 않는다.</a:t>
            </a:r>
          </a:p>
          <a:p xmlns:a="http://schemas.openxmlformats.org/drawingml/2006/main">
            <a:r>
              <a:t/>
            </a:r>
          </a:p>
          <a:p xmlns:a="http://schemas.openxmlformats.org/drawingml/2006/main">
            <a:r>
              <a:t>Audience Interaction: 요청 문장과 오른쪽 근거를 한 행씩 따라오게 한다. 실습·공개 응답을 요구하지 않는다.</a:t>
            </a:r>
          </a:p>
          <a:p xmlns:a="http://schemas.openxmlformats.org/drawingml/2006/main">
            <a:r>
              <a:t/>
            </a:r>
          </a:p>
          <a:p xmlns:a="http://schemas.openxmlformats.org/drawingml/2006/main">
            <a:r>
              <a:t>Transition: “요청한 과정이 기록에 남은 것을 확인했습니다. 이 조사와 계획 뒤 실제로 무엇을 바꿨는지 04 최소 수정 내용을 보겠습니다.”라고 S21로 이동한다. 05 확인·보고 결과는 S22에서 확인한다.</a:t>
            </a:r>
          </a:p>
          <a:p xmlns:a="http://schemas.openxmlformats.org/drawingml/2006/main">
            <a:r>
              <a:t/>
            </a:r>
          </a:p>
          <a:p xmlns:a="http://schemas.openxmlformats.org/drawingml/2006/main">
            <a:r>
              <a:t>Time Management: 0:00–0:15 출처 구분, 0:15–0:45 재현, 0:45–1:10 호출 관계, 1:10–1:40 편집 전 계획, 1:40–2:00 다음 결과 연결. Lecture2분을 유지한다. 지시 전문 낭독·일반 디버깅 강의·S21 코드 diff·S22 결과 수치 설명을 추가하지 않는다. 실측 리허설은 UNVERIFIED다.</a:t>
            </a:r>
          </a:p>
          <a:p xmlns:a="http://schemas.openxmlformats.org/drawingml/2006/main">
            <a:r>
              <a:t/>
            </a:r>
          </a:p>
          <a:p xmlns:a="http://schemas.openxmlformats.org/drawingml/2006/main">
            <a:r>
              <a:t>Fallback: production/ACT_1.pptx S20 또는 production/preview/act1/S20.png의 정적 대응 표를 사용한다. 원시 CLI 이벤트 파일이 없어도 확인된 관찰 요약이라는 한계를 밝히고 진행한다. 상세한 변경·검증은 기존 S21/S22로 이어 간다. 최종 로컬 검토는 production/evaluation/S17_REQUEST_ACTION_REVISION.md를 따른다.</a:t>
            </a:r>
          </a:p>
          <a:p xmlns:a="http://schemas.openxmlformats.org/drawingml/2006/main">
            <a:r>
              <a:t/>
            </a:r>
          </a:p>
          <a:p xmlns:a="http://schemas.openxmlformats.org/drawingml/2006/main">
            <a:r>
              <a:t>Validation Status: ALIGNED — DEC-0044에 따라 실제 지시와 관찰 요약의 대응·S21/S22 연결을 정렬했다. 최종 PPT/내장 Notes/PNG 대조와 렌더링 결과는 production/evaluation/S17_REQUEST_ACTION_REVISION.md에서 기록한다. Windows PowerPoint·실제 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S21 — 조사에서 한 줄 변경까지</a:t>
            </a:r>
          </a:p>
          <a:p xmlns:a="http://schemas.openxmlformats.org/drawingml/2006/main">
            <a:r>
              <a:t/>
            </a:r>
          </a:p>
          <a:p xmlns:a="http://schemas.openxmlformats.org/drawingml/2006/main">
            <a:r>
              <a:t>Slide ID: S21</a:t>
            </a:r>
          </a:p>
          <a:p xmlns:a="http://schemas.openxmlformats.org/drawingml/2006/main">
            <a:r>
              <a:t/>
            </a:r>
          </a:p>
          <a:p xmlns:a="http://schemas.openxmlformats.org/drawingml/2006/main">
            <a:r>
              <a:t>Working Title: 조사에서 한 줄 변경까지</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failing test와 호출 경로를 확인한 뒤, half-open 범위 계약을 보존하는 최소 변경을 했다.</a:t>
            </a:r>
          </a:p>
          <a:p xmlns:a="http://schemas.openxmlformats.org/drawingml/2006/main">
            <a:r>
              <a:t/>
            </a:r>
          </a:p>
          <a:p xmlns:a="http://schemas.openxmlformats.org/drawingml/2006/main">
            <a:r>
              <a:t>Opening Question: “요청한 조사·보존 조건·최소 변경은 실제 diff에 어떻게 드러났을까?”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S20 요청의 02 조사·03 계획을 회수한다. 실패 테스트 `test_crop_excludes_end_coordinate`와 `cli.main → pipeline.process_image → transform.crop` 호출 경로를 조사하고 수정 전에 짧은 계획을 알린 기록을 연결한다. 일반적인 수정 절차 강의를 새로 시작하지 않는다.</a:t>
            </a:r>
          </a:p>
          <a:p xmlns:a="http://schemas.openxmlformats.org/drawingml/2006/main">
            <a:r>
              <a:t>2. (1:00–2:00) 요청에서 보존하라고 한 `[x_start, x_end)` 끝 좌표 제외 명세를 실제 변경의 기준으로 읽는다. 기존 S05–S06의 `crop(image, 1, 3)` 예시를 회수하고 명세를 바꿔 테스트를 맞춘 사례가 아님을 설명한다.</a:t>
            </a:r>
          </a:p>
          <a:p xmlns:a="http://schemas.openxmlformats.org/drawingml/2006/main">
            <a:r>
              <a:t>3. (2:00–3:15) 04 최소 수정 요청과 실제 Before/After `row[x_start : x_end + 1]` / `row[x_start : x_end]` 한 줄을 대조한다. 무관한 API·의존성을 바꾸지 않은 기존 범위를 유지하며 새 해결 방식을 추가하지 않는다.</a:t>
            </a:r>
          </a:p>
          <a:p xmlns:a="http://schemas.openxmlformats.org/drawingml/2006/main">
            <a:r>
              <a:t>4. (3:15–4:00) 해당 입력의 너비3이 명세대로2가 되는 변화로 정리하고, 요청에 있던 05 확인·보고의 근거를 다음 장에서 본다고 넘긴다. 정적 diff 재구성이며 새 실행·Screenshot이 아니다.</a:t>
            </a:r>
          </a:p>
          <a:p xmlns:a="http://schemas.openxmlformats.org/drawingml/2006/main">
            <a:r>
              <a:t/>
            </a:r>
          </a:p>
          <a:p xmlns:a="http://schemas.openxmlformats.org/drawingml/2006/main">
            <a:r>
              <a:t>Evidence / Source: BEAT-006, TRIAL-002, INV-MATURITY-011, DEC-0039. OBSERVED_PRODUCT, one recorded CLI run. S20의 번호를 회수하되 기존 한 줄 diff와 끝 좌표 제외 명세를 유지한다. DEC-0042는 요청 설계와 기존 사례의 연결·용어를 정렬한 결정이며 새로운 실험 근거가 아니다.</a:t>
            </a:r>
          </a:p>
          <a:p xmlns:a="http://schemas.openxmlformats.org/drawingml/2006/main">
            <a:r>
              <a:t/>
            </a:r>
          </a:p>
          <a:p xmlns:a="http://schemas.openxmlformats.org/drawingml/2006/main">
            <a:r>
              <a:t>Claim Boundary: 실제 변경은 `src/graypipe/transform.py`의 crop slice 한 줄이다. 이 기록은 한 번의 Codex CLI 실행에 한정되며 Prompt 우월성, Desktop 동작 또는 일반 성공률을 증명하지 않는다.</a:t>
            </a:r>
          </a:p>
          <a:p xmlns:a="http://schemas.openxmlformats.org/drawingml/2006/main">
            <a:r>
              <a:t/>
            </a:r>
          </a:p>
          <a:p xmlns:a="http://schemas.openxmlformats.org/drawingml/2006/main">
            <a:r>
              <a:t>Beginner Explanation: 실패한 Test와 기대 명세를 먼저 맞춘 뒤 꼭 필요한 한 줄만 바꿨다. S20의 02·03이 04 수정과 어떻게 연결되는지 본다.</a:t>
            </a:r>
          </a:p>
          <a:p xmlns:a="http://schemas.openxmlformats.org/drawingml/2006/main">
            <a:r>
              <a:t/>
            </a:r>
          </a:p>
          <a:p xmlns:a="http://schemas.openxmlformats.org/drawingml/2006/main">
            <a:r>
              <a:t>Advanced Insight: The code change matches the half-open public contract and is limited to the recorded diff; the plan checkpoint preceded editing.</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historical evidence. `production/ACT_1.pptx` S21에서 S20의 02 조사·03 계획을 회수한 뒤 04 수정의 Before/After slice와 너비 변화를 가리킨다. source test ID: `test_crop_excludes_end_coordinate`. Source: TRIAL-002 record, STATE-00 및 STATE-00-FIXED의 `src/graypipe/transform.py`. 실제 diff의 재구성 도식이며 전체 파일이나 새 실행을 보여 주지 않는다.</a:t>
            </a:r>
          </a:p>
          <a:p xmlns:a="http://schemas.openxmlformats.org/drawingml/2006/main">
            <a:r>
              <a:t/>
            </a:r>
          </a:p>
          <a:p xmlns:a="http://schemas.openxmlformats.org/drawingml/2006/main">
            <a:r>
              <a:t>Audience Interaction: 변경 전에 확인한 근거를 청중이 화면 순서대로 따라오게 한다. 참가자의 코드 검토나 답변을 요구하지 않는다.</a:t>
            </a:r>
          </a:p>
          <a:p xmlns:a="http://schemas.openxmlformats.org/drawingml/2006/main">
            <a:r>
              <a:t/>
            </a:r>
          </a:p>
          <a:p xmlns:a="http://schemas.openxmlformats.org/drawingml/2006/main">
            <a:r>
              <a:t>Transition: “요청한 최소 수정까지 확인했습니다. 이제 요청에 적은 05 확인·보고가 어떤 기록으로 남았는지 보겠습니다.”라고 S22로 이동한다.</a:t>
            </a:r>
          </a:p>
          <a:p xmlns:a="http://schemas.openxmlformats.org/drawingml/2006/main">
            <a:r>
              <a:t/>
            </a:r>
          </a:p>
          <a:p xmlns:a="http://schemas.openxmlformats.org/drawingml/2006/main">
            <a:r>
              <a:t>Time Management: 4분 Demo 구간 안에서 관찰과 변경을 요약한다. 전체 로그와 파일을 보여 주지 않고, 다음 장의 검증 시간을 침범하지 않는다.</a:t>
            </a:r>
          </a:p>
          <a:p xmlns:a="http://schemas.openxmlformats.org/drawingml/2006/main">
            <a:r>
              <a:t/>
            </a:r>
          </a:p>
          <a:p xmlns:a="http://schemas.openxmlformats.org/drawingml/2006/main">
            <a:r>
              <a:t>Fallback: 정적 기본 경로 — `production/ACT_1.pptx` S21 또는 `production/preview/act1/S21.png`를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S22 — 변경 결과와 확인 증거</a:t>
            </a:r>
          </a:p>
          <a:p xmlns:a="http://schemas.openxmlformats.org/drawingml/2006/main">
            <a:r>
              <a:t/>
            </a:r>
          </a:p>
          <a:p xmlns:a="http://schemas.openxmlformats.org/drawingml/2006/main">
            <a:r>
              <a:t>Slide ID: S22</a:t>
            </a:r>
          </a:p>
          <a:p xmlns:a="http://schemas.openxmlformats.org/drawingml/2006/main">
            <a:r>
              <a:t/>
            </a:r>
          </a:p>
          <a:p xmlns:a="http://schemas.openxmlformats.org/drawingml/2006/main">
            <a:r>
              <a:t>Working Title: 변경 결과와 확인 증거</a:t>
            </a:r>
          </a:p>
          <a:p xmlns:a="http://schemas.openxmlformats.org/drawingml/2006/main">
            <a:r>
              <a:t/>
            </a:r>
          </a:p>
          <a:p xmlns:a="http://schemas.openxmlformats.org/drawingml/2006/main">
            <a:r>
              <a:t>ACT / Section: ACT 1 / 1D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(CAPTURED)</a:t>
            </a:r>
          </a:p>
          <a:p xmlns:a="http://schemas.openxmlformats.org/drawingml/2006/main">
            <a:r>
              <a:t/>
            </a:r>
          </a:p>
          <a:p xmlns:a="http://schemas.openxmlformats.org/drawingml/2006/main">
            <a:r>
              <a:t>Primary Message: 이 사례의 결과는 생성된 코드뿐 아니라 명시된 검증과 diff 확인을 거친 변경이다.</a:t>
            </a:r>
          </a:p>
          <a:p xmlns:a="http://schemas.openxmlformats.org/drawingml/2006/main">
            <a:r>
              <a:t/>
            </a:r>
          </a:p>
          <a:p xmlns:a="http://schemas.openxmlformats.org/drawingml/2006/main">
            <a:r>
              <a:t>Opening Question: “요청한 확인·보고 사항은 어떤 검증 기록으로 남았을까?”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“05에서 무엇을 확인·보고해 달라고 요청했는가?”를 회수한다. 단일 TRIAL-002의 실제 기록이며 S19 교육용 Prompt를 그대로 실행한 결과가 아니다.</a:t>
            </a:r>
          </a:p>
          <a:p xmlns:a="http://schemas.openxmlformats.org/drawingml/2006/main">
            <a:r>
              <a:t>2. (0:45–2:45) 요청과 결과를 세 묶음으로 맞춘다. 동작 확인 요청에는 관련 테스트 묶음3/3·프로젝트 전체 테스트11/11, CLI 샘플 실행 확인에는 기록된 PASS, 변경 내용 확인에는 한 파일·한 줄 수정과 `git diff --check` PASS가 대응한다. 실제 집중 실행은 `test_transform.py` 묶음이며 crop 테스트와 resize 보존 테스트를 포함하므로 “crop 테스트만3개”라고 좁혀 말하지 않는다. 원자료의 명령·통과 수치는 바꾸지 않는다.</a:t>
            </a:r>
          </a:p>
          <a:p xmlns:a="http://schemas.openxmlformats.org/drawingml/2006/main">
            <a:r>
              <a:t>3. (2:45–3:30) 기록이 뒷받침하는 입력·테스트·변경 범위를 읽고 성능 benchmark는 미실행임을 밝힌다. 요청이 총 토큰·시간을 줄였다거나 성능을 개선했다는 결과로 바꾸지 않는다.</a:t>
            </a:r>
          </a:p>
          <a:p xmlns:a="http://schemas.openxmlformats.org/drawingml/2006/main">
            <a:r>
              <a:t>4. (3:30–4:00) 확인 결과와 남은 미확인을 받아 사람이 완료를 판단하도록, 어떤 보고를 요청에 담아야 하는지 S23으로 연결한다.</a:t>
            </a:r>
          </a:p>
          <a:p xmlns:a="http://schemas.openxmlformats.org/drawingml/2006/main">
            <a:r>
              <a:t/>
            </a:r>
          </a:p>
          <a:p xmlns:a="http://schemas.openxmlformats.org/drawingml/2006/main">
            <a:r>
              <a:t>Evidence / Source: BEAT-007, INV-VERIFY-001, TRIAL-002, CLM-0029, CLM-0027. OBSERVED_PRODUCT, one Codex CLI run. DEC-0042는 요청 설계와 기존 사례의 연결·용어를 정렬한 결정이며 새로운 실험 근거가 아니다.</a:t>
            </a:r>
          </a:p>
          <a:p xmlns:a="http://schemas.openxmlformats.org/drawingml/2006/main">
            <a:r>
              <a:t/>
            </a:r>
          </a:p>
          <a:p xmlns:a="http://schemas.openxmlformats.org/drawingml/2006/main">
            <a:r>
              <a:t>Claim Boundary: Focused test 3/3, full suite 11/11, CLI smoke PASS, diff 1 file / 1 line, and `git diff --check` PASS are the recorded results of TRIAL-002. They do not establish every input, platform, or future product run.</a:t>
            </a:r>
          </a:p>
          <a:p xmlns:a="http://schemas.openxmlformats.org/drawingml/2006/main">
            <a:r>
              <a:t/>
            </a:r>
          </a:p>
          <a:p xmlns:a="http://schemas.openxmlformats.org/drawingml/2006/main">
            <a:r>
              <a:t>Beginner Explanation: 요청한 관련 테스트 묶음·전체 테스트·CLI 샘플·변경 내용 확인이 어떤 기록으로 돌아왔는지 본다. 실제 관련 묶음3/3은 test_transform.py이며 resize 보존 테스트도 포함하므로 crop 테스트만3개로 좁히지 않는다.</a:t>
            </a:r>
          </a:p>
          <a:p xmlns:a="http://schemas.openxmlformats.org/drawingml/2006/main">
            <a:r>
              <a:t/>
            </a:r>
          </a:p>
          <a:p xmlns:a="http://schemas.openxmlformats.org/drawingml/2006/main">
            <a:r>
              <a:t>Advanced Insight: Each check supports a bounded claim: targeted behavior, existing suite coverage, one sample CLI path, and change scope. No benchmark was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DEMO-05 / CAPTURED result summary. 세 시각 묶음 안의 다섯 기록된 확인을 설명한다. 실제 터미널 screenshot이나 새 실행이 아니다. Focused 3/3, full 11/11, CLI PASS, one file/line, diff check PASS만 사용한다. Benchmark는 미실행이다.</a:t>
            </a:r>
          </a:p>
          <a:p xmlns:a="http://schemas.openxmlformats.org/drawingml/2006/main">
            <a:r>
              <a:t/>
            </a:r>
          </a:p>
          <a:p xmlns:a="http://schemas.openxmlformats.org/drawingml/2006/main">
            <a:r>
              <a:t>Audience Interaction: 각 Check가 무엇을 뒷받침하는지 읽게 한다. 청중에게 테스트 실행을 요구하지 않는다.</a:t>
            </a:r>
          </a:p>
          <a:p xmlns:a="http://schemas.openxmlformats.org/drawingml/2006/main">
            <a:r>
              <a:t/>
            </a:r>
          </a:p>
          <a:p xmlns:a="http://schemas.openxmlformats.org/drawingml/2006/main">
            <a:r>
              <a:t>Transition: “이 확인 결과와 아직 모르는 점을 받아야 사람이 완료 여부를 판단할 수 있습니다. 무엇을 보고해 달라고 요청해야 할까요?”라고 S23으로 연결한다.</a:t>
            </a:r>
          </a:p>
          <a:p xmlns:a="http://schemas.openxmlformats.org/drawingml/2006/main">
            <a:r>
              <a:t/>
            </a:r>
          </a:p>
          <a:p xmlns:a="http://schemas.openxmlformats.org/drawingml/2006/main">
            <a:r>
              <a:t>Time Management: 세 묶음에 각각 한 가지 확인 범위를 말한다. 다섯 로그를 전문으로 읽지 않는다. 마지막 30초에 생성과 완료의 차이로 전환한다.</a:t>
            </a:r>
          </a:p>
          <a:p xmlns:a="http://schemas.openxmlformats.org/drawingml/2006/main">
            <a:r>
              <a:t/>
            </a:r>
          </a:p>
          <a:p xmlns:a="http://schemas.openxmlformats.org/drawingml/2006/main">
            <a:r>
              <a:t>Fallback: 정적 기본 경로 — `production/ACT_1.pptx` S22 또는 `production/preview/act1/S22.png`를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S23 — Generated ≠ Done</a:t>
            </a:r>
          </a:p>
          <a:p xmlns:a="http://schemas.openxmlformats.org/drawingml/2006/main">
            <a:r>
              <a:t/>
            </a:r>
          </a:p>
          <a:p xmlns:a="http://schemas.openxmlformats.org/drawingml/2006/main">
            <a:r>
              <a:t>Slide ID: S23</a:t>
            </a:r>
          </a:p>
          <a:p xmlns:a="http://schemas.openxmlformats.org/drawingml/2006/main">
            <a:r>
              <a:t/>
            </a:r>
          </a:p>
          <a:p xmlns:a="http://schemas.openxmlformats.org/drawingml/2006/main">
            <a:r>
              <a:t>Working Title: Generated ≠ Done</a:t>
            </a:r>
          </a:p>
          <a:p xmlns:a="http://schemas.openxmlformats.org/drawingml/2006/main">
            <a:r>
              <a:t/>
            </a:r>
          </a:p>
          <a:p xmlns:a="http://schemas.openxmlformats.org/drawingml/2006/main">
            <a:r>
              <a:t>ACT / Section: ACT 1 / 1E</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Task는 결과뿐 아니라 적절한 검증과 review를 포함해야 한다.</a:t>
            </a:r>
          </a:p>
          <a:p xmlns:a="http://schemas.openxmlformats.org/drawingml/2006/main">
            <a:r>
              <a:t/>
            </a:r>
          </a:p>
          <a:p xmlns:a="http://schemas.openxmlformats.org/drawingml/2006/main">
            <a:r>
              <a:t>Opening Question: “무엇을 확인·보고해 달라고 요청해야 완료를 판단할 수 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“무엇을 확인·보고해 달라고 요청해야 완료를 판단할 수 있을까?”를 묻는다. 코드 생성 이후의 검증을 별도 테스트 수업으로 시작하지 않고, 요청의 Verification과 결과 보고를 회수한다.</a:t>
            </a:r>
          </a:p>
          <a:p xmlns:a="http://schemas.openxmlformats.org/drawingml/2006/main">
            <a:r>
              <a:t>2. (0:45–2:15) 변경 이유·범위, 확인 근거·결과, 미확인 사항을 보고받고 사람이 수용 여부를 결정하는 네 항목을 읽는다. 끝 좌표 명세에 맞춘 한 줄 수정, 관련·전체 테스트 실행과 CLI 샘플·변경 내용 확인, 성능 미측정 같은 정보다. S22 수치는 다시 낭독하지 않는다. 이 형식은 교육용 정리이며 실제 PR·당시 답변 원문이나 사람의 승인 완료 기록이 아니다.</a:t>
            </a:r>
          </a:p>
          <a:p xmlns:a="http://schemas.openxmlformats.org/drawingml/2006/main">
            <a:r>
              <a:t>3. (2:15–2:45) “더 빨라졌다”는 변화가 목표인 경우에는 그 조건의 성능 측정도 완료 근거로 요청해야 한다는 기존 경계를 짚는다. 이 crop Trial에서 benchmark를 수행했다는 뜻이 아니다.</a:t>
            </a:r>
          </a:p>
          <a:p xmlns:a="http://schemas.openxmlformats.org/drawingml/2006/main">
            <a:r>
              <a:t>4. (2:45–3:00) 검사 이름만 적는 것과 명세의 기대값을 요청하는 것의 차이를 다음 장에서 본다고 넘긴다.</a:t>
            </a:r>
          </a:p>
          <a:p xmlns:a="http://schemas.openxmlformats.org/drawingml/2006/main">
            <a:r>
              <a:t/>
            </a:r>
          </a:p>
          <a:p xmlns:a="http://schemas.openxmlformats.org/drawingml/2006/main">
            <a:r>
              <a:t>Evidence / Source: BEAT-007, INV-VERIFY-001, TRIAL-002, CLM-0029, CLM-0027. OBSERVED_PRODUCT and separate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본문의 생성→완료 판단 관계와 확인 방법은 이 과정의 TEACHING_MODEL이다. 하단 출처에서 회수하는 TRIAL-002의 관찰은 테스트·CLI·diff에 한정된다. Benchmark는 조건부 검증 예이며 TRIAL-002에서 수행하지 않았다. 검토용 결과 인계의 형식은 기존 기록을 설명하는 교육용 재구성이며 실제 PR, 당시 답변 원문 또는 사람의 승인 완료 기록이 아니다.</a:t>
            </a:r>
          </a:p>
          <a:p xmlns:a="http://schemas.openxmlformats.org/drawingml/2006/main">
            <a:r>
              <a:t/>
            </a:r>
          </a:p>
          <a:p xmlns:a="http://schemas.openxmlformats.org/drawingml/2006/main">
            <a:r>
              <a:t>Beginner Explanation: 완료를 판단할 수 있도록 변경 내용·확인 결과·미확인 사항을 함께 보고해 달라고 요청한다. 결과를 받아 수용할지는 사람이 결정한다.</a:t>
            </a:r>
          </a:p>
          <a:p xmlns:a="http://schemas.openxmlformats.org/drawingml/2006/main">
            <a:r>
              <a:t/>
            </a:r>
          </a:p>
          <a:p xmlns:a="http://schemas.openxmlformats.org/drawingml/2006/main">
            <a:r>
              <a:t>Advanced Insight: Choose checks from the task’s risk and the exact claim being made; do not demand every check for every task.</a:t>
            </a:r>
          </a:p>
          <a:p xmlns:a="http://schemas.openxmlformats.org/drawingml/2006/main">
            <a:r>
              <a:t/>
            </a:r>
          </a:p>
          <a:p xmlns:a="http://schemas.openxmlformats.org/drawingml/2006/main">
            <a:r>
              <a:t>C++ Vision Bridge: 이 장에서는 새 C++ 예시를 추가하지 않는다. S24의 승인된 ON-SCREEN SUPPORTING vector·GoogleTest 도식으로 완료 조건과 검사 범위를 연결한다. 주요 C++ 패턴 전이는 S66에서 이어 간다. 도구 설치·실행 수업으로 확장하지 않는다.</a:t>
            </a:r>
          </a:p>
          <a:p xmlns:a="http://schemas.openxmlformats.org/drawingml/2006/main">
            <a:r>
              <a:t/>
            </a:r>
          </a:p>
          <a:p xmlns:a="http://schemas.openxmlformats.org/drawingml/2006/main">
            <a:r>
              <a:t>Demo Operation: TRIAL-002 verification callback only; DEMO-05의 8분 구간 밖이다. 새 관찰 카드나 새 실행 결과를 보여 주지 않고 하단 출처로 과거 확인 범위를 회수한다. 검토용 결과 인계는 기존 기록을 가리키는 강의용 정리이며 실제 PR 화면으로 표현하지 않는다. 본문은 교육 모델로 설명한다.</a:t>
            </a:r>
          </a:p>
          <a:p xmlns:a="http://schemas.openxmlformats.org/drawingml/2006/main">
            <a:r>
              <a:t/>
            </a:r>
          </a:p>
          <a:p xmlns:a="http://schemas.openxmlformats.org/drawingml/2006/main">
            <a:r>
              <a:t>Audience Interaction: 별도 Q&amp;A 시간은 배정되지 않았다. 청중에게 생각할 질문을 주고 다음 장에서 범위를 보여 준다.</a:t>
            </a:r>
          </a:p>
          <a:p xmlns:a="http://schemas.openxmlformats.org/drawingml/2006/main">
            <a:r>
              <a:t/>
            </a:r>
          </a:p>
          <a:p xmlns:a="http://schemas.openxmlformats.org/drawingml/2006/main">
            <a:r>
              <a:t>Transition: “완료를 판단할 근거를 요청할 때, 어떤 검사와 기대값까지 명시해야 할까요?”라고 S24의 명세 기반 완료 조건으로 이동한다.</a:t>
            </a:r>
          </a:p>
          <a:p xmlns:a="http://schemas.openxmlformats.org/drawingml/2006/main">
            <a:r>
              <a:t/>
            </a:r>
          </a:p>
          <a:p xmlns:a="http://schemas.openxmlformats.org/drawingml/2006/main">
            <a:r>
              <a:t>Time Management: Lecture3분: 완료 판단에 필요한 보고 요청45초, 변경 내용·확인 결과·미확인 사항90초, 성능 주장에 필요한 조건부 근거30초, 구체 완료 조건 연결15초. S22 수치·테스트 용어를 반복 강의하지 않는다. 실제 시간 적합성은 UNVERIFIED다.</a:t>
            </a:r>
          </a:p>
          <a:p xmlns:a="http://schemas.openxmlformats.org/drawingml/2006/main">
            <a:r>
              <a:t/>
            </a:r>
          </a:p>
          <a:p xmlns:a="http://schemas.openxmlformats.org/drawingml/2006/main">
            <a:r>
              <a:t>Fallback: 정적 기본 경로 — `production/ACT_1.pptx` S23 또는 `production/preview/act1/S23.png`를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S24 — Check마다 확인하는 범위</a:t>
            </a:r>
          </a:p>
          <a:p xmlns:a="http://schemas.openxmlformats.org/drawingml/2006/main">
            <a:r>
              <a:t/>
            </a:r>
          </a:p>
          <a:p xmlns:a="http://schemas.openxmlformats.org/drawingml/2006/main">
            <a:r>
              <a:t>Slide ID: S24</a:t>
            </a:r>
          </a:p>
          <a:p xmlns:a="http://schemas.openxmlformats.org/drawingml/2006/main">
            <a:r>
              <a:t/>
            </a:r>
          </a:p>
          <a:p xmlns:a="http://schemas.openxmlformats.org/drawingml/2006/main">
            <a:r>
              <a:t>Working Title: Check마다 확인하는 범위</a:t>
            </a:r>
          </a:p>
          <a:p xmlns:a="http://schemas.openxmlformats.org/drawingml/2006/main">
            <a:r>
              <a:t/>
            </a:r>
          </a:p>
          <a:p xmlns:a="http://schemas.openxmlformats.org/drawingml/2006/main">
            <a:r>
              <a:t>ACT / Section: ACT 1 / 1E + 1F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Reflection 1 minute</a:t>
            </a:r>
          </a:p>
          <a:p xmlns:a="http://schemas.openxmlformats.org/drawingml/2006/main">
            <a:r>
              <a:t/>
            </a:r>
          </a:p>
          <a:p xmlns:a="http://schemas.openxmlformats.org/drawingml/2006/main">
            <a:r>
              <a:t>Primary Message: Check 하나가 모든 정확성을 증명하지는 않는다.</a:t>
            </a:r>
          </a:p>
          <a:p xmlns:a="http://schemas.openxmlformats.org/drawingml/2006/main">
            <a:r>
              <a:t/>
            </a:r>
          </a:p>
          <a:p xmlns:a="http://schemas.openxmlformats.org/drawingml/2006/main">
            <a:r>
              <a:t>Opening Question: “완료 조건에 어떤 검사와 기대값을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“완료 조건에 어떤 검사와 기대값을 적어야 할까?”를 묻고 S23의 보고 요청을 회수한다. 좌측 표와 우측 도식은 요청할 확인 근거를 고르는 예시다. 실제 TRIAL-002는 Python unittest이며 우측은 교육용 C++ 표현이다.</a:t>
            </a:r>
          </a:p>
          <a:p xmlns:a="http://schemas.openxmlformats.org/drawingml/2006/main">
            <a:r>
              <a:t>2. (0:30–2:30) 다섯 행을 요청에 담을 확인과 말할 수 있는 범위로 읽는다. 관련 테스트만 실행하면 해당 동작·조건, 프로젝트 전체 테스트 실행은 현재 suite의 회귀 범위, CLI 샘플 실행은 그 샘플의 통합 경로, 변경 내용 확인은 범위·의도치 않은 수정, 성능 측정은 지정 입력·환경을 뒷받침한다. 시험 도구 이름을 나열하거나 모든 요청에 모든 검사를 요구하지 않는다. Trial의 benchmark는 미실행이다.</a:t>
            </a:r>
          </a:p>
          <a:p xmlns:a="http://schemas.openxmlformats.org/drawingml/2006/main">
            <a:r>
              <a:t>3. (2:30–4:00) 기존 DEC-0041의 입력 {1,2,3,4}, crop [1,3), 기대 {2,3}·2개와 잘못된 {2,3,4}·3개를 유지한다. “비어 있지 않음만 보라”는 `EXPECT_FALSE(actual.empty());`는 이 차이를 구별하지 못한다. 요청에 해당 입력의 기대 열·폭을 담고, `std::vector&lt;int&gt; expected{2,3};`를 둔 뒤 `EXPECT_EQ(actual.size(), 2u);`와 `EXPECT_EQ(actual, expected);`처럼 개수·값·순서를 비교하게 한다. vector 동등 비교가 길이도 보므로 size 행은 교육상 명시적 중복이다. assertion 수를 늘리는 기술이 아니라 완료 조건에 맞는 확인을 요청하는 예시다. 새 C++ 실행·PASS/FAIL은 없다.</a:t>
            </a:r>
          </a:p>
          <a:p xmlns:a="http://schemas.openxmlformats.org/drawingml/2006/main">
            <a:r>
              <a:t>4. (4:00–5:00 / Reflection) 내가 요청할 완료 근거가 어떤 명세 위반을 구별할지 조용히 떠올린다. 작성·실습·답변을 요구하지 않는다. 요청의 표현 방법을 추가로 살펴본 뒤 반복 조건을 생각하게 한다.</a:t>
            </a:r>
          </a:p>
          <a:p xmlns:a="http://schemas.openxmlformats.org/drawingml/2006/main">
            <a:r>
              <a:t/>
            </a:r>
          </a:p>
          <a:p xmlns:a="http://schemas.openxmlformats.org/drawingml/2006/main">
            <a:r>
              <a:t>Evidence / Source: BEAT-007, INV-VERIFY-001, TRIAL-002, CLM-0029, CLM-0027, DEC-0041. Actual checks are separate from the TEACHING_MODEL mapping. 기존 crop 첫 행의 1·2·3·4와 기대 2·3을 native C++ vector 도식으로 재표현했다. Assertion과 vector 동등 비교의 의미: [GoogleTest Primer](https://google.github.io/googletest/primer.html), [Microsoft vector operators](https://learn.microsoft.com/en-us/cpp/standard-library/vector-operators?view=msvc-170). 기술 의미는 공식 문서에 한정하며 현재 Demo가 GoogleTest를 사용한다는 뜻이 아니다. DEC-0042는 요청 설계와 기존 사례의 연결·용어를 정렬한 결정이며 새로운 실험 근거가 아니다.</a:t>
            </a:r>
          </a:p>
          <a:p xmlns:a="http://schemas.openxmlformats.org/drawingml/2006/main">
            <a:r>
              <a:t/>
            </a:r>
          </a:p>
          <a:p xmlns:a="http://schemas.openxmlformats.org/drawingml/2006/main">
            <a:r>
              <a:t>Claim Boundary: Focused/full tests, CLI smoke, and diff review are actual TRIAL-002 checks. The mapping is a course model; benchmark was not run. No single check proves all correctness. 우측 vector와 GoogleTest assertion은 실제 Python unittest crop 사례를 설명하는 교육용 재표현이다. 새 C++ 실행·Trial·PASS/FAIL이나 당시 assertion 원문이 아니며 {2,3,4}는 명세 위반을 설명하는 반례다. 한 입력의 기대값 비교는 다른 입력·경계·플랫폼의 정확성이나 모든 누락 검출을 보장하지 않는다.</a:t>
            </a:r>
          </a:p>
          <a:p xmlns:a="http://schemas.openxmlformats.org/drawingml/2006/main">
            <a:r>
              <a:t/>
            </a:r>
          </a:p>
          <a:p xmlns:a="http://schemas.openxmlformats.org/drawingml/2006/main">
            <a:r>
              <a:t>Beginner Explanation: “테스트해줘”에서 멈추지 않고 이 입력에서 어떤 개수·값을 기대하며 무엇을 비교해 보고할지 요청에 담는다. 비어 있지 않음은 빈 결과를 찾지만 이 추가 원소 오류는 구별하지 못한다.</a:t>
            </a:r>
          </a:p>
          <a:p xmlns:a="http://schemas.openxmlformats.org/drawingml/2006/main">
            <a:r>
              <a:t/>
            </a:r>
          </a:p>
          <a:p xmlns:a="http://schemas.openxmlformats.org/drawingml/2006/main">
            <a:r>
              <a:t>Advanced Insight: For std::vector&lt;int&gt;, equality compares length and corresponding element values in order; the explicit size check exposes the width requirement but is redundant with equality. Choose cases and assertions from the specification and risk instead of treating assertion count as coverage. Release build, API/ABI checks, regression cases and named-workload measurement remain optional patterns, not this Demo repository's tooling or completed validation.</a:t>
            </a:r>
          </a:p>
          <a:p xmlns:a="http://schemas.openxmlformats.org/drawingml/2006/main">
            <a:r>
              <a:t/>
            </a:r>
          </a:p>
          <a:p xmlns:a="http://schemas.openxmlformats.org/drawingml/2006/main">
            <a:r>
              <a:t>C++ Vision Bridge: ON-SCREEN SUPPORTING 예시: S02와 같은 native vector 원소 칸으로 기대 {2,3}와 잘못된 {2,3,4}를 표시하고 GoogleTest의 테스트러너 assertion 조건을 비교한다. 표준 C assert나 빌드 설정에 기대는 검증 예시가 아니며 GoogleTest 설치·사용법 강의로 확장하지 않는다. `expected` 지역변수로 비교 대상을 이름 붙인다. Release build·API/ABI·성능 측정 대응은 Notes의 선택 참고로만 남기고 주요 C++ 패턴 전이는 S66에 유지한다. No Windows, shell, IDE, hardware or new C++ execution is asserted.</a:t>
            </a:r>
          </a:p>
          <a:p xmlns:a="http://schemas.openxmlformats.org/drawingml/2006/main">
            <a:r>
              <a:t/>
            </a:r>
          </a:p>
          <a:p xmlns:a="http://schemas.openxmlformats.org/drawingml/2006/main">
            <a:r>
              <a:t>Demo Operation: TRIAL-002 evidence callback outside the 8-minute Demo slot. 좌측 표와 우측 vector·assertion 비교는 일반적인 check-to-claim 교육 모델이다. 하단 출처에는 실제 Trial에서 수행한 확인만 표시한다. 실제 Trial은 Python unittest이며 화면의 C++ 코드나 잘못된 vector를 새 실행 결과로 재생하지 않는다. Benchmark 미실행 경계를 유지하고 새 PASS/FAIL·성능 수치·실행 결과를 추가하지 않는다.</a:t>
            </a:r>
          </a:p>
          <a:p xmlns:a="http://schemas.openxmlformats.org/drawingml/2006/main">
            <a:r>
              <a:t/>
            </a:r>
          </a:p>
          <a:p xmlns:a="http://schemas.openxmlformats.org/drawingml/2006/main">
            <a:r>
              <a:t>Audience Interaction: 마지막 1분은 각자가 익숙한 Check와 그 조건이 확인하거나 놓칠 수 있는 명세 위반을 조용히 생각한다. 결과 발표나 테스트 작성은 요구하지 않는다.</a:t>
            </a:r>
          </a:p>
          <a:p xmlns:a="http://schemas.openxmlformats.org/drawingml/2006/main">
            <a:r>
              <a:t/>
            </a:r>
          </a:p>
          <a:p xmlns:a="http://schemas.openxmlformats.org/drawingml/2006/main">
            <a:r>
              <a:t>Transition: “요청에 담을 내용은 정했습니다. 이제 상황에 맞게 전달하는 문장 도구를 보겠습니다.”라고 신규 S25로 이동한다. 기존 반복 Context 질문은 새8장 뒤의 S33–S34에서 회수한다.</a:t>
            </a:r>
          </a:p>
          <a:p xmlns:a="http://schemas.openxmlformats.org/drawingml/2006/main">
            <a:r>
              <a:t/>
            </a:r>
          </a:p>
          <a:p xmlns:a="http://schemas.openxmlformats.org/drawingml/2006/main">
            <a:r>
              <a:t>Time Management: Lecture4분(완료 조건 질문30초, 요청할 확인과 범위 표2분, 기존 vector·명세 assertion 비교90초)과 Reflection1분을 보존한다. 테스트 도구·초기화·assertion 수 자체의 강의로 확장하지 않는다. 실제 시간 적합성은 리허설 전까지 UNVERIFIED다.</a:t>
            </a:r>
          </a:p>
          <a:p xmlns:a="http://schemas.openxmlformats.org/drawingml/2006/main">
            <a:r>
              <a:t/>
            </a:r>
          </a:p>
          <a:p xmlns:a="http://schemas.openxmlformats.org/drawingml/2006/main">
            <a:r>
              <a:t>Fallback: 정적 기본 경로 — `production/ACT_1.pptx` S24 또는 `production/preview/act1/S24.png`를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S25 — 지시와 참고 자료의 구분</a:t>
            </a:r>
          </a:p>
          <a:p xmlns:a="http://schemas.openxmlformats.org/drawingml/2006/main">
            <a:r>
              <a:t/>
            </a:r>
          </a:p>
          <a:p xmlns:a="http://schemas.openxmlformats.org/drawingml/2006/main">
            <a:r>
              <a:t>Slide ID: S25</a:t>
            </a:r>
          </a:p>
          <a:p xmlns:a="http://schemas.openxmlformats.org/drawingml/2006/main">
            <a:r>
              <a:t/>
            </a:r>
          </a:p>
          <a:p xmlns:a="http://schemas.openxmlformats.org/drawingml/2006/main">
            <a:r>
              <a:t>Working Title: 지시와 참고 자료의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제목과 태그로 지시와 분석 자료의 경계를 표시한다.</a:t>
            </a:r>
          </a:p>
          <a:p xmlns:a="http://schemas.openxmlformats.org/drawingml/2006/main">
            <a:r>
              <a:t/>
            </a:r>
          </a:p>
          <a:p xmlns:a="http://schemas.openxmlformats.org/drawingml/2006/main">
            <a:r>
              <a:t>Opening Question: “로그·명세·요청이 섞여 있을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 요청</a:t>
            </a:r>
          </a:p>
          <a:p xmlns:a="http://schemas.openxmlformats.org/drawingml/2006/main">
            <a:r>
              <a:t>crop 경계 오류의 원인 후보만 설명해줘.</a:t>
            </a:r>
          </a:p>
          <a:p xmlns:a="http://schemas.openxmlformats.org/drawingml/2006/main">
            <a:r>
              <a:t>코드는 아직 수정하지 마.</a:t>
            </a:r>
          </a:p>
          <a:p xmlns:a="http://schemas.openxmlformats.org/drawingml/2006/main">
            <a:r>
              <a:t>자료에 없는 내용은 미확인으로 표시해줘.</a:t>
            </a:r>
          </a:p>
          <a:p xmlns:a="http://schemas.openxmlformats.org/drawingml/2006/main">
            <a:r>
              <a:t/>
            </a:r>
          </a:p>
          <a:p xmlns:a="http://schemas.openxmlformats.org/drawingml/2006/main">
            <a:r>
              <a:t># 참고 자료</a:t>
            </a:r>
          </a:p>
          <a:p xmlns:a="http://schemas.openxmlformats.org/drawingml/2006/main">
            <a:r>
              <a:t>명세: crop [1,3)의 폭은 2</a:t>
            </a:r>
          </a:p>
          <a:p xmlns:a="http://schemas.openxmlformats.org/drawingml/2006/main">
            <a:r>
              <a:t>로그 예: expected=2, actual=3</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입력과 기대 결과의 작은 예시의 활용 상황을 본다.</a:t>
            </a:r>
          </a:p>
          <a:p xmlns:a="http://schemas.openxmlformats.org/drawingml/2006/main">
            <a:r>
              <a:t/>
            </a:r>
          </a:p>
          <a:p xmlns:a="http://schemas.openxmlformats.org/drawingml/2006/main">
            <a:r>
              <a:t>Evidence / Source: CLM-0032; official documented recommendations checked 2026-10-21. https://developers.openai.com/api/docs/guides/prompt-engineering.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구획은 읽을 경계를 알리는 수단입니다. 보안 격리나 자료의 진위를 보장하지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입력과 기대 결과의 작은 예시의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S25 또는 production/preview/act1/S25.png.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S26 — 입력과 기대 결과의 작은 예시</a:t>
            </a:r>
          </a:p>
          <a:p xmlns:a="http://schemas.openxmlformats.org/drawingml/2006/main">
            <a:r>
              <a:t/>
            </a:r>
          </a:p>
          <a:p xmlns:a="http://schemas.openxmlformats.org/drawingml/2006/main">
            <a:r>
              <a:t>Slide ID: S26</a:t>
            </a:r>
          </a:p>
          <a:p xmlns:a="http://schemas.openxmlformats.org/drawingml/2006/main">
            <a:r>
              <a:t/>
            </a:r>
          </a:p>
          <a:p xmlns:a="http://schemas.openxmlformats.org/drawingml/2006/main">
            <a:r>
              <a:t>Working Title: 입력과 기대 결과의 작은 예시</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Case 1 minute</a:t>
            </a:r>
          </a:p>
          <a:p xmlns:a="http://schemas.openxmlformats.org/drawingml/2006/main">
            <a:r>
              <a:t/>
            </a:r>
          </a:p>
          <a:p xmlns:a="http://schemas.openxmlformats.org/drawingml/2006/main">
            <a:r>
              <a:t>Primary Message: 설명만으로 부족할 때 입력과 원하는 결과를 함께 준다.</a:t>
            </a:r>
          </a:p>
          <a:p xmlns:a="http://schemas.openxmlformats.org/drawingml/2006/main">
            <a:r>
              <a:t/>
            </a:r>
          </a:p>
          <a:p xmlns:a="http://schemas.openxmlformats.org/drawingml/2006/main">
            <a:r>
              <a:t>Opening Question: “범위·출력 패턴의 뜻이 엇갈릴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범위 설명을 아래 형식으로 작성해줘.</a:t>
            </a:r>
          </a:p>
          <a:p xmlns:a="http://schemas.openxmlformats.org/drawingml/2006/main">
            <a:r>
              <a:t>입력 {1,2,3,4}에 대한 예시:</a:t>
            </a:r>
          </a:p>
          <a:p xmlns:a="http://schemas.openxmlformats.org/drawingml/2006/main">
            <a:r>
              <a:t>[1,3) ⇒ {2,3}, 폭 2</a:t>
            </a:r>
          </a:p>
          <a:p xmlns:a="http://schemas.openxmlformats.org/drawingml/2006/main">
            <a:r>
              <a:t>[0,1) ⇒ {1}, 폭 1</a:t>
            </a:r>
          </a:p>
          <a:p xmlns:a="http://schemas.openxmlformats.org/drawingml/2006/main">
            <a:r>
              <a:t/>
            </a:r>
          </a:p>
          <a:p xmlns:a="http://schemas.openxmlformats.org/drawingml/2006/main">
            <a:r>
              <a:t>같은 형식으로 [2,4)를 설명해줘.</a:t>
            </a:r>
          </a:p>
          <a:p xmlns:a="http://schemas.openxmlformats.org/drawingml/2006/main">
            <a:r>
              <a:t>빈 범위·범위 초과 정책은 만들지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바로 검토할 수 있는 결과 형식의 활용 상황을 본다.</a:t>
            </a:r>
          </a:p>
          <a:p xmlns:a="http://schemas.openxmlformats.org/drawingml/2006/main">
            <a:r>
              <a:t/>
            </a:r>
          </a:p>
          <a:p xmlns:a="http://schemas.openxmlformats.org/drawingml/2006/main">
            <a:r>
              <a:t>Evidence / Source: CLM-0033; official documented recommendations checked 2026-10-21. https://developers.openai.com/api/docs/guides/prompt-engineering;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예시와 명세를 일치시킵니다. 예시 몇 개가 모든 경계 조건의 명세를 대신하지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바로 검토할 수 있는 결과 형식의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S26 또는 production/preview/act1/S26.png.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S27 — 바로 검토할 수 있는 결과 형식</a:t>
            </a:r>
          </a:p>
          <a:p xmlns:a="http://schemas.openxmlformats.org/drawingml/2006/main">
            <a:r>
              <a:t/>
            </a:r>
          </a:p>
          <a:p xmlns:a="http://schemas.openxmlformats.org/drawingml/2006/main">
            <a:r>
              <a:t>Slide ID: S27</a:t>
            </a:r>
          </a:p>
          <a:p xmlns:a="http://schemas.openxmlformats.org/drawingml/2006/main">
            <a:r>
              <a:t/>
            </a:r>
          </a:p>
          <a:p xmlns:a="http://schemas.openxmlformats.org/drawingml/2006/main">
            <a:r>
              <a:t>Working Title: 바로 검토할 수 있는 결과 형식</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받고 싶은 항목과 길이를 요청에 적는다.</a:t>
            </a:r>
          </a:p>
          <a:p xmlns:a="http://schemas.openxmlformats.org/drawingml/2006/main">
            <a:r>
              <a:t/>
            </a:r>
          </a:p>
          <a:p xmlns:a="http://schemas.openxmlformats.org/drawingml/2006/main">
            <a:r>
              <a:t>Opening Question: “장황한 답을 다시 가공하게 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수정 결과를 다음 순서로 보고해줘.</a:t>
            </a:r>
          </a:p>
          <a:p xmlns:a="http://schemas.openxmlformats.org/drawingml/2006/main">
            <a:r>
              <a:t>1. 변경 파일과 바꾼 이유</a:t>
            </a:r>
          </a:p>
          <a:p xmlns:a="http://schemas.openxmlformats.org/drawingml/2006/main">
            <a:r>
              <a:t>2. 실제 실행한 확인 명령과 결과</a:t>
            </a:r>
          </a:p>
          <a:p xmlns:a="http://schemas.openxmlformats.org/drawingml/2006/main">
            <a:r>
              <a:t>3. 실행하지 못한 확인과 이유</a:t>
            </a:r>
          </a:p>
          <a:p xmlns:a="http://schemas.openxmlformats.org/drawingml/2006/main">
            <a:r>
              <a:t>4. 남은 위험과 확인이 필요한 결정</a:t>
            </a:r>
          </a:p>
          <a:p xmlns:a="http://schemas.openxmlformats.org/drawingml/2006/main">
            <a:r>
              <a:t>각 항목은 두 문장 이내로 써줘.</a:t>
            </a:r>
          </a:p>
          <a:p xmlns:a="http://schemas.openxmlformats.org/drawingml/2006/main">
            <a:r>
              <a:t>실행하지 않은 검사를 통과로 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근거가 있는 설명과 미확인의 구분의 활용 상황을 본다.</a:t>
            </a:r>
          </a:p>
          <a:p xmlns:a="http://schemas.openxmlformats.org/drawingml/2006/main">
            <a:r>
              <a:t/>
            </a:r>
          </a:p>
          <a:p xmlns:a="http://schemas.openxmlformats.org/drawingml/2006/main">
            <a:r>
              <a:t>Evidence / Source: CLM-0034; official documented recommendations checked 2026-10-21. https://learn.chatgpt.com/docs/prompting; https://developers.openai.com/api/docs/guides/structured-outputs.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형식이 맞아도 내용은 확인해야 합니다. 채팅의 형식 요청은 API Structured Outputs와 별개입니다.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근거가 있는 설명과 미확인의 구분의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S27 또는 production/preview/act1/S27.png.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S28 — 근거가 있는 설명과 미확인의 구분</a:t>
            </a:r>
          </a:p>
          <a:p xmlns:a="http://schemas.openxmlformats.org/drawingml/2006/main">
            <a:r>
              <a:t/>
            </a:r>
          </a:p>
          <a:p xmlns:a="http://schemas.openxmlformats.org/drawingml/2006/main">
            <a:r>
              <a:t>Slide ID: S28</a:t>
            </a:r>
          </a:p>
          <a:p xmlns:a="http://schemas.openxmlformats.org/drawingml/2006/main">
            <a:r>
              <a:t/>
            </a:r>
          </a:p>
          <a:p xmlns:a="http://schemas.openxmlformats.org/drawingml/2006/main">
            <a:r>
              <a:t>Working Title: 근거가 있는 설명과 미확인의 구분</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결론에 자료 위치를 붙이고, 확인하지 못한 것은 남긴다.</a:t>
            </a:r>
          </a:p>
          <a:p xmlns:a="http://schemas.openxmlformats.org/drawingml/2006/main">
            <a:r>
              <a:t/>
            </a:r>
          </a:p>
          <a:p xmlns:a="http://schemas.openxmlformats.org/drawingml/2006/main">
            <a:r>
              <a:t>Opening Question: “저장소 설명의 출처를 확인해야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crop의 명세·구현·테스트를 찾아 비교해줘.</a:t>
            </a:r>
          </a:p>
          <a:p xmlns:a="http://schemas.openxmlformats.org/drawingml/2006/main">
            <a:r>
              <a:t>결론마다 실제 파일·함수·줄을 붙여줘.</a:t>
            </a:r>
          </a:p>
          <a:p xmlns:a="http://schemas.openxmlformats.org/drawingml/2006/main">
            <a:r>
              <a:t>다음 세 상태를 구분해줘.</a:t>
            </a:r>
          </a:p>
          <a:p xmlns:a="http://schemas.openxmlformats.org/drawingml/2006/main">
            <a:r>
              <a:t>- 자료에서 확인</a:t>
            </a:r>
          </a:p>
          <a:p xmlns:a="http://schemas.openxmlformats.org/drawingml/2006/main">
            <a:r>
              <a:t>- 코드로부터 추정</a:t>
            </a:r>
          </a:p>
          <a:p xmlns:a="http://schemas.openxmlformats.org/drawingml/2006/main">
            <a:r>
              <a:t>- 아직 미확인</a:t>
            </a:r>
          </a:p>
          <a:p xmlns:a="http://schemas.openxmlformats.org/drawingml/2006/main">
            <a:r>
              <a:t>근거가 충돌하면 차이를 먼저 알려줘.</a:t>
            </a:r>
          </a:p>
          <a:p xmlns:a="http://schemas.openxmlformats.org/drawingml/2006/main">
            <a:r>
              <a:t>찾지 못한 정책은 관례로 채우지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결과를 바꾸는 결정에서 확인 질문의 활용 상황을 본다.</a:t>
            </a:r>
          </a:p>
          <a:p xmlns:a="http://schemas.openxmlformats.org/drawingml/2006/main">
            <a:r>
              <a:t/>
            </a:r>
          </a:p>
          <a:p xmlns:a="http://schemas.openxmlformats.org/drawingml/2006/main">
            <a:r>
              <a:t>Evidence / Source: CLM-0035; official documented recommendations checked 2026-10-21. https://developers.openai.com/api/docs/guides/prompt-engineering;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파일·줄 인용도 실제 내용과 대조합니다. 인용이 있다는 사실만으로 정확성이 보장되지는 않습니다.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결과를 바꾸는 결정에서 확인 질문의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S28 또는 production/preview/act1/S28.png.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S29 — 결과를 바꾸는 결정에서 확인 질문</a:t>
            </a:r>
          </a:p>
          <a:p xmlns:a="http://schemas.openxmlformats.org/drawingml/2006/main">
            <a:r>
              <a:t/>
            </a:r>
          </a:p>
          <a:p xmlns:a="http://schemas.openxmlformats.org/drawingml/2006/main">
            <a:r>
              <a:t>Slide ID: S29</a:t>
            </a:r>
          </a:p>
          <a:p xmlns:a="http://schemas.openxmlformats.org/drawingml/2006/main">
            <a:r>
              <a:t/>
            </a:r>
          </a:p>
          <a:p xmlns:a="http://schemas.openxmlformats.org/drawingml/2006/main">
            <a:r>
              <a:t>Working Title: 결과를 바꾸는 결정에서 확인 질문</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조사할 사실과 답을 받아야 할 결정을 구분한다.</a:t>
            </a:r>
          </a:p>
          <a:p xmlns:a="http://schemas.openxmlformats.org/drawingml/2006/main">
            <a:r>
              <a:t/>
            </a:r>
          </a:p>
          <a:p xmlns:a="http://schemas.openxmlformats.org/drawingml/2006/main">
            <a:r>
              <a:t>Opening Question: “정책을 사람이 선택해야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빈 crop 범위의 처리 정책을 조사해줘.</a:t>
            </a:r>
          </a:p>
          <a:p xmlns:a="http://schemas.openxmlformats.org/drawingml/2006/main">
            <a:r>
              <a:t>문서·테스트·호출부의 근거를 먼저 찾아줘.</a:t>
            </a:r>
          </a:p>
          <a:p xmlns:a="http://schemas.openxmlformats.org/drawingml/2006/main">
            <a:r>
              <a:t>근거 없이 빈 결과와 오류 중 골라야 하면</a:t>
            </a:r>
          </a:p>
          <a:p xmlns:a="http://schemas.openxmlformats.org/drawingml/2006/main">
            <a:r>
              <a:t>각 선택의 영향을 적고 질문해줘.</a:t>
            </a:r>
          </a:p>
          <a:p xmlns:a="http://schemas.openxmlformats.org/drawingml/2006/main">
            <a:r>
              <a:t>그 결정에 의존하는 수정은 답변 뒤 진행해줘.</a:t>
            </a:r>
          </a:p>
          <a:p xmlns:a="http://schemas.openxmlformats.org/drawingml/2006/main">
            <a:r>
              <a:t>그 선택과 무관한 조사는 계속해줘.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큰 작업을 검토할 결과물로 나누기의 활용 상황을 본다.</a:t>
            </a:r>
          </a:p>
          <a:p xmlns:a="http://schemas.openxmlformats.org/drawingml/2006/main">
            <a:r>
              <a:t/>
            </a:r>
          </a:p>
          <a:p xmlns:a="http://schemas.openxmlformats.org/drawingml/2006/main">
            <a:r>
              <a:t>Evidence / Source: CLM-0036; official documented recommendations checked 2026-10-21. https://learn.chatgpt.com/guides/best-practices; https://developers.openai.com/api/docs/guides/latest-model.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모든 세부를 질문으로 돌리지 않습니다. 답에 따라 결과가 달라지는 선택에 집중합니다.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큰 작업을 검토할 결과물로 나누기의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S29 또는 production/preview/act1/S29.png.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S30 — 큰 작업을 검토할 결과물로 나누기</a:t>
            </a:r>
          </a:p>
          <a:p xmlns:a="http://schemas.openxmlformats.org/drawingml/2006/main">
            <a:r>
              <a:t/>
            </a:r>
          </a:p>
          <a:p xmlns:a="http://schemas.openxmlformats.org/drawingml/2006/main">
            <a:r>
              <a:t>Slide ID: S30</a:t>
            </a:r>
          </a:p>
          <a:p xmlns:a="http://schemas.openxmlformats.org/drawingml/2006/main">
            <a:r>
              <a:t/>
            </a:r>
          </a:p>
          <a:p xmlns:a="http://schemas.openxmlformats.org/drawingml/2006/main">
            <a:r>
              <a:t>Working Title: 큰 작업을 검토할 결과물로 나누기</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다음 결정을 할 수 있는 작은 결과부터 요청한다.</a:t>
            </a:r>
          </a:p>
          <a:p xmlns:a="http://schemas.openxmlformats.org/drawingml/2006/main">
            <a:r>
              <a:t/>
            </a:r>
          </a:p>
          <a:p xmlns:a="http://schemas.openxmlformats.org/drawingml/2006/main">
            <a:r>
              <a:t>Opening Question: “조사 결과에 따라 구현 범위가 달라질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검사 pipeline에 ROI 설정을 연결하려 한다.</a:t>
            </a:r>
          </a:p>
          <a:p xmlns:a="http://schemas.openxmlformats.org/drawingml/2006/main">
            <a:r>
              <a:t>이번에는 설정 입력에서 crop까지의 경로만</a:t>
            </a:r>
          </a:p>
          <a:p xmlns:a="http://schemas.openxmlformats.org/drawingml/2006/main">
            <a:r>
              <a:t>조사하고, 변경 후보·미확인을 표로 정리해줘.</a:t>
            </a:r>
          </a:p>
          <a:p xmlns:a="http://schemas.openxmlformats.org/drawingml/2006/main">
            <a:r>
              <a:t>코드는 아직 수정하지 마.</a:t>
            </a:r>
          </a:p>
          <a:p xmlns:a="http://schemas.openxmlformats.org/drawingml/2006/main">
            <a:r>
              <a:t/>
            </a:r>
          </a:p>
          <a:p xmlns:a="http://schemas.openxmlformats.org/drawingml/2006/main">
            <a:r>
              <a:t>그 결과를 보고 다음 요청에서</a:t>
            </a:r>
          </a:p>
          <a:p xmlns:a="http://schemas.openxmlformats.org/drawingml/2006/main">
            <a:r>
              <a:t>파싱·유효성 확인 구현 범위를 정하겠다.</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기준을 지정한 코드 리뷰 요청의 활용 상황을 본다.</a:t>
            </a:r>
          </a:p>
          <a:p xmlns:a="http://schemas.openxmlformats.org/drawingml/2006/main">
            <a:r>
              <a:t/>
            </a:r>
          </a:p>
          <a:p xmlns:a="http://schemas.openxmlformats.org/drawingml/2006/main">
            <a:r>
              <a:t>Evidence / Source: CLM-0037; official documented recommendations checked 2026-10-21. https://learn.chatgpt.com/guides/best-practices; https://developers.openai.com/api/docs/guides/reasoning-best-practices.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단계는 작업·산출물의 경계입니다. 숨은 사고 과정을 길게 출력하라는 요청이 아닙니다.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기준을 지정한 코드 리뷰 요청의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S30 또는 production/preview/act1/S30.png.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S31 — 기준을 지정한 코드 리뷰 요청</a:t>
            </a:r>
          </a:p>
          <a:p xmlns:a="http://schemas.openxmlformats.org/drawingml/2006/main">
            <a:r>
              <a:t/>
            </a:r>
          </a:p>
          <a:p xmlns:a="http://schemas.openxmlformats.org/drawingml/2006/main">
            <a:r>
              <a:t>Slide ID: S31</a:t>
            </a:r>
          </a:p>
          <a:p xmlns:a="http://schemas.openxmlformats.org/drawingml/2006/main">
            <a:r>
              <a:t/>
            </a:r>
          </a:p>
          <a:p xmlns:a="http://schemas.openxmlformats.org/drawingml/2006/main">
            <a:r>
              <a:t>Working Title: 기준을 지정한 코드 리뷰 요청</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무엇을 찾을지와 어떤 근거로 보고할지를 지정한다.</a:t>
            </a:r>
          </a:p>
          <a:p xmlns:a="http://schemas.openxmlformats.org/drawingml/2006/main">
            <a:r>
              <a:t/>
            </a:r>
          </a:p>
          <a:p xmlns:a="http://schemas.openxmlformats.org/drawingml/2006/main">
            <a:r>
              <a:t>Opening Question: ““검토해줘”의 범위를 분명히 할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crop 변경안을 코드 리뷰 관점에서 봐줘.</a:t>
            </a:r>
          </a:p>
          <a:p xmlns:a="http://schemas.openxmlformats.org/drawingml/2006/main">
            <a:r>
              <a:t>검토 기준은 다음과 같아.</a:t>
            </a:r>
          </a:p>
          <a:p xmlns:a="http://schemas.openxmlformats.org/drawingml/2006/main">
            <a:r>
              <a:t>1. 끝 좌표 제외 명세 보존</a:t>
            </a:r>
          </a:p>
          <a:p xmlns:a="http://schemas.openxmlformats.org/drawingml/2006/main">
            <a:r>
              <a:t>2. 공개 API와 기존 오류 정책 보존</a:t>
            </a:r>
          </a:p>
          <a:p xmlns:a="http://schemas.openxmlformats.org/drawingml/2006/main">
            <a:r>
              <a:t>3. 요청과 무관한 변경 없음</a:t>
            </a:r>
          </a:p>
          <a:p xmlns:a="http://schemas.openxmlformats.org/drawingml/2006/main">
            <a:r>
              <a:t>위반마다 위치·근거·영향·수정 제안을 써줘.</a:t>
            </a:r>
          </a:p>
          <a:p xmlns:a="http://schemas.openxmlformats.org/drawingml/2006/main">
            <a:r>
              <a:t>자료로 판단 못 하면 미확인으로 남겨줘.</a:t>
            </a:r>
          </a:p>
          <a:p xmlns:a="http://schemas.openxmlformats.org/drawingml/2006/main">
            <a:r>
              <a:t>이번 요청에서는 코드를 바꾸지 마.</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다음은 구체적인 근거로 수정 방향 피드백의 활용 상황을 본다.</a:t>
            </a:r>
          </a:p>
          <a:p xmlns:a="http://schemas.openxmlformats.org/drawingml/2006/main">
            <a:r>
              <a:t/>
            </a:r>
          </a:p>
          <a:p xmlns:a="http://schemas.openxmlformats.org/drawingml/2006/main">
            <a:r>
              <a:t>Evidence / Source: CLM-0038; official documented recommendations checked 2026-10-21. https://learn.chatgpt.com/guides/best-practices;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리뷰 답변도 누락할 수 있습니다. 필요한 실행 확인·변경 검토·사람의 완료 판단을 함께 사용합니다.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다음은 구체적인 근거로 수정 방향 피드백의 활용 상황을 본다.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S31 또는 production/preview/act1/S31.png.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S32 — 구체적인 근거로 수정 방향 피드백</a:t>
            </a:r>
          </a:p>
          <a:p xmlns:a="http://schemas.openxmlformats.org/drawingml/2006/main">
            <a:r>
              <a:t/>
            </a:r>
          </a:p>
          <a:p xmlns:a="http://schemas.openxmlformats.org/drawingml/2006/main">
            <a:r>
              <a:t>Slide ID: S32</a:t>
            </a:r>
          </a:p>
          <a:p xmlns:a="http://schemas.openxmlformats.org/drawingml/2006/main">
            <a:r>
              <a:t/>
            </a:r>
          </a:p>
          <a:p xmlns:a="http://schemas.openxmlformats.org/drawingml/2006/main">
            <a:r>
              <a:t>Working Title: 구체적인 근거로 수정 방향 피드백</a:t>
            </a:r>
          </a:p>
          <a:p xmlns:a="http://schemas.openxmlformats.org/drawingml/2006/main">
            <a:r>
              <a:t/>
            </a:r>
          </a:p>
          <a:p xmlns:a="http://schemas.openxmlformats.org/drawingml/2006/main">
            <a:r>
              <a:t>ACT / Section: ACT 1 / 1H — Practical Prompt Methods</a:t>
            </a:r>
          </a:p>
          <a:p xmlns:a="http://schemas.openxmlformats.org/drawingml/2006/main">
            <a:r>
              <a:t/>
            </a:r>
          </a:p>
          <a:p xmlns:a="http://schemas.openxmlformats.org/drawingml/2006/main">
            <a:r>
              <a:t>Allocated Time: 1 minute</a:t>
            </a:r>
          </a:p>
          <a:p xmlns:a="http://schemas.openxmlformats.org/drawingml/2006/main">
            <a:r>
              <a:t/>
            </a:r>
          </a:p>
          <a:p xmlns:a="http://schemas.openxmlformats.org/drawingml/2006/main">
            <a:r>
              <a:t>Mode Split: Lecture 1 minute</a:t>
            </a:r>
          </a:p>
          <a:p xmlns:a="http://schemas.openxmlformats.org/drawingml/2006/main">
            <a:r>
              <a:t/>
            </a:r>
          </a:p>
          <a:p xmlns:a="http://schemas.openxmlformats.org/drawingml/2006/main">
            <a:r>
              <a:t>Primary Message: 어긋난 지점과 원하는 변경, 유지할 조건을 적는다.</a:t>
            </a:r>
          </a:p>
          <a:p xmlns:a="http://schemas.openxmlformats.org/drawingml/2006/main">
            <a:r>
              <a:t/>
            </a:r>
          </a:p>
          <a:p xmlns:a="http://schemas.openxmlformats.org/drawingml/2006/main">
            <a:r>
              <a:t>Opening Question: “첫 제안의 일부가 의도와 다를 때, 요청을 어떻게 바꾸면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(0:00–0:15 ) 사용 상황을 한 문장으로 짚는다. 필요한 때 선택하는 문장 도구이며 모든 요청에 여덟 기법을 채울 필요는 없다고 연결한다.</a:t>
            </a:r>
          </a:p>
          <a:p xmlns:a="http://schemas.openxmlformats.org/drawingml/2006/main">
            <a:r>
              <a:t>2. (0:15–0:45 ) 요청 전문을 낭독하지 않고 이 기법이 드러나는 두세 행만 가리킨다. 아래 문장은 복사해 자기 프로젝트 자료로 바꿔 사용할 교육용 예시다.</a:t>
            </a:r>
          </a:p>
          <a:p xmlns:a="http://schemas.openxmlformats.org/drawingml/2006/main">
            <a:r>
              <a:t/>
            </a:r>
          </a:p>
          <a:p xmlns:a="http://schemas.openxmlformats.org/drawingml/2006/main">
            <a:r>
              <a:t>```text</a:t>
            </a:r>
          </a:p>
          <a:p xmlns:a="http://schemas.openxmlformats.org/drawingml/2006/main">
            <a:r>
              <a:t>앞선 “테스트 기대 폭을 3으로 바꾸자”는</a:t>
            </a:r>
          </a:p>
          <a:p xmlns:a="http://schemas.openxmlformats.org/drawingml/2006/main">
            <a:r>
              <a:t>제안을 수정해줘. 원하는 명세는</a:t>
            </a:r>
          </a:p>
          <a:p xmlns:a="http://schemas.openxmlformats.org/drawingml/2006/main">
            <a:r>
              <a:t>crop [1,3)에서 폭 2야.</a:t>
            </a:r>
          </a:p>
          <a:p xmlns:a="http://schemas.openxmlformats.org/drawingml/2006/main">
            <a:r>
              <a:t>테스트 기대값은 유지하고,</a:t>
            </a:r>
          </a:p>
          <a:p xmlns:a="http://schemas.openxmlformats.org/drawingml/2006/main">
            <a:r>
              <a:t>구현의 끝 좌표 처리만 다시 검토해줘.</a:t>
            </a:r>
          </a:p>
          <a:p xmlns:a="http://schemas.openxmlformats.org/drawingml/2006/main">
            <a:r>
              <a:t>기존 API·의존성은 유지해줘.</a:t>
            </a:r>
          </a:p>
          <a:p xmlns:a="http://schemas.openxmlformats.org/drawingml/2006/main">
            <a:r>
              <a:t>바꾼 제안과 미확인 사항만 보고해줘.</a:t>
            </a:r>
          </a:p>
          <a:p xmlns:a="http://schemas.openxmlformats.org/drawingml/2006/main">
            <a:r>
              <a:t>```</a:t>
            </a:r>
          </a:p>
          <a:p xmlns:a="http://schemas.openxmlformats.org/drawingml/2006/main">
            <a:r>
              <a:t/>
            </a:r>
          </a:p>
          <a:p xmlns:a="http://schemas.openxmlformats.org/drawingml/2006/main">
            <a:r>
              <a:t>3. (0:45–1:00 ) 화면 하단의 핵심을 회수하고 한계를 짧게 짚는다.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Evidence / Source: CLM-0039; official documented recommendations checked 2026-10-21. https://learn.chatgpt.com/docs/prompting. Evidence matrix: references/product/PROMPT_ENGINEERING_2026-10-21.md.</a:t>
            </a:r>
          </a:p>
          <a:p xmlns:a="http://schemas.openxmlformats.org/drawingml/2006/main">
            <a:r>
              <a:t/>
            </a:r>
          </a:p>
          <a:p xmlns:a="http://schemas.openxmlformats.org/drawingml/2006/main">
            <a:r>
              <a:t>Claim Boundary: 교육용 요청 문장이다. 실제 TRIAL-002 입력·실행·비교 실험이 아니다. 앞선 제안은 가상 예시입니다. 원하는 답만 반복시키지 말고 명세와 실제 근거로 방향을 고칩니다. 정확도·토큰·시간·성능 개선이나 모든 모델의 동일한 동작을 보장하지 않는다.</a:t>
            </a:r>
          </a:p>
          <a:p xmlns:a="http://schemas.openxmlformats.org/drawingml/2006/main">
            <a:r>
              <a:t/>
            </a:r>
          </a:p>
          <a:p xmlns:a="http://schemas.openxmlformats.org/drawingml/2006/main">
            <a:r>
              <a:t>Beginner Explanation: “이럴 때 사용” 옆의 상황에 해당하면 예시 문장을 출발점으로 삼고 실제 명세·파일·자료를 맞춰 넣는다. 요청 길이를 늘리는 것 자체가 목적은 아니다.</a:t>
            </a:r>
          </a:p>
          <a:p xmlns:a="http://schemas.openxmlformats.org/drawingml/2006/main">
            <a:r>
              <a:t/>
            </a:r>
          </a:p>
          <a:p xmlns:a="http://schemas.openxmlformats.org/drawingml/2006/main">
            <a:r>
              <a:t>Advanced Insight: Treat the technique as a documented starting point. Check the selected model, workload, available tools, evidence and failure conditions before attributing an outcome to the prompt.</a:t>
            </a:r>
          </a:p>
          <a:p xmlns:a="http://schemas.openxmlformats.org/drawingml/2006/main">
            <a:r>
              <a:t/>
            </a:r>
          </a:p>
          <a:p xmlns:a="http://schemas.openxmlformats.org/drawingml/2006/main">
            <a:r>
              <a:t>C++ Vision Bridge: 기존 crop의 끝 좌표 제외 명세와 제조 검사 pipeline에 적용하는 개념 예시다. 실제 C++ 구현·실행·오류 정책이나 장비 조건은 추가로 확정하지 않는다.</a:t>
            </a:r>
          </a:p>
          <a:p xmlns:a="http://schemas.openxmlformats.org/drawingml/2006/main">
            <a:r>
              <a:t/>
            </a:r>
          </a:p>
          <a:p xmlns:a="http://schemas.openxmlformats.org/drawingml/2006/main">
            <a:r>
              <a:t>Demo Operation: N/A — static conceptual prompt example. No new Trial, model call, code change, benchmark or live surface demonstration.</a:t>
            </a:r>
          </a:p>
          <a:p xmlns:a="http://schemas.openxmlformats.org/drawingml/2006/main">
            <a:r>
              <a:t/>
            </a:r>
          </a:p>
          <a:p xmlns:a="http://schemas.openxmlformats.org/drawingml/2006/main">
            <a:r>
              <a:t>Audience Interaction: 요청 예시를 눈으로 확인하게 하고 핵심 부분만 가리킨다. 작성 실습·공개 답변·의무 응답을 요구하지 않는다.</a:t>
            </a:r>
          </a:p>
          <a:p xmlns:a="http://schemas.openxmlformats.org/drawingml/2006/main">
            <a:r>
              <a:t/>
            </a:r>
          </a:p>
          <a:p xmlns:a="http://schemas.openxmlformats.org/drawingml/2006/main">
            <a:r>
              <a:t>Transition: “이 조건 중 다음 작업에도 다시 적게 될 것은 무엇일까요?”라고 기존 S25–S26의 반복 Context 질문으로 연결한다. 현재 기존 두 장은 S33–S34이다.</a:t>
            </a:r>
          </a:p>
          <a:p xmlns:a="http://schemas.openxmlformats.org/drawingml/2006/main">
            <a:r>
              <a:t/>
            </a:r>
          </a:p>
          <a:p xmlns:a="http://schemas.openxmlformats.org/drawingml/2006/main">
            <a:r>
              <a:t>Time Management: 1분 동안 핵심과 예시 두세 행만 짚는다. 전문·출처·주의점 전체 낭독은 하지 않는다. 사용자 승인으로 기존 장별 시간은 유지하고 소개8분을 추가했다. 실제 시간 적합성은 리허설 전까지 UNVERIFIED다.</a:t>
            </a:r>
          </a:p>
          <a:p xmlns:a="http://schemas.openxmlformats.org/drawingml/2006/main">
            <a:r>
              <a:t/>
            </a:r>
          </a:p>
          <a:p xmlns:a="http://schemas.openxmlformats.org/drawingml/2006/main">
            <a:r>
              <a:t>Fallback: 정적 production/ACT_1.pptx S32 또는 production/preview/act1/S32.png. 교육용 요청·공식 권고·실제 Trial의 경계를 유지한다. 별도8장 검토용 파일은 보조 자료다.</a:t>
            </a:r>
          </a:p>
          <a:p xmlns:a="http://schemas.openxmlformats.org/drawingml/2006/main">
            <a:r>
              <a:t/>
            </a:r>
          </a:p>
          <a:p xmlns:a="http://schemas.openxmlformats.org/drawingml/2006/main">
            <a:r>
              <a:t>Validation Status: ALIGNED — DEC-0043. Exact final package, Notes and render checks are recorded in production/evaluation/PROMPT_ENGINEERING_ADDITION_RESULT.md. Windows PowerPoint, target fonts, room, current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S33 — 이번 Task인가, 계속 유지할 Project 정보인가?</a:t>
            </a:r>
          </a:p>
          <a:p xmlns:a="http://schemas.openxmlformats.org/drawingml/2006/main">
            <a:r>
              <a:t/>
            </a:r>
          </a:p>
          <a:p xmlns:a="http://schemas.openxmlformats.org/drawingml/2006/main">
            <a:r>
              <a:t>Slide ID: S33</a:t>
            </a:r>
          </a:p>
          <a:p xmlns:a="http://schemas.openxmlformats.org/drawingml/2006/main">
            <a:r>
              <a:t/>
            </a:r>
          </a:p>
          <a:p xmlns:a="http://schemas.openxmlformats.org/drawingml/2006/main">
            <a:r>
              <a:t>Working Title: 이번 Task인가, 계속 유지할 Project 정보인가?</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Reflection 1 minute + Q&amp;A 2 minutes</a:t>
            </a:r>
          </a:p>
          <a:p xmlns:a="http://schemas.openxmlformats.org/drawingml/2006/main">
            <a:r>
              <a:t/>
            </a:r>
          </a:p>
          <a:p xmlns:a="http://schemas.openxmlformats.org/drawingml/2006/main">
            <a:r>
              <a:t>Primary Message: 두 종류의 정보를 구분할 필요가 있음을 먼저 인식한다.</a:t>
            </a:r>
          </a:p>
          <a:p xmlns:a="http://schemas.openxmlformats.org/drawingml/2006/main">
            <a:r>
              <a:t/>
            </a:r>
          </a:p>
          <a:p xmlns:a="http://schemas.openxmlformats.org/drawingml/2006/main">
            <a:r>
              <a:t>Opening Question: “잘 쓴 요청의 테스트 명령과 보존 조건을, 다음 작업에도 다시 적어야 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S24에서 완료 근거를 요청에 담았다는 점을 회수한다. “이렇게 요청을 구체화했지만 테스트 명령과 보존 조건은 다음 작업에도 다시 쓰게 된다”고 반복 마찰을 제시하고, 익숙한 문장 하나가 이번 Task에만 필요한지 다음 작업에도 필요한지 생각하게 한다. 두 영역은 비워 둔다.</a:t>
            </a:r>
          </a:p>
          <a:p xmlns:a="http://schemas.openxmlformats.org/drawingml/2006/main">
            <a:r>
              <a:t>2. (1:00–3:00 / Q&amp;A) 자발적인 질문을 받는다. 분류의 정답이나 저장 방식·AGENTS.md를 미리 공개하지 않는다. 침묵도 정상 진행이다.</a:t>
            </a:r>
          </a:p>
          <a:p xmlns:a="http://schemas.openxmlformats.org/drawingml/2006/main">
            <a:r>
              <a:t>3. (3:00) S34에서 정보의 수명·범위를 후보 예시로 비교하겠다고 넘긴다.</a:t>
            </a:r>
          </a:p>
          <a:p xmlns:a="http://schemas.openxmlformats.org/drawingml/2006/main">
            <a:r>
              <a:t/>
            </a:r>
          </a:p>
          <a:p xmlns:a="http://schemas.openxmlformats.org/drawingml/2006/main">
            <a:r>
              <a:t>Evidence / Source: BEAT-007 → BEAT-008 handoff, CLM-0029, CLM-0027, CLM-0003, CLM-0005. TEACHING_MODEL. DEC-0042는 요청 설계와 기존 사례의 연결·용어를 정렬한 결정이며 새로운 실험 근거가 아니다.</a:t>
            </a:r>
          </a:p>
          <a:p xmlns:a="http://schemas.openxmlformats.org/drawingml/2006/main">
            <a:r>
              <a:t/>
            </a:r>
          </a:p>
          <a:p xmlns:a="http://schemas.openxmlformats.org/drawingml/2006/main">
            <a:r>
              <a:t>Claim Boundary: 두 Bucket은 Reflection을 위한 과정의 모델이다. 이 장에서는 정답, 제품 기능, AGENTS.md 또는 완전한 분류를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Consider information lifetime and scope without deciding the storage mechanism yet.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순서: Reflection 1분 후 Q&amp;A 2분. Reflection은 사적 생각 시간이고 공유는 자발적이다. 응답이 없으면 질문을 한 번 더 읽고 진행한다.</a:t>
            </a:r>
          </a:p>
          <a:p xmlns:a="http://schemas.openxmlformats.org/drawingml/2006/main">
            <a:r>
              <a:t/>
            </a:r>
          </a:p>
          <a:p xmlns:a="http://schemas.openxmlformats.org/drawingml/2006/main">
            <a:r>
              <a:t>Transition: “방금 떠올린 반복 문장을 이번 Task 정보와 계속 참고할 Project 정보의 후보로 나눠 보겠습니다.”라고 S34으로 이동한다.</a:t>
            </a:r>
          </a:p>
          <a:p xmlns:a="http://schemas.openxmlformats.org/drawingml/2006/main">
            <a:r>
              <a:t/>
            </a:r>
          </a:p>
          <a:p xmlns:a="http://schemas.openxmlformats.org/drawingml/2006/main">
            <a:r>
              <a:t>Time Management: Reflection 1분, Q&amp;A 2분을 보존한다. 긴 토론이나 개인 업무 공개를 요구하지 않는다.</a:t>
            </a:r>
          </a:p>
          <a:p xmlns:a="http://schemas.openxmlformats.org/drawingml/2006/main">
            <a:r>
              <a:t/>
            </a:r>
          </a:p>
          <a:p xmlns:a="http://schemas.openxmlformats.org/drawingml/2006/main">
            <a:r>
              <a:t>Fallback: 정적 기본 경로 — `production/ACT_1.pptx` S33 또는 `production/preview/act1/S33.png`를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S34 — 반복하는 설명을 두 범주로 나누기</a:t>
            </a:r>
          </a:p>
          <a:p xmlns:a="http://schemas.openxmlformats.org/drawingml/2006/main">
            <a:r>
              <a:t/>
            </a:r>
          </a:p>
          <a:p xmlns:a="http://schemas.openxmlformats.org/drawingml/2006/main">
            <a:r>
              <a:t>Slide ID: S34</a:t>
            </a:r>
          </a:p>
          <a:p xmlns:a="http://schemas.openxmlformats.org/drawingml/2006/main">
            <a:r>
              <a:t/>
            </a:r>
          </a:p>
          <a:p xmlns:a="http://schemas.openxmlformats.org/drawingml/2006/main">
            <a:r>
              <a:t>Working Title: 반복하는 설명을 두 범주로 나누기</a:t>
            </a:r>
          </a:p>
          <a:p xmlns:a="http://schemas.openxmlformats.org/drawingml/2006/main">
            <a:r>
              <a:t/>
            </a:r>
          </a:p>
          <a:p xmlns:a="http://schemas.openxmlformats.org/drawingml/2006/main">
            <a:r>
              <a:t>ACT / Section: ACT 1 / 1G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Reflection 1 minute + Transition 3 minutes + Q&amp;A 2 minutes</a:t>
            </a:r>
          </a:p>
          <a:p xmlns:a="http://schemas.openxmlformats.org/drawingml/2006/main">
            <a:r>
              <a:t/>
            </a:r>
          </a:p>
          <a:p xmlns:a="http://schemas.openxmlformats.org/drawingml/2006/main">
            <a:r>
              <a:t>Primary Message: Task 정보와 Project 정보는 수명과 적용 범위가 다르다.</a:t>
            </a:r>
          </a:p>
          <a:p xmlns:a="http://schemas.openxmlformats.org/drawingml/2006/main">
            <a:r>
              <a:t/>
            </a:r>
          </a:p>
          <a:p xmlns:a="http://schemas.openxmlformats.org/drawingml/2006/main">
            <a:r>
              <a:t>Opening Question: “같은 Project 설명을 다음 요청에서도 왜 반복하게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Reflection) 앞 장에서 떠올린 반복 문장을 이번 Task 정보와 계속 참고할 Project 정보의 후보로 생각한다. 분류 시험이나 답안 작성은 아니다.</a:t>
            </a:r>
          </a:p>
          <a:p xmlns:a="http://schemas.openxmlformats.org/drawingml/2006/main">
            <a:r>
              <a:t>2. (1:00–2:00 / Transition) crop 경계 수정·이번 README 수정은 현재 목표의 후보이고, 반복해서 사용할 테스트 명령·의존성 추가에 필요한 근거 같은 보존 조건은 여러 작업에서 참고할 후보임을 비교한다. 예시는 유일한 정답이나 실제 STATE-01 원문이 아니다.</a:t>
            </a:r>
          </a:p>
          <a:p xmlns:a="http://schemas.openxmlformats.org/drawingml/2006/main">
            <a:r>
              <a:t>3. (2:00–4:00 / Transition) 원하는 변화·지킬 조건·완료 근거를 요청에 담는 원칙을 회수한다. 그중 같은 Project 사실과 확인 명령을 다음 작업에도 다시 적는다는 미해결 문제를 남긴다. Context의 위치·메커니즘을 먼저 답하지 않고 S35의 반복 장면이 필요하게 만든다.</a:t>
            </a:r>
          </a:p>
          <a:p xmlns:a="http://schemas.openxmlformats.org/drawingml/2006/main">
            <a:r>
              <a:t>4. (4:00–6:00 / Q&amp;A) 자발적인 질문을 받고 6분에 ACT 2로 간다. 질문이 없으면 반복 Project 설명이라는 마지막 질문을 한 번 읽고 정시에 넘긴다.</a:t>
            </a:r>
          </a:p>
          <a:p xmlns:a="http://schemas.openxmlformats.org/drawingml/2006/main">
            <a:r>
              <a:t/>
            </a:r>
          </a:p>
          <a:p xmlns:a="http://schemas.openxmlformats.org/drawingml/2006/main">
            <a:r>
              <a:t>Evidence / Source: BEAT-007, BEAT-008, TRANS-003, CLM-0029, CLM-0027, CLM-0003, CLM-0005. TEACHING_MODEL / CONCEPTUAL. DEC-0042는 요청 설계와 기존 사례의 연결·용어를 정렬한 결정이며 새로운 실험 근거가 아니다.</a:t>
            </a:r>
          </a:p>
          <a:p xmlns:a="http://schemas.openxmlformats.org/drawingml/2006/main">
            <a:r>
              <a:t/>
            </a:r>
          </a:p>
          <a:p xmlns:a="http://schemas.openxmlformats.org/drawingml/2006/main">
            <a:r>
              <a:t>Claim Boundary: 항목은 수명과 적용 범위를 생각하게 하는 교육용 후보 예시다. 화면의 의존성 예시는 실제 STATE-01 지침처럼 작업상 정당한 근거가 있으면 추가할 수 있다는 조건을 보존한다. 이 장은 그 지침의 실행 효과를 관찰한 결과가 아니다. 유일한 정답·classification test·제품 메커니즘으로 말하지 않는다. AGENTS.md는 이 장에서 답으로 제시하지 않는다.</a:t>
            </a:r>
          </a:p>
          <a:p xmlns:a="http://schemas.openxmlformats.org/drawingml/2006/main">
            <a:r>
              <a:t/>
            </a:r>
          </a:p>
          <a:p xmlns:a="http://schemas.openxmlformats.org/drawingml/2006/main">
            <a:r>
              <a:t>Beginner Explanation: 요청을 잘 작성한 뒤에도 같은 테스트 명령과 보존 조건을 다시 쓰게 된다. 이번 목표에만 필요한 정보와 여러 작업이 참고할 Project 사실의 수명·범위를 생각한다. 저장 메커니즘은 다음 ACT에서 문제를 본 뒤 다룬다.</a:t>
            </a:r>
          </a:p>
          <a:p xmlns:a="http://schemas.openxmlformats.org/drawingml/2006/main">
            <a:r>
              <a:t/>
            </a:r>
          </a:p>
          <a:p xmlns:a="http://schemas.openxmlformats.org/drawingml/2006/main">
            <a:r>
              <a:t>Advanced Insight: Information reuse scope and lifetime may differ; the next ACT will examine the repeated-fact problem before introducing a mechanism.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Reflection 1분 후 map 순서대로 ACT 2 Transition 3분, Q&amp;A 2분. 예시는 후보로만 말하고, 자발적 응답을 받되 정답 분류를 평가하지 않는다.</a:t>
            </a:r>
          </a:p>
          <a:p xmlns:a="http://schemas.openxmlformats.org/drawingml/2006/main">
            <a:r>
              <a:t/>
            </a:r>
          </a:p>
          <a:p xmlns:a="http://schemas.openxmlformats.org/drawingml/2006/main">
            <a:r>
              <a:t>Transition: “요청은 구체화했지만, 같은 테스트 명령과 보존 조건은 다음 작업에도 다시 적게 됩니다. Project 설명을 왜 매번 Prompt에 다시 쓰고 있을까요?”라고 S35의 반복 Project Context 문제로 연결한다.</a:t>
            </a:r>
          </a:p>
          <a:p xmlns:a="http://schemas.openxmlformats.org/drawingml/2006/main">
            <a:r>
              <a:t/>
            </a:r>
          </a:p>
          <a:p xmlns:a="http://schemas.openxmlformats.org/drawingml/2006/main">
            <a:r>
              <a:t>Time Management: 0–1분 Reflection, 1–4분 Transition, 4–6분 Q&amp;A. 기존 Notes의 1–5분 전환/5–6분 Q&amp;A 불일치를 승인된 Mode Split 1+3+2로 정렬한다. Project Context 해결책이나 AGENTS.md는 미리 공개하지 않는다.</a:t>
            </a:r>
          </a:p>
          <a:p xmlns:a="http://schemas.openxmlformats.org/drawingml/2006/main">
            <a:r>
              <a:t/>
            </a:r>
          </a:p>
          <a:p xmlns:a="http://schemas.openxmlformats.org/drawingml/2006/main">
            <a:r>
              <a:t>Fallback: 정적 기본 경로 — `production/ACT_1.pptx` S34 또는 `production/preview/act1/S34.png`를 사용한다. 요청 예시·기록·교육 모델의 기존 범위를 유지한다. 최신 렌더·내장 Notes/PNG 정합성은 production/evaluation/ACT_1_REQUEST_DESIGN_REVISION.md를 따른다.</a:t>
            </a:r>
          </a:p>
          <a:p xmlns:a="http://schemas.openxmlformats.org/drawingml/2006/main">
            <a:r>
              <a:t/>
            </a:r>
          </a:p>
          <a:p xmlns:a="http://schemas.openxmlformats.org/drawingml/2006/main">
            <a:r>
              <a:t>Validation Status: ALIGNED — DEC-0042의 요청 설계·사례 연결·쉬운 용어를 정렬했다. 최종 PPT·내장 Notes·렌더 검토는 production/evaluation/ACT_1_REQUEST_DESIGN_REVISION.md에 별도로 기록한다. Windows PowerPoint·발표 PC 글꼴·교육장 투사·현재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S53 — 두 실제 요청에 같은 절차가 반복됐다</a:t>
            </a:r>
          </a:p>
          <a:p xmlns:a="http://schemas.openxmlformats.org/drawingml/2006/main">
            <a:r>
              <a:t/>
            </a:r>
          </a:p>
          <a:p xmlns:a="http://schemas.openxmlformats.org/drawingml/2006/main">
            <a:r>
              <a:t>Slide ID: S53</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S52의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S53, production/preview/act3/S53.png 및 production/preview/full/S53.png.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S54 — 테스트 명령을 언제 쓰고 무엇을 판단할까?</a:t>
            </a:r>
          </a:p>
          <a:p xmlns:a="http://schemas.openxmlformats.org/drawingml/2006/main">
            <a:r>
              <a:t/>
            </a:r>
          </a:p>
          <a:p xmlns:a="http://schemas.openxmlformats.org/drawingml/2006/main">
            <a:r>
              <a:t>Slide ID: S54</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S53의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S55의 이번 목표·프로젝트 기준·수행 방법 결합으로 넘어간다.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S55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S54, production/preview/act3/S54.png 및 production/preview/full/S54.png.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S55 — 목표·기준·방법을 한 작업에 적용한다</a:t>
            </a:r>
          </a:p>
          <a:p xmlns:a="http://schemas.openxmlformats.org/drawingml/2006/main">
            <a:r>
              <a:t/>
            </a:r>
          </a:p>
          <a:p xmlns:a="http://schemas.openxmlformats.org/drawingml/2006/main">
            <a:r>
              <a:t>Slide ID: S55</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S54에서 명령의 사용 시점·판단 기준까지 정한 방법을 봤음을 한 문장으로 회수한다. 상단 이번 목표 ‘normalize 성능을 조사해줘’를 읽고, 아래 작업 영역으로 들어가는 연결을 짚는다. S54의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S56에서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S54 회수·목표1, 기준·한 작업1.5, 방법 적용1.5, S56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S55, production/preview/act3/S55.png 및 production/preview/full/S55.png.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S56 — 반복 절차를 Skill로 모으는 이유</a:t>
            </a:r>
          </a:p>
          <a:p xmlns:a="http://schemas.openxmlformats.org/drawingml/2006/main">
            <a:r>
              <a:t/>
            </a:r>
          </a:p>
          <a:p xmlns:a="http://schemas.openxmlformats.org/drawingml/2006/main">
            <a:r>
              <a:t>Slide ID: S56</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S55의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S55의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S54에서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S57의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S57에서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S55 회수0.75, 요청/기준 구분1, 공통 Skill과 관리 이유1.25, 선택 범위/S57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S56, production/preview/act3/S56.png 및 production/preview/full/S56.png.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Skill 발견·호출·본문 포함의 근거</a:t>
            </a:r>
          </a:p>
          <a:p xmlns:a="http://schemas.openxmlformats.org/drawingml/2006/main">
            <a:r>
              <a:t/>
            </a:r>
          </a:p>
          <a:p xmlns:a="http://schemas.openxmlformats.org/drawingml/2006/main">
            <a:r>
              <a:t>Slide ID: S57</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S56의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S58에서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S58로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S56 회수·업무 목적0.75, 목록1, 요청1, trace1.5, 범위·S58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S57, production/preview/act3/S57.png 및 production/preview/full/S57.png.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Skill 지침과 실제 작업 기록의 대응</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S57의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S59에서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S57의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S60–S61로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 “지침과 실제 작업 기록의 대응은 확인했습니다. 이 Skill에 재사용할 절차와 이번 근거로 판단할 답을 어떻게 나눌까요?”</a:t>
            </a:r>
          </a:p>
          <a:p xmlns:a="http://schemas.openxmlformats.org/drawingml/2006/main">
            <a:r>
              <a:t/>
            </a:r>
          </a:p>
          <a:p xmlns:a="http://schemas.openxmlformats.org/drawingml/2006/main">
            <a:r>
              <a:t>Time Management: Demo3분(본문 포함 회수0.5, 기준선0.75, 계획·diff0.75, 검증1) + Case3분(근거 구분·요청 책임1.5, 범위·S59 연결1.5). 지연 시 명령과 테스트 이름을 낭독하지 않고 행별 대응을 짚는다. 조건부 계획, 입력/수행 구분, 단독 효과 미입증은 생략하지 않는다. 6분에 S59으로 이동한다.</a:t>
            </a:r>
          </a:p>
          <a:p xmlns:a="http://schemas.openxmlformats.org/drawingml/2006/main">
            <a:r>
              <a:t/>
            </a:r>
          </a:p>
          <a:p xmlns:a="http://schemas.openxmlformats.org/drawingml/2006/main">
            <a:r>
              <a:t>Fallback: LOCAL STATIC ARTIFACT — production/ACT_3.pptx의 S58, production/preview/act3/S58.png 및 production/preview/full/S58.png.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절차는 재사용하고, 답은 근거로 정한다</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S58의 지침·수행 기록 대응을 회수한다. 이번에는 개별 실행 결과를 다시 읽기보다, 다음 작업에도 유지할 방법과 매번 근거로 채울 답을 구분한다.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S60에서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S60/S61보다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S58 회수0.5, 재사용 방법0.75, 이번 근거·답1, 채택/보류와 S60 연결0.75. 지연 시 지침 원문과 세 질문을 전부 낭독하지 않는다. 허용된 보류와 실제 결과의 구분은 생략하지 않고3분에 S60으로 이동한다.</a:t>
            </a:r>
          </a:p>
          <a:p xmlns:a="http://schemas.openxmlformats.org/drawingml/2006/main">
            <a:r>
              <a:t/>
            </a:r>
          </a:p>
          <a:p xmlns:a="http://schemas.openxmlformats.org/drawingml/2006/main">
            <a:r>
              <a:t>Fallback: LOCAL STATIC ARTIFACT — production/ACT_3.pptx의 S59, production/preview/act3/S59.png 및 production/preview/full/S59.png.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밝기 통계 계산의 성능 개선 후보</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S59의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S61은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S60에는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S61의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S60, production/preview/act3/S60.png 및 production/preview/full/S60.png.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선택한 변경의 시간·메모리·동작 확인</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S61, production/preview/act3/S61.png 및 production/preview/full/S61.png.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한 Agent 조사와 Subagent 역할 분리</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S61의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S63의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S63에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 “그 기준을 방금 밝기 통계 작업에 적용하면, 나누는 것이 필요했을까요?”</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S63으로 이동한다.</a:t>
            </a:r>
          </a:p>
          <a:p xmlns:a="http://schemas.openxmlformats.org/drawingml/2006/main">
            <a:r>
              <a:t/>
            </a:r>
          </a:p>
          <a:p xmlns:a="http://schemas.openxmlformats.org/drawingml/2006/main">
            <a:r>
              <a:t>Fallback: LOCAL STATIC ARTIFACT — production/ACT_3.pptx의 S62, production/preview/act3/S62.png 및 production/preview/full/S62.png.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밝기 통계 작업을 나누지 않은 이유</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“S62의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S62에서는 성능·빌드·테스트 조사가 서로 기다리지 않아도 된다고 가정했다. 이제 S60/S61의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S60에서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S61에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S62의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S62의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Lecture1분(S62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S64로 이동한다.</a:t>
            </a:r>
          </a:p>
          <a:p xmlns:a="http://schemas.openxmlformats.org/drawingml/2006/main">
            <a:r>
              <a:t/>
            </a:r>
          </a:p>
          <a:p xmlns:a="http://schemas.openxmlformats.org/drawingml/2006/main">
            <a:r>
              <a:t>Fallback: LOCAL STATIC ARTIFACT — production/ACT_3.pptx의 S63, production/preview/act3/S63.png 및 production/preview/full/S63.png.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이번 Context와 다시 쓸 지식</a:t>
            </a:r>
          </a:p>
          <a:p xmlns:a="http://schemas.openxmlformats.org/drawingml/2006/main">
            <a:r>
              <a:t/>
            </a:r>
          </a:p>
          <a:p xmlns:a="http://schemas.openxmlformats.org/drawingml/2006/main">
            <a:r>
              <a:t>Slide ID: S64</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S63에서는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S65에서는 실제 Demo 지식이 이미 어디에 있었는지와 별도 후보 유무를 확인한다.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S65에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S63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S65로 이동한다.</a:t>
            </a:r>
          </a:p>
          <a:p xmlns:a="http://schemas.openxmlformats.org/drawingml/2006/main">
            <a:r>
              <a:t/>
            </a:r>
          </a:p>
          <a:p xmlns:a="http://schemas.openxmlformats.org/drawingml/2006/main">
            <a:r>
              <a:t>Fallback: LOCAL STATIC ARTIFACT — production/ACT_3.pptx의 S64, production/preview/act3/S64.png 및 production/preview/full/S64.png.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실제 Demo 지식의 원래 출처</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“S64의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S64의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작업에 쓰인 구성의 역할</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“S65에서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S65의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S57/S58에서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S61처럼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 S69에서 프로젝트별 명세·빌드·검증·성능 절차로 대응한다. Python Skill이나 도구를 그대로 복사하지 않는다.</a:t>
            </a:r>
          </a:p>
          <a:p xmlns:a="http://schemas.openxmlformats.org/drawingml/2006/main">
            <a:r>
              <a:t/>
            </a:r>
          </a:p>
          <a:p xmlns:a="http://schemas.openxmlformats.org/drawingml/2006/main">
            <a:r>
              <a:t>Demo Operation: CAPTURED 정적 기본 경로 — S65의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S67에서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S57–S61의 지침·수치 설명을 반복하지 않는다. 실제3분 리허설은 UNVERIFIED다.</a:t>
            </a:r>
          </a:p>
          <a:p xmlns:a="http://schemas.openxmlformats.org/drawingml/2006/main">
            <a:r>
              <a:t/>
            </a:r>
          </a:p>
          <a:p xmlns:a="http://schemas.openxmlformats.org/drawingml/2006/main">
            <a:r>
              <a:t>Fallback: LOCAL STATIC ARTIFACT — production/ACT_3.pptx의 S66, production/preview/act3/S66.png 및 production/preview/full/S66.png.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함께 작동하는 작업 환경, Harness</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“S66의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Lecture) S66의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‘Repository 밖에서 적용되는 조건도 있지 않을까요?’로 S68를 연다. 제품이나 새 명령을 실행하지 않는다.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S66의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 S69에서 C++ 프로젝트의 명세·빌드·검증·성능 조건에 같은 Engineering Pattern을 연결한다. 이 장에 CMake·하드웨어 도구 목록을 추가하지 않는다.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S66/STATE-04-PERF의 AGENTS.md·docs·Skill·tests·benchmark와 기록된 입력/실행 조건을 같은 도식에 대응하는 CAPTURED 정적 요약이다. 실제 실행 캡처가 아니며 제품·Agent·benchmark·Demo repository를 실행하거나 새 Trial을 만들지 않는다. S66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 “그 실행 조건이 Repository 파일만으로 모두 정해질까요?”</a:t>
            </a:r>
          </a:p>
          <a:p xmlns:a="http://schemas.openxmlformats.org/drawingml/2006/main">
            <a:r>
              <a:t/>
            </a:r>
          </a:p>
          <a:p xmlns:a="http://schemas.openxmlformats.org/drawingml/2006/main">
            <a:r>
              <a:t>Time Management: Lecture4분: 실제 구성 회수0.5, 실행 환경1, 사람의 검토1, 전체 운영 모델·범위1.5. Demo2분: 실제 자료/기록 대응1.5, 저장소 밖 조건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S67, production/preview/act3/S67.png 및 production/preview/full/S67.png.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같은 저장소여도 실행 조건은 다를 수 있다</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같은 저장소여도 실행 조건은 다를 수 있다</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과거 Trial에서 전역 지침·Skills와 시작 경고의 흔적이 있었다. 적용 지침, 모델/설정, 권한, OS/runtime도 결과 해석 시 기록할 조건이지만 모든 항목의 인과효과나 완전한 환경 감사를 입증한 것은 아니다.</a:t>
            </a:r>
          </a:p>
          <a:p xmlns:a="http://schemas.openxmlformats.org/drawingml/2006/main">
            <a:r>
              <a:t/>
            </a:r>
          </a:p>
          <a:p xmlns:a="http://schemas.openxmlformats.org/drawingml/2006/main">
            <a:r>
              <a:t>Opening Question: “S67의 실행 환경은 같은 Repository 파일만으로 모두 정해질까요?”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S67의 실행 조건을 회수한다. 위 도식에서 같은 Repository의 코드·AGENTS.md·문서와 외부의 전역 지침/Skills·모델/설정·권한이 한 실행에 적용되는 관계를 짚는다. 점선의 ‘적용 확인’은 실제 세션에서 무엇이 적용됐는지 확인하라는 뜻이다. 조건 두 개를 비교 실행한 실험이나 과거 Trial의 정확한 파일 트리가 아니다.</a:t>
            </a:r>
          </a:p>
          <a:p xmlns:a="http://schemas.openxmlformats.org/drawingml/2006/main">
            <a:r>
              <a:t>2. (1:00–2:00 / Lecture) TRIAL-006에 전역 Skills4개 포함과 시작 경고가 보존됐다는 관찰만 짧게 회수한다. 경고가 실제 Hook/MCP 실행이나 작업 기여를 증명하지 않으며 전체 설정·권한의 감사도 아니다. 결과를 Prompt만의 효과로 분리할 수 없었다는 한계를 남긴다. 이 관찰로 평가·보고를 어떻게 바꿨는지는 ACT4 S83–S87의 다른 질문으로 남긴다.</a:t>
            </a:r>
          </a:p>
          <a:p xmlns:a="http://schemas.openxmlformats.org/drawingml/2006/main">
            <a:r>
              <a:t>3. (2:00–3:00 / Lecture) 이번 장의 실무 판단은 결과와 함께 실제 적용 지침·입력·설정/권한·실행 조건을 남기자는 것이다. 구체 명령이나 새 환경 설정을 지정하지 않는다. OS/runtime도 기록할 조건이며 각 조건의 독립적 효과는 미입증이다. S69에서 같은 확인 기준을 C++ 검사 업무로 옮긴다.</a:t>
            </a:r>
          </a:p>
          <a:p xmlns:a="http://schemas.openxmlformats.org/drawingml/2006/main">
            <a:r>
              <a:t/>
            </a:r>
          </a:p>
          <a:p xmlns:a="http://schemas.openxmlformats.org/drawingml/2006/main">
            <a:r>
              <a:t>Evidence / Source: plan/DEMO_MATRIX.md의 STEP07 DEMO ENVIRONMENT AUDIT AND DECISION UPDATE / TRIAL-006 Impact 및 Global Harness Inventory, Meta Claim Status Table; plan/CLAIM_FREEZE.md의 TRIAL-006→DEC-0016→TRIAL-007/008 경계; DEC-0016/0021/0062/0077; BEAT-033/036; DEMO-04B. OBSERVED_META / TEACHING_MODEL. 과거 Codex CLI0.154.0 기록이며 현재 호스트 설정을 다시 감사한 것이 아니다. 메인 관찰 줄은 TRIAL-006으로 한정하고 후속007/008 기록은 기존 불일치·부분 범위를 보존한다.; DEC-0080.</a:t>
            </a:r>
          </a:p>
          <a:p xmlns:a="http://schemas.openxmlformats.org/drawingml/2006/main">
            <a:r>
              <a:t/>
            </a:r>
          </a:p>
          <a:p xmlns:a="http://schemas.openxmlformats.org/drawingml/2006/main">
            <a:r>
              <a:t>Claim Boundary: OBSERVED_META / TEACHING_MODEL — 상단은 실행 조건의 관계도, 아래는 보존된 실제 관찰 요약과 해석의 한계다. 동일 저장소의 통제된 두 환경 비교나 인과 실험이 아니다. 전역 지침 파일의 존재·문서화된 발견 규칙과 완전한 주입 원문의 직접 관찰을 구분한다. Hook 경고는 Hook 실행·소스 변경의 증거가 아니며 MCP 시작 오류는 MCP task call/result 사용의 증거가 아니다. TRIAL-007의 보고/stderr 불일치를 해결한 것으로 표현하지 않는다. 전체 환경 inventory·개별 설정/권한의 인과효과·Prompt/Skill 우월성·현재 제품/계정 지원을 확정하지 않는다. 실제 Product State·측정 결과·Demo 역할은 유지한다.</a:t>
            </a:r>
          </a:p>
          <a:p xmlns:a="http://schemas.openxmlformats.org/drawingml/2006/main">
            <a:r>
              <a:t/>
            </a:r>
          </a:p>
          <a:p xmlns:a="http://schemas.openxmlformats.org/drawingml/2006/main">
            <a:r>
              <a:t>Beginner Explanation: 저장소 안의 코드와 프로젝트 안내가 같아도, Agent가 시작할 때 적용된 개인 지침·설정과 허용 범위는 함께 확인해야 한다. 시작 중 경고를 봤다는 사실만으로 그 도구가 일을 했거나 답을 바꿨다고 판단할 수는 없다.</a:t>
            </a:r>
          </a:p>
          <a:p xmlns:a="http://schemas.openxmlformats.org/drawingml/2006/main">
            <a:r>
              <a:t/>
            </a:r>
          </a:p>
          <a:p xmlns:a="http://schemas.openxmlformats.org/drawingml/2006/main">
            <a:r>
              <a:t>Advanced Insight: 적용 지침·모델/설정·권한·OS/runtime을 결과와 함께 기록하고 존재/로딩/실행/결과 기여를 구분한다. TRIAL-006의 bounded correctness·benchmark 관찰은 보존하면서 Prompt-only attribution을 PARTIAL로 유지한다. 현재 설정 파일을 과거 세션의 완전한 snapshot으로 소급하지 않는다. 전역 영향을 알아냈다는 사실만으로 전체 환경을 포착하거나 Trial 품질이 향상됐다고 주장하지 않는다. 세부 보존 범위: TRIAL-006은 전역 Skills4개 포함, Hook 구성 경고, MCP 연결/인증 시작 문제가 있었으나 Hook 실행·소스 변경이나 MCP 작업 결과 기여는 입증하지 않는다. 전역 지침 주입 원문 전체는 별도 보존되지 않았다. TRIAL-007 보고/stderr 불일치와 TRIAL-008의 부분적 영향 기록은 S83–S87에서 다룬다.</a:t>
            </a:r>
          </a:p>
          <a:p xmlns:a="http://schemas.openxmlformats.org/drawingml/2006/main">
            <a:r>
              <a:t/>
            </a:r>
          </a:p>
          <a:p xmlns:a="http://schemas.openxmlformats.org/drawingml/2006/main">
            <a:r>
              <a:t>C++ Vision Bridge: 같은 C++ Repository라도 Toolchain, 권한, runtime 조건이 다를 수 있다는 정도로만 잇는다. 구체적 빌드·검증 도구 선택과 명세 전이는 S69에서 회수한다.</a:t>
            </a:r>
          </a:p>
          <a:p xmlns:a="http://schemas.openxmlformats.org/drawingml/2006/main">
            <a:r>
              <a:t/>
            </a:r>
          </a:p>
          <a:p xmlns:a="http://schemas.openxmlformats.org/drawingml/2006/main">
            <a:r>
              <a:t>Demo Operation: Lecture3분의 정적 보조 도식 — Repository → Agent와 외부 조건 → 적용 확인의 선을 읽고, 아래 실제 관찰 → 해석의 한계로 이동한다. Meta 이중선 프레임을 유지한다. DEMO-04B의 ACT4 상세 Timeline·보고 불일치를 여기서 재강의하거나 추가 Demo 시간으로 계산하지 않는다. 제품·Agent·Demo repository를 실행하지 않으며 현재 설정/권한을 변경하거나 새 Trial을 만들지 않는다.</a:t>
            </a:r>
          </a:p>
          <a:p xmlns:a="http://schemas.openxmlformats.org/drawingml/2006/main">
            <a:r>
              <a:t/>
            </a:r>
          </a:p>
          <a:p xmlns:a="http://schemas.openxmlformats.org/drawingml/2006/main">
            <a:r>
              <a:t>Audience Interaction: ‘코드가 같다는 사실만으로, 같은 조건에서 실행했다고 말할 수 있을까요?’를 잠시 생각하게 한 뒤 외부 조건의 적용 기록으로 회수한다. 필수 실습·공개 답변·별도 Q&amp;A 시간은 추가하지 않는다.</a:t>
            </a:r>
          </a:p>
          <a:p xmlns:a="http://schemas.openxmlformats.org/drawingml/2006/main">
            <a:r>
              <a:t/>
            </a:r>
          </a:p>
          <a:p xmlns:a="http://schemas.openxmlformats.org/drawingml/2006/main">
            <a:r>
              <a:t>Transition: “이 작업 방법과 확인 기준을 우리 C++ 검사 업무로 옮겨 보겠습니다.”</a:t>
            </a:r>
          </a:p>
          <a:p xmlns:a="http://schemas.openxmlformats.org/drawingml/2006/main">
            <a:r>
              <a:t/>
            </a:r>
          </a:p>
          <a:p xmlns:a="http://schemas.openxmlformats.org/drawingml/2006/main">
            <a:r>
              <a:t>Time Management: Lecture3분: Repository/외부 조건 관계1, 보존 관찰과 인과 한계1, 기록할 조건과 C++ 전이1. Hook/MCP 정의·오류 목록·후속 Trial 연혁은 여기서 열지 않는다. 실제 리허설은 UNVERIFIED다.</a:t>
            </a:r>
          </a:p>
          <a:p xmlns:a="http://schemas.openxmlformats.org/drawingml/2006/main">
            <a:r>
              <a:t/>
            </a:r>
          </a:p>
          <a:p xmlns:a="http://schemas.openxmlformats.org/drawingml/2006/main">
            <a:r>
              <a:t>Fallback: LOCAL STATIC ARTIFACT — production/ACT_3.pptx의 S68, production/preview/act3/S68.png 및 production/preview/full/S68.png. 관계도·보존 기록 요약이며 raw 실행 캡처가 아니다. Lecture 보조 Preview로 기존32개 Demo fallback inventory에 추가하지 않는다. 파일 대조는 production/evaluation/S65_EXTERNAL_CONDITIONS_REVISION.md를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밝기 통계의 판단을 C++ 검사에 적용하기</a:t>
            </a:r>
          </a:p>
          <a:p xmlns:a="http://schemas.openxmlformats.org/drawingml/2006/main">
            <a:r>
              <a:t/>
            </a:r>
          </a:p>
          <a:p xmlns:a="http://schemas.openxmlformats.org/drawingml/2006/main">
            <a:r>
              <a:t>Slide ID: S69</a:t>
            </a:r>
          </a:p>
          <a:p xmlns:a="http://schemas.openxmlformats.org/drawingml/2006/main">
            <a:r>
              <a:t/>
            </a:r>
          </a:p>
          <a:p xmlns:a="http://schemas.openxmlformats.org/drawingml/2006/main">
            <a:r>
              <a:t>Working Title: 밝기 통계의 판단을 C++ 검사에 적용하기</a:t>
            </a:r>
          </a:p>
          <a:p xmlns:a="http://schemas.openxmlformats.org/drawingml/2006/main">
            <a:r>
              <a:t/>
            </a:r>
          </a:p>
          <a:p xmlns:a="http://schemas.openxmlformats.org/drawingml/2006/main">
            <a:r>
              <a:t>ACT / Section: ACT 3 / 3H</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Python 코드를 복사하지 않고 지킬 명세, 반복할 수행 방법, 완료를 판단할 근거를 C++ Vision 검사 업무에 대응한다. 실제 C++ 구현·회사 장비·측정 성과는 아니다.</a:t>
            </a:r>
          </a:p>
          <a:p xmlns:a="http://schemas.openxmlformats.org/drawingml/2006/main">
            <a:r>
              <a:t/>
            </a:r>
          </a:p>
          <a:p xmlns:a="http://schemas.openxmlformats.org/drawingml/2006/main">
            <a:r>
              <a:t>Opening Question: “S68에서 본 실행 조건까지 고려하면, 밝기 통계 Demo의 세 기준을 우리 C++ 검사 업무에 어떻게 적용할까요?”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S68의 ‘같은 코드여도 실행 조건을 확인한다’를 회수하고 우리 검사 업무로 전이한다. 위의 기존 삽화는 카메라·영상·처리·결과의 교육용 파이프라인이며 실제 회사 장비·C++ 구현 화면이 아니다. 아래 세 행은 이 파이프라인 전체에 적용할 기준이지 그림의 세 단계에 각각 하나씩 배당하는 순서가 아니다.</a:t>
            </a:r>
          </a:p>
          <a:p xmlns:a="http://schemas.openxmlformats.org/drawingml/2006/main">
            <a:r>
              <a:t>2. (0:45–1:45) 명세 행을 왼쪽에서 오른쪽으로 읽는다. 밝기 통계에서는 출력6항목의 동작을 보존했다. C++ 검사에서는 ROI 좌표 범위·픽셀값 범위·입출력 명세를 프로젝트 문서와 코드에서 확인하고 보존할 기준으로 정한다. 구체적 범위·임계값·알고리즘은 이 자료가 새로 확정하지 않는다.</a:t>
            </a:r>
          </a:p>
          <a:p xmlns:a="http://schemas.openxmlformats.org/drawingml/2006/main">
            <a:r>
              <a:t>3. (1:45–2:45) 수행 방법 행을 읽는다. 실제 Demo의 기준선 확보·해당 경로 조사·변경·같은 조건 비교를 검사 모듈에도 적용하는 패턴이다. 바꿀 경로와 가설을 먼저 확인하고 최소 변경 뒤 동작·회귀를 확인해 동일 조건에서 비교한다. 성능 Skill이 답을 주거나 Python 구현을 그대로 복사한다는 의미가 아니다.</a:t>
            </a:r>
          </a:p>
          <a:p xmlns:a="http://schemas.openxmlformats.org/drawingml/2006/main">
            <a:r>
              <a:t>4. (2:45–4:00) 검증 근거 행을 읽는다. Demo의 테스트와 기록된 실행시간·Python 할당 피크를 C++ 업무의 동작·회귀·통합 검사와 적합한 성능 측정 근거에 대응한다. 도구 이름이 아니라 무엇을 확인할지를 먼저 고른다. GoogleTest/CTest·통합 테스트·benchmark/profiler는 예시이며 실제 팀 표준을 확인해야 한다. Python tracemalloc 수치를 C++ 메모리/RSS 기준으로 옮기거나 같은 성능 개선을 보장하지 않는다.</a:t>
            </a:r>
          </a:p>
          <a:p xmlns:a="http://schemas.openxmlformats.org/drawingml/2006/main">
            <a:r>
              <a:t>5. (4:00–4:40) 마지막 입력·빌드·장비 조건을 짚는다. 비교할 입력, 빌드 모드/옵션, 실행 장비와 권한·runtime 같은 조건을 실제 프로젝트에서 확인·기록한다. Release build도 승인된 기존 예시일 뿐 어떤 명령·컴파일러·장비 구성을 여기서 지정하거나 검증한 것은 아니다. S68의 조건 확인을 C++ 작업에 연결한다.</a:t>
            </a:r>
          </a:p>
          <a:p xmlns:a="http://schemas.openxmlformats.org/drawingml/2006/main">
            <a:r>
              <a:t>6. (4:40–5:00) 세 기준을 옮기는 것이며 실제 C++ Trial이나 회사 성과가 아니라는 범위를 회수한다. 다음 S70에서는 이 중 자기 업무에서 먼저 정리할 반복 한 가지와 검토·갱신 책임을 고르게 한다.</a:t>
            </a:r>
          </a:p>
          <a:p xmlns:a="http://schemas.openxmlformats.org/drawingml/2006/main">
            <a:r>
              <a:t/>
            </a:r>
          </a:p>
          <a:p xmlns:a="http://schemas.openxmlformats.org/drawingml/2006/main">
            <a:r>
              <a:t>Evidence / Source: BEAT-036; CLM-0016/0017/0030; OQ-011; DEC-0062/0078; plan/DEMO_MATRIX.md의 TRIAL-008·STATE-04-PERF 실제 동작 보존·수행 절차·검증 기록; repository 성능 Skill. TEACHING_MODEL. 삽화 출처: prototype/image-illustration-pilot/assets/S53.png, built-in image_gen,2026-10-18; 프롬프트: prototype/image-illustration-pilot/PROMPTS.md. 승인된 이미지 bytes·crop(top0.08/bottom0.12)을 유지하고 화면 배치/크기만 조정한다. 실제 화면·현장 사진·C++ 관찰 자료가 아니다.</a:t>
            </a:r>
          </a:p>
          <a:p xmlns:a="http://schemas.openxmlformats.org/drawingml/2006/main">
            <a:r>
              <a:t/>
            </a:r>
          </a:p>
          <a:p xmlns:a="http://schemas.openxmlformats.org/drawingml/2006/main">
            <a:r>
              <a:t>Claim Boundary: TEACHING_MODEL — 왼쪽은 보존된 밝기 통계 Demo의 기준 요약, 오른쪽은 C++ 검사 업무에 대입할 교육용 질문과 적용 방향이다. 실제 C++ 구현·테스트 실행·회사 장비·성능 결과는 없다. ROI·픽셀 명세와 빌드·장비·도구 선택은 팀에서 확인하며 구체적 Windows/shell/IDE/hardware 지시를 추가하려면 별도 검증한다. 측정 수치·알고리즘·Skill 효과를 다른 언어/장비에 그대로 이전하지 않는다. 기존 이미지의 범위와 단독 Harness/Skill 인과효과 미입증 경계를 유지한다.</a:t>
            </a:r>
          </a:p>
          <a:p xmlns:a="http://schemas.openxmlformats.org/drawingml/2006/main">
            <a:r>
              <a:t/>
            </a:r>
          </a:p>
          <a:p xmlns:a="http://schemas.openxmlformats.org/drawingml/2006/main">
            <a:r>
              <a:t>Beginner Explanation: 먼저 무엇을 지킬지 정하고, 어떻게 조사·변경할지 정하며, 무엇을 확인해야 완료인지 정한다. Python 밝기 통계에서 사용한 이 세 기준을 C++ 검사 모듈의 명세·일하는 절차·확인 근거에 대입한다. 입력과 빌드·장비 조건도 함께 확인한다.</a:t>
            </a:r>
          </a:p>
          <a:p xmlns:a="http://schemas.openxmlformats.org/drawingml/2006/main">
            <a:r>
              <a:t/>
            </a:r>
          </a:p>
          <a:p xmlns:a="http://schemas.openxmlformats.org/drawingml/2006/main">
            <a:r>
              <a:t>Advanced Insight: Project Context→알고리즘/입출력 명세·빌드/하드웨어 가정, 반복 절차→대상 경로의 기준선/가설/변경/회귀/동일 조건 비교, unittest·benchmark script→팀의 적합한 동작/통합/성능 근거로 대응한다. 도구와 측정량은 실제 프로젝트에 맞춰 선택하고 동작 동등성·측정 조건·미확인 범위를 함께 검토한다. Python 할당 피크는 C++ 메모리 지표로 직접 이전할 근거가 아니다.</a:t>
            </a:r>
          </a:p>
          <a:p xmlns:a="http://schemas.openxmlformats.org/drawingml/2006/main">
            <a:r>
              <a:t/>
            </a:r>
          </a:p>
          <a:p xmlns:a="http://schemas.openxmlformats.org/drawingml/2006/main">
            <a:r>
              <a:t>C++ Vision Bridge: PRIMARY — 화면 전체가 세 기준의 C++ 적용이다. unittest→GoogleTest/CTest 또는 통합 검사, benchmark script→benchmark/profiler는 기존 예시이며 권장 도구를 새로 확정하지 않는다. 빌드 모드·장비 가정·ROI/픽셀 명세·회귀 기준과 팀 표준을 확인한다.</a:t>
            </a:r>
          </a:p>
          <a:p xmlns:a="http://schemas.openxmlformats.org/drawingml/2006/main">
            <a:r>
              <a:t/>
            </a:r>
          </a:p>
          <a:p xmlns:a="http://schemas.openxmlformats.org/drawingml/2006/main">
            <a:r>
              <a:t>Demo Operation: Lecture5분의 정적 전이 도식 — 기존 승인된 검사 파이프라인 삽화를 짚은 뒤 명세/수행 방법/검증 근거를 각 행의 Demo→C++ 순서로 대응한다. 마지막 실행 조건을 회수하고 S70로 이동한다. 실제 C++ 결과 화면처럼 말하지 않는다. 제품·Agent·Demo repository·컴파일러·테스트·benchmark를 실행하거나 새 Trial을 만들지 않는다. Demo 시간을 추가하지 않는다.</a:t>
            </a:r>
          </a:p>
          <a:p xmlns:a="http://schemas.openxmlformats.org/drawingml/2006/main">
            <a:r>
              <a:t/>
            </a:r>
          </a:p>
          <a:p xmlns:a="http://schemas.openxmlformats.org/drawingml/2006/main">
            <a:r>
              <a:t>Audience Interaction: ‘우리 검사 코드에서 출력6항목 보존에 해당하는 명세는 무엇일까요?’를 짧게 생각하게 하고 ROI·픽셀·입출력 조건의 실제 확인으로 회수한다. 정답이나 팀별 수치를 즉석에서 만들어 주지 않으며 필수 실습·공개 답변·별도 Q&amp;A 시간을 추가하지 않는다.</a:t>
            </a:r>
          </a:p>
          <a:p xmlns:a="http://schemas.openxmlformats.org/drawingml/2006/main">
            <a:r>
              <a:t/>
            </a:r>
          </a:p>
          <a:p xmlns:a="http://schemas.openxmlformats.org/drawingml/2006/main">
            <a:r>
              <a:t>Transition: “우리 팀에서 먼저 정리할 반복 한 가지와 유지할 책임을 골라 보겠습니다.”</a:t>
            </a:r>
          </a:p>
          <a:p xmlns:a="http://schemas.openxmlformats.org/drawingml/2006/main">
            <a:r>
              <a:t/>
            </a:r>
          </a:p>
          <a:p xmlns:a="http://schemas.openxmlformats.org/drawingml/2006/main">
            <a:r>
              <a:t>Time Management: Lecture5분: S68/삽화 연결0.75, 명세1, 수행 방법1, 검증 근거1.25, 실행 조건0.67, 적용 범위/전환0.33. 지연 시 도구 이름과 측정량 상세 설명을 줄이고 세 행의 대응·입력/빌드/장비 조건·교육용 범위는 유지한다.5분에 S70로 이동한다. 실제 리허설은 UNVERIFIED다.</a:t>
            </a:r>
          </a:p>
          <a:p xmlns:a="http://schemas.openxmlformats.org/drawingml/2006/main">
            <a:r>
              <a:t/>
            </a:r>
          </a:p>
          <a:p xmlns:a="http://schemas.openxmlformats.org/drawingml/2006/main">
            <a:r>
              <a:t>Fallback: LOCAL STATIC ARTIFACT — production/ACT_3.pptx의 S69, production/preview/act3/S69.png 및 production/preview/full/S69.png. 교육용 전이 도식·승인된 AI 삽화이며 실제 C++ 실행 캡처가 아니다. Lecture 보조 Preview로 기존32개 Demo fallback inventory에는 추가하지 않는다. 파일 대조는 production/evaluation/S66_CPP_TRANSFER_REVISION.md를 따른다. 실제 발표 PC 재생은 UNVERIFIED다.</a:t>
            </a:r>
          </a:p>
          <a:p xmlns:a="http://schemas.openxmlformats.org/drawingml/2006/main">
            <a:r>
              <a:t/>
            </a:r>
          </a:p>
          <a:p xmlns:a="http://schemas.openxmlformats.org/drawingml/2006/main">
            <a:r>
              <a:t>Validation Status: ALIGNED — DEC-0078의19필드·Lecture5분·TEACHING_MODEL·기존 이미지와 실제/교육용 적용 경계를 정렬했다. 최종 패키지/PNG/내장 Notes 대조는 production/evaluation/S66_CPP_TRANSFER_REVISION.md에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우리 업무에서 먼저 정리할 한 가지</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우리 업무에서 먼저 정리할 한 가지</a:t>
            </a:r>
          </a:p>
          <a:p xmlns:a="http://schemas.openxmlformats.org/drawingml/2006/main">
            <a:r>
              <a:t/>
            </a:r>
          </a:p>
          <a:p xmlns:a="http://schemas.openxmlformats.org/drawingml/2006/main">
            <a:r>
              <a:t>ACT / Section: ACT 3 / 3I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Reflection 3 minutes + Q&amp;A 5 minutes + Transition 2 minutes</a:t>
            </a:r>
          </a:p>
          <a:p xmlns:a="http://schemas.openxmlformats.org/drawingml/2006/main">
            <a:r>
              <a:t/>
            </a:r>
          </a:p>
          <a:p xmlns:a="http://schemas.openxmlformats.org/drawingml/2006/main">
            <a:r>
              <a:t>Primary Message: 반복 정보·반복 절차·완료 근거 중 현재 마찰을 하나 고르고 어디에 두며 누가 검토·갱신할지 판단한다. 현재의 성공을 보존한 채 다음 ACT의 프로젝트 변화 질문을 연다.</a:t>
            </a:r>
          </a:p>
          <a:p xmlns:a="http://schemas.openxmlformats.org/drawingml/2006/main">
            <a:r>
              <a:t/>
            </a:r>
          </a:p>
          <a:p xmlns:a="http://schemas.openxmlformats.org/drawingml/2006/main">
            <a:r>
              <a:t>Opening Question: “S69의 기준을 우리 업무에 대입하면, 어떤 반복 한 가지를 먼저 정리하고 어디에 두며 누가 유지하면 좋을까요?”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Reflection, R1) S69에서 명세·수행 방법·검증 근거를 C++ 검사 업무에 대입했다. 이제 자기 업무에서 반복되는 정보·절차·검증 근거를 떠올리게 한다. 화면의 세 후보는 같은 비중이며 특정 유형을 정답으로 고르지 않는다. 필기·파일 작성·저장소 수정·발표는 요구하지 않는다.</a:t>
            </a:r>
          </a:p>
          <a:p xmlns:a="http://schemas.openxmlformats.org/drawingml/2006/main">
            <a:r>
              <a:t>2. (0:30–1:30 / Reflection, R1) ‘하나만 선택’을 짚고 현재 반복 비용이나 혼란이 큰 한 가지를 조용히 고르게 한다. 세 후보가 모이는 선은 선택지를 뜻하며 세 종류를 전부 합치거나 새 시스템을 만들라는 뜻이 아니다. 아직 고르지 못해도 강제로 답을 정하지 않는다.</a:t>
            </a:r>
          </a:p>
          <a:p xmlns:a="http://schemas.openxmlformats.org/drawingml/2006/main">
            <a:r>
              <a:t>3. (1:30–2:15 / Reflection, R1) ‘어디에 둘까?’를 짚는다. 이미 관리되는 원래 출처와 팀의 흐름을 먼저 확인한다. 프로젝트 문서·재사용 수행 방법·날짜가 있는 검증 기록은 위치를 생각할 예시이며 정보 종류와 특정 파일을 배타적으로 고정하지 않는다. 이 시간에 새 문서·Skill·Memory를 만들지 않는다.</a:t>
            </a:r>
          </a:p>
          <a:p xmlns:a="http://schemas.openxmlformats.org/drawingml/2006/main">
            <a:r>
              <a:t>4. (2:15–3:00 / Reflection, R1) ‘누가 검토·갱신할까?’를 짚고 역할 또는 사람을 생각하게 한다. 검토자와 갱신 담당은 같은 사람일 수도 있다. 결정할 수 없으면 미확정으로 남기며 청중의 팀 역할을 대신 배정하지 않는다.</a:t>
            </a:r>
          </a:p>
          <a:p xmlns:a="http://schemas.openxmlformats.org/drawingml/2006/main">
            <a:r>
              <a:t>5. (3:00–8:00 / Q&amp;A, R2) 공유는 선택이며 질문을 받는다. 답변은 선택한 반복·둘 위치·검토/갱신 책임으로 회수한다. 기능 개수를 늘리는 방향이나 특정 도구를 정답으로 유도하지 않는다. 질문이 없으면 ‘이미 관리되는 출처가 있나요?’, ‘기준이나 측정 조건이 바뀌면 누가 확인하나요?’로 대화를 열거나 조용히 생각할 시간을 준다.8분에 답변을 마치고 초과 질문은 후속 확인으로 남긴다.</a:t>
            </a:r>
          </a:p>
          <a:p xmlns:a="http://schemas.openxmlformats.org/drawingml/2006/main">
            <a:r>
              <a:t>6. (8:00–10:00 / Transition, R3) ‘위치와 담당을 생각했다면, 다시 확인할 때는?’을 짚는다. 선택한 자료가 다음 작업에도 쓰이는 동안 어떤 기준 변화가 검토를 요구할지 떠올리게 한다. 실제 담당을 정했다고 취급하지 않는다. 실제 STATE-04-PERF 성공은 S71에서 짧게 보존하고, 그다음 별도 가상 사례에서 유지 문제를 살펴본다. 성공을 다시 자세히 설명하거나 가상 변화의 결과를 먼저 말하지 않는다.</a:t>
            </a:r>
          </a:p>
          <a:p xmlns:a="http://schemas.openxmlformats.org/drawingml/2006/main">
            <a:r>
              <a:t/>
            </a:r>
          </a:p>
          <a:p xmlns:a="http://schemas.openxmlformats.org/drawingml/2006/main">
            <a:r>
              <a:t>Evidence / Source: STATE-04-PERF의 보존된 성공; DEC-0018/0021/0062/0079; BEAT-035–038; INV-VERIFY-001; INV-DELIVERY-001. TEACHING_MODEL / 개인 성찰 운영 질문이다. 실제 청중 답변·팀별 운영 결정·추가 기능의 효과를 수집하거나 관찰한 결과가 아니다.; DEC-0080.</a:t>
            </a:r>
          </a:p>
          <a:p xmlns:a="http://schemas.openxmlformats.org/drawingml/2006/main">
            <a:r>
              <a:t/>
            </a:r>
          </a:p>
          <a:p xmlns:a="http://schemas.openxmlformats.org/drawingml/2006/main">
            <a:r>
              <a:t>Claim Boundary: TEACHING_MODEL — 반복 한 가지와 위치·유지 책임을 생각하는 질문이다. 필수 실습·공개 답변·저장소 변경이 아니며 정답이나 팀별 선택을 만들어 주지 않는다. 새 문서·Skill·Subagent·Memory 추가를 전제하지 않는다. 보존된 실제 성공을 실패한 Harness로 재해석하거나 다음 ACT의 개념적 변화를 실제 Product failure로 말하지 않는다. R1/R2/R3는 정적 화면에서 발표자가 초점을 옮기는 운영 구분이며 Native animation·실제 리허설 검증이 아니다.</a:t>
            </a:r>
          </a:p>
          <a:p xmlns:a="http://schemas.openxmlformats.org/drawingml/2006/main">
            <a:r>
              <a:t/>
            </a:r>
          </a:p>
          <a:p xmlns:a="http://schemas.openxmlformats.org/drawingml/2006/main">
            <a:r>
              <a:t>Beginner Explanation: 매번 다시 찾는 정보, 다시 설명하는 순서, 완료를 확인할 근거 중 하나를 고른다. 그것을 어디에서 관리하고 누가 확인·수정할지 생각한다. 지금 직접 만들거나 발표할 필요는 없다.</a:t>
            </a:r>
          </a:p>
          <a:p xmlns:a="http://schemas.openxmlformats.org/drawingml/2006/main">
            <a:r>
              <a:t/>
            </a:r>
          </a:p>
          <a:p xmlns:a="http://schemas.openxmlformats.org/drawingml/2006/main">
            <a:r>
              <a:t>Advanced Insight: 새 구조를 추가하기 전에 원래 출처·재사용 비용·검증 요구를 확인하고 위치와 유지 책임을 함께 본다. 담당은 역할로 생각해도 되며 검토와 갱신을 반드시 다른 사람에게 배정할 필요는 없다. 기능 수를 늘리는 답으로 유도하지 않고 프로젝트 변경 시 가정·내용의 재확인 필요만 연다.</a:t>
            </a:r>
          </a:p>
          <a:p xmlns:a="http://schemas.openxmlformats.org/drawingml/2006/main">
            <a:r>
              <a:t/>
            </a:r>
          </a:p>
          <a:p xmlns:a="http://schemas.openxmlformats.org/drawingml/2006/main">
            <a:r>
              <a:t>C++ Vision Bridge: S69의 프로젝트별 명세·수행 방법·완료 근거를 청중 자신의 업무로 가져오는 contextual cue다. 별도 C++ 삽화나 도구 목록·구현 지시를 추가하지 않는다.</a:t>
            </a:r>
          </a:p>
          <a:p xmlns:a="http://schemas.openxmlformats.org/drawingml/2006/main">
            <a:r>
              <a:t/>
            </a:r>
          </a:p>
          <a:p xmlns:a="http://schemas.openxmlformats.org/drawingml/2006/main">
            <a:r>
              <a:t>Demo Operation: 정적 성찰 화면이다. R1은 세 후보→하나 선택→위치/담당 질문, R2는 선택적 Q&amp;A, R3는 다시 확인할 시점으로 초점을 옮긴다. 정적 화면 전체가 보이며 Native animation·제품 실행·새 Trial은 없다. 실제 성공과 별도 가상 사례의 경계는 유지한다.</a:t>
            </a:r>
          </a:p>
          <a:p xmlns:a="http://schemas.openxmlformats.org/drawingml/2006/main">
            <a:r>
              <a:t/>
            </a:r>
          </a:p>
          <a:p xmlns:a="http://schemas.openxmlformats.org/drawingml/2006/main">
            <a:r>
              <a:t>Audience Interaction: Reflection3분은 개인적으로 생각하고 공유는 선택이다. Q&amp;A5분에는 질문이 없을 때 ‘선택한 한 가지는 이미 어디에 있나요?’, ‘누가 검토하고 어떤 변화가 생기면 갱신하나요?’를 예비 질문으로 쓴다. 답이 없거나 담당이 미정이어도 미확정으로 두며 실습·즉석 산출물을 요구하지 않는다.8분에 cutoff하고 마지막2분을 전환으로 보호한다.</a:t>
            </a:r>
          </a:p>
          <a:p xmlns:a="http://schemas.openxmlformats.org/drawingml/2006/main">
            <a:r>
              <a:t/>
            </a:r>
          </a:p>
          <a:p xmlns:a="http://schemas.openxmlformats.org/drawingml/2006/main">
            <a:r>
              <a:t>Transition: “남길 위치와 검토·갱신 역할을 생각해 봤습니다. 이제 확인한 성공을 기준점으로 두고, 그 방법을 계속 맞게 유지하는 문제로 넘어가겠습니다.”</a:t>
            </a:r>
          </a:p>
          <a:p xmlns:a="http://schemas.openxmlformats.org/drawingml/2006/main">
            <a:r>
              <a:t/>
            </a:r>
          </a:p>
          <a:p xmlns:a="http://schemas.openxmlformats.org/drawingml/2006/main">
            <a:r>
              <a:t>Time Management: Reflection3분(연결0.5, 하나 선택1, 위치0.75, 검토/갱신0.75) → Q&amp;A5분 → Transition2분.8분에 Q&amp;A를 마치고10분에 S71로 이동한다. 지연 시 예시와 도구 설명을 줄이며 선택·위치·책임 및 실제 성공/가상 변화 경계는 유지한다. 실제10분 리허설은 UNVERIFIED다.</a:t>
            </a:r>
          </a:p>
          <a:p xmlns:a="http://schemas.openxmlformats.org/drawingml/2006/main">
            <a:r>
              <a:t/>
            </a:r>
          </a:p>
          <a:p xmlns:a="http://schemas.openxmlformats.org/drawingml/2006/main">
            <a:r>
              <a:t>Fallback: LOCAL STATIC ARTIFACT — production/ACT_3.pptx의 S70, production/preview/act3/S70.png 및 production/preview/full/S70.png. 정적 성찰/대화 화면이며 실제 청중 답변·제품 실행 캡처가 아니다. 기존32개 Demo fallback inventory에는 추가하지 않는다. 파일 대조는 production/evaluation/S67_REFLECTION_OWNERSHIP_REVISION.md를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확인한 성공을 유지하려면</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확인한 성공을 유지하려면</a:t>
            </a:r>
          </a:p>
          <a:p xmlns:a="http://schemas.openxmlformats.org/drawingml/2006/main">
            <a:r>
              <a:t/>
            </a:r>
          </a:p>
          <a:p xmlns:a="http://schemas.openxmlformats.org/drawingml/2006/main">
            <a:r>
              <a:t>ACT / Section: ACT 4 / 4A  WORKING HARNESS CALLBACK</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3분 + Reflection 1분</a:t>
            </a:r>
          </a:p>
          <a:p xmlns:a="http://schemas.openxmlformats.org/drawingml/2006/main">
            <a:r>
              <a:t/>
            </a:r>
          </a:p>
          <a:p xmlns:a="http://schemas.openxmlformats.org/drawingml/2006/main">
            <a:r>
              <a:t>Primary Message: STATE-04-PERF는 bounded task에서 검증된 성공이다. 뒤에 나올 stale 사례는 별도의 개념 사례다.</a:t>
            </a:r>
          </a:p>
          <a:p xmlns:a="http://schemas.openxmlformats.org/drawingml/2006/main">
            <a:r>
              <a:t/>
            </a:r>
          </a:p>
          <a:p xmlns:a="http://schemas.openxmlformats.org/drawingml/2006/main">
            <a:r>
              <a:t>Opening Question: “앞서 정리한 정보와 절차는, 어떤 변화가 생겼을 때 다시 검토해야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 Lecture) S70에서 위치·검토/갱신 역할을 생각했다는 점을 회수한다. 실제 밝기 통계는 출력6항목·전체 테스트11/11·같은 조건의 측정/guard를 확인한 성공으로 마쳤다고 짧게 남긴다. S61의 수치나 명령을 다시 풀어 설명하지 않는다.</a:t>
            </a:r>
          </a:p>
          <a:p xmlns:a="http://schemas.openxmlformats.org/drawingml/2006/main">
            <a:r>
              <a:t>2. (0:45–2:15 / Lecture) 기록된 성공은 그 입력·코드·환경과 검증 조건의 기준점이다. 이후 다른 조건에서도 맞는지까지 검증한 것은 아니다. 현재 성공을 실제 실패나 stale Harness 이력으로 바꾸지 않는다.</a:t>
            </a:r>
          </a:p>
          <a:p xmlns:a="http://schemas.openxmlformats.org/drawingml/2006/main">
            <a:r>
              <a:t>3. (2:15–3:00 / Lecture) 이번 ACT는 현재 기준과 재사용 지침을 계속 맞게 유지하고, 바꿨다면 다시 확인하는 문제를 다룬다고 안내한다. 완성 Loop나 가상 사례의 답을 먼저 제시하지 않는다.</a:t>
            </a:r>
          </a:p>
          <a:p xmlns:a="http://schemas.openxmlformats.org/drawingml/2006/main">
            <a:r>
              <a:t>4. (3:00–4:00 / Reflection) S70에서 떠올린 한 가지에 대해 어떤 기준/환경 변화가 담당자의 재검토를 요구할지 조용히 생각하게 한다. 앞 장의 위치·담당 선택을 다시 시키거나 답변/산출물을 요구하지 않는다. 다음 S72부터 별도 가상 사례가 시작된다.</a:t>
            </a:r>
          </a:p>
          <a:p xmlns:a="http://schemas.openxmlformats.org/drawingml/2006/main">
            <a:r>
              <a:t/>
            </a:r>
          </a:p>
          <a:p xmlns:a="http://schemas.openxmlformats.org/drawingml/2006/main">
            <a:r>
              <a:t>Evidence / Source: STATE-04-PERF / bounded image_statistics evidence; DEC-0021/0062/0080; BEAT-037/038.</a:t>
            </a:r>
          </a:p>
          <a:p xmlns:a="http://schemas.openxmlformats.org/drawingml/2006/main">
            <a:r>
              <a:t/>
            </a:r>
          </a:p>
          <a:p xmlns:a="http://schemas.openxmlformats.org/drawingml/2006/main">
            <a:r>
              <a:t>Claim Boundary: OBSERVED_PRODUCT callback이다. 기록된 task·코드·입력·runtime·host·검증 조건에 한정한다. 이후 변화/실패를 관찰한 것이 아니며 유지 문제의 질문과 실제 결과를 구분한다.</a:t>
            </a:r>
          </a:p>
          <a:p xmlns:a="http://schemas.openxmlformats.org/drawingml/2006/main">
            <a:r>
              <a:t/>
            </a:r>
          </a:p>
          <a:p xmlns:a="http://schemas.openxmlformats.org/drawingml/2006/main">
            <a:r>
              <a:t>Beginner Explanation: 이번 작업의 성공을 기준으로 남기고, 어떤 조건 변화가 다시 확인할 신호가 되는지 생각한다.</a:t>
            </a:r>
          </a:p>
          <a:p xmlns:a="http://schemas.openxmlformats.org/drawingml/2006/main">
            <a:r>
              <a:t/>
            </a:r>
          </a:p>
          <a:p xmlns:a="http://schemas.openxmlformats.org/drawingml/2006/main">
            <a:r>
              <a:t>Advanced Insight: 검증된 한 상태와 지속적인 유효성은 다르다. 이 차이가 별도 개념 사례를 여는 이유이며 실제 Product history는 연장하지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추가 실행 없이 세 성공 근거를 짧게 회수하고 유지 문제로 이동한다. 과거 수치를 성과 발표처럼 반복하지 않는다.</a:t>
            </a:r>
          </a:p>
          <a:p xmlns:a="http://schemas.openxmlformats.org/drawingml/2006/main">
            <a:r>
              <a:t/>
            </a:r>
          </a:p>
          <a:p xmlns:a="http://schemas.openxmlformats.org/drawingml/2006/main">
            <a:r>
              <a:t>Audience Interaction: Reflection1분: 앞에서 고른 자료에 어떤 변화가 생기면 다시 확인할지 생각한다. 기록·공개 답변은 요구하지 않는다.</a:t>
            </a:r>
          </a:p>
          <a:p xmlns:a="http://schemas.openxmlformats.org/drawingml/2006/main">
            <a:r>
              <a:t/>
            </a:r>
          </a:p>
          <a:p xmlns:a="http://schemas.openxmlformats.org/drawingml/2006/main">
            <a:r>
              <a:t>Transition: “이 성공은 그대로 남기겠습니다. 별도의 가상 프로젝트에서 기준과 재사용 절차가 처음에는 맞았던 상태부터 보겠습니다.”</a:t>
            </a:r>
          </a:p>
          <a:p xmlns:a="http://schemas.openxmlformats.org/drawingml/2006/main">
            <a:r>
              <a:t/>
            </a:r>
          </a:p>
          <a:p xmlns:a="http://schemas.openxmlformats.org/drawingml/2006/main">
            <a:r>
              <a:t>Time Management: Lecture3분(성공 회수0.75, 적용 범위1.5, 유지 문제0.75) + Reflection1분. 실제4분 운영은 UNVERIFIED다.</a:t>
            </a:r>
          </a:p>
          <a:p xmlns:a="http://schemas.openxmlformats.org/drawingml/2006/main">
            <a:r>
              <a:t/>
            </a:r>
          </a:p>
          <a:p xmlns:a="http://schemas.openxmlformats.org/drawingml/2006/main">
            <a:r>
              <a:t>Fallback: LOCAL STATIC ARTIFACT — production/ACT_4.pptx의 S71, production/preview/act4/S71.png 및 production/preview/full/S71.png.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처음에는 기준과 재사용 절차가 맞았다</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처음에는 기준과 재사용 절차가 맞았다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(VISUAL)</a:t>
            </a:r>
          </a:p>
          <a:p xmlns:a="http://schemas.openxmlformats.org/drawingml/2006/main">
            <a:r>
              <a:t/>
            </a:r>
          </a:p>
          <a:p xmlns:a="http://schemas.openxmlformats.org/drawingml/2006/main">
            <a:r>
              <a:t>Primary Message: 가상 사례의 시작에서는 프로젝트의 검증 기준과 재사용 Workflow의 지시가 모두 단위 테스트를 대상으로 한다.</a:t>
            </a:r>
          </a:p>
          <a:p xmlns:a="http://schemas.openxmlformats.org/drawingml/2006/main">
            <a:r>
              <a:t/>
            </a:r>
          </a:p>
          <a:p xmlns:a="http://schemas.openxmlformats.org/drawingml/2006/main">
            <a:r>
              <a:t>Opening Question: “프로젝트 기준과 다시 읽을 작업 지침은 현재 같은 범위를 말하고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VISUAL Demo) 실제 graypipe 이력과 별개인 가상 사례를 시작한다. Workflow는 재사용할 수행 절차이며 앞에서는 그 역할을 Skill로 관리했다고 연결한다. 같은 graypipe Skill 파일이나 같은 사건이라는 뜻은 아니다.</a:t>
            </a:r>
          </a:p>
          <a:p xmlns:a="http://schemas.openxmlformats.org/drawingml/2006/main">
            <a:r>
              <a:t>2. (0:30–1:30 / VISUAL Demo) 왼쪽 프로젝트 문서의 현재 기준과 오른쪽 다음 작업이 읽을 재사용 지침을 각각 짚는다. 둘 다 단위 테스트를 대상으로 한다는 정상 출발 가정이다. 두 소제목은 서로 다른 출처이며 하나의 문장으로 읽지 않는다.</a:t>
            </a:r>
          </a:p>
          <a:p xmlns:a="http://schemas.openxmlformats.org/drawingml/2006/main">
            <a:r>
              <a:t>3. (1:30–2:00 / VISUAL Demo) 현재 기준에 맞춰 검토해 둔 절차라는 가정을 남긴다. 누가 실제로 파일을 검토했다는 사건을 만들어 넣지 않고 다음 프로젝트 변화로 넘긴다.</a:t>
            </a:r>
          </a:p>
          <a:p xmlns:a="http://schemas.openxmlformats.org/drawingml/2006/main">
            <a:r>
              <a:t/>
            </a:r>
          </a:p>
          <a:p xmlns:a="http://schemas.openxmlformats.org/drawingml/2006/main">
            <a:r>
              <a:t>Evidence / Source: DEMO-04A / constructed starting condition / DEC-0021/0027/0080 / BEAT-038; no Trial.</a:t>
            </a:r>
          </a:p>
          <a:p xmlns:a="http://schemas.openxmlformats.org/drawingml/2006/main">
            <a:r>
              <a:t/>
            </a:r>
          </a:p>
          <a:p xmlns:a="http://schemas.openxmlformats.org/drawingml/2006/main">
            <a:r>
              <a:t>Claim Boundary: CONCEPTUAL. 앞선 Skill과 역할을 연결한 설명이며 동일 파일·동일 사건·실제 검토/실행/테스트 결과가 아니다.</a:t>
            </a:r>
          </a:p>
          <a:p xmlns:a="http://schemas.openxmlformats.org/drawingml/2006/main">
            <a:r>
              <a:t/>
            </a:r>
          </a:p>
          <a:p xmlns:a="http://schemas.openxmlformats.org/drawingml/2006/main">
            <a:r>
              <a:t>Beginner Explanation: 프로젝트에서 지금 요구하는 범위와 다음 작업에 다시 쓸 지침을 나란히 비교한다.</a:t>
            </a:r>
          </a:p>
          <a:p xmlns:a="http://schemas.openxmlformats.org/drawingml/2006/main">
            <a:r>
              <a:t/>
            </a:r>
          </a:p>
          <a:p xmlns:a="http://schemas.openxmlformats.org/drawingml/2006/main">
            <a:r>
              <a:t>Advanced Insight: 구현으로서의 Skill과 일반적인 재사용 Workflow를 구분한다. 원래 맞던 지침도 프로젝트 기준이 바뀌면 다시 검토해야 한다.</a:t>
            </a:r>
          </a:p>
          <a:p xmlns:a="http://schemas.openxmlformats.org/drawingml/2006/main">
            <a:r>
              <a:t/>
            </a:r>
          </a:p>
          <a:p xmlns:a="http://schemas.openxmlformats.org/drawingml/2006/main">
            <a:r>
              <a:t>C++ Vision Bridge: 실제 C++ 프로젝트에서도 검증 기준/구조가 바뀔 수 있다는 맥락만 유지한다. 별도 구현/명령을 추가하지 않는다.</a:t>
            </a:r>
          </a:p>
          <a:p xmlns:a="http://schemas.openxmlformats.org/drawingml/2006/main">
            <a:r>
              <a:t/>
            </a:r>
          </a:p>
          <a:p xmlns:a="http://schemas.openxmlformats.org/drawingml/2006/main">
            <a:r>
              <a:t>Demo Operation: CONCEPTUAL 정적 도식. 용어 연결 한 줄→왼쪽 현재 기준→오른쪽 지침→같다는 관계 순으로 가리킨다. 명령·실행 결과는 없다.</a:t>
            </a:r>
          </a:p>
          <a:p xmlns:a="http://schemas.openxmlformats.org/drawingml/2006/main">
            <a:r>
              <a:t/>
            </a:r>
          </a:p>
          <a:p xmlns:a="http://schemas.openxmlformats.org/drawingml/2006/main">
            <a:r>
              <a:t>Audience Interaction: 두 범위의 일치만 눈으로 비교한다. 응답·실습을 요구하지 않는다.</a:t>
            </a:r>
          </a:p>
          <a:p xmlns:a="http://schemas.openxmlformats.org/drawingml/2006/main">
            <a:r>
              <a:t/>
            </a:r>
          </a:p>
          <a:p xmlns:a="http://schemas.openxmlformats.org/drawingml/2006/main">
            <a:r>
              <a:t>Transition: “현재 기준에 맞춰 둔 절차입니다. 프로젝트의 검증 기준이 넓어지면, 검토·갱신 담당은 무엇을 다시 봐야 할까요?”</a:t>
            </a:r>
          </a:p>
          <a:p xmlns:a="http://schemas.openxmlformats.org/drawingml/2006/main">
            <a:r>
              <a:t/>
            </a:r>
          </a:p>
          <a:p xmlns:a="http://schemas.openxmlformats.org/drawingml/2006/main">
            <a:r>
              <a:t>Time Management: VISUAL Demo2분: 사례/용어0.5, 두 출처와 범위1, 정상 출발/변화 질문0.5. 실제 리허설은 UNVERIFIED다.</a:t>
            </a:r>
          </a:p>
          <a:p xmlns:a="http://schemas.openxmlformats.org/drawingml/2006/main">
            <a:r>
              <a:t/>
            </a:r>
          </a:p>
          <a:p xmlns:a="http://schemas.openxmlformats.org/drawingml/2006/main">
            <a:r>
              <a:t>Fallback: LOCAL STATIC ARTIFACT — production/ACT_4.pptx의 S72, production/preview/act4/S72.png 및 production/preview/full/S72.png.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Project는 바뀌고 Workflow는 남았다</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Project는 바뀌고 Workflow는 남았다</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2분 (VISUAL) + Case 2분</a:t>
            </a:r>
          </a:p>
          <a:p xmlns:a="http://schemas.openxmlformats.org/drawingml/2006/main">
            <a:r>
              <a:t/>
            </a:r>
          </a:p>
          <a:p xmlns:a="http://schemas.openxmlformats.org/drawingml/2006/main">
            <a:r>
              <a:t>Primary Message: 모듈 연결 동작까지 검증해야 하는 가상 프로젝트에서 공식 기준은 단위+통합 테스트로 넓어졌지만 재사용 Workflow에는 단위 테스트 지시가 남아 있다. 이는 지시 범위의 차이다.</a:t>
            </a:r>
          </a:p>
          <a:p xmlns:a="http://schemas.openxmlformats.org/drawingml/2006/main">
            <a:r>
              <a:t/>
            </a:r>
          </a:p>
          <a:p xmlns:a="http://schemas.openxmlformats.org/drawingml/2006/main">
            <a:r>
              <a:t>Opening Question: “프로젝트 기준이 바뀌면, 검토·갱신 담당은 어떤 지침을 다시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실제 Trial과 별개인 가상 사례임을 밝힌다. 모듈 연결 동작까지 검증할 필요가 생겨 공식 범위에 통합 테스트를 추가한 사례다.</a:t>
            </a:r>
          </a:p>
          <a:p xmlns:a="http://schemas.openxmlformats.org/drawingml/2006/main">
            <a:r>
              <a:t>2. (1:00–2:00 / Demo) 왼쪽 A/B 각각의 박스와 둘 사이 연결까지 감싼 통합 범위를 가리킨다. 오른쪽에는 같은 모듈과 연결이 있지만 재사용 지시는 단위 테스트만 요구한다. 두 그림은 실행 결과가 아니라 지시 범위의 차이다.</a:t>
            </a:r>
          </a:p>
          <a:p xmlns:a="http://schemas.openxmlformats.org/drawingml/2006/main">
            <a:r>
              <a:t>3. (2:00–3:00 / Case) Project의 정당한 요구 변화와 재사용 지침의 미갱신을 구분한다. S70의 검토·갱신 역할을 회수한다. 기준이 바뀌었다는 신호를 받은 담당이 원래 프로젝트 문서와 이 지침을 대조해야 하는 상황을 생각한다. 실제 회사의 담당자나 발생 사건을 확정하지 않는다.</a:t>
            </a:r>
          </a:p>
          <a:p xmlns:a="http://schemas.openxmlformats.org/drawingml/2006/main">
            <a:r>
              <a:t>4. (3:00–4:00 / Case) Agent가 실제로 무엇을 실행했는지 아직 보여주지 않았음을 짧게 알리고, 다음 요청을 보정해도 재사용 지침이 남는 질문으로 넘긴다.</a:t>
            </a:r>
          </a:p>
          <a:p xmlns:a="http://schemas.openxmlformats.org/drawingml/2006/main">
            <a:r>
              <a:t/>
            </a:r>
          </a:p>
          <a:p xmlns:a="http://schemas.openxmlformats.org/drawingml/2006/main">
            <a:r>
              <a:t>Evidence / Source: DEMO-04A / DEC-0021 / BEAT-038–039 / CONCEPTUAL. 단위+통합 테스트 가상 설정은 발표용 Pilot에 대한 최신 사용자 승인으로 확정됐다. 실제 Repository 이력이나 Trial 근거가 추가된 것은 아니다. 편집 가능한 native 범위 도식: production/source/presentation-revision/test-scope-visual.mjs. 모듈 A/B는 사례를 설명하는 일반 표기이며 실제 graypipe 모듈을 식별하지 않는다.; DEC-0080.</a:t>
            </a:r>
          </a:p>
          <a:p xmlns:a="http://schemas.openxmlformats.org/drawingml/2006/main">
            <a:r>
              <a:t/>
            </a:r>
          </a:p>
          <a:p xmlns:a="http://schemas.openxmlformats.org/drawingml/2006/main">
            <a:r>
              <a:t>Claim Boundary: 승인된 가상 설정이다. 실제 Repository migration, 기존 graypipe Skill, Agent 실행, 테스트 누락 또는 PASS/FAIL 결과를 뜻하지 않는다. 지시의 범위를 비교하며 실제 실행 결과는 보여주지 않는다.</a:t>
            </a:r>
          </a:p>
          <a:p xmlns:a="http://schemas.openxmlformats.org/drawingml/2006/main">
            <a:r>
              <a:t/>
            </a:r>
          </a:p>
          <a:p xmlns:a="http://schemas.openxmlformats.org/drawingml/2006/main">
            <a:r>
              <a:t>Beginner Explanation: Agent가 따르는 지침이 Project의 현재 절차와 맞는지 살핀다.</a:t>
            </a:r>
          </a:p>
          <a:p xmlns:a="http://schemas.openxmlformats.org/drawingml/2006/main">
            <a:r>
              <a:t/>
            </a:r>
          </a:p>
          <a:p xmlns:a="http://schemas.openxmlformats.org/drawingml/2006/main">
            <a:r>
              <a:t>Advanced Insight: Project source의 변화와 stale artifact의 위치를 분리해 본다.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production/ACT_4.pptx의 S73와 production/preview/act4/S73.png 개념 도식을 사용한다. 구체적 명령·Runner 구현·테스트 수·실행 캡처를 추가하지 않는다. 각 모듈의 범위→왼쪽의 연결을 포함한 통합 범위→오른쪽에 남은 단위 테스트 지시를 차례로 가리킨다. 모듈의 실제 테스트가 실행됐거나 통합 테스트를 누락했다고 말하지 않는다.</a:t>
            </a:r>
          </a:p>
          <a:p xmlns:a="http://schemas.openxmlformats.org/drawingml/2006/main">
            <a:r>
              <a:t/>
            </a:r>
          </a:p>
          <a:p xmlns:a="http://schemas.openxmlformats.org/drawingml/2006/main">
            <a:r>
              <a:t>Audience Interaction: 무엇이 바뀌었고 무엇이 남았는지 잠시 비교한다. Agent 탓이나 특정 실패를 가정하지 않는다.</a:t>
            </a:r>
          </a:p>
          <a:p xmlns:a="http://schemas.openxmlformats.org/drawingml/2006/main">
            <a:r>
              <a:t/>
            </a:r>
          </a:p>
          <a:p xmlns:a="http://schemas.openxmlformats.org/drawingml/2006/main">
            <a:r>
              <a:t>Transition: “차이는 확인했습니다. 이번 요청만 보정하는 것과, 다음 작업이 읽을 지침까지 바꾸는 것은 어떻게 다를까요?”</a:t>
            </a:r>
          </a:p>
          <a:p xmlns:a="http://schemas.openxmlformats.org/drawingml/2006/main">
            <a:r>
              <a:t/>
            </a:r>
          </a:p>
          <a:p xmlns:a="http://schemas.openxmlformats.org/drawingml/2006/main">
            <a:r>
              <a:t>Time Management: Demo 2분은 도식 공개에, Case 2분은 stale 간극을 해석하는 데 쓴다.</a:t>
            </a:r>
          </a:p>
          <a:p xmlns:a="http://schemas.openxmlformats.org/drawingml/2006/main">
            <a:r>
              <a:t/>
            </a:r>
          </a:p>
          <a:p xmlns:a="http://schemas.openxmlformats.org/drawingml/2006/main">
            <a:r>
              <a:t>Fallback: LOCAL STATIC ARTIFACT — production/ACT_4.pptx의 S73와 production/preview/act4/S73.png를 사용한다. 원본 실행 캡처 또는 새로운 Trial 결과로 표현하지 않는다. 로컬 렌더링 검토 결과는 통합 평가 문서에 기록한다.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이번 요청과 다음 작업의 지침</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이번 요청과 다음 작업의 지침</a:t>
            </a:r>
          </a:p>
          <a:p xmlns:a="http://schemas.openxmlformats.org/drawingml/2006/main">
            <a:r>
              <a:t/>
            </a:r>
          </a:p>
          <a:p xmlns:a="http://schemas.openxmlformats.org/drawingml/2006/main">
            <a:r>
              <a:t>ACT / Section: ACT 4 / 4B  CONCEPTUAL STALE HARNESS / DEMO-04A</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Case 3분</a:t>
            </a:r>
          </a:p>
          <a:p xmlns:a="http://schemas.openxmlformats.org/drawingml/2006/main">
            <a:r>
              <a:t/>
            </a:r>
          </a:p>
          <a:p xmlns:a="http://schemas.openxmlformats.org/drawingml/2006/main">
            <a:r>
              <a:t>Primary Message: 이번 요청을 단위+통합 검증으로 보정할 수 있어도 재사용 Workflow의 단위 테스트 지시는 그대로 남을 수 있다. 현재 Task의 요청 범위와 재사용 절차의 변경을 구분한다.</a:t>
            </a:r>
          </a:p>
          <a:p xmlns:a="http://schemas.openxmlformats.org/drawingml/2006/main">
            <a:r>
              <a:t/>
            </a:r>
          </a:p>
          <a:p xmlns:a="http://schemas.openxmlformats.org/drawingml/2006/main">
            <a:r>
              <a:t>Opening Question: “이번 요청을 보정하면, 다음 작업이 읽을 지침까지 달라질까요?”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Case) 왼쪽 이번 요청에 ‘통합 테스트도 확인해 줘’를 적는 가능한 대응을 읽는다. 실제 실행이나 복구 성공을 보여주는 프롬프트 캡처가 아니다.</a:t>
            </a:r>
          </a:p>
          <a:p xmlns:a="http://schemas.openxmlformats.org/drawingml/2006/main">
            <a:r>
              <a:t>2. (1:00–2:00 / Case) 오른쪽 다음 작업이 읽을 Workflow에는 단위 테스트 지시만 남을 수 있음을 비교한다. 요청 보정과 지침의 검토·갱신은 서로 다른 출처에 대한 조치다.</a:t>
            </a:r>
          </a:p>
          <a:p xmlns:a="http://schemas.openxmlformats.org/drawingml/2006/main">
            <a:r>
              <a:t>3. (2:00–3:00 / Case) 다음 작업까지 바꾸려면 재사용 출처를 검토해야 하지만 어떤 것을 수정할지는 원인을 확인한 뒤 판단한다고 회수한다. S75에서 확인할 기록을 먼저 고른다.</a:t>
            </a:r>
          </a:p>
          <a:p xmlns:a="http://schemas.openxmlformats.org/drawingml/2006/main">
            <a:r>
              <a:t/>
            </a:r>
          </a:p>
          <a:p xmlns:a="http://schemas.openxmlformats.org/drawingml/2006/main">
            <a:r>
              <a:t>Evidence / Source: DEMO-04A / conceptual response comparison / DEC-0080; no execution result.</a:t>
            </a:r>
          </a:p>
          <a:p xmlns:a="http://schemas.openxmlformats.org/drawingml/2006/main">
            <a:r>
              <a:t/>
            </a:r>
          </a:p>
          <a:p xmlns:a="http://schemas.openxmlformats.org/drawingml/2006/main">
            <a:r>
              <a:t>Claim Boundary: 가능한 요청 보정과 남아 있는 지침의 가상 비교다. 실제 실행·복구·누락·PASS/FAIL 결과가 아니다.</a:t>
            </a:r>
          </a:p>
          <a:p xmlns:a="http://schemas.openxmlformats.org/drawingml/2006/main">
            <a:r>
              <a:t/>
            </a:r>
          </a:p>
          <a:p xmlns:a="http://schemas.openxmlformats.org/drawingml/2006/main">
            <a:r>
              <a:t>Beginner Explanation: 이번 요청에 더 쓴 내용은 다른 작업의 기본 지침을 자동으로 고치지 않는다.</a:t>
            </a:r>
          </a:p>
          <a:p xmlns:a="http://schemas.openxmlformats.org/drawingml/2006/main">
            <a:r>
              <a:t/>
            </a:r>
          </a:p>
          <a:p xmlns:a="http://schemas.openxmlformats.org/drawingml/2006/main">
            <a:r>
              <a:t>Advanced Insight: Task-level workaround와 durable instruction change를 구분하고, 원인 확인 없이 파일을 고치지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요청 상자와 별도 재사용 지침 상자를 비교한다. 실제 제품 입력창 캡처나 Agent 실행이 아니다.</a:t>
            </a:r>
          </a:p>
          <a:p xmlns:a="http://schemas.openxmlformats.org/drawingml/2006/main">
            <a:r>
              <a:t/>
            </a:r>
          </a:p>
          <a:p xmlns:a="http://schemas.openxmlformats.org/drawingml/2006/main">
            <a:r>
              <a:t>Audience Interaction: 이번 요청과 다음 지침의 차이를 눈으로 비교한다. 별도 응답·실습은 요구하지 않는다.</a:t>
            </a:r>
          </a:p>
          <a:p xmlns:a="http://schemas.openxmlformats.org/drawingml/2006/main">
            <a:r>
              <a:t/>
            </a:r>
          </a:p>
          <a:p xmlns:a="http://schemas.openxmlformats.org/drawingml/2006/main">
            <a:r>
              <a:t>Transition: “어디를 고치기 전에, 실제로 어떤 기준과 지침을 썼는지부터 확인하겠습니다.”</a:t>
            </a:r>
          </a:p>
          <a:p xmlns:a="http://schemas.openxmlformats.org/drawingml/2006/main">
            <a:r>
              <a:t/>
            </a:r>
          </a:p>
          <a:p xmlns:a="http://schemas.openxmlformats.org/drawingml/2006/main">
            <a:r>
              <a:t>Time Management: Case3분: 요청1, 남은 지침1, 원인 확인으로 연결1. 실제 리허설은 UNVERIFIED다.</a:t>
            </a:r>
          </a:p>
          <a:p xmlns:a="http://schemas.openxmlformats.org/drawingml/2006/main">
            <a:r>
              <a:t/>
            </a:r>
          </a:p>
          <a:p xmlns:a="http://schemas.openxmlformats.org/drawingml/2006/main">
            <a:r>
              <a:t>Fallback: LOCAL STATIC ARTIFACT — production/ACT_4.pptx의 S74, production/preview/act4/S74.png 및 production/preview/full/S74.png.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원인을 고르기 전에 확인할 기록</a:t>
            </a:r>
          </a:p>
          <a:p xmlns:a="http://schemas.openxmlformats.org/drawingml/2006/main">
            <a:r>
              <a:t/>
            </a:r>
          </a:p>
          <a:p xmlns:a="http://schemas.openxmlformats.org/drawingml/2006/main">
            <a:r>
              <a:t>Slide ID: S75</a:t>
            </a:r>
          </a:p>
          <a:p xmlns:a="http://schemas.openxmlformats.org/drawingml/2006/main">
            <a:r>
              <a:t/>
            </a:r>
          </a:p>
          <a:p xmlns:a="http://schemas.openxmlformats.org/drawingml/2006/main">
            <a:r>
              <a:t>Working Title: 원인을 고르기 전에 확인할 기록</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Demo 2분 (CAPTURED)</a:t>
            </a:r>
          </a:p>
          <a:p xmlns:a="http://schemas.openxmlformats.org/drawingml/2006/main">
            <a:r>
              <a:t/>
            </a:r>
          </a:p>
          <a:p xmlns:a="http://schemas.openxmlformats.org/drawingml/2006/main">
            <a:r>
              <a:t>Primary Message: 현재 프로젝트 기준·참조한 재사용 지침·실행 환경/권한·제품 코드/검사 기록을 먼저 확인하고 원인을 선택한다. 증상만으로 수정 대상을 확정하지 않는다.</a:t>
            </a:r>
          </a:p>
          <a:p xmlns:a="http://schemas.openxmlformats.org/drawingml/2006/main">
            <a:r>
              <a:t/>
            </a:r>
          </a:p>
          <a:p xmlns:a="http://schemas.openxmlformats.org/drawingml/2006/main">
            <a:r>
              <a:t>Opening Question: “검증이 충분한지 판단하려면 어떤 기록이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CAPTURED Demo) S74의 요청 보정에서 원인 확인으로 이동한다. 화면은 실제 문제라면 확인할 기록을 설계한 개념 도식이며 실행 증거가 아니다.</a:t>
            </a:r>
          </a:p>
          <a:p xmlns:a="http://schemas.openxmlformats.org/drawingml/2006/main">
            <a:r>
              <a:t>2. (0:30–1:30 / CAPTURED Demo) 현재 프로젝트 문서/명세, 실제로 읽은 재사용 지침, 명령·권한·실행 조건, 코드 변경과 검사 결과를 네 조사 대상으로 짚는다. Tool의 실행·실패 여부도 실제 기록이 있어야 판단한다. 고정 진단표나 한 증상/한 원인의 대응표가 아니다.</a:t>
            </a:r>
          </a:p>
          <a:p xmlns:a="http://schemas.openxmlformats.org/drawingml/2006/main">
            <a:r>
              <a:t>3. (1:30–2:00 / CAPTURED Demo) 현재 기준과 실제 실행 경로를 대조해야 한다고 회수한다. 원인이나 변경 대상을 선택하지 않고 S76에서 가정과 원인 가설을 분리한다.</a:t>
            </a:r>
          </a:p>
          <a:p xmlns:a="http://schemas.openxmlformats.org/drawingml/2006/main">
            <a:r>
              <a:t/>
            </a:r>
          </a:p>
          <a:p xmlns:a="http://schemas.openxmlformats.org/drawingml/2006/main">
            <a:r>
              <a:t>Evidence / Source: DEMO-11 / DEMO-04A; BEAT-043/044; CLM-0020/0029; INV-LOOP-001; DEC-0080.</a:t>
            </a:r>
          </a:p>
          <a:p xmlns:a="http://schemas.openxmlformats.org/drawingml/2006/main">
            <a:r>
              <a:t/>
            </a:r>
          </a:p>
          <a:p xmlns:a="http://schemas.openxmlformats.org/drawingml/2006/main">
            <a:r>
              <a:t>Claim Boundary: CONCEPTUAL / TEACHING_MODEL. 확인 대상의 설계이며 실제 실패·실행 로그·관찰 결과가 아니다. 원인은 기록을 대조해 확인해야 한다.</a:t>
            </a:r>
          </a:p>
          <a:p xmlns:a="http://schemas.openxmlformats.org/drawingml/2006/main">
            <a:r>
              <a:t/>
            </a:r>
          </a:p>
          <a:p xmlns:a="http://schemas.openxmlformats.org/drawingml/2006/main">
            <a:r>
              <a:t>Beginner Explanation: 어디를 고칠지 먼저 고르지 않고, 현재 기준과 실제 작업이 참고한 것을 확인한다.</a:t>
            </a:r>
          </a:p>
          <a:p xmlns:a="http://schemas.openxmlformats.org/drawingml/2006/main">
            <a:r>
              <a:t/>
            </a:r>
          </a:p>
          <a:p xmlns:a="http://schemas.openxmlformats.org/drawingml/2006/main">
            <a:r>
              <a:t>Advanced Insight: Context·Workflow·Environment/Permission·Tool·Product code가 각각 원인 후보일 수 있다. 목록 자체가 원인을 판정하지 않는다.</a:t>
            </a:r>
          </a:p>
          <a:p xmlns:a="http://schemas.openxmlformats.org/drawingml/2006/main">
            <a:r>
              <a:t/>
            </a:r>
          </a:p>
          <a:p xmlns:a="http://schemas.openxmlformats.org/drawingml/2006/main">
            <a:r>
              <a:t>C++ Vision Bridge: 빌드·환경·권한·프로젝트 코드도 서로 다른 조사 대상으로 확인하는 맥락만 유지한다.</a:t>
            </a:r>
          </a:p>
          <a:p xmlns:a="http://schemas.openxmlformats.org/drawingml/2006/main">
            <a:r>
              <a:t/>
            </a:r>
          </a:p>
          <a:p xmlns:a="http://schemas.openxmlformats.org/drawingml/2006/main">
            <a:r>
              <a:t>Demo Operation: DEMO-11의2분 정적 설명이다. 왼쪽 판단 질문에서 오른쪽 확인 대상 네 행으로 이동한다. CAPTURED는 보존된 교육용 설명 화면이며 raw execution capture가 아니다. 새 실행은 없다.</a:t>
            </a:r>
          </a:p>
          <a:p xmlns:a="http://schemas.openxmlformats.org/drawingml/2006/main">
            <a:r>
              <a:t/>
            </a:r>
          </a:p>
          <a:p xmlns:a="http://schemas.openxmlformats.org/drawingml/2006/main">
            <a:r>
              <a:t>Audience Interaction: 발표자가 질문을 회수한다. 추가 Q&amp;A·실습 시간을 만들지 않는다.</a:t>
            </a:r>
          </a:p>
          <a:p xmlns:a="http://schemas.openxmlformats.org/drawingml/2006/main">
            <a:r>
              <a:t/>
            </a:r>
          </a:p>
          <a:p xmlns:a="http://schemas.openxmlformats.org/drawingml/2006/main">
            <a:r>
              <a:t>Transition: “확인할 대상은 정했습니다. 이제 사례에 주어진 정보와 아직 확인하지 않은 원인 가설을 나누겠습니다.”</a:t>
            </a:r>
          </a:p>
          <a:p xmlns:a="http://schemas.openxmlformats.org/drawingml/2006/main">
            <a:r>
              <a:t/>
            </a:r>
          </a:p>
          <a:p xmlns:a="http://schemas.openxmlformats.org/drawingml/2006/main">
            <a:r>
              <a:t>Time Management: Demo2분: 조사로 전환0.5, 확인할 네 대상1, 정보/가설 구분으로 연결0.5. 기존 Demo 배정을 유지하며 실제 리허설은 UNVERIFIED다.</a:t>
            </a:r>
          </a:p>
          <a:p xmlns:a="http://schemas.openxmlformats.org/drawingml/2006/main">
            <a:r>
              <a:t/>
            </a:r>
          </a:p>
          <a:p xmlns:a="http://schemas.openxmlformats.org/drawingml/2006/main">
            <a:r>
              <a:t>Fallback: LOCAL STATIC ARTIFACT — production/ACT_4.pptx의 S75, production/preview/act4/S75.png 및 production/preview/full/S75.png.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주어진 정보와 원인 가설을 나눈다</a:t>
            </a:r>
          </a:p>
          <a:p xmlns:a="http://schemas.openxmlformats.org/drawingml/2006/main">
            <a:r>
              <a:t/>
            </a:r>
          </a:p>
          <a:p xmlns:a="http://schemas.openxmlformats.org/drawingml/2006/main">
            <a:r>
              <a:t>Slide ID: S76</a:t>
            </a:r>
          </a:p>
          <a:p xmlns:a="http://schemas.openxmlformats.org/drawingml/2006/main">
            <a:r>
              <a:t/>
            </a:r>
          </a:p>
          <a:p xmlns:a="http://schemas.openxmlformats.org/drawingml/2006/main">
            <a:r>
              <a:t>Working Title: 주어진 정보와 원인 가설을 나눈다</a:t>
            </a:r>
          </a:p>
          <a:p xmlns:a="http://schemas.openxmlformats.org/drawingml/2006/main">
            <a:r>
              <a:t/>
            </a:r>
          </a:p>
          <a:p xmlns:a="http://schemas.openxmlformats.org/drawingml/2006/main">
            <a:r>
              <a:t>ACT / Section: ACT 4 / 4C  FIX THE RIGHT LAYER</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Demo 1분 (CAPTURED)</a:t>
            </a:r>
          </a:p>
          <a:p xmlns:a="http://schemas.openxmlformats.org/drawingml/2006/main">
            <a:r>
              <a:t/>
            </a:r>
          </a:p>
          <a:p xmlns:a="http://schemas.openxmlformats.org/drawingml/2006/main">
            <a:r>
              <a:t>Primary Message: 가상 사례의 현재 기준과 재사용 지침 차이는 주어진 정보다. 그것이 실제 작업의 원인이라는 가설은 실행 경로와 참조 지침을 대조해 확인해야 한다.</a:t>
            </a:r>
          </a:p>
          <a:p xmlns:a="http://schemas.openxmlformats.org/drawingml/2006/main">
            <a:r>
              <a:t/>
            </a:r>
          </a:p>
          <a:p xmlns:a="http://schemas.openxmlformats.org/drawingml/2006/main">
            <a:r>
              <a:t>Opening Question: “지침이 다르다는 사실만으로 실제 문제의 원인까지 알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S75의 확인 대상 중 현재 기준과 재사용 지침을 사례에 대입한다. 왼쪽 단위+통합 기준과 단위만 지시하는 Workflow는 가상 설정에 주어진 정보다. 실제 Trial을 관찰한 결과가 아니다. 오른쪽 오래된 지침이 원인일 수 있다는 말은 아직 확인할 가설이다.</a:t>
            </a:r>
          </a:p>
          <a:p xmlns:a="http://schemas.openxmlformats.org/drawingml/2006/main">
            <a:r>
              <a:t>2. (1:00–2:00 / CAPTURED Demo) 두 출처의 차이와 원인 판단을 좌우로 분리해 짚는다. 실제 문제에서는 실행 경로와 실제로 읽은 지침을 대조해야 한다. 이 사례의 실행 기록을 만들거나 원인 확인이 끝났다고 주장하지 않는다. 다음 장은 원인이 확인됐다고 가정했을 때의 선택이다.</a:t>
            </a:r>
          </a:p>
          <a:p xmlns:a="http://schemas.openxmlformats.org/drawingml/2006/main">
            <a:r>
              <a:t/>
            </a:r>
          </a:p>
          <a:p xmlns:a="http://schemas.openxmlformats.org/drawingml/2006/main">
            <a:r>
              <a:t>Evidence / Source: DEMO-04A / DEMO-11; BEAT-043/044; CLM-0020/0029; INV-LOOP-001; DEC-0080.</a:t>
            </a:r>
          </a:p>
          <a:p xmlns:a="http://schemas.openxmlformats.org/drawingml/2006/main">
            <a:r>
              <a:t/>
            </a:r>
          </a:p>
          <a:p xmlns:a="http://schemas.openxmlformats.org/drawingml/2006/main">
            <a:r>
              <a:t>Claim Boundary: CONCEPTUAL / TEACHING_MODEL. 가상 전제·원인 가설·실제 확인을 분리한다. 원인 확인 결과나 확정 실패는 없다.</a:t>
            </a:r>
          </a:p>
          <a:p xmlns:a="http://schemas.openxmlformats.org/drawingml/2006/main">
            <a:r>
              <a:t/>
            </a:r>
          </a:p>
          <a:p xmlns:a="http://schemas.openxmlformats.org/drawingml/2006/main">
            <a:r>
              <a:t>Beginner Explanation: 기준이 다르다는 것과, 그것이 이번 작업의 원인이라는 것은 다른 질문이다.</a:t>
            </a:r>
          </a:p>
          <a:p xmlns:a="http://schemas.openxmlformats.org/drawingml/2006/main">
            <a:r>
              <a:t/>
            </a:r>
          </a:p>
          <a:p xmlns:a="http://schemas.openxmlformats.org/drawingml/2006/main">
            <a:r>
              <a:t>Advanced Insight: 증상·출처 간 차이·실제 선택된 instruction의 실행 기여를 구분한다. 확신 수준을 근거에 맞춰 남긴다.</a:t>
            </a:r>
          </a:p>
          <a:p xmlns:a="http://schemas.openxmlformats.org/drawingml/2006/main">
            <a:r>
              <a:t/>
            </a:r>
          </a:p>
          <a:p xmlns:a="http://schemas.openxmlformats.org/drawingml/2006/main">
            <a:r>
              <a:t>C++ Vision Bridge: 환경/권한/코드 문제도 별도 후보로 남긴다. 회사 장비나 제품의 원인을 판정하지 않는다.</a:t>
            </a:r>
          </a:p>
          <a:p xmlns:a="http://schemas.openxmlformats.org/drawingml/2006/main">
            <a:r>
              <a:t/>
            </a:r>
          </a:p>
          <a:p xmlns:a="http://schemas.openxmlformats.org/drawingml/2006/main">
            <a:r>
              <a:t>Demo Operation: Lecture1분 뒤 같은 정적 화면에서 DEMO-11의1분을 사용한다. 원인 확인을 실제로 실행하지 않는다.</a:t>
            </a:r>
          </a:p>
          <a:p xmlns:a="http://schemas.openxmlformats.org/drawingml/2006/main">
            <a:r>
              <a:t/>
            </a:r>
          </a:p>
          <a:p xmlns:a="http://schemas.openxmlformats.org/drawingml/2006/main">
            <a:r>
              <a:t>Audience Interaction: 발표자가 왼쪽 정보와 오른쪽 가설의 차이를 짧게 묻고 회수한다. 응답/실습은 요구하지 않는다.</a:t>
            </a:r>
          </a:p>
          <a:p xmlns:a="http://schemas.openxmlformats.org/drawingml/2006/main">
            <a:r>
              <a:t/>
            </a:r>
          </a:p>
          <a:p xmlns:a="http://schemas.openxmlformats.org/drawingml/2006/main">
            <a:r>
              <a:t>Transition: “실제로 조사해 Workflow가 원인임을 확인했다고 가정하면, 어느 출처를 바꾸는 편이 맞을까요?”</a:t>
            </a:r>
          </a:p>
          <a:p xmlns:a="http://schemas.openxmlformats.org/drawingml/2006/main">
            <a:r>
              <a:t/>
            </a:r>
          </a:p>
          <a:p xmlns:a="http://schemas.openxmlformats.org/drawingml/2006/main">
            <a:r>
              <a:t>Time Management: Lecture1분 + Demo1분(CAPTURED 정적 도식).2분에 다음 Case로 이동하며 실제 리허설은 UNVERIFIED다.</a:t>
            </a:r>
          </a:p>
          <a:p xmlns:a="http://schemas.openxmlformats.org/drawingml/2006/main">
            <a:r>
              <a:t/>
            </a:r>
          </a:p>
          <a:p xmlns:a="http://schemas.openxmlformats.org/drawingml/2006/main">
            <a:r>
              <a:t>Fallback: LOCAL STATIC ARTIFACT — production/ACT_4.pptx의 S76, production/preview/act4/S76.png 및 production/preview/full/S76.png.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확인한 원인에 맞춰 변경 대상을 고른다</a:t>
            </a:r>
          </a:p>
          <a:p xmlns:a="http://schemas.openxmlformats.org/drawingml/2006/main">
            <a:r>
              <a:t/>
            </a:r>
          </a:p>
          <a:p xmlns:a="http://schemas.openxmlformats.org/drawingml/2006/main">
            <a:r>
              <a:t>Slide ID: S77</a:t>
            </a:r>
          </a:p>
          <a:p xmlns:a="http://schemas.openxmlformats.org/drawingml/2006/main">
            <a:r>
              <a:t/>
            </a:r>
          </a:p>
          <a:p xmlns:a="http://schemas.openxmlformats.org/drawingml/2006/main">
            <a:r>
              <a:t>Working Title: 확인한 원인에 맞춰 변경 대상을 고른다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Case 2분</a:t>
            </a:r>
          </a:p>
          <a:p xmlns:a="http://schemas.openxmlformats.org/drawingml/2006/main">
            <a:r>
              <a:t/>
            </a:r>
          </a:p>
          <a:p xmlns:a="http://schemas.openxmlformats.org/drawingml/2006/main">
            <a:r>
              <a:t>Primary Message: Workflow가 원인으로 확인됐다고 가정한 경우, 이번 요청 보정·전역 규칙 추가·원인 Workflow 갱신의 영향 범위를 비교해 원인에 맞는 출처를 선택한다.</a:t>
            </a:r>
          </a:p>
          <a:p xmlns:a="http://schemas.openxmlformats.org/drawingml/2006/main">
            <a:r>
              <a:t/>
            </a:r>
          </a:p>
          <a:p xmlns:a="http://schemas.openxmlformats.org/drawingml/2006/main">
            <a:r>
              <a:t>Opening Question: “원인이 확인됐다면, 어느 위치를 바꿔야 다음 작업에도 반영될까요?”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Case) ‘재사용 Workflow가 원인으로 확인됐다면’이라는 조건을 먼저 읽는다. 앞 장에서 실제 확인 결과를 얻었다는 뜻이 아니며 확인됐다는 조건의 대응 설계다.</a:t>
            </a:r>
          </a:p>
          <a:p xmlns:a="http://schemas.openxmlformats.org/drawingml/2006/main">
            <a:r>
              <a:t>2. (0:30–1:30 / Case) 이번 요청 보정은 현재 Task의 범위, 전역 규칙 추가는 넓은 중복/충돌 가능성, 원인 Workflow 갱신은 다음 작업이 읽을 절차를 바꾸는 조치임을 비교한다. Workflow가 항상 정답이라는 규칙을 만들지 않는다.</a:t>
            </a:r>
          </a:p>
          <a:p xmlns:a="http://schemas.openxmlformats.org/drawingml/2006/main">
            <a:r>
              <a:t>3. (1:30–2:00 / Case) 검토 담당은 확인한 원인과 수정 위치가 맞는지 본다. 그 조건이 지지하는 범위를 S78에서 구체적으로 검토·갱신한다.</a:t>
            </a:r>
          </a:p>
          <a:p xmlns:a="http://schemas.openxmlformats.org/drawingml/2006/main">
            <a:r>
              <a:t/>
            </a:r>
          </a:p>
          <a:p xmlns:a="http://schemas.openxmlformats.org/drawingml/2006/main">
            <a:r>
              <a:t>Evidence / Source: DEMO-04A / DEMO-11 teaching context outside its3 Demo minutes; BEAT-044/045; INV-LOOP-001; CLM-0020/0029; DEC-0080.</a:t>
            </a:r>
          </a:p>
          <a:p xmlns:a="http://schemas.openxmlformats.org/drawingml/2006/main">
            <a:r>
              <a:t/>
            </a:r>
          </a:p>
          <a:p xmlns:a="http://schemas.openxmlformats.org/drawingml/2006/main">
            <a:r>
              <a:t>Claim Boundary: CONCEPTUAL / TEACHING_MODEL. 조건부 대응의 선택 논리다. 실제 Product 수정·원인 확인·일반 정답이 아니다.</a:t>
            </a:r>
          </a:p>
          <a:p xmlns:a="http://schemas.openxmlformats.org/drawingml/2006/main">
            <a:r>
              <a:t/>
            </a:r>
          </a:p>
          <a:p xmlns:a="http://schemas.openxmlformats.org/drawingml/2006/main">
            <a:r>
              <a:t>Beginner Explanation: 이번 요청만 고칠지, 다음 작업도 읽는 지침을 고칠지 수정의 위치를 비교한다.</a:t>
            </a:r>
          </a:p>
          <a:p xmlns:a="http://schemas.openxmlformats.org/drawingml/2006/main">
            <a:r>
              <a:t/>
            </a:r>
          </a:p>
          <a:p xmlns:a="http://schemas.openxmlformats.org/drawingml/2006/main">
            <a:r>
              <a:t>Advanced Insight: 최소한의 원인 일치 변경을 선택한다. 전역 규칙과 stale 지침의 중복은 원인이 지지할 때만 다룬다.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기존 세 대응 비교를 Case2분으로 설명한다. DEMO-11은 S75 2분/S76 1분 그대로이며 S77는 추가 Demo가 아니다.</a:t>
            </a:r>
          </a:p>
          <a:p xmlns:a="http://schemas.openxmlformats.org/drawingml/2006/main">
            <a:r>
              <a:t/>
            </a:r>
          </a:p>
          <a:p xmlns:a="http://schemas.openxmlformats.org/drawingml/2006/main">
            <a:r>
              <a:t>Audience Interaction: 가정과 영향 범위를 가리킨다. 공개 답변이나 실제 수정은 요구하지 않는다.</a:t>
            </a:r>
          </a:p>
          <a:p xmlns:a="http://schemas.openxmlformats.org/drawingml/2006/main">
            <a:r>
              <a:t/>
            </a:r>
          </a:p>
          <a:p xmlns:a="http://schemas.openxmlformats.org/drawingml/2006/main">
            <a:r>
              <a:t>Transition: “바꿀 출처를 골랐다면, 담당자는 어떤 범위까지 수정하고 검토해야 할까요?”</a:t>
            </a:r>
          </a:p>
          <a:p xmlns:a="http://schemas.openxmlformats.org/drawingml/2006/main">
            <a:r>
              <a:t/>
            </a:r>
          </a:p>
          <a:p xmlns:a="http://schemas.openxmlformats.org/drawingml/2006/main">
            <a:r>
              <a:t>Time Management: Case2분: 원인 확인 조건0.5, 세 대응 범위1, 검토/갱신 책임0.5. 실제 리허설은 UNVERIFIED다.</a:t>
            </a:r>
          </a:p>
          <a:p xmlns:a="http://schemas.openxmlformats.org/drawingml/2006/main">
            <a:r>
              <a:t/>
            </a:r>
          </a:p>
          <a:p xmlns:a="http://schemas.openxmlformats.org/drawingml/2006/main">
            <a:r>
              <a:t>Fallback: LOCAL STATIC ARTIFACT — production/ACT_4.pptx의 S77, production/preview/act4/S77.png 및 production/preview/full/S77.png.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확인된 범위만 검토하고 갱신한다</a:t>
            </a:r>
          </a:p>
          <a:p xmlns:a="http://schemas.openxmlformats.org/drawingml/2006/main">
            <a:r>
              <a:t/>
            </a:r>
          </a:p>
          <a:p xmlns:a="http://schemas.openxmlformats.org/drawingml/2006/main">
            <a:r>
              <a:t>Slide ID: S78</a:t>
            </a:r>
          </a:p>
          <a:p xmlns:a="http://schemas.openxmlformats.org/drawingml/2006/main">
            <a:r>
              <a:t/>
            </a:r>
          </a:p>
          <a:p xmlns:a="http://schemas.openxmlformats.org/drawingml/2006/main">
            <a:r>
              <a:t>Working Title: 확인된 범위만 검토하고 갱신한다</a:t>
            </a:r>
          </a:p>
          <a:p xmlns:a="http://schemas.openxmlformats.org/drawingml/2006/main">
            <a:r>
              <a:t/>
            </a:r>
          </a:p>
          <a:p xmlns:a="http://schemas.openxmlformats.org/drawingml/2006/main">
            <a:r>
              <a:t>ACT / Section: ACT 4 / 4C  CAUSE / CHANGE</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1분 + Case 1분</a:t>
            </a:r>
          </a:p>
          <a:p xmlns:a="http://schemas.openxmlformats.org/drawingml/2006/main">
            <a:r>
              <a:t/>
            </a:r>
          </a:p>
          <a:p xmlns:a="http://schemas.openxmlformats.org/drawingml/2006/main">
            <a:r>
              <a:t>Primary Message: 이 사례에서 stale Workflow가 원인으로 확인됐다고 가정하면 우선 그 Workflow를 갱신한다. 중복된 오래된 지침은 원인일 때만 제거한다.</a:t>
            </a:r>
          </a:p>
          <a:p xmlns:a="http://schemas.openxmlformats.org/drawingml/2006/main">
            <a:r>
              <a:t/>
            </a:r>
          </a:p>
          <a:p xmlns:a="http://schemas.openxmlformats.org/drawingml/2006/main">
            <a:r>
              <a:t>Opening Question: “갱신 담당과 검토 담당은 무엇을 확인해야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Workflow가 원인으로 확인됐다는 가정 안에서 기존 단위 테스트 지시를 현재 기준인 단위+통합으로 갱신하는 범위를 짚는다. ‘최소’는 무조건 적게 고치는 뜻이 아니라 원인이 지지하는 범위다. 오래된 중복 지침도 원인일 때만 정리하고 관련 없는 규칙은 임의로 바꾸지 않는다.</a:t>
            </a:r>
          </a:p>
          <a:p xmlns:a="http://schemas.openxmlformats.org/drawingml/2006/main">
            <a:r>
              <a:t>2. (1:00–1:40 / Case) 아래 세 역할을 가리킨다. 갱신 담당은 확인된 지침을 수정하고, 검토 담당은 현재 기준·변경 범위가 맞는지 확인하며, 이후 같은 작업과 대표 작업으로 다시 평가한다. 담당은 예시 역할이고 실제 팀 구성원을 배정한 것이 아니다. 검토·갱신을 같은 사람이 맡을 수도 있으며 자동 자기 수정으로 설명하지 않는다.</a:t>
            </a:r>
          </a:p>
          <a:p xmlns:a="http://schemas.openxmlformats.org/drawingml/2006/main">
            <a:r>
              <a:t>3. (1:40–2:00 / Case) S70의 ‘어디에 두고 누가 유지할까’를 이 가상 유지 문제에서 회수했다고 정리한다. 실제 수정/재평가 결과는 없으며 S79에서 무엇을 확인해야 하는지로 넘어간다.</a:t>
            </a:r>
          </a:p>
          <a:p xmlns:a="http://schemas.openxmlformats.org/drawingml/2006/main">
            <a:r>
              <a:t/>
            </a:r>
          </a:p>
          <a:p xmlns:a="http://schemas.openxmlformats.org/drawingml/2006/main">
            <a:r>
              <a:t>Evidence / Source: DEMO-04A / BEAT-045/046 / INV-LOOP-001 / CLM-0020/0029 / DEC-0080.</a:t>
            </a:r>
          </a:p>
          <a:p xmlns:a="http://schemas.openxmlformats.org/drawingml/2006/main">
            <a:r>
              <a:t/>
            </a:r>
          </a:p>
          <a:p xmlns:a="http://schemas.openxmlformats.org/drawingml/2006/main">
            <a:r>
              <a:t>Claim Boundary: CONCEPTUAL / TEACHING_MODEL. 원인 확인을 가정한 지침 갱신과 역할의 예시다. 실제 담당 배정·Product/Skill 변경·재평가 성공을 만들지 않는다.</a:t>
            </a:r>
          </a:p>
          <a:p xmlns:a="http://schemas.openxmlformats.org/drawingml/2006/main">
            <a:r>
              <a:t/>
            </a:r>
          </a:p>
          <a:p xmlns:a="http://schemas.openxmlformats.org/drawingml/2006/main">
            <a:r>
              <a:t>Beginner Explanation: 바꿀 지침과 바꿀 범위를 정하고, 누가 수정·검토하며 무엇으로 다시 확인할지 연결한다.</a:t>
            </a:r>
          </a:p>
          <a:p xmlns:a="http://schemas.openxmlformats.org/drawingml/2006/main">
            <a:r>
              <a:t/>
            </a:r>
          </a:p>
          <a:p xmlns:a="http://schemas.openxmlformats.org/drawingml/2006/main">
            <a:r>
              <a:t>Advanced Insight: 원인과 변경 범위를 일치시키며 사람의 유지 책임을 남긴다. 도구가 수정에 도움을 주더라도 갱신·검토·수용 책임이 자동으로 사라지지 않는다.</a:t>
            </a:r>
          </a:p>
          <a:p xmlns:a="http://schemas.openxmlformats.org/drawingml/2006/main">
            <a:r>
              <a:t/>
            </a:r>
          </a:p>
          <a:p xmlns:a="http://schemas.openxmlformats.org/drawingml/2006/main">
            <a:r>
              <a:t>C++ Vision Bridge: 없음.</a:t>
            </a:r>
          </a:p>
          <a:p xmlns:a="http://schemas.openxmlformats.org/drawingml/2006/main">
            <a:r>
              <a:t/>
            </a:r>
          </a:p>
          <a:p xmlns:a="http://schemas.openxmlformats.org/drawingml/2006/main">
            <a:r>
              <a:t>Demo Operation: 정적 전후 지침과 아래 역할을 가리킨다. 실제 diff·Agent 실행·테스트 결과는 없다.</a:t>
            </a:r>
          </a:p>
          <a:p xmlns:a="http://schemas.openxmlformats.org/drawingml/2006/main">
            <a:r>
              <a:t/>
            </a:r>
          </a:p>
          <a:p xmlns:a="http://schemas.openxmlformats.org/drawingml/2006/main">
            <a:r>
              <a:t>Audience Interaction: 담당을 직접 정하거나 문서를 작성하게 하지 않는다. 역할 관계만 설명한다.</a:t>
            </a:r>
          </a:p>
          <a:p xmlns:a="http://schemas.openxmlformats.org/drawingml/2006/main">
            <a:r>
              <a:t/>
            </a:r>
          </a:p>
          <a:p xmlns:a="http://schemas.openxmlformats.org/drawingml/2006/main">
            <a:r>
              <a:t>Transition: “이 지침을 바꿨다면, 같은 작업을 다시 확인하는 것만으로 충분할까요?”</a:t>
            </a:r>
          </a:p>
          <a:p xmlns:a="http://schemas.openxmlformats.org/drawingml/2006/main">
            <a:r>
              <a:t/>
            </a:r>
          </a:p>
          <a:p xmlns:a="http://schemas.openxmlformats.org/drawingml/2006/main">
            <a:r>
              <a:t>Time Management: Lecture1분(원인/범위·전후 지침) + Case1분(역할0.67, 재평가 질문0.33). 실제 리허설은 UNVERIFIED다.</a:t>
            </a:r>
          </a:p>
          <a:p xmlns:a="http://schemas.openxmlformats.org/drawingml/2006/main">
            <a:r>
              <a:t/>
            </a:r>
          </a:p>
          <a:p xmlns:a="http://schemas.openxmlformats.org/drawingml/2006/main">
            <a:r>
              <a:t>Fallback: LOCAL STATIC ARTIFACT — production/ACT_4.pptx의 S78, production/preview/act4/S78.png 및 production/preview/full/S78.png. 표시된 실제/가상/교육용 모델의 경계를 유지한다. 최종 파일·fallback 확인은 production/evaluation/ACT3_ACT4_HANDOFF_REVISION.md를 따른다. 실제 발표 PC 재생은 UNVERIFIED다.</a:t>
            </a:r>
          </a:p>
          <a:p xmlns:a="http://schemas.openxmlformats.org/drawingml/2006/main">
            <a:r>
              <a:t/>
            </a:r>
          </a:p>
          <a:p xmlns:a="http://schemas.openxmlformats.org/drawingml/2006/main">
            <a:r>
              <a:t>Validation Status: ALIGNED — DEC-0080의19필드·기존 시간/Mode·운영 순서를 정렬했다. 최종 패키지·PNG·내장 Notes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지침을 고친 뒤, 무엇을 다시 확인할까?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지침을 고친 뒤, 무엇을 다시 확인할까?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3분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단위 테스트 지침을 단위+통합으로 갱신했다고 가정하면, 같은 작업이 요구 범위를 다루는지와 다른 작업을 방해하지 않는지를 각각 확인해야 한다. 결과가 나온 사례가 아니라 평가 질문의 설계다.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“단위+통합으로 지침을 바꿨다면, 그 작업만 다시 확인하면 충분할까요?”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S78의 가상 지침 갱신을 회수한다. 현재 기준에 맞춰 단위+통합 지시로 바꿨다고 가정했지만, 실제 변경이나 재실행을 관찰한 것은 아니다.</a:t>
            </a:r>
          </a:p>
          <a:p xmlns:a="http://schemas.openxmlformats.org/drawingml/2006/main">
            <a:r>
              <a:t>2. (1:00–2:30 / Case) 왼쪽은 같은 작업이 요구했던 검증 범위를 이제 다루는지 묻는다. 오른쪽은 문서만 수정하는 다른 작업에도 불필요한 검증을 강요하는지 묻는다. 테스트 종류와 지침을 적용할 작업 종류를 구분한다.</a:t>
            </a:r>
          </a:p>
          <a:p xmlns:a="http://schemas.openxmlformats.org/drawingml/2006/main">
            <a:r>
              <a:t>3. (2:30–4:00 / Case) 이번 문제의 해결 확인과 주변 작업의 영향 평가는 범위가 다르다고 닫는다. S80에서 서로 다른 위험을 확인할 대표 작업을 고른다. 통과나 안전성이 확인됐다는 결과를 만들지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designed rerun and system evaluation path;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재실행과 확장 검증은 conceptual design이다. 실행 결과, pass count, regression success를 보여주지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지침 변경이 이번 문제를 다루는지 확인하고, 다른 작업에 불필요한 일을 요구하지 않는지도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Task recovery의 재확인과 Harness 변경의 대표 작업·회귀 위험 평가를 분리한다.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같은 build/test 시나리오 재실행은 필요하지만 전체 회귀 위험을 모두 해소하지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 같은 작업과 오른쪽 문서 수정 작업의 확인 질문을 비교한다. 단위/통합은 검사 종류이고 버그/성능/문서/리팩터링은 지침을 적용할 작업 종류다. 실제 실행·PASS/FAIL은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영역이 서로 다른 위험을 묻는다는 점을 비교한다. 답변·작업 제출은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“이번 작업 외에 어떤 작업을 골라야, 바뀐 지침의 다른 영향을 확인할 수 있을까요?”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Lecture1분+Case3분=4분. 단위/통합 테스트 기술 강의를 다시 열지 않고 두 평가 범위의 차이에 집중한다.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S79와 production/preview/act4/S79.png를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대표 작업은 서로 다른 위험을 확인한다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대표 작업은 서로 다른 위험을 확인한다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5분 (VISUAL / CAPTURED conceptual matrix)</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대표 작업은 변경된 지침이 닿는 서로 다른 사용 방식과 회귀 위험을 확인하도록 고른다. EVAL-01/02는 별도 과거 사례를 참고한 설계, EVAL-03/04는 설계만 있으며 네 작업 모두 이 지침 변경 뒤의 실행 결과는 없다.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“바뀐 지침을 어떤 작업에 적용해 봐야 서로 다른 위험을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VISUAL Demo) S79의 다른 작업 질문을 회수한다. 여기서는 제품 테스트의 개수를 늘리는 대신 지침을 적용해 볼 작업 종류를 넓힌다. 표는 네 작업의 평가 설계이며 실행 성적표가 아니다.</a:t>
            </a:r>
          </a:p>
          <a:p xmlns:a="http://schemas.openxmlformats.org/drawingml/2006/main">
            <a:r>
              <a:t>2. (1:00–2:15 / VISUAL Demo) 표의 왼쪽 작업 종류와 가운데 확인 질문을 행별로 읽는다. 버그 수정은 동작 명세, 성능 변경은 측정·검증 범위를 놓치지 않는지 확인하기 위한 선택이다. EVAL-01/02의 별도 과거 참고는 TRIAL-002/STATE-04-PERF다.</a:t>
            </a:r>
          </a:p>
          <a:p xmlns:a="http://schemas.openxmlformats.org/drawingml/2006/main">
            <a:r>
              <a:t>3. (2:15–4:00 / VISUAL Demo) 문서만 수정하는 작업에 불필요한 절차가 강요되지 않는지, 작은 리팩터링에 다른 유효한 작업이 방해받지 않는지 묻는다. EVAL-03/04는 설계만 있다. 현재 근거 상태는 오른쪽의 문구로 구분하며 실선/점선의 행 구분을 안내하지 않는다.</a:t>
            </a:r>
          </a:p>
          <a:p xmlns:a="http://schemas.openxmlformats.org/drawingml/2006/main">
            <a:r>
              <a:t>4. (4:00–5:00 / VISUAL Demo) 네 작업 모두 이번 가상 지침 변경 뒤의 실행 결과가 없다고 회수한다. 모든 프로젝트의 고정 세트로 설명하지 않고 변경 범위·흔한 작업·알려진 회귀 위험·관련 없는 작업에 맞춰 선정한다고 닫는다.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DEMO-10  ·  EVAL-01/02 prior Product references; EVAL-03/04 designed;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EVAL-01/02는 별도 Product task chain의 기존 참고 Evidence다. EVAL-03/04는 설계 사례이며 결과가 없다. 이번 stale-Workflow 변경 뒤의 PASS/FAIL 또는 새 Trial은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작업을 많이 모으기보다, 바뀐 지침이 서로 다른 업무에 미칠 영향을 확인하도록 고른다.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영향 표면과 알려진 회귀 위험에 따라 평가 집합을 구성하고 비교 근거가 없는 작업도 설계 대상으로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Contextual only: 대표 작업 선택은 Vision build, benchmark, docs 같은 surface에 적용할 수 있지만 별도 C++ case는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네 작업·선정 이유·기존 근거 상태를 가진 Native 표를 위에서 아래로 읽는다. 오른쪽의 과거 사례 참고와 평가 설계만 있음은 근거 상태이며 결과 판정이 아니다. 식별자 매핑은 EVAL-01 버그/TRIAL-002, EVAL-02 성능/STATE-04-PERF, EVAL-03 문서, EVAL-04 작은 리팩터링이다. 화면 전체는 Conceptual frame이고 과거 Product 결과를 새 평가 결과에 합치지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가운데 확인 질문이 왜 다른 작업을 필요로 하는지 생각하게 한다. 실제 평가나 응답 제출은 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“문서 작업도 함께 본 이유가 있습니다. 한 작업을 위해 넓힌 규칙이 다른 작업에도 맞을까요?”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Demo5분은 정적 평가 표에 사용한다. 실제 네 EVAL 실행이나 성공 수치를 만들지 않는다. 1분 배경, 3분 행별 위험, 1분 선정 기준·한계로 마감한다.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S80와 production/preview/act4/S80.png를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한 작업에 맞춘 규칙, 다른 작업에도 맞을까?</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한 작업에 맞춘 규칙, 다른 작업에도 맞을까?</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4D  EVALUATION &amp; REGRESSION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가상으로 모든 작업에 통합 테스트를 요구하도록 전역 규칙을 넓히면 문서 수정 같은 작업에 불필요한 절차가 될 수 있다. 규칙의 누적·충돌·특정 작업 편중을 평가하고 원인과 범위에 맞춰 정리한다.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“코드 작업 때문에 넓힌 규칙이 문서만 고치는 작업에도 필요할까요?”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S80의 문서 작업을 회수해 모든 작업에 통합 테스트를 요구하도록 넓혔다는 가정을 읽는다. 실제 전역 지침 변경·Agent 실행·비용 측정은 없다.</a:t>
            </a:r>
          </a:p>
          <a:p xmlns:a="http://schemas.openxmlformats.org/drawingml/2006/main">
            <a:r>
              <a:t>2. (1:00–2:30 / Lecture) 왼쪽 지침에서 오른쪽 코드 변경과 문서 수정으로 갈라지는 관계를 읽는다. 코드 변경은 필요한 검증 범위를 확인하는 대상이며 문서 수정에서는 불필요한 절차가 될 가능성을 묻는다. 코드가 PASS하거나 문서 작업이 실제로 실패한 그림이 아니다.</a:t>
            </a:r>
          </a:p>
          <a:p xmlns:a="http://schemas.openxmlformats.org/drawingml/2006/main">
            <a:r>
              <a:t>3. (2:30–4:00 / Lecture) S77의 수정 위치 선택을 다시 강의하지 않고 변경 후의 규칙 누적·충돌·특정 작업 편중과 유지 비용에 집중한다. 원인을 확인하고 대표 작업으로 평가하며 불필요하거나 오래된 규칙을 제거·단순화한다. 과적합은 보조 비유이며 ML 통계적 과적합과 같다고 설명하지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DEMO-04A  ·  conceptual regression / maintenance model;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“Overfit”은 교육용 비유다. ML 통계적 overfitting과 같은 현상이라고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한 작업에서 필요했던 규칙을 모든 작업에 적용하면 불필요한 절차가 생길 수 있다.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변경의 적용 범위, 다른 지침과의 충돌, 읽기·유지 비용과 회귀 위험을 함께 평가한다.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가상 전역 지침에서 두 작업 종류로 갈라지는 교육용 관계도다. 지침이 실제 실행됐거나 비용이 측정됐다는 결과를 만들지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문서만 수정하는 작업에도 같은 절차가 필요한지 생각하게 한다. 고정된 정답·새 규칙을 제시하지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“지금까지 본 기록·원인·변경·평가를 다음 판단으로 어떻게 넘기는지, Loop의 단계로 묶어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Lecture4분. 가정1분, 두 작업의 영향1분30초, 유지 비용과 정리1분30초. 통계적 과적합 강의와 S77의 세 선택지 설명은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S81와 production/preview/act4/S81.png를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관찰을 시스템 개선으로 잇는 Loop</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관찰을 시스템 개선으로 잇는 Loop</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4E  LOOP MENTAL MODEL</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11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9분 + Demo 2분 (VISUAL)</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실행의 기록을 현재 기준과 대조하고 원인 가설을 근거로 판단한 뒤, 확인된 출처·범위를 사람이 검토·갱신하고 같은·대표 작업의 영향을 재평가한다. 각 단계의 근거가 다음 판단으로 넘어가는 교육용 운영 모델이다.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“어떤 근거가 있어야 다음 판단으로 넘어갈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Lecture, R1/R2) 01 실행은 요청·지침에 따라 작업을 수행하는 단계, 02 관찰은 그 기록을 현재 기준과 대조하는 단계로 구분한다. 아래에는 수행 기록과 기준 차이라는 서로 다른 판단 근거가 있다. 앞 가상 사례를 처음부터 재설명하지 않는다.</a:t>
            </a:r>
          </a:p>
          <a:p xmlns:a="http://schemas.openxmlformats.org/drawingml/2006/main">
            <a:r>
              <a:t>2. (2:00–4:30 / Lecture, R3) 03은 차이를 원인이라고 바로 확정하지 않는 판단 지점이다. 실제 읽힌 지침과 수행 기록 같은 근거가 더 필요하면 가설로 남긴다. “근거가 부족하면 변경을 서두를 수 있을까요?”를 수사적으로 묻고 기록·확인을 먼저 한다고 정리한다. 실제 원인을 확인했다는 사건은 없다.</a:t>
            </a:r>
          </a:p>
          <a:p xmlns:a="http://schemas.openxmlformats.org/drawingml/2006/main">
            <a:r>
              <a:t>3. (4:30–6:30 / Lecture, R4) 04는 확인한 원인에 맞는 출처와 범위를 사람이 검토·갱신하는 판단이다. 검토한 출처·변경 범위를 다음 평가에 넘긴다. S77/S78의 전체 선택지·역할 목록을 반복하지 않는다. 자동 학습이나 자율 복구가 아니다.</a:t>
            </a:r>
          </a:p>
          <a:p xmlns:a="http://schemas.openxmlformats.org/drawingml/2006/main">
            <a:r>
              <a:t>4. (6:30–9:00 / Lecture, R5) 05는 같은 작업과 대표 작업에서 영향 근거와 남은 한계를 확인하는 판단이다. 한 작업의 결과를 전체 시스템의 안전성으로 확대하지 않고, 모르는 점을 남겨 다음 작업에서도 관찰한다. 앞의 평가 표를 다시 전부 설명하지 않는다.</a:t>
            </a:r>
          </a:p>
          <a:p xmlns:a="http://schemas.openxmlformats.org/drawingml/2006/main">
            <a:r>
              <a:t>5. (9:00–11:00 / VISUAL Demo) 정적 화면의 번호·단계·질문·아래 근거를 01에서05로 한 번 연결한 뒤 되돌림선을 가리킨다. 가상 사례의 실행·원인 확인·수정·재평가 결과를 채우지 않는다. 다음 장은 실제 교육 Demo의 결과를 평가·보고하던 체계가 개선 대상이 된 별도 사건이라고 예고한다.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DEC-0023  ·  course operational model  ·  no product loop;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이 교육의 operational model이다. 자동 학습, Agent self-learning, 무한 반복, observed Product loop를 뜻하지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작업 기록을 보고, 원인을 확인하고, 필요한 지침을 바꾼 뒤 다른 작업의 영향도 다시 본다.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근거가 부족할 때 가설로 남기는 판단, 원인과 변경 범위를 맞추는 판단, 재평가에서 해석 범위를 제한하는 판단을 구분한다.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LOOP-VISUAL2분이다. 전체가 보이는 정적 화면에서 01 수행 기록→02 기준과 차이→03 원인과 남은 가설→04 검토한 출처/범위→05 영향/한계를 한 번 연결한다. 01의 실행과02의 기록 대조를 구분한다. R1–R5는 발표 초점이며 Native animation·실제 실행 trace가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“근거가 부족하면 어느 판단을 보류해야 할까요?”를 수사적 질문으로 사용한다. 별도 Reflection/Q&amp;A 시간을 추가하거나 응답·실습을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“가상 지침 사례는 여기서 닫겠습니다. 이번에는 실제 교육 Demo의 성능 결과를 평가·보고하던 기준을 바꾼 사례를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Lecture9분(R1/R2 2, R3 2분30초, R4 2, R5 2분30초)+기존 VISUAL Demo2분=11분. 이전 장을 순서대로 재강의하지 않는다. 9분에 강의 설명을 마감하고 한 번의 경로 회수로 전환한다. 실제11분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S82와 production/preview/act4/S82.png를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S83 — 평가·보고 기준도 개선 대상이다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S83</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평가·보고 기준도 개선 대상이다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교육 Demo 제작 중의 Resize 성능 조사에서는 전역 Skill과 시작 경고가 관찰되어 전체 결과를 Prompt만의 효과로 분리할 수 없었다. 이번 개선 대상은 그 조건과 해석 범위를 남길 평가·보고 기준이다.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“성능 조사 결과를 설명하는 보고 기준도 다시 볼 필요가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(0:00–0:40 / CAPTURED Demo) OBSERVED_META 표식·이중선으로 실제 교육 Demo 제작 기록을 연다. 당시 작업은 이미지 크기 변경인 Resize 성능 조사이며 밝기 통계나 앞의 가상 지침 복구와 별개다. S68를 기억해야만 이해하도록 넘기지 않는다.</a:t>
            </a:r>
          </a:p>
          <a:p xmlns:a="http://schemas.openxmlformats.org/drawingml/2006/main">
            <a:r>
              <a:t>2. (0:40–1:20 / CAPTURED Demo) 세 영역을 관찰 조건→판단의 한계→바꿀 대상으로 읽는다. 전역 Skill 포함과 시작 경고는 보존됐지만, 경고만으로 도구 실행·결과 기여가 증명되는 것은 아니다. 전체 결과를 Prompt 하나로 설명할 수 없다는 평가의 한계다.</a:t>
            </a:r>
          </a:p>
          <a:p xmlns:a="http://schemas.openxmlformats.org/drawingml/2006/main">
            <a:r>
              <a:t>3. (1:20–2:00 / CAPTURED Demo) 지침의 유지에서 결과를 판단·보고할 기준의 유지로 대상이 넓어졌음을 회수한다. S84은 결과와 원인 해석의 구분, S85는 실제 기록 기준 변경을 맡는다. Product 코드·Demo Skill의 복구 이력으로 합치지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OBSERVED_META: 교육자료 제작·Trial 평가 기록이다. Demo Product change나 DEMO-04A 원인/수정 사례가 아니다. Codex CLI evidence를 현재 Desktop으로 일반화하지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나와도 어떤 조건에서 무엇을 확인했고 무엇은 모르는지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관찰한 실행 조건과 결과의 사용 범위를 기록하는 평가·보고 체계 자체도 Feedback의 변경 대상이 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제작 기록을 재구성한 정적 요약이다. Resize 작업 맥락을 먼저 읽고 세 열을 연결한다. 과거 CLI 관찰이며 새로운 제품 실행·통제 환경 비교·가상 Workflow 수리가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개선 대상이 재사용 지침에서 평가·보고 기준으로 넓어진 이유를 확인한다. 별도 답변은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“측정한 결과의 확인 범위와, 무엇의 효과인지에 대한 해석은 어떻게 따로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CAPTURED Demo2분. 배경40초, 관찰·해석40초, 평가·보고로의 확장40초. 환경 오류 목록과 이전 Harness 강의를 다시 열지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S83와 production/preview/act4/S83.png를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S84 — 결과 확인과 원인 해석을 따로 기록한다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S84</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결과 확인과 원인 해석을 따로 기록한다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Demo 4분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TRIAL-006 Resize 측정은 기록된 코드·입력·환경 범위의 결과다. 전역 Skill이 평가 절차에 관여했으므로 전체 Workflow를 Prompt만의 효과로 분리할 수 없다. 결과의 확인 범위와 원인 해석의 한계를 각각 기록한다.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“숫자를 확인했다면, 무엇이 그 결과를 만들었는지도 안다고 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CAPTURED Demo) 상단의 Resize 성능 조사라는 맥락을 짚는다. S61의 밝기 통계 Benchmark와 다른 TRIAL-006 기록이다. 왼쪽 측정 결과의 확인과 오른쪽 무엇의 효과인지의 해석을 나눈다.</a:t>
            </a:r>
          </a:p>
          <a:p xmlns:a="http://schemas.openxmlformats.org/drawingml/2006/main">
            <a:r>
              <a:t>2. (1:00–2:00 / CAPTURED Demo) 왼쪽 input/output hash와 같은 조건의7회 one-call 측정 기록을 확인한다. 144.2→33.5 ms/call median은 보조 근거다. 합성640×480 grayscale(max4095)→960×720, CPython3.9.6, macOS26.6.2 arm64의 단일 변경 전후 쌍이라는 범위를 유지한다.</a:t>
            </a:r>
          </a:p>
          <a:p xmlns:a="http://schemas.openxmlformats.org/drawingml/2006/main">
            <a:r>
              <a:t>3. (2:00–3:15 / CAPTURED Demo) 오른쪽 전역 performance-goal Skill이 evaluator·ledger·threshold에 관여한 기록을 설명한다. 수치 변화의 직접 원인이나 Skill 우월성을 입증한 것은 아니다. PARTIAL은 Prompt만의 효과로 분리하는 인과 해석의 한계이며 모든 결과가 무효라는 판정이 아니다.</a:t>
            </a:r>
          </a:p>
          <a:p xmlns:a="http://schemas.openxmlformats.org/drawingml/2006/main">
            <a:r>
              <a:t>4. (3:15–4:00 / CAPTURED Demo) 결과 확인 범위와 원인 해석 한계를 함께 남긴다고 닫는다. Hook 경고와 실행 효과, MCP 시작 오류와 작업 결과를 분리하는 원칙만 회수하고 오류 목록은 반복하지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7 one-call samples  ·  disposable worktree; DEC-0080.;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144.2 → 33.5 ms/call median은 기록된 synthetic 640×480 grayscale input (max 4095) → 960×720, CPython 3.9.6, macOS 26.6.2 arm64에 한정한다. Prompt-only attribution은 PARTIAL. 4.30×/76.8% hero metric은 사용하지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결과가 확인됐다는 것과 무엇의 효과인지 안다는 것은 다른 질문이다.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측정의 입력·출력·설정 범위와 인과 주장의 확신 수준을 별도로 보고한다.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필요하면 같은 원리를 C++ benchmark의 입력, compiler, host, toolchain 범위로 transfer하되 새 사례로 확장하지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왼쪽의 hash/같은 조건/7회 측정과 오른쪽의 전역 Skill 관여/PARTIAL을 따로 읽는다. 수치는 resize_nearest의 과거 기록이며 밝기 통계·현재 Desktop·일반 성능 결과로 확대하지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왼쪽 질문에 답할 근거와 오른쪽 질문에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“그렇다면 다음 조사에서는 어떤 조건과 해석 범위를 보고에 더 남겨야 할까요?”</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기존 CAPTURED Demo4분. 숫자는 작은 보조 근거로 다루며 효과 배수·비율을 새 Hero metric으로 만들지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S84와 production/preview/act4/S84.png를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S85 — 다음 조사에 남길 기록을 바꿨다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S85</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다음 조사에 남길 기록을 바꿨다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Demo 2분 (CAPTURED)</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DEC-0016은 TRIAL-006을 PARTIAL로 보존하고 환경 격리를 진행 선행조건으로 요구하지 않으며, 후속 조사에 관찰된 지침·실행 조건·경고와 실제 사용 여부·해석 범위를 함께 기록하도록 했다.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“작업과 코드 외에, 다음 보고에는 무엇을 더 남겨야 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상단 기존 작업·저장소 중심의 보고와 변경된 실행 조건·해석 범위 기록을 비교한다. Decision ID를 먼저 외우게 하지 않고 실제 변경 내용을 연다.</a:t>
            </a:r>
          </a:p>
          <a:p xmlns:a="http://schemas.openxmlformats.org/drawingml/2006/main">
            <a:r>
              <a:t>2. (1:00–2:15 / CAPTURED Demo) 아래 세 병렬 항목을 위에서 아래로 읽는다. 적용된 Skill/환경 조건, 경고와 실제 실행·결과의 구분, 확인된 결과와 원인 불확실성을 후속 기록에 남기는 기준이다. 세 항목은 순차 실행 절차가 아니다.</a:t>
            </a:r>
          </a:p>
          <a:p xmlns:a="http://schemas.openxmlformats.org/drawingml/2006/main">
            <a:r>
              <a:t>3. (2:15–3:00 / CAPTURED Demo) 하단의 당시 결정을 회수한다. TRIAL-006은 PARTIAL로 보존했고 환경 격리를 진행의 선행조건으로 두지 않았다. 이는 해당 제작 조건에서의 진행 결정이며 격리가 일반적으로 불필요하거나 인과 검증을 완료했다는 뜻이 아니다. Product 코드/Skill 변경이나 격리 환경 구축으로 표현하지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evaluation / reporting policy;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실제 Training Production evaluation/reporting governance 변화다. Product code 또는 Demo Skill을 수정하지 않았고 clean isolation을 구축했다고 말하지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무슨 작업을 했는지에 더해 어떤 지침·조건을 썼고 어디까지 해석할 수 있는지도 기록한다.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작업 진행의 환경 결정과 인과 주장의 검증 요건을 구분하며, 미통제 조건을 숨기지 않고 사용 범위를 제한한다.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실제 평가·보고 기준의 의미 요약이다. 위의 기존/변경 대비 다음 세 기록 항목을 읽고, 하단의 PARTIAL 보존·당시 환경 진행 결정을 보조 맥락으로 다룬다. 실제 원문 Screenshot·인용·코드 diff로 표현하지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다음 기록에 새로 남길 정보가 무엇인지 확인한다. 환경 격리의 보편적 찬반으로 토론을 넓히지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“기록 기준을 바꾼 뒤에도, 다음 기록이 원문과 맞는지 다시 확인해야 합니다.”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Lecture1분+CAPTURED Demo2분=3분. 변경 의미1분, 세 기록 항목1분15초, 당시 진행 결정과 한계45초. 기술 설정 강의는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S85와 production/preview/act4/S85.png를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S86 — 후속 기록도 원문과 다시 대조했다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S86</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후속 기록도 원문과 다시 대조했다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 / DEMO-04B</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후속 기록 대조에서 TRIAL-007의 보고와 보존된 진단 메시지에 불일치가 남았고, TRIAL-008에서는 저장소 Skill 호출과 전역 영향을 구분해 기록했다. 서로 다른 확인 내용이며 완전한 목록·품질 향상은 입증되지 않았다.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“새 기록 기준이 있어도 보고서와 원문을 다시 봐야 하는 이유는 무엇일까요?”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왼쪽 TRIAL-007의 보고서 MCP 경고 없음과 원문 진단 기록의 인증 필요 경고가 맞지 않음을 짚는다. Nimble AuthRequired는 원문 식별을 위한 작은 근거이며 인증 설정 tutorial로 설명하지 않는다. 경고는 MCP 작업 결과가 아니다.</a:t>
            </a:r>
          </a:p>
          <a:p xmlns:a="http://schemas.openxmlformats.org/drawingml/2006/main">
            <a:r>
              <a:t>2. (1:00–2:00 / Case) 오른쪽 TRIAL-008은 저장소 graypipe-performance Skill의 명시 호출과 전역 지침·Skill의 영향을 서로 구분해 기록했다는 다른 확인 내용이다. 두 Trial을 같은 조건의 개선 전후 실험이나 실패→성공 비교로 읽지 않는다.</a:t>
            </a:r>
          </a:p>
          <a:p xmlns:a="http://schemas.openxmlformats.org/drawingml/2006/main">
            <a:r>
              <a:t>3. (2:00–3:00 / Case) 기록을 나눈 점과 보고/원문 불일치가 남은 점을 모두 보존한다. 원문 대조를 했어도 완전한 환경 목록·품질 효과를 얻었다고 결론 내리지 않는다. 다음 장은 상세를 반복하지 않고 Loop와 실제 기록의 대응만 회수한다.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TRIAL-007 / TRIAL-008  ·  DEC-0016;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적용은 부분적이다. 완전한 environment inventory, 완벽한 report, 측정된 Trial-quality improvement를 주장하지 않는다. TRIAL-007의 stderr에는 Nimble AuthRequired가 있으나 MCP task result는 없다.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보고가 놓친 조건은 원문에 남을 수 있고, 사용한 지침의 출처도 구분해서 남겨야 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보고·진단 기록·지침 사용 경로를 대조하되, 서로 다른 Trial의 기록 특성을 통제 비교나 정량 품질 향상으로 확대하지 않는다.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왼쪽은 TRIAL-007의 보고서와 원문 진단 기록 대조, 오른쪽은 TRIAL-008의 두 지침 사용 경로 구분이다. 위쪽/아래쪽 행으로 안내하지 않는다. 화면은 원문 의미의 재구성 도식이며 실제 로그 Screenshot이 아니다.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두 영역에서 확인한 내용이 서로 다르다는 점과 남은 불확실성을 비교한다.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“상세 기록은 여기서 닫고, 실제 바뀐 평가·보고 기준이 Loop의 어느 단계에 해당하는지 연결하겠습니다.”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왼쪽 대조1분, 오른쪽 사용 경로1분, 한계·대응 예고1분. 오류명·인증 해결법 설명은 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S86와 production/preview/act4/S86.png를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S87 — 실제 기록을 Loop의 단계에 대응하면</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S87</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실제 기록을 Loop의 단계에 대응하면</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4F  OBSERVED META LOOP</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Lecture 1분 + Case 2분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실제 Resize 조사와 전역 영향 관찰은 원인 해석의 한계를 드러내 DEC-0016의 평가·보고 기준 변경으로 이어졌고 후속 기록에서 부분적으로 점검됐다. 이를 교육용 Loop 단계에 대응하되 원인 확정·완전한 재평가·품질 향상을 주장하지 않는다.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“앞에서 본 Loop가 이 실제 기록에서는 어떻게 나타났을까요?”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S82와 같은 다섯 단계 이름을 왼쪽에서 오른쪽으로 짚는다. 실행은 Resize 조사, 관찰은 전역 Skill/시작 경고, 원인 판단은 Prompt만의 효과를 분리할 수 없다는 해석 한계다. 특정 기능이 성능 변화의 원인으로 확정된 것이 아니다.</a:t>
            </a:r>
          </a:p>
          <a:p xmlns:a="http://schemas.openxmlformats.org/drawingml/2006/main">
            <a:r>
              <a:t>2. (1:00–2:00 / Case) 네 번째 시스템 변경은 평가·보고 기준 변경이다. 다섯 번째는 후속 기록 대조와 남은 불일치이며 대표 작업의 정량 성과 평가를 완료했다는 뜻이 아니다. S85의 세 기록 항목과 S86의 오류 세부는 다시 강의하지 않는다.</a:t>
            </a:r>
          </a:p>
          <a:p xmlns:a="http://schemas.openxmlformats.org/drawingml/2006/main">
            <a:r>
              <a:t>3. (2:00–3:00 / Case) 아래 바뀐 것과 미확인 사항을 읽는다. 평가·보고 기준은 바뀌었지만 원인별 효과·환경 목록의 완전성·Trial 품질 향상은 남아 있다. 상단 다섯 열/하단 회수라는 실제 화면 위치에 맞춰 안내한다. C++ 업무의 검증 조건으로 전이한다.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TRIAL-006  →  DEC-0016  →  TRIAL-007/008;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후속 report에는 불일치가 남고 quality effect는 미측정이다. DEMO-04A conceptual stale workflow와 합치지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피드백을 받아 바뀌는 대상에는 지침뿐 아니라 평가·보고 기준도 포함된다. 바꾼 뒤에도 모르는 점을 남긴다.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운영 모델과 실제 기록을 대응하되 원인 해석의 제한과 후속 적용 점검의 강도를 보존한다.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없음.</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상단 다섯 열을 왼쪽→오른쪽으로 읽고 하단의 변경 대상과 미확인 사항으로 닫는다. 변경 대상을 왼쪽, 미확인 사항을 오른쪽이라고 안내하지 않는다. 실제 Product Loop나 DEMO-04A 수리가 아니며 추가 Demo 시간도 없다.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가상 모델의 단계와 실제 기록을 대응해 본다. 성공한 모든 단계를 채우거나 결과 제출을 요구하지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“평가 기준을 바꾼 뒤에도 확인할 점은 남았습니다. 이제 같은 검사 코드의 GPU가 달라졌다면, 어떤 검증 조건을 다시 봐야 할지 생각해 보겠습니다.”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Lecture1분+Case2분=3분. 단계 대응1분, 변경/후속점검1분, 한계와 업무 적용1분. 앞의 Timeline과 오류 설명을 반복하지 않는다.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LOCAL STATIC ARTIFACT — production/ACT_4.pptx의 S87와 production/preview/act4/S87.png를 사용한다. 재구성 도식을 원본 실행 화면이나 새 Trial 결과로 표현하지 않는다.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S88 — GPU 변경 뒤, 검증 조건을 다시 본다</a:t>
            </a:r>
          </a:p>
          <a:p xmlns:a="http://schemas.openxmlformats.org/drawingml/2006/main">
            <a:r>
              <a:t/>
            </a:r>
          </a:p>
          <a:p xmlns:a="http://schemas.openxmlformats.org/drawingml/2006/main">
            <a:r>
              <a:t>Slide ID:</a:t>
            </a:r>
          </a:p>
          <a:p xmlns:a="http://schemas.openxmlformats.org/drawingml/2006/main">
            <a:r>
              <a:t/>
            </a:r>
          </a:p>
          <a:p xmlns:a="http://schemas.openxmlformats.org/drawingml/2006/main">
            <a:r>
              <a:t>S88</a:t>
            </a:r>
          </a:p>
          <a:p xmlns:a="http://schemas.openxmlformats.org/drawingml/2006/main">
            <a:r>
              <a:t/>
            </a:r>
          </a:p>
          <a:p xmlns:a="http://schemas.openxmlformats.org/drawingml/2006/main">
            <a:r>
              <a:t>Working Title:</a:t>
            </a:r>
          </a:p>
          <a:p xmlns:a="http://schemas.openxmlformats.org/drawingml/2006/main">
            <a:r>
              <a:t/>
            </a:r>
          </a:p>
          <a:p xmlns:a="http://schemas.openxmlformats.org/drawingml/2006/main">
            <a:r>
              <a:t>GPU 변경 뒤, 검증 조건을 다시 본다</a:t>
            </a:r>
          </a:p>
          <a:p xmlns:a="http://schemas.openxmlformats.org/drawingml/2006/main">
            <a:r>
              <a:t/>
            </a:r>
          </a:p>
          <a:p xmlns:a="http://schemas.openxmlformats.org/drawingml/2006/main">
            <a:r>
              <a:t>ACT / Section:</a:t>
            </a:r>
          </a:p>
          <a:p xmlns:a="http://schemas.openxmlformats.org/drawingml/2006/main">
            <a:r>
              <a:t/>
            </a:r>
          </a:p>
          <a:p xmlns:a="http://schemas.openxmlformats.org/drawingml/2006/main">
            <a:r>
              <a:t>ACT 4 / 4G  C++ VISION TRANSFER  /  4H DISCUSSION &amp; TRANSITION</a:t>
            </a:r>
          </a:p>
          <a:p xmlns:a="http://schemas.openxmlformats.org/drawingml/2006/main">
            <a:r>
              <a:t/>
            </a:r>
          </a:p>
          <a:p xmlns:a="http://schemas.openxmlformats.org/drawingml/2006/main">
            <a:r>
              <a:t>Allocated Time:</a:t>
            </a:r>
          </a:p>
          <a:p xmlns:a="http://schemas.openxmlformats.org/drawingml/2006/main">
            <a:r>
              <a:t/>
            </a:r>
          </a:p>
          <a:p xmlns:a="http://schemas.openxmlformats.org/drawingml/2006/main">
            <a:r>
              <a:t>20 minutes</a:t>
            </a:r>
          </a:p>
          <a:p xmlns:a="http://schemas.openxmlformats.org/drawingml/2006/main">
            <a:r>
              <a:t/>
            </a:r>
          </a:p>
          <a:p xmlns:a="http://schemas.openxmlformats.org/drawingml/2006/main">
            <a:r>
              <a:t>Mode Split:</a:t>
            </a:r>
          </a:p>
          <a:p xmlns:a="http://schemas.openxmlformats.org/drawingml/2006/main">
            <a:r>
              <a:t/>
            </a:r>
          </a:p>
          <a:p xmlns:a="http://schemas.openxmlformats.org/drawingml/2006/main">
            <a:r>
              <a:t>Case 7분 + Reflection 2분 + Q&amp;A 7분 + Transition 4분</a:t>
            </a:r>
          </a:p>
          <a:p xmlns:a="http://schemas.openxmlformats.org/drawingml/2006/main">
            <a:r>
              <a:t/>
            </a:r>
          </a:p>
          <a:p xmlns:a="http://schemas.openxmlformats.org/drawingml/2006/main">
            <a:r>
              <a:t>Primary Message:</a:t>
            </a:r>
          </a:p>
          <a:p xmlns:a="http://schemas.openxmlformats.org/drawingml/2006/main">
            <a:r>
              <a:t/>
            </a:r>
          </a:p>
          <a:p xmlns:a="http://schemas.openxmlformats.org/drawingml/2006/main">
            <a:r>
              <a:t>같은 검사 코드가 새 GPU에서 실행된다는 가정에서 기존 판단의 조건·측정 비교 조건·보존할 동작 명세를 다시 본다. 반복되는 점검은 원인과 근거를 확인한 뒤 관련 지침·검증 기준을 검토·갱신하고 재평가하는 질문으로 닫는다.</a:t>
            </a:r>
          </a:p>
          <a:p xmlns:a="http://schemas.openxmlformats.org/drawingml/2006/main">
            <a:r>
              <a:t/>
            </a:r>
          </a:p>
          <a:p xmlns:a="http://schemas.openxmlformats.org/drawingml/2006/main">
            <a:r>
              <a:t>Opening Question:</a:t>
            </a:r>
          </a:p>
          <a:p xmlns:a="http://schemas.openxmlformats.org/drawingml/2006/main">
            <a:r>
              <a:t/>
            </a:r>
          </a:p>
          <a:p xmlns:a="http://schemas.openxmlformats.org/drawingml/2006/main">
            <a:r>
              <a:t>“같은 검사 코드라도 GPU가 바뀌면 예전 검증 조건을 그대로 써도 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 Case) S87의 확인 과제를 업무의 검증 조건으로 가져온다. 같은 검사 코드가 새 GPU에서 실행된다는 한 가지 가정을 읽고 삽화의 장치·설정 표식을 짚는다. GPU 교체로 실제 오류나 성능 변화가 발생했다는 사건은 만들지 않는다.</a:t>
            </a:r>
          </a:p>
          <a:p xmlns:a="http://schemas.openxmlformats.org/drawingml/2006/main">
            <a:r>
              <a:t>2. (2:00–4:30 / Case) 왼쪽 입력·코드·장치 그림에서 오른쪽 기존 가정과 측정 조건 질문으로 이동한다. 예전 판단이 어떤 장치·조건에 맞았는지, 입력·빌드·측정 조건을 비교 가능하게 다시 확인해야 하는지 묻는다. 실제 환경 버전·Benchmark 수치·원인을 정하지 않는다.</a:t>
            </a:r>
          </a:p>
          <a:p xmlns:a="http://schemas.openxmlformats.org/drawingml/2006/main">
            <a:r>
              <a:t>3. (4:30–7:00 / Case) 출력 그림과 동작 명세 질문에서 장치가 달라도 지킬 출력·동작을 확인한다. 기록과 근거를 보고 필요한 지침·검증 기준을 검토하며, 변경이 필요했다면 Benchmark/Regression으로 다시 확인하는 패턴으로 연결한다. 검증 지침이 항상 원인이라는 정답은 없다.</a:t>
            </a:r>
          </a:p>
          <a:p xmlns:a="http://schemas.openxmlformats.org/drawingml/2006/main">
            <a:r>
              <a:t>4. (7:00–9:00 / Reflection) 하단 질문으로 자기 업무에서 반복해서 확인하는 조건 한 가지와 그 근거를 떠올리게 한다. 다음 작업에도 맞게 유지하려면 어떤 지침·검증 기준을 다시 볼지 생각하되 기록·답변·발표는 요구하지 않는다.</a:t>
            </a:r>
          </a:p>
          <a:p xmlns:a="http://schemas.openxmlformats.org/drawingml/2006/main">
            <a:r>
              <a:t>5. (9:00–16:00 / Q&amp;A) 질문을 받는다. 질문이 없으면 Fallback의 세 질문을 하나씩 골라 세 확인 대상 안에서 해설한다. 실제 회사 환경의 검증되지 않은 해결책·도구 설정을 단정하지 않는다.</a:t>
            </a:r>
          </a:p>
          <a:p xmlns:a="http://schemas.openxmlformats.org/drawingml/2006/main">
            <a:r>
              <a:t>6. (16:00–20:00 / Transition) 16분에 질문을 마감한다. 마지막 질문은 원인을 먼저 확인하고 필요한 출처·검증 기준을 검토한 뒤 결과를 다시 본다는 판단으로 닫는다. 16–18분에는 세 질문이 어떤 근거를 요구하는지, 18–19분에는 반복되는 점검을 유지할 위치·책임이 필요한지 회수한다. 19–20분에 ACT4를 마무리하고 S89에 전체 여정 회수를 넘긴다. 다섯 ACT의 여정을 여기서 미리 재강의하지 않는다.</a:t>
            </a:r>
          </a:p>
          <a:p xmlns:a="http://schemas.openxmlformats.org/drawingml/2006/main">
            <a:r>
              <a:t/>
            </a:r>
          </a:p>
          <a:p xmlns:a="http://schemas.openxmlformats.org/drawingml/2006/main">
            <a:r>
              <a:t>Evidence / Source:</a:t>
            </a:r>
          </a:p>
          <a:p xmlns:a="http://schemas.openxmlformats.org/drawingml/2006/main">
            <a:r>
              <a:t/>
            </a:r>
          </a:p>
          <a:p xmlns:a="http://schemas.openxmlformats.org/drawingml/2006/main">
            <a:r>
              <a:t>BEAT-059 / TRANS-012  ·  teaching transfer, not observed C++ incident 삽화 출처: prototype/image-illustration-pilot/assets/S72.png, built-in image_gen, 2026-10-18. 생성 프롬프트: prototype/image-illustration-pilot/PROMPTS.md. 실제 화면·현장 사진·관찰 자료가 아니다.; DEC-0081 (presentation/operation alignment).</a:t>
            </a:r>
          </a:p>
          <a:p xmlns:a="http://schemas.openxmlformats.org/drawingml/2006/main">
            <a:r>
              <a:t/>
            </a:r>
          </a:p>
          <a:p xmlns:a="http://schemas.openxmlformats.org/drawingml/2006/main">
            <a:r>
              <a:t>Claim Boundary:</a:t>
            </a:r>
          </a:p>
          <a:p xmlns:a="http://schemas.openxmlformats.org/drawingml/2006/main">
            <a:r>
              <a:t/>
            </a:r>
          </a:p>
          <a:p xmlns:a="http://schemas.openxmlformats.org/drawingml/2006/main">
            <a:r>
              <a:t>COURSE MODEL / C++ VISION TRANSFER. Toolchain, CUDA/GPU architecture, build/benchmark configuration은 hypothetical teaching context이며 실제 Demo history가 아니다. 구체적인 Windows/shell/IDE/hardware setup을 주장하지 않는다.</a:t>
            </a:r>
          </a:p>
          <a:p xmlns:a="http://schemas.openxmlformats.org/drawingml/2006/main">
            <a:r>
              <a:t/>
            </a:r>
          </a:p>
          <a:p xmlns:a="http://schemas.openxmlformats.org/drawingml/2006/main">
            <a:r>
              <a:t>Beginner Explanation:</a:t>
            </a:r>
          </a:p>
          <a:p xmlns:a="http://schemas.openxmlformats.org/drawingml/2006/main">
            <a:r>
              <a:t/>
            </a:r>
          </a:p>
          <a:p xmlns:a="http://schemas.openxmlformats.org/drawingml/2006/main">
            <a:r>
              <a:t>장치가 바뀌면 예전 검증 조건을 다시 확인하고, 반복해서 필요한 기준을 다음 작업에서도 찾을 수 있게 유지한다.</a:t>
            </a:r>
          </a:p>
          <a:p xmlns:a="http://schemas.openxmlformats.org/drawingml/2006/main">
            <a:r>
              <a:t/>
            </a:r>
          </a:p>
          <a:p xmlns:a="http://schemas.openxmlformats.org/drawingml/2006/main">
            <a:r>
              <a:t>Advanced Insight:</a:t>
            </a:r>
          </a:p>
          <a:p xmlns:a="http://schemas.openxmlformats.org/drawingml/2006/main">
            <a:r>
              <a:t/>
            </a:r>
          </a:p>
          <a:p xmlns:a="http://schemas.openxmlformats.org/drawingml/2006/main">
            <a:r>
              <a:t>프로젝트·실행 조건 변화에 따라 성능 비교 가정과 동작 명세·검증 절차의 유효성을 재검토하고 원인이 지지하는 출처만 갱신한다.</a:t>
            </a:r>
          </a:p>
          <a:p xmlns:a="http://schemas.openxmlformats.org/drawingml/2006/main">
            <a:r>
              <a:t/>
            </a:r>
          </a:p>
          <a:p xmlns:a="http://schemas.openxmlformats.org/drawingml/2006/main">
            <a:r>
              <a:t>C++ Vision Bridge:</a:t>
            </a:r>
          </a:p>
          <a:p xmlns:a="http://schemas.openxmlformats.org/drawingml/2006/main">
            <a:r>
              <a:t/>
            </a:r>
          </a:p>
          <a:p xmlns:a="http://schemas.openxmlformats.org/drawingml/2006/main">
            <a:r>
              <a:t>Primary bridge. 같은 검사 코드가 새 GPU에서 실행된다는 가정으로 기존 가정·측정 조건·동작 명세를 연결한다. GPU/도구 버전·실제 성능 변화·회사 사례는 만들지 않는다.</a:t>
            </a:r>
          </a:p>
          <a:p xmlns:a="http://schemas.openxmlformats.org/drawingml/2006/main">
            <a:r>
              <a:t/>
            </a:r>
          </a:p>
          <a:p xmlns:a="http://schemas.openxmlformats.org/drawingml/2006/main">
            <a:r>
              <a:t>Demo Operation:</a:t>
            </a:r>
          </a:p>
          <a:p xmlns:a="http://schemas.openxmlformats.org/drawingml/2006/main">
            <a:r>
              <a:t/>
            </a:r>
          </a:p>
          <a:p xmlns:a="http://schemas.openxmlformats.org/drawingml/2006/main">
            <a:r>
              <a:t>기존 AI 생성 삽화의 bytes/crop을 유지한 정적 화면이다. 입력→코드→장치→출력을 가리킨 뒤 오른쪽 세 질문, 마지막에 하단 지침·검증 기준 질문으로 이동한다. 황색 표식은 확인할 조건이며 확정 원인·실패 결과가 아니다. Native animation·Live 실행에 의존하지 않는다.</a:t>
            </a:r>
          </a:p>
          <a:p xmlns:a="http://schemas.openxmlformats.org/drawingml/2006/main">
            <a:r>
              <a:t/>
            </a:r>
          </a:p>
          <a:p xmlns:a="http://schemas.openxmlformats.org/drawingml/2006/main">
            <a:r>
              <a:t>Audience Interaction:</a:t>
            </a:r>
          </a:p>
          <a:p xmlns:a="http://schemas.openxmlformats.org/drawingml/2006/main">
            <a:r>
              <a:t/>
            </a:r>
          </a:p>
          <a:p xmlns:a="http://schemas.openxmlformats.org/drawingml/2006/main">
            <a:r>
              <a:t>7–9분은 마음속 성찰, 9–16분은 선택적 Q&amp;A다. 조건과 근거를 확인하는 질문으로 답하고 특정 도구 추가나 담당 배정을 정답으로 주지 않는다.</a:t>
            </a:r>
          </a:p>
          <a:p xmlns:a="http://schemas.openxmlformats.org/drawingml/2006/main">
            <a:r>
              <a:t/>
            </a:r>
          </a:p>
          <a:p xmlns:a="http://schemas.openxmlformats.org/drawingml/2006/main">
            <a:r>
              <a:t>Transition:</a:t>
            </a:r>
          </a:p>
          <a:p xmlns:a="http://schemas.openxmlformats.org/drawingml/2006/main">
            <a:r>
              <a:t/>
            </a:r>
          </a:p>
          <a:p xmlns:a="http://schemas.openxmlformats.org/drawingml/2006/main">
            <a:r>
              <a:t>“다음 작업에도 맞게 일하도록 근거를 확인하고 기준을 검토하는 것이 이번 ACT의 요점입니다. 이제 전체 교육에서 어떤 문제에 대응해 왔는지는 다음 장에서 한 번에 연결하겠습니다.” ACT5 S89으로 이동한다.</a:t>
            </a:r>
          </a:p>
          <a:p xmlns:a="http://schemas.openxmlformats.org/drawingml/2006/main">
            <a:r>
              <a:t/>
            </a:r>
          </a:p>
          <a:p xmlns:a="http://schemas.openxmlformats.org/drawingml/2006/main">
            <a:r>
              <a:t>Time Management:</a:t>
            </a:r>
          </a:p>
          <a:p xmlns:a="http://schemas.openxmlformats.org/drawingml/2006/main">
            <a:r>
              <a:t/>
            </a:r>
          </a:p>
          <a:p xmlns:a="http://schemas.openxmlformats.org/drawingml/2006/main">
            <a:r>
              <a:t>0–7 Case7분, 7–9 Reflection2분, 9–16 Q&amp;A7분, 16–20 Transition4분=20분. 16분 Cutoff: “이 질문은 여기까지 정리하고, 근거를 확인해 기준을 검토한다는 판단으로 마무리하겠습니다.” 마지막4분은 ACT4 적용 질문의 마무리이며 S89의 전체 여정을 반복하지 않는다. 실제20분 리허설은 UNVERIFIED다.</a:t>
            </a:r>
          </a:p>
          <a:p xmlns:a="http://schemas.openxmlformats.org/drawingml/2006/main">
            <a:r>
              <a:t/>
            </a:r>
          </a:p>
          <a:p xmlns:a="http://schemas.openxmlformats.org/drawingml/2006/main">
            <a:r>
              <a:t>Fallback:</a:t>
            </a:r>
          </a:p>
          <a:p xmlns:a="http://schemas.openxmlformats.org/drawingml/2006/main">
            <a:r>
              <a:t/>
            </a:r>
          </a:p>
          <a:p xmlns:a="http://schemas.openxmlformats.org/drawingml/2006/main">
            <a:r>
              <a:t>정적 PPT/PNG가 기본 경로다. Q&amp;A가 없으면 ①“GPU가 달라졌다는 것 외에 비교 전에 확인할 조건은 무엇일까요?” ②“장치가 달라도 지킬 출력·동작은 무엇일까요?” ③“반복되는 점검을 다음 작업에도 유지하려면 어떤 지침·검증 기준을 다시 볼까요?”를 순서대로 선택해 해설한다. 실제 원인·명령·성능 수치를 만들지 않는다. 파일은 production/preview/act4/S88.png 및 production/preview/full/S88.png다.</a:t>
            </a:r>
          </a:p>
          <a:p xmlns:a="http://schemas.openxmlformats.org/drawingml/2006/main">
            <a:r>
              <a:t/>
            </a:r>
          </a:p>
          <a:p xmlns:a="http://schemas.openxmlformats.org/drawingml/2006/main">
            <a:r>
              <a:t>Validation Status:</a:t>
            </a:r>
          </a:p>
          <a:p xmlns:a="http://schemas.openxmlformats.org/drawingml/2006/main">
            <a:r>
              <a:t/>
            </a:r>
          </a:p>
          <a:p xmlns:a="http://schemas.openxmlformats.org/drawingml/2006/main">
            <a:r>
              <a:t>ALIGNED — DEC-0081의 기존 시간/Mode·19필드·화면/운영 역할을 정렬했다. 최종 렌더와 패키지 검토는 production/evaluation/ACT_4_FLOW_REVISION.md에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S89 — 문제에 맞춰, 일하는 방식을 넓혔다</a:t>
            </a:r>
          </a:p>
          <a:p xmlns:a="http://schemas.openxmlformats.org/drawingml/2006/main">
            <a:r>
              <a:t/>
            </a:r>
          </a:p>
          <a:p xmlns:a="http://schemas.openxmlformats.org/drawingml/2006/main">
            <a:r>
              <a:t>**Slide ID:**</a:t>
            </a:r>
          </a:p>
          <a:p xmlns:a="http://schemas.openxmlformats.org/drawingml/2006/main">
            <a:r>
              <a:t>S89</a:t>
            </a:r>
          </a:p>
          <a:p xmlns:a="http://schemas.openxmlformats.org/drawingml/2006/main">
            <a:r>
              <a:t/>
            </a:r>
          </a:p>
          <a:p xmlns:a="http://schemas.openxmlformats.org/drawingml/2006/main">
            <a:r>
              <a:t>**Working Title:**</a:t>
            </a:r>
          </a:p>
          <a:p xmlns:a="http://schemas.openxmlformats.org/drawingml/2006/main">
            <a:r>
              <a:t>문제에 맞춰, 일하는 방식을 넓혔다</a:t>
            </a:r>
          </a:p>
          <a:p xmlns:a="http://schemas.openxmlformats.org/drawingml/2006/main">
            <a:r>
              <a:t/>
            </a:r>
          </a:p>
          <a:p xmlns:a="http://schemas.openxmlformats.org/drawingml/2006/main">
            <a:r>
              <a:t>**ACT / Section:**</a:t>
            </a:r>
          </a:p>
          <a:p xmlns:a="http://schemas.openxmlformats.org/drawingml/2006/main">
            <a:r>
              <a:t>ACT 5 / 5A  FULL STORY RECAP</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4분</a:t>
            </a:r>
          </a:p>
          <a:p xmlns:a="http://schemas.openxmlformats.org/drawingml/2006/main">
            <a:r>
              <a:t/>
            </a:r>
          </a:p>
          <a:p xmlns:a="http://schemas.openxmlformats.org/drawingml/2006/main">
            <a:r>
              <a:t>**Primary Message:**</a:t>
            </a:r>
          </a:p>
          <a:p xmlns:a="http://schemas.openxmlformats.org/drawingml/2006/main">
            <a:r>
              <a:t>답을 구하던 출발점에서 요청의 모호함, 프로젝트 설명 반복, 수행 절차 반복, 조건 변화에 대응하며 Prompt·Context·Harness·Loop를 필요에 따라 더했다. 앞의 방식이 사라지는 필수 성숙도 순서가 아니다.</a:t>
            </a:r>
          </a:p>
          <a:p xmlns:a="http://schemas.openxmlformats.org/drawingml/2006/main">
            <a:r>
              <a:t/>
            </a:r>
          </a:p>
          <a:p xmlns:a="http://schemas.openxmlformats.org/drawingml/2006/main">
            <a:r>
              <a:t>**Opening Question:**</a:t>
            </a:r>
          </a:p>
          <a:p xmlns:a="http://schemas.openxmlformats.org/drawingml/2006/main">
            <a:r>
              <a:t>“어떤 문제 때문에 다음 대응이 필요했을까요?”</a:t>
            </a:r>
          </a:p>
          <a:p xmlns:a="http://schemas.openxmlformats.org/drawingml/2006/main">
            <a:r>
              <a:t/>
            </a:r>
          </a:p>
          <a:p xmlns:a="http://schemas.openxmlformats.org/drawingml/2006/main">
            <a:r>
              <a:t>**Speaker Flow:**</a:t>
            </a:r>
          </a:p>
          <a:p xmlns:a="http://schemas.openxmlformats.org/drawingml/2006/main">
            <a:r>
              <a:t>1. (0:00–0:30 / Lecture) S88가 닫은 검증 조건·유지 판단에서 전체 여정으로 시야를 넓힌다. 이번 장은 학습자 수준 평가나 새 성찰 시간이 아니라 문제와 대응의 회수다.</a:t>
            </a:r>
          </a:p>
          <a:p xmlns:a="http://schemas.openxmlformats.org/drawingml/2006/main">
            <a:r>
              <a:t>2. (0:30–2:45 / Lecture) 다섯 열을 왼쪽부터 읽는다. Chatbot은 답을 구하던 출발점, 요청이 모호하면 이번 작업 구체화, 설명을 반복하면 프로젝트 지식 출처, 절차를 반복하면 일하는 환경, 조건이 달라지면 근거를 확인한 시스템 개선이다. 이미 다룬 문제만 한 문장씩 회수한다.</a:t>
            </a:r>
          </a:p>
          <a:p xmlns:a="http://schemas.openxmlformats.org/drawingml/2006/main">
            <a:r>
              <a:t>3. (2:45–4:00 / Lecture) 필요한 대응이 더해졌고 모든 프로젝트가 같은 순서로 이동하거나 모든 구성요소를 도입할 필요는 없다고 한정한다. 다음 S90은 이 전체 모델 가운데 실제 Product 이력만 별도로 회수한다.</a:t>
            </a:r>
          </a:p>
          <a:p xmlns:a="http://schemas.openxmlformats.org/drawingml/2006/main">
            <a:r>
              <a:t/>
            </a:r>
          </a:p>
          <a:p xmlns:a="http://schemas.openxmlformats.org/drawingml/2006/main">
            <a:r>
              <a:t>**Evidence / Source:**</a:t>
            </a:r>
          </a:p>
          <a:p xmlns:a="http://schemas.openxmlformats.org/drawingml/2006/main">
            <a:r>
              <a:t>TEACHING_MODEL · BEAT-060 · 앞선 ACT의 Story callback. 새 Demo는 실행하지 않는다.</a:t>
            </a:r>
          </a:p>
          <a:p xmlns:a="http://schemas.openxmlformats.org/drawingml/2006/main">
            <a:r>
              <a:t/>
            </a:r>
          </a:p>
          <a:p xmlns:a="http://schemas.openxmlformats.org/drawingml/2006/main">
            <a:r>
              <a:t>**Claim Boundary:**</a:t>
            </a:r>
          </a:p>
          <a:p xmlns:a="http://schemas.openxmlformats.org/drawingml/2006/main">
            <a:r>
              <a:t>이 교육의 문제-driven 진화 모델이다. 각 단계는 앞 단계를 대체하거나 모든 개발자가 같은 maturity 순서로 이동해야 한다는 뜻이 아니다.</a:t>
            </a:r>
          </a:p>
          <a:p xmlns:a="http://schemas.openxmlformats.org/drawingml/2006/main">
            <a:r>
              <a:t/>
            </a:r>
          </a:p>
          <a:p xmlns:a="http://schemas.openxmlformats.org/drawingml/2006/main">
            <a:r>
              <a:t>**Beginner Explanation:**</a:t>
            </a:r>
          </a:p>
          <a:p xmlns:a="http://schemas.openxmlformats.org/drawingml/2006/main">
            <a:r>
              <a:t>외워야 할 단계보다, 지금 겪는 문제가 어떤 대응을 필요하게 하는지 본다.</a:t>
            </a:r>
          </a:p>
          <a:p xmlns:a="http://schemas.openxmlformats.org/drawingml/2006/main">
            <a:r>
              <a:t/>
            </a:r>
          </a:p>
          <a:p xmlns:a="http://schemas.openxmlformats.org/drawingml/2006/main">
            <a:r>
              <a:t>**Advanced Insight:**</a:t>
            </a:r>
          </a:p>
          <a:p xmlns:a="http://schemas.openxmlformats.org/drawingml/2006/main">
            <a:r>
              <a:t>문제 범위에 맞춘 대응과 고정된 기능 성숙도 평가를 구분한다.</a:t>
            </a:r>
          </a:p>
          <a:p xmlns:a="http://schemas.openxmlformats.org/drawingml/2006/main">
            <a:r>
              <a:t/>
            </a:r>
          </a:p>
          <a:p xmlns:a="http://schemas.openxmlformats.org/drawingml/2006/main">
            <a:r>
              <a:t>**C++ Vision Bridge:**</a:t>
            </a:r>
          </a:p>
          <a:p xmlns:a="http://schemas.openxmlformats.org/drawingml/2006/main">
            <a:r>
              <a:t>기존 Vision 사례를 선택적으로 회상할 수 있다. 새 C++ 기술 사례는 추가하지 않는다.</a:t>
            </a:r>
          </a:p>
          <a:p xmlns:a="http://schemas.openxmlformats.org/drawingml/2006/main">
            <a:r>
              <a:t/>
            </a:r>
          </a:p>
          <a:p xmlns:a="http://schemas.openxmlformats.org/drawingml/2006/main">
            <a:r>
              <a:t>**Demo Operation:**</a:t>
            </a:r>
          </a:p>
          <a:p xmlns:a="http://schemas.openxmlformats.org/drawingml/2006/main">
            <a:r>
              <a:t>위의 문제 단서→가운데 다섯 방식→아래 행동을 열별로 읽는다. 화살표는 교육 Story의 진행이며 강제 도입 순서·측정된 인과 관계가 아니다. 새 Demo나 State를 추가하지 않는다.</a:t>
            </a:r>
          </a:p>
          <a:p xmlns:a="http://schemas.openxmlformats.org/drawingml/2006/main">
            <a:r>
              <a:t/>
            </a:r>
          </a:p>
          <a:p xmlns:a="http://schemas.openxmlformats.org/drawingml/2006/main">
            <a:r>
              <a:t>**Audience Interaction:**</a:t>
            </a:r>
          </a:p>
          <a:p xmlns:a="http://schemas.openxmlformats.org/drawingml/2006/main">
            <a:r>
              <a:t>앞선 사례를 회상하게 하되 현재 수준 발표·투표·응답은 요구하지 않는다. 다음 행동의 개인 선택은 S97/S98에 남긴다.</a:t>
            </a:r>
          </a:p>
          <a:p xmlns:a="http://schemas.openxmlformats.org/drawingml/2006/main">
            <a:r>
              <a:t/>
            </a:r>
          </a:p>
          <a:p xmlns:a="http://schemas.openxmlformats.org/drawingml/2006/main">
            <a:r>
              <a:t>**Transition:**</a:t>
            </a:r>
          </a:p>
          <a:p xmlns:a="http://schemas.openxmlformats.org/drawingml/2006/main">
            <a:r>
              <a:t>“전체 교육 모델 중, 제품 저장소에서 실제로 확인한 변화만 다시 보겠습니다.”</a:t>
            </a:r>
          </a:p>
          <a:p xmlns:a="http://schemas.openxmlformats.org/drawingml/2006/main">
            <a:r>
              <a:t/>
            </a:r>
          </a:p>
          <a:p xmlns:a="http://schemas.openxmlformats.org/drawingml/2006/main">
            <a:r>
              <a:t>**Time Management:**</a:t>
            </a:r>
          </a:p>
          <a:p xmlns:a="http://schemas.openxmlformats.org/drawingml/2006/main">
            <a:r>
              <a:t>Lecture4분. 다섯 문제·대응을 짧게 회수하고 각 ACT를 다시 강의하지 않는다. State 이력·구성 선택·책임·다음 행동은 뒤 장에 남긴다.</a:t>
            </a:r>
          </a:p>
          <a:p xmlns:a="http://schemas.openxmlformats.org/drawingml/2006/main">
            <a:r>
              <a:t/>
            </a:r>
          </a:p>
          <a:p xmlns:a="http://schemas.openxmlformats.org/drawingml/2006/main">
            <a:r>
              <a:t>**Fallback:**</a:t>
            </a:r>
          </a:p>
          <a:p xmlns:a="http://schemas.openxmlformats.org/drawingml/2006/main">
            <a:r>
              <a:t>LOCAL STATIC ARTIFACT — production/ACT_5.pptx의 S89와 production/preview/act5/S89.png를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S90 — 실제 Demo는 문제에 맞춰 바뀌었다</a:t>
            </a:r>
          </a:p>
          <a:p xmlns:a="http://schemas.openxmlformats.org/drawingml/2006/main">
            <a:r>
              <a:t/>
            </a:r>
          </a:p>
          <a:p xmlns:a="http://schemas.openxmlformats.org/drawingml/2006/main">
            <a:r>
              <a:t>**Slide ID:**</a:t>
            </a:r>
          </a:p>
          <a:p xmlns:a="http://schemas.openxmlformats.org/drawingml/2006/main">
            <a:r>
              <a:t>S90</a:t>
            </a:r>
          </a:p>
          <a:p xmlns:a="http://schemas.openxmlformats.org/drawingml/2006/main">
            <a:r>
              <a:t/>
            </a:r>
          </a:p>
          <a:p xmlns:a="http://schemas.openxmlformats.org/drawingml/2006/main">
            <a:r>
              <a:t>**Working Title:**</a:t>
            </a:r>
          </a:p>
          <a:p xmlns:a="http://schemas.openxmlformats.org/drawingml/2006/main">
            <a:r>
              <a:t>실제 Demo는 문제에 맞춰 바뀌었다</a:t>
            </a:r>
          </a:p>
          <a:p xmlns:a="http://schemas.openxmlformats.org/drawingml/2006/main">
            <a:r>
              <a:t/>
            </a:r>
          </a:p>
          <a:p xmlns:a="http://schemas.openxmlformats.org/drawingml/2006/main">
            <a:r>
              <a:t>**ACT / Section:**</a:t>
            </a:r>
          </a:p>
          <a:p xmlns:a="http://schemas.openxmlformats.org/drawingml/2006/main">
            <a:r>
              <a:t>ACT 5 / 5A  PRIMARY DEMO EVOLUTION</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1분 + Demo 2분 (VISUAL)</a:t>
            </a:r>
          </a:p>
          <a:p xmlns:a="http://schemas.openxmlformats.org/drawingml/2006/main">
            <a:r>
              <a:t/>
            </a:r>
          </a:p>
          <a:p xmlns:a="http://schemas.openxmlformats.org/drawingml/2006/main">
            <a:r>
              <a:t>**Primary Message:**</a:t>
            </a:r>
          </a:p>
          <a:p xmlns:a="http://schemas.openxmlformats.org/drawingml/2006/main">
            <a:r>
              <a:t>실제 제품 변경을 crop 경계 수정, 프로젝트 지침·상세 문서 정리, 재사용 Skill·검증의 세 시간순 묶음으로 회고한다. 일곱 Git State는 모두 유지하며 Loop의 가상 사례·실제 제작 기록은 Product 이력에 합치지 않는다.</a:t>
            </a:r>
          </a:p>
          <a:p xmlns:a="http://schemas.openxmlformats.org/drawingml/2006/main">
            <a:r>
              <a:t/>
            </a:r>
          </a:p>
          <a:p xmlns:a="http://schemas.openxmlformats.org/drawingml/2006/main">
            <a:r>
              <a:t>**Opening Question:**</a:t>
            </a:r>
          </a:p>
          <a:p xmlns:a="http://schemas.openxmlformats.org/drawingml/2006/main">
            <a:r>
              <a:t>“실제 Demo 제품은 어떤 문제에 대응해 바뀌었을까요?”</a:t>
            </a:r>
          </a:p>
          <a:p xmlns:a="http://schemas.openxmlformats.org/drawingml/2006/main">
            <a:r>
              <a:t/>
            </a:r>
          </a:p>
          <a:p xmlns:a="http://schemas.openxmlformats.org/drawingml/2006/main">
            <a:r>
              <a:t>**Speaker Flow:**</a:t>
            </a:r>
          </a:p>
          <a:p xmlns:a="http://schemas.openxmlformats.org/drawingml/2006/main">
            <a:r>
              <a:t>1. (0:00–1:00 / Lecture) 상단의 제품 저장소에서 확인한 변화만이라는 범위를 읽는다. 왼쪽 문제와 오른쪽 변경을 위에서 아래로 세 묶음으로 연결한다. 세 묶음은 새 Git State가 아니라 일곱 기존 State를 읽기 쉽게 모은 설명이다.</a:t>
            </a:r>
          </a:p>
          <a:p xmlns:a="http://schemas.openxmlformats.org/drawingml/2006/main">
            <a:r>
              <a:t>2. (1:00–2:30 / VISUAL Demo) 첫째 crop 경계 오류를 끝 좌표 제외 명세에 맞게 고쳤다(STATE-00→STATE-00-FIXED, TRIAL-002/S21). 둘째 지침의 반복·증가를 기본 안내와 상세 문서로 정리했다(STATE-01→STATE-02→STATE-03, TRIAL-003/004/005A/B 및 S46). 셋째 반복 절차를 Skill로 재사용하고 밝기 통계 제품 변경을 검증했다(STATE-04→STATE-04-PERF, TRIAL-008/S61). 각 변화와 문제의 연결만 회수하고 수치·전체 코드·개별 Trial을 다시 읽지 않는다.</a:t>
            </a:r>
          </a:p>
          <a:p xmlns:a="http://schemas.openxmlformats.org/drawingml/2006/main">
            <a:r>
              <a:t>3. (2:30–3:00 / VISUAL Demo) Product endpoint는 STATE-04-PERF다. Loop는 앞 ACT에서 분리한 가상 지침 사례와 실제 교육 제작의 평가·보고 기록에서 보았다. 새 Product State나 성공한 Product Loop를 덧붙이지 않는다.</a:t>
            </a:r>
          </a:p>
          <a:p xmlns:a="http://schemas.openxmlformats.org/drawingml/2006/main">
            <a:r>
              <a:t/>
            </a:r>
          </a:p>
          <a:p xmlns:a="http://schemas.openxmlformats.org/drawingml/2006/main">
            <a:r>
              <a:t>**Evidence / Source:**</a:t>
            </a:r>
          </a:p>
          <a:p xmlns:a="http://schemas.openxmlformats.org/drawingml/2006/main">
            <a:r>
              <a:t>OBSERVED_PRODUCT · DEMO-12 · ai-dev-training-demo의 named Git State/tag 이력. 전체 순서는 STATE-00→STATE-00-FIXED→STATE-01→STATE-02→STATE-03→STATE-04→STATE-04-PERF다. crop 수정은 TRIAL-002/S21, 지침·문서 재구성은 TRIAL-003/004/005A/B 및 S46, Skill과 제품 성능 검증은 TRIAL-008·STATE-04-PERF/S61에 연결한다. 화면은 기록을 요약한 Native 도식이며 실행 Screenshot이 아니다.</a:t>
            </a:r>
          </a:p>
          <a:p xmlns:a="http://schemas.openxmlformats.org/drawingml/2006/main">
            <a:r>
              <a:t>이전 화면의 세 발표자료 발췌는 가독성 때문에 현재 화면에서 내렸다. 원본·provenance는 assets/slide-illustrations/recap/S16-source.png, S32-source.png, S47-source.png 및 ASSET_MANIFEST.json에 보존한다. 최초80장판 파일명이며 현재 대응은 S21/S46/S61다. 해당 그림은 원본 실행 화면이 아닌 당시 발표자료 발췌였다.</a:t>
            </a:r>
          </a:p>
          <a:p xmlns:a="http://schemas.openxmlformats.org/drawingml/2006/main">
            <a:r>
              <a:t/>
            </a:r>
          </a:p>
          <a:p xmlns:a="http://schemas.openxmlformats.org/drawingml/2006/main">
            <a:r>
              <a:t>**Claim Boundary:**</a:t>
            </a:r>
          </a:p>
          <a:p xmlns:a="http://schemas.openxmlformats.org/drawingml/2006/main">
            <a:r>
              <a:t>기록된 State와 Demo evidence 범위에 한정한다. Benchmark preparation commits는 supporting history이며 별도 State가 아니다. Subagent, Memory, stale Harness 또는 Loop를 Product State로 표시하지 않는다. 화면의 세 묶음은 기존 일곱 State의 시간순 요약이며 새 State·실행 캡처가 아니다. Routing 우월성·토큰 절감을 주장하지 않고 성능은 tracemalloc 피크와 해당 코드·입력·환경의 결과로 한정하며 RSS·Harness 단독 인과성으로 확대하지 않는다. 이전 세 발췌의 원본·provenance는 보존한다.</a:t>
            </a:r>
          </a:p>
          <a:p xmlns:a="http://schemas.openxmlformats.org/drawingml/2006/main">
            <a:r>
              <a:t/>
            </a:r>
          </a:p>
          <a:p xmlns:a="http://schemas.openxmlformats.org/drawingml/2006/main">
            <a:r>
              <a:t>**Beginner Explanation:**</a:t>
            </a:r>
          </a:p>
          <a:p xmlns:a="http://schemas.openxmlformats.org/drawingml/2006/main">
            <a:r>
              <a:t>내부 State 이름을 외우지 않고, 실제 문제가 생겨 무엇을 바꿨는지 세 묶음으로 본다.</a:t>
            </a:r>
          </a:p>
          <a:p xmlns:a="http://schemas.openxmlformats.org/drawingml/2006/main">
            <a:r>
              <a:t/>
            </a:r>
          </a:p>
          <a:p xmlns:a="http://schemas.openxmlformats.org/drawingml/2006/main">
            <a:r>
              <a:t>**Advanced Insight:**</a:t>
            </a:r>
          </a:p>
          <a:p xmlns:a="http://schemas.openxmlformats.org/drawingml/2006/main">
            <a:r>
              <a:t>제품 변경 이력과 교육 모델·가상 사례·실제 Meta 이력의 범위를 나누고 bounded Product endpoint를 유지한다.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DEMO-12 · VISUAL2분. 왼쪽 문제→오른쪽 실제 변경을 세 행 위에서 아래로 읽는다. 각 행 아래 작은 글자는 실제 State 순서의 추적 식별자다. 새 실행·추가 State·가상 복구를 넣지 않는다. 이전 작은 PNG 발췌는 현재 화면에 없으므로 그림·코드·성능 수치를 가리키는 Cue를 사용하지 않는다.</a:t>
            </a:r>
          </a:p>
          <a:p xmlns:a="http://schemas.openxmlformats.org/drawingml/2006/main">
            <a:r>
              <a:t/>
            </a:r>
          </a:p>
          <a:p xmlns:a="http://schemas.openxmlformats.org/drawingml/2006/main">
            <a:r>
              <a:t>**Audience Interaction:**</a:t>
            </a:r>
          </a:p>
          <a:p xmlns:a="http://schemas.openxmlformats.org/drawingml/2006/main">
            <a:r>
              <a:t>실제 변경을 문제와 대응으로 함께 회상한다. State ID를 읽거나 성숙도 점수를 답하게 하지 않는다.</a:t>
            </a:r>
          </a:p>
          <a:p xmlns:a="http://schemas.openxmlformats.org/drawingml/2006/main">
            <a:r>
              <a:t/>
            </a:r>
          </a:p>
          <a:p xmlns:a="http://schemas.openxmlformats.org/drawingml/2006/main">
            <a:r>
              <a:t>**Transition:**</a:t>
            </a:r>
          </a:p>
          <a:p xmlns:a="http://schemas.openxmlformats.org/drawingml/2006/main">
            <a:r>
              <a:t>“이 실제 작업에서 Subagent와 Memory는 왜 추가하지 않았을까요?”</a:t>
            </a:r>
          </a:p>
          <a:p xmlns:a="http://schemas.openxmlformats.org/drawingml/2006/main">
            <a:r>
              <a:t/>
            </a:r>
          </a:p>
          <a:p xmlns:a="http://schemas.openxmlformats.org/drawingml/2006/main">
            <a:r>
              <a:t>**Time Management:**</a:t>
            </a:r>
          </a:p>
          <a:p xmlns:a="http://schemas.openxmlformats.org/drawingml/2006/main">
            <a:r>
              <a:t>Lecture1분+VISUAL Demo2분=3분. 세 묶음은 새 학습 단계를 뜻하지 않는다. Loop 사례를 다시 열지 않고 제품 이력과 구별하는 한 문장만 남긴다.</a:t>
            </a:r>
          </a:p>
          <a:p xmlns:a="http://schemas.openxmlformats.org/drawingml/2006/main">
            <a:r>
              <a:t/>
            </a:r>
          </a:p>
          <a:p xmlns:a="http://schemas.openxmlformats.org/drawingml/2006/main">
            <a:r>
              <a:t>**Fallback:**</a:t>
            </a:r>
          </a:p>
          <a:p xmlns:a="http://schemas.openxmlformats.org/drawingml/2006/main">
            <a:r>
              <a:t>LOCAL STATIC ARTIFACT — production/ACT_5.pptx의 S90와 production/preview/act5/S90.png를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S91 — 이번 문제에 필요한 구성만 선택했다</a:t>
            </a:r>
          </a:p>
          <a:p xmlns:a="http://schemas.openxmlformats.org/drawingml/2006/main">
            <a:r>
              <a:t/>
            </a:r>
          </a:p>
          <a:p xmlns:a="http://schemas.openxmlformats.org/drawingml/2006/main">
            <a:r>
              <a:t>**Slide ID:**</a:t>
            </a:r>
          </a:p>
          <a:p xmlns:a="http://schemas.openxmlformats.org/drawingml/2006/main">
            <a:r>
              <a:t>S91</a:t>
            </a:r>
          </a:p>
          <a:p xmlns:a="http://schemas.openxmlformats.org/drawingml/2006/main">
            <a:r>
              <a:t/>
            </a:r>
          </a:p>
          <a:p xmlns:a="http://schemas.openxmlformats.org/drawingml/2006/main">
            <a:r>
              <a:t>**Working Title:**</a:t>
            </a:r>
          </a:p>
          <a:p xmlns:a="http://schemas.openxmlformats.org/drawingml/2006/main">
            <a:r>
              <a:t>이번 문제에 필요한 구성만 선택했다</a:t>
            </a:r>
          </a:p>
          <a:p xmlns:a="http://schemas.openxmlformats.org/drawingml/2006/main">
            <a:r>
              <a:t/>
            </a:r>
          </a:p>
          <a:p xmlns:a="http://schemas.openxmlformats.org/drawingml/2006/main">
            <a:r>
              <a:t>**ACT / Section:**</a:t>
            </a:r>
          </a:p>
          <a:p xmlns:a="http://schemas.openxmlformats.org/drawingml/2006/main">
            <a:r>
              <a:t>ACT 5 / 5A  MINIMUM EFFECTIVE HARNESS CALLBACK</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현재 제품 작업은 Task Prompt·Context/routing·재사용 Skill·검증 도구를 썼다. 같은 코드의 의존 작업과 기존 지식 출처를 감사해 Subagent·별도 Memory를 보류했다. 이 선택은 비교 실험으로 우월성을 입증한 결과가 아니다.</a:t>
            </a:r>
          </a:p>
          <a:p xmlns:a="http://schemas.openxmlformats.org/drawingml/2006/main">
            <a:r>
              <a:t/>
            </a:r>
          </a:p>
          <a:p xmlns:a="http://schemas.openxmlformats.org/drawingml/2006/main">
            <a:r>
              <a:t>**Opening Question:**</a:t>
            </a:r>
          </a:p>
          <a:p xmlns:a="http://schemas.openxmlformats.org/drawingml/2006/main">
            <a:r>
              <a:t>“이 작업에서 각 구성요소가 필요했던 이유는 무엇일까요?”</a:t>
            </a:r>
          </a:p>
          <a:p xmlns:a="http://schemas.openxmlformats.org/drawingml/2006/main">
            <a:r>
              <a:t/>
            </a:r>
          </a:p>
          <a:p xmlns:a="http://schemas.openxmlformats.org/drawingml/2006/main">
            <a:r>
              <a:t>**Speaker Flow:**</a:t>
            </a:r>
          </a:p>
          <a:p xmlns:a="http://schemas.openxmlformats.org/drawingml/2006/main">
            <a:r>
              <a:t>1. (0:00–0:30 / Lecture) S90의 실제 이력을 이어 받아 왼쪽 사용한 구성은 짧게만 회수한다. Task Prompt, Context와 Routing, 재사용 Skill, 테스트와 Benchmark다.</a:t>
            </a:r>
          </a:p>
          <a:p xmlns:a="http://schemas.openxmlformats.org/drawingml/2006/main">
            <a:r>
              <a:t>2. (0:30–1:20 / Lecture) 오른쪽 보류 이유를 읽는다. 밝기 통계의 조사→변경→검증은 같은 코드·출력 명세에 의존했고, 필요한 지식은 코드·문서·Skill·Trial 기록에 이미 있었다. DEC-0018과 기존 출처 감사의 당시 판단을 회수하며 Subagent/Memory 강의를 다시 열지 않는다.</a:t>
            </a:r>
          </a:p>
          <a:p xmlns:a="http://schemas.openxmlformats.org/drawingml/2006/main">
            <a:r>
              <a:t>3. (1:20–2:00 / Lecture) 현재 문제가 필요로 하는 만큼 설계한다는 기준을 남긴다. 미사용 자체가 더 빠르거나 정확하다는 측정 결과는 없다. 필요한 구성 선택 다음에도 결과의 수용 판단은 남는다고 S92로 넘긴다.</a:t>
            </a:r>
          </a:p>
          <a:p xmlns:a="http://schemas.openxmlformats.org/drawingml/2006/main">
            <a:r>
              <a:t/>
            </a:r>
          </a:p>
          <a:p xmlns:a="http://schemas.openxmlformats.org/drawingml/2006/main">
            <a:r>
              <a:t>**Evidence / Source:**</a:t>
            </a:r>
          </a:p>
          <a:p xmlns:a="http://schemas.openxmlformats.org/drawingml/2006/main">
            <a:r>
              <a:t>OBSERVED_PRODUCT / TEACHING_MODEL · STATE-04-PERF와 DEC-0018. 사용한 요소: task Prompt, Project Context/routing, reusable Skill/workflow, Tests와 benchmark. 이번 bounded task에서 Subagent와 Memory는 사용되지 않았다.</a:t>
            </a:r>
          </a:p>
          <a:p xmlns:a="http://schemas.openxmlformats.org/drawingml/2006/main">
            <a:r>
              <a:t/>
            </a:r>
          </a:p>
          <a:p xmlns:a="http://schemas.openxmlformats.org/drawingml/2006/main">
            <a:r>
              <a:t>**Claim Boundary:**</a:t>
            </a:r>
          </a:p>
          <a:p xmlns:a="http://schemas.openxmlformats.org/drawingml/2006/main">
            <a:r>
              <a:t>이 Demo의 bounded 작업과 이 교육의 프로젝트별 heuristic이다. 모든 Project에 Subagent/Memory가 불필요하거나 적게 쓰는 것이 항상 낫다는 뜻이 아니다.</a:t>
            </a:r>
          </a:p>
          <a:p xmlns:a="http://schemas.openxmlformats.org/drawingml/2006/main">
            <a:r>
              <a:t/>
            </a:r>
          </a:p>
          <a:p xmlns:a="http://schemas.openxmlformats.org/drawingml/2006/main">
            <a:r>
              <a:t>**Beginner Explanation:**</a:t>
            </a:r>
          </a:p>
          <a:p xmlns:a="http://schemas.openxmlformats.org/drawingml/2006/main">
            <a:r>
              <a:t>도구 이름보다 지금 그 도구가 어떤 문제를 해결하는지 먼저 묻는다.</a:t>
            </a:r>
          </a:p>
          <a:p xmlns:a="http://schemas.openxmlformats.org/drawingml/2006/main">
            <a:r>
              <a:t/>
            </a:r>
          </a:p>
          <a:p xmlns:a="http://schemas.openxmlformats.org/drawingml/2006/main">
            <a:r>
              <a:t>**Advanced Insight:**</a:t>
            </a:r>
          </a:p>
          <a:p xmlns:a="http://schemas.openxmlformats.org/drawingml/2006/main">
            <a:r>
              <a:t>역할 간 의존성과 지식 원출처를 보고 구성 추가의 필요성을 평가한다. 실험하지 않은 대안의 효과를 단정하지 않는다.</a:t>
            </a:r>
          </a:p>
          <a:p xmlns:a="http://schemas.openxmlformats.org/drawingml/2006/main">
            <a:r>
              <a:t/>
            </a:r>
          </a:p>
          <a:p xmlns:a="http://schemas.openxmlformats.org/drawingml/2006/main">
            <a:r>
              <a:t>**C++ Vision Bridge:**</a:t>
            </a:r>
          </a:p>
          <a:p xmlns:a="http://schemas.openxmlformats.org/drawingml/2006/main">
            <a:r>
              <a:t>자신의 Repository에서도 같은 정당화 질문을 적용할 수 있다. 새 C++ 절차는 추가하지 않는다.</a:t>
            </a:r>
          </a:p>
          <a:p xmlns:a="http://schemas.openxmlformats.org/drawingml/2006/main">
            <a:r>
              <a:t/>
            </a:r>
          </a:p>
          <a:p xmlns:a="http://schemas.openxmlformats.org/drawingml/2006/main">
            <a:r>
              <a:t>**Demo Operation:**</a:t>
            </a:r>
          </a:p>
          <a:p xmlns:a="http://schemas.openxmlformats.org/drawingml/2006/main">
            <a:r>
              <a:t>왼쪽은 사용한 구성 목록, 오른쪽은 두 보류 판단과 각각의 이유다. 실제 Subagent 실행·Memory 저장·비교 실험이 없다. 코드→문서→Skill→기록은 S65에서 이미 본 출처다.</a:t>
            </a:r>
          </a:p>
          <a:p xmlns:a="http://schemas.openxmlformats.org/drawingml/2006/main">
            <a:r>
              <a:t/>
            </a:r>
          </a:p>
          <a:p xmlns:a="http://schemas.openxmlformats.org/drawingml/2006/main">
            <a:r>
              <a:t>**Audience Interaction:**</a:t>
            </a:r>
          </a:p>
          <a:p xmlns:a="http://schemas.openxmlformats.org/drawingml/2006/main">
            <a:r>
              <a:t>기능 도입 여부를 투표하지 않고, 보류한 구성에도 이유가 있다는 점을 확인한다.</a:t>
            </a:r>
          </a:p>
          <a:p xmlns:a="http://schemas.openxmlformats.org/drawingml/2006/main">
            <a:r>
              <a:t/>
            </a:r>
          </a:p>
          <a:p xmlns:a="http://schemas.openxmlformats.org/drawingml/2006/main">
            <a:r>
              <a:t>**Transition:**</a:t>
            </a:r>
          </a:p>
          <a:p xmlns:a="http://schemas.openxmlformats.org/drawingml/2006/main">
            <a:r>
              <a:t>“필요한 구성을 골랐더라도, 나온 결과를 받아들일지는 누가 판단할까요?”</a:t>
            </a:r>
          </a:p>
          <a:p xmlns:a="http://schemas.openxmlformats.org/drawingml/2006/main">
            <a:r>
              <a:t/>
            </a:r>
          </a:p>
          <a:p xmlns:a="http://schemas.openxmlformats.org/drawingml/2006/main">
            <a:r>
              <a:t>**Time Management:**</a:t>
            </a:r>
          </a:p>
          <a:p xmlns:a="http://schemas.openxmlformats.org/drawingml/2006/main">
            <a:r>
              <a:t>Lecture2분. ACT3의 역할 분리·Memory 개념을 반복하지 않고 현재 사례의 판단 이유 두 개와 범위만 회수한다.</a:t>
            </a:r>
          </a:p>
          <a:p xmlns:a="http://schemas.openxmlformats.org/drawingml/2006/main">
            <a:r>
              <a:t/>
            </a:r>
          </a:p>
          <a:p xmlns:a="http://schemas.openxmlformats.org/drawingml/2006/main">
            <a:r>
              <a:t>**Fallback:**</a:t>
            </a:r>
          </a:p>
          <a:p xmlns:a="http://schemas.openxmlformats.org/drawingml/2006/main">
            <a:r>
              <a:t>LOCAL STATIC ARTIFACT — production/ACT_5.pptx의 S91와 production/preview/act5/S91.png를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S92 — 결과를 수용할지는 사람이 판단한다</a:t>
            </a:r>
          </a:p>
          <a:p xmlns:a="http://schemas.openxmlformats.org/drawingml/2006/main">
            <a:r>
              <a:t/>
            </a:r>
          </a:p>
          <a:p xmlns:a="http://schemas.openxmlformats.org/drawingml/2006/main">
            <a:r>
              <a:t>**Slide ID:**</a:t>
            </a:r>
          </a:p>
          <a:p xmlns:a="http://schemas.openxmlformats.org/drawingml/2006/main">
            <a:r>
              <a:t>S92</a:t>
            </a:r>
          </a:p>
          <a:p xmlns:a="http://schemas.openxmlformats.org/drawingml/2006/main">
            <a:r>
              <a:t/>
            </a:r>
          </a:p>
          <a:p xmlns:a="http://schemas.openxmlformats.org/drawingml/2006/main">
            <a:r>
              <a:t>**Working Title:**</a:t>
            </a:r>
          </a:p>
          <a:p xmlns:a="http://schemas.openxmlformats.org/drawingml/2006/main">
            <a:r>
              <a:t>결과를 수용할지는 사람이 판단한다</a:t>
            </a:r>
          </a:p>
          <a:p xmlns:a="http://schemas.openxmlformats.org/drawingml/2006/main">
            <a:r>
              <a:t/>
            </a:r>
          </a:p>
          <a:p xmlns:a="http://schemas.openxmlformats.org/drawingml/2006/main">
            <a:r>
              <a:t>**ACT / Section:**</a:t>
            </a:r>
          </a:p>
          <a:p xmlns:a="http://schemas.openxmlformats.org/drawingml/2006/main">
            <a:r>
              <a:t>ACT 5 / 5A  DEVELOPER RESPONSIBILITY</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AI가 만든 변경 내용·실행·검사·비교 기록을 받아도 목표와 제약, 선택의 적절성, 검증 근거, 남은 위험과 완료 수용은 개발자가 판단한다.</a:t>
            </a:r>
          </a:p>
          <a:p xmlns:a="http://schemas.openxmlformats.org/drawingml/2006/main">
            <a:r>
              <a:t/>
            </a:r>
          </a:p>
          <a:p xmlns:a="http://schemas.openxmlformats.org/drawingml/2006/main">
            <a:r>
              <a:t>**Opening Question:**</a:t>
            </a:r>
          </a:p>
          <a:p xmlns:a="http://schemas.openxmlformats.org/drawingml/2006/main">
            <a:r>
              <a:t>“AI가 결과를 가져왔을 때, 무엇을 보고 받아들일까요?”</a:t>
            </a:r>
          </a:p>
          <a:p xmlns:a="http://schemas.openxmlformats.org/drawingml/2006/main">
            <a:r>
              <a:t/>
            </a:r>
          </a:p>
          <a:p xmlns:a="http://schemas.openxmlformats.org/drawingml/2006/main">
            <a:r>
              <a:t>**Speaker Flow:**</a:t>
            </a:r>
          </a:p>
          <a:p xmlns:a="http://schemas.openxmlformats.org/drawingml/2006/main">
            <a:r>
              <a:t>1. (0:00–0:40 / Lecture) S91의 구성 선택에서 결과 수용으로 넘어간다. 왼쪽 AI의 작업 결과는 교육용 묶음이지 실제 실행 보고서나 제품 UI가 아니다. AI는 조사·생성·변경·실행·비교를 도울 수 있다.</a:t>
            </a:r>
          </a:p>
          <a:p xmlns:a="http://schemas.openxmlformats.org/drawingml/2006/main">
            <a:r>
              <a:t>2. (0:40–2:20 / Lecture) 오른쪽 네 질문을 위 행 왼쪽→오른쪽, 아래 행 왼쪽→오른쪽으로 읽는다. 목표·제약에 맞는가, 선택이 적절한가, 근거로 확인했는가, 남은 위험을 보고 완료를 수용할 수 있는가. 목표와 제약은 작업 전에 정하고 결과에서도 대조한다.</a:t>
            </a:r>
          </a:p>
          <a:p xmlns:a="http://schemas.openxmlformats.org/drawingml/2006/main">
            <a:r>
              <a:t>3. (2:20–3:00 / Lecture) 고정된 인간/Agent 분업이 아니라 개발자의 판단과 책임을 강조한다. S93에서는 이 판단에 필요한 자료가 나오도록 작업 환경을 준비하는 설계로 시점을 바꾼다.</a:t>
            </a:r>
          </a:p>
          <a:p xmlns:a="http://schemas.openxmlformats.org/drawingml/2006/main">
            <a:r>
              <a:t/>
            </a:r>
          </a:p>
          <a:p xmlns:a="http://schemas.openxmlformats.org/drawingml/2006/main">
            <a:r>
              <a:t>**Evidence / Source:**</a:t>
            </a:r>
          </a:p>
          <a:p xmlns:a="http://schemas.openxmlformats.org/drawingml/2006/main">
            <a:r>
              <a:t>TEACHING_MODEL · BEAT-061–062. 새 Product feature나 책임 handoff evidence는 없다.</a:t>
            </a:r>
          </a:p>
          <a:p xmlns:a="http://schemas.openxmlformats.org/drawingml/2006/main">
            <a:r>
              <a:t/>
            </a:r>
          </a:p>
          <a:p xmlns:a="http://schemas.openxmlformats.org/drawingml/2006/main">
            <a:r>
              <a:t>**Claim Boundary:**</a:t>
            </a:r>
          </a:p>
          <a:p xmlns:a="http://schemas.openxmlformats.org/drawingml/2006/main">
            <a:r>
              <a:t>이 교육에서 고정한 책임 원칙이다. Agent와 개발자의 역할을 절대적인 분업 규칙으로 제시하지 않는다. AI fear/control framing을 사용하지 않는다.</a:t>
            </a:r>
          </a:p>
          <a:p xmlns:a="http://schemas.openxmlformats.org/drawingml/2006/main">
            <a:r>
              <a:t/>
            </a:r>
          </a:p>
          <a:p xmlns:a="http://schemas.openxmlformats.org/drawingml/2006/main">
            <a:r>
              <a:t>**Beginner Explanation:**</a:t>
            </a:r>
          </a:p>
          <a:p xmlns:a="http://schemas.openxmlformats.org/drawingml/2006/main">
            <a:r>
              <a:t>완료라는 말만 받지 말고, 원하는 변화와 확인 근거·남은 위험을 보고 수용한다.</a:t>
            </a:r>
          </a:p>
          <a:p xmlns:a="http://schemas.openxmlformats.org/drawingml/2006/main">
            <a:r>
              <a:t/>
            </a:r>
          </a:p>
          <a:p xmlns:a="http://schemas.openxmlformats.org/drawingml/2006/main">
            <a:r>
              <a:t>**Advanced Insight:**</a:t>
            </a:r>
          </a:p>
          <a:p xmlns:a="http://schemas.openxmlformats.org/drawingml/2006/main">
            <a:r>
              <a:t>위임 범위와 제약, 위험 판단, 검증과 최종 수용을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왼쪽 작업 결과→오른쪽 사람의 네 질문이라는 정적 관계도다. 질문은 목표/판단/검증/책임 순으로 읽는다. 새 실행이나 승인 자동화 기능을 의미하지 않는다.</a:t>
            </a:r>
          </a:p>
          <a:p xmlns:a="http://schemas.openxmlformats.org/drawingml/2006/main">
            <a:r>
              <a:t/>
            </a:r>
          </a:p>
          <a:p xmlns:a="http://schemas.openxmlformats.org/drawingml/2006/main">
            <a:r>
              <a:t>**Audience Interaction:**</a:t>
            </a:r>
          </a:p>
          <a:p xmlns:a="http://schemas.openxmlformats.org/drawingml/2006/main">
            <a:r>
              <a:t>네 질문을 자신의 결과 검토에 비춰 보게 한다. 답변·공유·제출은 요구하지 않는다.</a:t>
            </a:r>
          </a:p>
          <a:p xmlns:a="http://schemas.openxmlformats.org/drawingml/2006/main">
            <a:r>
              <a:t/>
            </a:r>
          </a:p>
          <a:p xmlns:a="http://schemas.openxmlformats.org/drawingml/2006/main">
            <a:r>
              <a:t>**Transition:**</a:t>
            </a:r>
          </a:p>
          <a:p xmlns:a="http://schemas.openxmlformats.org/drawingml/2006/main">
            <a:r>
              <a:t>“그 판단에 필요한 근거가 나오도록, AI의 작업 환경을 어떻게 준비할까요?”</a:t>
            </a:r>
          </a:p>
          <a:p xmlns:a="http://schemas.openxmlformats.org/drawingml/2006/main">
            <a:r>
              <a:t/>
            </a:r>
          </a:p>
          <a:p xmlns:a="http://schemas.openxmlformats.org/drawingml/2006/main">
            <a:r>
              <a:t>**Time Management:**</a:t>
            </a:r>
          </a:p>
          <a:p xmlns:a="http://schemas.openxmlformats.org/drawingml/2006/main">
            <a:r>
              <a:t>Lecture3분. 도구 선택 목록과 책임 결론을 반복하지 않고 결과를 수용할 네 질문을 한 번씩 다룬다.</a:t>
            </a:r>
          </a:p>
          <a:p xmlns:a="http://schemas.openxmlformats.org/drawingml/2006/main">
            <a:r>
              <a:t/>
            </a:r>
          </a:p>
          <a:p xmlns:a="http://schemas.openxmlformats.org/drawingml/2006/main">
            <a:r>
              <a:t>**Fallback:**</a:t>
            </a:r>
          </a:p>
          <a:p xmlns:a="http://schemas.openxmlformats.org/drawingml/2006/main">
            <a:r>
              <a:t>LOCAL STATIC ARTIFACT — production/ACT_5.pptx의 S92와 production/preview/act5/S92.png를 사용한다. 새 실행·원본 실행 캡처로 표현하지 않는다. 현재 화면과 Notes 검토는 production/evaluation/ACT_5_FLOW_REVISION.md에 기록한다.</a:t>
            </a:r>
          </a:p>
          <a:p xmlns:a="http://schemas.openxmlformats.org/drawingml/2006/main">
            <a:r>
              <a:t/>
            </a:r>
          </a:p>
          <a:p xmlns:a="http://schemas.openxmlformats.org/drawingml/2006/main">
            <a:r>
              <a:t>**Validation Status:**</a:t>
            </a:r>
          </a:p>
          <a:p xmlns:a="http://schemas.openxmlformats.org/drawingml/2006/main">
            <a:r>
              <a:t>LOCAL CONTENT REVIEW COMPLETE — DEC-0082. 최종 패키지/PNG/내장 Notes 대조 결과는 production/evaluation/ACT_5_FLOW_REVISION.md와 ACT_5_FLOW_VALIDATION.json에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S93 — AI가 일할 조건과 확인 경로를 설계한다</a:t>
            </a:r>
          </a:p>
          <a:p xmlns:a="http://schemas.openxmlformats.org/drawingml/2006/main">
            <a:r>
              <a:t/>
            </a:r>
          </a:p>
          <a:p xmlns:a="http://schemas.openxmlformats.org/drawingml/2006/main">
            <a:r>
              <a:t>**Slide ID:**</a:t>
            </a:r>
          </a:p>
          <a:p xmlns:a="http://schemas.openxmlformats.org/drawingml/2006/main">
            <a:r>
              <a:t>S93</a:t>
            </a:r>
          </a:p>
          <a:p xmlns:a="http://schemas.openxmlformats.org/drawingml/2006/main">
            <a:r>
              <a:t/>
            </a:r>
          </a:p>
          <a:p xmlns:a="http://schemas.openxmlformats.org/drawingml/2006/main">
            <a:r>
              <a:t>**Working Title:**</a:t>
            </a:r>
          </a:p>
          <a:p xmlns:a="http://schemas.openxmlformats.org/drawingml/2006/main">
            <a:r>
              <a:t>AI가 일할 조건과 확인 경로를 설계한다</a:t>
            </a:r>
          </a:p>
          <a:p xmlns:a="http://schemas.openxmlformats.org/drawingml/2006/main">
            <a:r>
              <a:t/>
            </a:r>
          </a:p>
          <a:p xmlns:a="http://schemas.openxmlformats.org/drawingml/2006/main">
            <a:r>
              <a:t>**ACT / Section:**</a:t>
            </a:r>
          </a:p>
          <a:p xmlns:a="http://schemas.openxmlformats.org/drawingml/2006/main">
            <a:r>
              <a:t>ACT 5 / 5A  AI-NATIVE DEVELOPMENT</a:t>
            </a:r>
          </a:p>
          <a:p xmlns:a="http://schemas.openxmlformats.org/drawingml/2006/main">
            <a:r>
              <a:t/>
            </a:r>
          </a:p>
          <a:p xmlns:a="http://schemas.openxmlformats.org/drawingml/2006/main">
            <a:r>
              <a:t>**Allocated Time:**</a:t>
            </a:r>
          </a:p>
          <a:p xmlns:a="http://schemas.openxmlformats.org/drawingml/2006/main">
            <a:r>
              <a:t>3 minutes</a:t>
            </a:r>
          </a:p>
          <a:p xmlns:a="http://schemas.openxmlformats.org/drawingml/2006/main">
            <a:r>
              <a:t/>
            </a:r>
          </a:p>
          <a:p xmlns:a="http://schemas.openxmlformats.org/drawingml/2006/main">
            <a:r>
              <a:t>**Mode Split:**</a:t>
            </a:r>
          </a:p>
          <a:p xmlns:a="http://schemas.openxmlformats.org/drawingml/2006/main">
            <a:r>
              <a:t>Lecture 3분</a:t>
            </a:r>
          </a:p>
          <a:p xmlns:a="http://schemas.openxmlformats.org/drawingml/2006/main">
            <a:r>
              <a:t/>
            </a:r>
          </a:p>
          <a:p xmlns:a="http://schemas.openxmlformats.org/drawingml/2006/main">
            <a:r>
              <a:t>**Primary Message:**</a:t>
            </a:r>
          </a:p>
          <a:p xmlns:a="http://schemas.openxmlformats.org/drawingml/2006/main">
            <a:r>
              <a:t>맡길 범위, 프로젝트 지식·재사용 절차, 검증·피드백 경로를 의도적으로 설계·운영하는 방식을 이 교육에서는 AI-Native Development라고 부른다. 새 기능이나 보편 표준의 도입이 아니다.</a:t>
            </a:r>
          </a:p>
          <a:p xmlns:a="http://schemas.openxmlformats.org/drawingml/2006/main">
            <a:r>
              <a:t/>
            </a:r>
          </a:p>
          <a:p xmlns:a="http://schemas.openxmlformats.org/drawingml/2006/main">
            <a:r>
              <a:t>**Opening Question:**</a:t>
            </a:r>
          </a:p>
          <a:p xmlns:a="http://schemas.openxmlformats.org/drawingml/2006/main">
            <a:r>
              <a:t>“판단할 근거가 나오도록 어떤 작업 조건을 준비해야 할까요?”</a:t>
            </a:r>
          </a:p>
          <a:p xmlns:a="http://schemas.openxmlformats.org/drawingml/2006/main">
            <a:r>
              <a:t/>
            </a:r>
          </a:p>
          <a:p xmlns:a="http://schemas.openxmlformats.org/drawingml/2006/main">
            <a:r>
              <a:t>**Speaker Flow:**</a:t>
            </a:r>
          </a:p>
          <a:p xmlns:a="http://schemas.openxmlformats.org/drawingml/2006/main">
            <a:r>
              <a:t>1. (0:00–0:30 / Lecture) S92의 사람이 판단할 질문을 이어 받는다. 이번 장은 판단 책임을 다시 나열하지 않고, 판단할 근거가 나올 작업 조건을 설계하는 관점이다.</a:t>
            </a:r>
          </a:p>
          <a:p xmlns:a="http://schemas.openxmlformats.org/drawingml/2006/main">
            <a:r>
              <a:t>2. (0:30–2:20 / Lecture) 가로 세 열을 읽는다. 맡길 범위는 Task boundary(목표·제약·변경 범위), 일할 조건은 Project Context와 Reusable Workflow(프로젝트 지식·재사용 수행 방법), 확인과 피드백은 Verification과 Feedback Loop(검증 근거·다음 작업의 개선)다. 앞에서 배운 다섯 요소를 세 질문으로 묶었으며 새 단계나 필수 도입 순서가 아니다.</a:t>
            </a:r>
          </a:p>
          <a:p xmlns:a="http://schemas.openxmlformats.org/drawingml/2006/main">
            <a:r>
              <a:t>3. (2:20–3:00 / Lecture) 이 설계·운영 방식을 이 과정의 AI-Native Development로 부른다고 이름만 회수한다. 공식·보편 정의 또는 모든 Task의 의무 목록이 아니다. 이제 이미 만든 환경도 모델·플랫폼·업무 조건이 달라지면 재평가해야 한다는 S94로 이동한다. 추가가 설계의 전부가 아니라는 질문만 열고3장 내용을 미리 설명하지 않는다.</a:t>
            </a:r>
          </a:p>
          <a:p xmlns:a="http://schemas.openxmlformats.org/drawingml/2006/main">
            <a:r>
              <a:t/>
            </a:r>
          </a:p>
          <a:p xmlns:a="http://schemas.openxmlformats.org/drawingml/2006/main">
            <a:r>
              <a:t>**Evidence / Source:**</a:t>
            </a:r>
          </a:p>
          <a:p xmlns:a="http://schemas.openxmlformats.org/drawingml/2006/main">
            <a:r>
              <a:t>TEACHING_MODEL · DEC-0023의 course-specific operational framing.</a:t>
            </a:r>
          </a:p>
          <a:p xmlns:a="http://schemas.openxmlformats.org/drawingml/2006/main">
            <a:r>
              <a:t/>
            </a:r>
          </a:p>
          <a:p xmlns:a="http://schemas.openxmlformats.org/drawingml/2006/main">
            <a:r>
              <a:t>**Claim Boundary:**</a:t>
            </a:r>
          </a:p>
          <a:p xmlns:a="http://schemas.openxmlformats.org/drawingml/2006/main">
            <a:r>
              <a:t>공식·보편 업계 표준 정의라고 말하지 않는다. 모든 task 또는 Demo에 다섯 구성요소를 의무적으로 도입하라는 뜻이 아니다.</a:t>
            </a:r>
          </a:p>
          <a:p xmlns:a="http://schemas.openxmlformats.org/drawingml/2006/main">
            <a:r>
              <a:t/>
            </a:r>
          </a:p>
          <a:p xmlns:a="http://schemas.openxmlformats.org/drawingml/2006/main">
            <a:r>
              <a:t>**Beginner Explanation:**</a:t>
            </a:r>
          </a:p>
          <a:p xmlns:a="http://schemas.openxmlformats.org/drawingml/2006/main">
            <a:r>
              <a:t>AI에게 무엇을 맡기고, 어떤 정보를 보게 하며, 무엇으로 확인할지 준비한다.</a:t>
            </a:r>
          </a:p>
          <a:p xmlns:a="http://schemas.openxmlformats.org/drawingml/2006/main">
            <a:r>
              <a:t/>
            </a:r>
          </a:p>
          <a:p xmlns:a="http://schemas.openxmlformats.org/drawingml/2006/main">
            <a:r>
              <a:t>**Advanced Insight:**</a:t>
            </a:r>
          </a:p>
          <a:p xmlns:a="http://schemas.openxmlformats.org/drawingml/2006/main">
            <a:r>
              <a:t>Model capability와 작업 System 설계를 구분하고, 필요한 근거·피드백 경로를 설계한다.</a:t>
            </a:r>
          </a:p>
          <a:p xmlns:a="http://schemas.openxmlformats.org/drawingml/2006/main">
            <a:r>
              <a:t/>
            </a:r>
          </a:p>
          <a:p xmlns:a="http://schemas.openxmlformats.org/drawingml/2006/main">
            <a:r>
              <a:t>**C++ Vision Bridge:**</a:t>
            </a:r>
          </a:p>
          <a:p xmlns:a="http://schemas.openxmlformats.org/drawingml/2006/main">
            <a:r>
              <a:t>재평가3장을 거쳐 S97에서 C++ Vision 업무와 자신의 Repository로 transfer한다.</a:t>
            </a:r>
          </a:p>
          <a:p xmlns:a="http://schemas.openxmlformats.org/drawingml/2006/main">
            <a:r>
              <a:t/>
            </a:r>
          </a:p>
          <a:p xmlns:a="http://schemas.openxmlformats.org/drawingml/2006/main">
            <a:r>
              <a:t>**Demo Operation:**</a:t>
            </a:r>
          </a:p>
          <a:p xmlns:a="http://schemas.openxmlformats.org/drawingml/2006/main">
            <a:r>
              <a:t>맡길 범위→일할 조건→확인과 피드백의 세 열을 읽는다. 이는 설계 질문의 관계다. 실제 UI, 자동 실행 경로, 또 하나의 maturity ladder가 아니다. 이 과정의 이름은 맨 아래에서 회수한다.</a:t>
            </a:r>
          </a:p>
          <a:p xmlns:a="http://schemas.openxmlformats.org/drawingml/2006/main">
            <a:r>
              <a:t/>
            </a:r>
          </a:p>
          <a:p xmlns:a="http://schemas.openxmlformats.org/drawingml/2006/main">
            <a:r>
              <a:t>**Audience Interaction:**</a:t>
            </a:r>
          </a:p>
          <a:p xmlns:a="http://schemas.openxmlformats.org/drawingml/2006/main">
            <a:r>
              <a:t>모든 구성요소를 도입하라는 체크리스트로 읽지 않게 한다. 정의 암기나 응답은 요구하지 않는다.</a:t>
            </a:r>
          </a:p>
          <a:p xmlns:a="http://schemas.openxmlformats.org/drawingml/2006/main">
            <a:r>
              <a:t/>
            </a:r>
          </a:p>
          <a:p xmlns:a="http://schemas.openxmlformats.org/drawingml/2006/main">
            <a:r>
              <a:t>**Transition:**</a:t>
            </a:r>
          </a:p>
          <a:p xmlns:a="http://schemas.openxmlformats.org/drawingml/2006/main">
            <a:r>
              <a:t>“설계는 추가에서 끝날까요? 모델·플랫폼이 바뀌면 이미 만든 구조도 다시 봐야 합니다.”</a:t>
            </a:r>
          </a:p>
          <a:p xmlns:a="http://schemas.openxmlformats.org/drawingml/2006/main">
            <a:r>
              <a:t/>
            </a:r>
          </a:p>
          <a:p xmlns:a="http://schemas.openxmlformats.org/drawingml/2006/main">
            <a:r>
              <a:t>**Time Management:**</a:t>
            </a:r>
          </a:p>
          <a:p xmlns:a="http://schemas.openxmlformats.org/drawingml/2006/main">
            <a:r>
              <a:t>Lecture3분. 새 개념 강의를 열지 않고 앞서 본 설계 질문과 course-specific 이름을 회수한다.</a:t>
            </a:r>
          </a:p>
          <a:p xmlns:a="http://schemas.openxmlformats.org/drawingml/2006/main">
            <a:r>
              <a:t/>
            </a:r>
          </a:p>
          <a:p xmlns:a="http://schemas.openxmlformats.org/drawingml/2006/main">
            <a:r>
              <a:t>**Fallback:**</a:t>
            </a:r>
          </a:p>
          <a:p xmlns:a="http://schemas.openxmlformats.org/drawingml/2006/main">
            <a:r>
              <a:t>LOCAL STATIC ARTIFACT — production/ACT_5.pptx의 S93와 production/preview/act5/S93.png를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S94 — 모델·플랫폼이 바뀌면 Harness도 다시 본다</a:t>
            </a:r>
          </a:p>
          <a:p xmlns:a="http://schemas.openxmlformats.org/drawingml/2006/main">
            <a:r>
              <a:t/>
            </a:r>
          </a:p>
          <a:p xmlns:a="http://schemas.openxmlformats.org/drawingml/2006/main">
            <a:r>
              <a:t>**Slide ID:**</a:t>
            </a:r>
          </a:p>
          <a:p xmlns:a="http://schemas.openxmlformats.org/drawingml/2006/main">
            <a:r>
              <a:t>S94</a:t>
            </a:r>
          </a:p>
          <a:p xmlns:a="http://schemas.openxmlformats.org/drawingml/2006/main">
            <a:r>
              <a:t/>
            </a:r>
          </a:p>
          <a:p xmlns:a="http://schemas.openxmlformats.org/drawingml/2006/main">
            <a:r>
              <a:t>**Working Title:**</a:t>
            </a:r>
          </a:p>
          <a:p xmlns:a="http://schemas.openxmlformats.org/drawingml/2006/main">
            <a:r>
              <a:t>모델·플랫폼이 바뀌면 Harness도 다시 본다</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모델이 맡을 수 있는 범위나 플랫폼 제공 기능이 달라졌다면, 기존 Router·Planner·담당 Subagent의 필요성을 재평가할 수 있다. 일부 기업 Agent의 통합 공개 사례는 재평가의 동기이며 보편적 우월성·현재 Codex 효과의 근거가 아니다.</a:t>
            </a:r>
          </a:p>
          <a:p xmlns:a="http://schemas.openxmlformats.org/drawingml/2006/main">
            <a:r>
              <a:t/>
            </a:r>
          </a:p>
          <a:p xmlns:a="http://schemas.openxmlformats.org/drawingml/2006/main">
            <a:r>
              <a:t>**Opening Question:**</a:t>
            </a:r>
          </a:p>
          <a:p xmlns:a="http://schemas.openxmlformats.org/drawingml/2006/main">
            <a:r>
              <a:t>“그때 필요했던 보조 장치가 지금도 필요한가요?”</a:t>
            </a:r>
          </a:p>
          <a:p xmlns:a="http://schemas.openxmlformats.org/drawingml/2006/main">
            <a:r>
              <a:t/>
            </a:r>
          </a:p>
          <a:p xmlns:a="http://schemas.openxmlformats.org/drawingml/2006/main">
            <a:r>
              <a:t>**Speaker Flow:**</a:t>
            </a:r>
          </a:p>
          <a:p xmlns:a="http://schemas.openxmlformats.org/drawingml/2006/main">
            <a:r>
              <a:t>1. (0:00–0:25 / Lecture) S93의 설계 관점에서 “그때 필요했던 보조 장치가 지금도 필요한가?”를 묻는다. S91은 처음부터 필요하지 않아 도입하지 않은 판단이고, 여기서는 이전에 쓸 이유가 있었던 구조의 후속 재평가다.</a:t>
            </a:r>
          </a:p>
          <a:p xmlns:a="http://schemas.openxmlformats.org/drawingml/2006/main">
            <a:r>
              <a:t>2. (0:25–1:25 / Lecture) 왼쪽 조율 Agent와 Router/Planner/담당 Subagent, 오른쪽 하나의 주 Loop와 필요한 Skill·Tool 후보를 읽는다. Anthropic이 공개한 일부 기업 Agent의 통합 사례를 각색한 교육용 도식이다. 그 사례에서 현재 불필요한 역할을 합치는 선택이 있었으며 독립 조사·권한 경계의 필요성은 남는다고 설명한다. Model capability·플랫폼 제공 기능·업무 조건이 실제로 달라졌는지 먼저 확인한다.</a:t>
            </a:r>
          </a:p>
          <a:p xmlns:a="http://schemas.openxmlformats.org/drawingml/2006/main">
            <a:r>
              <a:t>3. (1:25–2:00 / Lecture) 새 모델이나 플랫폼이면 무조건 합치라는 뜻이 아니며 우리 Demo의 통합·비용·품질 비교 실험도 아니라고 한정한다. 외부 수치나 모델명 성능을 추가하지 않고 S95의 판단 기준으로 넘긴다.</a:t>
            </a:r>
          </a:p>
          <a:p xmlns:a="http://schemas.openxmlformats.org/drawingml/2006/main">
            <a:r>
              <a:t/>
            </a:r>
          </a:p>
          <a:p xmlns:a="http://schemas.openxmlformats.org/drawingml/2006/main">
            <a:r>
              <a:t>**Evidence / Source:**</a:t>
            </a:r>
          </a:p>
          <a:p xmlns:a="http://schemas.openxmlformats.org/drawingml/2006/main">
            <a:r>
              <a:t>RESEARCH / TEACHING_MODEL · SRC-0236, CLM-0040,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FROZEN WITH SCOPE — CLM-0040의 공급사 공개 사례 요약; TEACHING MODEL — 비교 구조는 교육용 각색; 현재 Codex의 통합 효과는 미검증.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처음에는 필요했던 장치도 조건이 달라지면 다시 볼 수 있음을 이해한다.</a:t>
            </a:r>
          </a:p>
          <a:p xmlns:a="http://schemas.openxmlformats.org/drawingml/2006/main">
            <a:r>
              <a:t/>
            </a:r>
          </a:p>
          <a:p xmlns:a="http://schemas.openxmlformats.org/drawingml/2006/main">
            <a:r>
              <a:t>**Advanced Insight:**</a:t>
            </a:r>
          </a:p>
          <a:p xmlns:a="http://schemas.openxmlformats.org/drawingml/2006/main">
            <a:r>
              <a:t>더 강한 모델·플랫폼 기능의 도입을 기존 구조의 자동 유지나 무조건 제거와 분리하고, 현재의 역할·경계를 재평가한다.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왼쪽은 요청을 조율하는 Agent와 Router/Planner/담당 Subagent, 오른쪽은 하나의 Agent Loop와 필요한 Skill·Tool을 둔 후보 도식이다. 공개 사례를 각색한 구조이며 실제 실행 Screenshot이나 우리 Demo 변경 전후가 아니다.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“그렇다면 무엇을 보존하고, 어떤 부분을 합치거나 제거할 후보로 볼까요?”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S94와 production/preview/act5/S94.png.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S95 — 무엇을 남기고, 무엇을 덜어낼까?</a:t>
            </a:r>
          </a:p>
          <a:p xmlns:a="http://schemas.openxmlformats.org/drawingml/2006/main">
            <a:r>
              <a:t/>
            </a:r>
          </a:p>
          <a:p xmlns:a="http://schemas.openxmlformats.org/drawingml/2006/main">
            <a:r>
              <a:t>**Slide ID:**</a:t>
            </a:r>
          </a:p>
          <a:p xmlns:a="http://schemas.openxmlformats.org/drawingml/2006/main">
            <a:r>
              <a:t>S95</a:t>
            </a:r>
          </a:p>
          <a:p xmlns:a="http://schemas.openxmlformats.org/drawingml/2006/main">
            <a:r>
              <a:t/>
            </a:r>
          </a:p>
          <a:p xmlns:a="http://schemas.openxmlformats.org/drawingml/2006/main">
            <a:r>
              <a:t>**Working Title:**</a:t>
            </a:r>
          </a:p>
          <a:p xmlns:a="http://schemas.openxmlformats.org/drawingml/2006/main">
            <a:r>
              <a:t>무엇을 남기고, 무엇을 덜어낼까?</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목표·명세·검증 요구는 보존하고, 겹치는 지침·역할은 통합하며, 효용이 사라진 우회 절차는 제거 후보로 검토한다. 독립 병렬 조사·권한 분리처럼 유효한 이유가 있으면 구성은 유지할 수 있다.</a:t>
            </a:r>
          </a:p>
          <a:p xmlns:a="http://schemas.openxmlformats.org/drawingml/2006/main">
            <a:r>
              <a:t/>
            </a:r>
          </a:p>
          <a:p xmlns:a="http://schemas.openxmlformats.org/drawingml/2006/main">
            <a:r>
              <a:t>**Opening Question:**</a:t>
            </a:r>
          </a:p>
          <a:p xmlns:a="http://schemas.openxmlformats.org/drawingml/2006/main">
            <a:r>
              <a:t>“이 요소가 맡은 이유는 현재도 유효한가요?”</a:t>
            </a:r>
          </a:p>
          <a:p xmlns:a="http://schemas.openxmlformats.org/drawingml/2006/main">
            <a:r>
              <a:t/>
            </a:r>
          </a:p>
          <a:p xmlns:a="http://schemas.openxmlformats.org/drawingml/2006/main">
            <a:r>
              <a:t>**Speaker Flow:**</a:t>
            </a:r>
          </a:p>
          <a:p xmlns:a="http://schemas.openxmlformats.org/drawingml/2006/main">
            <a:r>
              <a:t>1. (0:00–0:25 / Lecture) S94의 조건 변화가 기존 요소의 존재 이유를 재확인하는 계기라고 연결한다. 이 장은 공급사 결과표가 아니라 이 교육의 판단 기준이다.</a:t>
            </a:r>
          </a:p>
          <a:p xmlns:a="http://schemas.openxmlformats.org/drawingml/2006/main">
            <a:r>
              <a:t>2. (0:25–1:25 / Lecture) 세 열을 읽는다. 유지: 목표·업무 명세·검증 요구. 통합: 겹치는 지침·역할을 한 출처와 명확한 책임으로. 제거 후보: 효용이 사라진 우회 절차. 예를 들어 같은 프로젝트 규칙을 여러 문서에서 중복 유지하면 원출처로 모을 수 있으나 현재 권한·안전 요구까지 없애는 것은 아니다. 독립 병렬 조사·권한 분리가 필요하면 Subagent를 유지할 수 있다.</a:t>
            </a:r>
          </a:p>
          <a:p xmlns:a="http://schemas.openxmlformats.org/drawingml/2006/main">
            <a:r>
              <a:t>3. (1:25–2:00 / Lecture) 통합·제거는 후보이며 아직 품질이 유지됐다는 결과가 없다고 짚는다. 원래 요구를 보존한 채 실제 작업에서 무엇을 확인할지 S96으로 연결한다.</a:t>
            </a:r>
          </a:p>
          <a:p xmlns:a="http://schemas.openxmlformats.org/drawingml/2006/main">
            <a:r>
              <a:t/>
            </a:r>
          </a:p>
          <a:p xmlns:a="http://schemas.openxmlformats.org/drawingml/2006/main">
            <a:r>
              <a:t>**Evidence / Source:**</a:t>
            </a:r>
          </a:p>
          <a:p xmlns:a="http://schemas.openxmlformats.org/drawingml/2006/main">
            <a:r>
              <a:t>TEACHING_MODEL · CLM-0022, CLM-0030, SRC-0236, BEAT-057, BEAT-061, BEAT-069,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CLM-0022의 bounded heuristic을 기존 구성 재평가에 적용. 적을수록 좋다는 보편 법칙이나 성과가 아니다.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중요한 요구를 지우는 것과 중복된 구현·지침을 덜어내는 것을 구분한다.</a:t>
            </a:r>
          </a:p>
          <a:p xmlns:a="http://schemas.openxmlformats.org/drawingml/2006/main">
            <a:r>
              <a:t/>
            </a:r>
          </a:p>
          <a:p xmlns:a="http://schemas.openxmlformats.org/drawingml/2006/main">
            <a:r>
              <a:t>**Advanced Insight:**</a:t>
            </a:r>
          </a:p>
          <a:p xmlns:a="http://schemas.openxmlformats.org/drawingml/2006/main">
            <a:r>
              <a:t>원출처·책임·필요한 격리 경계를 보존하면서 불필요한 조율·우회 구조를 재검토한다.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높이의 유지/통합/제거 후보 세 열이다. 목표·명세·검증 기준, 겹치는 지침·역할, 효용이 사라진 우회 절차를 대비한다. 하단은 독립 조사·권한 분리가 필요할 때 Subagent를 유지할 수 있는 조건이다.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“후보를 정했다면, 덜어낸 뒤에도 필요한 일을 하는지 무엇으로 확인할까요?”</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S95와 production/preview/act5/S95.png.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S96 — 덜어낸 뒤에도 필요한 일을 하는가?</a:t>
            </a:r>
          </a:p>
          <a:p xmlns:a="http://schemas.openxmlformats.org/drawingml/2006/main">
            <a:r>
              <a:t/>
            </a:r>
          </a:p>
          <a:p xmlns:a="http://schemas.openxmlformats.org/drawingml/2006/main">
            <a:r>
              <a:t>**Slide ID:**</a:t>
            </a:r>
          </a:p>
          <a:p xmlns:a="http://schemas.openxmlformats.org/drawingml/2006/main">
            <a:r>
              <a:t>S96</a:t>
            </a:r>
          </a:p>
          <a:p xmlns:a="http://schemas.openxmlformats.org/drawingml/2006/main">
            <a:r>
              <a:t/>
            </a:r>
          </a:p>
          <a:p xmlns:a="http://schemas.openxmlformats.org/drawingml/2006/main">
            <a:r>
              <a:t>**Working Title:**</a:t>
            </a:r>
          </a:p>
          <a:p xmlns:a="http://schemas.openxmlformats.org/drawingml/2006/main">
            <a:r>
              <a:t>덜어낸 뒤에도 필요한 일을 하는가?</a:t>
            </a:r>
          </a:p>
          <a:p xmlns:a="http://schemas.openxmlformats.org/drawingml/2006/main">
            <a:r>
              <a:t/>
            </a:r>
          </a:p>
          <a:p xmlns:a="http://schemas.openxmlformats.org/drawingml/2006/main">
            <a:r>
              <a:t>**ACT / Section:**</a:t>
            </a:r>
          </a:p>
          <a:p xmlns:a="http://schemas.openxmlformats.org/drawingml/2006/main">
            <a:r>
              <a:t>ACT 5 / 5A Harness Reassessment</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기존 구성과 통합·제거 후보를 같은 대표 작업·입력·기준으로 비교하도록 설계한다. 명세와 기존 동작·회귀를 먼저 보고 시간·비용·남은 위험을 함께 판단한다. 확인된 범위만 채택하고 나빠지면 되돌리고 이유를 기록한다.</a:t>
            </a:r>
          </a:p>
          <a:p xmlns:a="http://schemas.openxmlformats.org/drawingml/2006/main">
            <a:r>
              <a:t/>
            </a:r>
          </a:p>
          <a:p xmlns:a="http://schemas.openxmlformats.org/drawingml/2006/main">
            <a:r>
              <a:t>**Opening Question:**</a:t>
            </a:r>
          </a:p>
          <a:p xmlns:a="http://schemas.openxmlformats.org/drawingml/2006/main">
            <a:r>
              <a:t>“같은 대표 작업에서 무엇을 대조해야 덜어낸 구성을 수용할 수 있나요?”</a:t>
            </a:r>
          </a:p>
          <a:p xmlns:a="http://schemas.openxmlformats.org/drawingml/2006/main">
            <a:r>
              <a:t/>
            </a:r>
          </a:p>
          <a:p xmlns:a="http://schemas.openxmlformats.org/drawingml/2006/main">
            <a:r>
              <a:t>**Speaker Flow:**</a:t>
            </a:r>
          </a:p>
          <a:p xmlns:a="http://schemas.openxmlformats.org/drawingml/2006/main">
            <a:r>
              <a:t>1. (0:00–0:25 / Lecture) S95에서 고른 후보가 간단해졌다는 인상만으로 채택되지 않는다고 연결한다. 화면은 평가 설계이며 우리 프로젝트의 새 실행·점수·PASS 결과가 아니다.</a:t>
            </a:r>
          </a:p>
          <a:p xmlns:a="http://schemas.openxmlformats.org/drawingml/2006/main">
            <a:r>
              <a:t>2. (0:25–1:20 / Lecture) 같은 대표 작업·입력에서 기존 구성과 통합·제거 후보를 비교하는 두 갈래를 읽는다. 현재 명세·기존 동작과 회귀를 먼저 보고 시간·비용·남은 위험을 함께 본다. 모델·권한·도구 조건 등 비교 조건도 기록한다. SRC-0236은 end-to-end 평가와 통합 뒤 회귀 확인의 필요성을 설명하는 공개 사례이지 모든 환경의 결과가 아니다.</a:t>
            </a:r>
          </a:p>
          <a:p xmlns:a="http://schemas.openxmlformats.org/drawingml/2006/main">
            <a:r>
              <a:t>3. (1:20–2:00 / Lecture) 확인한 범위만 채택하고 나빠지면 기존 구성으로 되돌리며 이유를 남긴다고 닫는다. 검증 기준을 통과했다는 새 주장을 하지 않는다. S97에서 자신의 부족한 기준과 중복 구성을 포함한 문제 하나를 고른다.</a:t>
            </a:r>
          </a:p>
          <a:p xmlns:a="http://schemas.openxmlformats.org/drawingml/2006/main">
            <a:r>
              <a:t/>
            </a:r>
          </a:p>
          <a:p xmlns:a="http://schemas.openxmlformats.org/drawingml/2006/main">
            <a:r>
              <a:t>**Evidence / Source:**</a:t>
            </a:r>
          </a:p>
          <a:p xmlns:a="http://schemas.openxmlformats.org/drawingml/2006/main">
            <a:r>
              <a:t>TEACHING_MODEL / RESEARCH · SRC-0236, CLM-0040, BEAT-061, BEAT-069, INV-VERIFY-001, DEC-0083. references/engineering/harness-reassessment.md에 출처·해석·한계를 분리한다.</a:t>
            </a:r>
          </a:p>
          <a:p xmlns:a="http://schemas.openxmlformats.org/drawingml/2006/main">
            <a:r>
              <a:t/>
            </a:r>
          </a:p>
          <a:p xmlns:a="http://schemas.openxmlformats.org/drawingml/2006/main">
            <a:r>
              <a:t>**Claim Boundary:**</a:t>
            </a:r>
          </a:p>
          <a:p xmlns:a="http://schemas.openxmlformats.org/drawingml/2006/main">
            <a:r>
              <a:t>TEACHING MODEL — 비교 평가 설계이며 실제 실행·PASS/FAIL·측정값 없음. FROZEN WITH SCOPE — SRC-0236의 대표 end-to-end 평가 권고와 통합 뒤 회귀 사례가 동기를 뒷받침한다. 새 Demo Trial이나 실제 통합·제거 효과를 관찰하지 않았다. 현재 Codex UI/모델·계정 동작으로 일반화하지 않는다.</a:t>
            </a:r>
          </a:p>
          <a:p xmlns:a="http://schemas.openxmlformats.org/drawingml/2006/main">
            <a:r>
              <a:t/>
            </a:r>
          </a:p>
          <a:p xmlns:a="http://schemas.openxmlformats.org/drawingml/2006/main">
            <a:r>
              <a:t>**Beginner Explanation:**</a:t>
            </a:r>
          </a:p>
          <a:p xmlns:a="http://schemas.openxmlformats.org/drawingml/2006/main">
            <a:r>
              <a:t>간단해졌다는 인상 대신 원래 할 일을 계속 수행하는지 확인한다.</a:t>
            </a:r>
          </a:p>
          <a:p xmlns:a="http://schemas.openxmlformats.org/drawingml/2006/main">
            <a:r>
              <a:t/>
            </a:r>
          </a:p>
          <a:p xmlns:a="http://schemas.openxmlformats.org/drawingml/2006/main">
            <a:r>
              <a:t>**Advanced Insight:**</a:t>
            </a:r>
          </a:p>
          <a:p xmlns:a="http://schemas.openxmlformats.org/drawingml/2006/main">
            <a:r>
              <a:t>평가 범위·품질·회귀·시간/비용·남은 위험과 복구 조건을 분리해 수용 근거를 만든다. 모델/구성 외 조건의 차이도 기록한다.</a:t>
            </a:r>
          </a:p>
          <a:p xmlns:a="http://schemas.openxmlformats.org/drawingml/2006/main">
            <a:r>
              <a:t/>
            </a:r>
          </a:p>
          <a:p xmlns:a="http://schemas.openxmlformats.org/drawingml/2006/main">
            <a:r>
              <a:t>**C++ Vision Bridge:**</a:t>
            </a:r>
          </a:p>
          <a:p xmlns:a="http://schemas.openxmlformats.org/drawingml/2006/main">
            <a:r>
              <a:t>Contextual — 실제 C++ 구조·도구·성과를 새로 제시하지 않는다.</a:t>
            </a:r>
          </a:p>
          <a:p xmlns:a="http://schemas.openxmlformats.org/drawingml/2006/main">
            <a:r>
              <a:t/>
            </a:r>
          </a:p>
          <a:p xmlns:a="http://schemas.openxmlformats.org/drawingml/2006/main">
            <a:r>
              <a:t>**Demo Operation:**</a:t>
            </a:r>
          </a:p>
          <a:p xmlns:a="http://schemas.openxmlformats.org/drawingml/2006/main">
            <a:r>
              <a:t>같은 대표 작업·입력에서 기존 구성과 통합·제거 후보로 갈라졌다가 같은 결과·회귀/시간·비용/남은 위험 기준으로 모이는 도식이다. 하단은 조건부 채택과 되돌림이다. 실행 결과·점수·수치·PASS 배지를 표시하지 않는다. 발표자는 도식의 순서만 짚는다. 새 Live Demo는 없다.</a:t>
            </a:r>
          </a:p>
          <a:p xmlns:a="http://schemas.openxmlformats.org/drawingml/2006/main">
            <a:r>
              <a:t/>
            </a:r>
          </a:p>
          <a:p xmlns:a="http://schemas.openxmlformats.org/drawingml/2006/main">
            <a:r>
              <a:t>**Audience Interaction:**</a:t>
            </a:r>
          </a:p>
          <a:p xmlns:a="http://schemas.openxmlformats.org/drawingml/2006/main">
            <a:r>
              <a:t>질문은 설명을 여는 수사적 질문이다. 응답·실습·기록·제출을 요구하지 않는다. 개인 선택은 S97/S98에 남긴다.</a:t>
            </a:r>
          </a:p>
          <a:p xmlns:a="http://schemas.openxmlformats.org/drawingml/2006/main">
            <a:r>
              <a:t/>
            </a:r>
          </a:p>
          <a:p xmlns:a="http://schemas.openxmlformats.org/drawingml/2006/main">
            <a:r>
              <a:t>**Transition:**</a:t>
            </a:r>
          </a:p>
          <a:p xmlns:a="http://schemas.openxmlformats.org/drawingml/2006/main">
            <a:r>
              <a:t>“부족한 것뿐 아니라 겹쳐 쌓인 것도 포함해, 내 업무의 문제 하나를 골라봅시다.”</a:t>
            </a:r>
          </a:p>
          <a:p xmlns:a="http://schemas.openxmlformats.org/drawingml/2006/main">
            <a:r>
              <a:t/>
            </a:r>
          </a:p>
          <a:p xmlns:a="http://schemas.openxmlformats.org/drawingml/2006/main">
            <a:r>
              <a:t>**Time Management:**</a:t>
            </a:r>
          </a:p>
          <a:p xmlns:a="http://schemas.openxmlformats.org/drawingml/2006/main">
            <a:r>
              <a:t>Lecture2분. 0:00–0:25 연결 질문,0:25–1:25 도식·범위 설명,1:25–2:00 판단 경계와 다음 장 연결. 외부 사례의 수치·상세 아키텍처 설명을 확장하지 않는다. 초과하면 예시 설명을 줄이고 근거 경계를 유지한다.</a:t>
            </a:r>
          </a:p>
          <a:p xmlns:a="http://schemas.openxmlformats.org/drawingml/2006/main">
            <a:r>
              <a:t/>
            </a:r>
          </a:p>
          <a:p xmlns:a="http://schemas.openxmlformats.org/drawingml/2006/main">
            <a:r>
              <a:t>**Fallback:**</a:t>
            </a:r>
          </a:p>
          <a:p xmlns:a="http://schemas.openxmlformats.org/drawingml/2006/main">
            <a:r>
              <a:t>LOCAL STATIC ARTIFACT — production/ACT_5.pptx의 S96와 production/preview/act5/S96.png. Native 도식은 공개 사례 각색/교육용 판단 모델이며 실행 Screenshot이 아니다.</a:t>
            </a:r>
          </a:p>
          <a:p xmlns:a="http://schemas.openxmlformats.org/drawingml/2006/main">
            <a:r>
              <a:t/>
            </a:r>
          </a:p>
          <a:p xmlns:a="http://schemas.openxmlformats.org/drawingml/2006/main">
            <a:r>
              <a:t>**Validation Status:**</a:t>
            </a:r>
          </a:p>
          <a:p xmlns:a="http://schemas.openxmlformats.org/drawingml/2006/main">
            <a:r>
              <a:t>CONTENT ALIGNED — DEC-0083. 최종 패키지/PNG/내장 Notes 대조는 production/evaluation/ACT_5_HARNESS_REASSESSMENT.md에 별도 기록한다. Windows/발표 PC 글꼴/제품·계정/교육장/실측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S97 — 내 업무에서는 무엇이 반복해서 막힐까?</a:t>
            </a:r>
          </a:p>
          <a:p xmlns:a="http://schemas.openxmlformats.org/drawingml/2006/main">
            <a:r>
              <a:t/>
            </a:r>
          </a:p>
          <a:p xmlns:a="http://schemas.openxmlformats.org/drawingml/2006/main">
            <a:r>
              <a:t>**Slide ID:**</a:t>
            </a:r>
          </a:p>
          <a:p xmlns:a="http://schemas.openxmlformats.org/drawingml/2006/main">
            <a:r>
              <a:t>S97</a:t>
            </a:r>
          </a:p>
          <a:p xmlns:a="http://schemas.openxmlformats.org/drawingml/2006/main">
            <a:r>
              <a:t/>
            </a:r>
          </a:p>
          <a:p xmlns:a="http://schemas.openxmlformats.org/drawingml/2006/main">
            <a:r>
              <a:t>**Working Title:**</a:t>
            </a:r>
          </a:p>
          <a:p xmlns:a="http://schemas.openxmlformats.org/drawingml/2006/main">
            <a:r>
              <a:t>내 업무에서는 무엇이 반복해서 막힐까?</a:t>
            </a:r>
          </a:p>
          <a:p xmlns:a="http://schemas.openxmlformats.org/drawingml/2006/main">
            <a:r>
              <a:t/>
            </a:r>
          </a:p>
          <a:p xmlns:a="http://schemas.openxmlformats.org/drawingml/2006/main">
            <a:r>
              <a:t>**ACT / Section:**</a:t>
            </a:r>
          </a:p>
          <a:p xmlns:a="http://schemas.openxmlformats.org/drawingml/2006/main">
            <a:r>
              <a:t>ACT 5 / 5B  C++ VISION / MY REPOSITORY TRANSFER</a:t>
            </a:r>
          </a:p>
          <a:p xmlns:a="http://schemas.openxmlformats.org/drawingml/2006/main">
            <a:r>
              <a:t/>
            </a:r>
          </a:p>
          <a:p xmlns:a="http://schemas.openxmlformats.org/drawingml/2006/main">
            <a:r>
              <a:t>**Allocated Time:**</a:t>
            </a:r>
          </a:p>
          <a:p xmlns:a="http://schemas.openxmlformats.org/drawingml/2006/main">
            <a:r>
              <a:t>5 minutes</a:t>
            </a:r>
          </a:p>
          <a:p xmlns:a="http://schemas.openxmlformats.org/drawingml/2006/main">
            <a:r>
              <a:t/>
            </a:r>
          </a:p>
          <a:p xmlns:a="http://schemas.openxmlformats.org/drawingml/2006/main">
            <a:r>
              <a:t>**Mode Split:**</a:t>
            </a:r>
          </a:p>
          <a:p xmlns:a="http://schemas.openxmlformats.org/drawingml/2006/main">
            <a:r>
              <a:t>Case 1분 + Transition 4분</a:t>
            </a:r>
          </a:p>
          <a:p xmlns:a="http://schemas.openxmlformats.org/drawingml/2006/main">
            <a:r>
              <a:t/>
            </a:r>
          </a:p>
          <a:p xmlns:a="http://schemas.openxmlformats.org/drawingml/2006/main">
            <a:r>
              <a:t>**Primary Message:**</a:t>
            </a:r>
          </a:p>
          <a:p xmlns:a="http://schemas.openxmlformats.org/drawingml/2006/main">
            <a:r>
              <a:t>성능 조사·빌드·측정 업무의 반복 마찰과 겹쳐 쌓인 지침·절차·역할을 증상부터 읽고 Task/Context/Workflow/Verification/Feedback 중 가까운 문제 하나를 고른다. 원인 확인 없이 추가·통합·제거를 처방하지 않는다.</a:t>
            </a:r>
          </a:p>
          <a:p xmlns:a="http://schemas.openxmlformats.org/drawingml/2006/main">
            <a:r>
              <a:t/>
            </a:r>
          </a:p>
          <a:p xmlns:a="http://schemas.openxmlformats.org/drawingml/2006/main">
            <a:r>
              <a:t>**Opening Question:**</a:t>
            </a:r>
          </a:p>
          <a:p xmlns:a="http://schemas.openxmlformats.org/drawingml/2006/main">
            <a:r>
              <a:t>“내 업무에서는 어떤 문제가 반복해서 막히나요?”</a:t>
            </a:r>
          </a:p>
          <a:p xmlns:a="http://schemas.openxmlformats.org/drawingml/2006/main">
            <a:r>
              <a:t/>
            </a:r>
          </a:p>
          <a:p xmlns:a="http://schemas.openxmlformats.org/drawingml/2006/main">
            <a:r>
              <a:t>**Speaker Flow:**</a:t>
            </a:r>
          </a:p>
          <a:p xmlns:a="http://schemas.openxmlformats.org/drawingml/2006/main">
            <a:r>
              <a:t>1. (0:00–1:00 / Case) C++ Vision 업무에 비춰 보는 교육용 질문임을 밝힌다. 성능 조사 범위, 빌드·동작 명세·장치 조건, 분석·변경·측정·회귀 확인을 앞의 Demo와 같은 engineering 관점으로 연결한다. 실제 회사 사건이나 검증된 절차가 아니다.</a:t>
            </a:r>
          </a:p>
          <a:p xmlns:a="http://schemas.openxmlformats.org/drawingml/2006/main">
            <a:r>
              <a:t>2. (1:00–3:00 / Transition) A–E의 가운데 증상을 먼저 읽고 오른쪽 분류를 보조로 연결한다. A 요청 범위, B 반복·중복되는 프로젝트 사실·지침, C 반복되거나 역할 간 겹치는 수행 방법, D 완료 판단의 검사 기준, E 반복 실패의 원인·기준 재검토다. 다섯 항목은 같은 수준의 적용 후보이지 순서가 아니다. B의 빌드·명세·장치 조건과 C의 분석·변경·측정·회귀 확인 예시는 보존한다. 부족한 안내를 보완하는 것뿐 아니라 이미 겹친 지침·절차·역할을 통합·제거할 필요도 볼 수 있다.</a:t>
            </a:r>
          </a:p>
          <a:p xmlns:a="http://schemas.openxmlformats.org/drawingml/2006/main">
            <a:r>
              <a:t>3. (3:00–5:00 / Transition) 자기 업무와 가까운 문제 하나만 마음속으로 떠올리게 한다. E는 실패가 반복됐으니 무조건 추가·통합·제거하라는 뜻이 아니라 기록·원인·기준을 다시 보는 출발점이다. S98에서 같은 글자의 다음 행동과 확인 근거를 생각하게 한다. 새 분류 이론·Demo를 열지 않는다.</a:t>
            </a:r>
          </a:p>
          <a:p xmlns:a="http://schemas.openxmlformats.org/drawingml/2006/main">
            <a:r>
              <a:t/>
            </a:r>
          </a:p>
          <a:p xmlns:a="http://schemas.openxmlformats.org/drawingml/2006/main">
            <a:r>
              <a:t>**Evidence / Source:**</a:t>
            </a:r>
          </a:p>
          <a:p xmlns:a="http://schemas.openxmlformats.org/drawingml/2006/main">
            <a:r>
              <a:t>TEACHING_MODEL · C++ Vision engineering-pattern transfer. 실제 C++ Project, hardware, toolchain 또는 benchmark 결과는 사용하지 않는다.</a:t>
            </a:r>
          </a:p>
          <a:p xmlns:a="http://schemas.openxmlformats.org/drawingml/2006/main">
            <a:r>
              <a:t/>
            </a:r>
          </a:p>
          <a:p xmlns:a="http://schemas.openxmlformats.org/drawingml/2006/main">
            <a:r>
              <a:t>**Claim Boundary:**</a:t>
            </a:r>
          </a:p>
          <a:p xmlns:a="http://schemas.openxmlformats.org/drawingml/2006/main">
            <a:r>
              <a:t>다섯 선택지는 같은 높이의 적용 후보이며 순서가 있는 maturity ladder가 아니다. 특정 C++ Project 규칙·도구·hardware 또는 검증된 procedure를 보장하지 않는다. 통합·제거는 재평가 후보이며 줄일수록 좋다는 주장이 아니다.</a:t>
            </a:r>
          </a:p>
          <a:p xmlns:a="http://schemas.openxmlformats.org/drawingml/2006/main">
            <a:r>
              <a:t/>
            </a:r>
          </a:p>
          <a:p xmlns:a="http://schemas.openxmlformats.org/drawingml/2006/main">
            <a:r>
              <a:t>**Beginner Explanation:**</a:t>
            </a:r>
          </a:p>
          <a:p xmlns:a="http://schemas.openxmlformats.org/drawingml/2006/main">
            <a:r>
              <a:t>영어 Layer 이름보다 내가 겪는 증상을 먼저 읽고 가까운 것 하나를 찾는다.</a:t>
            </a:r>
          </a:p>
          <a:p xmlns:a="http://schemas.openxmlformats.org/drawingml/2006/main">
            <a:r>
              <a:t/>
            </a:r>
          </a:p>
          <a:p xmlns:a="http://schemas.openxmlformats.org/drawingml/2006/main">
            <a:r>
              <a:t>**Advanced Insight:**</a:t>
            </a:r>
          </a:p>
          <a:p xmlns:a="http://schemas.openxmlformats.org/drawingml/2006/main">
            <a:r>
              <a:t>반복 비용·중복 유지 부담·위험과 근거에 맞는 적용 후보를 고른다. 원인 확인과 시스템 변경을 분리한다.</a:t>
            </a:r>
          </a:p>
          <a:p xmlns:a="http://schemas.openxmlformats.org/drawingml/2006/main">
            <a:r>
              <a:t/>
            </a:r>
          </a:p>
          <a:p xmlns:a="http://schemas.openxmlformats.org/drawingml/2006/main">
            <a:r>
              <a:t>**C++ Vision Bridge:**</a:t>
            </a:r>
          </a:p>
          <a:p xmlns:a="http://schemas.openxmlformats.org/drawingml/2006/main">
            <a:r>
              <a:t>Primary bridge. A 성능 병목 조사의 범위, B build mode/동작 명세/hardware assumption, C profile→change→benchmark→regression, D tests+benchmark의 기대 기준, E 반복 이슈의 원문·검증 기준 대조다. 실제 C++ 프로젝트 도구·절차·결과를 보장하지 않는다.</a:t>
            </a:r>
          </a:p>
          <a:p xmlns:a="http://schemas.openxmlformats.org/drawingml/2006/main">
            <a:r>
              <a:t/>
            </a:r>
          </a:p>
          <a:p xmlns:a="http://schemas.openxmlformats.org/drawingml/2006/main">
            <a:r>
              <a:t>**Demo Operation:**</a:t>
            </a:r>
          </a:p>
          <a:p xmlns:a="http://schemas.openxmlformats.org/drawingml/2006/main">
            <a:r>
              <a:t>새 Demo 없음. 각 행은 A–E 표식→가운데 증상→오른쪽 한국어·영어 분류 순으로 본다. 가로 화살표나 단계 진행은 없으며 다섯 선택지를 동등하게 둔다. 증상 설명을 다시 강의하지 않고 가까운 하나를 선택하는 전환으로 운영한다. B/C는 반복 설명·절차와 중복 유지·겹친 역할을 포함한다. 기존 C++ 예시는 위 Speaker Flow에 보존한다.</a:t>
            </a:r>
          </a:p>
          <a:p xmlns:a="http://schemas.openxmlformats.org/drawingml/2006/main">
            <a:r>
              <a:t/>
            </a:r>
          </a:p>
          <a:p xmlns:a="http://schemas.openxmlformats.org/drawingml/2006/main">
            <a:r>
              <a:t>**Audience Interaction:**</a:t>
            </a:r>
          </a:p>
          <a:p xmlns:a="http://schemas.openxmlformats.org/drawingml/2006/main">
            <a:r>
              <a:t>청중의 선택 발표·투표·실습·제출을 요구하지 않는다. 고른 문제의 A–E를 마음속에 남기고 S98의 같은 글자로 이어간다.</a:t>
            </a:r>
          </a:p>
          <a:p xmlns:a="http://schemas.openxmlformats.org/drawingml/2006/main">
            <a:r>
              <a:t/>
            </a:r>
          </a:p>
          <a:p xmlns:a="http://schemas.openxmlformats.org/drawingml/2006/main">
            <a:r>
              <a:t>**Transition:**</a:t>
            </a:r>
          </a:p>
          <a:p xmlns:a="http://schemas.openxmlformats.org/drawingml/2006/main">
            <a:r>
              <a:t>“방금 고른 문제의 같은 글자를 따라, 다음 작업의 작은 행동 하나를 생각해 봅시다.”</a:t>
            </a:r>
          </a:p>
          <a:p xmlns:a="http://schemas.openxmlformats.org/drawingml/2006/main">
            <a:r>
              <a:t/>
            </a:r>
          </a:p>
          <a:p xmlns:a="http://schemas.openxmlformats.org/drawingml/2006/main">
            <a:r>
              <a:t>**Time Management:**</a:t>
            </a:r>
          </a:p>
          <a:p xmlns:a="http://schemas.openxmlformats.org/drawingml/2006/main">
            <a:r>
              <a:t>Case1분+Transition4분=5분. 1분은 업무 전이의 범위, 나머지는 증상 비교와 개인 선택의 handoff다. 실제 리허설은 미검증이며 새 강의·사례를 추가하지 않는다.</a:t>
            </a:r>
          </a:p>
          <a:p xmlns:a="http://schemas.openxmlformats.org/drawingml/2006/main">
            <a:r>
              <a:t/>
            </a:r>
          </a:p>
          <a:p xmlns:a="http://schemas.openxmlformats.org/drawingml/2006/main">
            <a:r>
              <a:t>**Fallback:**</a:t>
            </a:r>
          </a:p>
          <a:p xmlns:a="http://schemas.openxmlformats.org/drawingml/2006/main">
            <a:r>
              <a:t>LOCAL STATIC ARTIFACT — production/ACT_5.pptx의 S97와 production/preview/act5/S97.png를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S98 — 고른 문제에서, 다음 행동 하나로</a:t>
            </a:r>
          </a:p>
          <a:p xmlns:a="http://schemas.openxmlformats.org/drawingml/2006/main">
            <a:r>
              <a:t/>
            </a:r>
          </a:p>
          <a:p xmlns:a="http://schemas.openxmlformats.org/drawingml/2006/main">
            <a:r>
              <a:t>**Slide ID:**</a:t>
            </a:r>
          </a:p>
          <a:p xmlns:a="http://schemas.openxmlformats.org/drawingml/2006/main">
            <a:r>
              <a:t>S98</a:t>
            </a:r>
          </a:p>
          <a:p xmlns:a="http://schemas.openxmlformats.org/drawingml/2006/main">
            <a:r>
              <a:t/>
            </a:r>
          </a:p>
          <a:p xmlns:a="http://schemas.openxmlformats.org/drawingml/2006/main">
            <a:r>
              <a:t>**Working Title:**</a:t>
            </a:r>
          </a:p>
          <a:p xmlns:a="http://schemas.openxmlformats.org/drawingml/2006/main">
            <a:r>
              <a:t>고른 문제에서, 다음 행동 하나로</a:t>
            </a:r>
          </a:p>
          <a:p xmlns:a="http://schemas.openxmlformats.org/drawingml/2006/main">
            <a:r>
              <a:t/>
            </a:r>
          </a:p>
          <a:p xmlns:a="http://schemas.openxmlformats.org/drawingml/2006/main">
            <a:r>
              <a:t>**ACT / Section:**</a:t>
            </a:r>
          </a:p>
          <a:p xmlns:a="http://schemas.openxmlformats.org/drawingml/2006/main">
            <a:r>
              <a:t>ACT 5 / 5B  FINAL REFLECTION</a:t>
            </a:r>
          </a:p>
          <a:p xmlns:a="http://schemas.openxmlformats.org/drawingml/2006/main">
            <a:r>
              <a:t/>
            </a:r>
          </a:p>
          <a:p xmlns:a="http://schemas.openxmlformats.org/drawingml/2006/main">
            <a:r>
              <a:t>**Allocated Time:**</a:t>
            </a:r>
          </a:p>
          <a:p xmlns:a="http://schemas.openxmlformats.org/drawingml/2006/main">
            <a:r>
              <a:t>4 minutes</a:t>
            </a:r>
          </a:p>
          <a:p xmlns:a="http://schemas.openxmlformats.org/drawingml/2006/main">
            <a:r>
              <a:t/>
            </a:r>
          </a:p>
          <a:p xmlns:a="http://schemas.openxmlformats.org/drawingml/2006/main">
            <a:r>
              <a:t>**Mode Split:**</a:t>
            </a:r>
          </a:p>
          <a:p xmlns:a="http://schemas.openxmlformats.org/drawingml/2006/main">
            <a:r>
              <a:t>Lecture 2분 + Reflection 2분</a:t>
            </a:r>
          </a:p>
          <a:p xmlns:a="http://schemas.openxmlformats.org/drawingml/2006/main">
            <a:r>
              <a:t/>
            </a:r>
          </a:p>
          <a:p xmlns:a="http://schemas.openxmlformats.org/drawingml/2006/main">
            <a:r>
              <a:t>**Primary Message:**</a:t>
            </a:r>
          </a:p>
          <a:p xmlns:a="http://schemas.openxmlformats.org/drawingml/2006/main">
            <a:r>
              <a:t>S97에서 고른 A–E를 같은 글자의 작은 다음 행동으로 이어 받는다. B는 출처·검토자와 중복 지침 통합, C는 수행 절차·역할의 통합·제거 후보와 둘 위치·갱신 책임을 생각한다. 확인 근거 하나를 함께 고르되 다섯 행동을 모두 수행하거나 약속할 필요는 없다.</a:t>
            </a:r>
          </a:p>
          <a:p xmlns:a="http://schemas.openxmlformats.org/drawingml/2006/main">
            <a:r>
              <a:t/>
            </a:r>
          </a:p>
          <a:p xmlns:a="http://schemas.openxmlformats.org/drawingml/2006/main">
            <a:r>
              <a:t>**Opening Question:**</a:t>
            </a:r>
          </a:p>
          <a:p xmlns:a="http://schemas.openxmlformats.org/drawingml/2006/main">
            <a:r>
              <a:t>“고른 문제에서 무엇을 작게 바꾸고, 어떤 근거로 확인해 볼까요?”</a:t>
            </a:r>
          </a:p>
          <a:p xmlns:a="http://schemas.openxmlformats.org/drawingml/2006/main">
            <a:r>
              <a:t/>
            </a:r>
          </a:p>
          <a:p xmlns:a="http://schemas.openxmlformats.org/drawingml/2006/main">
            <a:r>
              <a:t>**Speaker Flow:**</a:t>
            </a:r>
          </a:p>
          <a:p xmlns:a="http://schemas.openxmlformats.org/drawingml/2006/main">
            <a:r>
              <a:t>1. (0:00–1:00 / Lecture) S97에서 마음속으로 고른 같은 글자의 행동만 생각하도록 안내한다. A 목표·변경 범위를 요청에 적기, B 출처·검토자를 정하고 중복 지침 통합, C 절차·역할의 통합·제거 후보와 둘 위치·갱신자, D 완료 판단 검사, E 반복 실패의 기록·원인 대조다. 모든 항목을 도입하는 목록이 아니다.</a:t>
            </a:r>
          </a:p>
          <a:p xmlns:a="http://schemas.openxmlformats.org/drawingml/2006/main">
            <a:r>
              <a:t>2. (1:00–2:00 / Lecture) 오른쪽의 확인 근거 질문을 읽는다. 무엇이 달라졌는지 어떤 기록으로 볼지 생각한다. 예를 들어 A 목표와 변경 범위 대조, B 원출처와 참조 경로, C 실제 적용 절차 기록, D 명세와 검사 결과, E 원문과 현재 기준을 볼 수 있다. B/C에서 통합·제거를 생각했다면 같은 대표 작업의 결과·회귀·남은 위험을 대조할 근거도 정한다. 이는 앞으로 확인할 자료 후보이며 이미 실행하거나 좋아진 결과가 아니다. 원인에 따라 그대로 유지하거나 후보를 되돌리는 선택도 가능하다.</a:t>
            </a:r>
          </a:p>
          <a:p xmlns:a="http://schemas.openxmlformats.org/drawingml/2006/main">
            <a:r>
              <a:t>3. (2:00–4:00 / Reflection) 두 분 동안 선택한 문제→작은 행동→확인 근거를 조용히 마음속으로 연결하게 한다. 답변·기록·발표·제출·실천 약속은 요구하지 않는다. 도구나 문서를 새로 만드는 과제가 아니며 기존 출처로 충분하면 그대로 쓸 수 있다. 2분 뒤 Q&amp;A로 이동한다.</a:t>
            </a:r>
          </a:p>
          <a:p xmlns:a="http://schemas.openxmlformats.org/drawingml/2006/main">
            <a:r>
              <a:t/>
            </a:r>
          </a:p>
          <a:p xmlns:a="http://schemas.openxmlformats.org/drawingml/2006/main">
            <a:r>
              <a:t>**Evidence / Source:**</a:t>
            </a:r>
          </a:p>
          <a:p xmlns:a="http://schemas.openxmlformats.org/drawingml/2006/main">
            <a:r>
              <a:t>TEACHING_MODEL · 승인된 private reflection prompt. 개인 업무에 대한 새 관찰 근거는 수집하지 않는다.</a:t>
            </a:r>
          </a:p>
          <a:p xmlns:a="http://schemas.openxmlformats.org/drawingml/2006/main">
            <a:r>
              <a:t/>
            </a:r>
          </a:p>
          <a:p xmlns:a="http://schemas.openxmlformats.org/drawingml/2006/main">
            <a:r>
              <a:t>**Claim Boundary:**</a:t>
            </a:r>
          </a:p>
          <a:p xmlns:a="http://schemas.openxmlformats.org/drawingml/2006/main">
            <a:r>
              <a:t>개인 Reflection이며 응답, 공유, written commitment 또는 실제 업무 변경을 요구하지 않는다. 통합·제거의 성공·비용 절감·품질 유지 결과는 관찰하지 않았다.</a:t>
            </a:r>
          </a:p>
          <a:p xmlns:a="http://schemas.openxmlformats.org/drawingml/2006/main">
            <a:r>
              <a:t/>
            </a:r>
          </a:p>
          <a:p xmlns:a="http://schemas.openxmlformats.org/drawingml/2006/main">
            <a:r>
              <a:t>**Beginner Explanation:**</a:t>
            </a:r>
          </a:p>
          <a:p xmlns:a="http://schemas.openxmlformats.org/drawingml/2006/main">
            <a:r>
              <a:t>고른 문제 하나에 대해 다음 작업에서 작게 달리할 행동과 확인할 자료 하나를 떠올린다.</a:t>
            </a:r>
          </a:p>
          <a:p xmlns:a="http://schemas.openxmlformats.org/drawingml/2006/main">
            <a:r>
              <a:t/>
            </a:r>
          </a:p>
          <a:p xmlns:a="http://schemas.openxmlformats.org/drawingml/2006/main">
            <a:r>
              <a:t>**Advanced Insight:**</a:t>
            </a:r>
          </a:p>
          <a:p xmlns:a="http://schemas.openxmlformats.org/drawingml/2006/main">
            <a:r>
              <a:t>추가·통합·제거 후보를 확인 근거와 유지 위치·검토/갱신 책임에 연결한다. 원인 미확인 상태의 시스템 변경을 강요하지 않는다.</a:t>
            </a:r>
          </a:p>
          <a:p xmlns:a="http://schemas.openxmlformats.org/drawingml/2006/main">
            <a:r>
              <a:t/>
            </a:r>
          </a:p>
          <a:p xmlns:a="http://schemas.openxmlformats.org/drawingml/2006/main">
            <a:r>
              <a:t>**C++ Vision Bridge:**</a:t>
            </a:r>
          </a:p>
          <a:p xmlns:a="http://schemas.openxmlformats.org/drawingml/2006/main">
            <a:r>
              <a:t>자신의 Vision 또는 개발 Repository에 같은 질문을 개인적으로 적용할 수 있다.</a:t>
            </a:r>
          </a:p>
          <a:p xmlns:a="http://schemas.openxmlformats.org/drawingml/2006/main">
            <a:r>
              <a:t/>
            </a:r>
          </a:p>
          <a:p xmlns:a="http://schemas.openxmlformats.org/drawingml/2006/main">
            <a:r>
              <a:t>**Demo Operation:**</a:t>
            </a:r>
          </a:p>
          <a:p xmlns:a="http://schemas.openxmlformats.org/drawingml/2006/main">
            <a:r>
              <a:t>왼쪽 A–E 행동은 S97과 같은 글자로 대응한다. 오른쪽은 모든 선택에 공통인 확인 근거 질문이다. 새 Trial이나 실행 결과·성공 판정은 없다. 선택은 마음속으로 하며 화면상 특정 항목을 강제로 선택하지 않는다. B의 중복 지침 통합, C의 절차·역할 통합·제거는 하나의 선택 가능한 후보이며 실행 명령이나 과제가 아니다. 공통 질문 아래의 출처·검토·갱신 책임도 짚는다.</a:t>
            </a:r>
          </a:p>
          <a:p xmlns:a="http://schemas.openxmlformats.org/drawingml/2006/main">
            <a:r>
              <a:t/>
            </a:r>
          </a:p>
          <a:p xmlns:a="http://schemas.openxmlformats.org/drawingml/2006/main">
            <a:r>
              <a:t>**Audience Interaction:**</a:t>
            </a:r>
          </a:p>
          <a:p xmlns:a="http://schemas.openxmlformats.org/drawingml/2006/main">
            <a:r>
              <a:t>개인 성찰2분. 하나의 행동과 확인 근거를 마음속으로 고르게 하고 공유나 실천 약속을 받지 않는다. 침묵을 허용하며 응답을 기다리지 않고 정해진 시점에 Q&amp;A로 넘긴다.</a:t>
            </a:r>
          </a:p>
          <a:p xmlns:a="http://schemas.openxmlformats.org/drawingml/2006/main">
            <a:r>
              <a:t/>
            </a:r>
          </a:p>
          <a:p xmlns:a="http://schemas.openxmlformats.org/drawingml/2006/main">
            <a:r>
              <a:t>**Transition:**</a:t>
            </a:r>
          </a:p>
          <a:p xmlns:a="http://schemas.openxmlformats.org/drawingml/2006/main">
            <a:r>
              <a:t>“생각한 한 가지는 마음속에 두고, 이제 남은 질문을 받겠습니다.”</a:t>
            </a:r>
          </a:p>
          <a:p xmlns:a="http://schemas.openxmlformats.org/drawingml/2006/main">
            <a:r>
              <a:t/>
            </a:r>
          </a:p>
          <a:p xmlns:a="http://schemas.openxmlformats.org/drawingml/2006/main">
            <a:r>
              <a:t>**Time Management:**</a:t>
            </a:r>
          </a:p>
          <a:p xmlns:a="http://schemas.openxmlformats.org/drawingml/2006/main">
            <a:r>
              <a:t>Lecture2분+Reflection2분=4분. S97의 증상을 다시 읽거나 다섯 기술을 재강의하지 않는다. Reflection은2분에 끝내고 Q&amp;A와 구분한다.</a:t>
            </a:r>
          </a:p>
          <a:p xmlns:a="http://schemas.openxmlformats.org/drawingml/2006/main">
            <a:r>
              <a:t/>
            </a:r>
          </a:p>
          <a:p xmlns:a="http://schemas.openxmlformats.org/drawingml/2006/main">
            <a:r>
              <a:t>**Fallback:**</a:t>
            </a:r>
          </a:p>
          <a:p xmlns:a="http://schemas.openxmlformats.org/drawingml/2006/main">
            <a:r>
              <a:t>LOCAL STATIC ARTIFACT — production/ACT_5.pptx의 S98와 production/preview/act5/S98.png를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S99 — Q&amp;A와 교육 마무리</a:t>
            </a:r>
          </a:p>
          <a:p xmlns:a="http://schemas.openxmlformats.org/drawingml/2006/main">
            <a:r>
              <a:t/>
            </a:r>
          </a:p>
          <a:p xmlns:a="http://schemas.openxmlformats.org/drawingml/2006/main">
            <a:r>
              <a:t>**Slide ID:**</a:t>
            </a:r>
          </a:p>
          <a:p xmlns:a="http://schemas.openxmlformats.org/drawingml/2006/main">
            <a:r>
              <a:t>S99</a:t>
            </a:r>
          </a:p>
          <a:p xmlns:a="http://schemas.openxmlformats.org/drawingml/2006/main">
            <a:r>
              <a:t/>
            </a:r>
          </a:p>
          <a:p xmlns:a="http://schemas.openxmlformats.org/drawingml/2006/main">
            <a:r>
              <a:t>**Working Title:**</a:t>
            </a:r>
          </a:p>
          <a:p xmlns:a="http://schemas.openxmlformats.org/drawingml/2006/main">
            <a:r>
              <a:t>Q&amp;A와 교육 마무리</a:t>
            </a:r>
          </a:p>
          <a:p xmlns:a="http://schemas.openxmlformats.org/drawingml/2006/main">
            <a:r>
              <a:t/>
            </a:r>
          </a:p>
          <a:p xmlns:a="http://schemas.openxmlformats.org/drawingml/2006/main">
            <a:r>
              <a:t>**ACT / Section:**</a:t>
            </a:r>
          </a:p>
          <a:p xmlns:a="http://schemas.openxmlformats.org/drawingml/2006/main">
            <a:r>
              <a:t>ACT 5 / 5B  FINAL Q&amp;A / CLOSING</a:t>
            </a:r>
          </a:p>
          <a:p xmlns:a="http://schemas.openxmlformats.org/drawingml/2006/main">
            <a:r>
              <a:t/>
            </a:r>
          </a:p>
          <a:p xmlns:a="http://schemas.openxmlformats.org/drawingml/2006/main">
            <a:r>
              <a:t>**Allocated Time:**</a:t>
            </a:r>
          </a:p>
          <a:p xmlns:a="http://schemas.openxmlformats.org/drawingml/2006/main">
            <a:r>
              <a:t>6 minutes</a:t>
            </a:r>
          </a:p>
          <a:p xmlns:a="http://schemas.openxmlformats.org/drawingml/2006/main">
            <a:r>
              <a:t/>
            </a:r>
          </a:p>
          <a:p xmlns:a="http://schemas.openxmlformats.org/drawingml/2006/main">
            <a:r>
              <a:t>**Mode Split:**</a:t>
            </a:r>
          </a:p>
          <a:p xmlns:a="http://schemas.openxmlformats.org/drawingml/2006/main">
            <a:r>
              <a:t>Q&amp;A 4분 + Closing Transition 2분</a:t>
            </a:r>
          </a:p>
          <a:p xmlns:a="http://schemas.openxmlformats.org/drawingml/2006/main">
            <a:r>
              <a:t/>
            </a:r>
          </a:p>
          <a:p xmlns:a="http://schemas.openxmlformats.org/drawingml/2006/main">
            <a:r>
              <a:t>**Primary Message:**</a:t>
            </a:r>
          </a:p>
          <a:p xmlns:a="http://schemas.openxmlformats.org/drawingml/2006/main">
            <a:r>
              <a:t>남은 질문을 받은 뒤 Chatbot→Prompt→Context→Harness→Loop의 같은 용어로 여정을 닫는다. 목표·판단·검증·책임을 유지하며 AI가 잘 일할 환경을 설계한다.</a:t>
            </a:r>
          </a:p>
          <a:p xmlns:a="http://schemas.openxmlformats.org/drawingml/2006/main">
            <a:r>
              <a:t/>
            </a:r>
          </a:p>
          <a:p xmlns:a="http://schemas.openxmlformats.org/drawingml/2006/main">
            <a:r>
              <a:t>**Opening Question:**</a:t>
            </a:r>
          </a:p>
          <a:p xmlns:a="http://schemas.openxmlformats.org/drawingml/2006/main">
            <a:r>
              <a:t>“남은 질문은 무엇인가요?”</a:t>
            </a:r>
          </a:p>
          <a:p xmlns:a="http://schemas.openxmlformats.org/drawingml/2006/main">
            <a:r>
              <a:t/>
            </a:r>
          </a:p>
          <a:p xmlns:a="http://schemas.openxmlformats.org/drawingml/2006/main">
            <a:r>
              <a:t>**Speaker Flow:**</a:t>
            </a:r>
          </a:p>
          <a:p xmlns:a="http://schemas.openxmlformats.org/drawingml/2006/main">
            <a:r>
              <a:t>1. (0:00–4:00 / Q&amp;A) 상단의 남은 질문은 무엇인가요를 가리키며 질문을 받는다. S98에서 고른 행동을 다시 발표시키지 않는다. 질문이 없으면 “결과를 수용할 때 어떤 근거를 받아야 할까요?” 또는 “반복되는 실패라면 바꾸기 전에 어떤 기록을 먼저 봐야 할까요?”를 사용한다. 새 제품 사실·설명·Demo를 추가하지 않는다.</a:t>
            </a:r>
          </a:p>
          <a:p xmlns:a="http://schemas.openxmlformats.org/drawingml/2006/main">
            <a:r>
              <a:t>2. (4:00–6:00 / Closing Transition) 질문을 마감한다. 중앙의 AI가 잘 일할 환경을 설계한다를 남기고 하단의 Chatbot→Prompt→Context→Harness→Loop를 짧게 회수한다. S89과 같은 용어이며 Question/Task/System을 새 단계로 소개하지 않는다. 설계에는 필요성 재평가와 근거에 따른 통합·제거도 포함된다는 한 문장만 회수한다. 새 단계나 개념을 도입하지 않고 개인 선택 질문이나 전체 강의를 다시 열지 않는다.</a:t>
            </a:r>
          </a:p>
          <a:p xmlns:a="http://schemas.openxmlformats.org/drawingml/2006/main">
            <a:r>
              <a:t>3. 종료 Cue: “목표·판단·검증·책임을 유지하면서, AI가 잘 일할 환경을 설계합시다.”</a:t>
            </a:r>
          </a:p>
          <a:p xmlns:a="http://schemas.openxmlformats.org/drawingml/2006/main">
            <a:r>
              <a:t/>
            </a:r>
          </a:p>
          <a:p xmlns:a="http://schemas.openxmlformats.org/drawingml/2006/main">
            <a:r>
              <a:t>**Evidence / Source:**</a:t>
            </a:r>
          </a:p>
          <a:p xmlns:a="http://schemas.openxmlformats.org/drawingml/2006/main">
            <a:r>
              <a:t>TEACHING_MODEL · BEAT-070–071. 새로운 Product claim이나 기술 개념은 추가하지 않는다.</a:t>
            </a:r>
          </a:p>
          <a:p xmlns:a="http://schemas.openxmlformats.org/drawingml/2006/main">
            <a:r>
              <a:t/>
            </a:r>
          </a:p>
          <a:p xmlns:a="http://schemas.openxmlformats.org/drawingml/2006/main">
            <a:r>
              <a:t>**Claim Boundary:**</a:t>
            </a:r>
          </a:p>
          <a:p xmlns:a="http://schemas.openxmlformats.org/drawingml/2006/main">
            <a:r>
              <a:t>AI-Native Development의 course-specific framing으로 닫는다. 제품 기능, 자동화 수준 또는 모든 상황의 단일 처방을 주장하지 않는다.</a:t>
            </a:r>
          </a:p>
          <a:p xmlns:a="http://schemas.openxmlformats.org/drawingml/2006/main">
            <a:r>
              <a:t/>
            </a:r>
          </a:p>
          <a:p xmlns:a="http://schemas.openxmlformats.org/drawingml/2006/main">
            <a:r>
              <a:t>**Beginner Explanation:**</a:t>
            </a:r>
          </a:p>
          <a:p xmlns:a="http://schemas.openxmlformats.org/drawingml/2006/main">
            <a:r>
              <a:t>문제에 맞는 작은 대응과 결과를 확인할 근거를 기억한다.</a:t>
            </a:r>
          </a:p>
          <a:p xmlns:a="http://schemas.openxmlformats.org/drawingml/2006/main">
            <a:r>
              <a:t/>
            </a:r>
          </a:p>
          <a:p xmlns:a="http://schemas.openxmlformats.org/drawingml/2006/main">
            <a:r>
              <a:t>**Advanced Insight:**</a:t>
            </a:r>
          </a:p>
          <a:p xmlns:a="http://schemas.openxmlformats.org/drawingml/2006/main">
            <a:r>
              <a:t>위임과 작업 System의 설계·평가·피드백을 개발자의 판단과 책임에 연결한다.</a:t>
            </a:r>
          </a:p>
          <a:p xmlns:a="http://schemas.openxmlformats.org/drawingml/2006/main">
            <a:r>
              <a:t/>
            </a:r>
          </a:p>
          <a:p xmlns:a="http://schemas.openxmlformats.org/drawingml/2006/main">
            <a:r>
              <a:t>**C++ Vision Bridge:**</a:t>
            </a:r>
          </a:p>
          <a:p xmlns:a="http://schemas.openxmlformats.org/drawingml/2006/main">
            <a:r>
              <a:t>N/A.</a:t>
            </a:r>
          </a:p>
          <a:p xmlns:a="http://schemas.openxmlformats.org/drawingml/2006/main">
            <a:r>
              <a:t/>
            </a:r>
          </a:p>
          <a:p xmlns:a="http://schemas.openxmlformats.org/drawingml/2006/main">
            <a:r>
              <a:t>**Demo Operation:**</a:t>
            </a:r>
          </a:p>
          <a:p xmlns:a="http://schemas.openxmlformats.org/drawingml/2006/main">
            <a:r>
              <a:t>추가 실행 없음. Q&amp;A 때는 위쪽 질문, 종료 때는 중앙 한 문장과 아래 여정에 발표자 초점을 옮긴다. 원래 전체 교육 모델의 다섯 이름만 사용한다. 운영 지시와 시간표는 Notes에 둔다.</a:t>
            </a:r>
          </a:p>
          <a:p xmlns:a="http://schemas.openxmlformats.org/drawingml/2006/main">
            <a:r>
              <a:t/>
            </a:r>
          </a:p>
          <a:p xmlns:a="http://schemas.openxmlformats.org/drawingml/2006/main">
            <a:r>
              <a:t>**Audience Interaction:**</a:t>
            </a:r>
          </a:p>
          <a:p xmlns:a="http://schemas.openxmlformats.org/drawingml/2006/main">
            <a:r>
              <a:t>Q&amp;A4분. 질문이 없으면 기존 교육 범위의 확인 질문 하나로 운영한다. S98 개인 성찰을 공개 제출·실천 약속으로 바꾸지 않는다.</a:t>
            </a:r>
          </a:p>
          <a:p xmlns:a="http://schemas.openxmlformats.org/drawingml/2006/main">
            <a:r>
              <a:t/>
            </a:r>
          </a:p>
          <a:p xmlns:a="http://schemas.openxmlformats.org/drawingml/2006/main">
            <a:r>
              <a:t>**Transition:**</a:t>
            </a:r>
          </a:p>
          <a:p xmlns:a="http://schemas.openxmlformats.org/drawingml/2006/main">
            <a:r>
              <a:t>Q&amp;A4분 뒤 Closing Transition2분. Chatbot → Prompt → Context → Harness → Loop와 마지막 한 문장으로 교육 종료.</a:t>
            </a:r>
          </a:p>
          <a:p xmlns:a="http://schemas.openxmlformats.org/drawingml/2006/main">
            <a:r>
              <a:t/>
            </a:r>
          </a:p>
          <a:p xmlns:a="http://schemas.openxmlformats.org/drawingml/2006/main">
            <a:r>
              <a:t>**Time Management:**</a:t>
            </a:r>
          </a:p>
          <a:p xmlns:a="http://schemas.openxmlformats.org/drawingml/2006/main">
            <a:r>
              <a:t>Q&amp;A4분+Closing Transition2분=6분. 4분에 질문을 마감하고 마지막2분에 새로운 개념·다른 분류·추가 행동 선택을 열지 않는다.</a:t>
            </a:r>
          </a:p>
          <a:p xmlns:a="http://schemas.openxmlformats.org/drawingml/2006/main">
            <a:r>
              <a:t/>
            </a:r>
          </a:p>
          <a:p xmlns:a="http://schemas.openxmlformats.org/drawingml/2006/main">
            <a:r>
              <a:t>**Fallback:**</a:t>
            </a:r>
          </a:p>
          <a:p xmlns:a="http://schemas.openxmlformats.org/drawingml/2006/main">
            <a:r>
              <a:t>LOCAL STATIC ARTIFACT — production/ACT_5.pptx의 S99와 production/preview/act5/S99.png를 사용한다. 새 실행·원본 실행 캡처로 표현하지 않는다. 현재 화면과 Notes 검토는 production/evaluation/ACT_5_HARNESS_REASSESSMENT.md에 기록한다.</a:t>
            </a:r>
          </a:p>
          <a:p xmlns:a="http://schemas.openxmlformats.org/drawingml/2006/main">
            <a:r>
              <a:t/>
            </a:r>
          </a:p>
          <a:p xmlns:a="http://schemas.openxmlformats.org/drawingml/2006/main">
            <a:r>
              <a:t>**Validation Status:**</a:t>
            </a:r>
          </a:p>
          <a:p xmlns:a="http://schemas.openxmlformats.org/drawingml/2006/main">
            <a:r>
              <a:t>LOCAL CONTENT REVIEW COMPLETE — DEC-0083. 최종 패키지/PNG/내장 Notes 대조 결과는 production/evaluation/ACT_5_HARNESS_REASSESSMENT.md와 ACT_5_HARNESS_REASSESSMENT_VALIDATION.json에 별도 기록한다. Windows PowerPoint, 발표 PC 글꼴, 제품·계정·교육장·실측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03f7aa1baee4f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01033b0fd854eb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bcdeb6fbee04db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da37633834d543f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58fbe17a39a4ff3"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d204f529e4f4f0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C71CDFA-3784-4EDF-8CE8-7033DDCECA89}"/>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EE9CF13-1B9B-441B-B504-12FF9CA4B34E}"/>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85D5242-A533-43B2-BE73-48EBCA081F1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706E2C3-3F31-4A3D-BDA4-A0A33C7771E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109B75AF-80ED-4137-A300-9D1D13D45457}"/>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69E0E022-29B0-4FEF-A19C-086934E17F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077FF7C-E2EB-4F72-B134-570E17A9C11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E0C56D5-0DCB-4CFA-B06D-48A146B06FD2}"/>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7DD7FD2-EDA6-49EB-927F-A4078978258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53D4FD8-9325-428E-BBE2-85EC43E6B5C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3dfc1c632f24e76" /><Relationship Type="http://schemas.openxmlformats.org/officeDocument/2006/relationships/slideLayout" Target="/ppt/slideLayouts/slideLayout1.xml" Id="Raf0497518fb14b41" /><Relationship Type="http://schemas.openxmlformats.org/officeDocument/2006/relationships/slideLayout" Target="/ppt/slideLayouts/slideLayout2.xml" Id="Rc1204fb0957b4388" /><Relationship Type="http://schemas.openxmlformats.org/officeDocument/2006/relationships/slideLayout" Target="/ppt/slideLayouts/slideLayout3.xml" Id="R48290a66d4334c45" /><Relationship Type="http://schemas.openxmlformats.org/officeDocument/2006/relationships/slideLayout" Target="/ppt/slideLayouts/slideLayout4.xml" Id="R28361d4bca9542a4" /><Relationship Type="http://schemas.openxmlformats.org/officeDocument/2006/relationships/slideLayout" Target="/ppt/slideLayouts/slideLayout5.xml" Id="Ra58a107beadd492d" /><Relationship Type="http://schemas.openxmlformats.org/officeDocument/2006/relationships/slideLayout" Target="/ppt/slideLayouts/slideLayout6.xml" Id="R892878663307466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0497518fb14b41"/>
    <p:sldLayoutId xmlns:r="http://schemas.openxmlformats.org/officeDocument/2006/relationships" id="2147483650" r:id="Rc1204fb0957b4388"/>
    <p:sldLayoutId xmlns:r="http://schemas.openxmlformats.org/officeDocument/2006/relationships" id="2147483651" r:id="R48290a66d4334c45"/>
    <p:sldLayoutId xmlns:r="http://schemas.openxmlformats.org/officeDocument/2006/relationships" id="2147483652" r:id="R28361d4bca9542a4"/>
    <p:sldLayoutId xmlns:r="http://schemas.openxmlformats.org/officeDocument/2006/relationships" id="2147483653" r:id="Ra58a107beadd492d"/>
    <p:sldLayoutId xmlns:r="http://schemas.openxmlformats.org/officeDocument/2006/relationships" id="2147483654" r:id="R892878663307466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bb9b45f5bbb483e" /><Relationship Type="http://schemas.openxmlformats.org/officeDocument/2006/relationships/image" Target="/ppt/media/image.png" Id="R32a820e9b80749bd" /><Relationship Type="http://schemas.openxmlformats.org/officeDocument/2006/relationships/notesSlide" Target="/ppt/notesSlides/notesSlide1.xml" Id="Re425990450d44890"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b4b246dcaadb4e4b" /><Relationship Type="http://schemas.openxmlformats.org/officeDocument/2006/relationships/notesSlide" Target="/ppt/notesSlides/notesSlide2.xml" Id="Re29560fbd40e4ec4"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f2e76044edd40a5" /><Relationship Type="http://schemas.openxmlformats.org/officeDocument/2006/relationships/notesSlide" Target="/ppt/notesSlides/notesSlide3.xml" Id="Rc9fde9e98f1a4051"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2089e4707774d5c" /><Relationship Type="http://schemas.openxmlformats.org/officeDocument/2006/relationships/image" Target="/ppt/media/image2.png" Id="R0d1386308294436f" /><Relationship Type="http://schemas.openxmlformats.org/officeDocument/2006/relationships/notesSlide" Target="/ppt/notesSlides/notesSlide4.xml" Id="R113291bf18b44bb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3d9af556aba4604" /><Relationship Type="http://schemas.openxmlformats.org/officeDocument/2006/relationships/notesSlide" Target="/ppt/notesSlides/notesSlide5.xml" Id="R90a3c4213f9f4f5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4d7cdf1030284e10" /><Relationship Type="http://schemas.openxmlformats.org/officeDocument/2006/relationships/notesSlide" Target="/ppt/notesSlides/notesSlide6.xml" Id="R17b2baa7ae8247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c0e64e228154938" /><Relationship Type="http://schemas.openxmlformats.org/officeDocument/2006/relationships/notesSlide" Target="/ppt/notesSlides/notesSlide7.xml" Id="Rfc910dac26c643a9"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6eb53f0f21b4af2" /><Relationship Type="http://schemas.openxmlformats.org/officeDocument/2006/relationships/notesSlide" Target="/ppt/notesSlides/notesSlide8.xml" Id="R73ff2fe9a610429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505508965784618" /><Relationship Type="http://schemas.openxmlformats.org/officeDocument/2006/relationships/image" Target="/ppt/media/image3.png" Id="R4666bb767a4d42d9" /><Relationship Type="http://schemas.openxmlformats.org/officeDocument/2006/relationships/notesSlide" Target="/ppt/notesSlides/notesSlide9.xml" Id="R53ec62a6eb74474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6bd3e22e489342fd" /><Relationship Type="http://schemas.openxmlformats.org/officeDocument/2006/relationships/image" Target="/ppt/media/image4.png" Id="R43b5b7d061914ee7" /><Relationship Type="http://schemas.openxmlformats.org/officeDocument/2006/relationships/notesSlide" Target="/ppt/notesSlides/notesSlide10.xml" Id="Rab6710b60acd4314"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d10e0f349f2646eb" /><Relationship Type="http://schemas.openxmlformats.org/officeDocument/2006/relationships/notesSlide" Target="/ppt/notesSlides/notesSlide11.xml" Id="R3253220526cb4ba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6fd70276145546c7" /><Relationship Type="http://schemas.openxmlformats.org/officeDocument/2006/relationships/image" Target="/ppt/media/image5.png" Id="R2ac9a2369d95468c" /><Relationship Type="http://schemas.openxmlformats.org/officeDocument/2006/relationships/image" Target="/ppt/media/image6.png" Id="R92a9f029a1224edf" /><Relationship Type="http://schemas.openxmlformats.org/officeDocument/2006/relationships/image" Target="/ppt/media/image7.png" Id="R9f621fc5661944c4" /><Relationship Type="http://schemas.openxmlformats.org/officeDocument/2006/relationships/notesSlide" Target="/ppt/notesSlides/notesSlide12.xml" Id="R2798c33f6b3346a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8698599e7ea4743" /><Relationship Type="http://schemas.openxmlformats.org/officeDocument/2006/relationships/notesSlide" Target="/ppt/notesSlides/notesSlide13.xml" Id="R03887e36d0774e06"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5db771256aaa44cb" /><Relationship Type="http://schemas.openxmlformats.org/officeDocument/2006/relationships/image" Target="/ppt/media/image8.png" Id="R8427b6ecf5cd4be5" /><Relationship Type="http://schemas.openxmlformats.org/officeDocument/2006/relationships/image" Target="/ppt/media/image9.png" Id="R540f7f6e42d44cdf" /><Relationship Type="http://schemas.openxmlformats.org/officeDocument/2006/relationships/image" Target="/ppt/media/image10.png" Id="Rd9d53b26d73e49ec" /><Relationship Type="http://schemas.openxmlformats.org/officeDocument/2006/relationships/notesSlide" Target="/ppt/notesSlides/notesSlide14.xml" Id="R204c733d4ac9430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eb62c7751b9041f3" /><Relationship Type="http://schemas.openxmlformats.org/officeDocument/2006/relationships/image" Target="/ppt/media/image11.png" Id="R9ab4d892a93e45eb" /><Relationship Type="http://schemas.openxmlformats.org/officeDocument/2006/relationships/notesSlide" Target="/ppt/notesSlides/notesSlide15.xml" Id="Rb4b299ae5e7a49c3"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e19c9675a6b4f92" /><Relationship Type="http://schemas.openxmlformats.org/officeDocument/2006/relationships/image" Target="/ppt/media/image12.png" Id="Rfccf3723ea174455" /><Relationship Type="http://schemas.openxmlformats.org/officeDocument/2006/relationships/notesSlide" Target="/ppt/notesSlides/notesSlide16.xml" Id="R0dd66c2d4ab84f1b"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86d6ec2c13b14f3c" /><Relationship Type="http://schemas.openxmlformats.org/officeDocument/2006/relationships/notesSlide" Target="/ppt/notesSlides/notesSlide17.xml" Id="R67e4382ac8ad40d6"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39c267e8c43b4f9a" /><Relationship Type="http://schemas.openxmlformats.org/officeDocument/2006/relationships/notesSlide" Target="/ppt/notesSlides/notesSlide18.xml" Id="R4332bcf98d704ed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028b40ee202c40cc" /><Relationship Type="http://schemas.openxmlformats.org/officeDocument/2006/relationships/notesSlide" Target="/ppt/notesSlides/notesSlide19.xml" Id="R089a753e703344b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a43e0ce62a8409b" /><Relationship Type="http://schemas.openxmlformats.org/officeDocument/2006/relationships/notesSlide" Target="/ppt/notesSlides/notesSlide20.xml" Id="R11b14059b582423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23f0b7e7af5242d7" /><Relationship Type="http://schemas.openxmlformats.org/officeDocument/2006/relationships/notesSlide" Target="/ppt/notesSlides/notesSlide21.xml" Id="R24533d75037f4fb4"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db9bdd4bff964ad0" /><Relationship Type="http://schemas.openxmlformats.org/officeDocument/2006/relationships/notesSlide" Target="/ppt/notesSlides/notesSlide22.xml" Id="Rb28ef6a248644109"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ab0e94c01d8a4fc8" /><Relationship Type="http://schemas.openxmlformats.org/officeDocument/2006/relationships/notesSlide" Target="/ppt/notesSlides/notesSlide23.xml" Id="Ra00aa98884ea4ad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fbeadfe406894795" /><Relationship Type="http://schemas.openxmlformats.org/officeDocument/2006/relationships/notesSlide" Target="/ppt/notesSlides/notesSlide24.xml" Id="Re9bfff45ae5d4f52"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a12ce596dad42b3" /><Relationship Type="http://schemas.openxmlformats.org/officeDocument/2006/relationships/notesSlide" Target="/ppt/notesSlides/notesSlide25.xml" Id="R6ce4e9ea4bb74646"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095626c6d0764b3b" /><Relationship Type="http://schemas.openxmlformats.org/officeDocument/2006/relationships/notesSlide" Target="/ppt/notesSlides/notesSlide26.xml" Id="R7ab743c83d464bf4"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2746fca6705046de" /><Relationship Type="http://schemas.openxmlformats.org/officeDocument/2006/relationships/notesSlide" Target="/ppt/notesSlides/notesSlide27.xml" Id="R3482dd5c3271433d"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26e9f18182d545ae" /><Relationship Type="http://schemas.openxmlformats.org/officeDocument/2006/relationships/notesSlide" Target="/ppt/notesSlides/notesSlide28.xml" Id="R02f465871bf94e6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adc1922038844e2" /><Relationship Type="http://schemas.openxmlformats.org/officeDocument/2006/relationships/notesSlide" Target="/ppt/notesSlides/notesSlide29.xml" Id="R0b65f9809752433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b8f4b5797a64cec" /><Relationship Type="http://schemas.openxmlformats.org/officeDocument/2006/relationships/notesSlide" Target="/ppt/notesSlides/notesSlide30.xml" Id="Ra37e3614da7845a9"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a73851496e1f44b5" /><Relationship Type="http://schemas.openxmlformats.org/officeDocument/2006/relationships/notesSlide" Target="/ppt/notesSlides/notesSlide31.xml" Id="R84ef55492eae472b"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0c8670bb7584459" /><Relationship Type="http://schemas.openxmlformats.org/officeDocument/2006/relationships/notesSlide" Target="/ppt/notesSlides/notesSlide32.xml" Id="R3529948c3d32481e"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b1cf080ad5844e3" /><Relationship Type="http://schemas.openxmlformats.org/officeDocument/2006/relationships/notesSlide" Target="/ppt/notesSlides/notesSlide33.xml" Id="R196b520b42534f70"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f4e23e2be77a439e" /><Relationship Type="http://schemas.openxmlformats.org/officeDocument/2006/relationships/notesSlide" Target="/ppt/notesSlides/notesSlide34.xml" Id="R54d61f1888af40c6"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0d41a46219342c6" /><Relationship Type="http://schemas.openxmlformats.org/officeDocument/2006/relationships/notesSlide" Target="/ppt/notesSlides/notesSlide35.xml" Id="Rc1d328cd281748b7"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316a84f09a654160" /><Relationship Type="http://schemas.openxmlformats.org/officeDocument/2006/relationships/notesSlide" Target="/ppt/notesSlides/notesSlide36.xml" Id="R2210141b36204a12"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93006e80668543d6" /><Relationship Type="http://schemas.openxmlformats.org/officeDocument/2006/relationships/notesSlide" Target="/ppt/notesSlides/notesSlide37.xml" Id="R7def462e92714195"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b38d446e225843e7" /><Relationship Type="http://schemas.openxmlformats.org/officeDocument/2006/relationships/image" Target="/ppt/media/image13.png" Id="R5d7a517dee704a70" /><Relationship Type="http://schemas.openxmlformats.org/officeDocument/2006/relationships/image" Target="/ppt/media/image14.png" Id="R098ddc4438934c5a" /><Relationship Type="http://schemas.openxmlformats.org/officeDocument/2006/relationships/notesSlide" Target="/ppt/notesSlides/notesSlide38.xml" Id="R552223ed6fc74ff2"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4c4b0cef4d5545d4" /><Relationship Type="http://schemas.openxmlformats.org/officeDocument/2006/relationships/image" Target="/ppt/media/image15.png" Id="R56aeedf029644a0e" /><Relationship Type="http://schemas.openxmlformats.org/officeDocument/2006/relationships/notesSlide" Target="/ppt/notesSlides/notesSlide39.xml" Id="R8e061bc414b94f4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df33f287e294170" /><Relationship Type="http://schemas.openxmlformats.org/officeDocument/2006/relationships/notesSlide" Target="/ppt/notesSlides/notesSlide40.xml" Id="R431ccd651e26454a"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eebc5443e0114dbc" /><Relationship Type="http://schemas.openxmlformats.org/officeDocument/2006/relationships/notesSlide" Target="/ppt/notesSlides/notesSlide41.xml" Id="R3950ba6005564611"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715ca9d4ff264624" /><Relationship Type="http://schemas.openxmlformats.org/officeDocument/2006/relationships/notesSlide" Target="/ppt/notesSlides/notesSlide42.xml" Id="R8c00817179cb463c"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b96e6e99de744045" /><Relationship Type="http://schemas.openxmlformats.org/officeDocument/2006/relationships/notesSlide" Target="/ppt/notesSlides/notesSlide43.xml" Id="R1708577afa38460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d7b3bb7132645f0" /><Relationship Type="http://schemas.openxmlformats.org/officeDocument/2006/relationships/notesSlide" Target="/ppt/notesSlides/notesSlide44.xml" Id="Rd2843af4f74d4d7d"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964c68b09bef4091" /><Relationship Type="http://schemas.openxmlformats.org/officeDocument/2006/relationships/notesSlide" Target="/ppt/notesSlides/notesSlide45.xml" Id="R772ded8e6e2046cf"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a5ff75e720b4ce8" /><Relationship Type="http://schemas.openxmlformats.org/officeDocument/2006/relationships/notesSlide" Target="/ppt/notesSlides/notesSlide46.xml" Id="Rf34125e1f11743ff"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65bb0d7ba1ae41fb" /><Relationship Type="http://schemas.openxmlformats.org/officeDocument/2006/relationships/notesSlide" Target="/ppt/notesSlides/notesSlide47.xml" Id="Re93716d575bc40ad"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d3635d6570c4b1e" /><Relationship Type="http://schemas.openxmlformats.org/officeDocument/2006/relationships/notesSlide" Target="/ppt/notesSlides/notesSlide48.xml" Id="R96e6f17a453d42fb"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e029d9ed7d5e4f49" /><Relationship Type="http://schemas.openxmlformats.org/officeDocument/2006/relationships/notesSlide" Target="/ppt/notesSlides/notesSlide49.xml" Id="R502597a618f2495e"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fd8c48dbda3844de" /><Relationship Type="http://schemas.openxmlformats.org/officeDocument/2006/relationships/notesSlide" Target="/ppt/notesSlides/notesSlide50.xml" Id="Ra726821f891e471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ec41c77e0a9243b1" /><Relationship Type="http://schemas.openxmlformats.org/officeDocument/2006/relationships/notesSlide" Target="/ppt/notesSlides/notesSlide51.xml" Id="R24d2adca4b274d10"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5766bdcbbe4d432e" /><Relationship Type="http://schemas.openxmlformats.org/officeDocument/2006/relationships/notesSlide" Target="/ppt/notesSlides/notesSlide52.xml" Id="R72e53b02687a4393"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9eae1a92e307498b" /><Relationship Type="http://schemas.openxmlformats.org/officeDocument/2006/relationships/image" Target="/ppt/media/image16.png" Id="R209622badafb4b1d" /><Relationship Type="http://schemas.openxmlformats.org/officeDocument/2006/relationships/image" Target="/ppt/media/image17.png" Id="R8fde3cc5747e4c77" /><Relationship Type="http://schemas.openxmlformats.org/officeDocument/2006/relationships/notesSlide" Target="/ppt/notesSlides/notesSlide53.xml" Id="R08cc471ab6de4841"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3d60defff529463e" /><Relationship Type="http://schemas.openxmlformats.org/officeDocument/2006/relationships/notesSlide" Target="/ppt/notesSlides/notesSlide54.xml" Id="R2e0aa91ca8954e55"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d937863973234f01" /><Relationship Type="http://schemas.openxmlformats.org/officeDocument/2006/relationships/notesSlide" Target="/ppt/notesSlides/notesSlide55.xml" Id="R6cfe093cc8a94763"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7179ec6c40084079" /><Relationship Type="http://schemas.openxmlformats.org/officeDocument/2006/relationships/notesSlide" Target="/ppt/notesSlides/notesSlide56.xml" Id="R09245f340f1e450d" /></Relationships>
</file>

<file path=ppt/slides/_rels/slide57.xml.rels>&#65279;<?xml version="1.0" encoding="utf-8"?><Relationships xmlns="http://schemas.openxmlformats.org/package/2006/relationships"><Relationship Type="http://schemas.openxmlformats.org/officeDocument/2006/relationships/slideLayout" Target="/ppt/slideLayouts/slideLayout6.xml" Id="R5a6d569a89374320" /><Relationship Type="http://schemas.openxmlformats.org/officeDocument/2006/relationships/notesSlide" Target="/ppt/notesSlides/notesSlide57.xml" Id="R98547c0dded948ce" /></Relationships>
</file>

<file path=ppt/slides/_rels/slide58.xml.rels>&#65279;<?xml version="1.0" encoding="utf-8"?><Relationships xmlns="http://schemas.openxmlformats.org/package/2006/relationships"><Relationship Type="http://schemas.openxmlformats.org/officeDocument/2006/relationships/slideLayout" Target="/ppt/slideLayouts/slideLayout6.xml" Id="Ra004b38269ee4c72" /><Relationship Type="http://schemas.openxmlformats.org/officeDocument/2006/relationships/notesSlide" Target="/ppt/notesSlides/notesSlide58.xml" Id="R44873914a3a648eb" /></Relationships>
</file>

<file path=ppt/slides/_rels/slide59.xml.rels>&#65279;<?xml version="1.0" encoding="utf-8"?><Relationships xmlns="http://schemas.openxmlformats.org/package/2006/relationships"><Relationship Type="http://schemas.openxmlformats.org/officeDocument/2006/relationships/slideLayout" Target="/ppt/slideLayouts/slideLayout6.xml" Id="Redf220c5d9e249f2" /><Relationship Type="http://schemas.openxmlformats.org/officeDocument/2006/relationships/notesSlide" Target="/ppt/notesSlides/notesSlide59.xml" Id="Re217c2474524438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6.xml" Id="R0fe5f12e7c2b4958" /><Relationship Type="http://schemas.openxmlformats.org/officeDocument/2006/relationships/notesSlide" Target="/ppt/notesSlides/notesSlide60.xml" Id="Ra1e34c552afe4b19" /></Relationships>
</file>

<file path=ppt/slides/_rels/slide61.xml.rels>&#65279;<?xml version="1.0" encoding="utf-8"?><Relationships xmlns="http://schemas.openxmlformats.org/package/2006/relationships"><Relationship Type="http://schemas.openxmlformats.org/officeDocument/2006/relationships/slideLayout" Target="/ppt/slideLayouts/slideLayout6.xml" Id="R7e3de19ea23c4db4" /><Relationship Type="http://schemas.openxmlformats.org/officeDocument/2006/relationships/chart" Target="/ppt/slides/charts/chart1.xml" Id="R5d7c72b06da14af3" /><Relationship Type="http://schemas.openxmlformats.org/officeDocument/2006/relationships/notesSlide" Target="/ppt/notesSlides/notesSlide61.xml" Id="Rb78149ee63c7463b" /></Relationships>
</file>

<file path=ppt/slides/_rels/slide62.xml.rels>&#65279;<?xml version="1.0" encoding="utf-8"?><Relationships xmlns="http://schemas.openxmlformats.org/package/2006/relationships"><Relationship Type="http://schemas.openxmlformats.org/officeDocument/2006/relationships/slideLayout" Target="/ppt/slideLayouts/slideLayout6.xml" Id="R9704086d1ba14f97" /><Relationship Type="http://schemas.openxmlformats.org/officeDocument/2006/relationships/notesSlide" Target="/ppt/notesSlides/notesSlide62.xml" Id="R92e9a419b5f14dc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6.xml" Id="R7fed4ce2137a4528" /><Relationship Type="http://schemas.openxmlformats.org/officeDocument/2006/relationships/notesSlide" Target="/ppt/notesSlides/notesSlide63.xml" Id="R456d285509234ff1" /></Relationships>
</file>

<file path=ppt/slides/_rels/slide64.xml.rels>&#65279;<?xml version="1.0" encoding="utf-8"?><Relationships xmlns="http://schemas.openxmlformats.org/package/2006/relationships"><Relationship Type="http://schemas.openxmlformats.org/officeDocument/2006/relationships/slideLayout" Target="/ppt/slideLayouts/slideLayout6.xml" Id="R3c81316ee5624bb9" /><Relationship Type="http://schemas.openxmlformats.org/officeDocument/2006/relationships/notesSlide" Target="/ppt/notesSlides/notesSlide64.xml" Id="Ra6f4eead681e4666" /></Relationships>
</file>

<file path=ppt/slides/_rels/slide65.xml.rels>&#65279;<?xml version="1.0" encoding="utf-8"?><Relationships xmlns="http://schemas.openxmlformats.org/package/2006/relationships"><Relationship Type="http://schemas.openxmlformats.org/officeDocument/2006/relationships/slideLayout" Target="/ppt/slideLayouts/slideLayout6.xml" Id="Rc9e0373e07ab42aa" /><Relationship Type="http://schemas.openxmlformats.org/officeDocument/2006/relationships/notesSlide" Target="/ppt/notesSlides/notesSlide65.xml" Id="R5c249ef7dc0340fc" /></Relationships>
</file>

<file path=ppt/slides/_rels/slide66.xml.rels>&#65279;<?xml version="1.0" encoding="utf-8"?><Relationships xmlns="http://schemas.openxmlformats.org/package/2006/relationships"><Relationship Type="http://schemas.openxmlformats.org/officeDocument/2006/relationships/slideLayout" Target="/ppt/slideLayouts/slideLayout6.xml" Id="Rd40b8461be0d4cac" /><Relationship Type="http://schemas.openxmlformats.org/officeDocument/2006/relationships/notesSlide" Target="/ppt/notesSlides/notesSlide66.xml" Id="R7b4c35352170472e" /></Relationships>
</file>

<file path=ppt/slides/_rels/slide67.xml.rels>&#65279;<?xml version="1.0" encoding="utf-8"?><Relationships xmlns="http://schemas.openxmlformats.org/package/2006/relationships"><Relationship Type="http://schemas.openxmlformats.org/officeDocument/2006/relationships/slideLayout" Target="/ppt/slideLayouts/slideLayout6.xml" Id="R16815e12717646a1" /><Relationship Type="http://schemas.openxmlformats.org/officeDocument/2006/relationships/notesSlide" Target="/ppt/notesSlides/notesSlide67.xml" Id="R6b032a7985394c72" /></Relationships>
</file>

<file path=ppt/slides/_rels/slide68.xml.rels>&#65279;<?xml version="1.0" encoding="utf-8"?><Relationships xmlns="http://schemas.openxmlformats.org/package/2006/relationships"><Relationship Type="http://schemas.openxmlformats.org/officeDocument/2006/relationships/slideLayout" Target="/ppt/slideLayouts/slideLayout6.xml" Id="Rb29a29cbef0b4131" /><Relationship Type="http://schemas.openxmlformats.org/officeDocument/2006/relationships/notesSlide" Target="/ppt/notesSlides/notesSlide68.xml" Id="R25f7d5d9d5c9487f" /></Relationships>
</file>

<file path=ppt/slides/_rels/slide69.xml.rels>&#65279;<?xml version="1.0" encoding="utf-8"?><Relationships xmlns="http://schemas.openxmlformats.org/package/2006/relationships"><Relationship Type="http://schemas.openxmlformats.org/officeDocument/2006/relationships/slideLayout" Target="/ppt/slideLayouts/slideLayout6.xml" Id="Ra9e96344e04f4d41" /><Relationship Type="http://schemas.openxmlformats.org/officeDocument/2006/relationships/image" Target="/ppt/media/image18.png" Id="R85b333522a7940e6" /><Relationship Type="http://schemas.openxmlformats.org/officeDocument/2006/relationships/notesSlide" Target="/ppt/notesSlides/notesSlide69.xml" Id="R111e31b4c9104aff" /></Relationships>
</file>

<file path=ppt/slides/_rels/slide70.xml.rels>&#65279;<?xml version="1.0" encoding="utf-8"?><Relationships xmlns="http://schemas.openxmlformats.org/package/2006/relationships"><Relationship Type="http://schemas.openxmlformats.org/officeDocument/2006/relationships/slideLayout" Target="/ppt/slideLayouts/slideLayout6.xml" Id="R87ce6084d6354ce6" /><Relationship Type="http://schemas.openxmlformats.org/officeDocument/2006/relationships/notesSlide" Target="/ppt/notesSlides/notesSlide70.xml" Id="Rb498bc4711e5448a" /></Relationships>
</file>

<file path=ppt/slides/_rels/slide71.xml.rels>&#65279;<?xml version="1.0" encoding="utf-8"?><Relationships xmlns="http://schemas.openxmlformats.org/package/2006/relationships"><Relationship Type="http://schemas.openxmlformats.org/officeDocument/2006/relationships/slideLayout" Target="/ppt/slideLayouts/slideLayout6.xml" Id="Re96790692ae74975" /><Relationship Type="http://schemas.openxmlformats.org/officeDocument/2006/relationships/notesSlide" Target="/ppt/notesSlides/notesSlide71.xml" Id="Rbe9f1a91b41140cb" /></Relationships>
</file>

<file path=ppt/slides/_rels/slide72.xml.rels>&#65279;<?xml version="1.0" encoding="utf-8"?><Relationships xmlns="http://schemas.openxmlformats.org/package/2006/relationships"><Relationship Type="http://schemas.openxmlformats.org/officeDocument/2006/relationships/slideLayout" Target="/ppt/slideLayouts/slideLayout6.xml" Id="R44d3201469484bd4" /><Relationship Type="http://schemas.openxmlformats.org/officeDocument/2006/relationships/notesSlide" Target="/ppt/notesSlides/notesSlide72.xml" Id="Rd4ae5d48b9674d2e" /></Relationships>
</file>

<file path=ppt/slides/_rels/slide73.xml.rels>&#65279;<?xml version="1.0" encoding="utf-8"?><Relationships xmlns="http://schemas.openxmlformats.org/package/2006/relationships"><Relationship Type="http://schemas.openxmlformats.org/officeDocument/2006/relationships/slideLayout" Target="/ppt/slideLayouts/slideLayout6.xml" Id="R33c9ecef918b4ea1" /><Relationship Type="http://schemas.openxmlformats.org/officeDocument/2006/relationships/notesSlide" Target="/ppt/notesSlides/notesSlide73.xml" Id="R89e9855678194192" /></Relationships>
</file>

<file path=ppt/slides/_rels/slide74.xml.rels>&#65279;<?xml version="1.0" encoding="utf-8"?><Relationships xmlns="http://schemas.openxmlformats.org/package/2006/relationships"><Relationship Type="http://schemas.openxmlformats.org/officeDocument/2006/relationships/slideLayout" Target="/ppt/slideLayouts/slideLayout6.xml" Id="R23aba49c750e456c" /><Relationship Type="http://schemas.openxmlformats.org/officeDocument/2006/relationships/notesSlide" Target="/ppt/notesSlides/notesSlide74.xml" Id="R6100082abf034fcf" /></Relationships>
</file>

<file path=ppt/slides/_rels/slide75.xml.rels>&#65279;<?xml version="1.0" encoding="utf-8"?><Relationships xmlns="http://schemas.openxmlformats.org/package/2006/relationships"><Relationship Type="http://schemas.openxmlformats.org/officeDocument/2006/relationships/slideLayout" Target="/ppt/slideLayouts/slideLayout6.xml" Id="Rcacc03af700e4f21" /><Relationship Type="http://schemas.openxmlformats.org/officeDocument/2006/relationships/notesSlide" Target="/ppt/notesSlides/notesSlide75.xml" Id="R7e3a2db5c26a45c5" /></Relationships>
</file>

<file path=ppt/slides/_rels/slide76.xml.rels>&#65279;<?xml version="1.0" encoding="utf-8"?><Relationships xmlns="http://schemas.openxmlformats.org/package/2006/relationships"><Relationship Type="http://schemas.openxmlformats.org/officeDocument/2006/relationships/slideLayout" Target="/ppt/slideLayouts/slideLayout6.xml" Id="Rb1e331f5b6a445ce" /><Relationship Type="http://schemas.openxmlformats.org/officeDocument/2006/relationships/notesSlide" Target="/ppt/notesSlides/notesSlide76.xml" Id="Ra1437d2135f047b7" /></Relationships>
</file>

<file path=ppt/slides/_rels/slide77.xml.rels>&#65279;<?xml version="1.0" encoding="utf-8"?><Relationships xmlns="http://schemas.openxmlformats.org/package/2006/relationships"><Relationship Type="http://schemas.openxmlformats.org/officeDocument/2006/relationships/slideLayout" Target="/ppt/slideLayouts/slideLayout6.xml" Id="R2b318692c5914975" /><Relationship Type="http://schemas.openxmlformats.org/officeDocument/2006/relationships/notesSlide" Target="/ppt/notesSlides/notesSlide77.xml" Id="R3c09877d06ac4c8f" /></Relationships>
</file>

<file path=ppt/slides/_rels/slide78.xml.rels>&#65279;<?xml version="1.0" encoding="utf-8"?><Relationships xmlns="http://schemas.openxmlformats.org/package/2006/relationships"><Relationship Type="http://schemas.openxmlformats.org/officeDocument/2006/relationships/slideLayout" Target="/ppt/slideLayouts/slideLayout6.xml" Id="Rc22cb7da67bf4175" /><Relationship Type="http://schemas.openxmlformats.org/officeDocument/2006/relationships/notesSlide" Target="/ppt/notesSlides/notesSlide78.xml" Id="Rd78e555c742d4b37" /></Relationships>
</file>

<file path=ppt/slides/_rels/slide79.xml.rels>&#65279;<?xml version="1.0" encoding="utf-8"?><Relationships xmlns="http://schemas.openxmlformats.org/package/2006/relationships"><Relationship Type="http://schemas.openxmlformats.org/officeDocument/2006/relationships/slideLayout" Target="/ppt/slideLayouts/slideLayout6.xml" Id="R6257284a945b47e7" /><Relationship Type="http://schemas.openxmlformats.org/officeDocument/2006/relationships/notesSlide" Target="/ppt/notesSlides/notesSlide79.xml" Id="R45aca75622bf4dff" /></Relationships>
</file>

<file path=ppt/slides/_rels/slide80.xml.rels>&#65279;<?xml version="1.0" encoding="utf-8"?><Relationships xmlns="http://schemas.openxmlformats.org/package/2006/relationships"><Relationship Type="http://schemas.openxmlformats.org/officeDocument/2006/relationships/slideLayout" Target="/ppt/slideLayouts/slideLayout6.xml" Id="Rb093963e40564157" /><Relationship Type="http://schemas.openxmlformats.org/officeDocument/2006/relationships/notesSlide" Target="/ppt/notesSlides/notesSlide80.xml" Id="R8fe743771d104204" /></Relationships>
</file>

<file path=ppt/slides/_rels/slide81.xml.rels>&#65279;<?xml version="1.0" encoding="utf-8"?><Relationships xmlns="http://schemas.openxmlformats.org/package/2006/relationships"><Relationship Type="http://schemas.openxmlformats.org/officeDocument/2006/relationships/slideLayout" Target="/ppt/slideLayouts/slideLayout6.xml" Id="R3452c2adfacb4c76" /><Relationship Type="http://schemas.openxmlformats.org/officeDocument/2006/relationships/notesSlide" Target="/ppt/notesSlides/notesSlide81.xml" Id="R1a12e2eb8a87493d" /></Relationships>
</file>

<file path=ppt/slides/_rels/slide82.xml.rels>&#65279;<?xml version="1.0" encoding="utf-8"?><Relationships xmlns="http://schemas.openxmlformats.org/package/2006/relationships"><Relationship Type="http://schemas.openxmlformats.org/officeDocument/2006/relationships/slideLayout" Target="/ppt/slideLayouts/slideLayout6.xml" Id="Rd55337d449ca47ee" /><Relationship Type="http://schemas.openxmlformats.org/officeDocument/2006/relationships/notesSlide" Target="/ppt/notesSlides/notesSlide82.xml" Id="R2ffa01e571a44b14" /></Relationships>
</file>

<file path=ppt/slides/_rels/slide83.xml.rels>&#65279;<?xml version="1.0" encoding="utf-8"?><Relationships xmlns="http://schemas.openxmlformats.org/package/2006/relationships"><Relationship Type="http://schemas.openxmlformats.org/officeDocument/2006/relationships/slideLayout" Target="/ppt/slideLayouts/slideLayout6.xml" Id="Rb3efc8025c7443e9" /><Relationship Type="http://schemas.openxmlformats.org/officeDocument/2006/relationships/notesSlide" Target="/ppt/notesSlides/notesSlide83.xml" Id="R8f2e84bccade4e1b" /></Relationships>
</file>

<file path=ppt/slides/_rels/slide84.xml.rels>&#65279;<?xml version="1.0" encoding="utf-8"?><Relationships xmlns="http://schemas.openxmlformats.org/package/2006/relationships"><Relationship Type="http://schemas.openxmlformats.org/officeDocument/2006/relationships/slideLayout" Target="/ppt/slideLayouts/slideLayout6.xml" Id="R983b995adb4d4730" /><Relationship Type="http://schemas.openxmlformats.org/officeDocument/2006/relationships/notesSlide" Target="/ppt/notesSlides/notesSlide84.xml" Id="R1becbc24e3ee485e" /></Relationships>
</file>

<file path=ppt/slides/_rels/slide85.xml.rels>&#65279;<?xml version="1.0" encoding="utf-8"?><Relationships xmlns="http://schemas.openxmlformats.org/package/2006/relationships"><Relationship Type="http://schemas.openxmlformats.org/officeDocument/2006/relationships/slideLayout" Target="/ppt/slideLayouts/slideLayout6.xml" Id="R2280da25b2fa4979" /><Relationship Type="http://schemas.openxmlformats.org/officeDocument/2006/relationships/notesSlide" Target="/ppt/notesSlides/notesSlide85.xml" Id="R20a2a3ab251b4e16" /></Relationships>
</file>

<file path=ppt/slides/_rels/slide86.xml.rels>&#65279;<?xml version="1.0" encoding="utf-8"?><Relationships xmlns="http://schemas.openxmlformats.org/package/2006/relationships"><Relationship Type="http://schemas.openxmlformats.org/officeDocument/2006/relationships/slideLayout" Target="/ppt/slideLayouts/slideLayout6.xml" Id="R5153db32b6154fcf" /><Relationship Type="http://schemas.openxmlformats.org/officeDocument/2006/relationships/notesSlide" Target="/ppt/notesSlides/notesSlide86.xml" Id="R90040a6a78b84cfc" /></Relationships>
</file>

<file path=ppt/slides/_rels/slide87.xml.rels>&#65279;<?xml version="1.0" encoding="utf-8"?><Relationships xmlns="http://schemas.openxmlformats.org/package/2006/relationships"><Relationship Type="http://schemas.openxmlformats.org/officeDocument/2006/relationships/slideLayout" Target="/ppt/slideLayouts/slideLayout6.xml" Id="R4c03eeeada3948d3" /><Relationship Type="http://schemas.openxmlformats.org/officeDocument/2006/relationships/notesSlide" Target="/ppt/notesSlides/notesSlide87.xml" Id="R4d0e7f3cab154661" /></Relationships>
</file>

<file path=ppt/slides/_rels/slide88.xml.rels>&#65279;<?xml version="1.0" encoding="utf-8"?><Relationships xmlns="http://schemas.openxmlformats.org/package/2006/relationships"><Relationship Type="http://schemas.openxmlformats.org/officeDocument/2006/relationships/slideLayout" Target="/ppt/slideLayouts/slideLayout6.xml" Id="R5bb5480d7c184b2f" /><Relationship Type="http://schemas.openxmlformats.org/officeDocument/2006/relationships/image" Target="/ppt/media/image19.png" Id="Ra69382f0fb964042" /><Relationship Type="http://schemas.openxmlformats.org/officeDocument/2006/relationships/notesSlide" Target="/ppt/notesSlides/notesSlide88.xml" Id="R881a33d43d574548" /></Relationships>
</file>

<file path=ppt/slides/_rels/slide89.xml.rels>&#65279;<?xml version="1.0" encoding="utf-8"?><Relationships xmlns="http://schemas.openxmlformats.org/package/2006/relationships"><Relationship Type="http://schemas.openxmlformats.org/officeDocument/2006/relationships/slideLayout" Target="/ppt/slideLayouts/slideLayout6.xml" Id="Rf0a8852ab1af43e3" /><Relationship Type="http://schemas.openxmlformats.org/officeDocument/2006/relationships/notesSlide" Target="/ppt/notesSlides/notesSlide89.xml" Id="R20400ba290ca419e" /></Relationships>
</file>

<file path=ppt/slides/_rels/slide90.xml.rels>&#65279;<?xml version="1.0" encoding="utf-8"?><Relationships xmlns="http://schemas.openxmlformats.org/package/2006/relationships"><Relationship Type="http://schemas.openxmlformats.org/officeDocument/2006/relationships/slideLayout" Target="/ppt/slideLayouts/slideLayout6.xml" Id="Re087965cd70543db" /><Relationship Type="http://schemas.openxmlformats.org/officeDocument/2006/relationships/notesSlide" Target="/ppt/notesSlides/notesSlide90.xml" Id="Rdc86e2235f8044c6" /></Relationships>
</file>

<file path=ppt/slides/_rels/slide91.xml.rels>&#65279;<?xml version="1.0" encoding="utf-8"?><Relationships xmlns="http://schemas.openxmlformats.org/package/2006/relationships"><Relationship Type="http://schemas.openxmlformats.org/officeDocument/2006/relationships/slideLayout" Target="/ppt/slideLayouts/slideLayout6.xml" Id="Re923dbdcec5b46be" /><Relationship Type="http://schemas.openxmlformats.org/officeDocument/2006/relationships/notesSlide" Target="/ppt/notesSlides/notesSlide91.xml" Id="R781777bc094841f5" /></Relationships>
</file>

<file path=ppt/slides/_rels/slide92.xml.rels>&#65279;<?xml version="1.0" encoding="utf-8"?><Relationships xmlns="http://schemas.openxmlformats.org/package/2006/relationships"><Relationship Type="http://schemas.openxmlformats.org/officeDocument/2006/relationships/slideLayout" Target="/ppt/slideLayouts/slideLayout6.xml" Id="Rc4d3866c3b0b403b" /><Relationship Type="http://schemas.openxmlformats.org/officeDocument/2006/relationships/notesSlide" Target="/ppt/notesSlides/notesSlide92.xml" Id="Rdbd1414ef5444dc1" /></Relationships>
</file>

<file path=ppt/slides/_rels/slide93.xml.rels>&#65279;<?xml version="1.0" encoding="utf-8"?><Relationships xmlns="http://schemas.openxmlformats.org/package/2006/relationships"><Relationship Type="http://schemas.openxmlformats.org/officeDocument/2006/relationships/slideLayout" Target="/ppt/slideLayouts/slideLayout6.xml" Id="Rf60515f1494f476d" /><Relationship Type="http://schemas.openxmlformats.org/officeDocument/2006/relationships/notesSlide" Target="/ppt/notesSlides/notesSlide93.xml" Id="R88b36bd42e3246b1" /></Relationships>
</file>

<file path=ppt/slides/_rels/slide94.xml.rels>&#65279;<?xml version="1.0" encoding="utf-8"?><Relationships xmlns="http://schemas.openxmlformats.org/package/2006/relationships"><Relationship Type="http://schemas.openxmlformats.org/officeDocument/2006/relationships/slideLayout" Target="/ppt/slideLayouts/slideLayout6.xml" Id="R5305e7b19e404994" /><Relationship Type="http://schemas.openxmlformats.org/officeDocument/2006/relationships/notesSlide" Target="/ppt/notesSlides/notesSlide94.xml" Id="R729d4405898b4162" /></Relationships>
</file>

<file path=ppt/slides/_rels/slide95.xml.rels>&#65279;<?xml version="1.0" encoding="utf-8"?><Relationships xmlns="http://schemas.openxmlformats.org/package/2006/relationships"><Relationship Type="http://schemas.openxmlformats.org/officeDocument/2006/relationships/slideLayout" Target="/ppt/slideLayouts/slideLayout6.xml" Id="Rffeced8366c94c61" /><Relationship Type="http://schemas.openxmlformats.org/officeDocument/2006/relationships/notesSlide" Target="/ppt/notesSlides/notesSlide95.xml" Id="R7a3d1914b0694f7e" /></Relationships>
</file>

<file path=ppt/slides/_rels/slide96.xml.rels>&#65279;<?xml version="1.0" encoding="utf-8"?><Relationships xmlns="http://schemas.openxmlformats.org/package/2006/relationships"><Relationship Type="http://schemas.openxmlformats.org/officeDocument/2006/relationships/slideLayout" Target="/ppt/slideLayouts/slideLayout6.xml" Id="R3b67c44fdb544df3" /><Relationship Type="http://schemas.openxmlformats.org/officeDocument/2006/relationships/notesSlide" Target="/ppt/notesSlides/notesSlide96.xml" Id="R8fc1b54304bc4f51" /></Relationships>
</file>

<file path=ppt/slides/_rels/slide97.xml.rels>&#65279;<?xml version="1.0" encoding="utf-8"?><Relationships xmlns="http://schemas.openxmlformats.org/package/2006/relationships"><Relationship Type="http://schemas.openxmlformats.org/officeDocument/2006/relationships/slideLayout" Target="/ppt/slideLayouts/slideLayout6.xml" Id="R1e3524bb6fac4aef" /><Relationship Type="http://schemas.openxmlformats.org/officeDocument/2006/relationships/notesSlide" Target="/ppt/notesSlides/notesSlide97.xml" Id="Rf33e0083ff8c4360" /></Relationships>
</file>

<file path=ppt/slides/_rels/slide98.xml.rels>&#65279;<?xml version="1.0" encoding="utf-8"?><Relationships xmlns="http://schemas.openxmlformats.org/package/2006/relationships"><Relationship Type="http://schemas.openxmlformats.org/officeDocument/2006/relationships/slideLayout" Target="/ppt/slideLayouts/slideLayout6.xml" Id="R3d18e070f3db4374" /><Relationship Type="http://schemas.openxmlformats.org/officeDocument/2006/relationships/notesSlide" Target="/ppt/notesSlides/notesSlide98.xml" Id="Recc4385f2a164e28" /></Relationships>
</file>

<file path=ppt/slides/_rels/slide99.xml.rels>&#65279;<?xml version="1.0" encoding="utf-8"?><Relationships xmlns="http://schemas.openxmlformats.org/package/2006/relationships"><Relationship Type="http://schemas.openxmlformats.org/officeDocument/2006/relationships/slideLayout" Target="/ppt/slideLayouts/slideLayout6.xml" Id="R02639aef8ee34b43" /><Relationship Type="http://schemas.openxmlformats.org/officeDocument/2006/relationships/notesSlide" Target="/ppt/notesSlides/notesSlide99.xml" Id="Rc6c64f1218dd4119"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3" name="ACT 0 · 익숙한 사용에서 출발하기">
            <a:extLst xmlns:a="http://schemas.openxmlformats.org/drawingml/2006/main">
              <a:ext uri="{FF2B5EF4-FFF2-40B4-BE49-F238E27FC236}">
                <a16:creationId xmlns:a16="http://schemas.microsoft.com/office/drawing/2014/main" id="{4F33847A-6AFA-4B6A-8BFD-FFFB8D7C0C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익숙한 사용에서 출발하기</a:t>
            </a:r>
          </a:p>
        </p:txBody>
      </p:sp>
      <p:sp>
        <p:nvSpPr>
          <p:cNvPr id="2" name="S01">
            <a:extLst xmlns:a="http://schemas.openxmlformats.org/drawingml/2006/main">
              <a:ext uri="{FF2B5EF4-FFF2-40B4-BE49-F238E27FC236}">
                <a16:creationId xmlns:a16="http://schemas.microsoft.com/office/drawing/2014/main" id="{EFD7F705-E1D7-43E3-BE1F-63F15A6BB16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S01</a:t>
            </a:r>
          </a:p>
        </p:txBody>
      </p:sp>
      <p:sp>
        <p:nvSpPr>
          <p:cNvPr id="3" name="AI에게 지금 무엇을 맡기고 있는가?">
            <a:extLst xmlns:a="http://schemas.openxmlformats.org/drawingml/2006/main">
              <a:ext uri="{FF2B5EF4-FFF2-40B4-BE49-F238E27FC236}">
                <a16:creationId xmlns:a16="http://schemas.microsoft.com/office/drawing/2014/main" id="{25BDBAD4-1459-49DD-9982-1BBEAEB2D8F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AI에게 지금 무엇을 맡기고 있는가?</a:t>
            </a:r>
          </a:p>
        </p:txBody>
      </p:sp>
      <p:sp>
        <p:nvSpPr>
          <p:cNvPr id="4" name="">
            <a:extLst xmlns:a="http://schemas.openxmlformats.org/drawingml/2006/main">
              <a:ext uri="{FF2B5EF4-FFF2-40B4-BE49-F238E27FC236}">
                <a16:creationId xmlns:a16="http://schemas.microsoft.com/office/drawing/2014/main" id="{7D162ED0-A01E-47F5-88FE-3F8BB1EA73E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사례 삽화 · AI 생성 이미지 · 실제 제품 실행 화면 아님">
            <a:extLst xmlns:a="http://schemas.openxmlformats.org/drawingml/2006/main">
              <a:ext uri="{FF2B5EF4-FFF2-40B4-BE49-F238E27FC236}">
                <a16:creationId xmlns:a16="http://schemas.microsoft.com/office/drawing/2014/main" id="{31BFA927-E806-4AF9-B664-E2EBB9C9D7B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사례 삽화 · AI 생성 이미지 · 실제 제품 실행 화면 아님</a:t>
            </a:r>
          </a:p>
        </p:txBody>
      </p:sp>
      <p:sp>
        <p:nvSpPr>
          <p:cNvPr id="6" name="자신의 경험 하나만 떠올려 보세요. 사용 수준을 평가하는 질문이 아닙니다.">
            <a:extLst xmlns:a="http://schemas.openxmlformats.org/drawingml/2006/main">
              <a:ext uri="{FF2B5EF4-FFF2-40B4-BE49-F238E27FC236}">
                <a16:creationId xmlns:a16="http://schemas.microsoft.com/office/drawing/2014/main" id="{56949DC4-9154-421E-9DED-5B315DE2AD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자신의 경험 하나만 떠올려 보세요. 사용 수준을 평가하는 질문이 아닙니다.</a:t>
            </a:r>
          </a:p>
        </p:txBody>
      </p:sp>
      <p:sp>
        <p:nvSpPr>
          <p:cNvPr id="7" name="최근 AI에 맡긴 일 하나를 떠올려 보세요.">
            <a:extLst xmlns:a="http://schemas.openxmlformats.org/drawingml/2006/main">
              <a:ext uri="{FF2B5EF4-FFF2-40B4-BE49-F238E27FC236}">
                <a16:creationId xmlns:a16="http://schemas.microsoft.com/office/drawing/2014/main" id="{D2FD13BB-20AD-4F1D-BADD-A4D179A40082}"/>
              </a:ext>
            </a:extLst>
          </p:cNvPr>
          <p:cNvSpPr>
            <a:spLocks xmlns:a="http://schemas.openxmlformats.org/drawingml/2006/main" noGrp="1"/>
          </p:cNvSpPr>
          <p:nvPr/>
        </p:nvSpPr>
        <p:spPr>
          <a:xfrm xmlns:a="http://schemas.openxmlformats.org/drawingml/2006/main">
            <a:off x="609600" y="1657350"/>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최근 AI에 맡긴 일 하나를 떠올려 보세요.</a:t>
            </a:r>
          </a:p>
        </p:txBody>
      </p:sp>
      <p:pic>
        <p:nvPicPr>
          <p:cNvPr id="8" name="">
            <a:extLst xmlns:a="http://schemas.openxmlformats.org/drawingml/2006/main">
              <a:ext uri="{FF2B5EF4-FFF2-40B4-BE49-F238E27FC236}">
                <a16:creationId xmlns:a16="http://schemas.microsoft.com/office/drawing/2014/main" id="{6031F924-93E2-4D98-BCF3-AD3BA498A2E2}"/>
              </a:ext>
            </a:extLst>
          </p:cNvPr>
          <p:cNvPicPr>
            <a:picLocks xmlns:a="http://schemas.openxmlformats.org/drawingml/2006/main" noChangeAspect="1"/>
          </p:cNvPicPr>
          <p:nvPr/>
        </p:nvPicPr>
        <p:blipFill>
          <a:blip xmlns:r="http://schemas.openxmlformats.org/officeDocument/2006/relationships" xmlns:a="http://schemas.openxmlformats.org/drawingml/2006/main" r:embed="R32a820e9b80749bd"/>
          <a:stretch xmlns:a="http://schemas.openxmlformats.org/drawingml/2006/main"/>
        </p:blipFill>
        <p:spPr>
          <a:xfrm xmlns:a="http://schemas.openxmlformats.org/drawingml/2006/main">
            <a:off x="609600" y="2038350"/>
            <a:ext cx="10972800" cy="3657600"/>
          </a:xfrm>
          <a:prstGeom xmlns:a="http://schemas.openxmlformats.org/drawingml/2006/main" prst="rect">
            <a:avLst/>
          </a:prstGeom>
        </p:spPr>
      </p:pic>
      <p:sp>
        <p:nvSpPr>
          <p:cNvPr id="9" name="설명 받기">
            <a:extLst xmlns:a="http://schemas.openxmlformats.org/drawingml/2006/main">
              <a:ext uri="{FF2B5EF4-FFF2-40B4-BE49-F238E27FC236}">
                <a16:creationId xmlns:a16="http://schemas.microsoft.com/office/drawing/2014/main" id="{8FB45B45-2B89-4923-8831-6666D434BB6F}"/>
              </a:ext>
            </a:extLst>
          </p:cNvPr>
          <p:cNvSpPr>
            <a:spLocks xmlns:a="http://schemas.openxmlformats.org/drawingml/2006/main" noGrp="1"/>
          </p:cNvSpPr>
          <p:nvPr/>
        </p:nvSpPr>
        <p:spPr>
          <a:xfrm xmlns:a="http://schemas.openxmlformats.org/drawingml/2006/main">
            <a:off x="6096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설명 받기</a:t>
            </a:r>
          </a:p>
        </p:txBody>
      </p:sp>
      <p:sp>
        <p:nvSpPr>
          <p:cNvPr id="10" name="조사 맡기기">
            <a:extLst xmlns:a="http://schemas.openxmlformats.org/drawingml/2006/main">
              <a:ext uri="{FF2B5EF4-FFF2-40B4-BE49-F238E27FC236}">
                <a16:creationId xmlns:a16="http://schemas.microsoft.com/office/drawing/2014/main" id="{9DFDBD5C-47FB-4DDA-A0D3-115920E43FA6}"/>
              </a:ext>
            </a:extLst>
          </p:cNvPr>
          <p:cNvSpPr>
            <a:spLocks xmlns:a="http://schemas.openxmlformats.org/drawingml/2006/main" noGrp="1"/>
          </p:cNvSpPr>
          <p:nvPr/>
        </p:nvSpPr>
        <p:spPr>
          <a:xfrm xmlns:a="http://schemas.openxmlformats.org/drawingml/2006/main">
            <a:off x="43434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조사 맡기기</a:t>
            </a:r>
          </a:p>
        </p:txBody>
      </p:sp>
      <p:sp>
        <p:nvSpPr>
          <p:cNvPr id="11" name="결과 확인">
            <a:extLst xmlns:a="http://schemas.openxmlformats.org/drawingml/2006/main">
              <a:ext uri="{FF2B5EF4-FFF2-40B4-BE49-F238E27FC236}">
                <a16:creationId xmlns:a16="http://schemas.microsoft.com/office/drawing/2014/main" id="{A1E089F9-4E86-45F6-A437-7BCCB03DE2B2}"/>
              </a:ext>
            </a:extLst>
          </p:cNvPr>
          <p:cNvSpPr>
            <a:spLocks xmlns:a="http://schemas.openxmlformats.org/drawingml/2006/main" noGrp="1"/>
          </p:cNvSpPr>
          <p:nvPr/>
        </p:nvSpPr>
        <p:spPr>
          <a:xfrm xmlns:a="http://schemas.openxmlformats.org/drawingml/2006/main">
            <a:off x="8077200" y="5229225"/>
            <a:ext cx="3505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결과 확인</a:t>
            </a:r>
          </a:p>
        </p:txBody>
      </p:sp>
      <p:sp>
        <p:nvSpPr>
          <p:cNvPr id="12" name="Legacy module connection">
            <a:extLst xmlns:a="http://schemas.openxmlformats.org/drawingml/2006/main">
              <a:ext uri="{FF2B5EF4-FFF2-40B4-BE49-F238E27FC236}">
                <a16:creationId xmlns:a16="http://schemas.microsoft.com/office/drawing/2014/main" id="{4F18CDE7-3981-4553-A3EA-9AAA8C520F6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4033436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9" name="ACT 0 · 혼동하기 쉬운 C++ 초기화">
            <a:extLst xmlns:a="http://schemas.openxmlformats.org/drawingml/2006/main">
              <a:ext uri="{FF2B5EF4-FFF2-40B4-BE49-F238E27FC236}">
                <a16:creationId xmlns:a16="http://schemas.microsoft.com/office/drawing/2014/main" id="{7947D6F9-B84D-4B19-93C2-5EA82BC9D64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혼동하기 쉬운 C++ 초기화</a:t>
            </a:r>
          </a:p>
        </p:txBody>
      </p:sp>
      <p:sp>
        <p:nvSpPr>
          <p:cNvPr id="2" name="S02">
            <a:extLst xmlns:a="http://schemas.openxmlformats.org/drawingml/2006/main">
              <a:ext uri="{FF2B5EF4-FFF2-40B4-BE49-F238E27FC236}">
                <a16:creationId xmlns:a16="http://schemas.microsoft.com/office/drawing/2014/main" id="{5DDA4F63-C6A8-4365-B3C3-6B9B42F302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S02</a:t>
            </a:r>
          </a:p>
        </p:txBody>
      </p:sp>
      <p:sp>
        <p:nvSpPr>
          <p:cNvPr id="3" name="작은 질문에는 Chatbot이 유용하다">
            <a:extLst xmlns:a="http://schemas.openxmlformats.org/drawingml/2006/main">
              <a:ext uri="{FF2B5EF4-FFF2-40B4-BE49-F238E27FC236}">
                <a16:creationId xmlns:a16="http://schemas.microsoft.com/office/drawing/2014/main" id="{988C4F85-0AA0-4B6A-946B-F793AFDEB2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질문에는 Chatbot이 유용하다</a:t>
            </a:r>
          </a:p>
        </p:txBody>
      </p:sp>
      <p:sp>
        <p:nvSpPr>
          <p:cNvPr id="4" name="">
            <a:extLst xmlns:a="http://schemas.openxmlformats.org/drawingml/2006/main">
              <a:ext uri="{FF2B5EF4-FFF2-40B4-BE49-F238E27FC236}">
                <a16:creationId xmlns:a16="http://schemas.microsoft.com/office/drawing/2014/main" id="{8B0BC73B-E289-4876-8183-05946B2CF8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Microsoft C++ 문서 기반 교육 예시 · 실제 ChatGPT 대화·실행 화면 아님">
            <a:extLst xmlns:a="http://schemas.openxmlformats.org/drawingml/2006/main">
              <a:ext uri="{FF2B5EF4-FFF2-40B4-BE49-F238E27FC236}">
                <a16:creationId xmlns:a16="http://schemas.microsoft.com/office/drawing/2014/main" id="{21080ACF-1F63-4E6C-9FF1-B6D351A850C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Microsoft C++ 문서 기반 교육 예시 · 실제 ChatGPT 대화·실행 화면 아님</a:t>
            </a:r>
          </a:p>
        </p:txBody>
      </p:sp>
      <p:sp>
        <p:nvSpPr>
          <p:cNvPr id="6" name="괄호는 개수·값 생성자, 중괄호는 이 예시의 initializer_list 생성자를 사용합니다.">
            <a:extLst xmlns:a="http://schemas.openxmlformats.org/drawingml/2006/main">
              <a:ext uri="{FF2B5EF4-FFF2-40B4-BE49-F238E27FC236}">
                <a16:creationId xmlns:a16="http://schemas.microsoft.com/office/drawing/2014/main" id="{3CAE9C28-AB0E-49E6-ABC3-9514355558C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괄호는 개수·값 생성자, 중괄호는 이 예시의 initializer_list 생성자를 사용합니다.</a:t>
            </a:r>
          </a:p>
        </p:txBody>
      </p:sp>
      <p:sp>
        <p:nvSpPr>
          <p:cNvPr id="7" name="괄호만 바뀌었는데, 같은 Vector일까?">
            <a:extLst xmlns:a="http://schemas.openxmlformats.org/drawingml/2006/main">
              <a:ext uri="{FF2B5EF4-FFF2-40B4-BE49-F238E27FC236}">
                <a16:creationId xmlns:a16="http://schemas.microsoft.com/office/drawing/2014/main" id="{C935BA42-9863-4C32-BC9B-5C1996BF600D}"/>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괄호만 바뀌었는데, 같은 Vector일까?</a:t>
            </a:r>
          </a:p>
        </p:txBody>
      </p:sp>
      <p:sp>
        <p:nvSpPr>
          <p:cNvPr id="8" name="">
            <a:extLst xmlns:a="http://schemas.openxmlformats.org/drawingml/2006/main">
              <a:ext uri="{FF2B5EF4-FFF2-40B4-BE49-F238E27FC236}">
                <a16:creationId xmlns:a16="http://schemas.microsoft.com/office/drawing/2014/main" id="{ED89175F-1B6C-4A12-A13B-96E08405658E}"/>
              </a:ext>
            </a:extLst>
          </p:cNvPr>
          <p:cNvSpPr>
            <a:spLocks xmlns:a="http://schemas.openxmlformats.org/drawingml/2006/main" noGrp="1"/>
          </p:cNvSpPr>
          <p:nvPr/>
        </p:nvSpPr>
        <p:spPr>
          <a:xfrm xmlns:a="http://schemas.openxmlformats.org/drawingml/2006/main">
            <a:off x="609600" y="2247900"/>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9" name="std::vector&lt;int&gt; a(3, 1);">
            <a:extLst xmlns:a="http://schemas.openxmlformats.org/drawingml/2006/main">
              <a:ext uri="{FF2B5EF4-FFF2-40B4-BE49-F238E27FC236}">
                <a16:creationId xmlns:a16="http://schemas.microsoft.com/office/drawing/2014/main" id="{3A17EB1D-1B01-4953-BE8E-5BB2543874AC}"/>
              </a:ext>
            </a:extLst>
          </p:cNvPr>
          <p:cNvSpPr>
            <a:spLocks xmlns:a="http://schemas.openxmlformats.org/drawingml/2006/main" noGrp="1"/>
          </p:cNvSpPr>
          <p:nvPr/>
        </p:nvSpPr>
        <p:spPr>
          <a:xfrm xmlns:a="http://schemas.openxmlformats.org/drawingml/2006/main">
            <a:off x="838200" y="2400300"/>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a(3, 1);</a:t>
            </a:r>
          </a:p>
        </p:txBody>
      </p:sp>
      <p:sp>
        <p:nvSpPr>
          <p:cNvPr id="10" name="">
            <a:extLst xmlns:a="http://schemas.openxmlformats.org/drawingml/2006/main">
              <a:ext uri="{FF2B5EF4-FFF2-40B4-BE49-F238E27FC236}">
                <a16:creationId xmlns:a16="http://schemas.microsoft.com/office/drawing/2014/main" id="{64515518-B926-41FE-A5E6-D35963470471}"/>
              </a:ext>
            </a:extLst>
          </p:cNvPr>
          <p:cNvSpPr>
            <a:spLocks xmlns:a="http://schemas.openxmlformats.org/drawingml/2006/main" noGrp="1"/>
          </p:cNvSpPr>
          <p:nvPr/>
        </p:nvSpPr>
        <p:spPr>
          <a:xfrm xmlns:a="http://schemas.openxmlformats.org/drawingml/2006/main">
            <a:off x="7677150" y="2486025"/>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F0092198-4BDC-49D2-A2F6-4CF8B0F1B998}"/>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2" name="1">
            <a:extLst xmlns:a="http://schemas.openxmlformats.org/drawingml/2006/main">
              <a:ext uri="{FF2B5EF4-FFF2-40B4-BE49-F238E27FC236}">
                <a16:creationId xmlns:a16="http://schemas.microsoft.com/office/drawing/2014/main" id="{D4B33B69-7853-40FF-996F-345DA775668C}"/>
              </a:ext>
            </a:extLst>
          </p:cNvPr>
          <p:cNvSpPr>
            <a:spLocks xmlns:a="http://schemas.openxmlformats.org/drawingml/2006/main" noGrp="1"/>
          </p:cNvSpPr>
          <p:nvPr/>
        </p:nvSpPr>
        <p:spPr>
          <a:xfrm xmlns:a="http://schemas.openxmlformats.org/drawingml/2006/main">
            <a:off x="84010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3" name="">
            <a:extLst xmlns:a="http://schemas.openxmlformats.org/drawingml/2006/main">
              <a:ext uri="{FF2B5EF4-FFF2-40B4-BE49-F238E27FC236}">
                <a16:creationId xmlns:a16="http://schemas.microsoft.com/office/drawing/2014/main" id="{331CC6C2-6D3E-4F65-B7F8-D307A51ED6F2}"/>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4" name="1">
            <a:extLst xmlns:a="http://schemas.openxmlformats.org/drawingml/2006/main">
              <a:ext uri="{FF2B5EF4-FFF2-40B4-BE49-F238E27FC236}">
                <a16:creationId xmlns:a16="http://schemas.microsoft.com/office/drawing/2014/main" id="{FAE9DC51-7923-4C2D-AE89-58ED3248E0A7}"/>
              </a:ext>
            </a:extLst>
          </p:cNvPr>
          <p:cNvSpPr>
            <a:spLocks xmlns:a="http://schemas.openxmlformats.org/drawingml/2006/main" noGrp="1"/>
          </p:cNvSpPr>
          <p:nvPr/>
        </p:nvSpPr>
        <p:spPr>
          <a:xfrm xmlns:a="http://schemas.openxmlformats.org/drawingml/2006/main">
            <a:off x="92011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C39CD2D5-8C66-4084-BFBF-4CB995A675D8}"/>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6" name="1">
            <a:extLst xmlns:a="http://schemas.openxmlformats.org/drawingml/2006/main">
              <a:ext uri="{FF2B5EF4-FFF2-40B4-BE49-F238E27FC236}">
                <a16:creationId xmlns:a16="http://schemas.microsoft.com/office/drawing/2014/main" id="{C15006E9-9774-4BC4-B9ED-7D4E1A4A597E}"/>
              </a:ext>
            </a:extLst>
          </p:cNvPr>
          <p:cNvSpPr>
            <a:spLocks xmlns:a="http://schemas.openxmlformats.org/drawingml/2006/main" noGrp="1"/>
          </p:cNvSpPr>
          <p:nvPr/>
        </p:nvSpPr>
        <p:spPr>
          <a:xfrm xmlns:a="http://schemas.openxmlformats.org/drawingml/2006/main">
            <a:off x="10001250" y="2295525"/>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17" name="3개">
            <a:extLst xmlns:a="http://schemas.openxmlformats.org/drawingml/2006/main">
              <a:ext uri="{FF2B5EF4-FFF2-40B4-BE49-F238E27FC236}">
                <a16:creationId xmlns:a16="http://schemas.microsoft.com/office/drawing/2014/main" id="{CD18FFB5-BC35-465F-9463-28E8E87D5EFE}"/>
              </a:ext>
            </a:extLst>
          </p:cNvPr>
          <p:cNvSpPr>
            <a:spLocks xmlns:a="http://schemas.openxmlformats.org/drawingml/2006/main" noGrp="1"/>
          </p:cNvSpPr>
          <p:nvPr/>
        </p:nvSpPr>
        <p:spPr>
          <a:xfrm xmlns:a="http://schemas.openxmlformats.org/drawingml/2006/main">
            <a:off x="10953750" y="2400300"/>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3개</a:t>
            </a:r>
          </a:p>
        </p:txBody>
      </p:sp>
      <p:sp>
        <p:nvSpPr>
          <p:cNvPr id="18" name="">
            <a:extLst xmlns:a="http://schemas.openxmlformats.org/drawingml/2006/main">
              <a:ext uri="{FF2B5EF4-FFF2-40B4-BE49-F238E27FC236}">
                <a16:creationId xmlns:a16="http://schemas.microsoft.com/office/drawing/2014/main" id="{28336C5E-8A10-4D29-B235-D26FD846AB62}"/>
              </a:ext>
            </a:extLst>
          </p:cNvPr>
          <p:cNvSpPr>
            <a:spLocks xmlns:a="http://schemas.openxmlformats.org/drawingml/2006/main" noGrp="1"/>
          </p:cNvSpPr>
          <p:nvPr/>
        </p:nvSpPr>
        <p:spPr>
          <a:xfrm xmlns:a="http://schemas.openxmlformats.org/drawingml/2006/main">
            <a:off x="609600" y="3171825"/>
            <a:ext cx="6858000" cy="7239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9" name="std::vector&lt;int&gt; b{3, 1};">
            <a:extLst xmlns:a="http://schemas.openxmlformats.org/drawingml/2006/main">
              <a:ext uri="{FF2B5EF4-FFF2-40B4-BE49-F238E27FC236}">
                <a16:creationId xmlns:a16="http://schemas.microsoft.com/office/drawing/2014/main" id="{7CE3939D-7F46-4130-B908-4639896D60D5}"/>
              </a:ext>
            </a:extLst>
          </p:cNvPr>
          <p:cNvSpPr>
            <a:spLocks xmlns:a="http://schemas.openxmlformats.org/drawingml/2006/main" noGrp="1"/>
          </p:cNvSpPr>
          <p:nvPr/>
        </p:nvSpPr>
        <p:spPr>
          <a:xfrm xmlns:a="http://schemas.openxmlformats.org/drawingml/2006/main">
            <a:off x="838200" y="3324225"/>
            <a:ext cx="6400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FFFFFF"/>
                </a:solidFill>
                <a:latin typeface="Consolas"/>
                <a:ea typeface="Consolas"/>
                <a:cs typeface="Consolas"/>
              </a:defRPr>
            </a:defPPr>
            <a:lvl1pPr algn="l">
              <a:defRPr sz="2100" b="0">
                <a:solidFill>
                  <a:srgbClr val="FFFFFF"/>
                </a:solidFill>
                <a:latin typeface="Consolas"/>
                <a:ea typeface="Consolas"/>
                <a:cs typeface="Consolas"/>
              </a:defRPr>
            </a:lvl1pPr>
            <a:lvl2pPr algn="l">
              <a:defRPr sz="2100" b="0">
                <a:solidFill>
                  <a:srgbClr val="FFFFFF"/>
                </a:solidFill>
                <a:latin typeface="Consolas"/>
                <a:ea typeface="Consolas"/>
                <a:cs typeface="Consolas"/>
              </a:defRPr>
            </a:lvl2pPr>
            <a:lvl3pPr algn="l">
              <a:defRPr sz="2100" b="0">
                <a:solidFill>
                  <a:srgbClr val="FFFFFF"/>
                </a:solidFill>
                <a:latin typeface="Consolas"/>
                <a:ea typeface="Consolas"/>
                <a:cs typeface="Consolas"/>
              </a:defRPr>
            </a:lvl3pPr>
            <a:lvl4pPr algn="l">
              <a:defRPr sz="2100" b="0">
                <a:solidFill>
                  <a:srgbClr val="FFFFFF"/>
                </a:solidFill>
                <a:latin typeface="Consolas"/>
                <a:ea typeface="Consolas"/>
                <a:cs typeface="Consolas"/>
              </a:defRPr>
            </a:lvl4pPr>
            <a:lvl5pPr algn="l">
              <a:defRPr sz="2100" b="0">
                <a:solidFill>
                  <a:srgbClr val="FFFFFF"/>
                </a:solidFill>
                <a:latin typeface="Consolas"/>
                <a:ea typeface="Consolas"/>
                <a:cs typeface="Consolas"/>
              </a:defRPr>
            </a:lvl5pPr>
            <a:lvl6pPr algn="l">
              <a:defRPr sz="2100" b="0">
                <a:solidFill>
                  <a:srgbClr val="FFFFFF"/>
                </a:solidFill>
                <a:latin typeface="Consolas"/>
                <a:ea typeface="Consolas"/>
                <a:cs typeface="Consolas"/>
              </a:defRPr>
            </a:lvl6pPr>
            <a:lvl7pPr algn="l">
              <a:defRPr sz="2100" b="0">
                <a:solidFill>
                  <a:srgbClr val="FFFFFF"/>
                </a:solidFill>
                <a:latin typeface="Consolas"/>
                <a:ea typeface="Consolas"/>
                <a:cs typeface="Consolas"/>
              </a:defRPr>
            </a:lvl7pPr>
            <a:lvl8pPr algn="l">
              <a:defRPr sz="2100" b="0">
                <a:solidFill>
                  <a:srgbClr val="FFFFFF"/>
                </a:solidFill>
                <a:latin typeface="Consolas"/>
                <a:ea typeface="Consolas"/>
                <a:cs typeface="Consolas"/>
              </a:defRPr>
            </a:lvl8pPr>
            <a:lvl9pPr algn="l">
              <a:defRPr sz="2100" b="0">
                <a:solidFill>
                  <a:srgbClr val="FFFFFF"/>
                </a:solidFill>
                <a:latin typeface="Consolas"/>
                <a:ea typeface="Consolas"/>
                <a:cs typeface="Consolas"/>
              </a:defRPr>
            </a:lvl9pPr>
          </a:lstStyle>
          <a:p xmlns:a="http://schemas.openxmlformats.org/drawingml/2006/main">
            <a:pPr algn="l">
              <a:defRPr sz="2100" b="0">
                <a:solidFill>
                  <a:srgbClr val="FFFFFF"/>
                </a:solidFill>
                <a:latin typeface="Consolas"/>
                <a:ea typeface="Consolas"/>
                <a:cs typeface="Consolas"/>
              </a:defRPr>
            </a:pPr>
            <a:r>
              <a:rPr sz="2100" b="0">
                <a:solidFill>
                  <a:srgbClr val="FFFFFF"/>
                </a:solidFill>
                <a:latin typeface="Consolas"/>
                <a:ea typeface="Consolas"/>
                <a:cs typeface="Consolas"/>
              </a:rPr>
              <a:t>std::vector&lt;int&gt; b{3, 1};</a:t>
            </a:r>
          </a:p>
        </p:txBody>
      </p:sp>
      <p:sp>
        <p:nvSpPr>
          <p:cNvPr id="20" name="">
            <a:extLst xmlns:a="http://schemas.openxmlformats.org/drawingml/2006/main">
              <a:ext uri="{FF2B5EF4-FFF2-40B4-BE49-F238E27FC236}">
                <a16:creationId xmlns:a16="http://schemas.microsoft.com/office/drawing/2014/main" id="{84CAC902-68CF-49A4-AE06-4B85666FB17B}"/>
              </a:ext>
            </a:extLst>
          </p:cNvPr>
          <p:cNvSpPr>
            <a:spLocks xmlns:a="http://schemas.openxmlformats.org/drawingml/2006/main" noGrp="1"/>
          </p:cNvSpPr>
          <p:nvPr/>
        </p:nvSpPr>
        <p:spPr>
          <a:xfrm xmlns:a="http://schemas.openxmlformats.org/drawingml/2006/main">
            <a:off x="7677150" y="3409950"/>
            <a:ext cx="40005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A887E5EE-6738-4F92-BB69-27B2BDA754B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2" name="3">
            <a:extLst xmlns:a="http://schemas.openxmlformats.org/drawingml/2006/main">
              <a:ext uri="{FF2B5EF4-FFF2-40B4-BE49-F238E27FC236}">
                <a16:creationId xmlns:a16="http://schemas.microsoft.com/office/drawing/2014/main" id="{90297ABA-DC30-4F1D-A4B1-19A95816484B}"/>
              </a:ext>
            </a:extLst>
          </p:cNvPr>
          <p:cNvSpPr>
            <a:spLocks xmlns:a="http://schemas.openxmlformats.org/drawingml/2006/main" noGrp="1"/>
          </p:cNvSpPr>
          <p:nvPr/>
        </p:nvSpPr>
        <p:spPr>
          <a:xfrm xmlns:a="http://schemas.openxmlformats.org/drawingml/2006/main">
            <a:off x="84010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3</a:t>
            </a:r>
          </a:p>
        </p:txBody>
      </p:sp>
      <p:sp>
        <p:nvSpPr>
          <p:cNvPr id="23" name="">
            <a:extLst xmlns:a="http://schemas.openxmlformats.org/drawingml/2006/main">
              <a:ext uri="{FF2B5EF4-FFF2-40B4-BE49-F238E27FC236}">
                <a16:creationId xmlns:a16="http://schemas.microsoft.com/office/drawing/2014/main" id="{7D8879ED-55CC-443C-A31A-5255503AA5F9}"/>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4" name="1">
            <a:extLst xmlns:a="http://schemas.openxmlformats.org/drawingml/2006/main">
              <a:ext uri="{FF2B5EF4-FFF2-40B4-BE49-F238E27FC236}">
                <a16:creationId xmlns:a16="http://schemas.microsoft.com/office/drawing/2014/main" id="{F41E825E-D997-47B0-B69C-63B6B3459632}"/>
              </a:ext>
            </a:extLst>
          </p:cNvPr>
          <p:cNvSpPr>
            <a:spLocks xmlns:a="http://schemas.openxmlformats.org/drawingml/2006/main" noGrp="1"/>
          </p:cNvSpPr>
          <p:nvPr/>
        </p:nvSpPr>
        <p:spPr>
          <a:xfrm xmlns:a="http://schemas.openxmlformats.org/drawingml/2006/main">
            <a:off x="9201150" y="3219450"/>
            <a:ext cx="66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1</a:t>
            </a:r>
          </a:p>
        </p:txBody>
      </p:sp>
      <p:sp>
        <p:nvSpPr>
          <p:cNvPr id="25" name="2개">
            <a:extLst xmlns:a="http://schemas.openxmlformats.org/drawingml/2006/main">
              <a:ext uri="{FF2B5EF4-FFF2-40B4-BE49-F238E27FC236}">
                <a16:creationId xmlns:a16="http://schemas.microsoft.com/office/drawing/2014/main" id="{F217CE92-E8E0-437A-B4B1-56269A4CCB26}"/>
              </a:ext>
            </a:extLst>
          </p:cNvPr>
          <p:cNvSpPr>
            <a:spLocks xmlns:a="http://schemas.openxmlformats.org/drawingml/2006/main" noGrp="1"/>
          </p:cNvSpPr>
          <p:nvPr/>
        </p:nvSpPr>
        <p:spPr>
          <a:xfrm xmlns:a="http://schemas.openxmlformats.org/drawingml/2006/main">
            <a:off x="10953750" y="3324225"/>
            <a:ext cx="6286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4D5A68"/>
                </a:solidFill>
                <a:latin typeface="Malgun Gothic"/>
                <a:ea typeface="Malgun Gothic"/>
                <a:cs typeface="Malgun Gothic"/>
              </a:defRPr>
            </a:defPPr>
            <a:lvl1pPr algn="r">
              <a:defRPr sz="1950" b="1">
                <a:solidFill>
                  <a:srgbClr val="4D5A68"/>
                </a:solidFill>
                <a:latin typeface="Malgun Gothic"/>
                <a:ea typeface="Malgun Gothic"/>
                <a:cs typeface="Malgun Gothic"/>
              </a:defRPr>
            </a:lvl1pPr>
            <a:lvl2pPr algn="r">
              <a:defRPr sz="1950" b="1">
                <a:solidFill>
                  <a:srgbClr val="4D5A68"/>
                </a:solidFill>
                <a:latin typeface="Malgun Gothic"/>
                <a:ea typeface="Malgun Gothic"/>
                <a:cs typeface="Malgun Gothic"/>
              </a:defRPr>
            </a:lvl2pPr>
            <a:lvl3pPr algn="r">
              <a:defRPr sz="1950" b="1">
                <a:solidFill>
                  <a:srgbClr val="4D5A68"/>
                </a:solidFill>
                <a:latin typeface="Malgun Gothic"/>
                <a:ea typeface="Malgun Gothic"/>
                <a:cs typeface="Malgun Gothic"/>
              </a:defRPr>
            </a:lvl3pPr>
            <a:lvl4pPr algn="r">
              <a:defRPr sz="1950" b="1">
                <a:solidFill>
                  <a:srgbClr val="4D5A68"/>
                </a:solidFill>
                <a:latin typeface="Malgun Gothic"/>
                <a:ea typeface="Malgun Gothic"/>
                <a:cs typeface="Malgun Gothic"/>
              </a:defRPr>
            </a:lvl4pPr>
            <a:lvl5pPr algn="r">
              <a:defRPr sz="1950" b="1">
                <a:solidFill>
                  <a:srgbClr val="4D5A68"/>
                </a:solidFill>
                <a:latin typeface="Malgun Gothic"/>
                <a:ea typeface="Malgun Gothic"/>
                <a:cs typeface="Malgun Gothic"/>
              </a:defRPr>
            </a:lvl5pPr>
            <a:lvl6pPr algn="r">
              <a:defRPr sz="1950" b="1">
                <a:solidFill>
                  <a:srgbClr val="4D5A68"/>
                </a:solidFill>
                <a:latin typeface="Malgun Gothic"/>
                <a:ea typeface="Malgun Gothic"/>
                <a:cs typeface="Malgun Gothic"/>
              </a:defRPr>
            </a:lvl6pPr>
            <a:lvl7pPr algn="r">
              <a:defRPr sz="1950" b="1">
                <a:solidFill>
                  <a:srgbClr val="4D5A68"/>
                </a:solidFill>
                <a:latin typeface="Malgun Gothic"/>
                <a:ea typeface="Malgun Gothic"/>
                <a:cs typeface="Malgun Gothic"/>
              </a:defRPr>
            </a:lvl7pPr>
            <a:lvl8pPr algn="r">
              <a:defRPr sz="1950" b="1">
                <a:solidFill>
                  <a:srgbClr val="4D5A68"/>
                </a:solidFill>
                <a:latin typeface="Malgun Gothic"/>
                <a:ea typeface="Malgun Gothic"/>
                <a:cs typeface="Malgun Gothic"/>
              </a:defRPr>
            </a:lvl8pPr>
            <a:lvl9pPr algn="r">
              <a:defRPr sz="1950" b="1">
                <a:solidFill>
                  <a:srgbClr val="4D5A68"/>
                </a:solidFill>
                <a:latin typeface="Malgun Gothic"/>
                <a:ea typeface="Malgun Gothic"/>
                <a:cs typeface="Malgun Gothic"/>
              </a:defRPr>
            </a:lvl9pPr>
          </a:lstStyle>
          <a:p xmlns:a="http://schemas.openxmlformats.org/drawingml/2006/main">
            <a:pPr algn="r">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2개</a:t>
            </a:r>
          </a:p>
        </p:txBody>
      </p:sp>
      <p:sp>
        <p:nvSpPr>
          <p:cNvPr id="26" name="">
            <a:extLst xmlns:a="http://schemas.openxmlformats.org/drawingml/2006/main">
              <a:ext uri="{FF2B5EF4-FFF2-40B4-BE49-F238E27FC236}">
                <a16:creationId xmlns:a16="http://schemas.microsoft.com/office/drawing/2014/main" id="{25F039AC-3D3D-4539-9106-EE08D9F99F97}"/>
              </a:ext>
            </a:extLst>
          </p:cNvPr>
          <p:cNvSpPr>
            <a:spLocks xmlns:a="http://schemas.openxmlformats.org/drawingml/2006/main" noGrp="1"/>
          </p:cNvSpPr>
          <p:nvPr/>
        </p:nvSpPr>
        <p:spPr>
          <a:xfrm xmlns:a="http://schemas.openxmlformats.org/drawingml/2006/main">
            <a:off x="6096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7" name="IDE">
            <a:extLst xmlns:a="http://schemas.openxmlformats.org/drawingml/2006/main">
              <a:ext uri="{FF2B5EF4-FFF2-40B4-BE49-F238E27FC236}">
                <a16:creationId xmlns:a16="http://schemas.microsoft.com/office/drawing/2014/main" id="{57B01A7E-582F-430A-9D9D-47C35B7E4FEA}"/>
              </a:ext>
            </a:extLst>
          </p:cNvPr>
          <p:cNvSpPr>
            <a:spLocks xmlns:a="http://schemas.openxmlformats.org/drawingml/2006/main" noGrp="1"/>
          </p:cNvSpPr>
          <p:nvPr/>
        </p:nvSpPr>
        <p:spPr>
          <a:xfrm xmlns:a="http://schemas.openxmlformats.org/drawingml/2006/main">
            <a:off x="7620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28" name="코드 선택·복사">
            <a:extLst xmlns:a="http://schemas.openxmlformats.org/drawingml/2006/main">
              <a:ext uri="{FF2B5EF4-FFF2-40B4-BE49-F238E27FC236}">
                <a16:creationId xmlns:a16="http://schemas.microsoft.com/office/drawing/2014/main" id="{830930D0-609E-493A-A6CA-D54ECFF42325}"/>
              </a:ext>
            </a:extLst>
          </p:cNvPr>
          <p:cNvSpPr>
            <a:spLocks xmlns:a="http://schemas.openxmlformats.org/drawingml/2006/main" noGrp="1"/>
          </p:cNvSpPr>
          <p:nvPr/>
        </p:nvSpPr>
        <p:spPr>
          <a:xfrm xmlns:a="http://schemas.openxmlformats.org/drawingml/2006/main">
            <a:off x="7620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코드 선택·복사</a:t>
            </a:r>
          </a:p>
        </p:txBody>
      </p:sp>
      <p:sp>
        <p:nvSpPr>
          <p:cNvPr id="29" name="">
            <a:extLst xmlns:a="http://schemas.openxmlformats.org/drawingml/2006/main">
              <a:ext uri="{FF2B5EF4-FFF2-40B4-BE49-F238E27FC236}">
                <a16:creationId xmlns:a16="http://schemas.microsoft.com/office/drawing/2014/main" id="{044DF7F7-D7F9-46EA-8EB5-28A9F6824EAD}"/>
              </a:ext>
            </a:extLst>
          </p:cNvPr>
          <p:cNvSpPr>
            <a:spLocks xmlns:a="http://schemas.openxmlformats.org/drawingml/2006/main" noGrp="1"/>
          </p:cNvSpPr>
          <p:nvPr/>
        </p:nvSpPr>
        <p:spPr>
          <a:xfrm xmlns:a="http://schemas.openxmlformats.org/drawingml/2006/main">
            <a:off x="4591050" y="4352925"/>
            <a:ext cx="3009900" cy="10287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30" name="Chatbot">
            <a:extLst xmlns:a="http://schemas.openxmlformats.org/drawingml/2006/main">
              <a:ext uri="{FF2B5EF4-FFF2-40B4-BE49-F238E27FC236}">
                <a16:creationId xmlns:a16="http://schemas.microsoft.com/office/drawing/2014/main" id="{6F5707DC-0C57-4F38-B915-D8CB05DECC60}"/>
              </a:ext>
            </a:extLst>
          </p:cNvPr>
          <p:cNvSpPr>
            <a:spLocks xmlns:a="http://schemas.openxmlformats.org/drawingml/2006/main" noGrp="1"/>
          </p:cNvSpPr>
          <p:nvPr/>
        </p:nvSpPr>
        <p:spPr>
          <a:xfrm xmlns:a="http://schemas.openxmlformats.org/drawingml/2006/main">
            <a:off x="474345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Chatbot</a:t>
            </a:r>
          </a:p>
        </p:txBody>
      </p:sp>
      <p:sp>
        <p:nvSpPr>
          <p:cNvPr id="31" name="붙여넣고 질문">
            <a:extLst xmlns:a="http://schemas.openxmlformats.org/drawingml/2006/main">
              <a:ext uri="{FF2B5EF4-FFF2-40B4-BE49-F238E27FC236}">
                <a16:creationId xmlns:a16="http://schemas.microsoft.com/office/drawing/2014/main" id="{CC74DD55-6238-469F-943D-F4742AF168DA}"/>
              </a:ext>
            </a:extLst>
          </p:cNvPr>
          <p:cNvSpPr>
            <a:spLocks xmlns:a="http://schemas.openxmlformats.org/drawingml/2006/main" noGrp="1"/>
          </p:cNvSpPr>
          <p:nvPr/>
        </p:nvSpPr>
        <p:spPr>
          <a:xfrm xmlns:a="http://schemas.openxmlformats.org/drawingml/2006/main">
            <a:off x="474345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붙여넣고 질문</a:t>
            </a:r>
          </a:p>
        </p:txBody>
      </p:sp>
      <p:sp>
        <p:nvSpPr>
          <p:cNvPr id="32" name="">
            <a:extLst xmlns:a="http://schemas.openxmlformats.org/drawingml/2006/main">
              <a:ext uri="{FF2B5EF4-FFF2-40B4-BE49-F238E27FC236}">
                <a16:creationId xmlns:a16="http://schemas.microsoft.com/office/drawing/2014/main" id="{34DF1EFC-9E94-4E7B-A834-7FA75956AF82}"/>
              </a:ext>
            </a:extLst>
          </p:cNvPr>
          <p:cNvSpPr>
            <a:spLocks xmlns:a="http://schemas.openxmlformats.org/drawingml/2006/main" noGrp="1"/>
          </p:cNvSpPr>
          <p:nvPr/>
        </p:nvSpPr>
        <p:spPr>
          <a:xfrm xmlns:a="http://schemas.openxmlformats.org/drawingml/2006/main">
            <a:off x="8572500" y="4352925"/>
            <a:ext cx="3009900" cy="10287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3" name="IDE">
            <a:extLst xmlns:a="http://schemas.openxmlformats.org/drawingml/2006/main">
              <a:ext uri="{FF2B5EF4-FFF2-40B4-BE49-F238E27FC236}">
                <a16:creationId xmlns:a16="http://schemas.microsoft.com/office/drawing/2014/main" id="{9DB9E7CD-204F-4D15-983A-55886540699D}"/>
              </a:ext>
            </a:extLst>
          </p:cNvPr>
          <p:cNvSpPr>
            <a:spLocks xmlns:a="http://schemas.openxmlformats.org/drawingml/2006/main" noGrp="1"/>
          </p:cNvSpPr>
          <p:nvPr/>
        </p:nvSpPr>
        <p:spPr>
          <a:xfrm xmlns:a="http://schemas.openxmlformats.org/drawingml/2006/main">
            <a:off x="8724900" y="4467225"/>
            <a:ext cx="27051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Malgun Gothic"/>
                <a:ea typeface="Malgun Gothic"/>
                <a:cs typeface="Malgun Gothic"/>
              </a:defRPr>
            </a:defPPr>
            <a:lvl1pPr algn="ctr">
              <a:defRPr sz="1650" b="1">
                <a:solidFill>
                  <a:srgbClr val="0B6172"/>
                </a:solidFill>
                <a:latin typeface="Malgun Gothic"/>
                <a:ea typeface="Malgun Gothic"/>
                <a:cs typeface="Malgun Gothic"/>
              </a:defRPr>
            </a:lvl1pPr>
            <a:lvl2pPr algn="ctr">
              <a:defRPr sz="1650" b="1">
                <a:solidFill>
                  <a:srgbClr val="0B6172"/>
                </a:solidFill>
                <a:latin typeface="Malgun Gothic"/>
                <a:ea typeface="Malgun Gothic"/>
                <a:cs typeface="Malgun Gothic"/>
              </a:defRPr>
            </a:lvl2pPr>
            <a:lvl3pPr algn="ctr">
              <a:defRPr sz="1650" b="1">
                <a:solidFill>
                  <a:srgbClr val="0B6172"/>
                </a:solidFill>
                <a:latin typeface="Malgun Gothic"/>
                <a:ea typeface="Malgun Gothic"/>
                <a:cs typeface="Malgun Gothic"/>
              </a:defRPr>
            </a:lvl3pPr>
            <a:lvl4pPr algn="ctr">
              <a:defRPr sz="1650" b="1">
                <a:solidFill>
                  <a:srgbClr val="0B6172"/>
                </a:solidFill>
                <a:latin typeface="Malgun Gothic"/>
                <a:ea typeface="Malgun Gothic"/>
                <a:cs typeface="Malgun Gothic"/>
              </a:defRPr>
            </a:lvl4pPr>
            <a:lvl5pPr algn="ctr">
              <a:defRPr sz="1650" b="1">
                <a:solidFill>
                  <a:srgbClr val="0B6172"/>
                </a:solidFill>
                <a:latin typeface="Malgun Gothic"/>
                <a:ea typeface="Malgun Gothic"/>
                <a:cs typeface="Malgun Gothic"/>
              </a:defRPr>
            </a:lvl5pPr>
            <a:lvl6pPr algn="ctr">
              <a:defRPr sz="1650" b="1">
                <a:solidFill>
                  <a:srgbClr val="0B6172"/>
                </a:solidFill>
                <a:latin typeface="Malgun Gothic"/>
                <a:ea typeface="Malgun Gothic"/>
                <a:cs typeface="Malgun Gothic"/>
              </a:defRPr>
            </a:lvl6pPr>
            <a:lvl7pPr algn="ctr">
              <a:defRPr sz="1650" b="1">
                <a:solidFill>
                  <a:srgbClr val="0B6172"/>
                </a:solidFill>
                <a:latin typeface="Malgun Gothic"/>
                <a:ea typeface="Malgun Gothic"/>
                <a:cs typeface="Malgun Gothic"/>
              </a:defRPr>
            </a:lvl7pPr>
            <a:lvl8pPr algn="ctr">
              <a:defRPr sz="1650" b="1">
                <a:solidFill>
                  <a:srgbClr val="0B6172"/>
                </a:solidFill>
                <a:latin typeface="Malgun Gothic"/>
                <a:ea typeface="Malgun Gothic"/>
                <a:cs typeface="Malgun Gothic"/>
              </a:defRPr>
            </a:lvl8pPr>
            <a:lvl9pPr algn="ctr">
              <a:defRPr sz="1650" b="1">
                <a:solidFill>
                  <a:srgbClr val="0B6172"/>
                </a:solidFill>
                <a:latin typeface="Malgun Gothic"/>
                <a:ea typeface="Malgun Gothic"/>
                <a:cs typeface="Malgun Gothic"/>
              </a:defRPr>
            </a:lvl9pPr>
          </a:lstStyle>
          <a:p xmlns:a="http://schemas.openxmlformats.org/drawingml/2006/main">
            <a:pPr algn="ctr">
              <a:defRPr sz="1650" b="1">
                <a:solidFill>
                  <a:srgbClr val="0B6172"/>
                </a:solidFill>
                <a:latin typeface="Malgun Gothic"/>
                <a:ea typeface="Malgun Gothic"/>
                <a:cs typeface="Malgun Gothic"/>
              </a:defRPr>
            </a:pPr>
            <a:r>
              <a:rPr sz="1650" b="1">
                <a:solidFill>
                  <a:srgbClr val="0B6172"/>
                </a:solidFill>
                <a:latin typeface="Malgun Gothic"/>
                <a:ea typeface="Malgun Gothic"/>
                <a:cs typeface="Malgun Gothic"/>
              </a:rPr>
              <a:t>IDE</a:t>
            </a:r>
          </a:p>
        </p:txBody>
      </p:sp>
      <p:sp>
        <p:nvSpPr>
          <p:cNvPr id="34" name="답 확인·적용">
            <a:extLst xmlns:a="http://schemas.openxmlformats.org/drawingml/2006/main">
              <a:ext uri="{FF2B5EF4-FFF2-40B4-BE49-F238E27FC236}">
                <a16:creationId xmlns:a16="http://schemas.microsoft.com/office/drawing/2014/main" id="{128D9279-EAEE-4E6E-879F-1F180C52303D}"/>
              </a:ext>
            </a:extLst>
          </p:cNvPr>
          <p:cNvSpPr>
            <a:spLocks xmlns:a="http://schemas.openxmlformats.org/drawingml/2006/main" noGrp="1"/>
          </p:cNvSpPr>
          <p:nvPr/>
        </p:nvSpPr>
        <p:spPr>
          <a:xfrm xmlns:a="http://schemas.openxmlformats.org/drawingml/2006/main">
            <a:off x="8724900" y="4819650"/>
            <a:ext cx="27051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답 확인·적용</a:t>
            </a:r>
          </a:p>
        </p:txBody>
      </p:sp>
      <p:sp>
        <p:nvSpPr>
          <p:cNvPr id="35" name="">
            <a:extLst xmlns:a="http://schemas.openxmlformats.org/drawingml/2006/main">
              <a:ext uri="{FF2B5EF4-FFF2-40B4-BE49-F238E27FC236}">
                <a16:creationId xmlns:a16="http://schemas.microsoft.com/office/drawing/2014/main" id="{3EA6DCF5-31D0-47E1-AF4B-D44C19BC4C58}"/>
              </a:ext>
            </a:extLst>
          </p:cNvPr>
          <p:cNvSpPr>
            <a:spLocks xmlns:a="http://schemas.openxmlformats.org/drawingml/2006/main" noGrp="1"/>
          </p:cNvSpPr>
          <p:nvPr/>
        </p:nvSpPr>
        <p:spPr>
          <a:xfrm xmlns:a="http://schemas.openxmlformats.org/drawingml/2006/main">
            <a:off x="375285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CF42147C-9ADA-4E64-BBC2-CCCA6CF03558}"/>
              </a:ext>
            </a:extLst>
          </p:cNvPr>
          <p:cNvSpPr>
            <a:spLocks xmlns:a="http://schemas.openxmlformats.org/drawingml/2006/main" noGrp="1"/>
          </p:cNvSpPr>
          <p:nvPr/>
        </p:nvSpPr>
        <p:spPr>
          <a:xfrm xmlns:a="http://schemas.openxmlformats.org/drawingml/2006/main">
            <a:off x="7734300" y="4752975"/>
            <a:ext cx="7048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7" name="필요한 코드와 맥락을 사람이 골라 전달한다.">
            <a:extLst xmlns:a="http://schemas.openxmlformats.org/drawingml/2006/main">
              <a:ext uri="{FF2B5EF4-FFF2-40B4-BE49-F238E27FC236}">
                <a16:creationId xmlns:a16="http://schemas.microsoft.com/office/drawing/2014/main" id="{E377B9DA-2AAE-4763-AD17-C6640B9E11D7}"/>
              </a:ext>
            </a:extLst>
          </p:cNvPr>
          <p:cNvSpPr>
            <a:spLocks xmlns:a="http://schemas.openxmlformats.org/drawingml/2006/main" noGrp="1"/>
          </p:cNvSpPr>
          <p:nvPr/>
        </p:nvSpPr>
        <p:spPr>
          <a:xfrm xmlns:a="http://schemas.openxmlformats.org/drawingml/2006/main">
            <a:off x="609600" y="546735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필요한 코드와 맥락을 사람이 골라 전달한다.</a:t>
            </a:r>
          </a:p>
        </p:txBody>
      </p:sp>
      <p:sp>
        <p:nvSpPr>
          <p:cNvPr id="38" name="Legacy module connection">
            <a:extLst xmlns:a="http://schemas.openxmlformats.org/drawingml/2006/main">
              <a:ext uri="{FF2B5EF4-FFF2-40B4-BE49-F238E27FC236}">
                <a16:creationId xmlns:a16="http://schemas.microsoft.com/office/drawing/2014/main" id="{9CD3C296-C06D-4201-B86B-E3AD85265CA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37919656"/>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0 · Visual Studio에서 디버깅할 때 살펴보던 정보">
            <a:extLst xmlns:a="http://schemas.openxmlformats.org/drawingml/2006/main">
              <a:ext uri="{FF2B5EF4-FFF2-40B4-BE49-F238E27FC236}">
                <a16:creationId xmlns:a16="http://schemas.microsoft.com/office/drawing/2014/main" id="{421E5962-C169-47EF-9CF6-6658AE54548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Visual Studio에서 디버깅할 때 살펴보던 정보</a:t>
            </a:r>
          </a:p>
        </p:txBody>
      </p:sp>
      <p:sp>
        <p:nvSpPr>
          <p:cNvPr id="2" name="S03">
            <a:extLst xmlns:a="http://schemas.openxmlformats.org/drawingml/2006/main">
              <a:ext uri="{FF2B5EF4-FFF2-40B4-BE49-F238E27FC236}">
                <a16:creationId xmlns:a16="http://schemas.microsoft.com/office/drawing/2014/main" id="{DEE6879A-05DD-4423-8EBF-720449E32DA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S03</a:t>
            </a:r>
          </a:p>
        </p:txBody>
      </p:sp>
      <p:sp>
        <p:nvSpPr>
          <p:cNvPr id="3" name="질문이 커지면 Context를 모으는 일이 생긴다">
            <a:extLst xmlns:a="http://schemas.openxmlformats.org/drawingml/2006/main">
              <a:ext uri="{FF2B5EF4-FFF2-40B4-BE49-F238E27FC236}">
                <a16:creationId xmlns:a16="http://schemas.microsoft.com/office/drawing/2014/main" id="{3AEB21FD-FE7E-4391-BCB2-715A21E562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질문이 커지면 Context를 모으는 일이 생긴다</a:t>
            </a:r>
          </a:p>
        </p:txBody>
      </p:sp>
      <p:sp>
        <p:nvSpPr>
          <p:cNvPr id="4" name="">
            <a:extLst xmlns:a="http://schemas.openxmlformats.org/drawingml/2006/main">
              <a:ext uri="{FF2B5EF4-FFF2-40B4-BE49-F238E27FC236}">
                <a16:creationId xmlns:a16="http://schemas.microsoft.com/office/drawing/2014/main" id="{8BEC506D-9ECB-481B-9EAE-0FDFE69DA1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Visual Studio 사용자의 디버깅 정보를 설명하는 교육용 병렬 도식">
            <a:extLst xmlns:a="http://schemas.openxmlformats.org/drawingml/2006/main">
              <a:ext uri="{FF2B5EF4-FFF2-40B4-BE49-F238E27FC236}">
                <a16:creationId xmlns:a16="http://schemas.microsoft.com/office/drawing/2014/main" id="{1E4AF066-A990-4A08-AA26-3DD7E264E4A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Visual Studio 사용자의 디버깅 정보를 설명하는 교육용 병렬 도식</a:t>
            </a:r>
          </a:p>
        </p:txBody>
      </p:sp>
      <p:sp>
        <p:nvSpPr>
          <p:cNvPr id="6" name="특정 Trial의 실제 화면이 아닙니다. 명세서는 IDE 밖에서도 함께 참고하는 문서입니다.">
            <a:extLst xmlns:a="http://schemas.openxmlformats.org/drawingml/2006/main">
              <a:ext uri="{FF2B5EF4-FFF2-40B4-BE49-F238E27FC236}">
                <a16:creationId xmlns:a16="http://schemas.microsoft.com/office/drawing/2014/main" id="{7A7D1AC4-B566-4965-AAC3-43ABFFF131F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Trial의 실제 화면이 아닙니다. 명세서는 IDE 밖에서도 함께 참고하는 문서입니다.</a:t>
            </a:r>
          </a:p>
        </p:txBody>
      </p:sp>
      <p:sp>
        <p:nvSpPr>
          <p:cNvPr id="7" name="“결과가 기대와 다르다” — 우리는 어디를 살펴볼까?">
            <a:extLst xmlns:a="http://schemas.openxmlformats.org/drawingml/2006/main">
              <a:ext uri="{FF2B5EF4-FFF2-40B4-BE49-F238E27FC236}">
                <a16:creationId xmlns:a16="http://schemas.microsoft.com/office/drawing/2014/main" id="{B95C99DE-2919-4DAE-8F61-DDA0FAE7F96B}"/>
              </a:ext>
            </a:extLst>
          </p:cNvPr>
          <p:cNvSpPr>
            <a:spLocks xmlns:a="http://schemas.openxmlformats.org/drawingml/2006/main" noGrp="1"/>
          </p:cNvSpPr>
          <p:nvPr/>
        </p:nvSpPr>
        <p:spPr>
          <a:xfrm xmlns:a="http://schemas.openxmlformats.org/drawingml/2006/main">
            <a:off x="609600" y="16573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“결과가 기대와 다르다” — 우리는 어디를 살펴볼까?</a:t>
            </a:r>
          </a:p>
        </p:txBody>
      </p:sp>
      <p:sp>
        <p:nvSpPr>
          <p:cNvPr id="8" name="">
            <a:extLst xmlns:a="http://schemas.openxmlformats.org/drawingml/2006/main">
              <a:ext uri="{FF2B5EF4-FFF2-40B4-BE49-F238E27FC236}">
                <a16:creationId xmlns:a16="http://schemas.microsoft.com/office/drawing/2014/main" id="{FDB13A91-BD0E-42A2-AE79-5773A0FBEE4C}"/>
              </a:ext>
            </a:extLst>
          </p:cNvPr>
          <p:cNvSpPr>
            <a:spLocks xmlns:a="http://schemas.openxmlformats.org/drawingml/2006/main" noGrp="1"/>
          </p:cNvSpPr>
          <p:nvPr/>
        </p:nvSpPr>
        <p:spPr>
          <a:xfrm xmlns:a="http://schemas.openxmlformats.org/drawingml/2006/main">
            <a:off x="6096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탐색기">
            <a:extLst xmlns:a="http://schemas.openxmlformats.org/drawingml/2006/main">
              <a:ext uri="{FF2B5EF4-FFF2-40B4-BE49-F238E27FC236}">
                <a16:creationId xmlns:a16="http://schemas.microsoft.com/office/drawing/2014/main" id="{296E71AD-5C10-4547-9D4A-CBE91B8CFA00}"/>
              </a:ext>
            </a:extLst>
          </p:cNvPr>
          <p:cNvSpPr>
            <a:spLocks xmlns:a="http://schemas.openxmlformats.org/drawingml/2006/main" noGrp="1"/>
          </p:cNvSpPr>
          <p:nvPr/>
        </p:nvSpPr>
        <p:spPr>
          <a:xfrm xmlns:a="http://schemas.openxmlformats.org/drawingml/2006/main">
            <a:off x="8001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탐색기</a:t>
            </a:r>
          </a:p>
        </p:txBody>
      </p:sp>
      <p:sp>
        <p:nvSpPr>
          <p:cNvPr id="10" name="">
            <a:extLst xmlns:a="http://schemas.openxmlformats.org/drawingml/2006/main">
              <a:ext uri="{FF2B5EF4-FFF2-40B4-BE49-F238E27FC236}">
                <a16:creationId xmlns:a16="http://schemas.microsoft.com/office/drawing/2014/main" id="{9F88DC72-20A3-4E3E-9A30-94FADC2359B8}"/>
              </a:ext>
            </a:extLst>
          </p:cNvPr>
          <p:cNvSpPr>
            <a:spLocks xmlns:a="http://schemas.openxmlformats.org/drawingml/2006/main" noGrp="1"/>
          </p:cNvSpPr>
          <p:nvPr/>
        </p:nvSpPr>
        <p:spPr>
          <a:xfrm xmlns:a="http://schemas.openxmlformats.org/drawingml/2006/main">
            <a:off x="8001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실패한 테스트&#10;기대값과 실제값">
            <a:extLst xmlns:a="http://schemas.openxmlformats.org/drawingml/2006/main">
              <a:ext uri="{FF2B5EF4-FFF2-40B4-BE49-F238E27FC236}">
                <a16:creationId xmlns:a16="http://schemas.microsoft.com/office/drawing/2014/main" id="{C203E7FA-AA72-4560-9652-D044F4A1211E}"/>
              </a:ext>
            </a:extLst>
          </p:cNvPr>
          <p:cNvSpPr>
            <a:spLocks xmlns:a="http://schemas.openxmlformats.org/drawingml/2006/main" noGrp="1"/>
          </p:cNvSpPr>
          <p:nvPr/>
        </p:nvSpPr>
        <p:spPr>
          <a:xfrm xmlns:a="http://schemas.openxmlformats.org/drawingml/2006/main">
            <a:off x="8001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실패한 테스트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기대값과 실제값</a:t>
            </a:r>
          </a:p>
        </p:txBody>
      </p:sp>
      <p:sp>
        <p:nvSpPr>
          <p:cNvPr id="12" name="">
            <a:extLst xmlns:a="http://schemas.openxmlformats.org/drawingml/2006/main">
              <a:ext uri="{FF2B5EF4-FFF2-40B4-BE49-F238E27FC236}">
                <a16:creationId xmlns:a16="http://schemas.microsoft.com/office/drawing/2014/main" id="{14B3E1F2-6AA8-4196-A312-8D2A44F2435E}"/>
              </a:ext>
            </a:extLst>
          </p:cNvPr>
          <p:cNvSpPr>
            <a:spLocks xmlns:a="http://schemas.openxmlformats.org/drawingml/2006/main" noGrp="1"/>
          </p:cNvSpPr>
          <p:nvPr/>
        </p:nvSpPr>
        <p:spPr>
          <a:xfrm xmlns:a="http://schemas.openxmlformats.org/drawingml/2006/main">
            <a:off x="43434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호출 스택">
            <a:extLst xmlns:a="http://schemas.openxmlformats.org/drawingml/2006/main">
              <a:ext uri="{FF2B5EF4-FFF2-40B4-BE49-F238E27FC236}">
                <a16:creationId xmlns:a16="http://schemas.microsoft.com/office/drawing/2014/main" id="{89DE7113-DE6D-413E-96F3-90835D096FBE}"/>
              </a:ext>
            </a:extLst>
          </p:cNvPr>
          <p:cNvSpPr>
            <a:spLocks xmlns:a="http://schemas.openxmlformats.org/drawingml/2006/main" noGrp="1"/>
          </p:cNvSpPr>
          <p:nvPr/>
        </p:nvSpPr>
        <p:spPr>
          <a:xfrm xmlns:a="http://schemas.openxmlformats.org/drawingml/2006/main">
            <a:off x="45339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호출 스택</a:t>
            </a:r>
          </a:p>
        </p:txBody>
      </p:sp>
      <p:sp>
        <p:nvSpPr>
          <p:cNvPr id="14" name="">
            <a:extLst xmlns:a="http://schemas.openxmlformats.org/drawingml/2006/main">
              <a:ext uri="{FF2B5EF4-FFF2-40B4-BE49-F238E27FC236}">
                <a16:creationId xmlns:a16="http://schemas.microsoft.com/office/drawing/2014/main" id="{6603F8FA-8487-4A1E-9F4E-C07F86F08C04}"/>
              </a:ext>
            </a:extLst>
          </p:cNvPr>
          <p:cNvSpPr>
            <a:spLocks xmlns:a="http://schemas.openxmlformats.org/drawingml/2006/main" noGrp="1"/>
          </p:cNvSpPr>
          <p:nvPr/>
        </p:nvSpPr>
        <p:spPr>
          <a:xfrm xmlns:a="http://schemas.openxmlformats.org/drawingml/2006/main">
            <a:off x="45339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어디서 호출됐나?&#10;함수와 호출 순서">
            <a:extLst xmlns:a="http://schemas.openxmlformats.org/drawingml/2006/main">
              <a:ext uri="{FF2B5EF4-FFF2-40B4-BE49-F238E27FC236}">
                <a16:creationId xmlns:a16="http://schemas.microsoft.com/office/drawing/2014/main" id="{4B65C6D2-FE44-4CD8-8E52-F4068A8603C5}"/>
              </a:ext>
            </a:extLst>
          </p:cNvPr>
          <p:cNvSpPr>
            <a:spLocks xmlns:a="http://schemas.openxmlformats.org/drawingml/2006/main" noGrp="1"/>
          </p:cNvSpPr>
          <p:nvPr/>
        </p:nvSpPr>
        <p:spPr>
          <a:xfrm xmlns:a="http://schemas.openxmlformats.org/drawingml/2006/main">
            <a:off x="45339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어디서 호출됐나?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함수와 호출 순서</a:t>
            </a:r>
          </a:p>
        </p:txBody>
      </p:sp>
      <p:sp>
        <p:nvSpPr>
          <p:cNvPr id="16" name="">
            <a:extLst xmlns:a="http://schemas.openxmlformats.org/drawingml/2006/main">
              <a:ext uri="{FF2B5EF4-FFF2-40B4-BE49-F238E27FC236}">
                <a16:creationId xmlns:a16="http://schemas.microsoft.com/office/drawing/2014/main" id="{3EB13EA9-317F-47B3-9293-42613FB08C66}"/>
              </a:ext>
            </a:extLst>
          </p:cNvPr>
          <p:cNvSpPr>
            <a:spLocks xmlns:a="http://schemas.openxmlformats.org/drawingml/2006/main" noGrp="1"/>
          </p:cNvSpPr>
          <p:nvPr/>
        </p:nvSpPr>
        <p:spPr>
          <a:xfrm xmlns:a="http://schemas.openxmlformats.org/drawingml/2006/main">
            <a:off x="8077200" y="2238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소스·참조">
            <a:extLst xmlns:a="http://schemas.openxmlformats.org/drawingml/2006/main">
              <a:ext uri="{FF2B5EF4-FFF2-40B4-BE49-F238E27FC236}">
                <a16:creationId xmlns:a16="http://schemas.microsoft.com/office/drawing/2014/main" id="{3EA839B9-9A79-4D38-BAE0-60CB26F860EB}"/>
              </a:ext>
            </a:extLst>
          </p:cNvPr>
          <p:cNvSpPr>
            <a:spLocks xmlns:a="http://schemas.openxmlformats.org/drawingml/2006/main" noGrp="1"/>
          </p:cNvSpPr>
          <p:nvPr/>
        </p:nvSpPr>
        <p:spPr>
          <a:xfrm xmlns:a="http://schemas.openxmlformats.org/drawingml/2006/main">
            <a:off x="8267700" y="2333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소스·참조</a:t>
            </a:r>
          </a:p>
        </p:txBody>
      </p:sp>
      <p:sp>
        <p:nvSpPr>
          <p:cNvPr id="18" name="">
            <a:extLst xmlns:a="http://schemas.openxmlformats.org/drawingml/2006/main">
              <a:ext uri="{FF2B5EF4-FFF2-40B4-BE49-F238E27FC236}">
                <a16:creationId xmlns:a16="http://schemas.microsoft.com/office/drawing/2014/main" id="{74815F86-ED08-4E1C-8CD1-B1B3FBA9DBF6}"/>
              </a:ext>
            </a:extLst>
          </p:cNvPr>
          <p:cNvSpPr>
            <a:spLocks xmlns:a="http://schemas.openxmlformats.org/drawingml/2006/main" noGrp="1"/>
          </p:cNvSpPr>
          <p:nvPr/>
        </p:nvSpPr>
        <p:spPr>
          <a:xfrm xmlns:a="http://schemas.openxmlformats.org/drawingml/2006/main">
            <a:off x="8267700" y="2714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관련 구현과 호출부&#10;코드의 분기">
            <a:extLst xmlns:a="http://schemas.openxmlformats.org/drawingml/2006/main">
              <a:ext uri="{FF2B5EF4-FFF2-40B4-BE49-F238E27FC236}">
                <a16:creationId xmlns:a16="http://schemas.microsoft.com/office/drawing/2014/main" id="{A952B359-E28E-43C1-8B86-E26933DC99A9}"/>
              </a:ext>
            </a:extLst>
          </p:cNvPr>
          <p:cNvSpPr>
            <a:spLocks xmlns:a="http://schemas.openxmlformats.org/drawingml/2006/main" noGrp="1"/>
          </p:cNvSpPr>
          <p:nvPr/>
        </p:nvSpPr>
        <p:spPr>
          <a:xfrm xmlns:a="http://schemas.openxmlformats.org/drawingml/2006/main">
            <a:off x="8267700" y="2800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관련 구현과 호출부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코드의 분기</a:t>
            </a:r>
          </a:p>
        </p:txBody>
      </p:sp>
      <p:sp>
        <p:nvSpPr>
          <p:cNvPr id="20" name="">
            <a:extLst xmlns:a="http://schemas.openxmlformats.org/drawingml/2006/main">
              <a:ext uri="{FF2B5EF4-FFF2-40B4-BE49-F238E27FC236}">
                <a16:creationId xmlns:a16="http://schemas.microsoft.com/office/drawing/2014/main" id="{AE759974-12A0-4BD2-BA7C-1F72D6807CE0}"/>
              </a:ext>
            </a:extLst>
          </p:cNvPr>
          <p:cNvSpPr>
            <a:spLocks xmlns:a="http://schemas.openxmlformats.org/drawingml/2006/main" noGrp="1"/>
          </p:cNvSpPr>
          <p:nvPr/>
        </p:nvSpPr>
        <p:spPr>
          <a:xfrm xmlns:a="http://schemas.openxmlformats.org/drawingml/2006/main">
            <a:off x="6096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지역 변수·조사식">
            <a:extLst xmlns:a="http://schemas.openxmlformats.org/drawingml/2006/main">
              <a:ext uri="{FF2B5EF4-FFF2-40B4-BE49-F238E27FC236}">
                <a16:creationId xmlns:a16="http://schemas.microsoft.com/office/drawing/2014/main" id="{D88EF813-273F-4891-B003-1D7CF98BC288}"/>
              </a:ext>
            </a:extLst>
          </p:cNvPr>
          <p:cNvSpPr>
            <a:spLocks xmlns:a="http://schemas.openxmlformats.org/drawingml/2006/main" noGrp="1"/>
          </p:cNvSpPr>
          <p:nvPr/>
        </p:nvSpPr>
        <p:spPr>
          <a:xfrm xmlns:a="http://schemas.openxmlformats.org/drawingml/2006/main">
            <a:off x="8001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지역 변수·조사식</a:t>
            </a:r>
          </a:p>
        </p:txBody>
      </p:sp>
      <p:sp>
        <p:nvSpPr>
          <p:cNvPr id="22" name="">
            <a:extLst xmlns:a="http://schemas.openxmlformats.org/drawingml/2006/main">
              <a:ext uri="{FF2B5EF4-FFF2-40B4-BE49-F238E27FC236}">
                <a16:creationId xmlns:a16="http://schemas.microsoft.com/office/drawing/2014/main" id="{DB751005-78EF-493F-BFA7-8728DC222202}"/>
              </a:ext>
            </a:extLst>
          </p:cNvPr>
          <p:cNvSpPr>
            <a:spLocks xmlns:a="http://schemas.openxmlformats.org/drawingml/2006/main" noGrp="1"/>
          </p:cNvSpPr>
          <p:nvPr/>
        </p:nvSpPr>
        <p:spPr>
          <a:xfrm xmlns:a="http://schemas.openxmlformats.org/drawingml/2006/main">
            <a:off x="8001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멈춘 지점의 입력&#10;변수의 실제 값">
            <a:extLst xmlns:a="http://schemas.openxmlformats.org/drawingml/2006/main">
              <a:ext uri="{FF2B5EF4-FFF2-40B4-BE49-F238E27FC236}">
                <a16:creationId xmlns:a16="http://schemas.microsoft.com/office/drawing/2014/main" id="{F2B4DF63-5687-4B54-A20B-4EA49CFC26E9}"/>
              </a:ext>
            </a:extLst>
          </p:cNvPr>
          <p:cNvSpPr>
            <a:spLocks xmlns:a="http://schemas.openxmlformats.org/drawingml/2006/main" noGrp="1"/>
          </p:cNvSpPr>
          <p:nvPr/>
        </p:nvSpPr>
        <p:spPr>
          <a:xfrm xmlns:a="http://schemas.openxmlformats.org/drawingml/2006/main">
            <a:off x="8001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멈춘 지점의 입력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변수의 실제 값</a:t>
            </a:r>
          </a:p>
        </p:txBody>
      </p:sp>
      <p:sp>
        <p:nvSpPr>
          <p:cNvPr id="24" name="">
            <a:extLst xmlns:a="http://schemas.openxmlformats.org/drawingml/2006/main">
              <a:ext uri="{FF2B5EF4-FFF2-40B4-BE49-F238E27FC236}">
                <a16:creationId xmlns:a16="http://schemas.microsoft.com/office/drawing/2014/main" id="{6CD62357-B97A-47E9-9658-BBD232E628B0}"/>
              </a:ext>
            </a:extLst>
          </p:cNvPr>
          <p:cNvSpPr>
            <a:spLocks xmlns:a="http://schemas.openxmlformats.org/drawingml/2006/main" noGrp="1"/>
          </p:cNvSpPr>
          <p:nvPr/>
        </p:nvSpPr>
        <p:spPr>
          <a:xfrm xmlns:a="http://schemas.openxmlformats.org/drawingml/2006/main">
            <a:off x="43434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출력·로그">
            <a:extLst xmlns:a="http://schemas.openxmlformats.org/drawingml/2006/main">
              <a:ext uri="{FF2B5EF4-FFF2-40B4-BE49-F238E27FC236}">
                <a16:creationId xmlns:a16="http://schemas.microsoft.com/office/drawing/2014/main" id="{1E432E9C-E616-4BAB-9405-9BDF74C592B6}"/>
              </a:ext>
            </a:extLst>
          </p:cNvPr>
          <p:cNvSpPr>
            <a:spLocks xmlns:a="http://schemas.openxmlformats.org/drawingml/2006/main" noGrp="1"/>
          </p:cNvSpPr>
          <p:nvPr/>
        </p:nvSpPr>
        <p:spPr>
          <a:xfrm xmlns:a="http://schemas.openxmlformats.org/drawingml/2006/main">
            <a:off x="45339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출력·로그</a:t>
            </a:r>
          </a:p>
        </p:txBody>
      </p:sp>
      <p:sp>
        <p:nvSpPr>
          <p:cNvPr id="26" name="">
            <a:extLst xmlns:a="http://schemas.openxmlformats.org/drawingml/2006/main">
              <a:ext uri="{FF2B5EF4-FFF2-40B4-BE49-F238E27FC236}">
                <a16:creationId xmlns:a16="http://schemas.microsoft.com/office/drawing/2014/main" id="{A943C1C3-5843-44DA-B190-69538531CDA4}"/>
              </a:ext>
            </a:extLst>
          </p:cNvPr>
          <p:cNvSpPr>
            <a:spLocks xmlns:a="http://schemas.openxmlformats.org/drawingml/2006/main" noGrp="1"/>
          </p:cNvSpPr>
          <p:nvPr/>
        </p:nvSpPr>
        <p:spPr>
          <a:xfrm xmlns:a="http://schemas.openxmlformats.org/drawingml/2006/main">
            <a:off x="45339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빌드·실행 메시지&#10;오류가 난 시점">
            <a:extLst xmlns:a="http://schemas.openxmlformats.org/drawingml/2006/main">
              <a:ext uri="{FF2B5EF4-FFF2-40B4-BE49-F238E27FC236}">
                <a16:creationId xmlns:a16="http://schemas.microsoft.com/office/drawing/2014/main" id="{1964171F-0678-41C4-9B0B-6DE6D694FB0E}"/>
              </a:ext>
            </a:extLst>
          </p:cNvPr>
          <p:cNvSpPr>
            <a:spLocks xmlns:a="http://schemas.openxmlformats.org/drawingml/2006/main" noGrp="1"/>
          </p:cNvSpPr>
          <p:nvPr/>
        </p:nvSpPr>
        <p:spPr>
          <a:xfrm xmlns:a="http://schemas.openxmlformats.org/drawingml/2006/main">
            <a:off x="45339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빌드·실행 메시지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오류가 난 시점</a:t>
            </a:r>
          </a:p>
        </p:txBody>
      </p:sp>
      <p:sp>
        <p:nvSpPr>
          <p:cNvPr id="28" name="">
            <a:extLst xmlns:a="http://schemas.openxmlformats.org/drawingml/2006/main">
              <a:ext uri="{FF2B5EF4-FFF2-40B4-BE49-F238E27FC236}">
                <a16:creationId xmlns:a16="http://schemas.microsoft.com/office/drawing/2014/main" id="{44AAE9E6-17F5-411F-80DC-093259A234FF}"/>
              </a:ext>
            </a:extLst>
          </p:cNvPr>
          <p:cNvSpPr>
            <a:spLocks xmlns:a="http://schemas.openxmlformats.org/drawingml/2006/main" noGrp="1"/>
          </p:cNvSpPr>
          <p:nvPr/>
        </p:nvSpPr>
        <p:spPr>
          <a:xfrm xmlns:a="http://schemas.openxmlformats.org/drawingml/2006/main">
            <a:off x="8077200" y="3762375"/>
            <a:ext cx="3505200" cy="13049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명세서 · 외부 문서">
            <a:extLst xmlns:a="http://schemas.openxmlformats.org/drawingml/2006/main">
              <a:ext uri="{FF2B5EF4-FFF2-40B4-BE49-F238E27FC236}">
                <a16:creationId xmlns:a16="http://schemas.microsoft.com/office/drawing/2014/main" id="{E3A71F80-6B3E-4194-97F9-F0291E8F0E67}"/>
              </a:ext>
            </a:extLst>
          </p:cNvPr>
          <p:cNvSpPr>
            <a:spLocks xmlns:a="http://schemas.openxmlformats.org/drawingml/2006/main" noGrp="1"/>
          </p:cNvSpPr>
          <p:nvPr/>
        </p:nvSpPr>
        <p:spPr>
          <a:xfrm xmlns:a="http://schemas.openxmlformats.org/drawingml/2006/main">
            <a:off x="8267700" y="3857625"/>
            <a:ext cx="3124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명세서 · 외부 문서</a:t>
            </a:r>
          </a:p>
        </p:txBody>
      </p:sp>
      <p:sp>
        <p:nvSpPr>
          <p:cNvPr id="30" name="">
            <a:extLst xmlns:a="http://schemas.openxmlformats.org/drawingml/2006/main">
              <a:ext uri="{FF2B5EF4-FFF2-40B4-BE49-F238E27FC236}">
                <a16:creationId xmlns:a16="http://schemas.microsoft.com/office/drawing/2014/main" id="{DBC92E88-8CA7-4A1E-A235-5D578414FC0B}"/>
              </a:ext>
            </a:extLst>
          </p:cNvPr>
          <p:cNvSpPr>
            <a:spLocks xmlns:a="http://schemas.openxmlformats.org/drawingml/2006/main" noGrp="1"/>
          </p:cNvSpPr>
          <p:nvPr/>
        </p:nvSpPr>
        <p:spPr>
          <a:xfrm xmlns:a="http://schemas.openxmlformats.org/drawingml/2006/main">
            <a:off x="8267700" y="4238625"/>
            <a:ext cx="3124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1" name="기대하는 동작&#10;입력 범위·예외 조건">
            <a:extLst xmlns:a="http://schemas.openxmlformats.org/drawingml/2006/main">
              <a:ext uri="{FF2B5EF4-FFF2-40B4-BE49-F238E27FC236}">
                <a16:creationId xmlns:a16="http://schemas.microsoft.com/office/drawing/2014/main" id="{9DF6EDB6-86F1-4F1A-B204-900467A951B3}"/>
              </a:ext>
            </a:extLst>
          </p:cNvPr>
          <p:cNvSpPr>
            <a:spLocks xmlns:a="http://schemas.openxmlformats.org/drawingml/2006/main" noGrp="1"/>
          </p:cNvSpPr>
          <p:nvPr/>
        </p:nvSpPr>
        <p:spPr>
          <a:xfrm xmlns:a="http://schemas.openxmlformats.org/drawingml/2006/main">
            <a:off x="8267700" y="43243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기대하는 동작</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입력 범위·예외 조건</a:t>
            </a:r>
          </a:p>
        </p:txBody>
      </p:sp>
      <p:sp>
        <p:nvSpPr>
          <p:cNvPr id="32" name="이 정보 하나하나가 Context다.">
            <a:extLst xmlns:a="http://schemas.openxmlformats.org/drawingml/2006/main">
              <a:ext uri="{FF2B5EF4-FFF2-40B4-BE49-F238E27FC236}">
                <a16:creationId xmlns:a16="http://schemas.microsoft.com/office/drawing/2014/main" id="{D9218024-FD19-45C3-A2D6-C4613F99A873}"/>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이 정보 하나하나가 Context다.</a:t>
            </a:r>
          </a:p>
        </p:txBody>
      </p:sp>
      <p:sp>
        <p:nvSpPr>
          <p:cNvPr id="33" name="Legacy module connection">
            <a:extLst xmlns:a="http://schemas.openxmlformats.org/drawingml/2006/main">
              <a:ext uri="{FF2B5EF4-FFF2-40B4-BE49-F238E27FC236}">
                <a16:creationId xmlns:a16="http://schemas.microsoft.com/office/drawing/2014/main" id="{D4AB262C-7F53-48AB-85B6-45D223B901A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M6</a:t>
            </a:r>
          </a:p>
        </p:txBody>
      </p:sp>
    </p:spTree>
    <p:extLst>
      <p:ext uri="{BB962C8B-B14F-4D97-AF65-F5344CB8AC3E}">
        <p14:creationId xmlns:p14="http://schemas.microsoft.com/office/powerpoint/2010/main" val="1458945745"/>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0 · Repository 조사 관찰">
            <a:extLst xmlns:a="http://schemas.openxmlformats.org/drawingml/2006/main">
              <a:ext uri="{FF2B5EF4-FFF2-40B4-BE49-F238E27FC236}">
                <a16:creationId xmlns:a16="http://schemas.microsoft.com/office/drawing/2014/main" id="{736E513C-FD8A-41C9-B65D-ECEF164767B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Repository 조사 관찰</a:t>
            </a:r>
          </a:p>
        </p:txBody>
      </p:sp>
      <p:sp>
        <p:nvSpPr>
          <p:cNvPr id="2" name="S04">
            <a:extLst xmlns:a="http://schemas.openxmlformats.org/drawingml/2006/main">
              <a:ext uri="{FF2B5EF4-FFF2-40B4-BE49-F238E27FC236}">
                <a16:creationId xmlns:a16="http://schemas.microsoft.com/office/drawing/2014/main" id="{24A1B0B3-C14F-4478-A944-3140173DC1D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S04</a:t>
            </a:r>
          </a:p>
        </p:txBody>
      </p:sp>
      <p:sp>
        <p:nvSpPr>
          <p:cNvPr id="3" name="파일명을 주지 않으면 Agent는 어디부터 볼까?">
            <a:extLst xmlns:a="http://schemas.openxmlformats.org/drawingml/2006/main">
              <a:ext uri="{FF2B5EF4-FFF2-40B4-BE49-F238E27FC236}">
                <a16:creationId xmlns:a16="http://schemas.microsoft.com/office/drawing/2014/main" id="{3DEBD776-1BD2-4A6C-81FC-FDDBAB8FF8D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파일명을 주지 않으면 Agent는 어디부터 볼까?</a:t>
            </a:r>
          </a:p>
        </p:txBody>
      </p:sp>
      <p:sp>
        <p:nvSpPr>
          <p:cNvPr id="4" name="">
            <a:extLst xmlns:a="http://schemas.openxmlformats.org/drawingml/2006/main">
              <a:ext uri="{FF2B5EF4-FFF2-40B4-BE49-F238E27FC236}">
                <a16:creationId xmlns:a16="http://schemas.microsoft.com/office/drawing/2014/main" id="{1452427C-6129-4876-943D-289E6E3989B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요청: TRIAL-001 · Codex CLI 0.154.0 · macOS · 읽기 전용">
            <a:extLst xmlns:a="http://schemas.openxmlformats.org/drawingml/2006/main">
              <a:ext uri="{FF2B5EF4-FFF2-40B4-BE49-F238E27FC236}">
                <a16:creationId xmlns:a16="http://schemas.microsoft.com/office/drawing/2014/main" id="{86A7E908-2DCB-4F40-9135-51023CF9384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요청: TRIAL-001 · Codex CLI 0.154.0 · macOS · 읽기 전용</a:t>
            </a:r>
          </a:p>
        </p:txBody>
      </p:sp>
      <p:sp>
        <p:nvSpPr>
          <p:cNvPr id="6" name="우측은 가상 GoogleTest 예시 · 실제 Trial은 Python unittest · 현재 Deskto">
            <a:extLst xmlns:a="http://schemas.openxmlformats.org/drawingml/2006/main">
              <a:ext uri="{FF2B5EF4-FFF2-40B4-BE49-F238E27FC236}">
                <a16:creationId xmlns:a16="http://schemas.microsoft.com/office/drawing/2014/main" id="{6F205837-CC3C-4EDE-9D59-1ADB4CBEA0E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우측은 가상 GoogleTest 예시 · 실제 Trial은 Python unittest · 현재 Desktop은 미검증</a:t>
            </a:r>
          </a:p>
        </p:txBody>
      </p:sp>
      <p:sp>
        <p:nvSpPr>
          <p:cNvPr id="7" name="TRIAL-001의 실제 조사 요청">
            <a:extLst xmlns:a="http://schemas.openxmlformats.org/drawingml/2006/main">
              <a:ext uri="{FF2B5EF4-FFF2-40B4-BE49-F238E27FC236}">
                <a16:creationId xmlns:a16="http://schemas.microsoft.com/office/drawing/2014/main" id="{62DAB31D-372C-4E27-99E3-192A1C88B138}"/>
              </a:ext>
            </a:extLst>
          </p:cNvPr>
          <p:cNvSpPr>
            <a:spLocks xmlns:a="http://schemas.openxmlformats.org/drawingml/2006/main" noGrp="1"/>
          </p:cNvSpPr>
          <p:nvPr/>
        </p:nvSpPr>
        <p:spPr>
          <a:xfrm xmlns:a="http://schemas.openxmlformats.org/drawingml/2006/main">
            <a:off x="609600" y="1724025"/>
            <a:ext cx="6477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TRIAL-001의 실제 조사 요청</a:t>
            </a:r>
          </a:p>
        </p:txBody>
      </p:sp>
      <p:sp>
        <p:nvSpPr>
          <p:cNvPr id="8" name="실패 하나가 있는 상황">
            <a:extLst xmlns:a="http://schemas.openxmlformats.org/drawingml/2006/main">
              <a:ext uri="{FF2B5EF4-FFF2-40B4-BE49-F238E27FC236}">
                <a16:creationId xmlns:a16="http://schemas.microsoft.com/office/drawing/2014/main" id="{D1843820-D314-4F5D-9ECF-526F0B8396B1}"/>
              </a:ext>
            </a:extLst>
          </p:cNvPr>
          <p:cNvSpPr>
            <a:spLocks xmlns:a="http://schemas.openxmlformats.org/drawingml/2006/main" noGrp="1"/>
          </p:cNvSpPr>
          <p:nvPr/>
        </p:nvSpPr>
        <p:spPr>
          <a:xfrm xmlns:a="http://schemas.openxmlformats.org/drawingml/2006/main">
            <a:off x="7581900" y="1724025"/>
            <a:ext cx="4000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실패 하나가 있는 상황</a:t>
            </a:r>
          </a:p>
        </p:txBody>
      </p:sp>
      <p:sp>
        <p:nvSpPr>
          <p:cNvPr id="9" name="C++ 설명용 가상 화면">
            <a:extLst xmlns:a="http://schemas.openxmlformats.org/drawingml/2006/main">
              <a:ext uri="{FF2B5EF4-FFF2-40B4-BE49-F238E27FC236}">
                <a16:creationId xmlns:a16="http://schemas.microsoft.com/office/drawing/2014/main" id="{0CAC3081-E37C-4C07-8F3D-9341E856628D}"/>
              </a:ext>
            </a:extLst>
          </p:cNvPr>
          <p:cNvSpPr>
            <a:spLocks xmlns:a="http://schemas.openxmlformats.org/drawingml/2006/main" noGrp="1"/>
          </p:cNvSpPr>
          <p:nvPr/>
        </p:nvSpPr>
        <p:spPr>
          <a:xfrm xmlns:a="http://schemas.openxmlformats.org/drawingml/2006/main">
            <a:off x="7581900" y="2085975"/>
            <a:ext cx="4000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Malgun Gothic"/>
                <a:ea typeface="Malgun Gothic"/>
                <a:cs typeface="Malgun Gothic"/>
              </a:defRPr>
            </a:defPPr>
            <a:lvl1pPr algn="l">
              <a:defRPr sz="1650" b="1">
                <a:solidFill>
                  <a:srgbClr val="805400"/>
                </a:solidFill>
                <a:latin typeface="Malgun Gothic"/>
                <a:ea typeface="Malgun Gothic"/>
                <a:cs typeface="Malgun Gothic"/>
              </a:defRPr>
            </a:lvl1pPr>
            <a:lvl2pPr algn="l">
              <a:defRPr sz="1650" b="1">
                <a:solidFill>
                  <a:srgbClr val="805400"/>
                </a:solidFill>
                <a:latin typeface="Malgun Gothic"/>
                <a:ea typeface="Malgun Gothic"/>
                <a:cs typeface="Malgun Gothic"/>
              </a:defRPr>
            </a:lvl2pPr>
            <a:lvl3pPr algn="l">
              <a:defRPr sz="1650" b="1">
                <a:solidFill>
                  <a:srgbClr val="805400"/>
                </a:solidFill>
                <a:latin typeface="Malgun Gothic"/>
                <a:ea typeface="Malgun Gothic"/>
                <a:cs typeface="Malgun Gothic"/>
              </a:defRPr>
            </a:lvl3pPr>
            <a:lvl4pPr algn="l">
              <a:defRPr sz="1650" b="1">
                <a:solidFill>
                  <a:srgbClr val="805400"/>
                </a:solidFill>
                <a:latin typeface="Malgun Gothic"/>
                <a:ea typeface="Malgun Gothic"/>
                <a:cs typeface="Malgun Gothic"/>
              </a:defRPr>
            </a:lvl4pPr>
            <a:lvl5pPr algn="l">
              <a:defRPr sz="1650" b="1">
                <a:solidFill>
                  <a:srgbClr val="805400"/>
                </a:solidFill>
                <a:latin typeface="Malgun Gothic"/>
                <a:ea typeface="Malgun Gothic"/>
                <a:cs typeface="Malgun Gothic"/>
              </a:defRPr>
            </a:lvl5pPr>
            <a:lvl6pPr algn="l">
              <a:defRPr sz="1650" b="1">
                <a:solidFill>
                  <a:srgbClr val="805400"/>
                </a:solidFill>
                <a:latin typeface="Malgun Gothic"/>
                <a:ea typeface="Malgun Gothic"/>
                <a:cs typeface="Malgun Gothic"/>
              </a:defRPr>
            </a:lvl6pPr>
            <a:lvl7pPr algn="l">
              <a:defRPr sz="1650" b="1">
                <a:solidFill>
                  <a:srgbClr val="805400"/>
                </a:solidFill>
                <a:latin typeface="Malgun Gothic"/>
                <a:ea typeface="Malgun Gothic"/>
                <a:cs typeface="Malgun Gothic"/>
              </a:defRPr>
            </a:lvl7pPr>
            <a:lvl8pPr algn="l">
              <a:defRPr sz="1650" b="1">
                <a:solidFill>
                  <a:srgbClr val="805400"/>
                </a:solidFill>
                <a:latin typeface="Malgun Gothic"/>
                <a:ea typeface="Malgun Gothic"/>
                <a:cs typeface="Malgun Gothic"/>
              </a:defRPr>
            </a:lvl8pPr>
            <a:lvl9pPr algn="l">
              <a:defRPr sz="1650" b="1">
                <a:solidFill>
                  <a:srgbClr val="805400"/>
                </a:solidFill>
                <a:latin typeface="Malgun Gothic"/>
                <a:ea typeface="Malgun Gothic"/>
                <a:cs typeface="Malgun Gothic"/>
              </a:defRPr>
            </a:lvl9pPr>
          </a:lstStyle>
          <a:p xmlns:a="http://schemas.openxmlformats.org/drawingml/2006/main">
            <a:pPr algn="l">
              <a:defRPr sz="1650" b="1">
                <a:solidFill>
                  <a:srgbClr val="805400"/>
                </a:solidFill>
                <a:latin typeface="Malgun Gothic"/>
                <a:ea typeface="Malgun Gothic"/>
                <a:cs typeface="Malgun Gothic"/>
              </a:defRPr>
            </a:pPr>
            <a:r>
              <a:rPr sz="1650" b="1">
                <a:solidFill>
                  <a:srgbClr val="805400"/>
                </a:solidFill>
                <a:latin typeface="Malgun Gothic"/>
                <a:ea typeface="Malgun Gothic"/>
                <a:cs typeface="Malgun Gothic"/>
              </a:rPr>
              <a:t>C++ 설명용 가상 화면</a:t>
            </a:r>
          </a:p>
        </p:txBody>
      </p:sp>
      <p:sp>
        <p:nvSpPr>
          <p:cNvPr id="10" name="">
            <a:extLst xmlns:a="http://schemas.openxmlformats.org/drawingml/2006/main">
              <a:ext uri="{FF2B5EF4-FFF2-40B4-BE49-F238E27FC236}">
                <a16:creationId xmlns:a16="http://schemas.microsoft.com/office/drawing/2014/main" id="{2FC4DC76-B628-4F65-984C-137FDFDCAE3E}"/>
              </a:ext>
            </a:extLst>
          </p:cNvPr>
          <p:cNvSpPr>
            <a:spLocks xmlns:a="http://schemas.openxmlformats.org/drawingml/2006/main" noGrp="1"/>
          </p:cNvSpPr>
          <p:nvPr/>
        </p:nvSpPr>
        <p:spPr>
          <a:xfrm xmlns:a="http://schemas.openxmlformats.org/drawingml/2006/main">
            <a:off x="609600" y="2238375"/>
            <a:ext cx="6477000" cy="30575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1" name="조사 요청 · 입력창 형태로 재구성">
            <a:extLst xmlns:a="http://schemas.openxmlformats.org/drawingml/2006/main">
              <a:ext uri="{FF2B5EF4-FFF2-40B4-BE49-F238E27FC236}">
                <a16:creationId xmlns:a16="http://schemas.microsoft.com/office/drawing/2014/main" id="{E4D331D6-31FA-43FB-9BEE-E378143E8867}"/>
              </a:ext>
            </a:extLst>
          </p:cNvPr>
          <p:cNvSpPr>
            <a:spLocks xmlns:a="http://schemas.openxmlformats.org/drawingml/2006/main" noGrp="1"/>
          </p:cNvSpPr>
          <p:nvPr/>
        </p:nvSpPr>
        <p:spPr>
          <a:xfrm xmlns:a="http://schemas.openxmlformats.org/drawingml/2006/main">
            <a:off x="800100" y="2352675"/>
            <a:ext cx="6096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조사 요청 · 입력창 형태로 재구성</a:t>
            </a:r>
          </a:p>
        </p:txBody>
      </p:sp>
      <p:sp>
        <p:nvSpPr>
          <p:cNvPr id="12" name="">
            <a:extLst xmlns:a="http://schemas.openxmlformats.org/drawingml/2006/main">
              <a:ext uri="{FF2B5EF4-FFF2-40B4-BE49-F238E27FC236}">
                <a16:creationId xmlns:a16="http://schemas.microsoft.com/office/drawing/2014/main" id="{8600A97E-43E2-47A9-AE6B-5786597985DA}"/>
              </a:ext>
            </a:extLst>
          </p:cNvPr>
          <p:cNvSpPr>
            <a:spLocks xmlns:a="http://schemas.openxmlformats.org/drawingml/2006/main" noGrp="1"/>
          </p:cNvSpPr>
          <p:nvPr/>
        </p:nvSpPr>
        <p:spPr>
          <a:xfrm xmlns:a="http://schemas.openxmlformats.org/drawingml/2006/main">
            <a:off x="800100" y="2695575"/>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현재 이 저장소에서 테스트 하나가&#10;실패하고 있다. 실패 원인을 조사해줘.&#10;관련 구현과 호출 경로, 실패하는&#10;">
            <a:extLst xmlns:a="http://schemas.openxmlformats.org/drawingml/2006/main">
              <a:ext uri="{FF2B5EF4-FFF2-40B4-BE49-F238E27FC236}">
                <a16:creationId xmlns:a16="http://schemas.microsoft.com/office/drawing/2014/main" id="{16E70BB6-EB38-4955-B8C2-75FACD10A959}"/>
              </a:ext>
            </a:extLst>
          </p:cNvPr>
          <p:cNvSpPr>
            <a:spLocks xmlns:a="http://schemas.openxmlformats.org/drawingml/2006/main" noGrp="1"/>
          </p:cNvSpPr>
          <p:nvPr/>
        </p:nvSpPr>
        <p:spPr>
          <a:xfrm xmlns:a="http://schemas.openxmlformats.org/drawingml/2006/main">
            <a:off x="800100" y="2828925"/>
            <a:ext cx="6096000" cy="1857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이 저장소에서 테스트 하나가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실패하고 있다. 실패 원인을 조사해줘.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관련 구현과 호출 경로, 실패하는</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테스트를 확인해서 왜 실패하는지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설명해줘.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아직 코드는 수정하지 마.</a:t>
            </a:r>
          </a:p>
        </p:txBody>
      </p:sp>
      <p:sp>
        <p:nvSpPr>
          <p:cNvPr id="14" name="＋">
            <a:extLst xmlns:a="http://schemas.openxmlformats.org/drawingml/2006/main">
              <a:ext uri="{FF2B5EF4-FFF2-40B4-BE49-F238E27FC236}">
                <a16:creationId xmlns:a16="http://schemas.microsoft.com/office/drawing/2014/main" id="{DACC0BBF-510C-40FA-A327-DDDF7BCC3832}"/>
              </a:ext>
            </a:extLst>
          </p:cNvPr>
          <p:cNvSpPr>
            <a:spLocks xmlns:a="http://schemas.openxmlformats.org/drawingml/2006/main" noGrp="1"/>
          </p:cNvSpPr>
          <p:nvPr/>
        </p:nvSpPr>
        <p:spPr>
          <a:xfrm xmlns:a="http://schemas.openxmlformats.org/drawingml/2006/main">
            <a:off x="800100" y="48672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5712FE02-2DAD-47F1-85B8-D61457085489}"/>
              </a:ext>
            </a:extLst>
          </p:cNvPr>
          <p:cNvSpPr>
            <a:spLocks xmlns:a="http://schemas.openxmlformats.org/drawingml/2006/main" noGrp="1"/>
          </p:cNvSpPr>
          <p:nvPr/>
        </p:nvSpPr>
        <p:spPr>
          <a:xfrm xmlns:a="http://schemas.openxmlformats.org/drawingml/2006/main">
            <a:off x="6553200" y="4857750"/>
            <a:ext cx="295275" cy="29527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67C3B19-46CC-47FF-8AB1-BA06FC5938FE}"/>
              </a:ext>
            </a:extLst>
          </p:cNvPr>
          <p:cNvSpPr>
            <a:spLocks xmlns:a="http://schemas.openxmlformats.org/drawingml/2006/main" noGrp="1"/>
          </p:cNvSpPr>
          <p:nvPr/>
        </p:nvSpPr>
        <p:spPr>
          <a:xfrm xmlns:a="http://schemas.openxmlformats.org/drawingml/2006/main">
            <a:off x="6553200" y="483870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FFFFFF"/>
                </a:solidFill>
                <a:latin typeface="Malgun Gothic"/>
                <a:ea typeface="Malgun Gothic"/>
                <a:cs typeface="Malgun Gothic"/>
              </a:defRPr>
            </a:defPPr>
            <a:lvl1pPr algn="ctr">
              <a:defRPr sz="1875" b="1">
                <a:solidFill>
                  <a:srgbClr val="FFFFFF"/>
                </a:solidFill>
                <a:latin typeface="Malgun Gothic"/>
                <a:ea typeface="Malgun Gothic"/>
                <a:cs typeface="Malgun Gothic"/>
              </a:defRPr>
            </a:lvl1pPr>
            <a:lvl2pPr algn="ctr">
              <a:defRPr sz="1875" b="1">
                <a:solidFill>
                  <a:srgbClr val="FFFFFF"/>
                </a:solidFill>
                <a:latin typeface="Malgun Gothic"/>
                <a:ea typeface="Malgun Gothic"/>
                <a:cs typeface="Malgun Gothic"/>
              </a:defRPr>
            </a:lvl2pPr>
            <a:lvl3pPr algn="ctr">
              <a:defRPr sz="1875" b="1">
                <a:solidFill>
                  <a:srgbClr val="FFFFFF"/>
                </a:solidFill>
                <a:latin typeface="Malgun Gothic"/>
                <a:ea typeface="Malgun Gothic"/>
                <a:cs typeface="Malgun Gothic"/>
              </a:defRPr>
            </a:lvl3pPr>
            <a:lvl4pPr algn="ctr">
              <a:defRPr sz="1875" b="1">
                <a:solidFill>
                  <a:srgbClr val="FFFFFF"/>
                </a:solidFill>
                <a:latin typeface="Malgun Gothic"/>
                <a:ea typeface="Malgun Gothic"/>
                <a:cs typeface="Malgun Gothic"/>
              </a:defRPr>
            </a:lvl4pPr>
            <a:lvl5pPr algn="ctr">
              <a:defRPr sz="1875" b="1">
                <a:solidFill>
                  <a:srgbClr val="FFFFFF"/>
                </a:solidFill>
                <a:latin typeface="Malgun Gothic"/>
                <a:ea typeface="Malgun Gothic"/>
                <a:cs typeface="Malgun Gothic"/>
              </a:defRPr>
            </a:lvl5pPr>
            <a:lvl6pPr algn="ctr">
              <a:defRPr sz="1875" b="1">
                <a:solidFill>
                  <a:srgbClr val="FFFFFF"/>
                </a:solidFill>
                <a:latin typeface="Malgun Gothic"/>
                <a:ea typeface="Malgun Gothic"/>
                <a:cs typeface="Malgun Gothic"/>
              </a:defRPr>
            </a:lvl6pPr>
            <a:lvl7pPr algn="ctr">
              <a:defRPr sz="1875" b="1">
                <a:solidFill>
                  <a:srgbClr val="FFFFFF"/>
                </a:solidFill>
                <a:latin typeface="Malgun Gothic"/>
                <a:ea typeface="Malgun Gothic"/>
                <a:cs typeface="Malgun Gothic"/>
              </a:defRPr>
            </a:lvl7pPr>
            <a:lvl8pPr algn="ctr">
              <a:defRPr sz="1875" b="1">
                <a:solidFill>
                  <a:srgbClr val="FFFFFF"/>
                </a:solidFill>
                <a:latin typeface="Malgun Gothic"/>
                <a:ea typeface="Malgun Gothic"/>
                <a:cs typeface="Malgun Gothic"/>
              </a:defRPr>
            </a:lvl8pPr>
            <a:lvl9pPr algn="ctr">
              <a:defRPr sz="1875" b="1">
                <a:solidFill>
                  <a:srgbClr val="FFFFFF"/>
                </a:solidFill>
                <a:latin typeface="Malgun Gothic"/>
                <a:ea typeface="Malgun Gothic"/>
                <a:cs typeface="Malgun Gothic"/>
              </a:defRPr>
            </a:lvl9pPr>
          </a:lstStyle>
          <a:p xmlns:a="http://schemas.openxmlformats.org/drawingml/2006/main">
            <a:pPr algn="ctr">
              <a:defRPr sz="1875" b="1">
                <a:solidFill>
                  <a:srgbClr val="FFFFFF"/>
                </a:solidFill>
                <a:latin typeface="Malgun Gothic"/>
                <a:ea typeface="Malgun Gothic"/>
                <a:cs typeface="Malgun Gothic"/>
              </a:defRPr>
            </a:pPr>
            <a:r>
              <a:rPr sz="1875" b="1">
                <a:solidFill>
                  <a:srgbClr val="FFFFFF"/>
                </a:solidFill>
                <a:latin typeface="Malgun Gothic"/>
                <a:ea typeface="Malgun Gothic"/>
                <a:cs typeface="Malgun Gothic"/>
              </a:rPr>
              <a:t>↑</a:t>
            </a:r>
          </a:p>
        </p:txBody>
      </p:sp>
      <p:pic>
        <p:nvPicPr>
          <p:cNvPr id="17" name="">
            <a:extLst xmlns:a="http://schemas.openxmlformats.org/drawingml/2006/main">
              <a:ext uri="{FF2B5EF4-FFF2-40B4-BE49-F238E27FC236}">
                <a16:creationId xmlns:a16="http://schemas.microsoft.com/office/drawing/2014/main" id="{702227E0-460D-4B72-848E-5B361BB8851C}"/>
              </a:ext>
            </a:extLst>
          </p:cNvPr>
          <p:cNvPicPr>
            <a:picLocks xmlns:a="http://schemas.openxmlformats.org/drawingml/2006/main" noChangeAspect="1"/>
          </p:cNvPicPr>
          <p:nvPr/>
        </p:nvPicPr>
        <p:blipFill>
          <a:blip xmlns:r="http://schemas.openxmlformats.org/officeDocument/2006/relationships" xmlns:a="http://schemas.openxmlformats.org/drawingml/2006/main" r:embed="R0d1386308294436f"/>
          <a:stretch xmlns:a="http://schemas.openxmlformats.org/drawingml/2006/main"/>
        </p:blipFill>
        <p:spPr>
          <a:xfrm xmlns:a="http://schemas.openxmlformats.org/drawingml/2006/main">
            <a:off x="7581900" y="2381250"/>
            <a:ext cx="4000500" cy="3000375"/>
          </a:xfrm>
          <a:prstGeom xmlns:a="http://schemas.openxmlformats.org/drawingml/2006/main" prst="rect">
            <a:avLst/>
          </a:prstGeom>
        </p:spPr>
      </p:pic>
      <p:sp>
        <p:nvSpPr>
          <p:cNvPr id="18" name="관찰할 것    실패 테스트  ·  관련 구현  ·  호출 경로">
            <a:extLst xmlns:a="http://schemas.openxmlformats.org/drawingml/2006/main">
              <a:ext uri="{FF2B5EF4-FFF2-40B4-BE49-F238E27FC236}">
                <a16:creationId xmlns:a16="http://schemas.microsoft.com/office/drawing/2014/main" id="{A346602B-C6A4-443E-81BA-209FF0DBF5C8}"/>
              </a:ext>
            </a:extLst>
          </p:cNvPr>
          <p:cNvSpPr>
            <a:spLocks xmlns:a="http://schemas.openxmlformats.org/drawingml/2006/main" noGrp="1"/>
          </p:cNvSpPr>
          <p:nvPr/>
        </p:nvSpPr>
        <p:spPr>
          <a:xfrm xmlns:a="http://schemas.openxmlformats.org/drawingml/2006/main">
            <a:off x="609600" y="5410200"/>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관찰할 것    실패 테스트  ·  관련 구현  ·  호출 경로</a:t>
            </a:r>
          </a:p>
        </p:txBody>
      </p:sp>
      <p:sp>
        <p:nvSpPr>
          <p:cNvPr id="19" name="Legacy module connection">
            <a:extLst xmlns:a="http://schemas.openxmlformats.org/drawingml/2006/main">
              <a:ext uri="{FF2B5EF4-FFF2-40B4-BE49-F238E27FC236}">
                <a16:creationId xmlns:a16="http://schemas.microsoft.com/office/drawing/2014/main" id="{58E23C63-8B92-41B1-A7FD-C2B1B4B6B1C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584620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0 · Crop 결과">
            <a:extLst xmlns:a="http://schemas.openxmlformats.org/drawingml/2006/main">
              <a:ext uri="{FF2B5EF4-FFF2-40B4-BE49-F238E27FC236}">
                <a16:creationId xmlns:a16="http://schemas.microsoft.com/office/drawing/2014/main" id="{A3E5E210-697A-4DA7-BD19-E29C2DA4D72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Crop 결과</a:t>
            </a:r>
          </a:p>
        </p:txBody>
      </p:sp>
      <p:sp>
        <p:nvSpPr>
          <p:cNvPr id="2" name="S05">
            <a:extLst xmlns:a="http://schemas.openxmlformats.org/drawingml/2006/main">
              <a:ext uri="{FF2B5EF4-FFF2-40B4-BE49-F238E27FC236}">
                <a16:creationId xmlns:a16="http://schemas.microsoft.com/office/drawing/2014/main" id="{F0E00FE6-99B7-48E1-8391-E9FCCBB2252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S05</a:t>
            </a:r>
          </a:p>
        </p:txBody>
      </p:sp>
      <p:sp>
        <p:nvSpPr>
          <p:cNvPr id="3" name="Crop은 기대한 폭보다 한 열을 더 포함했다">
            <a:extLst xmlns:a="http://schemas.openxmlformats.org/drawingml/2006/main">
              <a:ext uri="{FF2B5EF4-FFF2-40B4-BE49-F238E27FC236}">
                <a16:creationId xmlns:a16="http://schemas.microsoft.com/office/drawing/2014/main" id="{F6407848-11D8-4D97-9003-71A772B080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Crop은 기대한 폭보다 한 열을 더 포함했다</a:t>
            </a:r>
          </a:p>
        </p:txBody>
      </p:sp>
      <p:sp>
        <p:nvSpPr>
          <p:cNvPr id="4" name="">
            <a:extLst xmlns:a="http://schemas.openxmlformats.org/drawingml/2006/main">
              <a:ext uri="{FF2B5EF4-FFF2-40B4-BE49-F238E27FC236}">
                <a16:creationId xmlns:a16="http://schemas.microsoft.com/office/drawing/2014/main" id="{D5AA202A-6BCC-4271-B500-538E524680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STATE-00 테스트·소스의 첫 행을 발췌한 재구성 · CLI 0.154.0">
            <a:extLst xmlns:a="http://schemas.openxmlformats.org/drawingml/2006/main">
              <a:ext uri="{FF2B5EF4-FFF2-40B4-BE49-F238E27FC236}">
                <a16:creationId xmlns:a16="http://schemas.microsoft.com/office/drawing/2014/main" id="{B4D19769-C4EE-410A-994C-9998C3F97FF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STATE-00 테스트·소스의 첫 행을 발췌한 재구성 · CLI 0.154.0</a:t>
            </a:r>
          </a:p>
        </p:txBody>
      </p:sp>
      <p:sp>
        <p:nvSpPr>
          <p:cNvPr id="6" name="실제 실행 Screenshot 아님 · 코드 수정 없음 · C++ 할당·capacity·버퍼 오버런 사례 아">
            <a:extLst xmlns:a="http://schemas.openxmlformats.org/drawingml/2006/main">
              <a:ext uri="{FF2B5EF4-FFF2-40B4-BE49-F238E27FC236}">
                <a16:creationId xmlns:a16="http://schemas.microsoft.com/office/drawing/2014/main" id="{C83EF8B7-359D-46A5-80D0-688D3E5B1AB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Screenshot 아님 · 코드 수정 없음 · C++ 할당·capacity·버퍼 오버런 사례 아님</a:t>
            </a:r>
          </a:p>
        </p:txBody>
      </p:sp>
      <p:sp>
        <p:nvSpPr>
          <p:cNvPr id="7" name="crop(image, 1, 3) · 명세는 끝 좌표 3을 제외">
            <a:extLst xmlns:a="http://schemas.openxmlformats.org/drawingml/2006/main">
              <a:ext uri="{FF2B5EF4-FFF2-40B4-BE49-F238E27FC236}">
                <a16:creationId xmlns:a16="http://schemas.microsoft.com/office/drawing/2014/main" id="{43F2FD7A-47F4-423B-8949-9476CB6F2DEC}"/>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crop(image, 1, 3) · 명세는 끝 좌표 3을 제외</a:t>
            </a:r>
          </a:p>
        </p:txBody>
      </p:sp>
      <p:sp>
        <p:nvSpPr>
          <p:cNvPr id="8" name="입력의 첫 행">
            <a:extLst xmlns:a="http://schemas.openxmlformats.org/drawingml/2006/main">
              <a:ext uri="{FF2B5EF4-FFF2-40B4-BE49-F238E27FC236}">
                <a16:creationId xmlns:a16="http://schemas.microsoft.com/office/drawing/2014/main" id="{FE941EBA-1219-4626-8D6B-313327C26553}"/>
              </a:ext>
            </a:extLst>
          </p:cNvPr>
          <p:cNvSpPr>
            <a:spLocks xmlns:a="http://schemas.openxmlformats.org/drawingml/2006/main" noGrp="1"/>
          </p:cNvSpPr>
          <p:nvPr/>
        </p:nvSpPr>
        <p:spPr>
          <a:xfrm xmlns:a="http://schemas.openxmlformats.org/drawingml/2006/main">
            <a:off x="609600" y="2800350"/>
            <a:ext cx="2609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입력의 첫 행</a:t>
            </a:r>
          </a:p>
        </p:txBody>
      </p:sp>
      <p:sp>
        <p:nvSpPr>
          <p:cNvPr id="9" name="0">
            <a:extLst xmlns:a="http://schemas.openxmlformats.org/drawingml/2006/main">
              <a:ext uri="{FF2B5EF4-FFF2-40B4-BE49-F238E27FC236}">
                <a16:creationId xmlns:a16="http://schemas.microsoft.com/office/drawing/2014/main" id="{28388E5F-DCDE-4727-95D4-39252B113775}"/>
              </a:ext>
            </a:extLst>
          </p:cNvPr>
          <p:cNvSpPr>
            <a:spLocks xmlns:a="http://schemas.openxmlformats.org/drawingml/2006/main" noGrp="1"/>
          </p:cNvSpPr>
          <p:nvPr/>
        </p:nvSpPr>
        <p:spPr>
          <a:xfrm xmlns:a="http://schemas.openxmlformats.org/drawingml/2006/main">
            <a:off x="371475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0</a:t>
            </a:r>
          </a:p>
        </p:txBody>
      </p:sp>
      <p:sp>
        <p:nvSpPr>
          <p:cNvPr id="10" name="1">
            <a:extLst xmlns:a="http://schemas.openxmlformats.org/drawingml/2006/main">
              <a:ext uri="{FF2B5EF4-FFF2-40B4-BE49-F238E27FC236}">
                <a16:creationId xmlns:a16="http://schemas.microsoft.com/office/drawing/2014/main" id="{77233ACA-8496-4CFF-8321-4BD5ABE0BA06}"/>
              </a:ext>
            </a:extLst>
          </p:cNvPr>
          <p:cNvSpPr>
            <a:spLocks xmlns:a="http://schemas.openxmlformats.org/drawingml/2006/main" noGrp="1"/>
          </p:cNvSpPr>
          <p:nvPr/>
        </p:nvSpPr>
        <p:spPr>
          <a:xfrm xmlns:a="http://schemas.openxmlformats.org/drawingml/2006/main">
            <a:off x="461962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1</a:t>
            </a:r>
          </a:p>
        </p:txBody>
      </p:sp>
      <p:sp>
        <p:nvSpPr>
          <p:cNvPr id="11" name="2">
            <a:extLst xmlns:a="http://schemas.openxmlformats.org/drawingml/2006/main">
              <a:ext uri="{FF2B5EF4-FFF2-40B4-BE49-F238E27FC236}">
                <a16:creationId xmlns:a16="http://schemas.microsoft.com/office/drawing/2014/main" id="{26C305C5-B00C-481D-863D-9796D9BB484F}"/>
              </a:ext>
            </a:extLst>
          </p:cNvPr>
          <p:cNvSpPr>
            <a:spLocks xmlns:a="http://schemas.openxmlformats.org/drawingml/2006/main" noGrp="1"/>
          </p:cNvSpPr>
          <p:nvPr/>
        </p:nvSpPr>
        <p:spPr>
          <a:xfrm xmlns:a="http://schemas.openxmlformats.org/drawingml/2006/main">
            <a:off x="5524500"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2</a:t>
            </a:r>
          </a:p>
        </p:txBody>
      </p:sp>
      <p:sp>
        <p:nvSpPr>
          <p:cNvPr id="12" name="3">
            <a:extLst xmlns:a="http://schemas.openxmlformats.org/drawingml/2006/main">
              <a:ext uri="{FF2B5EF4-FFF2-40B4-BE49-F238E27FC236}">
                <a16:creationId xmlns:a16="http://schemas.microsoft.com/office/drawing/2014/main" id="{9BEA1DE1-BC50-4D8B-930C-D8F7E1D634EB}"/>
              </a:ext>
            </a:extLst>
          </p:cNvPr>
          <p:cNvSpPr>
            <a:spLocks xmlns:a="http://schemas.openxmlformats.org/drawingml/2006/main" noGrp="1"/>
          </p:cNvSpPr>
          <p:nvPr/>
        </p:nvSpPr>
        <p:spPr>
          <a:xfrm xmlns:a="http://schemas.openxmlformats.org/drawingml/2006/main">
            <a:off x="6429375" y="2333625"/>
            <a:ext cx="7810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Consolas"/>
                <a:ea typeface="Consolas"/>
                <a:cs typeface="Consolas"/>
              </a:defRPr>
            </a:defPPr>
            <a:lvl1pPr algn="ctr">
              <a:defRPr sz="1725" b="0">
                <a:solidFill>
                  <a:srgbClr val="4D5A68"/>
                </a:solidFill>
                <a:latin typeface="Consolas"/>
                <a:ea typeface="Consolas"/>
                <a:cs typeface="Consolas"/>
              </a:defRPr>
            </a:lvl1pPr>
            <a:lvl2pPr algn="ctr">
              <a:defRPr sz="1725" b="0">
                <a:solidFill>
                  <a:srgbClr val="4D5A68"/>
                </a:solidFill>
                <a:latin typeface="Consolas"/>
                <a:ea typeface="Consolas"/>
                <a:cs typeface="Consolas"/>
              </a:defRPr>
            </a:lvl2pPr>
            <a:lvl3pPr algn="ctr">
              <a:defRPr sz="1725" b="0">
                <a:solidFill>
                  <a:srgbClr val="4D5A68"/>
                </a:solidFill>
                <a:latin typeface="Consolas"/>
                <a:ea typeface="Consolas"/>
                <a:cs typeface="Consolas"/>
              </a:defRPr>
            </a:lvl3pPr>
            <a:lvl4pPr algn="ctr">
              <a:defRPr sz="1725" b="0">
                <a:solidFill>
                  <a:srgbClr val="4D5A68"/>
                </a:solidFill>
                <a:latin typeface="Consolas"/>
                <a:ea typeface="Consolas"/>
                <a:cs typeface="Consolas"/>
              </a:defRPr>
            </a:lvl4pPr>
            <a:lvl5pPr algn="ctr">
              <a:defRPr sz="1725" b="0">
                <a:solidFill>
                  <a:srgbClr val="4D5A68"/>
                </a:solidFill>
                <a:latin typeface="Consolas"/>
                <a:ea typeface="Consolas"/>
                <a:cs typeface="Consolas"/>
              </a:defRPr>
            </a:lvl5pPr>
            <a:lvl6pPr algn="ctr">
              <a:defRPr sz="1725" b="0">
                <a:solidFill>
                  <a:srgbClr val="4D5A68"/>
                </a:solidFill>
                <a:latin typeface="Consolas"/>
                <a:ea typeface="Consolas"/>
                <a:cs typeface="Consolas"/>
              </a:defRPr>
            </a:lvl6pPr>
            <a:lvl7pPr algn="ctr">
              <a:defRPr sz="1725" b="0">
                <a:solidFill>
                  <a:srgbClr val="4D5A68"/>
                </a:solidFill>
                <a:latin typeface="Consolas"/>
                <a:ea typeface="Consolas"/>
                <a:cs typeface="Consolas"/>
              </a:defRPr>
            </a:lvl7pPr>
            <a:lvl8pPr algn="ctr">
              <a:defRPr sz="1725" b="0">
                <a:solidFill>
                  <a:srgbClr val="4D5A68"/>
                </a:solidFill>
                <a:latin typeface="Consolas"/>
                <a:ea typeface="Consolas"/>
                <a:cs typeface="Consolas"/>
              </a:defRPr>
            </a:lvl8pPr>
            <a:lvl9pPr algn="ctr">
              <a:defRPr sz="1725" b="0">
                <a:solidFill>
                  <a:srgbClr val="4D5A68"/>
                </a:solidFill>
                <a:latin typeface="Consolas"/>
                <a:ea typeface="Consolas"/>
                <a:cs typeface="Consolas"/>
              </a:defRPr>
            </a:lvl9pPr>
          </a:lstStyle>
          <a:p xmlns:a="http://schemas.openxmlformats.org/drawingml/2006/main">
            <a:pPr algn="ctr">
              <a:defRPr sz="1725" b="0">
                <a:solidFill>
                  <a:srgbClr val="4D5A68"/>
                </a:solidFill>
                <a:latin typeface="Consolas"/>
                <a:ea typeface="Consolas"/>
                <a:cs typeface="Consolas"/>
              </a:defRPr>
            </a:pPr>
            <a:r>
              <a:rPr sz="1725" b="0">
                <a:solidFill>
                  <a:srgbClr val="4D5A68"/>
                </a:solidFill>
                <a:latin typeface="Consolas"/>
                <a:ea typeface="Consolas"/>
                <a:cs typeface="Consolas"/>
              </a:rPr>
              <a:t>3</a:t>
            </a:r>
          </a:p>
        </p:txBody>
      </p:sp>
      <p:sp>
        <p:nvSpPr>
          <p:cNvPr id="13" name="">
            <a:extLst xmlns:a="http://schemas.openxmlformats.org/drawingml/2006/main">
              <a:ext uri="{FF2B5EF4-FFF2-40B4-BE49-F238E27FC236}">
                <a16:creationId xmlns:a16="http://schemas.microsoft.com/office/drawing/2014/main" id="{563FDB35-6E26-4B41-BC61-AB68B9125408}"/>
              </a:ext>
            </a:extLst>
          </p:cNvPr>
          <p:cNvSpPr>
            <a:spLocks xmlns:a="http://schemas.openxmlformats.org/drawingml/2006/main" noGrp="1"/>
          </p:cNvSpPr>
          <p:nvPr/>
        </p:nvSpPr>
        <p:spPr>
          <a:xfrm xmlns:a="http://schemas.openxmlformats.org/drawingml/2006/main">
            <a:off x="371475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1">
            <a:extLst xmlns:a="http://schemas.openxmlformats.org/drawingml/2006/main">
              <a:ext uri="{FF2B5EF4-FFF2-40B4-BE49-F238E27FC236}">
                <a16:creationId xmlns:a16="http://schemas.microsoft.com/office/drawing/2014/main" id="{0BB5FF91-1B61-47C8-98A8-A3B5F37AAEAA}"/>
              </a:ext>
            </a:extLst>
          </p:cNvPr>
          <p:cNvSpPr>
            <a:spLocks xmlns:a="http://schemas.openxmlformats.org/drawingml/2006/main" noGrp="1"/>
          </p:cNvSpPr>
          <p:nvPr/>
        </p:nvSpPr>
        <p:spPr>
          <a:xfrm xmlns:a="http://schemas.openxmlformats.org/drawingml/2006/main">
            <a:off x="371475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1</a:t>
            </a:r>
          </a:p>
        </p:txBody>
      </p:sp>
      <p:sp>
        <p:nvSpPr>
          <p:cNvPr id="15" name="">
            <a:extLst xmlns:a="http://schemas.openxmlformats.org/drawingml/2006/main">
              <a:ext uri="{FF2B5EF4-FFF2-40B4-BE49-F238E27FC236}">
                <a16:creationId xmlns:a16="http://schemas.microsoft.com/office/drawing/2014/main" id="{34612452-7345-4E99-8EF7-3EB24ECF1CE3}"/>
              </a:ext>
            </a:extLst>
          </p:cNvPr>
          <p:cNvSpPr>
            <a:spLocks xmlns:a="http://schemas.openxmlformats.org/drawingml/2006/main" noGrp="1"/>
          </p:cNvSpPr>
          <p:nvPr/>
        </p:nvSpPr>
        <p:spPr>
          <a:xfrm xmlns:a="http://schemas.openxmlformats.org/drawingml/2006/main">
            <a:off x="461962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2">
            <a:extLst xmlns:a="http://schemas.openxmlformats.org/drawingml/2006/main">
              <a:ext uri="{FF2B5EF4-FFF2-40B4-BE49-F238E27FC236}">
                <a16:creationId xmlns:a16="http://schemas.microsoft.com/office/drawing/2014/main" id="{F18FA4D2-171C-443B-BC98-D000B597304D}"/>
              </a:ext>
            </a:extLst>
          </p:cNvPr>
          <p:cNvSpPr>
            <a:spLocks xmlns:a="http://schemas.openxmlformats.org/drawingml/2006/main" noGrp="1"/>
          </p:cNvSpPr>
          <p:nvPr/>
        </p:nvSpPr>
        <p:spPr>
          <a:xfrm xmlns:a="http://schemas.openxmlformats.org/drawingml/2006/main">
            <a:off x="461962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17" name="">
            <a:extLst xmlns:a="http://schemas.openxmlformats.org/drawingml/2006/main">
              <a:ext uri="{FF2B5EF4-FFF2-40B4-BE49-F238E27FC236}">
                <a16:creationId xmlns:a16="http://schemas.microsoft.com/office/drawing/2014/main" id="{EE25C24C-F9C4-4E3B-A6DA-5B7AA01F5D21}"/>
              </a:ext>
            </a:extLst>
          </p:cNvPr>
          <p:cNvSpPr>
            <a:spLocks xmlns:a="http://schemas.openxmlformats.org/drawingml/2006/main" noGrp="1"/>
          </p:cNvSpPr>
          <p:nvPr/>
        </p:nvSpPr>
        <p:spPr>
          <a:xfrm xmlns:a="http://schemas.openxmlformats.org/drawingml/2006/main">
            <a:off x="5524500"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8" name="3">
            <a:extLst xmlns:a="http://schemas.openxmlformats.org/drawingml/2006/main">
              <a:ext uri="{FF2B5EF4-FFF2-40B4-BE49-F238E27FC236}">
                <a16:creationId xmlns:a16="http://schemas.microsoft.com/office/drawing/2014/main" id="{3E8E99A1-ADBE-495C-9BB9-7C8FA0BCD5D2}"/>
              </a:ext>
            </a:extLst>
          </p:cNvPr>
          <p:cNvSpPr>
            <a:spLocks xmlns:a="http://schemas.openxmlformats.org/drawingml/2006/main" noGrp="1"/>
          </p:cNvSpPr>
          <p:nvPr/>
        </p:nvSpPr>
        <p:spPr>
          <a:xfrm xmlns:a="http://schemas.openxmlformats.org/drawingml/2006/main">
            <a:off x="5524500"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19" name="">
            <a:extLst xmlns:a="http://schemas.openxmlformats.org/drawingml/2006/main">
              <a:ext uri="{FF2B5EF4-FFF2-40B4-BE49-F238E27FC236}">
                <a16:creationId xmlns:a16="http://schemas.microsoft.com/office/drawing/2014/main" id="{71012941-0D90-4731-B710-230D746FD5F1}"/>
              </a:ext>
            </a:extLst>
          </p:cNvPr>
          <p:cNvSpPr>
            <a:spLocks xmlns:a="http://schemas.openxmlformats.org/drawingml/2006/main" noGrp="1"/>
          </p:cNvSpPr>
          <p:nvPr/>
        </p:nvSpPr>
        <p:spPr>
          <a:xfrm xmlns:a="http://schemas.openxmlformats.org/drawingml/2006/main">
            <a:off x="6429375" y="2762250"/>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0" name="4">
            <a:extLst xmlns:a="http://schemas.openxmlformats.org/drawingml/2006/main">
              <a:ext uri="{FF2B5EF4-FFF2-40B4-BE49-F238E27FC236}">
                <a16:creationId xmlns:a16="http://schemas.microsoft.com/office/drawing/2014/main" id="{C9B7A38F-A7AC-4A57-93D5-DF327188591A}"/>
              </a:ext>
            </a:extLst>
          </p:cNvPr>
          <p:cNvSpPr>
            <a:spLocks xmlns:a="http://schemas.openxmlformats.org/drawingml/2006/main" noGrp="1"/>
          </p:cNvSpPr>
          <p:nvPr/>
        </p:nvSpPr>
        <p:spPr>
          <a:xfrm xmlns:a="http://schemas.openxmlformats.org/drawingml/2006/main">
            <a:off x="6429375" y="2828925"/>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4</a:t>
            </a:r>
          </a:p>
        </p:txBody>
      </p:sp>
      <p:sp>
        <p:nvSpPr>
          <p:cNvPr id="21" name="명세 · 폭 2">
            <a:extLst xmlns:a="http://schemas.openxmlformats.org/drawingml/2006/main">
              <a:ext uri="{FF2B5EF4-FFF2-40B4-BE49-F238E27FC236}">
                <a16:creationId xmlns:a16="http://schemas.microsoft.com/office/drawing/2014/main" id="{7D1F4D0C-1316-4B75-A78C-B644DF1038FB}"/>
              </a:ext>
            </a:extLst>
          </p:cNvPr>
          <p:cNvSpPr>
            <a:spLocks xmlns:a="http://schemas.openxmlformats.org/drawingml/2006/main" noGrp="1"/>
          </p:cNvSpPr>
          <p:nvPr/>
        </p:nvSpPr>
        <p:spPr>
          <a:xfrm xmlns:a="http://schemas.openxmlformats.org/drawingml/2006/main">
            <a:off x="1524000" y="385762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명세 · 폭 2</a:t>
            </a:r>
          </a:p>
        </p:txBody>
      </p:sp>
      <p:sp>
        <p:nvSpPr>
          <p:cNvPr id="22" name="">
            <a:extLst xmlns:a="http://schemas.openxmlformats.org/drawingml/2006/main">
              <a:ext uri="{FF2B5EF4-FFF2-40B4-BE49-F238E27FC236}">
                <a16:creationId xmlns:a16="http://schemas.microsoft.com/office/drawing/2014/main" id="{B2B309A1-CBCA-41C4-9F93-BDF160B9727B}"/>
              </a:ext>
            </a:extLst>
          </p:cNvPr>
          <p:cNvSpPr>
            <a:spLocks xmlns:a="http://schemas.openxmlformats.org/drawingml/2006/main" noGrp="1"/>
          </p:cNvSpPr>
          <p:nvPr/>
        </p:nvSpPr>
        <p:spPr>
          <a:xfrm xmlns:a="http://schemas.openxmlformats.org/drawingml/2006/main">
            <a:off x="152400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2">
            <a:extLst xmlns:a="http://schemas.openxmlformats.org/drawingml/2006/main">
              <a:ext uri="{FF2B5EF4-FFF2-40B4-BE49-F238E27FC236}">
                <a16:creationId xmlns:a16="http://schemas.microsoft.com/office/drawing/2014/main" id="{37FE2602-DE3B-4AA2-B37A-C285EB41B192}"/>
              </a:ext>
            </a:extLst>
          </p:cNvPr>
          <p:cNvSpPr>
            <a:spLocks xmlns:a="http://schemas.openxmlformats.org/drawingml/2006/main" noGrp="1"/>
          </p:cNvSpPr>
          <p:nvPr/>
        </p:nvSpPr>
        <p:spPr>
          <a:xfrm xmlns:a="http://schemas.openxmlformats.org/drawingml/2006/main">
            <a:off x="15240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4" name="">
            <a:extLst xmlns:a="http://schemas.openxmlformats.org/drawingml/2006/main">
              <a:ext uri="{FF2B5EF4-FFF2-40B4-BE49-F238E27FC236}">
                <a16:creationId xmlns:a16="http://schemas.microsoft.com/office/drawing/2014/main" id="{64C1577C-A617-4ECA-8086-640BE3FBFB6D}"/>
              </a:ext>
            </a:extLst>
          </p:cNvPr>
          <p:cNvSpPr>
            <a:spLocks xmlns:a="http://schemas.openxmlformats.org/drawingml/2006/main" noGrp="1"/>
          </p:cNvSpPr>
          <p:nvPr/>
        </p:nvSpPr>
        <p:spPr>
          <a:xfrm xmlns:a="http://schemas.openxmlformats.org/drawingml/2006/main">
            <a:off x="242887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5" name="3">
            <a:extLst xmlns:a="http://schemas.openxmlformats.org/drawingml/2006/main">
              <a:ext uri="{FF2B5EF4-FFF2-40B4-BE49-F238E27FC236}">
                <a16:creationId xmlns:a16="http://schemas.microsoft.com/office/drawing/2014/main" id="{A67B35F4-127F-40D2-8B29-FA30DC58D4C4}"/>
              </a:ext>
            </a:extLst>
          </p:cNvPr>
          <p:cNvSpPr>
            <a:spLocks xmlns:a="http://schemas.openxmlformats.org/drawingml/2006/main" noGrp="1"/>
          </p:cNvSpPr>
          <p:nvPr/>
        </p:nvSpPr>
        <p:spPr>
          <a:xfrm xmlns:a="http://schemas.openxmlformats.org/drawingml/2006/main">
            <a:off x="242887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26" name="구현 · 폭 3">
            <a:extLst xmlns:a="http://schemas.openxmlformats.org/drawingml/2006/main">
              <a:ext uri="{FF2B5EF4-FFF2-40B4-BE49-F238E27FC236}">
                <a16:creationId xmlns:a16="http://schemas.microsoft.com/office/drawing/2014/main" id="{854FE6B4-DE13-4D1A-AC83-A8887EC040E9}"/>
              </a:ext>
            </a:extLst>
          </p:cNvPr>
          <p:cNvSpPr>
            <a:spLocks xmlns:a="http://schemas.openxmlformats.org/drawingml/2006/main" noGrp="1"/>
          </p:cNvSpPr>
          <p:nvPr/>
        </p:nvSpPr>
        <p:spPr>
          <a:xfrm xmlns:a="http://schemas.openxmlformats.org/drawingml/2006/main">
            <a:off x="7029450" y="3857625"/>
            <a:ext cx="45529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B42318"/>
                </a:solidFill>
                <a:latin typeface="Malgun Gothic"/>
                <a:ea typeface="Malgun Gothic"/>
                <a:cs typeface="Malgun Gothic"/>
              </a:defRPr>
            </a:defPPr>
            <a:lvl1pPr algn="l">
              <a:defRPr sz="2550" b="1">
                <a:solidFill>
                  <a:srgbClr val="B42318"/>
                </a:solidFill>
                <a:latin typeface="Malgun Gothic"/>
                <a:ea typeface="Malgun Gothic"/>
                <a:cs typeface="Malgun Gothic"/>
              </a:defRPr>
            </a:lvl1pPr>
            <a:lvl2pPr algn="l">
              <a:defRPr sz="2550" b="1">
                <a:solidFill>
                  <a:srgbClr val="B42318"/>
                </a:solidFill>
                <a:latin typeface="Malgun Gothic"/>
                <a:ea typeface="Malgun Gothic"/>
                <a:cs typeface="Malgun Gothic"/>
              </a:defRPr>
            </a:lvl2pPr>
            <a:lvl3pPr algn="l">
              <a:defRPr sz="2550" b="1">
                <a:solidFill>
                  <a:srgbClr val="B42318"/>
                </a:solidFill>
                <a:latin typeface="Malgun Gothic"/>
                <a:ea typeface="Malgun Gothic"/>
                <a:cs typeface="Malgun Gothic"/>
              </a:defRPr>
            </a:lvl3pPr>
            <a:lvl4pPr algn="l">
              <a:defRPr sz="2550" b="1">
                <a:solidFill>
                  <a:srgbClr val="B42318"/>
                </a:solidFill>
                <a:latin typeface="Malgun Gothic"/>
                <a:ea typeface="Malgun Gothic"/>
                <a:cs typeface="Malgun Gothic"/>
              </a:defRPr>
            </a:lvl4pPr>
            <a:lvl5pPr algn="l">
              <a:defRPr sz="2550" b="1">
                <a:solidFill>
                  <a:srgbClr val="B42318"/>
                </a:solidFill>
                <a:latin typeface="Malgun Gothic"/>
                <a:ea typeface="Malgun Gothic"/>
                <a:cs typeface="Malgun Gothic"/>
              </a:defRPr>
            </a:lvl5pPr>
            <a:lvl6pPr algn="l">
              <a:defRPr sz="2550" b="1">
                <a:solidFill>
                  <a:srgbClr val="B42318"/>
                </a:solidFill>
                <a:latin typeface="Malgun Gothic"/>
                <a:ea typeface="Malgun Gothic"/>
                <a:cs typeface="Malgun Gothic"/>
              </a:defRPr>
            </a:lvl6pPr>
            <a:lvl7pPr algn="l">
              <a:defRPr sz="2550" b="1">
                <a:solidFill>
                  <a:srgbClr val="B42318"/>
                </a:solidFill>
                <a:latin typeface="Malgun Gothic"/>
                <a:ea typeface="Malgun Gothic"/>
                <a:cs typeface="Malgun Gothic"/>
              </a:defRPr>
            </a:lvl7pPr>
            <a:lvl8pPr algn="l">
              <a:defRPr sz="2550" b="1">
                <a:solidFill>
                  <a:srgbClr val="B42318"/>
                </a:solidFill>
                <a:latin typeface="Malgun Gothic"/>
                <a:ea typeface="Malgun Gothic"/>
                <a:cs typeface="Malgun Gothic"/>
              </a:defRPr>
            </a:lvl8pPr>
            <a:lvl9pPr algn="l">
              <a:defRPr sz="2550" b="1">
                <a:solidFill>
                  <a:srgbClr val="B42318"/>
                </a:solidFill>
                <a:latin typeface="Malgun Gothic"/>
                <a:ea typeface="Malgun Gothic"/>
                <a:cs typeface="Malgun Gothic"/>
              </a:defRPr>
            </a:lvl9pPr>
          </a:lstStyle>
          <a:p xmlns:a="http://schemas.openxmlformats.org/drawingml/2006/main">
            <a:pPr algn="l">
              <a:defRPr sz="2550" b="1">
                <a:solidFill>
                  <a:srgbClr val="B42318"/>
                </a:solidFill>
                <a:latin typeface="Malgun Gothic"/>
                <a:ea typeface="Malgun Gothic"/>
                <a:cs typeface="Malgun Gothic"/>
              </a:defRPr>
            </a:pPr>
            <a:r>
              <a:rPr sz="2550" b="1">
                <a:solidFill>
                  <a:srgbClr val="B42318"/>
                </a:solidFill>
                <a:latin typeface="Malgun Gothic"/>
                <a:ea typeface="Malgun Gothic"/>
                <a:cs typeface="Malgun Gothic"/>
              </a:rPr>
              <a:t>구현 · 폭 3</a:t>
            </a:r>
          </a:p>
        </p:txBody>
      </p:sp>
      <p:sp>
        <p:nvSpPr>
          <p:cNvPr id="27" name="">
            <a:extLst xmlns:a="http://schemas.openxmlformats.org/drawingml/2006/main">
              <a:ext uri="{FF2B5EF4-FFF2-40B4-BE49-F238E27FC236}">
                <a16:creationId xmlns:a16="http://schemas.microsoft.com/office/drawing/2014/main" id="{C9708BA2-76A1-4B9C-AEC2-CFA0CF6B55C4}"/>
              </a:ext>
            </a:extLst>
          </p:cNvPr>
          <p:cNvSpPr>
            <a:spLocks xmlns:a="http://schemas.openxmlformats.org/drawingml/2006/main" noGrp="1"/>
          </p:cNvSpPr>
          <p:nvPr/>
        </p:nvSpPr>
        <p:spPr>
          <a:xfrm xmlns:a="http://schemas.openxmlformats.org/drawingml/2006/main">
            <a:off x="7029450"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8" name="2">
            <a:extLst xmlns:a="http://schemas.openxmlformats.org/drawingml/2006/main">
              <a:ext uri="{FF2B5EF4-FFF2-40B4-BE49-F238E27FC236}">
                <a16:creationId xmlns:a16="http://schemas.microsoft.com/office/drawing/2014/main" id="{4159EE45-780E-43A3-A31B-259CE32B3042}"/>
              </a:ext>
            </a:extLst>
          </p:cNvPr>
          <p:cNvSpPr>
            <a:spLocks xmlns:a="http://schemas.openxmlformats.org/drawingml/2006/main" noGrp="1"/>
          </p:cNvSpPr>
          <p:nvPr/>
        </p:nvSpPr>
        <p:spPr>
          <a:xfrm xmlns:a="http://schemas.openxmlformats.org/drawingml/2006/main">
            <a:off x="702945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4C9C5F19-26E3-439A-9766-1F9354EF3CD6}"/>
              </a:ext>
            </a:extLst>
          </p:cNvPr>
          <p:cNvSpPr>
            <a:spLocks xmlns:a="http://schemas.openxmlformats.org/drawingml/2006/main" noGrp="1"/>
          </p:cNvSpPr>
          <p:nvPr/>
        </p:nvSpPr>
        <p:spPr>
          <a:xfrm xmlns:a="http://schemas.openxmlformats.org/drawingml/2006/main">
            <a:off x="7934325" y="4429125"/>
            <a:ext cx="781050" cy="7143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3">
            <a:extLst xmlns:a="http://schemas.openxmlformats.org/drawingml/2006/main">
              <a:ext uri="{FF2B5EF4-FFF2-40B4-BE49-F238E27FC236}">
                <a16:creationId xmlns:a16="http://schemas.microsoft.com/office/drawing/2014/main" id="{B62E0EE7-638A-45EB-954A-371BA53A84D6}"/>
              </a:ext>
            </a:extLst>
          </p:cNvPr>
          <p:cNvSpPr>
            <a:spLocks xmlns:a="http://schemas.openxmlformats.org/drawingml/2006/main" noGrp="1"/>
          </p:cNvSpPr>
          <p:nvPr/>
        </p:nvSpPr>
        <p:spPr>
          <a:xfrm xmlns:a="http://schemas.openxmlformats.org/drawingml/2006/main">
            <a:off x="7934325"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17212B"/>
                </a:solidFill>
                <a:latin typeface="Malgun Gothic"/>
                <a:ea typeface="Malgun Gothic"/>
                <a:cs typeface="Malgun Gothic"/>
              </a:defRPr>
            </a:defPPr>
            <a:lvl1pPr algn="ctr">
              <a:defRPr sz="2850" b="1">
                <a:solidFill>
                  <a:srgbClr val="17212B"/>
                </a:solidFill>
                <a:latin typeface="Malgun Gothic"/>
                <a:ea typeface="Malgun Gothic"/>
                <a:cs typeface="Malgun Gothic"/>
              </a:defRPr>
            </a:lvl1pPr>
            <a:lvl2pPr algn="ctr">
              <a:defRPr sz="2850" b="1">
                <a:solidFill>
                  <a:srgbClr val="17212B"/>
                </a:solidFill>
                <a:latin typeface="Malgun Gothic"/>
                <a:ea typeface="Malgun Gothic"/>
                <a:cs typeface="Malgun Gothic"/>
              </a:defRPr>
            </a:lvl2pPr>
            <a:lvl3pPr algn="ctr">
              <a:defRPr sz="2850" b="1">
                <a:solidFill>
                  <a:srgbClr val="17212B"/>
                </a:solidFill>
                <a:latin typeface="Malgun Gothic"/>
                <a:ea typeface="Malgun Gothic"/>
                <a:cs typeface="Malgun Gothic"/>
              </a:defRPr>
            </a:lvl3pPr>
            <a:lvl4pPr algn="ctr">
              <a:defRPr sz="2850" b="1">
                <a:solidFill>
                  <a:srgbClr val="17212B"/>
                </a:solidFill>
                <a:latin typeface="Malgun Gothic"/>
                <a:ea typeface="Malgun Gothic"/>
                <a:cs typeface="Malgun Gothic"/>
              </a:defRPr>
            </a:lvl4pPr>
            <a:lvl5pPr algn="ctr">
              <a:defRPr sz="2850" b="1">
                <a:solidFill>
                  <a:srgbClr val="17212B"/>
                </a:solidFill>
                <a:latin typeface="Malgun Gothic"/>
                <a:ea typeface="Malgun Gothic"/>
                <a:cs typeface="Malgun Gothic"/>
              </a:defRPr>
            </a:lvl5pPr>
            <a:lvl6pPr algn="ctr">
              <a:defRPr sz="2850" b="1">
                <a:solidFill>
                  <a:srgbClr val="17212B"/>
                </a:solidFill>
                <a:latin typeface="Malgun Gothic"/>
                <a:ea typeface="Malgun Gothic"/>
                <a:cs typeface="Malgun Gothic"/>
              </a:defRPr>
            </a:lvl6pPr>
            <a:lvl7pPr algn="ctr">
              <a:defRPr sz="2850" b="1">
                <a:solidFill>
                  <a:srgbClr val="17212B"/>
                </a:solidFill>
                <a:latin typeface="Malgun Gothic"/>
                <a:ea typeface="Malgun Gothic"/>
                <a:cs typeface="Malgun Gothic"/>
              </a:defRPr>
            </a:lvl7pPr>
            <a:lvl8pPr algn="ctr">
              <a:defRPr sz="2850" b="1">
                <a:solidFill>
                  <a:srgbClr val="17212B"/>
                </a:solidFill>
                <a:latin typeface="Malgun Gothic"/>
                <a:ea typeface="Malgun Gothic"/>
                <a:cs typeface="Malgun Gothic"/>
              </a:defRPr>
            </a:lvl8pPr>
            <a:lvl9pPr algn="ctr">
              <a:defRPr sz="2850" b="1">
                <a:solidFill>
                  <a:srgbClr val="17212B"/>
                </a:solidFill>
                <a:latin typeface="Malgun Gothic"/>
                <a:ea typeface="Malgun Gothic"/>
                <a:cs typeface="Malgun Gothic"/>
              </a:defRPr>
            </a:lvl9pPr>
          </a:lstStyle>
          <a:p xmlns:a="http://schemas.openxmlformats.org/drawingml/2006/main">
            <a:pPr algn="ctr">
              <a:defRPr sz="2850" b="1">
                <a:solidFill>
                  <a:srgbClr val="17212B"/>
                </a:solidFill>
                <a:latin typeface="Malgun Gothic"/>
                <a:ea typeface="Malgun Gothic"/>
                <a:cs typeface="Malgun Gothic"/>
              </a:defRPr>
            </a:pPr>
            <a:r>
              <a:rPr sz="2850" b="1">
                <a:solidFill>
                  <a:srgbClr val="17212B"/>
                </a:solidFill>
                <a:latin typeface="Malgun Gothic"/>
                <a:ea typeface="Malgun Gothic"/>
                <a:cs typeface="Malgun Gothic"/>
              </a:rPr>
              <a:t>3</a:t>
            </a:r>
          </a:p>
        </p:txBody>
      </p:sp>
      <p:sp>
        <p:nvSpPr>
          <p:cNvPr id="31" name="">
            <a:extLst xmlns:a="http://schemas.openxmlformats.org/drawingml/2006/main">
              <a:ext uri="{FF2B5EF4-FFF2-40B4-BE49-F238E27FC236}">
                <a16:creationId xmlns:a16="http://schemas.microsoft.com/office/drawing/2014/main" id="{3A79B635-8352-417E-AFAD-E913CC041C21}"/>
              </a:ext>
            </a:extLst>
          </p:cNvPr>
          <p:cNvSpPr>
            <a:spLocks xmlns:a="http://schemas.openxmlformats.org/drawingml/2006/main" noGrp="1"/>
          </p:cNvSpPr>
          <p:nvPr/>
        </p:nvSpPr>
        <p:spPr>
          <a:xfrm xmlns:a="http://schemas.openxmlformats.org/drawingml/2006/main">
            <a:off x="8839200" y="4429125"/>
            <a:ext cx="781050" cy="714375"/>
          </a:xfrm>
          <a:prstGeom xmlns:a="http://schemas.openxmlformats.org/drawingml/2006/main" prst="rect">
            <a:avLst/>
          </a:prstGeom>
          <a:solidFill xmlns:a="http://schemas.openxmlformats.org/drawingml/2006/main">
            <a:srgbClr val="FBE4DF"/>
          </a:solidFill>
          <a:ln xmlns:a="http://schemas.openxmlformats.org/drawingml/2006/main" w="14288">
            <a:solidFill>
              <a:srgbClr val="B42318"/>
            </a:solidFill>
            <a:prstDash val="solid"/>
          </a:ln>
        </p:spPr>
      </p:sp>
      <p:sp>
        <p:nvSpPr>
          <p:cNvPr id="32" name="4">
            <a:extLst xmlns:a="http://schemas.openxmlformats.org/drawingml/2006/main">
              <a:ext uri="{FF2B5EF4-FFF2-40B4-BE49-F238E27FC236}">
                <a16:creationId xmlns:a16="http://schemas.microsoft.com/office/drawing/2014/main" id="{D5955957-0DC5-4300-A807-256EB86E36F5}"/>
              </a:ext>
            </a:extLst>
          </p:cNvPr>
          <p:cNvSpPr>
            <a:spLocks xmlns:a="http://schemas.openxmlformats.org/drawingml/2006/main" noGrp="1"/>
          </p:cNvSpPr>
          <p:nvPr/>
        </p:nvSpPr>
        <p:spPr>
          <a:xfrm xmlns:a="http://schemas.openxmlformats.org/drawingml/2006/main">
            <a:off x="8839200" y="4495800"/>
            <a:ext cx="7810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850" b="1">
                <a:solidFill>
                  <a:srgbClr val="B42318"/>
                </a:solidFill>
                <a:latin typeface="Malgun Gothic"/>
                <a:ea typeface="Malgun Gothic"/>
                <a:cs typeface="Malgun Gothic"/>
              </a:defRPr>
            </a:defPPr>
            <a:lvl1pPr algn="ctr">
              <a:defRPr sz="2850" b="1">
                <a:solidFill>
                  <a:srgbClr val="B42318"/>
                </a:solidFill>
                <a:latin typeface="Malgun Gothic"/>
                <a:ea typeface="Malgun Gothic"/>
                <a:cs typeface="Malgun Gothic"/>
              </a:defRPr>
            </a:lvl1pPr>
            <a:lvl2pPr algn="ctr">
              <a:defRPr sz="2850" b="1">
                <a:solidFill>
                  <a:srgbClr val="B42318"/>
                </a:solidFill>
                <a:latin typeface="Malgun Gothic"/>
                <a:ea typeface="Malgun Gothic"/>
                <a:cs typeface="Malgun Gothic"/>
              </a:defRPr>
            </a:lvl2pPr>
            <a:lvl3pPr algn="ctr">
              <a:defRPr sz="2850" b="1">
                <a:solidFill>
                  <a:srgbClr val="B42318"/>
                </a:solidFill>
                <a:latin typeface="Malgun Gothic"/>
                <a:ea typeface="Malgun Gothic"/>
                <a:cs typeface="Malgun Gothic"/>
              </a:defRPr>
            </a:lvl3pPr>
            <a:lvl4pPr algn="ctr">
              <a:defRPr sz="2850" b="1">
                <a:solidFill>
                  <a:srgbClr val="B42318"/>
                </a:solidFill>
                <a:latin typeface="Malgun Gothic"/>
                <a:ea typeface="Malgun Gothic"/>
                <a:cs typeface="Malgun Gothic"/>
              </a:defRPr>
            </a:lvl4pPr>
            <a:lvl5pPr algn="ctr">
              <a:defRPr sz="2850" b="1">
                <a:solidFill>
                  <a:srgbClr val="B42318"/>
                </a:solidFill>
                <a:latin typeface="Malgun Gothic"/>
                <a:ea typeface="Malgun Gothic"/>
                <a:cs typeface="Malgun Gothic"/>
              </a:defRPr>
            </a:lvl5pPr>
            <a:lvl6pPr algn="ctr">
              <a:defRPr sz="2850" b="1">
                <a:solidFill>
                  <a:srgbClr val="B42318"/>
                </a:solidFill>
                <a:latin typeface="Malgun Gothic"/>
                <a:ea typeface="Malgun Gothic"/>
                <a:cs typeface="Malgun Gothic"/>
              </a:defRPr>
            </a:lvl6pPr>
            <a:lvl7pPr algn="ctr">
              <a:defRPr sz="2850" b="1">
                <a:solidFill>
                  <a:srgbClr val="B42318"/>
                </a:solidFill>
                <a:latin typeface="Malgun Gothic"/>
                <a:ea typeface="Malgun Gothic"/>
                <a:cs typeface="Malgun Gothic"/>
              </a:defRPr>
            </a:lvl7pPr>
            <a:lvl8pPr algn="ctr">
              <a:defRPr sz="2850" b="1">
                <a:solidFill>
                  <a:srgbClr val="B42318"/>
                </a:solidFill>
                <a:latin typeface="Malgun Gothic"/>
                <a:ea typeface="Malgun Gothic"/>
                <a:cs typeface="Malgun Gothic"/>
              </a:defRPr>
            </a:lvl8pPr>
            <a:lvl9pPr algn="ctr">
              <a:defRPr sz="2850" b="1">
                <a:solidFill>
                  <a:srgbClr val="B42318"/>
                </a:solidFill>
                <a:latin typeface="Malgun Gothic"/>
                <a:ea typeface="Malgun Gothic"/>
                <a:cs typeface="Malgun Gothic"/>
              </a:defRPr>
            </a:lvl9pPr>
          </a:lstStyle>
          <a:p xmlns:a="http://schemas.openxmlformats.org/drawingml/2006/main">
            <a:pPr algn="ctr">
              <a:defRPr sz="2850" b="1">
                <a:solidFill>
                  <a:srgbClr val="B42318"/>
                </a:solidFill>
                <a:latin typeface="Malgun Gothic"/>
                <a:ea typeface="Malgun Gothic"/>
                <a:cs typeface="Malgun Gothic"/>
              </a:defRPr>
            </a:pPr>
            <a:r>
              <a:rPr sz="2850" b="1">
                <a:solidFill>
                  <a:srgbClr val="B42318"/>
                </a:solidFill>
                <a:latin typeface="Malgun Gothic"/>
                <a:ea typeface="Malgun Gothic"/>
                <a:cs typeface="Malgun Gothic"/>
              </a:rPr>
              <a:t>4</a:t>
            </a:r>
          </a:p>
        </p:txBody>
      </p:sp>
      <p:sp>
        <p:nvSpPr>
          <p:cNvPr id="33" name="포함할 값은 2·3인데, 구현은 끝 열의 값 4까지 포함했다">
            <a:extLst xmlns:a="http://schemas.openxmlformats.org/drawingml/2006/main">
              <a:ext uri="{FF2B5EF4-FFF2-40B4-BE49-F238E27FC236}">
                <a16:creationId xmlns:a16="http://schemas.microsoft.com/office/drawing/2014/main" id="{88EABBD4-E5D6-4CBD-BE26-7CB9131C469D}"/>
              </a:ext>
            </a:extLst>
          </p:cNvPr>
          <p:cNvSpPr>
            <a:spLocks xmlns:a="http://schemas.openxmlformats.org/drawingml/2006/main" noGrp="1"/>
          </p:cNvSpPr>
          <p:nvPr/>
        </p:nvSpPr>
        <p:spPr>
          <a:xfrm xmlns:a="http://schemas.openxmlformats.org/drawingml/2006/main">
            <a:off x="609600" y="5353050"/>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포함할 값은 2·3인데, 구현은 끝 열의 값 4까지 포함했다</a:t>
            </a:r>
          </a:p>
        </p:txBody>
      </p:sp>
      <p:sp>
        <p:nvSpPr>
          <p:cNvPr id="34" name="Legacy module connection">
            <a:extLst xmlns:a="http://schemas.openxmlformats.org/drawingml/2006/main">
              <a:ext uri="{FF2B5EF4-FFF2-40B4-BE49-F238E27FC236}">
                <a16:creationId xmlns:a16="http://schemas.microsoft.com/office/drawing/2014/main" id="{44FC4276-B494-4D58-9E65-C3684E600C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59075728"/>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원인을 설명한 근거">
            <a:extLst xmlns:a="http://schemas.openxmlformats.org/drawingml/2006/main">
              <a:ext uri="{FF2B5EF4-FFF2-40B4-BE49-F238E27FC236}">
                <a16:creationId xmlns:a16="http://schemas.microsoft.com/office/drawing/2014/main" id="{81EAC73D-42D9-4F08-8128-05A6EF2E74C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원인을 설명한 근거</a:t>
            </a:r>
          </a:p>
        </p:txBody>
      </p:sp>
      <p:sp>
        <p:nvSpPr>
          <p:cNvPr id="2" name="S06">
            <a:extLst xmlns:a="http://schemas.openxmlformats.org/drawingml/2006/main">
              <a:ext uri="{FF2B5EF4-FFF2-40B4-BE49-F238E27FC236}">
                <a16:creationId xmlns:a16="http://schemas.microsoft.com/office/drawing/2014/main" id="{031141AA-D65B-4AB2-8C3A-07221177EE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S06</a:t>
            </a:r>
          </a:p>
        </p:txBody>
      </p:sp>
      <p:sp>
        <p:nvSpPr>
          <p:cNvPr id="3" name="테스트·명세·구현을 연결해 원인을 설명했다">
            <a:extLst xmlns:a="http://schemas.openxmlformats.org/drawingml/2006/main">
              <a:ext uri="{FF2B5EF4-FFF2-40B4-BE49-F238E27FC236}">
                <a16:creationId xmlns:a16="http://schemas.microsoft.com/office/drawing/2014/main" id="{72849B99-BE81-4A5A-A7D5-697CEF08B3D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테스트·명세·구현을 연결해 원인을 설명했다</a:t>
            </a:r>
          </a:p>
        </p:txBody>
      </p:sp>
      <p:sp>
        <p:nvSpPr>
          <p:cNvPr id="4" name="">
            <a:extLst xmlns:a="http://schemas.openxmlformats.org/drawingml/2006/main">
              <a:ext uri="{FF2B5EF4-FFF2-40B4-BE49-F238E27FC236}">
                <a16:creationId xmlns:a16="http://schemas.microsoft.com/office/drawing/2014/main" id="{2708BBB4-16FB-45F4-8672-9BCFC83D5D6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 발견한 테스트·명세·구현의 관계를 재구성 · Codex CLI 0.154.0">
            <a:extLst xmlns:a="http://schemas.openxmlformats.org/drawingml/2006/main">
              <a:ext uri="{FF2B5EF4-FFF2-40B4-BE49-F238E27FC236}">
                <a16:creationId xmlns:a16="http://schemas.microsoft.com/office/drawing/2014/main" id="{2DBF80EC-5EAE-4B20-B893-05D542A24B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 발견한 테스트·명세·구현의 관계를 재구성 · Codex CLI 0.154.0</a:t>
            </a:r>
          </a:p>
        </p:txBody>
      </p:sp>
      <p:sp>
        <p:nvSpPr>
          <p:cNvPr id="6" name="자료 관계도이며 Agent의 시간순 접근 로그가 아님 · README에도 결함 안내가 있었음 · 코드 수정 ">
            <a:extLst xmlns:a="http://schemas.openxmlformats.org/drawingml/2006/main">
              <a:ext uri="{FF2B5EF4-FFF2-40B4-BE49-F238E27FC236}">
                <a16:creationId xmlns:a16="http://schemas.microsoft.com/office/drawing/2014/main" id="{1D8B10B5-D9DA-4E5B-BECE-8645F515F9B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자료 관계도이며 Agent의 시간순 접근 로그가 아님 · README에도 결함 안내가 있었음 · 코드 수정 없음</a:t>
            </a:r>
          </a:p>
        </p:txBody>
      </p:sp>
      <p:sp>
        <p:nvSpPr>
          <p:cNvPr id="7" name="앞의 폭 2 / 폭 3 차이를 설명한 근거">
            <a:extLst xmlns:a="http://schemas.openxmlformats.org/drawingml/2006/main">
              <a:ext uri="{FF2B5EF4-FFF2-40B4-BE49-F238E27FC236}">
                <a16:creationId xmlns:a16="http://schemas.microsoft.com/office/drawing/2014/main" id="{C28D4EF8-472D-4332-8278-9661EF6530D0}"/>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앞의 폭 2 / 폭 3 차이를 설명한 근거</a:t>
            </a:r>
          </a:p>
        </p:txBody>
      </p:sp>
      <p:sp>
        <p:nvSpPr>
          <p:cNvPr id="8" name="">
            <a:extLst xmlns:a="http://schemas.openxmlformats.org/drawingml/2006/main">
              <a:ext uri="{FF2B5EF4-FFF2-40B4-BE49-F238E27FC236}">
                <a16:creationId xmlns:a16="http://schemas.microsoft.com/office/drawing/2014/main" id="{EEC39CFB-2E6D-4495-9150-539574625E66}"/>
              </a:ext>
            </a:extLst>
          </p:cNvPr>
          <p:cNvSpPr>
            <a:spLocks xmlns:a="http://schemas.openxmlformats.org/drawingml/2006/main" noGrp="1"/>
          </p:cNvSpPr>
          <p:nvPr/>
        </p:nvSpPr>
        <p:spPr>
          <a:xfrm xmlns:a="http://schemas.openxmlformats.org/drawingml/2006/main">
            <a:off x="60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실패 테스트">
            <a:extLst xmlns:a="http://schemas.openxmlformats.org/drawingml/2006/main">
              <a:ext uri="{FF2B5EF4-FFF2-40B4-BE49-F238E27FC236}">
                <a16:creationId xmlns:a16="http://schemas.microsoft.com/office/drawing/2014/main" id="{593DD4FD-7163-466E-9227-76559B7E086E}"/>
              </a:ext>
            </a:extLst>
          </p:cNvPr>
          <p:cNvSpPr>
            <a:spLocks xmlns:a="http://schemas.openxmlformats.org/drawingml/2006/main" noGrp="1"/>
          </p:cNvSpPr>
          <p:nvPr/>
        </p:nvSpPr>
        <p:spPr>
          <a:xfrm xmlns:a="http://schemas.openxmlformats.org/drawingml/2006/main">
            <a:off x="60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실패 테스트</a:t>
            </a:r>
          </a:p>
        </p:txBody>
      </p:sp>
      <p:sp>
        <p:nvSpPr>
          <p:cNvPr id="10" name="">
            <a:extLst xmlns:a="http://schemas.openxmlformats.org/drawingml/2006/main">
              <a:ext uri="{FF2B5EF4-FFF2-40B4-BE49-F238E27FC236}">
                <a16:creationId xmlns:a16="http://schemas.microsoft.com/office/drawing/2014/main" id="{094CADCD-7E8F-46D0-A96F-CC845B42A0D5}"/>
              </a:ext>
            </a:extLst>
          </p:cNvPr>
          <p:cNvSpPr>
            <a:spLocks xmlns:a="http://schemas.openxmlformats.org/drawingml/2006/main" noGrp="1"/>
          </p:cNvSpPr>
          <p:nvPr/>
        </p:nvSpPr>
        <p:spPr>
          <a:xfrm xmlns:a="http://schemas.openxmlformats.org/drawingml/2006/main">
            <a:off x="441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Crop 명세">
            <a:extLst xmlns:a="http://schemas.openxmlformats.org/drawingml/2006/main">
              <a:ext uri="{FF2B5EF4-FFF2-40B4-BE49-F238E27FC236}">
                <a16:creationId xmlns:a16="http://schemas.microsoft.com/office/drawing/2014/main" id="{ADEE3629-1089-4E1E-B006-29C927623920}"/>
              </a:ext>
            </a:extLst>
          </p:cNvPr>
          <p:cNvSpPr>
            <a:spLocks xmlns:a="http://schemas.openxmlformats.org/drawingml/2006/main" noGrp="1"/>
          </p:cNvSpPr>
          <p:nvPr/>
        </p:nvSpPr>
        <p:spPr>
          <a:xfrm xmlns:a="http://schemas.openxmlformats.org/drawingml/2006/main">
            <a:off x="441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Crop 명세</a:t>
            </a:r>
          </a:p>
        </p:txBody>
      </p:sp>
      <p:sp>
        <p:nvSpPr>
          <p:cNvPr id="12" name="">
            <a:extLst xmlns:a="http://schemas.openxmlformats.org/drawingml/2006/main">
              <a:ext uri="{FF2B5EF4-FFF2-40B4-BE49-F238E27FC236}">
                <a16:creationId xmlns:a16="http://schemas.microsoft.com/office/drawing/2014/main" id="{A9999447-7287-4107-9C81-27E42A89E443}"/>
              </a:ext>
            </a:extLst>
          </p:cNvPr>
          <p:cNvSpPr>
            <a:spLocks xmlns:a="http://schemas.openxmlformats.org/drawingml/2006/main" noGrp="1"/>
          </p:cNvSpPr>
          <p:nvPr/>
        </p:nvSpPr>
        <p:spPr>
          <a:xfrm xmlns:a="http://schemas.openxmlformats.org/drawingml/2006/main">
            <a:off x="8229600" y="2628900"/>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3" name="실제 구현">
            <a:extLst xmlns:a="http://schemas.openxmlformats.org/drawingml/2006/main">
              <a:ext uri="{FF2B5EF4-FFF2-40B4-BE49-F238E27FC236}">
                <a16:creationId xmlns:a16="http://schemas.microsoft.com/office/drawing/2014/main" id="{F8A3B6B0-75AF-4D62-A6A2-954AB73AA9B5}"/>
              </a:ext>
            </a:extLst>
          </p:cNvPr>
          <p:cNvSpPr>
            <a:spLocks xmlns:a="http://schemas.openxmlformats.org/drawingml/2006/main" noGrp="1"/>
          </p:cNvSpPr>
          <p:nvPr/>
        </p:nvSpPr>
        <p:spPr>
          <a:xfrm xmlns:a="http://schemas.openxmlformats.org/drawingml/2006/main">
            <a:off x="8229600" y="278130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실제 구현</a:t>
            </a:r>
          </a:p>
        </p:txBody>
      </p:sp>
      <p:sp>
        <p:nvSpPr>
          <p:cNvPr id="14" name="test_crop_excludes_&#10;end_coordinate">
            <a:extLst xmlns:a="http://schemas.openxmlformats.org/drawingml/2006/main">
              <a:ext uri="{FF2B5EF4-FFF2-40B4-BE49-F238E27FC236}">
                <a16:creationId xmlns:a16="http://schemas.microsoft.com/office/drawing/2014/main" id="{F9E32207-D040-46A0-9087-63DF45074BBF}"/>
              </a:ext>
            </a:extLst>
          </p:cNvPr>
          <p:cNvSpPr>
            <a:spLocks xmlns:a="http://schemas.openxmlformats.org/drawingml/2006/main" noGrp="1"/>
          </p:cNvSpPr>
          <p:nvPr/>
        </p:nvSpPr>
        <p:spPr>
          <a:xfrm xmlns:a="http://schemas.openxmlformats.org/drawingml/2006/main">
            <a:off x="60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test_crop_excludes_</a:t>
            </a:r>
          </a:p>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end_coordinate</a:t>
            </a:r>
          </a:p>
        </p:txBody>
      </p:sp>
      <p:sp>
        <p:nvSpPr>
          <p:cNvPr id="15" name="[x_start, x_end)">
            <a:extLst xmlns:a="http://schemas.openxmlformats.org/drawingml/2006/main">
              <a:ext uri="{FF2B5EF4-FFF2-40B4-BE49-F238E27FC236}">
                <a16:creationId xmlns:a16="http://schemas.microsoft.com/office/drawing/2014/main" id="{26D1655E-3511-4A1D-BF44-8F3643A591BA}"/>
              </a:ext>
            </a:extLst>
          </p:cNvPr>
          <p:cNvSpPr>
            <a:spLocks xmlns:a="http://schemas.openxmlformats.org/drawingml/2006/main" noGrp="1"/>
          </p:cNvSpPr>
          <p:nvPr/>
        </p:nvSpPr>
        <p:spPr>
          <a:xfrm xmlns:a="http://schemas.openxmlformats.org/drawingml/2006/main">
            <a:off x="4419600" y="35242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[x_start, x_end)</a:t>
            </a:r>
          </a:p>
        </p:txBody>
      </p:sp>
      <p:sp>
        <p:nvSpPr>
          <p:cNvPr id="16" name="끝 좌표 제외">
            <a:extLst xmlns:a="http://schemas.openxmlformats.org/drawingml/2006/main">
              <a:ext uri="{FF2B5EF4-FFF2-40B4-BE49-F238E27FC236}">
                <a16:creationId xmlns:a16="http://schemas.microsoft.com/office/drawing/2014/main" id="{05548CE1-43FF-4053-832D-A935C1F67123}"/>
              </a:ext>
            </a:extLst>
          </p:cNvPr>
          <p:cNvSpPr>
            <a:spLocks xmlns:a="http://schemas.openxmlformats.org/drawingml/2006/main" noGrp="1"/>
          </p:cNvSpPr>
          <p:nvPr/>
        </p:nvSpPr>
        <p:spPr>
          <a:xfrm xmlns:a="http://schemas.openxmlformats.org/drawingml/2006/main">
            <a:off x="4419600" y="403860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끝 좌표 제외</a:t>
            </a:r>
          </a:p>
        </p:txBody>
      </p:sp>
      <p:sp>
        <p:nvSpPr>
          <p:cNvPr id="17" name="row[x_start :&#10;    x_end + 1]">
            <a:extLst xmlns:a="http://schemas.openxmlformats.org/drawingml/2006/main">
              <a:ext uri="{FF2B5EF4-FFF2-40B4-BE49-F238E27FC236}">
                <a16:creationId xmlns:a16="http://schemas.microsoft.com/office/drawing/2014/main" id="{2B7FE966-644C-4098-A39B-C771D3B841D1}"/>
              </a:ext>
            </a:extLst>
          </p:cNvPr>
          <p:cNvSpPr>
            <a:spLocks xmlns:a="http://schemas.openxmlformats.org/drawingml/2006/main" noGrp="1"/>
          </p:cNvSpPr>
          <p:nvPr/>
        </p:nvSpPr>
        <p:spPr>
          <a:xfrm xmlns:a="http://schemas.openxmlformats.org/drawingml/2006/main">
            <a:off x="8229600" y="3476625"/>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B42318"/>
                </a:solidFill>
                <a:latin typeface="Consolas"/>
                <a:ea typeface="Consolas"/>
                <a:cs typeface="Consolas"/>
              </a:defRPr>
            </a:defPPr>
            <a:lvl1pPr algn="l">
              <a:defRPr sz="2025" b="1">
                <a:solidFill>
                  <a:srgbClr val="B42318"/>
                </a:solidFill>
                <a:latin typeface="Consolas"/>
                <a:ea typeface="Consolas"/>
                <a:cs typeface="Consolas"/>
              </a:defRPr>
            </a:lvl1pPr>
            <a:lvl2pPr algn="l">
              <a:defRPr sz="2025" b="1">
                <a:solidFill>
                  <a:srgbClr val="B42318"/>
                </a:solidFill>
                <a:latin typeface="Consolas"/>
                <a:ea typeface="Consolas"/>
                <a:cs typeface="Consolas"/>
              </a:defRPr>
            </a:lvl2pPr>
            <a:lvl3pPr algn="l">
              <a:defRPr sz="2025" b="1">
                <a:solidFill>
                  <a:srgbClr val="B42318"/>
                </a:solidFill>
                <a:latin typeface="Consolas"/>
                <a:ea typeface="Consolas"/>
                <a:cs typeface="Consolas"/>
              </a:defRPr>
            </a:lvl3pPr>
            <a:lvl4pPr algn="l">
              <a:defRPr sz="2025" b="1">
                <a:solidFill>
                  <a:srgbClr val="B42318"/>
                </a:solidFill>
                <a:latin typeface="Consolas"/>
                <a:ea typeface="Consolas"/>
                <a:cs typeface="Consolas"/>
              </a:defRPr>
            </a:lvl4pPr>
            <a:lvl5pPr algn="l">
              <a:defRPr sz="2025" b="1">
                <a:solidFill>
                  <a:srgbClr val="B42318"/>
                </a:solidFill>
                <a:latin typeface="Consolas"/>
                <a:ea typeface="Consolas"/>
                <a:cs typeface="Consolas"/>
              </a:defRPr>
            </a:lvl5pPr>
            <a:lvl6pPr algn="l">
              <a:defRPr sz="2025" b="1">
                <a:solidFill>
                  <a:srgbClr val="B42318"/>
                </a:solidFill>
                <a:latin typeface="Consolas"/>
                <a:ea typeface="Consolas"/>
                <a:cs typeface="Consolas"/>
              </a:defRPr>
            </a:lvl6pPr>
            <a:lvl7pPr algn="l">
              <a:defRPr sz="2025" b="1">
                <a:solidFill>
                  <a:srgbClr val="B42318"/>
                </a:solidFill>
                <a:latin typeface="Consolas"/>
                <a:ea typeface="Consolas"/>
                <a:cs typeface="Consolas"/>
              </a:defRPr>
            </a:lvl7pPr>
            <a:lvl8pPr algn="l">
              <a:defRPr sz="2025" b="1">
                <a:solidFill>
                  <a:srgbClr val="B42318"/>
                </a:solidFill>
                <a:latin typeface="Consolas"/>
                <a:ea typeface="Consolas"/>
                <a:cs typeface="Consolas"/>
              </a:defRPr>
            </a:lvl8pPr>
            <a:lvl9pPr algn="l">
              <a:defRPr sz="2025" b="1">
                <a:solidFill>
                  <a:srgbClr val="B42318"/>
                </a:solidFill>
                <a:latin typeface="Consolas"/>
                <a:ea typeface="Consolas"/>
                <a:cs typeface="Consolas"/>
              </a:defRPr>
            </a:lvl9pPr>
          </a:lstStyle>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row[x_start :</a:t>
            </a:r>
          </a:p>
          <a:p xmlns:a="http://schemas.openxmlformats.org/drawingml/2006/main">
            <a:pPr algn="l">
              <a:defRPr sz="2025" b="1">
                <a:solidFill>
                  <a:srgbClr val="B42318"/>
                </a:solidFill>
                <a:latin typeface="Consolas"/>
                <a:ea typeface="Consolas"/>
                <a:cs typeface="Consolas"/>
              </a:defRPr>
            </a:pPr>
            <a:r>
              <a:rPr sz="2025" b="1">
                <a:solidFill>
                  <a:srgbClr val="B42318"/>
                </a:solidFill>
                <a:latin typeface="Consolas"/>
                <a:ea typeface="Consolas"/>
                <a:cs typeface="Consolas"/>
              </a:rPr>
              <a:t>    x_end + 1]</a:t>
            </a:r>
          </a:p>
        </p:txBody>
      </p:sp>
      <p:cxnSp>
        <p:nvCxnSpPr>
          <p:cNvPr id="18" name="">
            <a:extLst xmlns:a="http://schemas.openxmlformats.org/drawingml/2006/main">
              <a:ext uri="{FF2B5EF4-FFF2-40B4-BE49-F238E27FC236}">
                <a16:creationId xmlns:a16="http://schemas.microsoft.com/office/drawing/2014/main" id="{860CA7EA-3477-4134-8C1E-28091ECC2EFD}"/>
              </a:ext>
            </a:extLst>
          </p:cNvPr>
          <p:cNvCxnSpPr/>
          <p:nvPr/>
        </p:nvCxnSpPr>
        <p:spPr>
          <a:xfrm xmlns:a="http://schemas.openxmlformats.org/drawingml/2006/main">
            <a:off x="404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9" name="">
            <a:extLst xmlns:a="http://schemas.openxmlformats.org/drawingml/2006/main">
              <a:ext uri="{FF2B5EF4-FFF2-40B4-BE49-F238E27FC236}">
                <a16:creationId xmlns:a16="http://schemas.microsoft.com/office/drawing/2014/main" id="{15297556-6DF6-4740-9EEA-61CA6B8C2E8D}"/>
              </a:ext>
            </a:extLst>
          </p:cNvPr>
          <p:cNvCxnSpPr/>
          <p:nvPr/>
        </p:nvCxnSpPr>
        <p:spPr>
          <a:xfrm xmlns:a="http://schemas.openxmlformats.org/drawingml/2006/main">
            <a:off x="7858125" y="37814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기대 범위와 구현 범위의 차이가, 실패를 설명한다">
            <a:extLst xmlns:a="http://schemas.openxmlformats.org/drawingml/2006/main">
              <a:ext uri="{FF2B5EF4-FFF2-40B4-BE49-F238E27FC236}">
                <a16:creationId xmlns:a16="http://schemas.microsoft.com/office/drawing/2014/main" id="{D9C0E406-9A70-4A13-8D73-E3F61B2AD58B}"/>
              </a:ext>
            </a:extLst>
          </p:cNvPr>
          <p:cNvSpPr>
            <a:spLocks xmlns:a="http://schemas.openxmlformats.org/drawingml/2006/main" noGrp="1"/>
          </p:cNvSpPr>
          <p:nvPr/>
        </p:nvSpPr>
        <p:spPr>
          <a:xfrm xmlns:a="http://schemas.openxmlformats.org/drawingml/2006/main">
            <a:off x="609600" y="46958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기대 범위와 구현 범위의 차이가, 실패를 설명한다</a:t>
            </a:r>
          </a:p>
        </p:txBody>
      </p:sp>
      <p:sp>
        <p:nvSpPr>
          <p:cNvPr id="21" name="관련 코드의 호출 관계  cli.main → pipeline.process_image → transform.">
            <a:extLst xmlns:a="http://schemas.openxmlformats.org/drawingml/2006/main">
              <a:ext uri="{FF2B5EF4-FFF2-40B4-BE49-F238E27FC236}">
                <a16:creationId xmlns:a16="http://schemas.microsoft.com/office/drawing/2014/main" id="{1F919A78-4117-4881-9D80-18B9139548E8}"/>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코드의 호출 관계  cli.main → pipeline.process_image → transform.crop</a:t>
            </a:r>
          </a:p>
        </p:txBody>
      </p:sp>
      <p:sp>
        <p:nvSpPr>
          <p:cNvPr id="22" name="Legacy module connection">
            <a:extLst xmlns:a="http://schemas.openxmlformats.org/drawingml/2006/main">
              <a:ext uri="{FF2B5EF4-FFF2-40B4-BE49-F238E27FC236}">
                <a16:creationId xmlns:a16="http://schemas.microsoft.com/office/drawing/2014/main" id="{4D670E5A-B5E7-446F-8898-27C608DC831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30619717"/>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0 · 별도 실행 환경 오류">
            <a:extLst xmlns:a="http://schemas.openxmlformats.org/drawingml/2006/main">
              <a:ext uri="{FF2B5EF4-FFF2-40B4-BE49-F238E27FC236}">
                <a16:creationId xmlns:a16="http://schemas.microsoft.com/office/drawing/2014/main" id="{A282D692-994D-4E06-A33F-9F9EFC57E3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별도 실행 환경 오류</a:t>
            </a:r>
          </a:p>
        </p:txBody>
      </p:sp>
      <p:sp>
        <p:nvSpPr>
          <p:cNvPr id="2" name="S07">
            <a:extLst xmlns:a="http://schemas.openxmlformats.org/drawingml/2006/main">
              <a:ext uri="{FF2B5EF4-FFF2-40B4-BE49-F238E27FC236}">
                <a16:creationId xmlns:a16="http://schemas.microsoft.com/office/drawing/2014/main" id="{E3A7783A-A329-4913-B24C-E7436E93F43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S07</a:t>
            </a:r>
          </a:p>
        </p:txBody>
      </p:sp>
      <p:sp>
        <p:nvSpPr>
          <p:cNvPr id="3" name="다른 테스트 오류는 임시 폴더 생성에서 발생했다">
            <a:extLst xmlns:a="http://schemas.openxmlformats.org/drawingml/2006/main">
              <a:ext uri="{FF2B5EF4-FFF2-40B4-BE49-F238E27FC236}">
                <a16:creationId xmlns:a16="http://schemas.microsoft.com/office/drawing/2014/main" id="{731C038D-A5F6-4A42-8943-314307C875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테스트 오류는 임시 폴더 생성에서 발생했다</a:t>
            </a:r>
          </a:p>
        </p:txBody>
      </p:sp>
      <p:sp>
        <p:nvSpPr>
          <p:cNvPr id="4" name="">
            <a:extLst xmlns:a="http://schemas.openxmlformats.org/drawingml/2006/main">
              <a:ext uri="{FF2B5EF4-FFF2-40B4-BE49-F238E27FC236}">
                <a16:creationId xmlns:a16="http://schemas.microsoft.com/office/drawing/2014/main" id="{116E5249-5633-4989-B764-2EADB23599B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전체 테스트 기록의 실행 환경 제한 · Codex CLI 0.154.0">
            <a:extLst xmlns:a="http://schemas.openxmlformats.org/drawingml/2006/main">
              <a:ext uri="{FF2B5EF4-FFF2-40B4-BE49-F238E27FC236}">
                <a16:creationId xmlns:a16="http://schemas.microsoft.com/office/drawing/2014/main" id="{2608AB20-008F-42FC-BD05-535C623E99A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전체 테스트 기록의 실행 환경 제한 · Codex CLI 0.154.0</a:t>
            </a:r>
          </a:p>
        </p:txBody>
      </p:sp>
      <p:sp>
        <p:nvSpPr>
          <p:cNvPr id="6" name="Crop 결함과 별개 · 실행 제한을 관찰했으며 권한을 해제하거나 코드를 수정하지 않음">
            <a:extLst xmlns:a="http://schemas.openxmlformats.org/drawingml/2006/main">
              <a:ext uri="{FF2B5EF4-FFF2-40B4-BE49-F238E27FC236}">
                <a16:creationId xmlns:a16="http://schemas.microsoft.com/office/drawing/2014/main" id="{5640C356-BC87-46FC-84B1-9137BAD7172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Crop 결함과 별개 · 실행 제한을 관찰했으며 권한을 해제하거나 코드를 수정하지 않음</a:t>
            </a:r>
          </a:p>
        </p:txBody>
      </p:sp>
      <p:sp>
        <p:nvSpPr>
          <p:cNvPr id="7" name="전체 테스트 실행 중 환경 오류 3건 · Crop 실패와 원인이 다르다">
            <a:extLst xmlns:a="http://schemas.openxmlformats.org/drawingml/2006/main">
              <a:ext uri="{FF2B5EF4-FFF2-40B4-BE49-F238E27FC236}">
                <a16:creationId xmlns:a16="http://schemas.microsoft.com/office/drawing/2014/main" id="{CC79D693-AA3E-44EF-BA57-14CCF8B1204D}"/>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전체 테스트 실행 중 환경 오류 3건 · Crop 실패와 원인이 다르다</a:t>
            </a:r>
          </a:p>
        </p:txBody>
      </p:sp>
      <p:sp>
        <p:nvSpPr>
          <p:cNvPr id="8" name="">
            <a:extLst xmlns:a="http://schemas.openxmlformats.org/drawingml/2006/main">
              <a:ext uri="{FF2B5EF4-FFF2-40B4-BE49-F238E27FC236}">
                <a16:creationId xmlns:a16="http://schemas.microsoft.com/office/drawing/2014/main" id="{7F03456F-CB9A-42CA-8A99-250D858EA548}"/>
              </a:ext>
            </a:extLst>
          </p:cNvPr>
          <p:cNvSpPr>
            <a:spLocks xmlns:a="http://schemas.openxmlformats.org/drawingml/2006/main" noGrp="1"/>
          </p:cNvSpPr>
          <p:nvPr/>
        </p:nvSpPr>
        <p:spPr>
          <a:xfrm xmlns:a="http://schemas.openxmlformats.org/drawingml/2006/main">
            <a:off x="60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테스트 실행">
            <a:extLst xmlns:a="http://schemas.openxmlformats.org/drawingml/2006/main">
              <a:ext uri="{FF2B5EF4-FFF2-40B4-BE49-F238E27FC236}">
                <a16:creationId xmlns:a16="http://schemas.microsoft.com/office/drawing/2014/main" id="{243CCA7E-0F76-465F-97E9-0AEDCC74472B}"/>
              </a:ext>
            </a:extLst>
          </p:cNvPr>
          <p:cNvSpPr>
            <a:spLocks xmlns:a="http://schemas.openxmlformats.org/drawingml/2006/main" noGrp="1"/>
          </p:cNvSpPr>
          <p:nvPr/>
        </p:nvSpPr>
        <p:spPr>
          <a:xfrm xmlns:a="http://schemas.openxmlformats.org/drawingml/2006/main">
            <a:off x="76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테스트 실행</a:t>
            </a:r>
          </a:p>
        </p:txBody>
      </p:sp>
      <p:sp>
        <p:nvSpPr>
          <p:cNvPr id="10" name="일부 테스트가 쓰기 필요">
            <a:extLst xmlns:a="http://schemas.openxmlformats.org/drawingml/2006/main">
              <a:ext uri="{FF2B5EF4-FFF2-40B4-BE49-F238E27FC236}">
                <a16:creationId xmlns:a16="http://schemas.microsoft.com/office/drawing/2014/main" id="{A4D93AFD-F150-4496-AF7A-164E30151067}"/>
              </a:ext>
            </a:extLst>
          </p:cNvPr>
          <p:cNvSpPr>
            <a:spLocks xmlns:a="http://schemas.openxmlformats.org/drawingml/2006/main" noGrp="1"/>
          </p:cNvSpPr>
          <p:nvPr/>
        </p:nvSpPr>
        <p:spPr>
          <a:xfrm xmlns:a="http://schemas.openxmlformats.org/drawingml/2006/main">
            <a:off x="60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일부 테스트가 쓰기 필요</a:t>
            </a:r>
          </a:p>
        </p:txBody>
      </p:sp>
      <p:cxnSp>
        <p:nvCxnSpPr>
          <p:cNvPr id="11" name="">
            <a:extLst xmlns:a="http://schemas.openxmlformats.org/drawingml/2006/main">
              <a:ext uri="{FF2B5EF4-FFF2-40B4-BE49-F238E27FC236}">
                <a16:creationId xmlns:a16="http://schemas.microsoft.com/office/drawing/2014/main" id="{670A54CD-89C5-40F4-B9F1-1C56D2FE345F}"/>
              </a:ext>
            </a:extLst>
          </p:cNvPr>
          <p:cNvCxnSpPr/>
          <p:nvPr/>
        </p:nvCxnSpPr>
        <p:spPr>
          <a:xfrm xmlns:a="http://schemas.openxmlformats.org/drawingml/2006/main">
            <a:off x="404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DE60C55A-7FAD-41C8-B651-C342ED789627}"/>
              </a:ext>
            </a:extLst>
          </p:cNvPr>
          <p:cNvSpPr>
            <a:spLocks xmlns:a="http://schemas.openxmlformats.org/drawingml/2006/main" noGrp="1"/>
          </p:cNvSpPr>
          <p:nvPr/>
        </p:nvSpPr>
        <p:spPr>
          <a:xfrm xmlns:a="http://schemas.openxmlformats.org/drawingml/2006/main">
            <a:off x="4419600" y="2905125"/>
            <a:ext cx="3352800" cy="1066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임시 폴더 생성 요청">
            <a:extLst xmlns:a="http://schemas.openxmlformats.org/drawingml/2006/main">
              <a:ext uri="{FF2B5EF4-FFF2-40B4-BE49-F238E27FC236}">
                <a16:creationId xmlns:a16="http://schemas.microsoft.com/office/drawing/2014/main" id="{6BE25B3F-C307-4D79-A938-256338F7ABA7}"/>
              </a:ext>
            </a:extLst>
          </p:cNvPr>
          <p:cNvSpPr>
            <a:spLocks xmlns:a="http://schemas.openxmlformats.org/drawingml/2006/main" noGrp="1"/>
          </p:cNvSpPr>
          <p:nvPr/>
        </p:nvSpPr>
        <p:spPr>
          <a:xfrm xmlns:a="http://schemas.openxmlformats.org/drawingml/2006/main">
            <a:off x="457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임시 폴더 생성 요청</a:t>
            </a:r>
          </a:p>
        </p:txBody>
      </p:sp>
      <p:sp>
        <p:nvSpPr>
          <p:cNvPr id="14" name="실행 중 파일을 둘 위치 필요">
            <a:extLst xmlns:a="http://schemas.openxmlformats.org/drawingml/2006/main">
              <a:ext uri="{FF2B5EF4-FFF2-40B4-BE49-F238E27FC236}">
                <a16:creationId xmlns:a16="http://schemas.microsoft.com/office/drawing/2014/main" id="{79B12EA8-0416-4731-9E54-8C59408752AC}"/>
              </a:ext>
            </a:extLst>
          </p:cNvPr>
          <p:cNvSpPr>
            <a:spLocks xmlns:a="http://schemas.openxmlformats.org/drawingml/2006/main" noGrp="1"/>
          </p:cNvSpPr>
          <p:nvPr/>
        </p:nvSpPr>
        <p:spPr>
          <a:xfrm xmlns:a="http://schemas.openxmlformats.org/drawingml/2006/main">
            <a:off x="441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4D5A68"/>
                </a:solidFill>
                <a:latin typeface="Malgun Gothic"/>
                <a:ea typeface="Malgun Gothic"/>
                <a:cs typeface="Malgun Gothic"/>
              </a:defRPr>
            </a:defPPr>
            <a:lvl1pPr algn="ctr">
              <a:defRPr sz="1875" b="1">
                <a:solidFill>
                  <a:srgbClr val="4D5A68"/>
                </a:solidFill>
                <a:latin typeface="Malgun Gothic"/>
                <a:ea typeface="Malgun Gothic"/>
                <a:cs typeface="Malgun Gothic"/>
              </a:defRPr>
            </a:lvl1pPr>
            <a:lvl2pPr algn="ctr">
              <a:defRPr sz="1875" b="1">
                <a:solidFill>
                  <a:srgbClr val="4D5A68"/>
                </a:solidFill>
                <a:latin typeface="Malgun Gothic"/>
                <a:ea typeface="Malgun Gothic"/>
                <a:cs typeface="Malgun Gothic"/>
              </a:defRPr>
            </a:lvl2pPr>
            <a:lvl3pPr algn="ctr">
              <a:defRPr sz="1875" b="1">
                <a:solidFill>
                  <a:srgbClr val="4D5A68"/>
                </a:solidFill>
                <a:latin typeface="Malgun Gothic"/>
                <a:ea typeface="Malgun Gothic"/>
                <a:cs typeface="Malgun Gothic"/>
              </a:defRPr>
            </a:lvl3pPr>
            <a:lvl4pPr algn="ctr">
              <a:defRPr sz="1875" b="1">
                <a:solidFill>
                  <a:srgbClr val="4D5A68"/>
                </a:solidFill>
                <a:latin typeface="Malgun Gothic"/>
                <a:ea typeface="Malgun Gothic"/>
                <a:cs typeface="Malgun Gothic"/>
              </a:defRPr>
            </a:lvl4pPr>
            <a:lvl5pPr algn="ctr">
              <a:defRPr sz="1875" b="1">
                <a:solidFill>
                  <a:srgbClr val="4D5A68"/>
                </a:solidFill>
                <a:latin typeface="Malgun Gothic"/>
                <a:ea typeface="Malgun Gothic"/>
                <a:cs typeface="Malgun Gothic"/>
              </a:defRPr>
            </a:lvl5pPr>
            <a:lvl6pPr algn="ctr">
              <a:defRPr sz="1875" b="1">
                <a:solidFill>
                  <a:srgbClr val="4D5A68"/>
                </a:solidFill>
                <a:latin typeface="Malgun Gothic"/>
                <a:ea typeface="Malgun Gothic"/>
                <a:cs typeface="Malgun Gothic"/>
              </a:defRPr>
            </a:lvl6pPr>
            <a:lvl7pPr algn="ctr">
              <a:defRPr sz="1875" b="1">
                <a:solidFill>
                  <a:srgbClr val="4D5A68"/>
                </a:solidFill>
                <a:latin typeface="Malgun Gothic"/>
                <a:ea typeface="Malgun Gothic"/>
                <a:cs typeface="Malgun Gothic"/>
              </a:defRPr>
            </a:lvl7pPr>
            <a:lvl8pPr algn="ctr">
              <a:defRPr sz="1875" b="1">
                <a:solidFill>
                  <a:srgbClr val="4D5A68"/>
                </a:solidFill>
                <a:latin typeface="Malgun Gothic"/>
                <a:ea typeface="Malgun Gothic"/>
                <a:cs typeface="Malgun Gothic"/>
              </a:defRPr>
            </a:lvl8pPr>
            <a:lvl9pPr algn="ctr">
              <a:defRPr sz="1875" b="1">
                <a:solidFill>
                  <a:srgbClr val="4D5A68"/>
                </a:solidFill>
                <a:latin typeface="Malgun Gothic"/>
                <a:ea typeface="Malgun Gothic"/>
                <a:cs typeface="Malgun Gothic"/>
              </a:defRPr>
            </a:lvl9pPr>
          </a:lstStyle>
          <a:p xmlns:a="http://schemas.openxmlformats.org/drawingml/2006/main">
            <a:pPr algn="ctr">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중 파일을 둘 위치 필요</a:t>
            </a:r>
          </a:p>
        </p:txBody>
      </p:sp>
      <p:cxnSp>
        <p:nvCxnSpPr>
          <p:cNvPr id="15" name="">
            <a:extLst xmlns:a="http://schemas.openxmlformats.org/drawingml/2006/main">
              <a:ext uri="{FF2B5EF4-FFF2-40B4-BE49-F238E27FC236}">
                <a16:creationId xmlns:a16="http://schemas.microsoft.com/office/drawing/2014/main" id="{0EA5490C-2CCE-4B6A-BAE7-F01F4B3DD181}"/>
              </a:ext>
            </a:extLst>
          </p:cNvPr>
          <p:cNvCxnSpPr/>
          <p:nvPr/>
        </p:nvCxnSpPr>
        <p:spPr>
          <a:xfrm xmlns:a="http://schemas.openxmlformats.org/drawingml/2006/main">
            <a:off x="7858125" y="3448050"/>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6" name="">
            <a:extLst xmlns:a="http://schemas.openxmlformats.org/drawingml/2006/main">
              <a:ext uri="{FF2B5EF4-FFF2-40B4-BE49-F238E27FC236}">
                <a16:creationId xmlns:a16="http://schemas.microsoft.com/office/drawing/2014/main" id="{0712CF93-5DE6-4FE9-9D16-23A55A88843D}"/>
              </a:ext>
            </a:extLst>
          </p:cNvPr>
          <p:cNvSpPr>
            <a:spLocks xmlns:a="http://schemas.openxmlformats.org/drawingml/2006/main" noGrp="1"/>
          </p:cNvSpPr>
          <p:nvPr/>
        </p:nvSpPr>
        <p:spPr>
          <a:xfrm xmlns:a="http://schemas.openxmlformats.org/drawingml/2006/main">
            <a:off x="8229600" y="2905125"/>
            <a:ext cx="3352800" cy="1066800"/>
          </a:xfrm>
          <a:prstGeom xmlns:a="http://schemas.openxmlformats.org/drawingml/2006/main" prst="rect">
            <a:avLst/>
          </a:prstGeom>
          <a:solidFill xmlns:a="http://schemas.openxmlformats.org/drawingml/2006/main">
            <a:srgbClr val="FAEAC9"/>
          </a:solidFill>
          <a:ln xmlns:a="http://schemas.openxmlformats.org/drawingml/2006/main" w="9525">
            <a:solidFill>
              <a:srgbClr val="C7D0DA"/>
            </a:solidFill>
            <a:prstDash val="solid"/>
          </a:ln>
        </p:spPr>
      </p:sp>
      <p:sp>
        <p:nvSpPr>
          <p:cNvPr id="17" name="생성 불가">
            <a:extLst xmlns:a="http://schemas.openxmlformats.org/drawingml/2006/main">
              <a:ext uri="{FF2B5EF4-FFF2-40B4-BE49-F238E27FC236}">
                <a16:creationId xmlns:a16="http://schemas.microsoft.com/office/drawing/2014/main" id="{DB05AE94-8441-4C7B-B9C5-56AB32BFCB40}"/>
              </a:ext>
            </a:extLst>
          </p:cNvPr>
          <p:cNvSpPr>
            <a:spLocks xmlns:a="http://schemas.openxmlformats.org/drawingml/2006/main" noGrp="1"/>
          </p:cNvSpPr>
          <p:nvPr/>
        </p:nvSpPr>
        <p:spPr>
          <a:xfrm xmlns:a="http://schemas.openxmlformats.org/drawingml/2006/main">
            <a:off x="8382000" y="3143250"/>
            <a:ext cx="30480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805400"/>
                </a:solidFill>
                <a:latin typeface="Malgun Gothic"/>
                <a:ea typeface="Malgun Gothic"/>
                <a:cs typeface="Malgun Gothic"/>
              </a:defRPr>
            </a:defPPr>
            <a:lvl1pPr algn="ctr">
              <a:defRPr sz="2250" b="1">
                <a:solidFill>
                  <a:srgbClr val="805400"/>
                </a:solidFill>
                <a:latin typeface="Malgun Gothic"/>
                <a:ea typeface="Malgun Gothic"/>
                <a:cs typeface="Malgun Gothic"/>
              </a:defRPr>
            </a:lvl1pPr>
            <a:lvl2pPr algn="ctr">
              <a:defRPr sz="2250" b="1">
                <a:solidFill>
                  <a:srgbClr val="805400"/>
                </a:solidFill>
                <a:latin typeface="Malgun Gothic"/>
                <a:ea typeface="Malgun Gothic"/>
                <a:cs typeface="Malgun Gothic"/>
              </a:defRPr>
            </a:lvl2pPr>
            <a:lvl3pPr algn="ctr">
              <a:defRPr sz="2250" b="1">
                <a:solidFill>
                  <a:srgbClr val="805400"/>
                </a:solidFill>
                <a:latin typeface="Malgun Gothic"/>
                <a:ea typeface="Malgun Gothic"/>
                <a:cs typeface="Malgun Gothic"/>
              </a:defRPr>
            </a:lvl3pPr>
            <a:lvl4pPr algn="ctr">
              <a:defRPr sz="2250" b="1">
                <a:solidFill>
                  <a:srgbClr val="805400"/>
                </a:solidFill>
                <a:latin typeface="Malgun Gothic"/>
                <a:ea typeface="Malgun Gothic"/>
                <a:cs typeface="Malgun Gothic"/>
              </a:defRPr>
            </a:lvl4pPr>
            <a:lvl5pPr algn="ctr">
              <a:defRPr sz="2250" b="1">
                <a:solidFill>
                  <a:srgbClr val="805400"/>
                </a:solidFill>
                <a:latin typeface="Malgun Gothic"/>
                <a:ea typeface="Malgun Gothic"/>
                <a:cs typeface="Malgun Gothic"/>
              </a:defRPr>
            </a:lvl5pPr>
            <a:lvl6pPr algn="ctr">
              <a:defRPr sz="2250" b="1">
                <a:solidFill>
                  <a:srgbClr val="805400"/>
                </a:solidFill>
                <a:latin typeface="Malgun Gothic"/>
                <a:ea typeface="Malgun Gothic"/>
                <a:cs typeface="Malgun Gothic"/>
              </a:defRPr>
            </a:lvl6pPr>
            <a:lvl7pPr algn="ctr">
              <a:defRPr sz="2250" b="1">
                <a:solidFill>
                  <a:srgbClr val="805400"/>
                </a:solidFill>
                <a:latin typeface="Malgun Gothic"/>
                <a:ea typeface="Malgun Gothic"/>
                <a:cs typeface="Malgun Gothic"/>
              </a:defRPr>
            </a:lvl7pPr>
            <a:lvl8pPr algn="ctr">
              <a:defRPr sz="2250" b="1">
                <a:solidFill>
                  <a:srgbClr val="805400"/>
                </a:solidFill>
                <a:latin typeface="Malgun Gothic"/>
                <a:ea typeface="Malgun Gothic"/>
                <a:cs typeface="Malgun Gothic"/>
              </a:defRPr>
            </a:lvl8pPr>
            <a:lvl9pPr algn="ctr">
              <a:defRPr sz="2250" b="1">
                <a:solidFill>
                  <a:srgbClr val="805400"/>
                </a:solidFill>
                <a:latin typeface="Malgun Gothic"/>
                <a:ea typeface="Malgun Gothic"/>
                <a:cs typeface="Malgun Gothic"/>
              </a:defRPr>
            </a:lvl9pPr>
          </a:lstStyle>
          <a:p xmlns:a="http://schemas.openxmlformats.org/drawingml/2006/main">
            <a:pPr algn="ctr">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생성 불가</a:t>
            </a:r>
          </a:p>
        </p:txBody>
      </p:sp>
      <p:sp>
        <p:nvSpPr>
          <p:cNvPr id="18" name="읽기 전용 실행 권한">
            <a:extLst xmlns:a="http://schemas.openxmlformats.org/drawingml/2006/main">
              <a:ext uri="{FF2B5EF4-FFF2-40B4-BE49-F238E27FC236}">
                <a16:creationId xmlns:a16="http://schemas.microsoft.com/office/drawing/2014/main" id="{2ADAA36C-49DC-4726-B4E8-97FEE7F4D251}"/>
              </a:ext>
            </a:extLst>
          </p:cNvPr>
          <p:cNvSpPr>
            <a:spLocks xmlns:a="http://schemas.openxmlformats.org/drawingml/2006/main" noGrp="1"/>
          </p:cNvSpPr>
          <p:nvPr/>
        </p:nvSpPr>
        <p:spPr>
          <a:xfrm xmlns:a="http://schemas.openxmlformats.org/drawingml/2006/main">
            <a:off x="8229600" y="4257675"/>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 전용 실행 권한</a:t>
            </a:r>
          </a:p>
        </p:txBody>
      </p:sp>
      <p:sp>
        <p:nvSpPr>
          <p:cNvPr id="19" name="원인은 구분했다. 권한 제한을 해결한 것은 아니다">
            <a:extLst xmlns:a="http://schemas.openxmlformats.org/drawingml/2006/main">
              <a:ext uri="{FF2B5EF4-FFF2-40B4-BE49-F238E27FC236}">
                <a16:creationId xmlns:a16="http://schemas.microsoft.com/office/drawing/2014/main" id="{2515EF7F-F455-490F-8CF6-CD5129B92B08}"/>
              </a:ext>
            </a:extLst>
          </p:cNvPr>
          <p:cNvSpPr>
            <a:spLocks xmlns:a="http://schemas.openxmlformats.org/drawingml/2006/main" noGrp="1"/>
          </p:cNvSpPr>
          <p:nvPr/>
        </p:nvSpPr>
        <p:spPr>
          <a:xfrm xmlns:a="http://schemas.openxmlformats.org/drawingml/2006/main">
            <a:off x="609600" y="521970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원인은 구분했다. 권한 제한을 해결한 것은 아니다</a:t>
            </a:r>
          </a:p>
        </p:txBody>
      </p:sp>
      <p:sp>
        <p:nvSpPr>
          <p:cNvPr id="20" name="Legacy module connection">
            <a:extLst xmlns:a="http://schemas.openxmlformats.org/drawingml/2006/main">
              <a:ext uri="{FF2B5EF4-FFF2-40B4-BE49-F238E27FC236}">
                <a16:creationId xmlns:a16="http://schemas.microsoft.com/office/drawing/2014/main" id="{184512D4-531F-45C4-BB14-68505FCFE33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395602421"/>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0 · 조사에 필요한 Context">
            <a:extLst xmlns:a="http://schemas.openxmlformats.org/drawingml/2006/main">
              <a:ext uri="{FF2B5EF4-FFF2-40B4-BE49-F238E27FC236}">
                <a16:creationId xmlns:a16="http://schemas.microsoft.com/office/drawing/2014/main" id="{116B78CA-2596-490B-A64B-DA032090680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조사에 필요한 Context</a:t>
            </a:r>
          </a:p>
        </p:txBody>
      </p:sp>
      <p:sp>
        <p:nvSpPr>
          <p:cNvPr id="2" name="S08">
            <a:extLst xmlns:a="http://schemas.openxmlformats.org/drawingml/2006/main">
              <a:ext uri="{FF2B5EF4-FFF2-40B4-BE49-F238E27FC236}">
                <a16:creationId xmlns:a16="http://schemas.microsoft.com/office/drawing/2014/main" id="{D4F63229-4322-4833-8E7A-6D4CD37974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S08</a:t>
            </a:r>
          </a:p>
        </p:txBody>
      </p:sp>
      <p:sp>
        <p:nvSpPr>
          <p:cNvPr id="3" name="원인 판단에는 코드와 실행 환경 정보가 필요했다">
            <a:extLst xmlns:a="http://schemas.openxmlformats.org/drawingml/2006/main">
              <a:ext uri="{FF2B5EF4-FFF2-40B4-BE49-F238E27FC236}">
                <a16:creationId xmlns:a16="http://schemas.microsoft.com/office/drawing/2014/main" id="{BF270066-A48B-4EA8-804C-EE582BFF0B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 판단에는 코드와 실행 환경 정보가 필요했다</a:t>
            </a:r>
          </a:p>
        </p:txBody>
      </p:sp>
      <p:sp>
        <p:nvSpPr>
          <p:cNvPr id="4" name="">
            <a:extLst xmlns:a="http://schemas.openxmlformats.org/drawingml/2006/main">
              <a:ext uri="{FF2B5EF4-FFF2-40B4-BE49-F238E27FC236}">
                <a16:creationId xmlns:a16="http://schemas.microsoft.com/office/drawing/2014/main" id="{FE689F88-0231-46BC-8D9A-F6A988D571F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TRIAL-001에서 살펴본 정보를 묶은 교육용 도식">
            <a:extLst xmlns:a="http://schemas.openxmlformats.org/drawingml/2006/main">
              <a:ext uri="{FF2B5EF4-FFF2-40B4-BE49-F238E27FC236}">
                <a16:creationId xmlns:a16="http://schemas.microsoft.com/office/drawing/2014/main" id="{DEC8C5F0-4ED8-4696-9BE7-39367E7A506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TRIAL-001에서 살펴본 정보를 묶은 교육용 도식</a:t>
            </a:r>
          </a:p>
        </p:txBody>
      </p:sp>
      <p:sp>
        <p:nvSpPr>
          <p:cNvPr id="6" name="파일은 Repository에서, 실행 조건은 도구·권한에서 확인 · Repository 접근이 권한을 늘리지">
            <a:extLst xmlns:a="http://schemas.openxmlformats.org/drawingml/2006/main">
              <a:ext uri="{FF2B5EF4-FFF2-40B4-BE49-F238E27FC236}">
                <a16:creationId xmlns:a16="http://schemas.microsoft.com/office/drawing/2014/main" id="{7660E259-4DC1-4020-8DBA-55155BB6078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파일은 Repository에서, 실행 조건은 도구·권한에서 확인 · Repository 접근이 권한을 늘리지는 않음</a:t>
            </a:r>
          </a:p>
        </p:txBody>
      </p:sp>
      <p:sp>
        <p:nvSpPr>
          <p:cNvPr id="7" name="앞선 두 문제를 판단할 때, 무엇을 살펴봤을까?">
            <a:extLst xmlns:a="http://schemas.openxmlformats.org/drawingml/2006/main">
              <a:ext uri="{FF2B5EF4-FFF2-40B4-BE49-F238E27FC236}">
                <a16:creationId xmlns:a16="http://schemas.microsoft.com/office/drawing/2014/main" id="{C83D1895-E6D4-466E-BC4F-565C317A368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앞선 두 문제를 판단할 때, 무엇을 살펴봤을까?</a:t>
            </a:r>
          </a:p>
        </p:txBody>
      </p:sp>
      <p:sp>
        <p:nvSpPr>
          <p:cNvPr id="8" name="Repository의 자료">
            <a:extLst xmlns:a="http://schemas.openxmlformats.org/drawingml/2006/main">
              <a:ext uri="{FF2B5EF4-FFF2-40B4-BE49-F238E27FC236}">
                <a16:creationId xmlns:a16="http://schemas.microsoft.com/office/drawing/2014/main" id="{D1941F25-144E-4C06-99D9-06A45017F56A}"/>
              </a:ext>
            </a:extLst>
          </p:cNvPr>
          <p:cNvSpPr>
            <a:spLocks xmlns:a="http://schemas.openxmlformats.org/drawingml/2006/main" noGrp="1"/>
          </p:cNvSpPr>
          <p:nvPr/>
        </p:nvSpPr>
        <p:spPr>
          <a:xfrm xmlns:a="http://schemas.openxmlformats.org/drawingml/2006/main">
            <a:off x="6096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Repository의 자료</a:t>
            </a:r>
          </a:p>
        </p:txBody>
      </p:sp>
      <p:sp>
        <p:nvSpPr>
          <p:cNvPr id="9" name="실행 환경의 자료">
            <a:extLst xmlns:a="http://schemas.openxmlformats.org/drawingml/2006/main">
              <a:ext uri="{FF2B5EF4-FFF2-40B4-BE49-F238E27FC236}">
                <a16:creationId xmlns:a16="http://schemas.microsoft.com/office/drawing/2014/main" id="{ECD26DB3-E935-4A9A-ACFC-5B74F29E4C66}"/>
              </a:ext>
            </a:extLst>
          </p:cNvPr>
          <p:cNvSpPr>
            <a:spLocks xmlns:a="http://schemas.openxmlformats.org/drawingml/2006/main" noGrp="1"/>
          </p:cNvSpPr>
          <p:nvPr/>
        </p:nvSpPr>
        <p:spPr>
          <a:xfrm xmlns:a="http://schemas.openxmlformats.org/drawingml/2006/main">
            <a:off x="6819900" y="2657475"/>
            <a:ext cx="4762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실행 환경의 자료</a:t>
            </a:r>
          </a:p>
        </p:txBody>
      </p:sp>
      <p:sp>
        <p:nvSpPr>
          <p:cNvPr id="10" name="">
            <a:extLst xmlns:a="http://schemas.openxmlformats.org/drawingml/2006/main">
              <a:ext uri="{FF2B5EF4-FFF2-40B4-BE49-F238E27FC236}">
                <a16:creationId xmlns:a16="http://schemas.microsoft.com/office/drawing/2014/main" id="{CC73C7EC-CA00-443F-9301-EE50D539DA57}"/>
              </a:ext>
            </a:extLst>
          </p:cNvPr>
          <p:cNvSpPr>
            <a:spLocks xmlns:a="http://schemas.openxmlformats.org/drawingml/2006/main" noGrp="1"/>
          </p:cNvSpPr>
          <p:nvPr/>
        </p:nvSpPr>
        <p:spPr>
          <a:xfrm xmlns:a="http://schemas.openxmlformats.org/drawingml/2006/main">
            <a:off x="6096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BC7717E4-DF7C-4F8C-8E61-C86B212B436D}"/>
              </a:ext>
            </a:extLst>
          </p:cNvPr>
          <p:cNvSpPr>
            <a:spLocks xmlns:a="http://schemas.openxmlformats.org/drawingml/2006/main" noGrp="1"/>
          </p:cNvSpPr>
          <p:nvPr/>
        </p:nvSpPr>
        <p:spPr>
          <a:xfrm xmlns:a="http://schemas.openxmlformats.org/drawingml/2006/main">
            <a:off x="6667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sp>
        <p:nvSpPr>
          <p:cNvPr id="12" name="">
            <a:extLst xmlns:a="http://schemas.openxmlformats.org/drawingml/2006/main">
              <a:ext uri="{FF2B5EF4-FFF2-40B4-BE49-F238E27FC236}">
                <a16:creationId xmlns:a16="http://schemas.microsoft.com/office/drawing/2014/main" id="{E6C6E6F1-8957-444D-A308-0CB20385AC1A}"/>
              </a:ext>
            </a:extLst>
          </p:cNvPr>
          <p:cNvSpPr>
            <a:spLocks xmlns:a="http://schemas.openxmlformats.org/drawingml/2006/main" noGrp="1"/>
          </p:cNvSpPr>
          <p:nvPr/>
        </p:nvSpPr>
        <p:spPr>
          <a:xfrm xmlns:a="http://schemas.openxmlformats.org/drawingml/2006/main">
            <a:off x="226695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Crop 명세">
            <a:extLst xmlns:a="http://schemas.openxmlformats.org/drawingml/2006/main">
              <a:ext uri="{FF2B5EF4-FFF2-40B4-BE49-F238E27FC236}">
                <a16:creationId xmlns:a16="http://schemas.microsoft.com/office/drawing/2014/main" id="{EE60F77C-1206-4617-BBAE-4C8FBF991A72}"/>
              </a:ext>
            </a:extLst>
          </p:cNvPr>
          <p:cNvSpPr>
            <a:spLocks xmlns:a="http://schemas.openxmlformats.org/drawingml/2006/main" noGrp="1"/>
          </p:cNvSpPr>
          <p:nvPr/>
        </p:nvSpPr>
        <p:spPr>
          <a:xfrm xmlns:a="http://schemas.openxmlformats.org/drawingml/2006/main">
            <a:off x="232410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sp>
        <p:nvSpPr>
          <p:cNvPr id="14" name="">
            <a:extLst xmlns:a="http://schemas.openxmlformats.org/drawingml/2006/main">
              <a:ext uri="{FF2B5EF4-FFF2-40B4-BE49-F238E27FC236}">
                <a16:creationId xmlns:a16="http://schemas.microsoft.com/office/drawing/2014/main" id="{C43C1D55-8160-4378-8D90-90F9EABF5A84}"/>
              </a:ext>
            </a:extLst>
          </p:cNvPr>
          <p:cNvSpPr>
            <a:spLocks xmlns:a="http://schemas.openxmlformats.org/drawingml/2006/main" noGrp="1"/>
          </p:cNvSpPr>
          <p:nvPr/>
        </p:nvSpPr>
        <p:spPr>
          <a:xfrm xmlns:a="http://schemas.openxmlformats.org/drawingml/2006/main">
            <a:off x="3924300" y="3438525"/>
            <a:ext cx="1447800" cy="790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구현·호출">
            <a:extLst xmlns:a="http://schemas.openxmlformats.org/drawingml/2006/main">
              <a:ext uri="{FF2B5EF4-FFF2-40B4-BE49-F238E27FC236}">
                <a16:creationId xmlns:a16="http://schemas.microsoft.com/office/drawing/2014/main" id="{86BF1527-B819-41EF-BEC8-0661756C58D5}"/>
              </a:ext>
            </a:extLst>
          </p:cNvPr>
          <p:cNvSpPr>
            <a:spLocks xmlns:a="http://schemas.openxmlformats.org/drawingml/2006/main" noGrp="1"/>
          </p:cNvSpPr>
          <p:nvPr/>
        </p:nvSpPr>
        <p:spPr>
          <a:xfrm xmlns:a="http://schemas.openxmlformats.org/drawingml/2006/main">
            <a:off x="3981450" y="3619500"/>
            <a:ext cx="133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a:t>
            </a:r>
          </a:p>
        </p:txBody>
      </p:sp>
      <p:sp>
        <p:nvSpPr>
          <p:cNvPr id="16" name="">
            <a:extLst xmlns:a="http://schemas.openxmlformats.org/drawingml/2006/main">
              <a:ext uri="{FF2B5EF4-FFF2-40B4-BE49-F238E27FC236}">
                <a16:creationId xmlns:a16="http://schemas.microsoft.com/office/drawing/2014/main" id="{A585E761-FD67-4053-8270-CB79BD73B5CB}"/>
              </a:ext>
            </a:extLst>
          </p:cNvPr>
          <p:cNvSpPr>
            <a:spLocks xmlns:a="http://schemas.openxmlformats.org/drawingml/2006/main" noGrp="1"/>
          </p:cNvSpPr>
          <p:nvPr/>
        </p:nvSpPr>
        <p:spPr>
          <a:xfrm xmlns:a="http://schemas.openxmlformats.org/drawingml/2006/main">
            <a:off x="6819900"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7" name="실행 로그">
            <a:extLst xmlns:a="http://schemas.openxmlformats.org/drawingml/2006/main">
              <a:ext uri="{FF2B5EF4-FFF2-40B4-BE49-F238E27FC236}">
                <a16:creationId xmlns:a16="http://schemas.microsoft.com/office/drawing/2014/main" id="{1888061E-6697-4334-BFE4-0FD100799BC1}"/>
              </a:ext>
            </a:extLst>
          </p:cNvPr>
          <p:cNvSpPr>
            <a:spLocks xmlns:a="http://schemas.openxmlformats.org/drawingml/2006/main" noGrp="1"/>
          </p:cNvSpPr>
          <p:nvPr/>
        </p:nvSpPr>
        <p:spPr>
          <a:xfrm xmlns:a="http://schemas.openxmlformats.org/drawingml/2006/main">
            <a:off x="6934200"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sp>
        <p:nvSpPr>
          <p:cNvPr id="18" name="">
            <a:extLst xmlns:a="http://schemas.openxmlformats.org/drawingml/2006/main">
              <a:ext uri="{FF2B5EF4-FFF2-40B4-BE49-F238E27FC236}">
                <a16:creationId xmlns:a16="http://schemas.microsoft.com/office/drawing/2014/main" id="{46C42C3A-012E-4820-A346-4B1802E36D14}"/>
              </a:ext>
            </a:extLst>
          </p:cNvPr>
          <p:cNvSpPr>
            <a:spLocks xmlns:a="http://schemas.openxmlformats.org/drawingml/2006/main" noGrp="1"/>
          </p:cNvSpPr>
          <p:nvPr/>
        </p:nvSpPr>
        <p:spPr>
          <a:xfrm xmlns:a="http://schemas.openxmlformats.org/drawingml/2006/main">
            <a:off x="9305925" y="3438525"/>
            <a:ext cx="2276475" cy="79057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9" name="읽기·쓰기 권한">
            <a:extLst xmlns:a="http://schemas.openxmlformats.org/drawingml/2006/main">
              <a:ext uri="{FF2B5EF4-FFF2-40B4-BE49-F238E27FC236}">
                <a16:creationId xmlns:a16="http://schemas.microsoft.com/office/drawing/2014/main" id="{87689D47-115C-4EBA-BEE2-2DD5993D7C69}"/>
              </a:ext>
            </a:extLst>
          </p:cNvPr>
          <p:cNvSpPr>
            <a:spLocks xmlns:a="http://schemas.openxmlformats.org/drawingml/2006/main" noGrp="1"/>
          </p:cNvSpPr>
          <p:nvPr/>
        </p:nvSpPr>
        <p:spPr>
          <a:xfrm xmlns:a="http://schemas.openxmlformats.org/drawingml/2006/main">
            <a:off x="9420225" y="3619500"/>
            <a:ext cx="20478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805400"/>
                </a:solidFill>
                <a:latin typeface="Malgun Gothic"/>
                <a:ea typeface="Malgun Gothic"/>
                <a:cs typeface="Malgun Gothic"/>
              </a:defRPr>
            </a:defPPr>
            <a:lvl1pPr algn="ctr">
              <a:defRPr sz="1875" b="1">
                <a:solidFill>
                  <a:srgbClr val="805400"/>
                </a:solidFill>
                <a:latin typeface="Malgun Gothic"/>
                <a:ea typeface="Malgun Gothic"/>
                <a:cs typeface="Malgun Gothic"/>
              </a:defRPr>
            </a:lvl1pPr>
            <a:lvl2pPr algn="ctr">
              <a:defRPr sz="1875" b="1">
                <a:solidFill>
                  <a:srgbClr val="805400"/>
                </a:solidFill>
                <a:latin typeface="Malgun Gothic"/>
                <a:ea typeface="Malgun Gothic"/>
                <a:cs typeface="Malgun Gothic"/>
              </a:defRPr>
            </a:lvl2pPr>
            <a:lvl3pPr algn="ctr">
              <a:defRPr sz="1875" b="1">
                <a:solidFill>
                  <a:srgbClr val="805400"/>
                </a:solidFill>
                <a:latin typeface="Malgun Gothic"/>
                <a:ea typeface="Malgun Gothic"/>
                <a:cs typeface="Malgun Gothic"/>
              </a:defRPr>
            </a:lvl3pPr>
            <a:lvl4pPr algn="ctr">
              <a:defRPr sz="1875" b="1">
                <a:solidFill>
                  <a:srgbClr val="805400"/>
                </a:solidFill>
                <a:latin typeface="Malgun Gothic"/>
                <a:ea typeface="Malgun Gothic"/>
                <a:cs typeface="Malgun Gothic"/>
              </a:defRPr>
            </a:lvl4pPr>
            <a:lvl5pPr algn="ctr">
              <a:defRPr sz="1875" b="1">
                <a:solidFill>
                  <a:srgbClr val="805400"/>
                </a:solidFill>
                <a:latin typeface="Malgun Gothic"/>
                <a:ea typeface="Malgun Gothic"/>
                <a:cs typeface="Malgun Gothic"/>
              </a:defRPr>
            </a:lvl5pPr>
            <a:lvl6pPr algn="ctr">
              <a:defRPr sz="1875" b="1">
                <a:solidFill>
                  <a:srgbClr val="805400"/>
                </a:solidFill>
                <a:latin typeface="Malgun Gothic"/>
                <a:ea typeface="Malgun Gothic"/>
                <a:cs typeface="Malgun Gothic"/>
              </a:defRPr>
            </a:lvl6pPr>
            <a:lvl7pPr algn="ctr">
              <a:defRPr sz="1875" b="1">
                <a:solidFill>
                  <a:srgbClr val="805400"/>
                </a:solidFill>
                <a:latin typeface="Malgun Gothic"/>
                <a:ea typeface="Malgun Gothic"/>
                <a:cs typeface="Malgun Gothic"/>
              </a:defRPr>
            </a:lvl7pPr>
            <a:lvl8pPr algn="ctr">
              <a:defRPr sz="1875" b="1">
                <a:solidFill>
                  <a:srgbClr val="805400"/>
                </a:solidFill>
                <a:latin typeface="Malgun Gothic"/>
                <a:ea typeface="Malgun Gothic"/>
                <a:cs typeface="Malgun Gothic"/>
              </a:defRPr>
            </a:lvl8pPr>
            <a:lvl9pPr algn="ctr">
              <a:defRPr sz="1875" b="1">
                <a:solidFill>
                  <a:srgbClr val="805400"/>
                </a:solidFill>
                <a:latin typeface="Malgun Gothic"/>
                <a:ea typeface="Malgun Gothic"/>
                <a:cs typeface="Malgun Gothic"/>
              </a:defRPr>
            </a:lvl9pPr>
          </a:lstStyle>
          <a:p xmlns:a="http://schemas.openxmlformats.org/drawingml/2006/main">
            <a:pPr algn="ctr">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0" name="">
            <a:extLst xmlns:a="http://schemas.openxmlformats.org/drawingml/2006/main">
              <a:ext uri="{FF2B5EF4-FFF2-40B4-BE49-F238E27FC236}">
                <a16:creationId xmlns:a16="http://schemas.microsoft.com/office/drawing/2014/main" id="{ECE9AEB3-3191-4B06-A44E-4537422524B9}"/>
              </a:ext>
            </a:extLst>
          </p:cNvPr>
          <p:cNvCxnSpPr/>
          <p:nvPr/>
        </p:nvCxnSpPr>
        <p:spPr>
          <a:xfrm xmlns:a="http://schemas.openxmlformats.org/drawingml/2006/main">
            <a:off x="29908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1" name="">
            <a:extLst xmlns:a="http://schemas.openxmlformats.org/drawingml/2006/main">
              <a:ext uri="{FF2B5EF4-FFF2-40B4-BE49-F238E27FC236}">
                <a16:creationId xmlns:a16="http://schemas.microsoft.com/office/drawing/2014/main" id="{2E13C9A9-431B-44FC-9C05-3F1E151A1FFE}"/>
              </a:ext>
            </a:extLst>
          </p:cNvPr>
          <p:cNvCxnSpPr/>
          <p:nvPr/>
        </p:nvCxnSpPr>
        <p:spPr>
          <a:xfrm xmlns:a="http://schemas.openxmlformats.org/drawingml/2006/main">
            <a:off x="9201150" y="4371975"/>
            <a:ext cx="0" cy="409575"/>
          </a:xfrm>
          <a:prstGeom xmlns:a="http://schemas.openxmlformats.org/drawingml/2006/main" prst="straightConnector1">
            <a:avLst/>
          </a:prstGeom>
          <a:ln xmlns:a="http://schemas.openxmlformats.org/drawingml/2006/main" w="23813">
            <a:solidFill>
              <a:srgbClr val="0B6172"/>
            </a:solidFill>
          </a:ln>
        </p:spPr>
      </p:cxnSp>
      <p:cxnSp>
        <p:nvCxnSpPr>
          <p:cNvPr id="22" name="">
            <a:extLst xmlns:a="http://schemas.openxmlformats.org/drawingml/2006/main">
              <a:ext uri="{FF2B5EF4-FFF2-40B4-BE49-F238E27FC236}">
                <a16:creationId xmlns:a16="http://schemas.microsoft.com/office/drawing/2014/main" id="{56EB21CA-CB62-4A95-BFE8-1F6AA104F5F9}"/>
              </a:ext>
            </a:extLst>
          </p:cNvPr>
          <p:cNvCxnSpPr/>
          <p:nvPr/>
        </p:nvCxnSpPr>
        <p:spPr>
          <a:xfrm xmlns:a="http://schemas.openxmlformats.org/drawingml/2006/main">
            <a:off x="2990850" y="4781550"/>
            <a:ext cx="6210300" cy="0"/>
          </a:xfrm>
          <a:prstGeom xmlns:a="http://schemas.openxmlformats.org/drawingml/2006/main" prst="straightConnector1">
            <a:avLst/>
          </a:prstGeom>
          <a:ln xmlns:a="http://schemas.openxmlformats.org/drawingml/2006/main" w="23813">
            <a:solidFill>
              <a:srgbClr val="0B6172"/>
            </a:solidFill>
          </a:ln>
        </p:spPr>
      </p:cxnSp>
      <p:cxnSp>
        <p:nvCxnSpPr>
          <p:cNvPr id="23" name="">
            <a:extLst xmlns:a="http://schemas.openxmlformats.org/drawingml/2006/main">
              <a:ext uri="{FF2B5EF4-FFF2-40B4-BE49-F238E27FC236}">
                <a16:creationId xmlns:a16="http://schemas.microsoft.com/office/drawing/2014/main" id="{52B2B798-1D73-405E-BDCB-E7EA8251029D}"/>
              </a:ext>
            </a:extLst>
          </p:cNvPr>
          <p:cNvCxnSpPr/>
          <p:nvPr/>
        </p:nvCxnSpPr>
        <p:spPr>
          <a:xfrm xmlns:a="http://schemas.openxmlformats.org/drawingml/2006/main">
            <a:off x="6096000" y="4781550"/>
            <a:ext cx="0" cy="2952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원인을 판단하는 데 쓰는 정보, Context">
            <a:extLst xmlns:a="http://schemas.openxmlformats.org/drawingml/2006/main">
              <a:ext uri="{FF2B5EF4-FFF2-40B4-BE49-F238E27FC236}">
                <a16:creationId xmlns:a16="http://schemas.microsoft.com/office/drawing/2014/main" id="{FF4A116A-2E06-4BEC-97CD-20928DCACDB3}"/>
              </a:ext>
            </a:extLst>
          </p:cNvPr>
          <p:cNvSpPr>
            <a:spLocks xmlns:a="http://schemas.openxmlformats.org/drawingml/2006/main" noGrp="1"/>
          </p:cNvSpPr>
          <p:nvPr/>
        </p:nvSpPr>
        <p:spPr>
          <a:xfrm xmlns:a="http://schemas.openxmlformats.org/drawingml/2006/main">
            <a:off x="609600" y="5238750"/>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625" b="1">
                <a:solidFill>
                  <a:srgbClr val="0B6172"/>
                </a:solidFill>
                <a:latin typeface="Malgun Gothic"/>
                <a:ea typeface="Malgun Gothic"/>
                <a:cs typeface="Malgun Gothic"/>
              </a:defRPr>
            </a:defPPr>
            <a:lvl1pPr algn="ctr">
              <a:defRPr sz="2625" b="1">
                <a:solidFill>
                  <a:srgbClr val="0B6172"/>
                </a:solidFill>
                <a:latin typeface="Malgun Gothic"/>
                <a:ea typeface="Malgun Gothic"/>
                <a:cs typeface="Malgun Gothic"/>
              </a:defRPr>
            </a:lvl1pPr>
            <a:lvl2pPr algn="ctr">
              <a:defRPr sz="2625" b="1">
                <a:solidFill>
                  <a:srgbClr val="0B6172"/>
                </a:solidFill>
                <a:latin typeface="Malgun Gothic"/>
                <a:ea typeface="Malgun Gothic"/>
                <a:cs typeface="Malgun Gothic"/>
              </a:defRPr>
            </a:lvl2pPr>
            <a:lvl3pPr algn="ctr">
              <a:defRPr sz="2625" b="1">
                <a:solidFill>
                  <a:srgbClr val="0B6172"/>
                </a:solidFill>
                <a:latin typeface="Malgun Gothic"/>
                <a:ea typeface="Malgun Gothic"/>
                <a:cs typeface="Malgun Gothic"/>
              </a:defRPr>
            </a:lvl3pPr>
            <a:lvl4pPr algn="ctr">
              <a:defRPr sz="2625" b="1">
                <a:solidFill>
                  <a:srgbClr val="0B6172"/>
                </a:solidFill>
                <a:latin typeface="Malgun Gothic"/>
                <a:ea typeface="Malgun Gothic"/>
                <a:cs typeface="Malgun Gothic"/>
              </a:defRPr>
            </a:lvl4pPr>
            <a:lvl5pPr algn="ctr">
              <a:defRPr sz="2625" b="1">
                <a:solidFill>
                  <a:srgbClr val="0B6172"/>
                </a:solidFill>
                <a:latin typeface="Malgun Gothic"/>
                <a:ea typeface="Malgun Gothic"/>
                <a:cs typeface="Malgun Gothic"/>
              </a:defRPr>
            </a:lvl5pPr>
            <a:lvl6pPr algn="ctr">
              <a:defRPr sz="2625" b="1">
                <a:solidFill>
                  <a:srgbClr val="0B6172"/>
                </a:solidFill>
                <a:latin typeface="Malgun Gothic"/>
                <a:ea typeface="Malgun Gothic"/>
                <a:cs typeface="Malgun Gothic"/>
              </a:defRPr>
            </a:lvl6pPr>
            <a:lvl7pPr algn="ctr">
              <a:defRPr sz="2625" b="1">
                <a:solidFill>
                  <a:srgbClr val="0B6172"/>
                </a:solidFill>
                <a:latin typeface="Malgun Gothic"/>
                <a:ea typeface="Malgun Gothic"/>
                <a:cs typeface="Malgun Gothic"/>
              </a:defRPr>
            </a:lvl7pPr>
            <a:lvl8pPr algn="ctr">
              <a:defRPr sz="2625" b="1">
                <a:solidFill>
                  <a:srgbClr val="0B6172"/>
                </a:solidFill>
                <a:latin typeface="Malgun Gothic"/>
                <a:ea typeface="Malgun Gothic"/>
                <a:cs typeface="Malgun Gothic"/>
              </a:defRPr>
            </a:lvl8pPr>
            <a:lvl9pPr algn="ctr">
              <a:defRPr sz="2625" b="1">
                <a:solidFill>
                  <a:srgbClr val="0B6172"/>
                </a:solidFill>
                <a:latin typeface="Malgun Gothic"/>
                <a:ea typeface="Malgun Gothic"/>
                <a:cs typeface="Malgun Gothic"/>
              </a:defRPr>
            </a:lvl9pPr>
          </a:lstStyle>
          <a:p xmlns:a="http://schemas.openxmlformats.org/drawingml/2006/main">
            <a:pPr algn="ctr">
              <a:defRPr sz="2625" b="1">
                <a:solidFill>
                  <a:srgbClr val="0B6172"/>
                </a:solidFill>
                <a:latin typeface="Malgun Gothic"/>
                <a:ea typeface="Malgun Gothic"/>
                <a:cs typeface="Malgun Gothic"/>
              </a:defRPr>
            </a:pPr>
            <a:r>
              <a:rPr sz="2625" b="1">
                <a:solidFill>
                  <a:srgbClr val="0B6172"/>
                </a:solidFill>
                <a:latin typeface="Malgun Gothic"/>
                <a:ea typeface="Malgun Gothic"/>
                <a:cs typeface="Malgun Gothic"/>
              </a:rPr>
              <a:t>원인을 판단하는 데 쓰는 정보, Context</a:t>
            </a:r>
          </a:p>
        </p:txBody>
      </p:sp>
      <p:sp>
        <p:nvSpPr>
          <p:cNvPr id="25" name="Legacy module connection">
            <a:extLst xmlns:a="http://schemas.openxmlformats.org/drawingml/2006/main">
              <a:ext uri="{FF2B5EF4-FFF2-40B4-BE49-F238E27FC236}">
                <a16:creationId xmlns:a16="http://schemas.microsoft.com/office/drawing/2014/main" id="{D9AC4749-8574-4BB8-8A5D-CF998D8868E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4372837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사람의 자료 선택·전달">
            <a:extLst xmlns:a="http://schemas.openxmlformats.org/drawingml/2006/main">
              <a:ext uri="{FF2B5EF4-FFF2-40B4-BE49-F238E27FC236}">
                <a16:creationId xmlns:a16="http://schemas.microsoft.com/office/drawing/2014/main" id="{DFD49235-C119-439B-AED1-7BBA2FDB583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사람의 자료 선택·전달</a:t>
            </a:r>
          </a:p>
        </p:txBody>
      </p:sp>
      <p:sp>
        <p:nvSpPr>
          <p:cNvPr id="2" name="S09">
            <a:extLst xmlns:a="http://schemas.openxmlformats.org/drawingml/2006/main">
              <a:ext uri="{FF2B5EF4-FFF2-40B4-BE49-F238E27FC236}">
                <a16:creationId xmlns:a16="http://schemas.microsoft.com/office/drawing/2014/main" id="{E960AE39-AF0F-4A60-8077-FA29F93D0E4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S09</a:t>
            </a:r>
          </a:p>
        </p:txBody>
      </p:sp>
      <p:sp>
        <p:nvSpPr>
          <p:cNvPr id="3" name="Chatbot에 이 자료를 직접 전달한다면?">
            <a:extLst xmlns:a="http://schemas.openxmlformats.org/drawingml/2006/main">
              <a:ext uri="{FF2B5EF4-FFF2-40B4-BE49-F238E27FC236}">
                <a16:creationId xmlns:a16="http://schemas.microsoft.com/office/drawing/2014/main" id="{91BD4E36-48A1-415A-BE66-CA0EA837BF9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Chatbot에 이 자료를 직접 전달한다면?</a:t>
            </a:r>
          </a:p>
        </p:txBody>
      </p:sp>
      <p:sp>
        <p:nvSpPr>
          <p:cNvPr id="4" name="">
            <a:extLst xmlns:a="http://schemas.openxmlformats.org/drawingml/2006/main">
              <a:ext uri="{FF2B5EF4-FFF2-40B4-BE49-F238E27FC236}">
                <a16:creationId xmlns:a16="http://schemas.microsoft.com/office/drawing/2014/main" id="{08C7B42E-318D-426A-9C54-15AABE2F2C3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자료를 직접 선택·첨부하는 대화 방식의 가정">
            <a:extLst xmlns:a="http://schemas.openxmlformats.org/drawingml/2006/main">
              <a:ext uri="{FF2B5EF4-FFF2-40B4-BE49-F238E27FC236}">
                <a16:creationId xmlns:a16="http://schemas.microsoft.com/office/drawing/2014/main" id="{1AA048D4-E396-45E8-8957-9B1D6AD1DF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자료를 직접 선택·첨부하는 대화 방식의 가정</a:t>
            </a:r>
          </a:p>
        </p:txBody>
      </p:sp>
      <p:sp>
        <p:nvSpPr>
          <p:cNvPr id="6" name="실제 Chatbot 비교 실행 아님 · 자료 전달 방식의 차이이며 제품 능력·효율 우위를 입증하지 않음">
            <a:extLst xmlns:a="http://schemas.openxmlformats.org/drawingml/2006/main">
              <a:ext uri="{FF2B5EF4-FFF2-40B4-BE49-F238E27FC236}">
                <a16:creationId xmlns:a16="http://schemas.microsoft.com/office/drawing/2014/main" id="{93CE79C6-3742-433B-980F-683D4A3B1C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Chatbot 비교 실행 아님 · 자료 전달 방식의 차이이며 제품 능력·효율 우위를 입증하지 않음</a:t>
            </a:r>
          </a:p>
        </p:txBody>
      </p:sp>
      <p:sp>
        <p:nvSpPr>
          <p:cNvPr id="7" name="답을 받기 전, 사람이 관련 자료를 찾아 전달하는 방식">
            <a:extLst xmlns:a="http://schemas.openxmlformats.org/drawingml/2006/main">
              <a:ext uri="{FF2B5EF4-FFF2-40B4-BE49-F238E27FC236}">
                <a16:creationId xmlns:a16="http://schemas.microsoft.com/office/drawing/2014/main" id="{9249C565-173F-4F54-885C-49EBA68F2137}"/>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답을 받기 전, 사람이 관련 자료를 찾아 전달하는 방식</a:t>
            </a:r>
          </a:p>
        </p:txBody>
      </p:sp>
      <p:pic>
        <p:nvPicPr>
          <p:cNvPr id="8" name="">
            <a:extLst xmlns:a="http://schemas.openxmlformats.org/drawingml/2006/main">
              <a:ext uri="{FF2B5EF4-FFF2-40B4-BE49-F238E27FC236}">
                <a16:creationId xmlns:a16="http://schemas.microsoft.com/office/drawing/2014/main" id="{5FF9F97B-48C4-4C39-B250-C6D51654C658}"/>
              </a:ext>
            </a:extLst>
          </p:cNvPr>
          <p:cNvPicPr>
            <a:picLocks xmlns:a="http://schemas.openxmlformats.org/drawingml/2006/main" noChangeAspect="1"/>
          </p:cNvPicPr>
          <p:nvPr/>
        </p:nvPicPr>
        <p:blipFill>
          <a:blip xmlns:r="http://schemas.openxmlformats.org/officeDocument/2006/relationships" xmlns:a="http://schemas.openxmlformats.org/drawingml/2006/main" r:embed="R4666bb767a4d42d9"/>
          <a:srcRect xmlns:a="http://schemas.openxmlformats.org/drawingml/2006/main" l="1500" t="18000" r="510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FD09BAF5-7BFA-4F89-B8D6-49976D9620E5}"/>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34BB1D4F-9B20-4C80-B88E-93BA0ECBCC53}"/>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1687439-BECF-47E0-BBBD-8CE1D83FC931}"/>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3347C3E1-1C97-4216-BE75-E643F8F12348}"/>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2C6D804D-E813-4C73-BE0B-AA103E2FBB54}"/>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4AA87A6C-C857-45AF-B9F2-046B2A2EC97D}"/>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5F8C3CD3-27CA-40EF-884D-5AEE06BF1A5F}"/>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AE8C1374-2ED5-4898-BF9F-D1CA37A48B64}"/>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EDB92223-4011-4506-AB47-8F8F96CDD48C}"/>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008EE5A9-2850-4663-882F-CDFAA91C7B88}"/>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B245AB2C-9947-43F2-A1D5-3580E599AC18}"/>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85A95CF3-87BC-45A6-BF9B-E80C393B4185}"/>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773E9019-FE97-47B6-91D6-58351C171B46}"/>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163ADEFE-92E9-40A9-8001-2DB0146F2A93}"/>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863957F1-51DF-401A-8DE0-55EA7BDE544E}"/>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3F56A56C-DCD6-4BD6-B30B-32FE4EE022FB}"/>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11FB5ABA-A337-4574-AFA9-7883D50F3810}"/>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9F86CD82-79F8-4B8B-AE15-804422200483}"/>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8A4D32EC-7BFC-4C03-B2C9-5CA4222298AA}"/>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사람">
            <a:extLst xmlns:a="http://schemas.openxmlformats.org/drawingml/2006/main">
              <a:ext uri="{FF2B5EF4-FFF2-40B4-BE49-F238E27FC236}">
                <a16:creationId xmlns:a16="http://schemas.microsoft.com/office/drawing/2014/main" id="{63BF9A59-76AF-4AB9-9737-6FE29183E5D4}"/>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사람</a:t>
            </a:r>
          </a:p>
        </p:txBody>
      </p:sp>
      <p:sp>
        <p:nvSpPr>
          <p:cNvPr id="29" name="찾고 · 고르고 · 전달">
            <a:extLst xmlns:a="http://schemas.openxmlformats.org/drawingml/2006/main">
              <a:ext uri="{FF2B5EF4-FFF2-40B4-BE49-F238E27FC236}">
                <a16:creationId xmlns:a16="http://schemas.microsoft.com/office/drawing/2014/main" id="{0DF5A3BC-58A2-4DF1-AA4A-BBD83E20309B}"/>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찾고 · 고르고 · 전달</a:t>
            </a:r>
          </a:p>
        </p:txBody>
      </p:sp>
      <p:cxnSp>
        <p:nvCxnSpPr>
          <p:cNvPr id="30" name="">
            <a:extLst xmlns:a="http://schemas.openxmlformats.org/drawingml/2006/main">
              <a:ext uri="{FF2B5EF4-FFF2-40B4-BE49-F238E27FC236}">
                <a16:creationId xmlns:a16="http://schemas.microsoft.com/office/drawing/2014/main" id="{A432F843-716C-4177-BF90-A448FD1F42DE}"/>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876CDF0D-89E9-4A85-A420-85E9D948CBDE}"/>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대화창 · 교육용 가정">
            <a:extLst xmlns:a="http://schemas.openxmlformats.org/drawingml/2006/main">
              <a:ext uri="{FF2B5EF4-FFF2-40B4-BE49-F238E27FC236}">
                <a16:creationId xmlns:a16="http://schemas.microsoft.com/office/drawing/2014/main" id="{65B2BC4F-4EBA-4069-97DA-4CCA0CC30600}"/>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대화창 · 교육용 가정</a:t>
            </a:r>
          </a:p>
        </p:txBody>
      </p:sp>
      <p:sp>
        <p:nvSpPr>
          <p:cNvPr id="33" name="">
            <a:extLst xmlns:a="http://schemas.openxmlformats.org/drawingml/2006/main">
              <a:ext uri="{FF2B5EF4-FFF2-40B4-BE49-F238E27FC236}">
                <a16:creationId xmlns:a16="http://schemas.microsoft.com/office/drawing/2014/main" id="{92B8462F-CF5E-4385-9527-DFBC808D1C5B}"/>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찾아 둔 자료와 질문을 전달&#10;코드 · 테스트 · 명세&#10;실행 로그 · 권한 정보">
            <a:extLst xmlns:a="http://schemas.openxmlformats.org/drawingml/2006/main">
              <a:ext uri="{FF2B5EF4-FFF2-40B4-BE49-F238E27FC236}">
                <a16:creationId xmlns:a16="http://schemas.microsoft.com/office/drawing/2014/main" id="{2B87D703-2EF0-4759-BDF3-58D95A263007}"/>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찾아 둔 자료와 질문을 전달</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코드 · 테스트 · 명세</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로그 · 권한 정보</a:t>
            </a:r>
          </a:p>
        </p:txBody>
      </p:sp>
      <p:sp>
        <p:nvSpPr>
          <p:cNvPr id="35" name="어떤 자료를 골라 연결할지, 답을 받기 전에 판단해야 한다">
            <a:extLst xmlns:a="http://schemas.openxmlformats.org/drawingml/2006/main">
              <a:ext uri="{FF2B5EF4-FFF2-40B4-BE49-F238E27FC236}">
                <a16:creationId xmlns:a16="http://schemas.microsoft.com/office/drawing/2014/main" id="{1F6F9114-8739-41C9-95C3-E6F8E45567D6}"/>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어떤 자료를 골라 연결할지, 답을 받기 전에 판단해야 한다</a:t>
            </a:r>
          </a:p>
        </p:txBody>
      </p:sp>
      <p:sp>
        <p:nvSpPr>
          <p:cNvPr id="36" name="Legacy module connection">
            <a:extLst xmlns:a="http://schemas.openxmlformats.org/drawingml/2006/main">
              <a:ext uri="{FF2B5EF4-FFF2-40B4-BE49-F238E27FC236}">
                <a16:creationId xmlns:a16="http://schemas.microsoft.com/office/drawing/2014/main" id="{ADF22558-22EE-485C-9BFA-9B78FAEFDB4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745980253"/>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0 · Agent의 허용된 조사">
            <a:extLst xmlns:a="http://schemas.openxmlformats.org/drawingml/2006/main">
              <a:ext uri="{FF2B5EF4-FFF2-40B4-BE49-F238E27FC236}">
                <a16:creationId xmlns:a16="http://schemas.microsoft.com/office/drawing/2014/main" id="{82B94723-52C4-4515-8C2D-EE916A40C4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Agent의 허용된 조사</a:t>
            </a:r>
          </a:p>
        </p:txBody>
      </p:sp>
      <p:sp>
        <p:nvSpPr>
          <p:cNvPr id="2" name="S10">
            <a:extLst xmlns:a="http://schemas.openxmlformats.org/drawingml/2006/main">
              <a:ext uri="{FF2B5EF4-FFF2-40B4-BE49-F238E27FC236}">
                <a16:creationId xmlns:a16="http://schemas.microsoft.com/office/drawing/2014/main" id="{3C5AFE07-A4D9-4F18-976E-DCCF30228BF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S10</a:t>
            </a:r>
          </a:p>
        </p:txBody>
      </p:sp>
      <p:sp>
        <p:nvSpPr>
          <p:cNvPr id="3" name="Agent가 자료를 직접 찾아 연결했다">
            <a:extLst xmlns:a="http://schemas.openxmlformats.org/drawingml/2006/main">
              <a:ext uri="{FF2B5EF4-FFF2-40B4-BE49-F238E27FC236}">
                <a16:creationId xmlns:a16="http://schemas.microsoft.com/office/drawing/2014/main" id="{6561180D-4BB8-425F-975C-9B2A40A0637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Agent가 자료를 직접 찾아 연결했다</a:t>
            </a:r>
          </a:p>
        </p:txBody>
      </p:sp>
      <p:sp>
        <p:nvSpPr>
          <p:cNvPr id="4" name="">
            <a:extLst xmlns:a="http://schemas.openxmlformats.org/drawingml/2006/main">
              <a:ext uri="{FF2B5EF4-FFF2-40B4-BE49-F238E27FC236}">
                <a16:creationId xmlns:a16="http://schemas.microsoft.com/office/drawing/2014/main" id="{50D00516-D3EF-4F16-BAF8-0E18FB3F28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1 단일 CLI 조사와 연결한 교육용 도식 · Codex CLI 0.154.0">
            <a:extLst xmlns:a="http://schemas.openxmlformats.org/drawingml/2006/main">
              <a:ext uri="{FF2B5EF4-FFF2-40B4-BE49-F238E27FC236}">
                <a16:creationId xmlns:a16="http://schemas.microsoft.com/office/drawing/2014/main" id="{FA73A5BA-AA2B-4871-A851-88FAFF1D256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TRIAL-001 단일 CLI 조사와 연결한 교육용 도식 · Codex CLI 0.154.0</a:t>
            </a:r>
          </a:p>
        </p:txBody>
      </p:sp>
      <p:sp>
        <p:nvSpPr>
          <p:cNvPr id="6" name="권한 제한을 해제하지 않음 · 목표·검토 책임은 개발자에게 남음 · 현재 Desktop 미검증">
            <a:extLst xmlns:a="http://schemas.openxmlformats.org/drawingml/2006/main">
              <a:ext uri="{FF2B5EF4-FFF2-40B4-BE49-F238E27FC236}">
                <a16:creationId xmlns:a16="http://schemas.microsoft.com/office/drawing/2014/main" id="{5394EE64-FA67-4F35-8F50-A0310F60B18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권한 제한을 해제하지 않음 · 목표·검토 책임은 개발자에게 남음 · 현재 Desktop 미검증</a:t>
            </a:r>
          </a:p>
        </p:txBody>
      </p:sp>
      <p:sp>
        <p:nvSpPr>
          <p:cNvPr id="7" name="같은 조사 자료를, 허용된 파일·도구 범위에서 찾는다">
            <a:extLst xmlns:a="http://schemas.openxmlformats.org/drawingml/2006/main">
              <a:ext uri="{FF2B5EF4-FFF2-40B4-BE49-F238E27FC236}">
                <a16:creationId xmlns:a16="http://schemas.microsoft.com/office/drawing/2014/main" id="{ADB76480-BA2F-4C8F-BD23-D8F373BE2AD4}"/>
              </a:ext>
            </a:extLst>
          </p:cNvPr>
          <p:cNvSpPr>
            <a:spLocks xmlns:a="http://schemas.openxmlformats.org/drawingml/2006/main" noGrp="1"/>
          </p:cNvSpPr>
          <p:nvPr/>
        </p:nvSpPr>
        <p:spPr>
          <a:xfrm xmlns:a="http://schemas.openxmlformats.org/drawingml/2006/main">
            <a:off x="609600" y="17621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조사 자료를, 허용된 파일·도구 범위에서 찾는다</a:t>
            </a:r>
          </a:p>
        </p:txBody>
      </p:sp>
      <p:pic>
        <p:nvPicPr>
          <p:cNvPr id="8" name="">
            <a:extLst xmlns:a="http://schemas.openxmlformats.org/drawingml/2006/main">
              <a:ext uri="{FF2B5EF4-FFF2-40B4-BE49-F238E27FC236}">
                <a16:creationId xmlns:a16="http://schemas.microsoft.com/office/drawing/2014/main" id="{E28E1BFC-B5CF-4AD9-BF2C-EB0EBF57707D}"/>
              </a:ext>
            </a:extLst>
          </p:cNvPr>
          <p:cNvPicPr>
            <a:picLocks xmlns:a="http://schemas.openxmlformats.org/drawingml/2006/main" noChangeAspect="1"/>
          </p:cNvPicPr>
          <p:nvPr/>
        </p:nvPicPr>
        <p:blipFill>
          <a:blip xmlns:r="http://schemas.openxmlformats.org/officeDocument/2006/relationships" xmlns:a="http://schemas.openxmlformats.org/drawingml/2006/main" r:embed="R43b5b7d061914ee7"/>
          <a:srcRect xmlns:a="http://schemas.openxmlformats.org/drawingml/2006/main" l="51000" t="18000" r="1500" b="15000"/>
          <a:stretch xmlns:a="http://schemas.openxmlformats.org/drawingml/2006/main"/>
        </p:blipFill>
        <p:spPr>
          <a:xfrm xmlns:a="http://schemas.openxmlformats.org/drawingml/2006/main">
            <a:off x="8908294" y="762000"/>
            <a:ext cx="2674106" cy="1885950"/>
          </a:xfrm>
          <a:prstGeom xmlns:a="http://schemas.openxmlformats.org/drawingml/2006/main" prst="rect">
            <a:avLst/>
          </a:prstGeom>
        </p:spPr>
      </p:pic>
      <p:sp>
        <p:nvSpPr>
          <p:cNvPr id="9" name="필요한 정보">
            <a:extLst xmlns:a="http://schemas.openxmlformats.org/drawingml/2006/main">
              <a:ext uri="{FF2B5EF4-FFF2-40B4-BE49-F238E27FC236}">
                <a16:creationId xmlns:a16="http://schemas.microsoft.com/office/drawing/2014/main" id="{D2ADC498-E27A-48ED-A464-1B1AE8C04340}"/>
              </a:ext>
            </a:extLst>
          </p:cNvPr>
          <p:cNvSpPr>
            <a:spLocks xmlns:a="http://schemas.openxmlformats.org/drawingml/2006/main" noGrp="1"/>
          </p:cNvSpPr>
          <p:nvPr/>
        </p:nvSpPr>
        <p:spPr>
          <a:xfrm xmlns:a="http://schemas.openxmlformats.org/drawingml/2006/main">
            <a:off x="609600" y="2400300"/>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정보</a:t>
            </a:r>
          </a:p>
        </p:txBody>
      </p:sp>
      <p:sp>
        <p:nvSpPr>
          <p:cNvPr id="10" name="">
            <a:extLst xmlns:a="http://schemas.openxmlformats.org/drawingml/2006/main">
              <a:ext uri="{FF2B5EF4-FFF2-40B4-BE49-F238E27FC236}">
                <a16:creationId xmlns:a16="http://schemas.microsoft.com/office/drawing/2014/main" id="{FFE06E9A-E758-4020-9B5C-270B0D5D8CF9}"/>
              </a:ext>
            </a:extLst>
          </p:cNvPr>
          <p:cNvSpPr>
            <a:spLocks xmlns:a="http://schemas.openxmlformats.org/drawingml/2006/main" noGrp="1"/>
          </p:cNvSpPr>
          <p:nvPr/>
        </p:nvSpPr>
        <p:spPr>
          <a:xfrm xmlns:a="http://schemas.openxmlformats.org/drawingml/2006/main">
            <a:off x="609600" y="28194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실패 테스트">
            <a:extLst xmlns:a="http://schemas.openxmlformats.org/drawingml/2006/main">
              <a:ext uri="{FF2B5EF4-FFF2-40B4-BE49-F238E27FC236}">
                <a16:creationId xmlns:a16="http://schemas.microsoft.com/office/drawing/2014/main" id="{DE2149AC-36B4-4C12-861D-801A3EDCF187}"/>
              </a:ext>
            </a:extLst>
          </p:cNvPr>
          <p:cNvSpPr>
            <a:spLocks xmlns:a="http://schemas.openxmlformats.org/drawingml/2006/main" noGrp="1"/>
          </p:cNvSpPr>
          <p:nvPr/>
        </p:nvSpPr>
        <p:spPr>
          <a:xfrm xmlns:a="http://schemas.openxmlformats.org/drawingml/2006/main">
            <a:off x="762000" y="2838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실패 테스트</a:t>
            </a:r>
          </a:p>
        </p:txBody>
      </p:sp>
      <p:cxnSp>
        <p:nvCxnSpPr>
          <p:cNvPr id="12" name="">
            <a:extLst xmlns:a="http://schemas.openxmlformats.org/drawingml/2006/main">
              <a:ext uri="{FF2B5EF4-FFF2-40B4-BE49-F238E27FC236}">
                <a16:creationId xmlns:a16="http://schemas.microsoft.com/office/drawing/2014/main" id="{CE423E37-C863-4435-A75F-5D9B6B2CC364}"/>
              </a:ext>
            </a:extLst>
          </p:cNvPr>
          <p:cNvCxnSpPr/>
          <p:nvPr/>
        </p:nvCxnSpPr>
        <p:spPr>
          <a:xfrm xmlns:a="http://schemas.openxmlformats.org/drawingml/2006/main">
            <a:off x="3086100" y="3009900"/>
            <a:ext cx="257175" cy="0"/>
          </a:xfrm>
          <a:prstGeom xmlns:a="http://schemas.openxmlformats.org/drawingml/2006/main" prst="straightConnector1">
            <a:avLst/>
          </a:prstGeom>
          <a:ln xmlns:a="http://schemas.openxmlformats.org/drawingml/2006/main" w="23813">
            <a:solidFill>
              <a:srgbClr val="0B6172"/>
            </a:solidFill>
          </a:ln>
        </p:spPr>
      </p:cxnSp>
      <p:sp>
        <p:nvSpPr>
          <p:cNvPr id="13" name="">
            <a:extLst xmlns:a="http://schemas.openxmlformats.org/drawingml/2006/main">
              <a:ext uri="{FF2B5EF4-FFF2-40B4-BE49-F238E27FC236}">
                <a16:creationId xmlns:a16="http://schemas.microsoft.com/office/drawing/2014/main" id="{A251DDB0-A1CE-439A-A661-79F418DF680F}"/>
              </a:ext>
            </a:extLst>
          </p:cNvPr>
          <p:cNvSpPr>
            <a:spLocks xmlns:a="http://schemas.openxmlformats.org/drawingml/2006/main" noGrp="1"/>
          </p:cNvSpPr>
          <p:nvPr/>
        </p:nvSpPr>
        <p:spPr>
          <a:xfrm xmlns:a="http://schemas.openxmlformats.org/drawingml/2006/main">
            <a:off x="609600" y="329565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rop 명세">
            <a:extLst xmlns:a="http://schemas.openxmlformats.org/drawingml/2006/main">
              <a:ext uri="{FF2B5EF4-FFF2-40B4-BE49-F238E27FC236}">
                <a16:creationId xmlns:a16="http://schemas.microsoft.com/office/drawing/2014/main" id="{580423F3-451B-4B7A-A755-1B4048960E19}"/>
              </a:ext>
            </a:extLst>
          </p:cNvPr>
          <p:cNvSpPr>
            <a:spLocks xmlns:a="http://schemas.openxmlformats.org/drawingml/2006/main" noGrp="1"/>
          </p:cNvSpPr>
          <p:nvPr/>
        </p:nvSpPr>
        <p:spPr>
          <a:xfrm xmlns:a="http://schemas.openxmlformats.org/drawingml/2006/main">
            <a:off x="762000" y="33147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Crop 명세</a:t>
            </a:r>
          </a:p>
        </p:txBody>
      </p:sp>
      <p:cxnSp>
        <p:nvCxnSpPr>
          <p:cNvPr id="15" name="">
            <a:extLst xmlns:a="http://schemas.openxmlformats.org/drawingml/2006/main">
              <a:ext uri="{FF2B5EF4-FFF2-40B4-BE49-F238E27FC236}">
                <a16:creationId xmlns:a16="http://schemas.microsoft.com/office/drawing/2014/main" id="{C56D30A7-E37A-42E1-94F0-1FC32D85C564}"/>
              </a:ext>
            </a:extLst>
          </p:cNvPr>
          <p:cNvCxnSpPr/>
          <p:nvPr/>
        </p:nvCxnSpPr>
        <p:spPr>
          <a:xfrm xmlns:a="http://schemas.openxmlformats.org/drawingml/2006/main">
            <a:off x="3086100" y="3486150"/>
            <a:ext cx="257175" cy="0"/>
          </a:xfrm>
          <a:prstGeom xmlns:a="http://schemas.openxmlformats.org/drawingml/2006/main" prst="straightConnector1">
            <a:avLst/>
          </a:prstGeom>
          <a:ln xmlns:a="http://schemas.openxmlformats.org/drawingml/2006/main" w="23813">
            <a:solidFill>
              <a:srgbClr val="0B6172"/>
            </a:solidFill>
          </a:ln>
        </p:spPr>
      </p:cxnSp>
      <p:sp>
        <p:nvSpPr>
          <p:cNvPr id="16" name="">
            <a:extLst xmlns:a="http://schemas.openxmlformats.org/drawingml/2006/main">
              <a:ext uri="{FF2B5EF4-FFF2-40B4-BE49-F238E27FC236}">
                <a16:creationId xmlns:a16="http://schemas.microsoft.com/office/drawing/2014/main" id="{1BEC7822-596D-4573-B0DC-94FEFF5E3333}"/>
              </a:ext>
            </a:extLst>
          </p:cNvPr>
          <p:cNvSpPr>
            <a:spLocks xmlns:a="http://schemas.openxmlformats.org/drawingml/2006/main" noGrp="1"/>
          </p:cNvSpPr>
          <p:nvPr/>
        </p:nvSpPr>
        <p:spPr>
          <a:xfrm xmlns:a="http://schemas.openxmlformats.org/drawingml/2006/main">
            <a:off x="609600" y="3771900"/>
            <a:ext cx="24765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7" name="구현·호출 관계">
            <a:extLst xmlns:a="http://schemas.openxmlformats.org/drawingml/2006/main">
              <a:ext uri="{FF2B5EF4-FFF2-40B4-BE49-F238E27FC236}">
                <a16:creationId xmlns:a16="http://schemas.microsoft.com/office/drawing/2014/main" id="{D66CEED0-E0E1-4A49-909E-94F23B8077DE}"/>
              </a:ext>
            </a:extLst>
          </p:cNvPr>
          <p:cNvSpPr>
            <a:spLocks xmlns:a="http://schemas.openxmlformats.org/drawingml/2006/main" noGrp="1"/>
          </p:cNvSpPr>
          <p:nvPr/>
        </p:nvSpPr>
        <p:spPr>
          <a:xfrm xmlns:a="http://schemas.openxmlformats.org/drawingml/2006/main">
            <a:off x="762000" y="37909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구현·호출 관계</a:t>
            </a:r>
          </a:p>
        </p:txBody>
      </p:sp>
      <p:cxnSp>
        <p:nvCxnSpPr>
          <p:cNvPr id="18" name="">
            <a:extLst xmlns:a="http://schemas.openxmlformats.org/drawingml/2006/main">
              <a:ext uri="{FF2B5EF4-FFF2-40B4-BE49-F238E27FC236}">
                <a16:creationId xmlns:a16="http://schemas.microsoft.com/office/drawing/2014/main" id="{9997E0B5-C3FF-4211-B575-8F55E9B0DC98}"/>
              </a:ext>
            </a:extLst>
          </p:cNvPr>
          <p:cNvCxnSpPr/>
          <p:nvPr/>
        </p:nvCxnSpPr>
        <p:spPr>
          <a:xfrm xmlns:a="http://schemas.openxmlformats.org/drawingml/2006/main">
            <a:off x="3086100" y="3962400"/>
            <a:ext cx="257175" cy="0"/>
          </a:xfrm>
          <a:prstGeom xmlns:a="http://schemas.openxmlformats.org/drawingml/2006/main" prst="straightConnector1">
            <a:avLst/>
          </a:prstGeom>
          <a:ln xmlns:a="http://schemas.openxmlformats.org/drawingml/2006/main" w="23813">
            <a:solidFill>
              <a:srgbClr val="0B6172"/>
            </a:solidFill>
          </a:ln>
        </p:spPr>
      </p:cxnSp>
      <p:sp>
        <p:nvSpPr>
          <p:cNvPr id="19" name="">
            <a:extLst xmlns:a="http://schemas.openxmlformats.org/drawingml/2006/main">
              <a:ext uri="{FF2B5EF4-FFF2-40B4-BE49-F238E27FC236}">
                <a16:creationId xmlns:a16="http://schemas.microsoft.com/office/drawing/2014/main" id="{F398B84A-2592-4441-BC11-166B2311F851}"/>
              </a:ext>
            </a:extLst>
          </p:cNvPr>
          <p:cNvSpPr>
            <a:spLocks xmlns:a="http://schemas.openxmlformats.org/drawingml/2006/main" noGrp="1"/>
          </p:cNvSpPr>
          <p:nvPr/>
        </p:nvSpPr>
        <p:spPr>
          <a:xfrm xmlns:a="http://schemas.openxmlformats.org/drawingml/2006/main">
            <a:off x="609600" y="424815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0" name="실행 로그">
            <a:extLst xmlns:a="http://schemas.openxmlformats.org/drawingml/2006/main">
              <a:ext uri="{FF2B5EF4-FFF2-40B4-BE49-F238E27FC236}">
                <a16:creationId xmlns:a16="http://schemas.microsoft.com/office/drawing/2014/main" id="{A30C50D4-D47D-48E3-97BE-4A7458C17EF3}"/>
              </a:ext>
            </a:extLst>
          </p:cNvPr>
          <p:cNvSpPr>
            <a:spLocks xmlns:a="http://schemas.openxmlformats.org/drawingml/2006/main" noGrp="1"/>
          </p:cNvSpPr>
          <p:nvPr/>
        </p:nvSpPr>
        <p:spPr>
          <a:xfrm xmlns:a="http://schemas.openxmlformats.org/drawingml/2006/main">
            <a:off x="762000" y="426720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실행 로그</a:t>
            </a:r>
          </a:p>
        </p:txBody>
      </p:sp>
      <p:cxnSp>
        <p:nvCxnSpPr>
          <p:cNvPr id="21" name="">
            <a:extLst xmlns:a="http://schemas.openxmlformats.org/drawingml/2006/main">
              <a:ext uri="{FF2B5EF4-FFF2-40B4-BE49-F238E27FC236}">
                <a16:creationId xmlns:a16="http://schemas.microsoft.com/office/drawing/2014/main" id="{6A69FB28-6AD6-4D9C-97A8-E81163DE57BC}"/>
              </a:ext>
            </a:extLst>
          </p:cNvPr>
          <p:cNvCxnSpPr/>
          <p:nvPr/>
        </p:nvCxnSpPr>
        <p:spPr>
          <a:xfrm xmlns:a="http://schemas.openxmlformats.org/drawingml/2006/main">
            <a:off x="3086100" y="4438650"/>
            <a:ext cx="257175" cy="0"/>
          </a:xfrm>
          <a:prstGeom xmlns:a="http://schemas.openxmlformats.org/drawingml/2006/main" prst="straightConnector1">
            <a:avLst/>
          </a:prstGeom>
          <a:ln xmlns:a="http://schemas.openxmlformats.org/drawingml/2006/main" w="23813">
            <a:solidFill>
              <a:srgbClr val="0B6172"/>
            </a:solidFill>
          </a:ln>
        </p:spPr>
      </p:cxnSp>
      <p:sp>
        <p:nvSpPr>
          <p:cNvPr id="22" name="">
            <a:extLst xmlns:a="http://schemas.openxmlformats.org/drawingml/2006/main">
              <a:ext uri="{FF2B5EF4-FFF2-40B4-BE49-F238E27FC236}">
                <a16:creationId xmlns:a16="http://schemas.microsoft.com/office/drawing/2014/main" id="{60078ADD-C78A-4C32-8005-CF826B56D610}"/>
              </a:ext>
            </a:extLst>
          </p:cNvPr>
          <p:cNvSpPr>
            <a:spLocks xmlns:a="http://schemas.openxmlformats.org/drawingml/2006/main" noGrp="1"/>
          </p:cNvSpPr>
          <p:nvPr/>
        </p:nvSpPr>
        <p:spPr>
          <a:xfrm xmlns:a="http://schemas.openxmlformats.org/drawingml/2006/main">
            <a:off x="609600" y="4724400"/>
            <a:ext cx="2476500" cy="390525"/>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23" name="읽기·쓰기 권한">
            <a:extLst xmlns:a="http://schemas.openxmlformats.org/drawingml/2006/main">
              <a:ext uri="{FF2B5EF4-FFF2-40B4-BE49-F238E27FC236}">
                <a16:creationId xmlns:a16="http://schemas.microsoft.com/office/drawing/2014/main" id="{D5AD0AD1-D363-459F-B707-290E1FE25613}"/>
              </a:ext>
            </a:extLst>
          </p:cNvPr>
          <p:cNvSpPr>
            <a:spLocks xmlns:a="http://schemas.openxmlformats.org/drawingml/2006/main" noGrp="1"/>
          </p:cNvSpPr>
          <p:nvPr/>
        </p:nvSpPr>
        <p:spPr>
          <a:xfrm xmlns:a="http://schemas.openxmlformats.org/drawingml/2006/main">
            <a:off x="762000" y="4743450"/>
            <a:ext cx="2171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읽기·쓰기 권한</a:t>
            </a:r>
          </a:p>
        </p:txBody>
      </p:sp>
      <p:cxnSp>
        <p:nvCxnSpPr>
          <p:cNvPr id="24" name="">
            <a:extLst xmlns:a="http://schemas.openxmlformats.org/drawingml/2006/main">
              <a:ext uri="{FF2B5EF4-FFF2-40B4-BE49-F238E27FC236}">
                <a16:creationId xmlns:a16="http://schemas.microsoft.com/office/drawing/2014/main" id="{7D7DA0A6-E5F8-41BC-85B4-283C824DAC5F}"/>
              </a:ext>
            </a:extLst>
          </p:cNvPr>
          <p:cNvCxnSpPr/>
          <p:nvPr/>
        </p:nvCxnSpPr>
        <p:spPr>
          <a:xfrm xmlns:a="http://schemas.openxmlformats.org/drawingml/2006/main">
            <a:off x="3086100" y="4914900"/>
            <a:ext cx="257175" cy="0"/>
          </a:xfrm>
          <a:prstGeom xmlns:a="http://schemas.openxmlformats.org/drawingml/2006/main" prst="straightConnector1">
            <a:avLst/>
          </a:prstGeom>
          <a:ln xmlns:a="http://schemas.openxmlformats.org/drawingml/2006/main" w="23813">
            <a:solidFill>
              <a:srgbClr val="0B6172"/>
            </a:solidFill>
          </a:ln>
        </p:spPr>
      </p:cxnSp>
      <p:cxnSp>
        <p:nvCxnSpPr>
          <p:cNvPr id="25" name="">
            <a:extLst xmlns:a="http://schemas.openxmlformats.org/drawingml/2006/main">
              <a:ext uri="{FF2B5EF4-FFF2-40B4-BE49-F238E27FC236}">
                <a16:creationId xmlns:a16="http://schemas.microsoft.com/office/drawing/2014/main" id="{ABAB200F-7CF4-45EC-81A6-B8815257A721}"/>
              </a:ext>
            </a:extLst>
          </p:cNvPr>
          <p:cNvCxnSpPr/>
          <p:nvPr/>
        </p:nvCxnSpPr>
        <p:spPr>
          <a:xfrm xmlns:a="http://schemas.openxmlformats.org/drawingml/2006/main">
            <a:off x="3343275" y="3009900"/>
            <a:ext cx="0" cy="1905000"/>
          </a:xfrm>
          <a:prstGeom xmlns:a="http://schemas.openxmlformats.org/drawingml/2006/main" prst="straightConnector1">
            <a:avLst/>
          </a:prstGeom>
          <a:ln xmlns:a="http://schemas.openxmlformats.org/drawingml/2006/main" w="23813">
            <a:solidFill>
              <a:srgbClr val="0B6172"/>
            </a:solidFill>
          </a:ln>
        </p:spPr>
      </p:cxnSp>
      <p:cxnSp>
        <p:nvCxnSpPr>
          <p:cNvPr id="26" name="">
            <a:extLst xmlns:a="http://schemas.openxmlformats.org/drawingml/2006/main">
              <a:ext uri="{FF2B5EF4-FFF2-40B4-BE49-F238E27FC236}">
                <a16:creationId xmlns:a16="http://schemas.microsoft.com/office/drawing/2014/main" id="{3F3FB7AE-0A01-4413-ADB6-E12D2F1018F2}"/>
              </a:ext>
            </a:extLst>
          </p:cNvPr>
          <p:cNvCxnSpPr/>
          <p:nvPr/>
        </p:nvCxnSpPr>
        <p:spPr>
          <a:xfrm xmlns:a="http://schemas.openxmlformats.org/drawingml/2006/main">
            <a:off x="3343275" y="3962400"/>
            <a:ext cx="619125" cy="0"/>
          </a:xfrm>
          <a:prstGeom xmlns:a="http://schemas.openxmlformats.org/drawingml/2006/main" prst="straightConnector1">
            <a:avLst/>
          </a:prstGeom>
          <a:ln xmlns:a="http://schemas.openxmlformats.org/drawingml/2006/main" w="23813">
            <a:solidFill>
              <a:srgbClr val="0B6172"/>
            </a:solidFill>
            <a:headEnd type="triangle" w="sm" len="sm"/>
            <a:tailEnd type="triangle" w="sm" len="sm"/>
          </a:ln>
        </p:spPr>
      </p:cxnSp>
      <p:sp>
        <p:nvSpPr>
          <p:cNvPr id="27" name="">
            <a:extLst xmlns:a="http://schemas.openxmlformats.org/drawingml/2006/main">
              <a:ext uri="{FF2B5EF4-FFF2-40B4-BE49-F238E27FC236}">
                <a16:creationId xmlns:a16="http://schemas.microsoft.com/office/drawing/2014/main" id="{FA908F69-00AB-4FF9-953D-DA1FD487356B}"/>
              </a:ext>
            </a:extLst>
          </p:cNvPr>
          <p:cNvSpPr>
            <a:spLocks xmlns:a="http://schemas.openxmlformats.org/drawingml/2006/main" noGrp="1"/>
          </p:cNvSpPr>
          <p:nvPr/>
        </p:nvSpPr>
        <p:spPr>
          <a:xfrm xmlns:a="http://schemas.openxmlformats.org/drawingml/2006/main">
            <a:off x="4133850" y="3400425"/>
            <a:ext cx="2724150" cy="1123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Agent">
            <a:extLst xmlns:a="http://schemas.openxmlformats.org/drawingml/2006/main">
              <a:ext uri="{FF2B5EF4-FFF2-40B4-BE49-F238E27FC236}">
                <a16:creationId xmlns:a16="http://schemas.microsoft.com/office/drawing/2014/main" id="{CB09B4F5-9CA0-44B1-A6E7-CF6A0DA5AA03}"/>
              </a:ext>
            </a:extLst>
          </p:cNvPr>
          <p:cNvSpPr>
            <a:spLocks xmlns:a="http://schemas.openxmlformats.org/drawingml/2006/main" noGrp="1"/>
          </p:cNvSpPr>
          <p:nvPr/>
        </p:nvSpPr>
        <p:spPr>
          <a:xfrm xmlns:a="http://schemas.openxmlformats.org/drawingml/2006/main">
            <a:off x="4286250" y="3495675"/>
            <a:ext cx="24193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9" name="허용 범위에서 조사">
            <a:extLst xmlns:a="http://schemas.openxmlformats.org/drawingml/2006/main">
              <a:ext uri="{FF2B5EF4-FFF2-40B4-BE49-F238E27FC236}">
                <a16:creationId xmlns:a16="http://schemas.microsoft.com/office/drawing/2014/main" id="{1F6B2CCE-EF0C-4548-9DC2-FA239698D6A8}"/>
              </a:ext>
            </a:extLst>
          </p:cNvPr>
          <p:cNvSpPr>
            <a:spLocks xmlns:a="http://schemas.openxmlformats.org/drawingml/2006/main" noGrp="1"/>
          </p:cNvSpPr>
          <p:nvPr/>
        </p:nvSpPr>
        <p:spPr>
          <a:xfrm xmlns:a="http://schemas.openxmlformats.org/drawingml/2006/main">
            <a:off x="4286250" y="4019550"/>
            <a:ext cx="2419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허용 범위에서 조사</a:t>
            </a:r>
          </a:p>
        </p:txBody>
      </p:sp>
      <p:cxnSp>
        <p:nvCxnSpPr>
          <p:cNvPr id="30" name="">
            <a:extLst xmlns:a="http://schemas.openxmlformats.org/drawingml/2006/main">
              <a:ext uri="{FF2B5EF4-FFF2-40B4-BE49-F238E27FC236}">
                <a16:creationId xmlns:a16="http://schemas.microsoft.com/office/drawing/2014/main" id="{3C6FF547-AAA5-4D4A-892D-91D53941ED5A}"/>
              </a:ext>
            </a:extLst>
          </p:cNvPr>
          <p:cNvCxnSpPr/>
          <p:nvPr/>
        </p:nvCxnSpPr>
        <p:spPr>
          <a:xfrm xmlns:a="http://schemas.openxmlformats.org/drawingml/2006/main">
            <a:off x="6953250" y="396240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1" name="">
            <a:extLst xmlns:a="http://schemas.openxmlformats.org/drawingml/2006/main">
              <a:ext uri="{FF2B5EF4-FFF2-40B4-BE49-F238E27FC236}">
                <a16:creationId xmlns:a16="http://schemas.microsoft.com/office/drawing/2014/main" id="{EE3C8AB4-DCAD-42EE-A7C2-650B06642BEB}"/>
              </a:ext>
            </a:extLst>
          </p:cNvPr>
          <p:cNvSpPr>
            <a:spLocks xmlns:a="http://schemas.openxmlformats.org/drawingml/2006/main" noGrp="1"/>
          </p:cNvSpPr>
          <p:nvPr/>
        </p:nvSpPr>
        <p:spPr>
          <a:xfrm xmlns:a="http://schemas.openxmlformats.org/drawingml/2006/main">
            <a:off x="7886700" y="2771775"/>
            <a:ext cx="3695700" cy="23336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2" name="관찰된 조사 내용">
            <a:extLst xmlns:a="http://schemas.openxmlformats.org/drawingml/2006/main">
              <a:ext uri="{FF2B5EF4-FFF2-40B4-BE49-F238E27FC236}">
                <a16:creationId xmlns:a16="http://schemas.microsoft.com/office/drawing/2014/main" id="{43B6751A-37BA-44D9-86CD-E68A5096A4E7}"/>
              </a:ext>
            </a:extLst>
          </p:cNvPr>
          <p:cNvSpPr>
            <a:spLocks xmlns:a="http://schemas.openxmlformats.org/drawingml/2006/main" noGrp="1"/>
          </p:cNvSpPr>
          <p:nvPr/>
        </p:nvSpPr>
        <p:spPr>
          <a:xfrm xmlns:a="http://schemas.openxmlformats.org/drawingml/2006/main">
            <a:off x="8096250" y="2933700"/>
            <a:ext cx="3276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관찰된 조사 내용</a:t>
            </a:r>
          </a:p>
        </p:txBody>
      </p:sp>
      <p:sp>
        <p:nvSpPr>
          <p:cNvPr id="33" name="">
            <a:extLst xmlns:a="http://schemas.openxmlformats.org/drawingml/2006/main">
              <a:ext uri="{FF2B5EF4-FFF2-40B4-BE49-F238E27FC236}">
                <a16:creationId xmlns:a16="http://schemas.microsoft.com/office/drawing/2014/main" id="{87A6D2B3-1F1E-4D25-9A7B-EBBFB9786CA6}"/>
              </a:ext>
            </a:extLst>
          </p:cNvPr>
          <p:cNvSpPr>
            <a:spLocks xmlns:a="http://schemas.openxmlformats.org/drawingml/2006/main" noGrp="1"/>
          </p:cNvSpPr>
          <p:nvPr/>
        </p:nvSpPr>
        <p:spPr>
          <a:xfrm xmlns:a="http://schemas.openxmlformats.org/drawingml/2006/main">
            <a:off x="8096250" y="3409950"/>
            <a:ext cx="3276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4" name="실패 테스트 · 관련 코드&#10;Crop 명세와 구현 차이&#10;실행 중 권한 제한">
            <a:extLst xmlns:a="http://schemas.openxmlformats.org/drawingml/2006/main">
              <a:ext uri="{FF2B5EF4-FFF2-40B4-BE49-F238E27FC236}">
                <a16:creationId xmlns:a16="http://schemas.microsoft.com/office/drawing/2014/main" id="{9F383777-3AC0-4833-86B5-1E23C1D02C62}"/>
              </a:ext>
            </a:extLst>
          </p:cNvPr>
          <p:cNvSpPr>
            <a:spLocks xmlns:a="http://schemas.openxmlformats.org/drawingml/2006/main" noGrp="1"/>
          </p:cNvSpPr>
          <p:nvPr/>
        </p:nvSpPr>
        <p:spPr>
          <a:xfrm xmlns:a="http://schemas.openxmlformats.org/drawingml/2006/main">
            <a:off x="8096250" y="3619500"/>
            <a:ext cx="3276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 테스트 · 관련 코드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명세와 구현 차이</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실행 중 권한 제한</a:t>
            </a:r>
          </a:p>
        </p:txBody>
      </p:sp>
      <p:sp>
        <p:nvSpPr>
          <p:cNvPr id="35" name="접근 전: 승인된 도구·계정·자료·권한 범위를 확인한다">
            <a:extLst xmlns:a="http://schemas.openxmlformats.org/drawingml/2006/main">
              <a:ext uri="{FF2B5EF4-FFF2-40B4-BE49-F238E27FC236}">
                <a16:creationId xmlns:a16="http://schemas.microsoft.com/office/drawing/2014/main" id="{1A6460B0-E41C-4D0B-A46C-6DEEFD0C32B1}"/>
              </a:ext>
            </a:extLst>
          </p:cNvPr>
          <p:cNvSpPr>
            <a:spLocks xmlns:a="http://schemas.openxmlformats.org/drawingml/2006/main" noGrp="1"/>
          </p:cNvSpPr>
          <p:nvPr/>
        </p:nvSpPr>
        <p:spPr>
          <a:xfrm xmlns:a="http://schemas.openxmlformats.org/drawingml/2006/main">
            <a:off x="609600" y="53530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접근 전: 승인된 도구·계정·자료·권한 범위를 확인한다</a:t>
            </a:r>
          </a:p>
        </p:txBody>
      </p:sp>
      <p:sp>
        <p:nvSpPr>
          <p:cNvPr id="36" name="Legacy module connection">
            <a:extLst xmlns:a="http://schemas.openxmlformats.org/drawingml/2006/main">
              <a:ext uri="{FF2B5EF4-FFF2-40B4-BE49-F238E27FC236}">
                <a16:creationId xmlns:a16="http://schemas.microsoft.com/office/drawing/2014/main" id="{16FF8936-20C9-40DD-A0E4-C46ABDD23E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9558265"/>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0 · ChatGPT 데스크톱 앱의 진입 경로">
            <a:extLst xmlns:a="http://schemas.openxmlformats.org/drawingml/2006/main">
              <a:ext uri="{FF2B5EF4-FFF2-40B4-BE49-F238E27FC236}">
                <a16:creationId xmlns:a16="http://schemas.microsoft.com/office/drawing/2014/main" id="{CB341015-3A7B-45D5-A0F8-C9CC14E38AF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ChatGPT 데스크톱 앱의 진입 경로</a:t>
            </a:r>
          </a:p>
        </p:txBody>
      </p:sp>
      <p:sp>
        <p:nvSpPr>
          <p:cNvPr id="2" name="S11">
            <a:extLst xmlns:a="http://schemas.openxmlformats.org/drawingml/2006/main">
              <a:ext uri="{FF2B5EF4-FFF2-40B4-BE49-F238E27FC236}">
                <a16:creationId xmlns:a16="http://schemas.microsoft.com/office/drawing/2014/main" id="{0BFA17C2-385C-4680-A4CC-EC525307788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S11</a:t>
            </a:r>
          </a:p>
        </p:txBody>
      </p:sp>
      <p:sp>
        <p:nvSpPr>
          <p:cNvPr id="3" name="Repository 작업은 Codex에서 시작한다">
            <a:extLst xmlns:a="http://schemas.openxmlformats.org/drawingml/2006/main">
              <a:ext uri="{FF2B5EF4-FFF2-40B4-BE49-F238E27FC236}">
                <a16:creationId xmlns:a16="http://schemas.microsoft.com/office/drawing/2014/main" id="{AEA5A41A-3B08-4C53-A61A-6FD9BDC39C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작업은 Codex에서 시작한다</a:t>
            </a:r>
          </a:p>
        </p:txBody>
      </p:sp>
      <p:sp>
        <p:nvSpPr>
          <p:cNvPr id="4" name="">
            <a:extLst xmlns:a="http://schemas.openxmlformats.org/drawingml/2006/main">
              <a:ext uri="{FF2B5EF4-FFF2-40B4-BE49-F238E27FC236}">
                <a16:creationId xmlns:a16="http://schemas.microsoft.com/office/drawing/2014/main" id="{49CC4FA2-6B9E-4AF8-B059-A9DF481861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Quickstart · 공식 문서 2026-10-21 확인 · 앱 전환 메뉴 재구성">
            <a:extLst xmlns:a="http://schemas.openxmlformats.org/drawingml/2006/main">
              <a:ext uri="{FF2B5EF4-FFF2-40B4-BE49-F238E27FC236}">
                <a16:creationId xmlns:a16="http://schemas.microsoft.com/office/drawing/2014/main" id="{A4A67A1F-0817-44B6-B538-6435E527EF5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Quickstart · 공식 문서 2026-10-21 확인 · 앱 전환 메뉴 재구성</a:t>
            </a:r>
          </a:p>
        </p:txBody>
      </p:sp>
      <p:sp>
        <p:nvSpPr>
          <p:cNvPr id="6" name="교육용 도식입니다. 앱 버전·계정별 표시와 접근 권한은 발표 환경에서 확인합니다.">
            <a:extLst xmlns:a="http://schemas.openxmlformats.org/drawingml/2006/main">
              <a:ext uri="{FF2B5EF4-FFF2-40B4-BE49-F238E27FC236}">
                <a16:creationId xmlns:a16="http://schemas.microsoft.com/office/drawing/2014/main" id="{8F314BF1-B5AA-4026-AEFD-491241D55A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도식입니다. 앱 버전·계정별 표시와 접근 권한은 발표 환경에서 확인합니다.</a:t>
            </a:r>
          </a:p>
        </p:txBody>
      </p:sp>
      <p:sp>
        <p:nvSpPr>
          <p:cNvPr id="7" name="앱 좌측 상단에서 ChatGPT → Codex 선택">
            <a:extLst xmlns:a="http://schemas.openxmlformats.org/drawingml/2006/main">
              <a:ext uri="{FF2B5EF4-FFF2-40B4-BE49-F238E27FC236}">
                <a16:creationId xmlns:a16="http://schemas.microsoft.com/office/drawing/2014/main" id="{B9FB806F-737A-4C04-A2DE-13F58001FC68}"/>
              </a:ext>
            </a:extLst>
          </p:cNvPr>
          <p:cNvSpPr>
            <a:spLocks xmlns:a="http://schemas.openxmlformats.org/drawingml/2006/main" noGrp="1"/>
          </p:cNvSpPr>
          <p:nvPr/>
        </p:nvSpPr>
        <p:spPr>
          <a:xfrm xmlns:a="http://schemas.openxmlformats.org/drawingml/2006/main">
            <a:off x="609600" y="16478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앱 좌측 상단에서 ChatGPT → Codex 선택</a:t>
            </a:r>
          </a:p>
        </p:txBody>
      </p:sp>
      <p:sp>
        <p:nvSpPr>
          <p:cNvPr id="8" name="">
            <a:extLst xmlns:a="http://schemas.openxmlformats.org/drawingml/2006/main">
              <a:ext uri="{FF2B5EF4-FFF2-40B4-BE49-F238E27FC236}">
                <a16:creationId xmlns:a16="http://schemas.microsoft.com/office/drawing/2014/main" id="{E165A059-E186-4923-B905-4389A34E540D}"/>
              </a:ext>
            </a:extLst>
          </p:cNvPr>
          <p:cNvSpPr>
            <a:spLocks xmlns:a="http://schemas.openxmlformats.org/drawingml/2006/main" noGrp="1"/>
          </p:cNvSpPr>
          <p:nvPr/>
        </p:nvSpPr>
        <p:spPr>
          <a:xfrm xmlns:a="http://schemas.openxmlformats.org/drawingml/2006/main">
            <a:off x="609600" y="2343150"/>
            <a:ext cx="4343400" cy="581025"/>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9" name="ChatGPT">
            <a:extLst xmlns:a="http://schemas.openxmlformats.org/drawingml/2006/main">
              <a:ext uri="{FF2B5EF4-FFF2-40B4-BE49-F238E27FC236}">
                <a16:creationId xmlns:a16="http://schemas.microsoft.com/office/drawing/2014/main" id="{5F265859-647B-4CAA-9042-691701C48151}"/>
              </a:ext>
            </a:extLst>
          </p:cNvPr>
          <p:cNvSpPr>
            <a:spLocks xmlns:a="http://schemas.openxmlformats.org/drawingml/2006/main" noGrp="1"/>
          </p:cNvSpPr>
          <p:nvPr/>
        </p:nvSpPr>
        <p:spPr>
          <a:xfrm xmlns:a="http://schemas.openxmlformats.org/drawingml/2006/main">
            <a:off x="838200" y="2457450"/>
            <a:ext cx="3238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ChatGPT</a:t>
            </a:r>
          </a:p>
        </p:txBody>
      </p:sp>
      <p:sp>
        <p:nvSpPr>
          <p:cNvPr id="10" name="▾">
            <a:extLst xmlns:a="http://schemas.openxmlformats.org/drawingml/2006/main">
              <a:ext uri="{FF2B5EF4-FFF2-40B4-BE49-F238E27FC236}">
                <a16:creationId xmlns:a16="http://schemas.microsoft.com/office/drawing/2014/main" id="{E9DE56B0-100F-491C-AABD-8238BD4FED19}"/>
              </a:ext>
            </a:extLst>
          </p:cNvPr>
          <p:cNvSpPr>
            <a:spLocks xmlns:a="http://schemas.openxmlformats.org/drawingml/2006/main" noGrp="1"/>
          </p:cNvSpPr>
          <p:nvPr/>
        </p:nvSpPr>
        <p:spPr>
          <a:xfrm xmlns:a="http://schemas.openxmlformats.org/drawingml/2006/main">
            <a:off x="4267200" y="2457450"/>
            <a:ext cx="45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0">
                <a:solidFill>
                  <a:srgbClr val="4D5A68"/>
                </a:solidFill>
                <a:latin typeface="Malgun Gothic"/>
                <a:ea typeface="Malgun Gothic"/>
                <a:cs typeface="Malgun Gothic"/>
              </a:defRPr>
            </a:defPPr>
            <a:lvl1pPr algn="ctr">
              <a:defRPr sz="2175" b="0">
                <a:solidFill>
                  <a:srgbClr val="4D5A68"/>
                </a:solidFill>
                <a:latin typeface="Malgun Gothic"/>
                <a:ea typeface="Malgun Gothic"/>
                <a:cs typeface="Malgun Gothic"/>
              </a:defRPr>
            </a:lvl1pPr>
            <a:lvl2pPr algn="ctr">
              <a:defRPr sz="2175" b="0">
                <a:solidFill>
                  <a:srgbClr val="4D5A68"/>
                </a:solidFill>
                <a:latin typeface="Malgun Gothic"/>
                <a:ea typeface="Malgun Gothic"/>
                <a:cs typeface="Malgun Gothic"/>
              </a:defRPr>
            </a:lvl2pPr>
            <a:lvl3pPr algn="ctr">
              <a:defRPr sz="2175" b="0">
                <a:solidFill>
                  <a:srgbClr val="4D5A68"/>
                </a:solidFill>
                <a:latin typeface="Malgun Gothic"/>
                <a:ea typeface="Malgun Gothic"/>
                <a:cs typeface="Malgun Gothic"/>
              </a:defRPr>
            </a:lvl3pPr>
            <a:lvl4pPr algn="ctr">
              <a:defRPr sz="2175" b="0">
                <a:solidFill>
                  <a:srgbClr val="4D5A68"/>
                </a:solidFill>
                <a:latin typeface="Malgun Gothic"/>
                <a:ea typeface="Malgun Gothic"/>
                <a:cs typeface="Malgun Gothic"/>
              </a:defRPr>
            </a:lvl4pPr>
            <a:lvl5pPr algn="ctr">
              <a:defRPr sz="2175" b="0">
                <a:solidFill>
                  <a:srgbClr val="4D5A68"/>
                </a:solidFill>
                <a:latin typeface="Malgun Gothic"/>
                <a:ea typeface="Malgun Gothic"/>
                <a:cs typeface="Malgun Gothic"/>
              </a:defRPr>
            </a:lvl5pPr>
            <a:lvl6pPr algn="ctr">
              <a:defRPr sz="2175" b="0">
                <a:solidFill>
                  <a:srgbClr val="4D5A68"/>
                </a:solidFill>
                <a:latin typeface="Malgun Gothic"/>
                <a:ea typeface="Malgun Gothic"/>
                <a:cs typeface="Malgun Gothic"/>
              </a:defRPr>
            </a:lvl6pPr>
            <a:lvl7pPr algn="ctr">
              <a:defRPr sz="2175" b="0">
                <a:solidFill>
                  <a:srgbClr val="4D5A68"/>
                </a:solidFill>
                <a:latin typeface="Malgun Gothic"/>
                <a:ea typeface="Malgun Gothic"/>
                <a:cs typeface="Malgun Gothic"/>
              </a:defRPr>
            </a:lvl7pPr>
            <a:lvl8pPr algn="ctr">
              <a:defRPr sz="2175" b="0">
                <a:solidFill>
                  <a:srgbClr val="4D5A68"/>
                </a:solidFill>
                <a:latin typeface="Malgun Gothic"/>
                <a:ea typeface="Malgun Gothic"/>
                <a:cs typeface="Malgun Gothic"/>
              </a:defRPr>
            </a:lvl8pPr>
            <a:lvl9pPr algn="ctr">
              <a:defRPr sz="2175" b="0">
                <a:solidFill>
                  <a:srgbClr val="4D5A68"/>
                </a:solidFill>
                <a:latin typeface="Malgun Gothic"/>
                <a:ea typeface="Malgun Gothic"/>
                <a:cs typeface="Malgun Gothic"/>
              </a:defRPr>
            </a:lvl9pPr>
          </a:lstStyle>
          <a:p xmlns:a="http://schemas.openxmlformats.org/drawingml/2006/main">
            <a:pPr algn="ctr">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t>
            </a:r>
          </a:p>
        </p:txBody>
      </p:sp>
      <p:sp>
        <p:nvSpPr>
          <p:cNvPr id="11" name="">
            <a:extLst xmlns:a="http://schemas.openxmlformats.org/drawingml/2006/main">
              <a:ext uri="{FF2B5EF4-FFF2-40B4-BE49-F238E27FC236}">
                <a16:creationId xmlns:a16="http://schemas.microsoft.com/office/drawing/2014/main" id="{DB21B453-419F-4A5B-A992-1DC803D1CD2E}"/>
              </a:ext>
            </a:extLst>
          </p:cNvPr>
          <p:cNvSpPr>
            <a:spLocks xmlns:a="http://schemas.openxmlformats.org/drawingml/2006/main" noGrp="1"/>
          </p:cNvSpPr>
          <p:nvPr/>
        </p:nvSpPr>
        <p:spPr>
          <a:xfrm xmlns:a="http://schemas.openxmlformats.org/drawingml/2006/main">
            <a:off x="609600" y="3000375"/>
            <a:ext cx="4343400" cy="1428750"/>
          </a:xfrm>
          <a:prstGeom xmlns:a="http://schemas.openxmlformats.org/drawingml/2006/main" prst="rect">
            <a:avLst/>
          </a:prstGeom>
          <a:solidFill xmlns:a="http://schemas.openxmlformats.org/drawingml/2006/main">
            <a:srgbClr val="FFFFFF"/>
          </a:solidFill>
          <a:ln xmlns:a="http://schemas.openxmlformats.org/drawingml/2006/main" w="19050">
            <a:solidFill>
              <a:srgbClr val="C7D0DA"/>
            </a:solidFill>
            <a:prstDash val="solid"/>
          </a:ln>
        </p:spPr>
      </p:sp>
      <p:sp>
        <p:nvSpPr>
          <p:cNvPr id="12" name="ChatGPT">
            <a:extLst xmlns:a="http://schemas.openxmlformats.org/drawingml/2006/main">
              <a:ext uri="{FF2B5EF4-FFF2-40B4-BE49-F238E27FC236}">
                <a16:creationId xmlns:a16="http://schemas.microsoft.com/office/drawing/2014/main" id="{2A569A9C-69FE-4619-A465-12066E063294}"/>
              </a:ext>
            </a:extLst>
          </p:cNvPr>
          <p:cNvSpPr>
            <a:spLocks xmlns:a="http://schemas.openxmlformats.org/drawingml/2006/main" noGrp="1"/>
          </p:cNvSpPr>
          <p:nvPr/>
        </p:nvSpPr>
        <p:spPr>
          <a:xfrm xmlns:a="http://schemas.openxmlformats.org/drawingml/2006/main">
            <a:off x="838200" y="3124200"/>
            <a:ext cx="36576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ChatGPT</a:t>
            </a:r>
          </a:p>
        </p:txBody>
      </p:sp>
      <p:sp>
        <p:nvSpPr>
          <p:cNvPr id="13" name="">
            <a:extLst xmlns:a="http://schemas.openxmlformats.org/drawingml/2006/main">
              <a:ext uri="{FF2B5EF4-FFF2-40B4-BE49-F238E27FC236}">
                <a16:creationId xmlns:a16="http://schemas.microsoft.com/office/drawing/2014/main" id="{EC410B75-9E9F-44C8-8270-AE6232AE9F2B}"/>
              </a:ext>
            </a:extLst>
          </p:cNvPr>
          <p:cNvSpPr>
            <a:spLocks xmlns:a="http://schemas.openxmlformats.org/drawingml/2006/main" noGrp="1"/>
          </p:cNvSpPr>
          <p:nvPr/>
        </p:nvSpPr>
        <p:spPr>
          <a:xfrm xmlns:a="http://schemas.openxmlformats.org/drawingml/2006/main">
            <a:off x="704850" y="3667125"/>
            <a:ext cx="4152900" cy="6096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Codex">
            <a:extLst xmlns:a="http://schemas.openxmlformats.org/drawingml/2006/main">
              <a:ext uri="{FF2B5EF4-FFF2-40B4-BE49-F238E27FC236}">
                <a16:creationId xmlns:a16="http://schemas.microsoft.com/office/drawing/2014/main" id="{D64594BA-CCC1-42B3-8915-4B38B1FAF8E9}"/>
              </a:ext>
            </a:extLst>
          </p:cNvPr>
          <p:cNvSpPr>
            <a:spLocks xmlns:a="http://schemas.openxmlformats.org/drawingml/2006/main" noGrp="1"/>
          </p:cNvSpPr>
          <p:nvPr/>
        </p:nvSpPr>
        <p:spPr>
          <a:xfrm xmlns:a="http://schemas.openxmlformats.org/drawingml/2006/main">
            <a:off x="838200" y="3752850"/>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Codex</a:t>
            </a:r>
          </a:p>
        </p:txBody>
      </p:sp>
      <p:sp>
        <p:nvSpPr>
          <p:cNvPr id="15" name="✓">
            <a:extLst xmlns:a="http://schemas.openxmlformats.org/drawingml/2006/main">
              <a:ext uri="{FF2B5EF4-FFF2-40B4-BE49-F238E27FC236}">
                <a16:creationId xmlns:a16="http://schemas.microsoft.com/office/drawing/2014/main" id="{DDD5D015-87BB-4313-8799-946721C5A143}"/>
              </a:ext>
            </a:extLst>
          </p:cNvPr>
          <p:cNvSpPr>
            <a:spLocks xmlns:a="http://schemas.openxmlformats.org/drawingml/2006/main" noGrp="1"/>
          </p:cNvSpPr>
          <p:nvPr/>
        </p:nvSpPr>
        <p:spPr>
          <a:xfrm xmlns:a="http://schemas.openxmlformats.org/drawingml/2006/main">
            <a:off x="4324350" y="3762375"/>
            <a:ext cx="4000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t>
            </a:r>
          </a:p>
        </p:txBody>
      </p:sp>
      <p:sp>
        <p:nvSpPr>
          <p:cNvPr id="16" name="전환 메뉴 재구성">
            <a:extLst xmlns:a="http://schemas.openxmlformats.org/drawingml/2006/main">
              <a:ext uri="{FF2B5EF4-FFF2-40B4-BE49-F238E27FC236}">
                <a16:creationId xmlns:a16="http://schemas.microsoft.com/office/drawing/2014/main" id="{BF7E5F87-A204-4C6D-B599-A20105EA541D}"/>
              </a:ext>
            </a:extLst>
          </p:cNvPr>
          <p:cNvSpPr>
            <a:spLocks xmlns:a="http://schemas.openxmlformats.org/drawingml/2006/main" noGrp="1"/>
          </p:cNvSpPr>
          <p:nvPr/>
        </p:nvSpPr>
        <p:spPr>
          <a:xfrm xmlns:a="http://schemas.openxmlformats.org/drawingml/2006/main">
            <a:off x="609600" y="4619625"/>
            <a:ext cx="4343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전환 메뉴 재구성</a:t>
            </a:r>
          </a:p>
        </p:txBody>
      </p:sp>
      <p:sp>
        <p:nvSpPr>
          <p:cNvPr id="17" name="">
            <a:extLst xmlns:a="http://schemas.openxmlformats.org/drawingml/2006/main">
              <a:ext uri="{FF2B5EF4-FFF2-40B4-BE49-F238E27FC236}">
                <a16:creationId xmlns:a16="http://schemas.microsoft.com/office/drawing/2014/main" id="{7DF12D7D-0E5B-4EAB-826F-76BDA15EA40B}"/>
              </a:ext>
            </a:extLst>
          </p:cNvPr>
          <p:cNvSpPr>
            <a:spLocks xmlns:a="http://schemas.openxmlformats.org/drawingml/2006/main" noGrp="1"/>
          </p:cNvSpPr>
          <p:nvPr/>
        </p:nvSpPr>
        <p:spPr>
          <a:xfrm xmlns:a="http://schemas.openxmlformats.org/drawingml/2006/main">
            <a:off x="5248275" y="3362325"/>
            <a:ext cx="581025" cy="2762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7835D74E-5297-46D4-97A6-26DEC88E7DEA}"/>
              </a:ext>
            </a:extLst>
          </p:cNvPr>
          <p:cNvSpPr>
            <a:spLocks xmlns:a="http://schemas.openxmlformats.org/drawingml/2006/main" noGrp="1"/>
          </p:cNvSpPr>
          <p:nvPr/>
        </p:nvSpPr>
        <p:spPr>
          <a:xfrm xmlns:a="http://schemas.openxmlformats.org/drawingml/2006/main">
            <a:off x="6229350" y="229552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01</a:t>
            </a:r>
          </a:p>
        </p:txBody>
      </p:sp>
      <p:sp>
        <p:nvSpPr>
          <p:cNvPr id="19" name="Codex 선택">
            <a:extLst xmlns:a="http://schemas.openxmlformats.org/drawingml/2006/main">
              <a:ext uri="{FF2B5EF4-FFF2-40B4-BE49-F238E27FC236}">
                <a16:creationId xmlns:a16="http://schemas.microsoft.com/office/drawing/2014/main" id="{4A9AF11F-D238-4CED-881D-2EE303D76E99}"/>
              </a:ext>
            </a:extLst>
          </p:cNvPr>
          <p:cNvSpPr>
            <a:spLocks xmlns:a="http://schemas.openxmlformats.org/drawingml/2006/main" noGrp="1"/>
          </p:cNvSpPr>
          <p:nvPr/>
        </p:nvSpPr>
        <p:spPr>
          <a:xfrm xmlns:a="http://schemas.openxmlformats.org/drawingml/2006/main">
            <a:off x="6934200" y="227647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Codex 선택</a:t>
            </a:r>
          </a:p>
        </p:txBody>
      </p:sp>
      <p:sp>
        <p:nvSpPr>
          <p:cNvPr id="20" name="개발 작업으로 전환">
            <a:extLst xmlns:a="http://schemas.openxmlformats.org/drawingml/2006/main">
              <a:ext uri="{FF2B5EF4-FFF2-40B4-BE49-F238E27FC236}">
                <a16:creationId xmlns:a16="http://schemas.microsoft.com/office/drawing/2014/main" id="{8F2D672B-B836-4AAE-BE48-1B707120F2F5}"/>
              </a:ext>
            </a:extLst>
          </p:cNvPr>
          <p:cNvSpPr>
            <a:spLocks xmlns:a="http://schemas.openxmlformats.org/drawingml/2006/main" noGrp="1"/>
          </p:cNvSpPr>
          <p:nvPr/>
        </p:nvSpPr>
        <p:spPr>
          <a:xfrm xmlns:a="http://schemas.openxmlformats.org/drawingml/2006/main">
            <a:off x="6934200" y="268605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개발 작업으로 전환</a:t>
            </a:r>
          </a:p>
        </p:txBody>
      </p:sp>
      <p:sp>
        <p:nvSpPr>
          <p:cNvPr id="21" name="02">
            <a:extLst xmlns:a="http://schemas.openxmlformats.org/drawingml/2006/main">
              <a:ext uri="{FF2B5EF4-FFF2-40B4-BE49-F238E27FC236}">
                <a16:creationId xmlns:a16="http://schemas.microsoft.com/office/drawing/2014/main" id="{AA256C01-6A81-43E1-ACFE-DC364D449F92}"/>
              </a:ext>
            </a:extLst>
          </p:cNvPr>
          <p:cNvSpPr>
            <a:spLocks xmlns:a="http://schemas.openxmlformats.org/drawingml/2006/main" noGrp="1"/>
          </p:cNvSpPr>
          <p:nvPr/>
        </p:nvSpPr>
        <p:spPr>
          <a:xfrm xmlns:a="http://schemas.openxmlformats.org/drawingml/2006/main">
            <a:off x="6229350" y="3181350"/>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02</a:t>
            </a:r>
          </a:p>
        </p:txBody>
      </p:sp>
      <p:sp>
        <p:nvSpPr>
          <p:cNvPr id="22" name="Repository 폴더 열기">
            <a:extLst xmlns:a="http://schemas.openxmlformats.org/drawingml/2006/main">
              <a:ext uri="{FF2B5EF4-FFF2-40B4-BE49-F238E27FC236}">
                <a16:creationId xmlns:a16="http://schemas.microsoft.com/office/drawing/2014/main" id="{4E17D23C-389A-4831-B676-B7AB92F6BAFC}"/>
              </a:ext>
            </a:extLst>
          </p:cNvPr>
          <p:cNvSpPr>
            <a:spLocks xmlns:a="http://schemas.openxmlformats.org/drawingml/2006/main" noGrp="1"/>
          </p:cNvSpPr>
          <p:nvPr/>
        </p:nvSpPr>
        <p:spPr>
          <a:xfrm xmlns:a="http://schemas.openxmlformats.org/drawingml/2006/main">
            <a:off x="6934200" y="3162300"/>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Repository 폴더 열기</a:t>
            </a:r>
          </a:p>
        </p:txBody>
      </p:sp>
      <p:sp>
        <p:nvSpPr>
          <p:cNvPr id="23" name="코드가 있는 폴더를 작업 위치로">
            <a:extLst xmlns:a="http://schemas.openxmlformats.org/drawingml/2006/main">
              <a:ext uri="{FF2B5EF4-FFF2-40B4-BE49-F238E27FC236}">
                <a16:creationId xmlns:a16="http://schemas.microsoft.com/office/drawing/2014/main" id="{5BB5B3AE-D133-4DF5-8F84-444EBF3E1F16}"/>
              </a:ext>
            </a:extLst>
          </p:cNvPr>
          <p:cNvSpPr>
            <a:spLocks xmlns:a="http://schemas.openxmlformats.org/drawingml/2006/main" noGrp="1"/>
          </p:cNvSpPr>
          <p:nvPr/>
        </p:nvSpPr>
        <p:spPr>
          <a:xfrm xmlns:a="http://schemas.openxmlformats.org/drawingml/2006/main">
            <a:off x="6934200" y="3571875"/>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코드가 있는 폴더를 작업 위치로</a:t>
            </a:r>
          </a:p>
        </p:txBody>
      </p:sp>
      <p:sp>
        <p:nvSpPr>
          <p:cNvPr id="24" name="03">
            <a:extLst xmlns:a="http://schemas.openxmlformats.org/drawingml/2006/main">
              <a:ext uri="{FF2B5EF4-FFF2-40B4-BE49-F238E27FC236}">
                <a16:creationId xmlns:a16="http://schemas.microsoft.com/office/drawing/2014/main" id="{81B43BD7-495A-4485-87E9-473B75106E7D}"/>
              </a:ext>
            </a:extLst>
          </p:cNvPr>
          <p:cNvSpPr>
            <a:spLocks xmlns:a="http://schemas.openxmlformats.org/drawingml/2006/main" noGrp="1"/>
          </p:cNvSpPr>
          <p:nvPr/>
        </p:nvSpPr>
        <p:spPr>
          <a:xfrm xmlns:a="http://schemas.openxmlformats.org/drawingml/2006/main">
            <a:off x="6229350" y="4067175"/>
            <a:ext cx="571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03</a:t>
            </a:r>
          </a:p>
        </p:txBody>
      </p:sp>
      <p:sp>
        <p:nvSpPr>
          <p:cNvPr id="25" name="수정 전에 조사부터 요청">
            <a:extLst xmlns:a="http://schemas.openxmlformats.org/drawingml/2006/main">
              <a:ext uri="{FF2B5EF4-FFF2-40B4-BE49-F238E27FC236}">
                <a16:creationId xmlns:a16="http://schemas.microsoft.com/office/drawing/2014/main" id="{43C8B9DF-455F-4DC4-AD5A-410002BA5B67}"/>
              </a:ext>
            </a:extLst>
          </p:cNvPr>
          <p:cNvSpPr>
            <a:spLocks xmlns:a="http://schemas.openxmlformats.org/drawingml/2006/main" noGrp="1"/>
          </p:cNvSpPr>
          <p:nvPr/>
        </p:nvSpPr>
        <p:spPr>
          <a:xfrm xmlns:a="http://schemas.openxmlformats.org/drawingml/2006/main">
            <a:off x="6934200" y="4048125"/>
            <a:ext cx="4648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수정 전에 조사부터 요청</a:t>
            </a:r>
          </a:p>
        </p:txBody>
      </p:sp>
      <p:sp>
        <p:nvSpPr>
          <p:cNvPr id="26" name="찾은 파일과 근거를 함께 확인">
            <a:extLst xmlns:a="http://schemas.openxmlformats.org/drawingml/2006/main">
              <a:ext uri="{FF2B5EF4-FFF2-40B4-BE49-F238E27FC236}">
                <a16:creationId xmlns:a16="http://schemas.microsoft.com/office/drawing/2014/main" id="{D33902F4-FE6D-4F76-91F4-0ED870F86B9A}"/>
              </a:ext>
            </a:extLst>
          </p:cNvPr>
          <p:cNvSpPr>
            <a:spLocks xmlns:a="http://schemas.openxmlformats.org/drawingml/2006/main" noGrp="1"/>
          </p:cNvSpPr>
          <p:nvPr/>
        </p:nvSpPr>
        <p:spPr>
          <a:xfrm xmlns:a="http://schemas.openxmlformats.org/drawingml/2006/main">
            <a:off x="6934200" y="4457700"/>
            <a:ext cx="4648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찾은 파일과 근거를 함께 확인</a:t>
            </a:r>
          </a:p>
        </p:txBody>
      </p:sp>
      <p:sp>
        <p:nvSpPr>
          <p:cNvPr id="27" name="이 교육의 Repository 조사는 Codex로 진행한다.">
            <a:extLst xmlns:a="http://schemas.openxmlformats.org/drawingml/2006/main">
              <a:ext uri="{FF2B5EF4-FFF2-40B4-BE49-F238E27FC236}">
                <a16:creationId xmlns:a16="http://schemas.microsoft.com/office/drawing/2014/main" id="{F93A38E6-DF50-42A4-A36C-54D27128B206}"/>
              </a:ext>
            </a:extLst>
          </p:cNvPr>
          <p:cNvSpPr>
            <a:spLocks xmlns:a="http://schemas.openxmlformats.org/drawingml/2006/main" noGrp="1"/>
          </p:cNvSpPr>
          <p:nvPr/>
        </p:nvSpPr>
        <p:spPr>
          <a:xfrm xmlns:a="http://schemas.openxmlformats.org/drawingml/2006/main">
            <a:off x="609600" y="5276850"/>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교육의 Repository 조사는 Codex로 진행한다.</a:t>
            </a:r>
          </a:p>
        </p:txBody>
      </p:sp>
      <p:sp>
        <p:nvSpPr>
          <p:cNvPr id="28" name="Legacy module connection">
            <a:extLst xmlns:a="http://schemas.openxmlformats.org/drawingml/2006/main">
              <a:ext uri="{FF2B5EF4-FFF2-40B4-BE49-F238E27FC236}">
                <a16:creationId xmlns:a16="http://schemas.microsoft.com/office/drawing/2014/main" id="{E6F42AEE-8597-4A34-9C5B-BFC87A7D4C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041863596"/>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0 · 누가 볼 수 있고, 누가 정하는가">
            <a:extLst xmlns:a="http://schemas.openxmlformats.org/drawingml/2006/main">
              <a:ext uri="{FF2B5EF4-FFF2-40B4-BE49-F238E27FC236}">
                <a16:creationId xmlns:a16="http://schemas.microsoft.com/office/drawing/2014/main" id="{BB56CDD8-B5D4-4199-8D0B-B5D087BD53B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누가 볼 수 있고, 누가 정하는가</a:t>
            </a:r>
          </a:p>
        </p:txBody>
      </p:sp>
      <p:sp>
        <p:nvSpPr>
          <p:cNvPr id="2" name="S12">
            <a:extLst xmlns:a="http://schemas.openxmlformats.org/drawingml/2006/main">
              <a:ext uri="{FF2B5EF4-FFF2-40B4-BE49-F238E27FC236}">
                <a16:creationId xmlns:a16="http://schemas.microsoft.com/office/drawing/2014/main" id="{A66B3F67-F344-4CC3-845A-0DA36640B8B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S12</a:t>
            </a:r>
          </a:p>
        </p:txBody>
      </p:sp>
      <p:sp>
        <p:nvSpPr>
          <p:cNvPr id="3" name="Repository 접근과 Task 의도는 별개다">
            <a:extLst xmlns:a="http://schemas.openxmlformats.org/drawingml/2006/main">
              <a:ext uri="{FF2B5EF4-FFF2-40B4-BE49-F238E27FC236}">
                <a16:creationId xmlns:a16="http://schemas.microsoft.com/office/drawing/2014/main" id="{81220E80-E410-4CEA-B76D-4A6F93BF493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 접근과 Task 의도는 별개다</a:t>
            </a:r>
          </a:p>
        </p:txBody>
      </p:sp>
      <p:sp>
        <p:nvSpPr>
          <p:cNvPr id="4" name="">
            <a:extLst xmlns:a="http://schemas.openxmlformats.org/drawingml/2006/main">
              <a:ext uri="{FF2B5EF4-FFF2-40B4-BE49-F238E27FC236}">
                <a16:creationId xmlns:a16="http://schemas.microsoft.com/office/drawing/2014/main" id="{B2670157-84D6-40EA-888B-1F3C9FB918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정보 접근과 최종 결정 책임의 구분 · AI 생성 역할 아이콘">
            <a:extLst xmlns:a="http://schemas.openxmlformats.org/drawingml/2006/main">
              <a:ext uri="{FF2B5EF4-FFF2-40B4-BE49-F238E27FC236}">
                <a16:creationId xmlns:a16="http://schemas.microsoft.com/office/drawing/2014/main" id="{F534E46A-F888-4B33-9944-CA63CD4E1D6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정보 접근과 최종 결정 책임의 구분 · AI 생성 역할 아이콘</a:t>
            </a:r>
          </a:p>
        </p:txBody>
      </p:sp>
      <p:sp>
        <p:nvSpPr>
          <p:cNvPr id="6" name="Agent는 조사·제안을 할 수 있습니다. 목표·허용 범위·완료 수용의 최종 결정과 책임은 사람에게 있습니다">
            <a:extLst xmlns:a="http://schemas.openxmlformats.org/drawingml/2006/main">
              <a:ext uri="{FF2B5EF4-FFF2-40B4-BE49-F238E27FC236}">
                <a16:creationId xmlns:a16="http://schemas.microsoft.com/office/drawing/2014/main" id="{E57016D6-74B8-4AD4-99C1-1E66D3A956C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Agent는 조사·제안을 할 수 있습니다. 목표·허용 범위·완료 수용의 최종 결정과 책임은 사람에게 있습니다.</a:t>
            </a:r>
          </a:p>
        </p:txBody>
      </p:sp>
      <p:sp>
        <p:nvSpPr>
          <p:cNvPr id="7" name="볼 수 있는 것">
            <a:extLst xmlns:a="http://schemas.openxmlformats.org/drawingml/2006/main">
              <a:ext uri="{FF2B5EF4-FFF2-40B4-BE49-F238E27FC236}">
                <a16:creationId xmlns:a16="http://schemas.microsoft.com/office/drawing/2014/main" id="{62789721-0BAD-4E28-8D74-47AF2C1FC182}"/>
              </a:ext>
            </a:extLst>
          </p:cNvPr>
          <p:cNvSpPr>
            <a:spLocks xmlns:a="http://schemas.openxmlformats.org/drawingml/2006/main" noGrp="1"/>
          </p:cNvSpPr>
          <p:nvPr/>
        </p:nvSpPr>
        <p:spPr>
          <a:xfrm xmlns:a="http://schemas.openxmlformats.org/drawingml/2006/main">
            <a:off x="609600" y="1885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볼 수 있는 것</a:t>
            </a:r>
          </a:p>
        </p:txBody>
      </p:sp>
      <p:sp>
        <p:nvSpPr>
          <p:cNvPr id="8" name="정해야 하는 것">
            <a:extLst xmlns:a="http://schemas.openxmlformats.org/drawingml/2006/main">
              <a:ext uri="{FF2B5EF4-FFF2-40B4-BE49-F238E27FC236}">
                <a16:creationId xmlns:a16="http://schemas.microsoft.com/office/drawing/2014/main" id="{B743EC7E-E0E9-43A6-9EFE-8DA523D6D603}"/>
              </a:ext>
            </a:extLst>
          </p:cNvPr>
          <p:cNvSpPr>
            <a:spLocks xmlns:a="http://schemas.openxmlformats.org/drawingml/2006/main" noGrp="1"/>
          </p:cNvSpPr>
          <p:nvPr/>
        </p:nvSpPr>
        <p:spPr>
          <a:xfrm xmlns:a="http://schemas.openxmlformats.org/drawingml/2006/main">
            <a:off x="7181850" y="1885950"/>
            <a:ext cx="44005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정해야 하는 것</a:t>
            </a:r>
          </a:p>
        </p:txBody>
      </p:sp>
      <p:pic>
        <p:nvPicPr>
          <p:cNvPr id="9" name="">
            <a:extLst xmlns:a="http://schemas.openxmlformats.org/drawingml/2006/main">
              <a:ext uri="{FF2B5EF4-FFF2-40B4-BE49-F238E27FC236}">
                <a16:creationId xmlns:a16="http://schemas.microsoft.com/office/drawing/2014/main" id="{795A79C2-0153-4442-BDEF-1805CA78B9A5}"/>
              </a:ext>
            </a:extLst>
          </p:cNvPr>
          <p:cNvPicPr>
            <a:picLocks xmlns:a="http://schemas.openxmlformats.org/drawingml/2006/main" noChangeAspect="1"/>
          </p:cNvPicPr>
          <p:nvPr/>
        </p:nvPicPr>
        <p:blipFill>
          <a:blip xmlns:r="http://schemas.openxmlformats.org/officeDocument/2006/relationships" xmlns:a="http://schemas.openxmlformats.org/drawingml/2006/main" r:embed="R2ac9a2369d95468c"/>
          <a:srcRect xmlns:a="http://schemas.openxmlformats.org/drawingml/2006/main" l="0" t="0" r="50000" b="0"/>
          <a:stretch xmlns:a="http://schemas.openxmlformats.org/drawingml/2006/main"/>
        </p:blipFill>
        <p:spPr>
          <a:xfrm xmlns:a="http://schemas.openxmlformats.org/drawingml/2006/main">
            <a:off x="609600" y="2505075"/>
            <a:ext cx="838200" cy="838200"/>
          </a:xfrm>
          <a:prstGeom xmlns:a="http://schemas.openxmlformats.org/drawingml/2006/main" prst="rect">
            <a:avLst/>
          </a:prstGeom>
        </p:spPr>
      </p:pic>
      <p:sp>
        <p:nvSpPr>
          <p:cNvPr id="10" name="사람">
            <a:extLst xmlns:a="http://schemas.openxmlformats.org/drawingml/2006/main">
              <a:ext uri="{FF2B5EF4-FFF2-40B4-BE49-F238E27FC236}">
                <a16:creationId xmlns:a16="http://schemas.microsoft.com/office/drawing/2014/main" id="{11EEB197-8A2E-4535-BC40-44618E268860}"/>
              </a:ext>
            </a:extLst>
          </p:cNvPr>
          <p:cNvSpPr>
            <a:spLocks xmlns:a="http://schemas.openxmlformats.org/drawingml/2006/main" noGrp="1"/>
          </p:cNvSpPr>
          <p:nvPr/>
        </p:nvSpPr>
        <p:spPr>
          <a:xfrm xmlns:a="http://schemas.openxmlformats.org/drawingml/2006/main">
            <a:off x="1504950" y="2714625"/>
            <a:ext cx="857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사람</a:t>
            </a:r>
          </a:p>
        </p:txBody>
      </p:sp>
      <p:sp>
        <p:nvSpPr>
          <p:cNvPr id="11" name="+">
            <a:extLst xmlns:a="http://schemas.openxmlformats.org/drawingml/2006/main">
              <a:ext uri="{FF2B5EF4-FFF2-40B4-BE49-F238E27FC236}">
                <a16:creationId xmlns:a16="http://schemas.microsoft.com/office/drawing/2014/main" id="{1BFE9949-1879-47F1-8012-748C8BEE8F08}"/>
              </a:ext>
            </a:extLst>
          </p:cNvPr>
          <p:cNvSpPr>
            <a:spLocks xmlns:a="http://schemas.openxmlformats.org/drawingml/2006/main" noGrp="1"/>
          </p:cNvSpPr>
          <p:nvPr/>
        </p:nvSpPr>
        <p:spPr>
          <a:xfrm xmlns:a="http://schemas.openxmlformats.org/drawingml/2006/main">
            <a:off x="2371725" y="2686050"/>
            <a:ext cx="3619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0">
                <a:solidFill>
                  <a:srgbClr val="4D5A68"/>
                </a:solidFill>
                <a:latin typeface="Malgun Gothic"/>
                <a:ea typeface="Malgun Gothic"/>
                <a:cs typeface="Malgun Gothic"/>
              </a:defRPr>
            </a:defPPr>
            <a:lvl1pPr algn="ctr">
              <a:defRPr sz="2475" b="0">
                <a:solidFill>
                  <a:srgbClr val="4D5A68"/>
                </a:solidFill>
                <a:latin typeface="Malgun Gothic"/>
                <a:ea typeface="Malgun Gothic"/>
                <a:cs typeface="Malgun Gothic"/>
              </a:defRPr>
            </a:lvl1pPr>
            <a:lvl2pPr algn="ctr">
              <a:defRPr sz="2475" b="0">
                <a:solidFill>
                  <a:srgbClr val="4D5A68"/>
                </a:solidFill>
                <a:latin typeface="Malgun Gothic"/>
                <a:ea typeface="Malgun Gothic"/>
                <a:cs typeface="Malgun Gothic"/>
              </a:defRPr>
            </a:lvl2pPr>
            <a:lvl3pPr algn="ctr">
              <a:defRPr sz="2475" b="0">
                <a:solidFill>
                  <a:srgbClr val="4D5A68"/>
                </a:solidFill>
                <a:latin typeface="Malgun Gothic"/>
                <a:ea typeface="Malgun Gothic"/>
                <a:cs typeface="Malgun Gothic"/>
              </a:defRPr>
            </a:lvl3pPr>
            <a:lvl4pPr algn="ctr">
              <a:defRPr sz="2475" b="0">
                <a:solidFill>
                  <a:srgbClr val="4D5A68"/>
                </a:solidFill>
                <a:latin typeface="Malgun Gothic"/>
                <a:ea typeface="Malgun Gothic"/>
                <a:cs typeface="Malgun Gothic"/>
              </a:defRPr>
            </a:lvl4pPr>
            <a:lvl5pPr algn="ctr">
              <a:defRPr sz="2475" b="0">
                <a:solidFill>
                  <a:srgbClr val="4D5A68"/>
                </a:solidFill>
                <a:latin typeface="Malgun Gothic"/>
                <a:ea typeface="Malgun Gothic"/>
                <a:cs typeface="Malgun Gothic"/>
              </a:defRPr>
            </a:lvl5pPr>
            <a:lvl6pPr algn="ctr">
              <a:defRPr sz="2475" b="0">
                <a:solidFill>
                  <a:srgbClr val="4D5A68"/>
                </a:solidFill>
                <a:latin typeface="Malgun Gothic"/>
                <a:ea typeface="Malgun Gothic"/>
                <a:cs typeface="Malgun Gothic"/>
              </a:defRPr>
            </a:lvl6pPr>
            <a:lvl7pPr algn="ctr">
              <a:defRPr sz="2475" b="0">
                <a:solidFill>
                  <a:srgbClr val="4D5A68"/>
                </a:solidFill>
                <a:latin typeface="Malgun Gothic"/>
                <a:ea typeface="Malgun Gothic"/>
                <a:cs typeface="Malgun Gothic"/>
              </a:defRPr>
            </a:lvl7pPr>
            <a:lvl8pPr algn="ctr">
              <a:defRPr sz="2475" b="0">
                <a:solidFill>
                  <a:srgbClr val="4D5A68"/>
                </a:solidFill>
                <a:latin typeface="Malgun Gothic"/>
                <a:ea typeface="Malgun Gothic"/>
                <a:cs typeface="Malgun Gothic"/>
              </a:defRPr>
            </a:lvl8pPr>
            <a:lvl9pPr algn="ctr">
              <a:defRPr sz="2475" b="0">
                <a:solidFill>
                  <a:srgbClr val="4D5A68"/>
                </a:solidFill>
                <a:latin typeface="Malgun Gothic"/>
                <a:ea typeface="Malgun Gothic"/>
                <a:cs typeface="Malgun Gothic"/>
              </a:defRPr>
            </a:lvl9pPr>
          </a:lstStyle>
          <a:p xmlns:a="http://schemas.openxmlformats.org/drawingml/2006/main">
            <a:pPr algn="ctr">
              <a:defRPr sz="2475" b="0">
                <a:solidFill>
                  <a:srgbClr val="4D5A68"/>
                </a:solidFill>
                <a:latin typeface="Malgun Gothic"/>
                <a:ea typeface="Malgun Gothic"/>
                <a:cs typeface="Malgun Gothic"/>
              </a:defRPr>
            </a:pPr>
            <a:r>
              <a:rPr sz="2475" b="0">
                <a:solidFill>
                  <a:srgbClr val="4D5A68"/>
                </a:solidFill>
                <a:latin typeface="Malgun Gothic"/>
                <a:ea typeface="Malgun Gothic"/>
                <a:cs typeface="Malgun Gothic"/>
              </a:rPr>
              <a:t>+</a:t>
            </a:r>
          </a:p>
        </p:txBody>
      </p:sp>
      <p:pic>
        <p:nvPicPr>
          <p:cNvPr id="12" name="">
            <a:extLst xmlns:a="http://schemas.openxmlformats.org/drawingml/2006/main">
              <a:ext uri="{FF2B5EF4-FFF2-40B4-BE49-F238E27FC236}">
                <a16:creationId xmlns:a16="http://schemas.microsoft.com/office/drawing/2014/main" id="{0C69D95D-2DB1-4814-A777-5000EDF0A20D}"/>
              </a:ext>
            </a:extLst>
          </p:cNvPr>
          <p:cNvPicPr>
            <a:picLocks xmlns:a="http://schemas.openxmlformats.org/drawingml/2006/main" noChangeAspect="1"/>
          </p:cNvPicPr>
          <p:nvPr/>
        </p:nvPicPr>
        <p:blipFill>
          <a:blip xmlns:r="http://schemas.openxmlformats.org/officeDocument/2006/relationships" xmlns:a="http://schemas.openxmlformats.org/drawingml/2006/main" r:embed="R92a9f029a1224edf"/>
          <a:srcRect xmlns:a="http://schemas.openxmlformats.org/drawingml/2006/main" l="50000" t="0" r="0" b="0"/>
          <a:stretch xmlns:a="http://schemas.openxmlformats.org/drawingml/2006/main"/>
        </p:blipFill>
        <p:spPr>
          <a:xfrm xmlns:a="http://schemas.openxmlformats.org/drawingml/2006/main">
            <a:off x="2762250" y="2505075"/>
            <a:ext cx="838200" cy="838200"/>
          </a:xfrm>
          <a:prstGeom xmlns:a="http://schemas.openxmlformats.org/drawingml/2006/main" prst="rect">
            <a:avLst/>
          </a:prstGeom>
        </p:spPr>
      </p:pic>
      <p:sp>
        <p:nvSpPr>
          <p:cNvPr id="13" name="AI Agent">
            <a:extLst xmlns:a="http://schemas.openxmlformats.org/drawingml/2006/main">
              <a:ext uri="{FF2B5EF4-FFF2-40B4-BE49-F238E27FC236}">
                <a16:creationId xmlns:a16="http://schemas.microsoft.com/office/drawing/2014/main" id="{F1382F6F-37BC-45B1-94C6-3C393F2653D4}"/>
              </a:ext>
            </a:extLst>
          </p:cNvPr>
          <p:cNvSpPr>
            <a:spLocks xmlns:a="http://schemas.openxmlformats.org/drawingml/2006/main" noGrp="1"/>
          </p:cNvSpPr>
          <p:nvPr/>
        </p:nvSpPr>
        <p:spPr>
          <a:xfrm xmlns:a="http://schemas.openxmlformats.org/drawingml/2006/main">
            <a:off x="3705225" y="2714625"/>
            <a:ext cx="1857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AI Agent</a:t>
            </a:r>
          </a:p>
        </p:txBody>
      </p:sp>
      <p:pic>
        <p:nvPicPr>
          <p:cNvPr id="14" name="">
            <a:extLst xmlns:a="http://schemas.openxmlformats.org/drawingml/2006/main">
              <a:ext uri="{FF2B5EF4-FFF2-40B4-BE49-F238E27FC236}">
                <a16:creationId xmlns:a16="http://schemas.microsoft.com/office/drawing/2014/main" id="{37C2DBBF-D5BC-4BE9-91E2-F116B235A2A7}"/>
              </a:ext>
            </a:extLst>
          </p:cNvPr>
          <p:cNvPicPr>
            <a:picLocks xmlns:a="http://schemas.openxmlformats.org/drawingml/2006/main" noChangeAspect="1"/>
          </p:cNvPicPr>
          <p:nvPr/>
        </p:nvPicPr>
        <p:blipFill>
          <a:blip xmlns:r="http://schemas.openxmlformats.org/officeDocument/2006/relationships" xmlns:a="http://schemas.openxmlformats.org/drawingml/2006/main" r:embed="R9f621fc5661944c4"/>
          <a:srcRect xmlns:a="http://schemas.openxmlformats.org/drawingml/2006/main" l="0" t="0" r="50000" b="0"/>
          <a:stretch xmlns:a="http://schemas.openxmlformats.org/drawingml/2006/main"/>
        </p:blipFill>
        <p:spPr>
          <a:xfrm xmlns:a="http://schemas.openxmlformats.org/drawingml/2006/main">
            <a:off x="7181850" y="2505075"/>
            <a:ext cx="838200" cy="838200"/>
          </a:xfrm>
          <a:prstGeom xmlns:a="http://schemas.openxmlformats.org/drawingml/2006/main" prst="rect">
            <a:avLst/>
          </a:prstGeom>
        </p:spPr>
      </p:pic>
      <p:sp>
        <p:nvSpPr>
          <p:cNvPr id="15" name="사람이 최종 결정">
            <a:extLst xmlns:a="http://schemas.openxmlformats.org/drawingml/2006/main">
              <a:ext uri="{FF2B5EF4-FFF2-40B4-BE49-F238E27FC236}">
                <a16:creationId xmlns:a16="http://schemas.microsoft.com/office/drawing/2014/main" id="{9FD89B73-041A-43A1-9CAB-EA2FCB635EFB}"/>
              </a:ext>
            </a:extLst>
          </p:cNvPr>
          <p:cNvSpPr>
            <a:spLocks xmlns:a="http://schemas.openxmlformats.org/drawingml/2006/main" noGrp="1"/>
          </p:cNvSpPr>
          <p:nvPr/>
        </p:nvSpPr>
        <p:spPr>
          <a:xfrm xmlns:a="http://schemas.openxmlformats.org/drawingml/2006/main">
            <a:off x="8172450" y="2714625"/>
            <a:ext cx="34099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사람이 최종 결정</a:t>
            </a:r>
          </a:p>
        </p:txBody>
      </p:sp>
      <p:sp>
        <p:nvSpPr>
          <p:cNvPr id="16" name="">
            <a:extLst xmlns:a="http://schemas.openxmlformats.org/drawingml/2006/main">
              <a:ext uri="{FF2B5EF4-FFF2-40B4-BE49-F238E27FC236}">
                <a16:creationId xmlns:a16="http://schemas.microsoft.com/office/drawing/2014/main" id="{72344830-3A39-43A4-AE2B-C345780EF57A}"/>
              </a:ext>
            </a:extLst>
          </p:cNvPr>
          <p:cNvSpPr>
            <a:spLocks xmlns:a="http://schemas.openxmlformats.org/drawingml/2006/main" noGrp="1"/>
          </p:cNvSpPr>
          <p:nvPr/>
        </p:nvSpPr>
        <p:spPr>
          <a:xfrm xmlns:a="http://schemas.openxmlformats.org/drawingml/2006/main">
            <a:off x="609600" y="3495675"/>
            <a:ext cx="4953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7" name="">
            <a:extLst xmlns:a="http://schemas.openxmlformats.org/drawingml/2006/main">
              <a:ext uri="{FF2B5EF4-FFF2-40B4-BE49-F238E27FC236}">
                <a16:creationId xmlns:a16="http://schemas.microsoft.com/office/drawing/2014/main" id="{174EC796-0EB1-4C53-B714-7EB3BB20AA90}"/>
              </a:ext>
            </a:extLst>
          </p:cNvPr>
          <p:cNvSpPr>
            <a:spLocks xmlns:a="http://schemas.openxmlformats.org/drawingml/2006/main" noGrp="1"/>
          </p:cNvSpPr>
          <p:nvPr/>
        </p:nvSpPr>
        <p:spPr>
          <a:xfrm xmlns:a="http://schemas.openxmlformats.org/drawingml/2006/main">
            <a:off x="7181850" y="3495675"/>
            <a:ext cx="4400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8" name="파일&#10;구현&#10;테스트">
            <a:extLst xmlns:a="http://schemas.openxmlformats.org/drawingml/2006/main">
              <a:ext uri="{FF2B5EF4-FFF2-40B4-BE49-F238E27FC236}">
                <a16:creationId xmlns:a16="http://schemas.microsoft.com/office/drawing/2014/main" id="{8D0546B1-953B-40BF-BB7D-7CC1FADDEFAE}"/>
              </a:ext>
            </a:extLst>
          </p:cNvPr>
          <p:cNvSpPr>
            <a:spLocks xmlns:a="http://schemas.openxmlformats.org/drawingml/2006/main" noGrp="1"/>
          </p:cNvSpPr>
          <p:nvPr/>
        </p:nvSpPr>
        <p:spPr>
          <a:xfrm xmlns:a="http://schemas.openxmlformats.org/drawingml/2006/main">
            <a:off x="609600" y="3790950"/>
            <a:ext cx="49530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파일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구현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테스트</a:t>
            </a:r>
          </a:p>
        </p:txBody>
      </p:sp>
      <p:sp>
        <p:nvSpPr>
          <p:cNvPr id="19" name="원하는 결과&#10;허용할 범위&#10;완료 수용">
            <a:extLst xmlns:a="http://schemas.openxmlformats.org/drawingml/2006/main">
              <a:ext uri="{FF2B5EF4-FFF2-40B4-BE49-F238E27FC236}">
                <a16:creationId xmlns:a16="http://schemas.microsoft.com/office/drawing/2014/main" id="{82E78531-2BB4-483B-AC3E-68594AE69757}"/>
              </a:ext>
            </a:extLst>
          </p:cNvPr>
          <p:cNvSpPr>
            <a:spLocks xmlns:a="http://schemas.openxmlformats.org/drawingml/2006/main" noGrp="1"/>
          </p:cNvSpPr>
          <p:nvPr/>
        </p:nvSpPr>
        <p:spPr>
          <a:xfrm xmlns:a="http://schemas.openxmlformats.org/drawingml/2006/main">
            <a:off x="7181850" y="3790950"/>
            <a:ext cx="44005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0">
                <a:solidFill>
                  <a:srgbClr val="17212B"/>
                </a:solidFill>
                <a:latin typeface="Malgun Gothic"/>
                <a:ea typeface="Malgun Gothic"/>
                <a:cs typeface="Malgun Gothic"/>
              </a:defRPr>
            </a:defPPr>
            <a:lvl1pPr algn="l">
              <a:defRPr sz="2625" b="0">
                <a:solidFill>
                  <a:srgbClr val="17212B"/>
                </a:solidFill>
                <a:latin typeface="Malgun Gothic"/>
                <a:ea typeface="Malgun Gothic"/>
                <a:cs typeface="Malgun Gothic"/>
              </a:defRPr>
            </a:lvl1pPr>
            <a:lvl2pPr algn="l">
              <a:defRPr sz="2625" b="0">
                <a:solidFill>
                  <a:srgbClr val="17212B"/>
                </a:solidFill>
                <a:latin typeface="Malgun Gothic"/>
                <a:ea typeface="Malgun Gothic"/>
                <a:cs typeface="Malgun Gothic"/>
              </a:defRPr>
            </a:lvl2pPr>
            <a:lvl3pPr algn="l">
              <a:defRPr sz="2625" b="0">
                <a:solidFill>
                  <a:srgbClr val="17212B"/>
                </a:solidFill>
                <a:latin typeface="Malgun Gothic"/>
                <a:ea typeface="Malgun Gothic"/>
                <a:cs typeface="Malgun Gothic"/>
              </a:defRPr>
            </a:lvl3pPr>
            <a:lvl4pPr algn="l">
              <a:defRPr sz="2625" b="0">
                <a:solidFill>
                  <a:srgbClr val="17212B"/>
                </a:solidFill>
                <a:latin typeface="Malgun Gothic"/>
                <a:ea typeface="Malgun Gothic"/>
                <a:cs typeface="Malgun Gothic"/>
              </a:defRPr>
            </a:lvl4pPr>
            <a:lvl5pPr algn="l">
              <a:defRPr sz="2625" b="0">
                <a:solidFill>
                  <a:srgbClr val="17212B"/>
                </a:solidFill>
                <a:latin typeface="Malgun Gothic"/>
                <a:ea typeface="Malgun Gothic"/>
                <a:cs typeface="Malgun Gothic"/>
              </a:defRPr>
            </a:lvl5pPr>
            <a:lvl6pPr algn="l">
              <a:defRPr sz="2625" b="0">
                <a:solidFill>
                  <a:srgbClr val="17212B"/>
                </a:solidFill>
                <a:latin typeface="Malgun Gothic"/>
                <a:ea typeface="Malgun Gothic"/>
                <a:cs typeface="Malgun Gothic"/>
              </a:defRPr>
            </a:lvl6pPr>
            <a:lvl7pPr algn="l">
              <a:defRPr sz="2625" b="0">
                <a:solidFill>
                  <a:srgbClr val="17212B"/>
                </a:solidFill>
                <a:latin typeface="Malgun Gothic"/>
                <a:ea typeface="Malgun Gothic"/>
                <a:cs typeface="Malgun Gothic"/>
              </a:defRPr>
            </a:lvl7pPr>
            <a:lvl8pPr algn="l">
              <a:defRPr sz="2625" b="0">
                <a:solidFill>
                  <a:srgbClr val="17212B"/>
                </a:solidFill>
                <a:latin typeface="Malgun Gothic"/>
                <a:ea typeface="Malgun Gothic"/>
                <a:cs typeface="Malgun Gothic"/>
              </a:defRPr>
            </a:lvl8pPr>
            <a:lvl9pPr algn="l">
              <a:defRPr sz="2625" b="0">
                <a:solidFill>
                  <a:srgbClr val="17212B"/>
                </a:solidFill>
                <a:latin typeface="Malgun Gothic"/>
                <a:ea typeface="Malgun Gothic"/>
                <a:cs typeface="Malgun Gothic"/>
              </a:defRPr>
            </a:lvl9pPr>
          </a:lstStyle>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원하는 결과</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허용할 범위</a:t>
            </a:r>
          </a:p>
          <a:p xmlns:a="http://schemas.openxmlformats.org/drawingml/2006/main">
            <a:pPr algn="l">
              <a:defRPr sz="2625" b="0">
                <a:solidFill>
                  <a:srgbClr val="17212B"/>
                </a:solidFill>
                <a:latin typeface="Malgun Gothic"/>
                <a:ea typeface="Malgun Gothic"/>
                <a:cs typeface="Malgun Gothic"/>
              </a:defRPr>
            </a:pPr>
            <a:r>
              <a:rPr sz="2625" b="0">
                <a:solidFill>
                  <a:srgbClr val="17212B"/>
                </a:solidFill>
                <a:latin typeface="Malgun Gothic"/>
                <a:ea typeface="Malgun Gothic"/>
                <a:cs typeface="Malgun Gothic"/>
              </a:rPr>
              <a:t>완료 수용</a:t>
            </a:r>
          </a:p>
        </p:txBody>
      </p:sp>
      <p:sp>
        <p:nvSpPr>
          <p:cNvPr id="20" name="≠">
            <a:extLst xmlns:a="http://schemas.openxmlformats.org/drawingml/2006/main">
              <a:ext uri="{FF2B5EF4-FFF2-40B4-BE49-F238E27FC236}">
                <a16:creationId xmlns:a16="http://schemas.microsoft.com/office/drawing/2014/main" id="{39622205-C3CA-4A11-BB68-D15E0E8ECF46}"/>
              </a:ext>
            </a:extLst>
          </p:cNvPr>
          <p:cNvSpPr>
            <a:spLocks xmlns:a="http://schemas.openxmlformats.org/drawingml/2006/main" noGrp="1"/>
          </p:cNvSpPr>
          <p:nvPr/>
        </p:nvSpPr>
        <p:spPr>
          <a:xfrm xmlns:a="http://schemas.openxmlformats.org/drawingml/2006/main">
            <a:off x="5810250" y="3905250"/>
            <a:ext cx="9715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4800" b="1">
                <a:solidFill>
                  <a:srgbClr val="0B6172"/>
                </a:solidFill>
                <a:latin typeface="Malgun Gothic"/>
                <a:ea typeface="Malgun Gothic"/>
                <a:cs typeface="Malgun Gothic"/>
              </a:defRPr>
            </a:defPPr>
            <a:lvl1pPr algn="ctr">
              <a:defRPr sz="4800" b="1">
                <a:solidFill>
                  <a:srgbClr val="0B6172"/>
                </a:solidFill>
                <a:latin typeface="Malgun Gothic"/>
                <a:ea typeface="Malgun Gothic"/>
                <a:cs typeface="Malgun Gothic"/>
              </a:defRPr>
            </a:lvl1pPr>
            <a:lvl2pPr algn="ctr">
              <a:defRPr sz="4800" b="1">
                <a:solidFill>
                  <a:srgbClr val="0B6172"/>
                </a:solidFill>
                <a:latin typeface="Malgun Gothic"/>
                <a:ea typeface="Malgun Gothic"/>
                <a:cs typeface="Malgun Gothic"/>
              </a:defRPr>
            </a:lvl2pPr>
            <a:lvl3pPr algn="ctr">
              <a:defRPr sz="4800" b="1">
                <a:solidFill>
                  <a:srgbClr val="0B6172"/>
                </a:solidFill>
                <a:latin typeface="Malgun Gothic"/>
                <a:ea typeface="Malgun Gothic"/>
                <a:cs typeface="Malgun Gothic"/>
              </a:defRPr>
            </a:lvl3pPr>
            <a:lvl4pPr algn="ctr">
              <a:defRPr sz="4800" b="1">
                <a:solidFill>
                  <a:srgbClr val="0B6172"/>
                </a:solidFill>
                <a:latin typeface="Malgun Gothic"/>
                <a:ea typeface="Malgun Gothic"/>
                <a:cs typeface="Malgun Gothic"/>
              </a:defRPr>
            </a:lvl4pPr>
            <a:lvl5pPr algn="ctr">
              <a:defRPr sz="4800" b="1">
                <a:solidFill>
                  <a:srgbClr val="0B6172"/>
                </a:solidFill>
                <a:latin typeface="Malgun Gothic"/>
                <a:ea typeface="Malgun Gothic"/>
                <a:cs typeface="Malgun Gothic"/>
              </a:defRPr>
            </a:lvl5pPr>
            <a:lvl6pPr algn="ctr">
              <a:defRPr sz="4800" b="1">
                <a:solidFill>
                  <a:srgbClr val="0B6172"/>
                </a:solidFill>
                <a:latin typeface="Malgun Gothic"/>
                <a:ea typeface="Malgun Gothic"/>
                <a:cs typeface="Malgun Gothic"/>
              </a:defRPr>
            </a:lvl6pPr>
            <a:lvl7pPr algn="ctr">
              <a:defRPr sz="4800" b="1">
                <a:solidFill>
                  <a:srgbClr val="0B6172"/>
                </a:solidFill>
                <a:latin typeface="Malgun Gothic"/>
                <a:ea typeface="Malgun Gothic"/>
                <a:cs typeface="Malgun Gothic"/>
              </a:defRPr>
            </a:lvl7pPr>
            <a:lvl8pPr algn="ctr">
              <a:defRPr sz="4800" b="1">
                <a:solidFill>
                  <a:srgbClr val="0B6172"/>
                </a:solidFill>
                <a:latin typeface="Malgun Gothic"/>
                <a:ea typeface="Malgun Gothic"/>
                <a:cs typeface="Malgun Gothic"/>
              </a:defRPr>
            </a:lvl8pPr>
            <a:lvl9pPr algn="ctr">
              <a:defRPr sz="4800" b="1">
                <a:solidFill>
                  <a:srgbClr val="0B6172"/>
                </a:solidFill>
                <a:latin typeface="Malgun Gothic"/>
                <a:ea typeface="Malgun Gothic"/>
                <a:cs typeface="Malgun Gothic"/>
              </a:defRPr>
            </a:lvl9pPr>
          </a:lstStyle>
          <a:p xmlns:a="http://schemas.openxmlformats.org/drawingml/2006/main">
            <a:pPr algn="ctr">
              <a:defRPr sz="4800" b="1">
                <a:solidFill>
                  <a:srgbClr val="0B6172"/>
                </a:solidFill>
                <a:latin typeface="Malgun Gothic"/>
                <a:ea typeface="Malgun Gothic"/>
                <a:cs typeface="Malgun Gothic"/>
              </a:defRPr>
            </a:pPr>
            <a:r>
              <a:rPr sz="4800" b="1">
                <a:solidFill>
                  <a:srgbClr val="0B6172"/>
                </a:solidFill>
                <a:latin typeface="Malgun Gothic"/>
                <a:ea typeface="Malgun Gothic"/>
                <a:cs typeface="Malgun Gothic"/>
              </a:rPr>
              <a:t>≠</a:t>
            </a:r>
          </a:p>
        </p:txBody>
      </p:sp>
      <p:sp>
        <p:nvSpPr>
          <p:cNvPr id="21" name="Agent는 제안하고, 사람은 최종 선택·승인한다.">
            <a:extLst xmlns:a="http://schemas.openxmlformats.org/drawingml/2006/main">
              <a:ext uri="{FF2B5EF4-FFF2-40B4-BE49-F238E27FC236}">
                <a16:creationId xmlns:a16="http://schemas.microsoft.com/office/drawing/2014/main" id="{DC3B3693-6DEE-4BF2-BA91-5B3ABE561809}"/>
              </a:ext>
            </a:extLst>
          </p:cNvPr>
          <p:cNvSpPr>
            <a:spLocks xmlns:a="http://schemas.openxmlformats.org/drawingml/2006/main" noGrp="1"/>
          </p:cNvSpPr>
          <p:nvPr/>
        </p:nvSpPr>
        <p:spPr>
          <a:xfrm xmlns:a="http://schemas.openxmlformats.org/drawingml/2006/main">
            <a:off x="609600" y="536257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Agent는 제안하고, 사람은 최종 선택·승인한다.</a:t>
            </a:r>
          </a:p>
        </p:txBody>
      </p:sp>
      <p:sp>
        <p:nvSpPr>
          <p:cNvPr id="22" name="Legacy module connection">
            <a:extLst xmlns:a="http://schemas.openxmlformats.org/drawingml/2006/main">
              <a:ext uri="{FF2B5EF4-FFF2-40B4-BE49-F238E27FC236}">
                <a16:creationId xmlns:a16="http://schemas.microsoft.com/office/drawing/2014/main" id="{D6959615-9A8D-4D24-8562-68D38E933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2109970565"/>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62" name="ACT 0 · 제조 라인 검사 Task로 이어지는 질문">
            <a:extLst xmlns:a="http://schemas.openxmlformats.org/drawingml/2006/main">
              <a:ext uri="{FF2B5EF4-FFF2-40B4-BE49-F238E27FC236}">
                <a16:creationId xmlns:a16="http://schemas.microsoft.com/office/drawing/2014/main" id="{D0F474E9-2FDE-4ADA-B4FB-49B742661A7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0 · 제조 라인 검사 Task로 이어지는 질문</a:t>
            </a:r>
          </a:p>
        </p:txBody>
      </p:sp>
      <p:sp>
        <p:nvSpPr>
          <p:cNvPr id="2" name="S13">
            <a:extLst xmlns:a="http://schemas.openxmlformats.org/drawingml/2006/main">
              <a:ext uri="{FF2B5EF4-FFF2-40B4-BE49-F238E27FC236}">
                <a16:creationId xmlns:a16="http://schemas.microsoft.com/office/drawing/2014/main" id="{8B9CAE10-4731-4D25-A4BD-60F1CA51878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S13</a:t>
            </a:r>
          </a:p>
        </p:txBody>
      </p:sp>
      <p:sp>
        <p:nvSpPr>
          <p:cNvPr id="3" name="Repository를 보면 내가 원하는 것까지 알까?">
            <a:extLst xmlns:a="http://schemas.openxmlformats.org/drawingml/2006/main">
              <a:ext uri="{FF2B5EF4-FFF2-40B4-BE49-F238E27FC236}">
                <a16:creationId xmlns:a16="http://schemas.microsoft.com/office/drawing/2014/main" id="{43616869-3543-48FA-928E-92627A6193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Repository를 보면 내가 원하는 것까지 알까?</a:t>
            </a:r>
          </a:p>
        </p:txBody>
      </p:sp>
      <p:sp>
        <p:nvSpPr>
          <p:cNvPr id="4" name="">
            <a:extLst xmlns:a="http://schemas.openxmlformats.org/drawingml/2006/main">
              <a:ext uri="{FF2B5EF4-FFF2-40B4-BE49-F238E27FC236}">
                <a16:creationId xmlns:a16="http://schemas.microsoft.com/office/drawing/2014/main" id="{6A1451AE-6BA7-43DA-8BC8-F061E56B4A4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검사 Task 가정 · 점선은 추가 정의·연결 범위 · 실제 실행 결과 아님">
            <a:extLst xmlns:a="http://schemas.openxmlformats.org/drawingml/2006/main">
              <a:ext uri="{FF2B5EF4-FFF2-40B4-BE49-F238E27FC236}">
                <a16:creationId xmlns:a16="http://schemas.microsoft.com/office/drawing/2014/main" id="{52DC21FA-11D4-4182-B613-3FD45EAAD8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검사 Task 가정 · 점선은 추가 정의·연결 범위 · 실제 실행 결과 아님</a:t>
            </a:r>
          </a:p>
        </p:txBody>
      </p:sp>
      <p:sp>
        <p:nvSpPr>
          <p:cNvPr id="6" name="실제 저장소에는 후속 함수도 있습니다. 도식은 실제 실행 순서나 함수의 미구현 상태를 재현하지 않습니다.">
            <a:extLst xmlns:a="http://schemas.openxmlformats.org/drawingml/2006/main">
              <a:ext uri="{FF2B5EF4-FFF2-40B4-BE49-F238E27FC236}">
                <a16:creationId xmlns:a16="http://schemas.microsoft.com/office/drawing/2014/main" id="{EFF2A40D-B4D0-49FF-82F9-BE24ED820D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저장소에는 후속 함수도 있습니다. 도식은 실제 실행 순서나 함수의 미구현 상태를 재현하지 않습니다.</a:t>
            </a:r>
          </a:p>
        </p:txBody>
      </p:sp>
      <p:sp>
        <p:nvSpPr>
          <p:cNvPr id="7" name="제조 라인 검사장비로 확장한다면?">
            <a:extLst xmlns:a="http://schemas.openxmlformats.org/drawingml/2006/main">
              <a:ext uri="{FF2B5EF4-FFF2-40B4-BE49-F238E27FC236}">
                <a16:creationId xmlns:a16="http://schemas.microsoft.com/office/drawing/2014/main" id="{38A2F571-B20D-454A-AF55-30370F7E15A2}"/>
              </a:ext>
            </a:extLst>
          </p:cNvPr>
          <p:cNvSpPr>
            <a:spLocks xmlns:a="http://schemas.openxmlformats.org/drawingml/2006/main" noGrp="1"/>
          </p:cNvSpPr>
          <p:nvPr/>
        </p:nvSpPr>
        <p:spPr>
          <a:xfrm xmlns:a="http://schemas.openxmlformats.org/drawingml/2006/main">
            <a:off x="609600" y="16192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제조 라인 검사장비로 확장한다면?</a:t>
            </a:r>
          </a:p>
        </p:txBody>
      </p:sp>
      <p:sp>
        <p:nvSpPr>
          <p:cNvPr id="8" name="앞서 살펴본 기존 구현">
            <a:extLst xmlns:a="http://schemas.openxmlformats.org/drawingml/2006/main">
              <a:ext uri="{FF2B5EF4-FFF2-40B4-BE49-F238E27FC236}">
                <a16:creationId xmlns:a16="http://schemas.microsoft.com/office/drawing/2014/main" id="{7FB5CA01-BBAE-4FE7-91CE-A343CA0BA5FE}"/>
              </a:ext>
            </a:extLst>
          </p:cNvPr>
          <p:cNvSpPr>
            <a:spLocks xmlns:a="http://schemas.openxmlformats.org/drawingml/2006/main" noGrp="1"/>
          </p:cNvSpPr>
          <p:nvPr/>
        </p:nvSpPr>
        <p:spPr>
          <a:xfrm xmlns:a="http://schemas.openxmlformats.org/drawingml/2006/main">
            <a:off x="609600" y="2047875"/>
            <a:ext cx="3505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앞서 살펴본 기존 구현</a:t>
            </a:r>
          </a:p>
        </p:txBody>
      </p:sp>
      <p:sp>
        <p:nvSpPr>
          <p:cNvPr id="9" name="검사 흐름으로 추가 정의·연결할 범위">
            <a:extLst xmlns:a="http://schemas.openxmlformats.org/drawingml/2006/main">
              <a:ext uri="{FF2B5EF4-FFF2-40B4-BE49-F238E27FC236}">
                <a16:creationId xmlns:a16="http://schemas.microsoft.com/office/drawing/2014/main" id="{374D7923-61C8-43E4-BF66-65AE36E70A01}"/>
              </a:ext>
            </a:extLst>
          </p:cNvPr>
          <p:cNvSpPr>
            <a:spLocks xmlns:a="http://schemas.openxmlformats.org/drawingml/2006/main" noGrp="1"/>
          </p:cNvSpPr>
          <p:nvPr/>
        </p:nvSpPr>
        <p:spPr>
          <a:xfrm xmlns:a="http://schemas.openxmlformats.org/drawingml/2006/main">
            <a:off x="4343400" y="2047875"/>
            <a:ext cx="7239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검사 흐름으로 추가 정의·연결할 범위</a:t>
            </a:r>
          </a:p>
        </p:txBody>
      </p:sp>
      <p:sp>
        <p:nvSpPr>
          <p:cNvPr id="10" name="">
            <a:extLst xmlns:a="http://schemas.openxmlformats.org/drawingml/2006/main">
              <a:ext uri="{FF2B5EF4-FFF2-40B4-BE49-F238E27FC236}">
                <a16:creationId xmlns:a16="http://schemas.microsoft.com/office/drawing/2014/main" id="{49ED8F83-6188-473B-8F08-0690AFB731C7}"/>
              </a:ext>
            </a:extLst>
          </p:cNvPr>
          <p:cNvSpPr>
            <a:spLocks xmlns:a="http://schemas.openxmlformats.org/drawingml/2006/main" noGrp="1"/>
          </p:cNvSpPr>
          <p:nvPr/>
        </p:nvSpPr>
        <p:spPr>
          <a:xfrm xmlns:a="http://schemas.openxmlformats.org/drawingml/2006/main">
            <a:off x="6096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4288">
            <a:solidFill>
              <a:srgbClr val="C7D0DA"/>
            </a:solidFill>
            <a:prstDash val="solid"/>
          </a:ln>
        </p:spPr>
      </p:sp>
      <p:sp>
        <p:nvSpPr>
          <p:cNvPr id="11" name="촬영 이미지">
            <a:extLst xmlns:a="http://schemas.openxmlformats.org/drawingml/2006/main">
              <a:ext uri="{FF2B5EF4-FFF2-40B4-BE49-F238E27FC236}">
                <a16:creationId xmlns:a16="http://schemas.microsoft.com/office/drawing/2014/main" id="{A67C0D6D-07A9-4581-A9EC-B4E95366502A}"/>
              </a:ext>
            </a:extLst>
          </p:cNvPr>
          <p:cNvSpPr>
            <a:spLocks xmlns:a="http://schemas.openxmlformats.org/drawingml/2006/main" noGrp="1"/>
          </p:cNvSpPr>
          <p:nvPr/>
        </p:nvSpPr>
        <p:spPr>
          <a:xfrm xmlns:a="http://schemas.openxmlformats.org/drawingml/2006/main">
            <a:off x="6858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촬영 이미지</a:t>
            </a:r>
          </a:p>
        </p:txBody>
      </p:sp>
      <p:sp>
        <p:nvSpPr>
          <p:cNvPr id="12" name="Input">
            <a:extLst xmlns:a="http://schemas.openxmlformats.org/drawingml/2006/main">
              <a:ext uri="{FF2B5EF4-FFF2-40B4-BE49-F238E27FC236}">
                <a16:creationId xmlns:a16="http://schemas.microsoft.com/office/drawing/2014/main" id="{E6969F6E-D71F-40C2-951D-8231EC7FEB77}"/>
              </a:ext>
            </a:extLst>
          </p:cNvPr>
          <p:cNvSpPr>
            <a:spLocks xmlns:a="http://schemas.openxmlformats.org/drawingml/2006/main" noGrp="1"/>
          </p:cNvSpPr>
          <p:nvPr/>
        </p:nvSpPr>
        <p:spPr>
          <a:xfrm xmlns:a="http://schemas.openxmlformats.org/drawingml/2006/main">
            <a:off x="6572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0B6172"/>
                </a:solidFill>
                <a:latin typeface="Malgun Gothic"/>
                <a:ea typeface="Malgun Gothic"/>
                <a:cs typeface="Malgun Gothic"/>
              </a:defRPr>
            </a:defPPr>
            <a:lvl1pPr algn="ctr">
              <a:defRPr sz="1500" b="0">
                <a:solidFill>
                  <a:srgbClr val="0B6172"/>
                </a:solidFill>
                <a:latin typeface="Malgun Gothic"/>
                <a:ea typeface="Malgun Gothic"/>
                <a:cs typeface="Malgun Gothic"/>
              </a:defRPr>
            </a:lvl1pPr>
            <a:lvl2pPr algn="ctr">
              <a:defRPr sz="1500" b="0">
                <a:solidFill>
                  <a:srgbClr val="0B6172"/>
                </a:solidFill>
                <a:latin typeface="Malgun Gothic"/>
                <a:ea typeface="Malgun Gothic"/>
                <a:cs typeface="Malgun Gothic"/>
              </a:defRPr>
            </a:lvl2pPr>
            <a:lvl3pPr algn="ctr">
              <a:defRPr sz="1500" b="0">
                <a:solidFill>
                  <a:srgbClr val="0B6172"/>
                </a:solidFill>
                <a:latin typeface="Malgun Gothic"/>
                <a:ea typeface="Malgun Gothic"/>
                <a:cs typeface="Malgun Gothic"/>
              </a:defRPr>
            </a:lvl3pPr>
            <a:lvl4pPr algn="ctr">
              <a:defRPr sz="1500" b="0">
                <a:solidFill>
                  <a:srgbClr val="0B6172"/>
                </a:solidFill>
                <a:latin typeface="Malgun Gothic"/>
                <a:ea typeface="Malgun Gothic"/>
                <a:cs typeface="Malgun Gothic"/>
              </a:defRPr>
            </a:lvl4pPr>
            <a:lvl5pPr algn="ctr">
              <a:defRPr sz="1500" b="0">
                <a:solidFill>
                  <a:srgbClr val="0B6172"/>
                </a:solidFill>
                <a:latin typeface="Malgun Gothic"/>
                <a:ea typeface="Malgun Gothic"/>
                <a:cs typeface="Malgun Gothic"/>
              </a:defRPr>
            </a:lvl5pPr>
            <a:lvl6pPr algn="ctr">
              <a:defRPr sz="1500" b="0">
                <a:solidFill>
                  <a:srgbClr val="0B6172"/>
                </a:solidFill>
                <a:latin typeface="Malgun Gothic"/>
                <a:ea typeface="Malgun Gothic"/>
                <a:cs typeface="Malgun Gothic"/>
              </a:defRPr>
            </a:lvl6pPr>
            <a:lvl7pPr algn="ctr">
              <a:defRPr sz="1500" b="0">
                <a:solidFill>
                  <a:srgbClr val="0B6172"/>
                </a:solidFill>
                <a:latin typeface="Malgun Gothic"/>
                <a:ea typeface="Malgun Gothic"/>
                <a:cs typeface="Malgun Gothic"/>
              </a:defRPr>
            </a:lvl7pPr>
            <a:lvl8pPr algn="ctr">
              <a:defRPr sz="1500" b="0">
                <a:solidFill>
                  <a:srgbClr val="0B6172"/>
                </a:solidFill>
                <a:latin typeface="Malgun Gothic"/>
                <a:ea typeface="Malgun Gothic"/>
                <a:cs typeface="Malgun Gothic"/>
              </a:defRPr>
            </a:lvl8pPr>
            <a:lvl9pPr algn="ctr">
              <a:defRPr sz="1500" b="0">
                <a:solidFill>
                  <a:srgbClr val="0B6172"/>
                </a:solidFill>
                <a:latin typeface="Malgun Gothic"/>
                <a:ea typeface="Malgun Gothic"/>
                <a:cs typeface="Malgun Gothic"/>
              </a:defRPr>
            </a:lvl9pPr>
          </a:lstStyle>
          <a:p xmlns:a="http://schemas.openxmlformats.org/drawingml/2006/main">
            <a:pPr algn="ctr">
              <a:defRPr sz="1500" b="0">
                <a:solidFill>
                  <a:srgbClr val="0B6172"/>
                </a:solidFill>
                <a:latin typeface="Malgun Gothic"/>
                <a:ea typeface="Malgun Gothic"/>
                <a:cs typeface="Malgun Gothic"/>
              </a:defRPr>
            </a:pPr>
            <a:r>
              <a:rPr sz="1500" b="0">
                <a:solidFill>
                  <a:srgbClr val="0B6172"/>
                </a:solidFill>
                <a:latin typeface="Malgun Gothic"/>
                <a:ea typeface="Malgun Gothic"/>
                <a:cs typeface="Malgun Gothic"/>
              </a:rPr>
              <a:t>Input</a:t>
            </a:r>
          </a:p>
        </p:txBody>
      </p:sp>
      <p:sp>
        <p:nvSpPr>
          <p:cNvPr id="13" name="">
            <a:extLst xmlns:a="http://schemas.openxmlformats.org/drawingml/2006/main">
              <a:ext uri="{FF2B5EF4-FFF2-40B4-BE49-F238E27FC236}">
                <a16:creationId xmlns:a16="http://schemas.microsoft.com/office/drawing/2014/main" id="{DE718D6E-7A01-4449-AF1F-45F7F0AFD8D9}"/>
              </a:ext>
            </a:extLst>
          </p:cNvPr>
          <p:cNvSpPr>
            <a:spLocks xmlns:a="http://schemas.openxmlformats.org/drawingml/2006/main" noGrp="1"/>
          </p:cNvSpPr>
          <p:nvPr/>
        </p:nvSpPr>
        <p:spPr>
          <a:xfrm xmlns:a="http://schemas.openxmlformats.org/drawingml/2006/main">
            <a:off x="2286000" y="3124200"/>
            <a:ext cx="152400" cy="1238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6E28AAE-FA95-4006-BD5B-77FB973E9A34}"/>
              </a:ext>
            </a:extLst>
          </p:cNvPr>
          <p:cNvSpPr>
            <a:spLocks xmlns:a="http://schemas.openxmlformats.org/drawingml/2006/main" noGrp="1"/>
          </p:cNvSpPr>
          <p:nvPr/>
        </p:nvSpPr>
        <p:spPr>
          <a:xfrm xmlns:a="http://schemas.openxmlformats.org/drawingml/2006/main">
            <a:off x="2476500" y="2457450"/>
            <a:ext cx="1638300" cy="17907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ROI crop">
            <a:extLst xmlns:a="http://schemas.openxmlformats.org/drawingml/2006/main">
              <a:ext uri="{FF2B5EF4-FFF2-40B4-BE49-F238E27FC236}">
                <a16:creationId xmlns:a16="http://schemas.microsoft.com/office/drawing/2014/main" id="{D005A420-5400-4324-817E-90C1ED4CBDA4}"/>
              </a:ext>
            </a:extLst>
          </p:cNvPr>
          <p:cNvSpPr>
            <a:spLocks xmlns:a="http://schemas.openxmlformats.org/drawingml/2006/main" noGrp="1"/>
          </p:cNvSpPr>
          <p:nvPr/>
        </p:nvSpPr>
        <p:spPr>
          <a:xfrm xmlns:a="http://schemas.openxmlformats.org/drawingml/2006/main">
            <a:off x="25527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crop</a:t>
            </a:r>
          </a:p>
        </p:txBody>
      </p:sp>
      <p:sp>
        <p:nvSpPr>
          <p:cNvPr id="16" name="기존 구현 · 조사한 범위">
            <a:extLst xmlns:a="http://schemas.openxmlformats.org/drawingml/2006/main">
              <a:ext uri="{FF2B5EF4-FFF2-40B4-BE49-F238E27FC236}">
                <a16:creationId xmlns:a16="http://schemas.microsoft.com/office/drawing/2014/main" id="{6EE89AC0-C88E-4A15-B17A-BE43D4F64A42}"/>
              </a:ext>
            </a:extLst>
          </p:cNvPr>
          <p:cNvSpPr>
            <a:spLocks xmlns:a="http://schemas.openxmlformats.org/drawingml/2006/main" noGrp="1"/>
          </p:cNvSpPr>
          <p:nvPr/>
        </p:nvSpPr>
        <p:spPr>
          <a:xfrm xmlns:a="http://schemas.openxmlformats.org/drawingml/2006/main">
            <a:off x="25241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350" b="0">
                <a:solidFill>
                  <a:srgbClr val="0B6172"/>
                </a:solidFill>
                <a:latin typeface="Malgun Gothic"/>
                <a:ea typeface="Malgun Gothic"/>
                <a:cs typeface="Malgun Gothic"/>
              </a:defRPr>
            </a:defPPr>
            <a:lvl1pPr algn="ctr">
              <a:defRPr sz="1350" b="0">
                <a:solidFill>
                  <a:srgbClr val="0B6172"/>
                </a:solidFill>
                <a:latin typeface="Malgun Gothic"/>
                <a:ea typeface="Malgun Gothic"/>
                <a:cs typeface="Malgun Gothic"/>
              </a:defRPr>
            </a:lvl1pPr>
            <a:lvl2pPr algn="ctr">
              <a:defRPr sz="1350" b="0">
                <a:solidFill>
                  <a:srgbClr val="0B6172"/>
                </a:solidFill>
                <a:latin typeface="Malgun Gothic"/>
                <a:ea typeface="Malgun Gothic"/>
                <a:cs typeface="Malgun Gothic"/>
              </a:defRPr>
            </a:lvl2pPr>
            <a:lvl3pPr algn="ctr">
              <a:defRPr sz="1350" b="0">
                <a:solidFill>
                  <a:srgbClr val="0B6172"/>
                </a:solidFill>
                <a:latin typeface="Malgun Gothic"/>
                <a:ea typeface="Malgun Gothic"/>
                <a:cs typeface="Malgun Gothic"/>
              </a:defRPr>
            </a:lvl3pPr>
            <a:lvl4pPr algn="ctr">
              <a:defRPr sz="1350" b="0">
                <a:solidFill>
                  <a:srgbClr val="0B6172"/>
                </a:solidFill>
                <a:latin typeface="Malgun Gothic"/>
                <a:ea typeface="Malgun Gothic"/>
                <a:cs typeface="Malgun Gothic"/>
              </a:defRPr>
            </a:lvl4pPr>
            <a:lvl5pPr algn="ctr">
              <a:defRPr sz="1350" b="0">
                <a:solidFill>
                  <a:srgbClr val="0B6172"/>
                </a:solidFill>
                <a:latin typeface="Malgun Gothic"/>
                <a:ea typeface="Malgun Gothic"/>
                <a:cs typeface="Malgun Gothic"/>
              </a:defRPr>
            </a:lvl5pPr>
            <a:lvl6pPr algn="ctr">
              <a:defRPr sz="1350" b="0">
                <a:solidFill>
                  <a:srgbClr val="0B6172"/>
                </a:solidFill>
                <a:latin typeface="Malgun Gothic"/>
                <a:ea typeface="Malgun Gothic"/>
                <a:cs typeface="Malgun Gothic"/>
              </a:defRPr>
            </a:lvl6pPr>
            <a:lvl7pPr algn="ctr">
              <a:defRPr sz="1350" b="0">
                <a:solidFill>
                  <a:srgbClr val="0B6172"/>
                </a:solidFill>
                <a:latin typeface="Malgun Gothic"/>
                <a:ea typeface="Malgun Gothic"/>
                <a:cs typeface="Malgun Gothic"/>
              </a:defRPr>
            </a:lvl7pPr>
            <a:lvl8pPr algn="ctr">
              <a:defRPr sz="1350" b="0">
                <a:solidFill>
                  <a:srgbClr val="0B6172"/>
                </a:solidFill>
                <a:latin typeface="Malgun Gothic"/>
                <a:ea typeface="Malgun Gothic"/>
                <a:cs typeface="Malgun Gothic"/>
              </a:defRPr>
            </a:lvl8pPr>
            <a:lvl9pPr algn="ctr">
              <a:defRPr sz="1350" b="0">
                <a:solidFill>
                  <a:srgbClr val="0B6172"/>
                </a:solidFill>
                <a:latin typeface="Malgun Gothic"/>
                <a:ea typeface="Malgun Gothic"/>
                <a:cs typeface="Malgun Gothic"/>
              </a:defRPr>
            </a:lvl9pPr>
          </a:lstStyle>
          <a:p xmlns:a="http://schemas.openxmlformats.org/drawingml/2006/main">
            <a:pPr algn="ctr">
              <a:defRPr sz="1350" b="0">
                <a:solidFill>
                  <a:srgbClr val="0B6172"/>
                </a:solidFill>
                <a:latin typeface="Malgun Gothic"/>
                <a:ea typeface="Malgun Gothic"/>
                <a:cs typeface="Malgun Gothic"/>
              </a:defRPr>
            </a:pPr>
            <a:r>
              <a:rPr sz="1350" b="0">
                <a:solidFill>
                  <a:srgbClr val="0B6172"/>
                </a:solidFill>
                <a:latin typeface="Malgun Gothic"/>
                <a:ea typeface="Malgun Gothic"/>
                <a:cs typeface="Malgun Gothic"/>
              </a:rPr>
              <a:t>기존 구현 · 조사한 범위</a:t>
            </a:r>
          </a:p>
        </p:txBody>
      </p:sp>
      <p:sp>
        <p:nvSpPr>
          <p:cNvPr id="17" name="">
            <a:extLst xmlns:a="http://schemas.openxmlformats.org/drawingml/2006/main">
              <a:ext uri="{FF2B5EF4-FFF2-40B4-BE49-F238E27FC236}">
                <a16:creationId xmlns:a16="http://schemas.microsoft.com/office/drawing/2014/main" id="{4608CC97-FB3E-4F8B-B673-64A3E2E8A7E3}"/>
              </a:ext>
            </a:extLst>
          </p:cNvPr>
          <p:cNvSpPr>
            <a:spLocks xmlns:a="http://schemas.openxmlformats.org/drawingml/2006/main" noGrp="1"/>
          </p:cNvSpPr>
          <p:nvPr/>
        </p:nvSpPr>
        <p:spPr>
          <a:xfrm xmlns:a="http://schemas.openxmlformats.org/drawingml/2006/main">
            <a:off x="41433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8" name="">
            <a:extLst xmlns:a="http://schemas.openxmlformats.org/drawingml/2006/main">
              <a:ext uri="{FF2B5EF4-FFF2-40B4-BE49-F238E27FC236}">
                <a16:creationId xmlns:a16="http://schemas.microsoft.com/office/drawing/2014/main" id="{DEED0154-7C3A-4913-B672-8B9FCE36DAB9}"/>
              </a:ext>
            </a:extLst>
          </p:cNvPr>
          <p:cNvSpPr>
            <a:spLocks xmlns:a="http://schemas.openxmlformats.org/drawingml/2006/main" noGrp="1"/>
          </p:cNvSpPr>
          <p:nvPr/>
        </p:nvSpPr>
        <p:spPr>
          <a:xfrm xmlns:a="http://schemas.openxmlformats.org/drawingml/2006/main">
            <a:off x="42576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AECF7539-E97E-45B5-9965-01F0FED30EA0}"/>
              </a:ext>
            </a:extLst>
          </p:cNvPr>
          <p:cNvSpPr>
            <a:spLocks xmlns:a="http://schemas.openxmlformats.org/drawingml/2006/main" noGrp="1"/>
          </p:cNvSpPr>
          <p:nvPr/>
        </p:nvSpPr>
        <p:spPr>
          <a:xfrm xmlns:a="http://schemas.openxmlformats.org/drawingml/2006/main">
            <a:off x="43434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0" name="밝기 정규화">
            <a:extLst xmlns:a="http://schemas.openxmlformats.org/drawingml/2006/main">
              <a:ext uri="{FF2B5EF4-FFF2-40B4-BE49-F238E27FC236}">
                <a16:creationId xmlns:a16="http://schemas.microsoft.com/office/drawing/2014/main" id="{190C5212-9768-4840-8144-CF78D0CE2A0E}"/>
              </a:ext>
            </a:extLst>
          </p:cNvPr>
          <p:cNvSpPr>
            <a:spLocks xmlns:a="http://schemas.openxmlformats.org/drawingml/2006/main" noGrp="1"/>
          </p:cNvSpPr>
          <p:nvPr/>
        </p:nvSpPr>
        <p:spPr>
          <a:xfrm xmlns:a="http://schemas.openxmlformats.org/drawingml/2006/main">
            <a:off x="44196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밝기 정규화</a:t>
            </a:r>
          </a:p>
        </p:txBody>
      </p:sp>
      <p:sp>
        <p:nvSpPr>
          <p:cNvPr id="21" name="Normalize">
            <a:extLst xmlns:a="http://schemas.openxmlformats.org/drawingml/2006/main">
              <a:ext uri="{FF2B5EF4-FFF2-40B4-BE49-F238E27FC236}">
                <a16:creationId xmlns:a16="http://schemas.microsoft.com/office/drawing/2014/main" id="{0BF10C05-05F9-422A-9184-0736F1064CFA}"/>
              </a:ext>
            </a:extLst>
          </p:cNvPr>
          <p:cNvSpPr>
            <a:spLocks xmlns:a="http://schemas.openxmlformats.org/drawingml/2006/main" noGrp="1"/>
          </p:cNvSpPr>
          <p:nvPr/>
        </p:nvSpPr>
        <p:spPr>
          <a:xfrm xmlns:a="http://schemas.openxmlformats.org/drawingml/2006/main">
            <a:off x="43910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Normalize</a:t>
            </a:r>
          </a:p>
        </p:txBody>
      </p:sp>
      <p:sp>
        <p:nvSpPr>
          <p:cNvPr id="22" name="">
            <a:extLst xmlns:a="http://schemas.openxmlformats.org/drawingml/2006/main">
              <a:ext uri="{FF2B5EF4-FFF2-40B4-BE49-F238E27FC236}">
                <a16:creationId xmlns:a16="http://schemas.microsoft.com/office/drawing/2014/main" id="{42FE8ABE-871C-4D4D-952D-A28E67501929}"/>
              </a:ext>
            </a:extLst>
          </p:cNvPr>
          <p:cNvSpPr>
            <a:spLocks xmlns:a="http://schemas.openxmlformats.org/drawingml/2006/main" noGrp="1"/>
          </p:cNvSpPr>
          <p:nvPr/>
        </p:nvSpPr>
        <p:spPr>
          <a:xfrm xmlns:a="http://schemas.openxmlformats.org/drawingml/2006/main">
            <a:off x="60102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3" name="">
            <a:extLst xmlns:a="http://schemas.openxmlformats.org/drawingml/2006/main">
              <a:ext uri="{FF2B5EF4-FFF2-40B4-BE49-F238E27FC236}">
                <a16:creationId xmlns:a16="http://schemas.microsoft.com/office/drawing/2014/main" id="{CC0930EC-5B78-4573-A639-BBF7B6590556}"/>
              </a:ext>
            </a:extLst>
          </p:cNvPr>
          <p:cNvSpPr>
            <a:spLocks xmlns:a="http://schemas.openxmlformats.org/drawingml/2006/main" noGrp="1"/>
          </p:cNvSpPr>
          <p:nvPr/>
        </p:nvSpPr>
        <p:spPr>
          <a:xfrm xmlns:a="http://schemas.openxmlformats.org/drawingml/2006/main">
            <a:off x="61245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9D9088BA-6426-4D3F-8D2F-F7ADB9AADF2A}"/>
              </a:ext>
            </a:extLst>
          </p:cNvPr>
          <p:cNvSpPr>
            <a:spLocks xmlns:a="http://schemas.openxmlformats.org/drawingml/2006/main" noGrp="1"/>
          </p:cNvSpPr>
          <p:nvPr/>
        </p:nvSpPr>
        <p:spPr>
          <a:xfrm xmlns:a="http://schemas.openxmlformats.org/drawingml/2006/main">
            <a:off x="62103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25" name="크기 맞춤">
            <a:extLst xmlns:a="http://schemas.openxmlformats.org/drawingml/2006/main">
              <a:ext uri="{FF2B5EF4-FFF2-40B4-BE49-F238E27FC236}">
                <a16:creationId xmlns:a16="http://schemas.microsoft.com/office/drawing/2014/main" id="{5C2863B4-878D-4499-904E-D4CA502A8B1C}"/>
              </a:ext>
            </a:extLst>
          </p:cNvPr>
          <p:cNvSpPr>
            <a:spLocks xmlns:a="http://schemas.openxmlformats.org/drawingml/2006/main" noGrp="1"/>
          </p:cNvSpPr>
          <p:nvPr/>
        </p:nvSpPr>
        <p:spPr>
          <a:xfrm xmlns:a="http://schemas.openxmlformats.org/drawingml/2006/main">
            <a:off x="62865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크기 맞춤</a:t>
            </a:r>
          </a:p>
        </p:txBody>
      </p:sp>
      <p:sp>
        <p:nvSpPr>
          <p:cNvPr id="26" name="Resize">
            <a:extLst xmlns:a="http://schemas.openxmlformats.org/drawingml/2006/main">
              <a:ext uri="{FF2B5EF4-FFF2-40B4-BE49-F238E27FC236}">
                <a16:creationId xmlns:a16="http://schemas.microsoft.com/office/drawing/2014/main" id="{EEE9CC7B-974C-44F1-834A-CA03D9CD44FF}"/>
              </a:ext>
            </a:extLst>
          </p:cNvPr>
          <p:cNvSpPr>
            <a:spLocks xmlns:a="http://schemas.openxmlformats.org/drawingml/2006/main" noGrp="1"/>
          </p:cNvSpPr>
          <p:nvPr/>
        </p:nvSpPr>
        <p:spPr>
          <a:xfrm xmlns:a="http://schemas.openxmlformats.org/drawingml/2006/main">
            <a:off x="62579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Resize</a:t>
            </a:r>
          </a:p>
        </p:txBody>
      </p:sp>
      <p:sp>
        <p:nvSpPr>
          <p:cNvPr id="27" name="">
            <a:extLst xmlns:a="http://schemas.openxmlformats.org/drawingml/2006/main">
              <a:ext uri="{FF2B5EF4-FFF2-40B4-BE49-F238E27FC236}">
                <a16:creationId xmlns:a16="http://schemas.microsoft.com/office/drawing/2014/main" id="{AEC395B8-8791-4454-B289-D9FB0D042838}"/>
              </a:ext>
            </a:extLst>
          </p:cNvPr>
          <p:cNvSpPr>
            <a:spLocks xmlns:a="http://schemas.openxmlformats.org/drawingml/2006/main" noGrp="1"/>
          </p:cNvSpPr>
          <p:nvPr/>
        </p:nvSpPr>
        <p:spPr>
          <a:xfrm xmlns:a="http://schemas.openxmlformats.org/drawingml/2006/main">
            <a:off x="78771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8" name="">
            <a:extLst xmlns:a="http://schemas.openxmlformats.org/drawingml/2006/main">
              <a:ext uri="{FF2B5EF4-FFF2-40B4-BE49-F238E27FC236}">
                <a16:creationId xmlns:a16="http://schemas.microsoft.com/office/drawing/2014/main" id="{B29AC7D6-61E9-4586-8EF2-4A02F8D4939B}"/>
              </a:ext>
            </a:extLst>
          </p:cNvPr>
          <p:cNvSpPr>
            <a:spLocks xmlns:a="http://schemas.openxmlformats.org/drawingml/2006/main" noGrp="1"/>
          </p:cNvSpPr>
          <p:nvPr/>
        </p:nvSpPr>
        <p:spPr>
          <a:xfrm xmlns:a="http://schemas.openxmlformats.org/drawingml/2006/main">
            <a:off x="79914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DBC88442-5167-4479-9DB9-0E49C2F06531}"/>
              </a:ext>
            </a:extLst>
          </p:cNvPr>
          <p:cNvSpPr>
            <a:spLocks xmlns:a="http://schemas.openxmlformats.org/drawingml/2006/main" noGrp="1"/>
          </p:cNvSpPr>
          <p:nvPr/>
        </p:nvSpPr>
        <p:spPr>
          <a:xfrm xmlns:a="http://schemas.openxmlformats.org/drawingml/2006/main">
            <a:off x="80772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0" name="통계·특징">
            <a:extLst xmlns:a="http://schemas.openxmlformats.org/drawingml/2006/main">
              <a:ext uri="{FF2B5EF4-FFF2-40B4-BE49-F238E27FC236}">
                <a16:creationId xmlns:a16="http://schemas.microsoft.com/office/drawing/2014/main" id="{F336631E-974B-4A05-A054-4D9256FABC55}"/>
              </a:ext>
            </a:extLst>
          </p:cNvPr>
          <p:cNvSpPr>
            <a:spLocks xmlns:a="http://schemas.openxmlformats.org/drawingml/2006/main" noGrp="1"/>
          </p:cNvSpPr>
          <p:nvPr/>
        </p:nvSpPr>
        <p:spPr>
          <a:xfrm xmlns:a="http://schemas.openxmlformats.org/drawingml/2006/main">
            <a:off x="81534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통계·특징</a:t>
            </a:r>
          </a:p>
        </p:txBody>
      </p:sp>
      <p:sp>
        <p:nvSpPr>
          <p:cNvPr id="31" name="Statistics">
            <a:extLst xmlns:a="http://schemas.openxmlformats.org/drawingml/2006/main">
              <a:ext uri="{FF2B5EF4-FFF2-40B4-BE49-F238E27FC236}">
                <a16:creationId xmlns:a16="http://schemas.microsoft.com/office/drawing/2014/main" id="{04C86625-E293-451F-9461-8F67F530312A}"/>
              </a:ext>
            </a:extLst>
          </p:cNvPr>
          <p:cNvSpPr>
            <a:spLocks xmlns:a="http://schemas.openxmlformats.org/drawingml/2006/main" noGrp="1"/>
          </p:cNvSpPr>
          <p:nvPr/>
        </p:nvSpPr>
        <p:spPr>
          <a:xfrm xmlns:a="http://schemas.openxmlformats.org/drawingml/2006/main">
            <a:off x="81248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Statistics</a:t>
            </a:r>
          </a:p>
        </p:txBody>
      </p:sp>
      <p:sp>
        <p:nvSpPr>
          <p:cNvPr id="32" name="">
            <a:extLst xmlns:a="http://schemas.openxmlformats.org/drawingml/2006/main">
              <a:ext uri="{FF2B5EF4-FFF2-40B4-BE49-F238E27FC236}">
                <a16:creationId xmlns:a16="http://schemas.microsoft.com/office/drawing/2014/main" id="{751F1FD7-97C2-4435-8ABD-1BAA675A3FB8}"/>
              </a:ext>
            </a:extLst>
          </p:cNvPr>
          <p:cNvSpPr>
            <a:spLocks xmlns:a="http://schemas.openxmlformats.org/drawingml/2006/main" noGrp="1"/>
          </p:cNvSpPr>
          <p:nvPr/>
        </p:nvSpPr>
        <p:spPr>
          <a:xfrm xmlns:a="http://schemas.openxmlformats.org/drawingml/2006/main">
            <a:off x="9744075" y="3181350"/>
            <a:ext cx="123825"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33" name="">
            <a:extLst xmlns:a="http://schemas.openxmlformats.org/drawingml/2006/main">
              <a:ext uri="{FF2B5EF4-FFF2-40B4-BE49-F238E27FC236}">
                <a16:creationId xmlns:a16="http://schemas.microsoft.com/office/drawing/2014/main" id="{C0679573-70A7-4BB1-AE88-C56269DF1AAE}"/>
              </a:ext>
            </a:extLst>
          </p:cNvPr>
          <p:cNvSpPr>
            <a:spLocks xmlns:a="http://schemas.openxmlformats.org/drawingml/2006/main" noGrp="1"/>
          </p:cNvSpPr>
          <p:nvPr/>
        </p:nvSpPr>
        <p:spPr>
          <a:xfrm xmlns:a="http://schemas.openxmlformats.org/drawingml/2006/main">
            <a:off x="9858375" y="3133725"/>
            <a:ext cx="66675" cy="95250"/>
          </a:xfrm>
          <a:prstGeom xmlns:a="http://schemas.openxmlformats.org/drawingml/2006/main" prst="rightArrow">
            <a:avLst/>
          </a:prstGeom>
          <a:solidFill xmlns:a="http://schemas.openxmlformats.org/drawingml/2006/main">
            <a:srgbClr val="805400"/>
          </a:solidFill>
          <a:ln xmlns:a="http://schemas.openxmlformats.org/drawingml/2006/main" w="0">
            <a:noFill/>
          </a:ln>
        </p:spPr>
      </p:sp>
      <p:sp>
        <p:nvSpPr>
          <p:cNvPr id="34" name="">
            <a:extLst xmlns:a="http://schemas.openxmlformats.org/drawingml/2006/main">
              <a:ext uri="{FF2B5EF4-FFF2-40B4-BE49-F238E27FC236}">
                <a16:creationId xmlns:a16="http://schemas.microsoft.com/office/drawing/2014/main" id="{078CCEA5-D911-4A7A-AD37-8B09AE0DF0D5}"/>
              </a:ext>
            </a:extLst>
          </p:cNvPr>
          <p:cNvSpPr>
            <a:spLocks xmlns:a="http://schemas.openxmlformats.org/drawingml/2006/main" noGrp="1"/>
          </p:cNvSpPr>
          <p:nvPr/>
        </p:nvSpPr>
        <p:spPr>
          <a:xfrm xmlns:a="http://schemas.openxmlformats.org/drawingml/2006/main">
            <a:off x="9944100" y="2457450"/>
            <a:ext cx="1638300" cy="1790700"/>
          </a:xfrm>
          <a:prstGeom xmlns:a="http://schemas.openxmlformats.org/drawingml/2006/main" prst="rect">
            <a:avLst/>
          </a:prstGeom>
          <a:solidFill xmlns:a="http://schemas.openxmlformats.org/drawingml/2006/main">
            <a:srgbClr val="F4F6F8"/>
          </a:solidFill>
          <a:ln xmlns:a="http://schemas.openxmlformats.org/drawingml/2006/main" w="19050">
            <a:solidFill>
              <a:srgbClr val="805400"/>
            </a:solidFill>
            <a:prstDash val="dash"/>
          </a:ln>
        </p:spPr>
      </p:sp>
      <p:sp>
        <p:nvSpPr>
          <p:cNvPr id="35" name="양불 판정">
            <a:extLst xmlns:a="http://schemas.openxmlformats.org/drawingml/2006/main">
              <a:ext uri="{FF2B5EF4-FFF2-40B4-BE49-F238E27FC236}">
                <a16:creationId xmlns:a16="http://schemas.microsoft.com/office/drawing/2014/main" id="{C1DBE1AB-5527-4778-9860-073F15EFBD94}"/>
              </a:ext>
            </a:extLst>
          </p:cNvPr>
          <p:cNvSpPr>
            <a:spLocks xmlns:a="http://schemas.openxmlformats.org/drawingml/2006/main" noGrp="1"/>
          </p:cNvSpPr>
          <p:nvPr/>
        </p:nvSpPr>
        <p:spPr>
          <a:xfrm xmlns:a="http://schemas.openxmlformats.org/drawingml/2006/main">
            <a:off x="10020300" y="3648075"/>
            <a:ext cx="1485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양불 판정</a:t>
            </a:r>
          </a:p>
        </p:txBody>
      </p:sp>
      <p:sp>
        <p:nvSpPr>
          <p:cNvPr id="36" name="기준 미정">
            <a:extLst xmlns:a="http://schemas.openxmlformats.org/drawingml/2006/main">
              <a:ext uri="{FF2B5EF4-FFF2-40B4-BE49-F238E27FC236}">
                <a16:creationId xmlns:a16="http://schemas.microsoft.com/office/drawing/2014/main" id="{4476DEBD-61D5-4773-B993-E4440B4C369B}"/>
              </a:ext>
            </a:extLst>
          </p:cNvPr>
          <p:cNvSpPr>
            <a:spLocks xmlns:a="http://schemas.openxmlformats.org/drawingml/2006/main" noGrp="1"/>
          </p:cNvSpPr>
          <p:nvPr/>
        </p:nvSpPr>
        <p:spPr>
          <a:xfrm xmlns:a="http://schemas.openxmlformats.org/drawingml/2006/main">
            <a:off x="9991725" y="3990975"/>
            <a:ext cx="15430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기준 미정</a:t>
            </a:r>
          </a:p>
        </p:txBody>
      </p:sp>
      <p:sp>
        <p:nvSpPr>
          <p:cNvPr id="37" name="">
            <a:extLst xmlns:a="http://schemas.openxmlformats.org/drawingml/2006/main">
              <a:ext uri="{FF2B5EF4-FFF2-40B4-BE49-F238E27FC236}">
                <a16:creationId xmlns:a16="http://schemas.microsoft.com/office/drawing/2014/main" id="{C4C2EDBB-1B07-4B3F-BD5D-6596D484D2F9}"/>
              </a:ext>
            </a:extLst>
          </p:cNvPr>
          <p:cNvSpPr>
            <a:spLocks xmlns:a="http://schemas.openxmlformats.org/drawingml/2006/main" noGrp="1"/>
          </p:cNvSpPr>
          <p:nvPr/>
        </p:nvSpPr>
        <p:spPr>
          <a:xfrm xmlns:a="http://schemas.openxmlformats.org/drawingml/2006/main">
            <a:off x="838200" y="2705100"/>
            <a:ext cx="1181100" cy="819150"/>
          </a:xfrm>
          <a:prstGeom xmlns:a="http://schemas.openxmlformats.org/drawingml/2006/main" prst="rect">
            <a:avLst/>
          </a:prstGeom>
          <a:solidFill xmlns:a="http://schemas.openxmlformats.org/drawingml/2006/main">
            <a:srgbClr val="E2E7EB"/>
          </a:solidFill>
          <a:ln xmlns:a="http://schemas.openxmlformats.org/drawingml/2006/main" w="14288">
            <a:solidFill>
              <a:srgbClr val="4D5A68"/>
            </a:solidFill>
            <a:prstDash val="solid"/>
          </a:ln>
        </p:spPr>
      </p:sp>
      <p:sp>
        <p:nvSpPr>
          <p:cNvPr id="38" name="">
            <a:extLst xmlns:a="http://schemas.openxmlformats.org/drawingml/2006/main">
              <a:ext uri="{FF2B5EF4-FFF2-40B4-BE49-F238E27FC236}">
                <a16:creationId xmlns:a16="http://schemas.microsoft.com/office/drawing/2014/main" id="{8C1D95D5-6485-445A-B22E-B1607A2A1F2E}"/>
              </a:ext>
            </a:extLst>
          </p:cNvPr>
          <p:cNvSpPr>
            <a:spLocks xmlns:a="http://schemas.openxmlformats.org/drawingml/2006/main" noGrp="1"/>
          </p:cNvSpPr>
          <p:nvPr/>
        </p:nvSpPr>
        <p:spPr>
          <a:xfrm xmlns:a="http://schemas.openxmlformats.org/drawingml/2006/main">
            <a:off x="971550"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9" name="">
            <a:extLst xmlns:a="http://schemas.openxmlformats.org/drawingml/2006/main">
              <a:ext uri="{FF2B5EF4-FFF2-40B4-BE49-F238E27FC236}">
                <a16:creationId xmlns:a16="http://schemas.microsoft.com/office/drawing/2014/main" id="{51E24AF8-7798-4337-8B2B-9A5E110F219A}"/>
              </a:ext>
            </a:extLst>
          </p:cNvPr>
          <p:cNvSpPr>
            <a:spLocks xmlns:a="http://schemas.openxmlformats.org/drawingml/2006/main" noGrp="1"/>
          </p:cNvSpPr>
          <p:nvPr/>
        </p:nvSpPr>
        <p:spPr>
          <a:xfrm xmlns:a="http://schemas.openxmlformats.org/drawingml/2006/main">
            <a:off x="1685925" y="281940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0" name="">
            <a:extLst xmlns:a="http://schemas.openxmlformats.org/drawingml/2006/main">
              <a:ext uri="{FF2B5EF4-FFF2-40B4-BE49-F238E27FC236}">
                <a16:creationId xmlns:a16="http://schemas.microsoft.com/office/drawing/2014/main" id="{1F0CB7F7-A0DC-4B97-BBEE-6DB844A62FC7}"/>
              </a:ext>
            </a:extLst>
          </p:cNvPr>
          <p:cNvSpPr>
            <a:spLocks xmlns:a="http://schemas.openxmlformats.org/drawingml/2006/main" noGrp="1"/>
          </p:cNvSpPr>
          <p:nvPr/>
        </p:nvSpPr>
        <p:spPr>
          <a:xfrm xmlns:a="http://schemas.openxmlformats.org/drawingml/2006/main">
            <a:off x="971550"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1" name="">
            <a:extLst xmlns:a="http://schemas.openxmlformats.org/drawingml/2006/main">
              <a:ext uri="{FF2B5EF4-FFF2-40B4-BE49-F238E27FC236}">
                <a16:creationId xmlns:a16="http://schemas.microsoft.com/office/drawing/2014/main" id="{902A7726-F951-4B59-A9F1-29A62EE18DAA}"/>
              </a:ext>
            </a:extLst>
          </p:cNvPr>
          <p:cNvSpPr>
            <a:spLocks xmlns:a="http://schemas.openxmlformats.org/drawingml/2006/main" noGrp="1"/>
          </p:cNvSpPr>
          <p:nvPr/>
        </p:nvSpPr>
        <p:spPr>
          <a:xfrm xmlns:a="http://schemas.openxmlformats.org/drawingml/2006/main">
            <a:off x="1685925" y="3257550"/>
            <a:ext cx="142875" cy="1428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2" name="">
            <a:extLst xmlns:a="http://schemas.openxmlformats.org/drawingml/2006/main">
              <a:ext uri="{FF2B5EF4-FFF2-40B4-BE49-F238E27FC236}">
                <a16:creationId xmlns:a16="http://schemas.microsoft.com/office/drawing/2014/main" id="{23B25E91-444E-4F65-98CF-CE0C1DAD7135}"/>
              </a:ext>
            </a:extLst>
          </p:cNvPr>
          <p:cNvSpPr>
            <a:spLocks xmlns:a="http://schemas.openxmlformats.org/drawingml/2006/main" noGrp="1"/>
          </p:cNvSpPr>
          <p:nvPr/>
        </p:nvSpPr>
        <p:spPr>
          <a:xfrm xmlns:a="http://schemas.openxmlformats.org/drawingml/2006/main">
            <a:off x="1390650" y="2752725"/>
            <a:ext cx="533400" cy="628650"/>
          </a:xfrm>
          <a:prstGeom xmlns:a="http://schemas.openxmlformats.org/drawingml/2006/main" prst="rect">
            <a:avLst/>
          </a:prstGeom>
          <a:noFill xmlns:a="http://schemas.openxmlformats.org/drawingml/2006/main"/>
          <a:ln xmlns:a="http://schemas.openxmlformats.org/drawingml/2006/main" w="28575">
            <a:solidFill>
              <a:srgbClr val="0B6172"/>
            </a:solidFill>
            <a:prstDash val="solid"/>
          </a:ln>
        </p:spPr>
      </p:sp>
      <p:sp>
        <p:nvSpPr>
          <p:cNvPr id="43" name="">
            <a:extLst xmlns:a="http://schemas.openxmlformats.org/drawingml/2006/main">
              <a:ext uri="{FF2B5EF4-FFF2-40B4-BE49-F238E27FC236}">
                <a16:creationId xmlns:a16="http://schemas.microsoft.com/office/drawing/2014/main" id="{D1B91016-E3EE-4ADA-8360-5A20073E245B}"/>
              </a:ext>
            </a:extLst>
          </p:cNvPr>
          <p:cNvSpPr>
            <a:spLocks xmlns:a="http://schemas.openxmlformats.org/drawingml/2006/main" noGrp="1"/>
          </p:cNvSpPr>
          <p:nvPr/>
        </p:nvSpPr>
        <p:spPr>
          <a:xfrm xmlns:a="http://schemas.openxmlformats.org/drawingml/2006/main">
            <a:off x="2743200" y="2676525"/>
            <a:ext cx="1104900" cy="857250"/>
          </a:xfrm>
          <a:prstGeom xmlns:a="http://schemas.openxmlformats.org/drawingml/2006/main" prst="rect">
            <a:avLst/>
          </a:prstGeom>
          <a:solidFill xmlns:a="http://schemas.openxmlformats.org/drawingml/2006/main">
            <a:srgbClr val="E2E7EB"/>
          </a:solidFill>
          <a:ln xmlns:a="http://schemas.openxmlformats.org/drawingml/2006/main" w="19050">
            <a:solidFill>
              <a:srgbClr val="0B6172"/>
            </a:solidFill>
            <a:prstDash val="solid"/>
          </a:ln>
        </p:spPr>
      </p:sp>
      <p:sp>
        <p:nvSpPr>
          <p:cNvPr id="44" name="">
            <a:extLst xmlns:a="http://schemas.openxmlformats.org/drawingml/2006/main">
              <a:ext uri="{FF2B5EF4-FFF2-40B4-BE49-F238E27FC236}">
                <a16:creationId xmlns:a16="http://schemas.microsoft.com/office/drawing/2014/main" id="{8CC3FDB2-9C35-4C3F-A32D-2ED60300505F}"/>
              </a:ext>
            </a:extLst>
          </p:cNvPr>
          <p:cNvSpPr>
            <a:spLocks xmlns:a="http://schemas.openxmlformats.org/drawingml/2006/main" noGrp="1"/>
          </p:cNvSpPr>
          <p:nvPr/>
        </p:nvSpPr>
        <p:spPr>
          <a:xfrm xmlns:a="http://schemas.openxmlformats.org/drawingml/2006/main">
            <a:off x="3267075" y="2828925"/>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5" name="">
            <a:extLst xmlns:a="http://schemas.openxmlformats.org/drawingml/2006/main">
              <a:ext uri="{FF2B5EF4-FFF2-40B4-BE49-F238E27FC236}">
                <a16:creationId xmlns:a16="http://schemas.microsoft.com/office/drawing/2014/main" id="{7DA4B7B2-A115-4F62-B1BC-20D9A8FC5087}"/>
              </a:ext>
            </a:extLst>
          </p:cNvPr>
          <p:cNvSpPr>
            <a:spLocks xmlns:a="http://schemas.openxmlformats.org/drawingml/2006/main" noGrp="1"/>
          </p:cNvSpPr>
          <p:nvPr/>
        </p:nvSpPr>
        <p:spPr>
          <a:xfrm xmlns:a="http://schemas.openxmlformats.org/drawingml/2006/main">
            <a:off x="3267075" y="3219450"/>
            <a:ext cx="257175" cy="257175"/>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46" name="">
            <a:extLst xmlns:a="http://schemas.openxmlformats.org/drawingml/2006/main">
              <a:ext uri="{FF2B5EF4-FFF2-40B4-BE49-F238E27FC236}">
                <a16:creationId xmlns:a16="http://schemas.microsoft.com/office/drawing/2014/main" id="{C1D1D5BF-FDD3-43EA-A8F1-BD45CEC99D92}"/>
              </a:ext>
            </a:extLst>
          </p:cNvPr>
          <p:cNvSpPr>
            <a:spLocks xmlns:a="http://schemas.openxmlformats.org/drawingml/2006/main" noGrp="1"/>
          </p:cNvSpPr>
          <p:nvPr/>
        </p:nvSpPr>
        <p:spPr>
          <a:xfrm xmlns:a="http://schemas.openxmlformats.org/drawingml/2006/main">
            <a:off x="4619625" y="2762250"/>
            <a:ext cx="238125" cy="714375"/>
          </a:xfrm>
          <a:prstGeom xmlns:a="http://schemas.openxmlformats.org/drawingml/2006/main" prst="rect">
            <a:avLst/>
          </a:prstGeom>
          <a:solidFill xmlns:a="http://schemas.openxmlformats.org/drawingml/2006/main">
            <a:srgbClr val="3F4B56"/>
          </a:solidFill>
          <a:ln xmlns:a="http://schemas.openxmlformats.org/drawingml/2006/main" w="0">
            <a:noFill/>
            <a:prstDash val="solid"/>
          </a:ln>
        </p:spPr>
      </p:sp>
      <p:sp>
        <p:nvSpPr>
          <p:cNvPr id="47" name="">
            <a:extLst xmlns:a="http://schemas.openxmlformats.org/drawingml/2006/main">
              <a:ext uri="{FF2B5EF4-FFF2-40B4-BE49-F238E27FC236}">
                <a16:creationId xmlns:a16="http://schemas.microsoft.com/office/drawing/2014/main" id="{1CE1C0EE-5D93-4393-ACC2-F807297F3D01}"/>
              </a:ext>
            </a:extLst>
          </p:cNvPr>
          <p:cNvSpPr>
            <a:spLocks xmlns:a="http://schemas.openxmlformats.org/drawingml/2006/main" noGrp="1"/>
          </p:cNvSpPr>
          <p:nvPr/>
        </p:nvSpPr>
        <p:spPr>
          <a:xfrm xmlns:a="http://schemas.openxmlformats.org/drawingml/2006/main">
            <a:off x="4886325" y="2762250"/>
            <a:ext cx="238125" cy="714375"/>
          </a:xfrm>
          <a:prstGeom xmlns:a="http://schemas.openxmlformats.org/drawingml/2006/main" prst="rect">
            <a:avLst/>
          </a:prstGeom>
          <a:solidFill xmlns:a="http://schemas.openxmlformats.org/drawingml/2006/main">
            <a:srgbClr val="66727D"/>
          </a:solidFill>
          <a:ln xmlns:a="http://schemas.openxmlformats.org/drawingml/2006/main" w="0">
            <a:noFill/>
            <a:prstDash val="solid"/>
          </a:ln>
        </p:spPr>
      </p:sp>
      <p:sp>
        <p:nvSpPr>
          <p:cNvPr id="48" name="">
            <a:extLst xmlns:a="http://schemas.openxmlformats.org/drawingml/2006/main">
              <a:ext uri="{FF2B5EF4-FFF2-40B4-BE49-F238E27FC236}">
                <a16:creationId xmlns:a16="http://schemas.microsoft.com/office/drawing/2014/main" id="{BF40B5A7-1536-4054-B838-7B254E4D82BC}"/>
              </a:ext>
            </a:extLst>
          </p:cNvPr>
          <p:cNvSpPr>
            <a:spLocks xmlns:a="http://schemas.openxmlformats.org/drawingml/2006/main" noGrp="1"/>
          </p:cNvSpPr>
          <p:nvPr/>
        </p:nvSpPr>
        <p:spPr>
          <a:xfrm xmlns:a="http://schemas.openxmlformats.org/drawingml/2006/main">
            <a:off x="5153025" y="2762250"/>
            <a:ext cx="238125" cy="714375"/>
          </a:xfrm>
          <a:prstGeom xmlns:a="http://schemas.openxmlformats.org/drawingml/2006/main" prst="rect">
            <a:avLst/>
          </a:prstGeom>
          <a:solidFill xmlns:a="http://schemas.openxmlformats.org/drawingml/2006/main">
            <a:srgbClr val="9DA7B0"/>
          </a:solidFill>
          <a:ln xmlns:a="http://schemas.openxmlformats.org/drawingml/2006/main" w="0">
            <a:noFill/>
            <a:prstDash val="solid"/>
          </a:ln>
        </p:spPr>
      </p:sp>
      <p:sp>
        <p:nvSpPr>
          <p:cNvPr id="49" name="">
            <a:extLst xmlns:a="http://schemas.openxmlformats.org/drawingml/2006/main">
              <a:ext uri="{FF2B5EF4-FFF2-40B4-BE49-F238E27FC236}">
                <a16:creationId xmlns:a16="http://schemas.microsoft.com/office/drawing/2014/main" id="{104EA1F1-9DBD-41AC-BCDC-B77D9796D000}"/>
              </a:ext>
            </a:extLst>
          </p:cNvPr>
          <p:cNvSpPr>
            <a:spLocks xmlns:a="http://schemas.openxmlformats.org/drawingml/2006/main" noGrp="1"/>
          </p:cNvSpPr>
          <p:nvPr/>
        </p:nvSpPr>
        <p:spPr>
          <a:xfrm xmlns:a="http://schemas.openxmlformats.org/drawingml/2006/main">
            <a:off x="5419725" y="2762250"/>
            <a:ext cx="238125" cy="714375"/>
          </a:xfrm>
          <a:prstGeom xmlns:a="http://schemas.openxmlformats.org/drawingml/2006/main" prst="rect">
            <a:avLst/>
          </a:prstGeom>
          <a:solidFill xmlns:a="http://schemas.openxmlformats.org/drawingml/2006/main">
            <a:srgbClr val="D5DCE2"/>
          </a:solidFill>
          <a:ln xmlns:a="http://schemas.openxmlformats.org/drawingml/2006/main" w="0">
            <a:noFill/>
            <a:prstDash val="solid"/>
          </a:ln>
        </p:spPr>
      </p:sp>
      <p:sp>
        <p:nvSpPr>
          <p:cNvPr id="50" name="">
            <a:extLst xmlns:a="http://schemas.openxmlformats.org/drawingml/2006/main">
              <a:ext uri="{FF2B5EF4-FFF2-40B4-BE49-F238E27FC236}">
                <a16:creationId xmlns:a16="http://schemas.microsoft.com/office/drawing/2014/main" id="{89DE1BE3-467B-43F0-A000-555446EEBC83}"/>
              </a:ext>
            </a:extLst>
          </p:cNvPr>
          <p:cNvSpPr>
            <a:spLocks xmlns:a="http://schemas.openxmlformats.org/drawingml/2006/main" noGrp="1"/>
          </p:cNvSpPr>
          <p:nvPr/>
        </p:nvSpPr>
        <p:spPr>
          <a:xfrm xmlns:a="http://schemas.openxmlformats.org/drawingml/2006/main">
            <a:off x="6467475" y="2838450"/>
            <a:ext cx="428625" cy="4286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1" name="">
            <a:extLst xmlns:a="http://schemas.openxmlformats.org/drawingml/2006/main">
              <a:ext uri="{FF2B5EF4-FFF2-40B4-BE49-F238E27FC236}">
                <a16:creationId xmlns:a16="http://schemas.microsoft.com/office/drawing/2014/main" id="{F96EEE28-E472-471F-9F5B-3FE84635B648}"/>
              </a:ext>
            </a:extLst>
          </p:cNvPr>
          <p:cNvSpPr>
            <a:spLocks xmlns:a="http://schemas.openxmlformats.org/drawingml/2006/main" noGrp="1"/>
          </p:cNvSpPr>
          <p:nvPr/>
        </p:nvSpPr>
        <p:spPr>
          <a:xfrm xmlns:a="http://schemas.openxmlformats.org/drawingml/2006/main">
            <a:off x="6981825" y="3009900"/>
            <a:ext cx="171450" cy="1143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52" name="">
            <a:extLst xmlns:a="http://schemas.openxmlformats.org/drawingml/2006/main">
              <a:ext uri="{FF2B5EF4-FFF2-40B4-BE49-F238E27FC236}">
                <a16:creationId xmlns:a16="http://schemas.microsoft.com/office/drawing/2014/main" id="{9E6655D6-3F2C-48F0-A384-D5578174AFAC}"/>
              </a:ext>
            </a:extLst>
          </p:cNvPr>
          <p:cNvSpPr>
            <a:spLocks xmlns:a="http://schemas.openxmlformats.org/drawingml/2006/main" noGrp="1"/>
          </p:cNvSpPr>
          <p:nvPr/>
        </p:nvSpPr>
        <p:spPr>
          <a:xfrm xmlns:a="http://schemas.openxmlformats.org/drawingml/2006/main">
            <a:off x="7239000" y="2657475"/>
            <a:ext cx="400050" cy="771525"/>
          </a:xfrm>
          <a:prstGeom xmlns:a="http://schemas.openxmlformats.org/drawingml/2006/main" prst="rect">
            <a:avLst/>
          </a:prstGeom>
          <a:noFill xmlns:a="http://schemas.openxmlformats.org/drawingml/2006/main"/>
          <a:ln xmlns:a="http://schemas.openxmlformats.org/drawingml/2006/main" w="19050">
            <a:solidFill>
              <a:srgbClr val="4D5A68"/>
            </a:solidFill>
            <a:prstDash val="solid"/>
          </a:ln>
        </p:spPr>
      </p:sp>
      <p:sp>
        <p:nvSpPr>
          <p:cNvPr id="53" name="">
            <a:extLst xmlns:a="http://schemas.openxmlformats.org/drawingml/2006/main">
              <a:ext uri="{FF2B5EF4-FFF2-40B4-BE49-F238E27FC236}">
                <a16:creationId xmlns:a16="http://schemas.microsoft.com/office/drawing/2014/main" id="{49AA21A5-02C6-44EF-84E6-23E4D68A8B99}"/>
              </a:ext>
            </a:extLst>
          </p:cNvPr>
          <p:cNvSpPr>
            <a:spLocks xmlns:a="http://schemas.openxmlformats.org/drawingml/2006/main" noGrp="1"/>
          </p:cNvSpPr>
          <p:nvPr/>
        </p:nvSpPr>
        <p:spPr>
          <a:xfrm xmlns:a="http://schemas.openxmlformats.org/drawingml/2006/main">
            <a:off x="8334375" y="3248025"/>
            <a:ext cx="142875" cy="2381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4" name="">
            <a:extLst xmlns:a="http://schemas.openxmlformats.org/drawingml/2006/main">
              <a:ext uri="{FF2B5EF4-FFF2-40B4-BE49-F238E27FC236}">
                <a16:creationId xmlns:a16="http://schemas.microsoft.com/office/drawing/2014/main" id="{D5791B64-54FF-44F1-AC52-03BF2C2A47AA}"/>
              </a:ext>
            </a:extLst>
          </p:cNvPr>
          <p:cNvSpPr>
            <a:spLocks xmlns:a="http://schemas.openxmlformats.org/drawingml/2006/main" noGrp="1"/>
          </p:cNvSpPr>
          <p:nvPr/>
        </p:nvSpPr>
        <p:spPr>
          <a:xfrm xmlns:a="http://schemas.openxmlformats.org/drawingml/2006/main">
            <a:off x="8562975" y="2981325"/>
            <a:ext cx="142875" cy="5048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5" name="">
            <a:extLst xmlns:a="http://schemas.openxmlformats.org/drawingml/2006/main">
              <a:ext uri="{FF2B5EF4-FFF2-40B4-BE49-F238E27FC236}">
                <a16:creationId xmlns:a16="http://schemas.microsoft.com/office/drawing/2014/main" id="{7EEF359C-786B-45BF-96DD-C957C4E0D044}"/>
              </a:ext>
            </a:extLst>
          </p:cNvPr>
          <p:cNvSpPr>
            <a:spLocks xmlns:a="http://schemas.openxmlformats.org/drawingml/2006/main" noGrp="1"/>
          </p:cNvSpPr>
          <p:nvPr/>
        </p:nvSpPr>
        <p:spPr>
          <a:xfrm xmlns:a="http://schemas.openxmlformats.org/drawingml/2006/main">
            <a:off x="8791575" y="2752725"/>
            <a:ext cx="142875" cy="7334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6" name="">
            <a:extLst xmlns:a="http://schemas.openxmlformats.org/drawingml/2006/main">
              <a:ext uri="{FF2B5EF4-FFF2-40B4-BE49-F238E27FC236}">
                <a16:creationId xmlns:a16="http://schemas.microsoft.com/office/drawing/2014/main" id="{9738A2A0-E515-40C7-B207-602BE4756E7D}"/>
              </a:ext>
            </a:extLst>
          </p:cNvPr>
          <p:cNvSpPr>
            <a:spLocks xmlns:a="http://schemas.openxmlformats.org/drawingml/2006/main" noGrp="1"/>
          </p:cNvSpPr>
          <p:nvPr/>
        </p:nvSpPr>
        <p:spPr>
          <a:xfrm xmlns:a="http://schemas.openxmlformats.org/drawingml/2006/main">
            <a:off x="9020175" y="3057525"/>
            <a:ext cx="142875" cy="428625"/>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7" name="">
            <a:extLst xmlns:a="http://schemas.openxmlformats.org/drawingml/2006/main">
              <a:ext uri="{FF2B5EF4-FFF2-40B4-BE49-F238E27FC236}">
                <a16:creationId xmlns:a16="http://schemas.microsoft.com/office/drawing/2014/main" id="{4C8F8795-3422-4E32-B38B-488C0275D0F8}"/>
              </a:ext>
            </a:extLst>
          </p:cNvPr>
          <p:cNvSpPr>
            <a:spLocks xmlns:a="http://schemas.openxmlformats.org/drawingml/2006/main" noGrp="1"/>
          </p:cNvSpPr>
          <p:nvPr/>
        </p:nvSpPr>
        <p:spPr>
          <a:xfrm xmlns:a="http://schemas.openxmlformats.org/drawingml/2006/main">
            <a:off x="9248775" y="3295650"/>
            <a:ext cx="142875" cy="190500"/>
          </a:xfrm>
          <a:prstGeom xmlns:a="http://schemas.openxmlformats.org/drawingml/2006/main" prst="rect">
            <a:avLst/>
          </a:prstGeom>
          <a:solidFill xmlns:a="http://schemas.openxmlformats.org/drawingml/2006/main">
            <a:srgbClr val="82929E"/>
          </a:solidFill>
          <a:ln xmlns:a="http://schemas.openxmlformats.org/drawingml/2006/main" w="0">
            <a:noFill/>
            <a:prstDash val="solid"/>
          </a:ln>
        </p:spPr>
      </p:sp>
      <p:sp>
        <p:nvSpPr>
          <p:cNvPr id="58" name="?">
            <a:extLst xmlns:a="http://schemas.openxmlformats.org/drawingml/2006/main">
              <a:ext uri="{FF2B5EF4-FFF2-40B4-BE49-F238E27FC236}">
                <a16:creationId xmlns:a16="http://schemas.microsoft.com/office/drawing/2014/main" id="{29901CE3-35BF-450E-B0F3-3F8308B5D8CD}"/>
              </a:ext>
            </a:extLst>
          </p:cNvPr>
          <p:cNvSpPr>
            <a:spLocks xmlns:a="http://schemas.openxmlformats.org/drawingml/2006/main" noGrp="1"/>
          </p:cNvSpPr>
          <p:nvPr/>
        </p:nvSpPr>
        <p:spPr>
          <a:xfrm xmlns:a="http://schemas.openxmlformats.org/drawingml/2006/main">
            <a:off x="10258425" y="2609850"/>
            <a:ext cx="10096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625" b="1">
                <a:solidFill>
                  <a:srgbClr val="805400"/>
                </a:solidFill>
                <a:latin typeface="Malgun Gothic"/>
                <a:ea typeface="Malgun Gothic"/>
                <a:cs typeface="Malgun Gothic"/>
              </a:defRPr>
            </a:defPPr>
            <a:lvl1pPr algn="ctr">
              <a:defRPr sz="5625" b="1">
                <a:solidFill>
                  <a:srgbClr val="805400"/>
                </a:solidFill>
                <a:latin typeface="Malgun Gothic"/>
                <a:ea typeface="Malgun Gothic"/>
                <a:cs typeface="Malgun Gothic"/>
              </a:defRPr>
            </a:lvl1pPr>
            <a:lvl2pPr algn="ctr">
              <a:defRPr sz="5625" b="1">
                <a:solidFill>
                  <a:srgbClr val="805400"/>
                </a:solidFill>
                <a:latin typeface="Malgun Gothic"/>
                <a:ea typeface="Malgun Gothic"/>
                <a:cs typeface="Malgun Gothic"/>
              </a:defRPr>
            </a:lvl2pPr>
            <a:lvl3pPr algn="ctr">
              <a:defRPr sz="5625" b="1">
                <a:solidFill>
                  <a:srgbClr val="805400"/>
                </a:solidFill>
                <a:latin typeface="Malgun Gothic"/>
                <a:ea typeface="Malgun Gothic"/>
                <a:cs typeface="Malgun Gothic"/>
              </a:defRPr>
            </a:lvl3pPr>
            <a:lvl4pPr algn="ctr">
              <a:defRPr sz="5625" b="1">
                <a:solidFill>
                  <a:srgbClr val="805400"/>
                </a:solidFill>
                <a:latin typeface="Malgun Gothic"/>
                <a:ea typeface="Malgun Gothic"/>
                <a:cs typeface="Malgun Gothic"/>
              </a:defRPr>
            </a:lvl4pPr>
            <a:lvl5pPr algn="ctr">
              <a:defRPr sz="5625" b="1">
                <a:solidFill>
                  <a:srgbClr val="805400"/>
                </a:solidFill>
                <a:latin typeface="Malgun Gothic"/>
                <a:ea typeface="Malgun Gothic"/>
                <a:cs typeface="Malgun Gothic"/>
              </a:defRPr>
            </a:lvl5pPr>
            <a:lvl6pPr algn="ctr">
              <a:defRPr sz="5625" b="1">
                <a:solidFill>
                  <a:srgbClr val="805400"/>
                </a:solidFill>
                <a:latin typeface="Malgun Gothic"/>
                <a:ea typeface="Malgun Gothic"/>
                <a:cs typeface="Malgun Gothic"/>
              </a:defRPr>
            </a:lvl6pPr>
            <a:lvl7pPr algn="ctr">
              <a:defRPr sz="5625" b="1">
                <a:solidFill>
                  <a:srgbClr val="805400"/>
                </a:solidFill>
                <a:latin typeface="Malgun Gothic"/>
                <a:ea typeface="Malgun Gothic"/>
                <a:cs typeface="Malgun Gothic"/>
              </a:defRPr>
            </a:lvl7pPr>
            <a:lvl8pPr algn="ctr">
              <a:defRPr sz="5625" b="1">
                <a:solidFill>
                  <a:srgbClr val="805400"/>
                </a:solidFill>
                <a:latin typeface="Malgun Gothic"/>
                <a:ea typeface="Malgun Gothic"/>
                <a:cs typeface="Malgun Gothic"/>
              </a:defRPr>
            </a:lvl8pPr>
            <a:lvl9pPr algn="ctr">
              <a:defRPr sz="5625" b="1">
                <a:solidFill>
                  <a:srgbClr val="805400"/>
                </a:solidFill>
                <a:latin typeface="Malgun Gothic"/>
                <a:ea typeface="Malgun Gothic"/>
                <a:cs typeface="Malgun Gothic"/>
              </a:defRPr>
            </a:lvl9pPr>
          </a:lstStyle>
          <a:p xmlns:a="http://schemas.openxmlformats.org/drawingml/2006/main">
            <a:pPr algn="ctr">
              <a:defRPr sz="5625" b="1">
                <a:solidFill>
                  <a:srgbClr val="805400"/>
                </a:solidFill>
                <a:latin typeface="Malgun Gothic"/>
                <a:ea typeface="Malgun Gothic"/>
                <a:cs typeface="Malgun Gothic"/>
              </a:defRPr>
            </a:pPr>
            <a:r>
              <a:rPr sz="5625" b="1">
                <a:solidFill>
                  <a:srgbClr val="805400"/>
                </a:solidFill>
                <a:latin typeface="Malgun Gothic"/>
                <a:ea typeface="Malgun Gothic"/>
                <a:cs typeface="Malgun Gothic"/>
              </a:rPr>
              <a:t>?</a:t>
            </a:r>
          </a:p>
        </p:txBody>
      </p:sp>
      <p:sp>
        <p:nvSpPr>
          <p:cNvPr id="59" name="지금 이 저장소에 어떤 일을 맡기고 싶으신가요?">
            <a:extLst xmlns:a="http://schemas.openxmlformats.org/drawingml/2006/main">
              <a:ext uri="{FF2B5EF4-FFF2-40B4-BE49-F238E27FC236}">
                <a16:creationId xmlns:a16="http://schemas.microsoft.com/office/drawing/2014/main" id="{D0E76A80-CBFC-4F7D-AB42-027A79DCB001}"/>
              </a:ext>
            </a:extLst>
          </p:cNvPr>
          <p:cNvSpPr>
            <a:spLocks xmlns:a="http://schemas.openxmlformats.org/drawingml/2006/main" noGrp="1"/>
          </p:cNvSpPr>
          <p:nvPr/>
        </p:nvSpPr>
        <p:spPr>
          <a:xfrm xmlns:a="http://schemas.openxmlformats.org/drawingml/2006/main">
            <a:off x="609600" y="4562475"/>
            <a:ext cx="10972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지금 이 저장소에 어떤 일을 맡기고 싶으신가요?</a:t>
            </a:r>
          </a:p>
        </p:txBody>
      </p:sp>
      <p:sp>
        <p:nvSpPr>
          <p:cNvPr id="60" name="그 원하는 결과까지 코드에 적혀 있을까요?">
            <a:extLst xmlns:a="http://schemas.openxmlformats.org/drawingml/2006/main">
              <a:ext uri="{FF2B5EF4-FFF2-40B4-BE49-F238E27FC236}">
                <a16:creationId xmlns:a16="http://schemas.microsoft.com/office/drawing/2014/main" id="{CB3C8953-3678-4F2A-A125-BC029ADC517C}"/>
              </a:ext>
            </a:extLst>
          </p:cNvPr>
          <p:cNvSpPr>
            <a:spLocks xmlns:a="http://schemas.openxmlformats.org/drawingml/2006/main" noGrp="1"/>
          </p:cNvSpPr>
          <p:nvPr/>
        </p:nvSpPr>
        <p:spPr>
          <a:xfrm xmlns:a="http://schemas.openxmlformats.org/drawingml/2006/main">
            <a:off x="609600" y="51435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 원하는 결과까지 코드에 적혀 있을까요?</a:t>
            </a:r>
          </a:p>
        </p:txBody>
      </p:sp>
      <p:sp>
        <p:nvSpPr>
          <p:cNvPr id="61" name="Legacy module connection">
            <a:extLst xmlns:a="http://schemas.openxmlformats.org/drawingml/2006/main">
              <a:ext uri="{FF2B5EF4-FFF2-40B4-BE49-F238E27FC236}">
                <a16:creationId xmlns:a16="http://schemas.microsoft.com/office/drawing/2014/main" id="{42FDB57D-677E-40CA-A77F-0DEBFC8805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991808873"/>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요청에 남은 목표·조건·완료 근거">
            <a:extLst xmlns:a="http://schemas.openxmlformats.org/drawingml/2006/main">
              <a:ext uri="{FF2B5EF4-FFF2-40B4-BE49-F238E27FC236}">
                <a16:creationId xmlns:a16="http://schemas.microsoft.com/office/drawing/2014/main" id="{01E773E8-2FD6-49E0-9AC1-B5440CF850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요청에 남은 목표·조건·완료 근거</a:t>
            </a:r>
          </a:p>
        </p:txBody>
      </p:sp>
      <p:sp>
        <p:nvSpPr>
          <p:cNvPr id="2" name="S14">
            <a:extLst xmlns:a="http://schemas.openxmlformats.org/drawingml/2006/main">
              <a:ext uri="{FF2B5EF4-FFF2-40B4-BE49-F238E27FC236}">
                <a16:creationId xmlns:a16="http://schemas.microsoft.com/office/drawing/2014/main" id="{290463E1-6378-48FD-B620-982170A27FE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S14</a:t>
            </a:r>
          </a:p>
        </p:txBody>
      </p:sp>
      <p:sp>
        <p:nvSpPr>
          <p:cNvPr id="3" name="Task에는 무엇이 아직 정해지지 않았을까?">
            <a:extLst xmlns:a="http://schemas.openxmlformats.org/drawingml/2006/main">
              <a:ext uri="{FF2B5EF4-FFF2-40B4-BE49-F238E27FC236}">
                <a16:creationId xmlns:a16="http://schemas.microsoft.com/office/drawing/2014/main" id="{60FC5136-B7D0-415F-865B-A88750A881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Task에는 무엇이 아직 정해지지 않았을까?</a:t>
            </a:r>
          </a:p>
        </p:txBody>
      </p:sp>
      <p:sp>
        <p:nvSpPr>
          <p:cNvPr id="4" name="">
            <a:extLst xmlns:a="http://schemas.openxmlformats.org/drawingml/2006/main">
              <a:ext uri="{FF2B5EF4-FFF2-40B4-BE49-F238E27FC236}">
                <a16:creationId xmlns:a16="http://schemas.microsoft.com/office/drawing/2014/main" id="{78A55F0D-99F0-47A8-988C-3CBDF8E2208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구성 사례 · AI 생성 삽화 · 토큰/시간 곡선은 수치 없는 개념도">
            <a:extLst xmlns:a="http://schemas.openxmlformats.org/drawingml/2006/main">
              <a:ext uri="{FF2B5EF4-FFF2-40B4-BE49-F238E27FC236}">
                <a16:creationId xmlns:a16="http://schemas.microsoft.com/office/drawing/2014/main" id="{01FF1AD1-E6C2-462D-BF1A-E9D0E14861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구성 사례 · AI 생성 삽화 · 토큰/시간 곡선은 수치 없는 개념도</a:t>
            </a:r>
          </a:p>
        </p:txBody>
      </p:sp>
      <p:sp>
        <p:nvSpPr>
          <p:cNvPr id="6" name="실제 Agent 실패·측정 결과·기하급수 증가 법칙이 아닙니다. 필요한 정보를 되묻는 선택도 가능합니다.">
            <a:extLst xmlns:a="http://schemas.openxmlformats.org/drawingml/2006/main">
              <a:ext uri="{FF2B5EF4-FFF2-40B4-BE49-F238E27FC236}">
                <a16:creationId xmlns:a16="http://schemas.microsoft.com/office/drawing/2014/main" id="{AE4E8DE2-2F53-4A8A-82C1-6AE9E7B283C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Agent 실패·측정 결과·기하급수 증가 법칙이 아닙니다. 필요한 정보를 되묻는 선택도 가능합니다.</a:t>
            </a:r>
          </a:p>
        </p:txBody>
      </p:sp>
      <p:sp>
        <p:nvSpPr>
          <p:cNvPr id="7" name="같은 Repository를 보고 있습니다.">
            <a:extLst xmlns:a="http://schemas.openxmlformats.org/drawingml/2006/main">
              <a:ext uri="{FF2B5EF4-FFF2-40B4-BE49-F238E27FC236}">
                <a16:creationId xmlns:a16="http://schemas.microsoft.com/office/drawing/2014/main" id="{80537B19-1F6B-4CED-A587-B9C14B372CB2}"/>
              </a:ext>
            </a:extLst>
          </p:cNvPr>
          <p:cNvSpPr>
            <a:spLocks xmlns:a="http://schemas.openxmlformats.org/drawingml/2006/main" noGrp="1"/>
          </p:cNvSpPr>
          <p:nvPr/>
        </p:nvSpPr>
        <p:spPr>
          <a:xfrm xmlns:a="http://schemas.openxmlformats.org/drawingml/2006/main">
            <a:off x="609600" y="179070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Repository를 보고 있습니다.</a:t>
            </a:r>
          </a:p>
        </p:txBody>
      </p:sp>
      <p:sp>
        <p:nvSpPr>
          <p:cNvPr id="8" name="">
            <a:extLst xmlns:a="http://schemas.openxmlformats.org/drawingml/2006/main">
              <a:ext uri="{FF2B5EF4-FFF2-40B4-BE49-F238E27FC236}">
                <a16:creationId xmlns:a16="http://schemas.microsoft.com/office/drawing/2014/main" id="{03191118-E7B1-44AE-A085-942A116DB35F}"/>
              </a:ext>
            </a:extLst>
          </p:cNvPr>
          <p:cNvSpPr>
            <a:spLocks xmlns:a="http://schemas.openxmlformats.org/drawingml/2006/main" noGrp="1"/>
          </p:cNvSpPr>
          <p:nvPr/>
        </p:nvSpPr>
        <p:spPr>
          <a:xfrm xmlns:a="http://schemas.openxmlformats.org/drawingml/2006/main">
            <a:off x="609600" y="2400300"/>
            <a:ext cx="3638550" cy="163830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1D0E7A9F-0C2E-4B20-8D16-E24F467471A2}"/>
              </a:ext>
            </a:extLst>
          </p:cNvPr>
          <p:cNvSpPr>
            <a:spLocks xmlns:a="http://schemas.openxmlformats.org/drawingml/2006/main" noGrp="1"/>
          </p:cNvSpPr>
          <p:nvPr/>
        </p:nvSpPr>
        <p:spPr>
          <a:xfrm xmlns:a="http://schemas.openxmlformats.org/drawingml/2006/main">
            <a:off x="781050" y="2495550"/>
            <a:ext cx="3295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B503464C-923D-4133-BD2E-9F0532F4E091}"/>
              </a:ext>
            </a:extLst>
          </p:cNvPr>
          <p:cNvSpPr>
            <a:spLocks xmlns:a="http://schemas.openxmlformats.org/drawingml/2006/main" noGrp="1"/>
          </p:cNvSpPr>
          <p:nvPr/>
        </p:nvSpPr>
        <p:spPr>
          <a:xfrm xmlns:a="http://schemas.openxmlformats.org/drawingml/2006/main">
            <a:off x="781050" y="2847975"/>
            <a:ext cx="3295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filter 성능 개선해줘">
            <a:extLst xmlns:a="http://schemas.openxmlformats.org/drawingml/2006/main">
              <a:ext uri="{FF2B5EF4-FFF2-40B4-BE49-F238E27FC236}">
                <a16:creationId xmlns:a16="http://schemas.microsoft.com/office/drawing/2014/main" id="{D6F404A3-93B1-446A-8313-B9C90892FAC3}"/>
              </a:ext>
            </a:extLst>
          </p:cNvPr>
          <p:cNvSpPr>
            <a:spLocks xmlns:a="http://schemas.openxmlformats.org/drawingml/2006/main" noGrp="1"/>
          </p:cNvSpPr>
          <p:nvPr/>
        </p:nvSpPr>
        <p:spPr>
          <a:xfrm xmlns:a="http://schemas.openxmlformats.org/drawingml/2006/main">
            <a:off x="800100" y="3009900"/>
            <a:ext cx="3257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filter 성능 개선해줘</a:t>
            </a:r>
          </a:p>
        </p:txBody>
      </p:sp>
      <p:sp>
        <p:nvSpPr>
          <p:cNvPr id="12" name="+">
            <a:extLst xmlns:a="http://schemas.openxmlformats.org/drawingml/2006/main">
              <a:ext uri="{FF2B5EF4-FFF2-40B4-BE49-F238E27FC236}">
                <a16:creationId xmlns:a16="http://schemas.microsoft.com/office/drawing/2014/main" id="{D444385B-7E64-4430-98D1-31F91FB7D2B8}"/>
              </a:ext>
            </a:extLst>
          </p:cNvPr>
          <p:cNvSpPr>
            <a:spLocks xmlns:a="http://schemas.openxmlformats.org/drawingml/2006/main" noGrp="1"/>
          </p:cNvSpPr>
          <p:nvPr/>
        </p:nvSpPr>
        <p:spPr>
          <a:xfrm xmlns:a="http://schemas.openxmlformats.org/drawingml/2006/main">
            <a:off x="781050" y="371475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72FB432D-EEB9-4598-BF02-375873BC6BBF}"/>
              </a:ext>
            </a:extLst>
          </p:cNvPr>
          <p:cNvSpPr>
            <a:spLocks xmlns:a="http://schemas.openxmlformats.org/drawingml/2006/main" noGrp="1"/>
          </p:cNvSpPr>
          <p:nvPr/>
        </p:nvSpPr>
        <p:spPr>
          <a:xfrm xmlns:a="http://schemas.openxmlformats.org/drawingml/2006/main">
            <a:off x="3838575" y="369570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62BE4BF-1895-499D-8E64-55DBE053A6C9}"/>
              </a:ext>
            </a:extLst>
          </p:cNvPr>
          <p:cNvSpPr>
            <a:spLocks xmlns:a="http://schemas.openxmlformats.org/drawingml/2006/main" noGrp="1"/>
          </p:cNvSpPr>
          <p:nvPr/>
        </p:nvSpPr>
        <p:spPr>
          <a:xfrm xmlns:a="http://schemas.openxmlformats.org/drawingml/2006/main">
            <a:off x="3838575" y="368617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1E0EEDB8-F3F0-42C9-A0EB-8C4E3A7538DD}"/>
              </a:ext>
            </a:extLst>
          </p:cNvPr>
          <p:cNvPicPr>
            <a:picLocks xmlns:a="http://schemas.openxmlformats.org/drawingml/2006/main" noChangeAspect="1"/>
          </p:cNvPicPr>
          <p:nvPr/>
        </p:nvPicPr>
        <p:blipFill>
          <a:blip xmlns:r="http://schemas.openxmlformats.org/officeDocument/2006/relationships" xmlns:a="http://schemas.openxmlformats.org/drawingml/2006/main" r:embed="R8427b6ecf5cd4be5"/>
          <a:stretch xmlns:a="http://schemas.openxmlformats.org/drawingml/2006/main"/>
        </p:blipFill>
        <p:spPr>
          <a:xfrm xmlns:a="http://schemas.openxmlformats.org/drawingml/2006/main">
            <a:off x="4400550" y="2340769"/>
            <a:ext cx="2800350" cy="2100263"/>
          </a:xfrm>
          <a:prstGeom xmlns:a="http://schemas.openxmlformats.org/drawingml/2006/main" prst="rect">
            <a:avLst/>
          </a:prstGeom>
        </p:spPr>
      </p:pic>
      <p:sp>
        <p:nvSpPr>
          <p:cNvPr id="16" name="어느 선택이 의도일까?">
            <a:extLst xmlns:a="http://schemas.openxmlformats.org/drawingml/2006/main">
              <a:ext uri="{FF2B5EF4-FFF2-40B4-BE49-F238E27FC236}">
                <a16:creationId xmlns:a16="http://schemas.microsoft.com/office/drawing/2014/main" id="{25422FDA-17C9-47AC-819D-9F9216779944}"/>
              </a:ext>
            </a:extLst>
          </p:cNvPr>
          <p:cNvSpPr>
            <a:spLocks xmlns:a="http://schemas.openxmlformats.org/drawingml/2006/main" noGrp="1"/>
          </p:cNvSpPr>
          <p:nvPr/>
        </p:nvSpPr>
        <p:spPr>
          <a:xfrm xmlns:a="http://schemas.openxmlformats.org/drawingml/2006/main">
            <a:off x="4333875" y="4400550"/>
            <a:ext cx="3009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어느 선택이 의도일까?</a:t>
            </a:r>
          </a:p>
        </p:txBody>
      </p:sp>
      <p:sp>
        <p:nvSpPr>
          <p:cNvPr id="17" name="바꿀 것">
            <a:extLst xmlns:a="http://schemas.openxmlformats.org/drawingml/2006/main">
              <a:ext uri="{FF2B5EF4-FFF2-40B4-BE49-F238E27FC236}">
                <a16:creationId xmlns:a16="http://schemas.microsoft.com/office/drawing/2014/main" id="{7DF0EDD2-D307-41F5-8D4B-BEF086E24486}"/>
              </a:ext>
            </a:extLst>
          </p:cNvPr>
          <p:cNvSpPr>
            <a:spLocks xmlns:a="http://schemas.openxmlformats.org/drawingml/2006/main" noGrp="1"/>
          </p:cNvSpPr>
          <p:nvPr/>
        </p:nvSpPr>
        <p:spPr>
          <a:xfrm xmlns:a="http://schemas.openxmlformats.org/drawingml/2006/main">
            <a:off x="7581900" y="225742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바꿀 것</a:t>
            </a:r>
          </a:p>
        </p:txBody>
      </p:sp>
      <p:sp>
        <p:nvSpPr>
          <p:cNvPr id="18" name="무엇을 바꿀까?">
            <a:extLst xmlns:a="http://schemas.openxmlformats.org/drawingml/2006/main">
              <a:ext uri="{FF2B5EF4-FFF2-40B4-BE49-F238E27FC236}">
                <a16:creationId xmlns:a16="http://schemas.microsoft.com/office/drawing/2014/main" id="{8FD1916E-6E00-45F0-A86C-248D980FC81A}"/>
              </a:ext>
            </a:extLst>
          </p:cNvPr>
          <p:cNvSpPr>
            <a:spLocks xmlns:a="http://schemas.openxmlformats.org/drawingml/2006/main" noGrp="1"/>
          </p:cNvSpPr>
          <p:nvPr/>
        </p:nvSpPr>
        <p:spPr>
          <a:xfrm xmlns:a="http://schemas.openxmlformats.org/drawingml/2006/main">
            <a:off x="7581900" y="255270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바꿀까?</a:t>
            </a:r>
          </a:p>
        </p:txBody>
      </p:sp>
      <p:sp>
        <p:nvSpPr>
          <p:cNvPr id="19" name="?">
            <a:extLst xmlns:a="http://schemas.openxmlformats.org/drawingml/2006/main">
              <a:ext uri="{FF2B5EF4-FFF2-40B4-BE49-F238E27FC236}">
                <a16:creationId xmlns:a16="http://schemas.microsoft.com/office/drawing/2014/main" id="{00B3432C-05FF-4E57-A3CB-CCFAB2DC953D}"/>
              </a:ext>
            </a:extLst>
          </p:cNvPr>
          <p:cNvSpPr>
            <a:spLocks xmlns:a="http://schemas.openxmlformats.org/drawingml/2006/main" noGrp="1"/>
          </p:cNvSpPr>
          <p:nvPr/>
        </p:nvSpPr>
        <p:spPr>
          <a:xfrm xmlns:a="http://schemas.openxmlformats.org/drawingml/2006/main">
            <a:off x="11315700" y="255270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0" name="">
            <a:extLst xmlns:a="http://schemas.openxmlformats.org/drawingml/2006/main">
              <a:ext uri="{FF2B5EF4-FFF2-40B4-BE49-F238E27FC236}">
                <a16:creationId xmlns:a16="http://schemas.microsoft.com/office/drawing/2014/main" id="{74C74BD5-EB5B-451D-9521-CE507603324B}"/>
              </a:ext>
            </a:extLst>
          </p:cNvPr>
          <p:cNvSpPr>
            <a:spLocks xmlns:a="http://schemas.openxmlformats.org/drawingml/2006/main" noGrp="1"/>
          </p:cNvSpPr>
          <p:nvPr/>
        </p:nvSpPr>
        <p:spPr>
          <a:xfrm xmlns:a="http://schemas.openxmlformats.org/drawingml/2006/main">
            <a:off x="7581900" y="300037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1" name="보존할 것">
            <a:extLst xmlns:a="http://schemas.openxmlformats.org/drawingml/2006/main">
              <a:ext uri="{FF2B5EF4-FFF2-40B4-BE49-F238E27FC236}">
                <a16:creationId xmlns:a16="http://schemas.microsoft.com/office/drawing/2014/main" id="{41443159-8F3E-4AB9-956A-66116BE33AE8}"/>
              </a:ext>
            </a:extLst>
          </p:cNvPr>
          <p:cNvSpPr>
            <a:spLocks xmlns:a="http://schemas.openxmlformats.org/drawingml/2006/main" noGrp="1"/>
          </p:cNvSpPr>
          <p:nvPr/>
        </p:nvSpPr>
        <p:spPr>
          <a:xfrm xmlns:a="http://schemas.openxmlformats.org/drawingml/2006/main">
            <a:off x="7581900" y="3238500"/>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보존할 것</a:t>
            </a:r>
          </a:p>
        </p:txBody>
      </p:sp>
      <p:sp>
        <p:nvSpPr>
          <p:cNvPr id="22" name="무엇을 그대로 지킬까?">
            <a:extLst xmlns:a="http://schemas.openxmlformats.org/drawingml/2006/main">
              <a:ext uri="{FF2B5EF4-FFF2-40B4-BE49-F238E27FC236}">
                <a16:creationId xmlns:a16="http://schemas.microsoft.com/office/drawing/2014/main" id="{6A5E8C20-55E1-47A5-8838-D0F369D1ACF5}"/>
              </a:ext>
            </a:extLst>
          </p:cNvPr>
          <p:cNvSpPr>
            <a:spLocks xmlns:a="http://schemas.openxmlformats.org/drawingml/2006/main" noGrp="1"/>
          </p:cNvSpPr>
          <p:nvPr/>
        </p:nvSpPr>
        <p:spPr>
          <a:xfrm xmlns:a="http://schemas.openxmlformats.org/drawingml/2006/main">
            <a:off x="7581900" y="3533775"/>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그대로 지킬까?</a:t>
            </a:r>
          </a:p>
        </p:txBody>
      </p:sp>
      <p:sp>
        <p:nvSpPr>
          <p:cNvPr id="23" name="?">
            <a:extLst xmlns:a="http://schemas.openxmlformats.org/drawingml/2006/main">
              <a:ext uri="{FF2B5EF4-FFF2-40B4-BE49-F238E27FC236}">
                <a16:creationId xmlns:a16="http://schemas.microsoft.com/office/drawing/2014/main" id="{399D6D26-5C7A-4A85-A025-23B017A8773A}"/>
              </a:ext>
            </a:extLst>
          </p:cNvPr>
          <p:cNvSpPr>
            <a:spLocks xmlns:a="http://schemas.openxmlformats.org/drawingml/2006/main" noGrp="1"/>
          </p:cNvSpPr>
          <p:nvPr/>
        </p:nvSpPr>
        <p:spPr>
          <a:xfrm xmlns:a="http://schemas.openxmlformats.org/drawingml/2006/main">
            <a:off x="11315700" y="3533775"/>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4" name="">
            <a:extLst xmlns:a="http://schemas.openxmlformats.org/drawingml/2006/main">
              <a:ext uri="{FF2B5EF4-FFF2-40B4-BE49-F238E27FC236}">
                <a16:creationId xmlns:a16="http://schemas.microsoft.com/office/drawing/2014/main" id="{FFA5BC59-7BB1-4B60-8583-F5A7CF5A8E8A}"/>
              </a:ext>
            </a:extLst>
          </p:cNvPr>
          <p:cNvSpPr>
            <a:spLocks xmlns:a="http://schemas.openxmlformats.org/drawingml/2006/main" noGrp="1"/>
          </p:cNvSpPr>
          <p:nvPr/>
        </p:nvSpPr>
        <p:spPr>
          <a:xfrm xmlns:a="http://schemas.openxmlformats.org/drawingml/2006/main">
            <a:off x="7581900" y="3981450"/>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5" name="완료 근거">
            <a:extLst xmlns:a="http://schemas.openxmlformats.org/drawingml/2006/main">
              <a:ext uri="{FF2B5EF4-FFF2-40B4-BE49-F238E27FC236}">
                <a16:creationId xmlns:a16="http://schemas.microsoft.com/office/drawing/2014/main" id="{3B100185-D40D-440D-B05B-4C373C41A77D}"/>
              </a:ext>
            </a:extLst>
          </p:cNvPr>
          <p:cNvSpPr>
            <a:spLocks xmlns:a="http://schemas.openxmlformats.org/drawingml/2006/main" noGrp="1"/>
          </p:cNvSpPr>
          <p:nvPr/>
        </p:nvSpPr>
        <p:spPr>
          <a:xfrm xmlns:a="http://schemas.openxmlformats.org/drawingml/2006/main">
            <a:off x="7581900" y="4219575"/>
            <a:ext cx="4000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완료 근거</a:t>
            </a:r>
          </a:p>
        </p:txBody>
      </p:sp>
      <p:sp>
        <p:nvSpPr>
          <p:cNvPr id="26" name="무엇을 보면 끝났다고 할까?">
            <a:extLst xmlns:a="http://schemas.openxmlformats.org/drawingml/2006/main">
              <a:ext uri="{FF2B5EF4-FFF2-40B4-BE49-F238E27FC236}">
                <a16:creationId xmlns:a16="http://schemas.microsoft.com/office/drawing/2014/main" id="{14F3FA2E-CC8B-4BFA-89B6-E55A529F7C65}"/>
              </a:ext>
            </a:extLst>
          </p:cNvPr>
          <p:cNvSpPr>
            <a:spLocks xmlns:a="http://schemas.openxmlformats.org/drawingml/2006/main" noGrp="1"/>
          </p:cNvSpPr>
          <p:nvPr/>
        </p:nvSpPr>
        <p:spPr>
          <a:xfrm xmlns:a="http://schemas.openxmlformats.org/drawingml/2006/main">
            <a:off x="7581900" y="4514850"/>
            <a:ext cx="3771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보면 끝났다고 할까?</a:t>
            </a:r>
          </a:p>
        </p:txBody>
      </p:sp>
      <p:sp>
        <p:nvSpPr>
          <p:cNvPr id="27" name="?">
            <a:extLst xmlns:a="http://schemas.openxmlformats.org/drawingml/2006/main">
              <a:ext uri="{FF2B5EF4-FFF2-40B4-BE49-F238E27FC236}">
                <a16:creationId xmlns:a16="http://schemas.microsoft.com/office/drawing/2014/main" id="{B683DC13-C032-4CF4-80F2-D19DDC25AA03}"/>
              </a:ext>
            </a:extLst>
          </p:cNvPr>
          <p:cNvSpPr>
            <a:spLocks xmlns:a="http://schemas.openxmlformats.org/drawingml/2006/main" noGrp="1"/>
          </p:cNvSpPr>
          <p:nvPr/>
        </p:nvSpPr>
        <p:spPr>
          <a:xfrm xmlns:a="http://schemas.openxmlformats.org/drawingml/2006/main">
            <a:off x="11315700" y="4514850"/>
            <a:ext cx="2667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2100" b="1">
                <a:solidFill>
                  <a:srgbClr val="0B6172"/>
                </a:solidFill>
                <a:latin typeface="Malgun Gothic"/>
                <a:ea typeface="Malgun Gothic"/>
                <a:cs typeface="Malgun Gothic"/>
              </a:defRPr>
            </a:defPPr>
            <a:lvl1pPr algn="r">
              <a:defRPr sz="2100" b="1">
                <a:solidFill>
                  <a:srgbClr val="0B6172"/>
                </a:solidFill>
                <a:latin typeface="Malgun Gothic"/>
                <a:ea typeface="Malgun Gothic"/>
                <a:cs typeface="Malgun Gothic"/>
              </a:defRPr>
            </a:lvl1pPr>
            <a:lvl2pPr algn="r">
              <a:defRPr sz="2100" b="1">
                <a:solidFill>
                  <a:srgbClr val="0B6172"/>
                </a:solidFill>
                <a:latin typeface="Malgun Gothic"/>
                <a:ea typeface="Malgun Gothic"/>
                <a:cs typeface="Malgun Gothic"/>
              </a:defRPr>
            </a:lvl2pPr>
            <a:lvl3pPr algn="r">
              <a:defRPr sz="2100" b="1">
                <a:solidFill>
                  <a:srgbClr val="0B6172"/>
                </a:solidFill>
                <a:latin typeface="Malgun Gothic"/>
                <a:ea typeface="Malgun Gothic"/>
                <a:cs typeface="Malgun Gothic"/>
              </a:defRPr>
            </a:lvl3pPr>
            <a:lvl4pPr algn="r">
              <a:defRPr sz="2100" b="1">
                <a:solidFill>
                  <a:srgbClr val="0B6172"/>
                </a:solidFill>
                <a:latin typeface="Malgun Gothic"/>
                <a:ea typeface="Malgun Gothic"/>
                <a:cs typeface="Malgun Gothic"/>
              </a:defRPr>
            </a:lvl4pPr>
            <a:lvl5pPr algn="r">
              <a:defRPr sz="2100" b="1">
                <a:solidFill>
                  <a:srgbClr val="0B6172"/>
                </a:solidFill>
                <a:latin typeface="Malgun Gothic"/>
                <a:ea typeface="Malgun Gothic"/>
                <a:cs typeface="Malgun Gothic"/>
              </a:defRPr>
            </a:lvl5pPr>
            <a:lvl6pPr algn="r">
              <a:defRPr sz="2100" b="1">
                <a:solidFill>
                  <a:srgbClr val="0B6172"/>
                </a:solidFill>
                <a:latin typeface="Malgun Gothic"/>
                <a:ea typeface="Malgun Gothic"/>
                <a:cs typeface="Malgun Gothic"/>
              </a:defRPr>
            </a:lvl6pPr>
            <a:lvl7pPr algn="r">
              <a:defRPr sz="2100" b="1">
                <a:solidFill>
                  <a:srgbClr val="0B6172"/>
                </a:solidFill>
                <a:latin typeface="Malgun Gothic"/>
                <a:ea typeface="Malgun Gothic"/>
                <a:cs typeface="Malgun Gothic"/>
              </a:defRPr>
            </a:lvl7pPr>
            <a:lvl8pPr algn="r">
              <a:defRPr sz="2100" b="1">
                <a:solidFill>
                  <a:srgbClr val="0B6172"/>
                </a:solidFill>
                <a:latin typeface="Malgun Gothic"/>
                <a:ea typeface="Malgun Gothic"/>
                <a:cs typeface="Malgun Gothic"/>
              </a:defRPr>
            </a:lvl8pPr>
            <a:lvl9pPr algn="r">
              <a:defRPr sz="2100" b="1">
                <a:solidFill>
                  <a:srgbClr val="0B6172"/>
                </a:solidFill>
                <a:latin typeface="Malgun Gothic"/>
                <a:ea typeface="Malgun Gothic"/>
                <a:cs typeface="Malgun Gothic"/>
              </a:defRPr>
            </a:lvl9pPr>
          </a:lstStyle>
          <a:p xmlns:a="http://schemas.openxmlformats.org/drawingml/2006/main">
            <a:pPr algn="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t>
            </a:r>
          </a:p>
        </p:txBody>
      </p:sp>
      <p:sp>
        <p:nvSpPr>
          <p:cNvPr id="28" name="">
            <a:extLst xmlns:a="http://schemas.openxmlformats.org/drawingml/2006/main">
              <a:ext uri="{FF2B5EF4-FFF2-40B4-BE49-F238E27FC236}">
                <a16:creationId xmlns:a16="http://schemas.microsoft.com/office/drawing/2014/main" id="{4B35F828-B866-4CDD-919C-71ED0EC18698}"/>
              </a:ext>
            </a:extLst>
          </p:cNvPr>
          <p:cNvSpPr>
            <a:spLocks xmlns:a="http://schemas.openxmlformats.org/drawingml/2006/main" noGrp="1"/>
          </p:cNvSpPr>
          <p:nvPr/>
        </p:nvSpPr>
        <p:spPr>
          <a:xfrm xmlns:a="http://schemas.openxmlformats.org/drawingml/2006/main">
            <a:off x="7581900" y="4962525"/>
            <a:ext cx="4000500" cy="0"/>
          </a:xfrm>
          <a:prstGeom xmlns:a="http://schemas.openxmlformats.org/drawingml/2006/main" prst="line">
            <a:avLst/>
          </a:prstGeom>
          <a:noFill xmlns:a="http://schemas.openxmlformats.org/drawingml/2006/main"/>
          <a:ln xmlns:a="http://schemas.openxmlformats.org/drawingml/2006/main" w="14288">
            <a:solidFill>
              <a:srgbClr val="C7D0DA"/>
            </a:solidFill>
            <a:prstDash val="solid"/>
          </a:ln>
        </p:spPr>
      </p:sp>
      <p:sp>
        <p:nvSpPr>
          <p:cNvPr id="29" name="재탐색·재시도가 길어질 수 있다">
            <a:extLst xmlns:a="http://schemas.openxmlformats.org/drawingml/2006/main">
              <a:ext uri="{FF2B5EF4-FFF2-40B4-BE49-F238E27FC236}">
                <a16:creationId xmlns:a16="http://schemas.microsoft.com/office/drawing/2014/main" id="{03C785B0-B582-4658-9995-8B0F5F5BD893}"/>
              </a:ext>
            </a:extLst>
          </p:cNvPr>
          <p:cNvSpPr>
            <a:spLocks xmlns:a="http://schemas.openxmlformats.org/drawingml/2006/main" noGrp="1"/>
          </p:cNvSpPr>
          <p:nvPr/>
        </p:nvSpPr>
        <p:spPr>
          <a:xfrm xmlns:a="http://schemas.openxmlformats.org/drawingml/2006/main">
            <a:off x="609600" y="4648200"/>
            <a:ext cx="657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805400"/>
                </a:solidFill>
                <a:latin typeface="Malgun Gothic"/>
                <a:ea typeface="Malgun Gothic"/>
                <a:cs typeface="Malgun Gothic"/>
              </a:defRPr>
            </a:defPPr>
            <a:lvl1pPr algn="l">
              <a:defRPr sz="1950" b="1">
                <a:solidFill>
                  <a:srgbClr val="805400"/>
                </a:solidFill>
                <a:latin typeface="Malgun Gothic"/>
                <a:ea typeface="Malgun Gothic"/>
                <a:cs typeface="Malgun Gothic"/>
              </a:defRPr>
            </a:lvl1pPr>
            <a:lvl2pPr algn="l">
              <a:defRPr sz="1950" b="1">
                <a:solidFill>
                  <a:srgbClr val="805400"/>
                </a:solidFill>
                <a:latin typeface="Malgun Gothic"/>
                <a:ea typeface="Malgun Gothic"/>
                <a:cs typeface="Malgun Gothic"/>
              </a:defRPr>
            </a:lvl2pPr>
            <a:lvl3pPr algn="l">
              <a:defRPr sz="1950" b="1">
                <a:solidFill>
                  <a:srgbClr val="805400"/>
                </a:solidFill>
                <a:latin typeface="Malgun Gothic"/>
                <a:ea typeface="Malgun Gothic"/>
                <a:cs typeface="Malgun Gothic"/>
              </a:defRPr>
            </a:lvl3pPr>
            <a:lvl4pPr algn="l">
              <a:defRPr sz="1950" b="1">
                <a:solidFill>
                  <a:srgbClr val="805400"/>
                </a:solidFill>
                <a:latin typeface="Malgun Gothic"/>
                <a:ea typeface="Malgun Gothic"/>
                <a:cs typeface="Malgun Gothic"/>
              </a:defRPr>
            </a:lvl4pPr>
            <a:lvl5pPr algn="l">
              <a:defRPr sz="1950" b="1">
                <a:solidFill>
                  <a:srgbClr val="805400"/>
                </a:solidFill>
                <a:latin typeface="Malgun Gothic"/>
                <a:ea typeface="Malgun Gothic"/>
                <a:cs typeface="Malgun Gothic"/>
              </a:defRPr>
            </a:lvl5pPr>
            <a:lvl6pPr algn="l">
              <a:defRPr sz="1950" b="1">
                <a:solidFill>
                  <a:srgbClr val="805400"/>
                </a:solidFill>
                <a:latin typeface="Malgun Gothic"/>
                <a:ea typeface="Malgun Gothic"/>
                <a:cs typeface="Malgun Gothic"/>
              </a:defRPr>
            </a:lvl6pPr>
            <a:lvl7pPr algn="l">
              <a:defRPr sz="1950" b="1">
                <a:solidFill>
                  <a:srgbClr val="805400"/>
                </a:solidFill>
                <a:latin typeface="Malgun Gothic"/>
                <a:ea typeface="Malgun Gothic"/>
                <a:cs typeface="Malgun Gothic"/>
              </a:defRPr>
            </a:lvl7pPr>
            <a:lvl8pPr algn="l">
              <a:defRPr sz="1950" b="1">
                <a:solidFill>
                  <a:srgbClr val="805400"/>
                </a:solidFill>
                <a:latin typeface="Malgun Gothic"/>
                <a:ea typeface="Malgun Gothic"/>
                <a:cs typeface="Malgun Gothic"/>
              </a:defRPr>
            </a:lvl8pPr>
            <a:lvl9pPr algn="l">
              <a:defRPr sz="1950" b="1">
                <a:solidFill>
                  <a:srgbClr val="805400"/>
                </a:solidFill>
                <a:latin typeface="Malgun Gothic"/>
                <a:ea typeface="Malgun Gothic"/>
                <a:cs typeface="Malgun Gothic"/>
              </a:defRPr>
            </a:lvl9pPr>
          </a:lstStyle>
          <a:p xmlns:a="http://schemas.openxmlformats.org/drawingml/2006/main">
            <a:pPr algn="l">
              <a:defRPr sz="1950" b="1">
                <a:solidFill>
                  <a:srgbClr val="805400"/>
                </a:solidFill>
                <a:latin typeface="Malgun Gothic"/>
                <a:ea typeface="Malgun Gothic"/>
                <a:cs typeface="Malgun Gothic"/>
              </a:defRPr>
            </a:pPr>
            <a:r>
              <a:rPr sz="1950" b="1">
                <a:solidFill>
                  <a:srgbClr val="805400"/>
                </a:solidFill>
                <a:latin typeface="Malgun Gothic"/>
                <a:ea typeface="Malgun Gothic"/>
                <a:cs typeface="Malgun Gothic"/>
              </a:rPr>
              <a:t>재탐색·재시도가 길어질 수 있다</a:t>
            </a:r>
          </a:p>
        </p:txBody>
      </p:sp>
      <p:sp>
        <p:nvSpPr>
          <p:cNvPr id="30" name="토큰 소모">
            <a:extLst xmlns:a="http://schemas.openxmlformats.org/drawingml/2006/main">
              <a:ext uri="{FF2B5EF4-FFF2-40B4-BE49-F238E27FC236}">
                <a16:creationId xmlns:a16="http://schemas.microsoft.com/office/drawing/2014/main" id="{8BA30851-7723-4778-B114-392B26393064}"/>
              </a:ext>
            </a:extLst>
          </p:cNvPr>
          <p:cNvSpPr>
            <a:spLocks xmlns:a="http://schemas.openxmlformats.org/drawingml/2006/main" noGrp="1"/>
          </p:cNvSpPr>
          <p:nvPr/>
        </p:nvSpPr>
        <p:spPr>
          <a:xfrm xmlns:a="http://schemas.openxmlformats.org/drawingml/2006/main">
            <a:off x="6096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토큰 소모</a:t>
            </a:r>
          </a:p>
        </p:txBody>
      </p:sp>
      <p:pic>
        <p:nvPicPr>
          <p:cNvPr id="31" name="">
            <a:extLst xmlns:a="http://schemas.openxmlformats.org/drawingml/2006/main">
              <a:ext uri="{FF2B5EF4-FFF2-40B4-BE49-F238E27FC236}">
                <a16:creationId xmlns:a16="http://schemas.microsoft.com/office/drawing/2014/main" id="{5CC7A6F3-AEF4-48AF-8AC9-2196F3C648BA}"/>
              </a:ext>
            </a:extLst>
          </p:cNvPr>
          <p:cNvPicPr>
            <a:picLocks xmlns:a="http://schemas.openxmlformats.org/drawingml/2006/main" noChangeAspect="1"/>
          </p:cNvPicPr>
          <p:nvPr/>
        </p:nvPicPr>
        <p:blipFill>
          <a:blip xmlns:r="http://schemas.openxmlformats.org/officeDocument/2006/relationships" xmlns:a="http://schemas.openxmlformats.org/drawingml/2006/main" r:embed="R540f7f6e42d44cdf"/>
          <a:stretch xmlns:a="http://schemas.openxmlformats.org/drawingml/2006/main"/>
        </p:blipFill>
        <p:spPr>
          <a:xfrm xmlns:a="http://schemas.openxmlformats.org/drawingml/2006/main">
            <a:off x="1809750" y="5064090"/>
            <a:ext cx="1543050" cy="501719"/>
          </a:xfrm>
          <a:prstGeom xmlns:a="http://schemas.openxmlformats.org/drawingml/2006/main" prst="rect">
            <a:avLst/>
          </a:prstGeom>
        </p:spPr>
      </p:pic>
      <p:sp>
        <p:nvSpPr>
          <p:cNvPr id="32" name="작업 시간">
            <a:extLst xmlns:a="http://schemas.openxmlformats.org/drawingml/2006/main">
              <a:ext uri="{FF2B5EF4-FFF2-40B4-BE49-F238E27FC236}">
                <a16:creationId xmlns:a16="http://schemas.microsoft.com/office/drawing/2014/main" id="{7F394A27-9C9D-4865-9F48-8E57431C5845}"/>
              </a:ext>
            </a:extLst>
          </p:cNvPr>
          <p:cNvSpPr>
            <a:spLocks xmlns:a="http://schemas.openxmlformats.org/drawingml/2006/main" noGrp="1"/>
          </p:cNvSpPr>
          <p:nvPr/>
        </p:nvSpPr>
        <p:spPr>
          <a:xfrm xmlns:a="http://schemas.openxmlformats.org/drawingml/2006/main">
            <a:off x="3886200" y="5162550"/>
            <a:ext cx="12192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작업 시간</a:t>
            </a:r>
          </a:p>
        </p:txBody>
      </p:sp>
      <p:pic>
        <p:nvPicPr>
          <p:cNvPr id="33" name="">
            <a:extLst xmlns:a="http://schemas.openxmlformats.org/drawingml/2006/main">
              <a:ext uri="{FF2B5EF4-FFF2-40B4-BE49-F238E27FC236}">
                <a16:creationId xmlns:a16="http://schemas.microsoft.com/office/drawing/2014/main" id="{BAFDA0A4-7BD4-47F7-9FFC-5A3FAAC9DAD4}"/>
              </a:ext>
            </a:extLst>
          </p:cNvPr>
          <p:cNvPicPr>
            <a:picLocks xmlns:a="http://schemas.openxmlformats.org/drawingml/2006/main" noChangeAspect="1"/>
          </p:cNvPicPr>
          <p:nvPr/>
        </p:nvPicPr>
        <p:blipFill>
          <a:blip xmlns:r="http://schemas.openxmlformats.org/officeDocument/2006/relationships" xmlns:a="http://schemas.openxmlformats.org/drawingml/2006/main" r:embed="Rd9d53b26d73e49ec"/>
          <a:stretch xmlns:a="http://schemas.openxmlformats.org/drawingml/2006/main"/>
        </p:blipFill>
        <p:spPr>
          <a:xfrm xmlns:a="http://schemas.openxmlformats.org/drawingml/2006/main">
            <a:off x="5127724" y="5038725"/>
            <a:ext cx="1460302" cy="552450"/>
          </a:xfrm>
          <a:prstGeom xmlns:a="http://schemas.openxmlformats.org/drawingml/2006/main" prst="rect">
            <a:avLst/>
          </a:prstGeom>
        </p:spPr>
      </p:pic>
      <p:sp>
        <p:nvSpPr>
          <p:cNvPr id="34" name="Legacy module connection">
            <a:extLst xmlns:a="http://schemas.openxmlformats.org/drawingml/2006/main">
              <a:ext uri="{FF2B5EF4-FFF2-40B4-BE49-F238E27FC236}">
                <a16:creationId xmlns:a16="http://schemas.microsoft.com/office/drawing/2014/main" id="{F2E9DA18-1AA5-44C2-A84C-2D12BB56820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1879957"/>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1 · 같은 Agent, 같은 요청, 가능한 해석">
            <a:extLst xmlns:a="http://schemas.openxmlformats.org/drawingml/2006/main">
              <a:ext uri="{FF2B5EF4-FFF2-40B4-BE49-F238E27FC236}">
                <a16:creationId xmlns:a16="http://schemas.microsoft.com/office/drawing/2014/main" id="{F0D7AAB3-DF99-45AC-A875-7A3D8E969E1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같은 Agent, 같은 요청, 가능한 해석</a:t>
            </a:r>
          </a:p>
        </p:txBody>
      </p:sp>
      <p:sp>
        <p:nvSpPr>
          <p:cNvPr id="2" name="S15">
            <a:extLst xmlns:a="http://schemas.openxmlformats.org/drawingml/2006/main">
              <a:ext uri="{FF2B5EF4-FFF2-40B4-BE49-F238E27FC236}">
                <a16:creationId xmlns:a16="http://schemas.microsoft.com/office/drawing/2014/main" id="{C8F4C803-1540-479F-BA61-1E2073EA711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S15</a:t>
            </a:r>
          </a:p>
        </p:txBody>
      </p:sp>
      <p:sp>
        <p:nvSpPr>
          <p:cNvPr id="3" name="요청만으로는 의도가 보이지 않는다">
            <a:extLst xmlns:a="http://schemas.openxmlformats.org/drawingml/2006/main">
              <a:ext uri="{FF2B5EF4-FFF2-40B4-BE49-F238E27FC236}">
                <a16:creationId xmlns:a16="http://schemas.microsoft.com/office/drawing/2014/main" id="{F38678CA-575F-4B85-A2B6-7ADDBF7B91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요청만으로는 의도가 보이지 않는다</a:t>
            </a:r>
          </a:p>
        </p:txBody>
      </p:sp>
      <p:sp>
        <p:nvSpPr>
          <p:cNvPr id="4" name="">
            <a:extLst xmlns:a="http://schemas.openxmlformats.org/drawingml/2006/main">
              <a:ext uri="{FF2B5EF4-FFF2-40B4-BE49-F238E27FC236}">
                <a16:creationId xmlns:a16="http://schemas.microsoft.com/office/drawing/2014/main" id="{D11BD2A8-2C78-418A-8DBC-992B8D62FDB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병렬 시간선 · 실제 반복 실행·동시 Subagent·분기 확률을 관찰한 결과가 아님">
            <a:extLst xmlns:a="http://schemas.openxmlformats.org/drawingml/2006/main">
              <a:ext uri="{FF2B5EF4-FFF2-40B4-BE49-F238E27FC236}">
                <a16:creationId xmlns:a16="http://schemas.microsoft.com/office/drawing/2014/main" id="{9CF7992B-5CAA-45F6-83B3-4DCDCD9A531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병렬 시간선 · 실제 반복 실행·동시 Subagent·분기 확률을 관찰한 결과가 아님</a:t>
            </a:r>
          </a:p>
        </p:txBody>
      </p:sp>
      <p:sp>
        <p:nvSpPr>
          <p:cNvPr id="6" name="짧은 요청의 가능한 해석을 그렸습니다. 실제 TRIAL-002 Prompt나 특정 실패의 재현이 아닙니다.">
            <a:extLst xmlns:a="http://schemas.openxmlformats.org/drawingml/2006/main">
              <a:ext uri="{FF2B5EF4-FFF2-40B4-BE49-F238E27FC236}">
                <a16:creationId xmlns:a16="http://schemas.microsoft.com/office/drawing/2014/main" id="{5F069604-8C04-4C9A-B7BE-50FBA4493AB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짧은 요청의 가능한 해석을 그렸습니다. 실제 TRIAL-002 Prompt나 특정 실패의 재현이 아닙니다.</a:t>
            </a:r>
          </a:p>
        </p:txBody>
      </p:sp>
      <p:sp>
        <p:nvSpPr>
          <p:cNvPr id="7" name="같은 모호함을, 앞서 본 crop 사례로 좁혀 보자.">
            <a:extLst xmlns:a="http://schemas.openxmlformats.org/drawingml/2006/main">
              <a:ext uri="{FF2B5EF4-FFF2-40B4-BE49-F238E27FC236}">
                <a16:creationId xmlns:a16="http://schemas.microsoft.com/office/drawing/2014/main" id="{7E0657AE-7217-4F78-ADA7-0CBEF94314B7}"/>
              </a:ext>
            </a:extLst>
          </p:cNvPr>
          <p:cNvSpPr>
            <a:spLocks xmlns:a="http://schemas.openxmlformats.org/drawingml/2006/main" noGrp="1"/>
          </p:cNvSpPr>
          <p:nvPr/>
        </p:nvSpPr>
        <p:spPr>
          <a:xfrm xmlns:a="http://schemas.openxmlformats.org/drawingml/2006/main">
            <a:off x="609600" y="1552575"/>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같은 모호함을, 앞서 본 crop 사례로 좁혀 보자.</a:t>
            </a:r>
          </a:p>
        </p:txBody>
      </p:sp>
      <p:sp>
        <p:nvSpPr>
          <p:cNvPr id="8" name="">
            <a:extLst xmlns:a="http://schemas.openxmlformats.org/drawingml/2006/main">
              <a:ext uri="{FF2B5EF4-FFF2-40B4-BE49-F238E27FC236}">
                <a16:creationId xmlns:a16="http://schemas.microsoft.com/office/drawing/2014/main" id="{7F21AA62-591C-480C-B26F-5DEAC3C2F8E2}"/>
              </a:ext>
            </a:extLst>
          </p:cNvPr>
          <p:cNvSpPr>
            <a:spLocks xmlns:a="http://schemas.openxmlformats.org/drawingml/2006/main" noGrp="1"/>
          </p:cNvSpPr>
          <p:nvPr/>
        </p:nvSpPr>
        <p:spPr>
          <a:xfrm xmlns:a="http://schemas.openxmlformats.org/drawingml/2006/main">
            <a:off x="609600" y="2000250"/>
            <a:ext cx="4191000" cy="1562100"/>
          </a:xfrm>
          <a:prstGeom xmlns:a="http://schemas.openxmlformats.org/drawingml/2006/main" prst="roundRect">
            <a:avLst>
              <a:gd name="adj" fmla="val 7317"/>
            </a:avLst>
          </a:prstGeom>
          <a:solidFill xmlns:a="http://schemas.openxmlformats.org/drawingml/2006/main">
            <a:srgbClr val="FFFFFF"/>
          </a:solidFill>
          <a:ln xmlns:a="http://schemas.openxmlformats.org/drawingml/2006/main" w="14288">
            <a:solidFill>
              <a:srgbClr val="C7D0DA"/>
            </a:solidFill>
            <a:prstDash val="solid"/>
          </a:ln>
        </p:spPr>
      </p:sp>
      <p:sp>
        <p:nvSpPr>
          <p:cNvPr id="9" name="요청 입력 · 교육용 재구성">
            <a:extLst xmlns:a="http://schemas.openxmlformats.org/drawingml/2006/main">
              <a:ext uri="{FF2B5EF4-FFF2-40B4-BE49-F238E27FC236}">
                <a16:creationId xmlns:a16="http://schemas.microsoft.com/office/drawing/2014/main" id="{B2303842-57E6-4803-845C-B729E8D02176}"/>
              </a:ext>
            </a:extLst>
          </p:cNvPr>
          <p:cNvSpPr>
            <a:spLocks xmlns:a="http://schemas.openxmlformats.org/drawingml/2006/main" noGrp="1"/>
          </p:cNvSpPr>
          <p:nvPr/>
        </p:nvSpPr>
        <p:spPr>
          <a:xfrm xmlns:a="http://schemas.openxmlformats.org/drawingml/2006/main">
            <a:off x="781050" y="2095500"/>
            <a:ext cx="38481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10" name="">
            <a:extLst xmlns:a="http://schemas.openxmlformats.org/drawingml/2006/main">
              <a:ext uri="{FF2B5EF4-FFF2-40B4-BE49-F238E27FC236}">
                <a16:creationId xmlns:a16="http://schemas.microsoft.com/office/drawing/2014/main" id="{20578DCA-C938-4E68-A537-DA12F5874A9E}"/>
              </a:ext>
            </a:extLst>
          </p:cNvPr>
          <p:cNvSpPr>
            <a:spLocks xmlns:a="http://schemas.openxmlformats.org/drawingml/2006/main" noGrp="1"/>
          </p:cNvSpPr>
          <p:nvPr/>
        </p:nvSpPr>
        <p:spPr>
          <a:xfrm xmlns:a="http://schemas.openxmlformats.org/drawingml/2006/main">
            <a:off x="781050" y="2447925"/>
            <a:ext cx="3848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test 고쳐줘">
            <a:extLst xmlns:a="http://schemas.openxmlformats.org/drawingml/2006/main">
              <a:ext uri="{FF2B5EF4-FFF2-40B4-BE49-F238E27FC236}">
                <a16:creationId xmlns:a16="http://schemas.microsoft.com/office/drawing/2014/main" id="{34DAD5C7-89B3-4004-9E5D-6771A081EBA0}"/>
              </a:ext>
            </a:extLst>
          </p:cNvPr>
          <p:cNvSpPr>
            <a:spLocks xmlns:a="http://schemas.openxmlformats.org/drawingml/2006/main" noGrp="1"/>
          </p:cNvSpPr>
          <p:nvPr/>
        </p:nvSpPr>
        <p:spPr>
          <a:xfrm xmlns:a="http://schemas.openxmlformats.org/drawingml/2006/main">
            <a:off x="800100" y="2609850"/>
            <a:ext cx="3810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crop test 고쳐줘</a:t>
            </a:r>
          </a:p>
        </p:txBody>
      </p:sp>
      <p:sp>
        <p:nvSpPr>
          <p:cNvPr id="12" name="+">
            <a:extLst xmlns:a="http://schemas.openxmlformats.org/drawingml/2006/main">
              <a:ext uri="{FF2B5EF4-FFF2-40B4-BE49-F238E27FC236}">
                <a16:creationId xmlns:a16="http://schemas.microsoft.com/office/drawing/2014/main" id="{818B44B5-0013-4FE0-AB73-FAD2DBE70600}"/>
              </a:ext>
            </a:extLst>
          </p:cNvPr>
          <p:cNvSpPr>
            <a:spLocks xmlns:a="http://schemas.openxmlformats.org/drawingml/2006/main" noGrp="1"/>
          </p:cNvSpPr>
          <p:nvPr/>
        </p:nvSpPr>
        <p:spPr>
          <a:xfrm xmlns:a="http://schemas.openxmlformats.org/drawingml/2006/main">
            <a:off x="781050" y="32385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13" name="">
            <a:extLst xmlns:a="http://schemas.openxmlformats.org/drawingml/2006/main">
              <a:ext uri="{FF2B5EF4-FFF2-40B4-BE49-F238E27FC236}">
                <a16:creationId xmlns:a16="http://schemas.microsoft.com/office/drawing/2014/main" id="{C559AD31-A392-4C5F-A348-C28BE7B17998}"/>
              </a:ext>
            </a:extLst>
          </p:cNvPr>
          <p:cNvSpPr>
            <a:spLocks xmlns:a="http://schemas.openxmlformats.org/drawingml/2006/main" noGrp="1"/>
          </p:cNvSpPr>
          <p:nvPr/>
        </p:nvSpPr>
        <p:spPr>
          <a:xfrm xmlns:a="http://schemas.openxmlformats.org/drawingml/2006/main">
            <a:off x="4391025" y="32194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EF5F9FA-D4C6-4B78-B950-51238FA2F95B}"/>
              </a:ext>
            </a:extLst>
          </p:cNvPr>
          <p:cNvSpPr>
            <a:spLocks xmlns:a="http://schemas.openxmlformats.org/drawingml/2006/main" noGrp="1"/>
          </p:cNvSpPr>
          <p:nvPr/>
        </p:nvSpPr>
        <p:spPr>
          <a:xfrm xmlns:a="http://schemas.openxmlformats.org/drawingml/2006/main">
            <a:off x="4391025" y="32099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pic>
        <p:nvPicPr>
          <p:cNvPr id="15" name="">
            <a:extLst xmlns:a="http://schemas.openxmlformats.org/drawingml/2006/main">
              <a:ext uri="{FF2B5EF4-FFF2-40B4-BE49-F238E27FC236}">
                <a16:creationId xmlns:a16="http://schemas.microsoft.com/office/drawing/2014/main" id="{FB9E1838-3995-44F3-B4EB-5E0F6ED38B0A}"/>
              </a:ext>
            </a:extLst>
          </p:cNvPr>
          <p:cNvPicPr>
            <a:picLocks xmlns:a="http://schemas.openxmlformats.org/drawingml/2006/main" noChangeAspect="1"/>
          </p:cNvPicPr>
          <p:nvPr/>
        </p:nvPicPr>
        <p:blipFill>
          <a:blip xmlns:r="http://schemas.openxmlformats.org/officeDocument/2006/relationships" xmlns:a="http://schemas.openxmlformats.org/drawingml/2006/main" r:embed="R9ab4d892a93e45eb"/>
          <a:stretch xmlns:a="http://schemas.openxmlformats.org/drawingml/2006/main"/>
        </p:blipFill>
        <p:spPr>
          <a:xfrm xmlns:a="http://schemas.openxmlformats.org/drawingml/2006/main">
            <a:off x="1587500" y="3609975"/>
            <a:ext cx="1778000" cy="1333500"/>
          </a:xfrm>
          <a:prstGeom xmlns:a="http://schemas.openxmlformats.org/drawingml/2006/main" prst="rect">
            <a:avLst/>
          </a:prstGeom>
        </p:spPr>
      </p:pic>
      <p:sp>
        <p:nvSpPr>
          <p:cNvPr id="16" name="같은 AI Agent · 같은 요청">
            <a:extLst xmlns:a="http://schemas.openxmlformats.org/drawingml/2006/main">
              <a:ext uri="{FF2B5EF4-FFF2-40B4-BE49-F238E27FC236}">
                <a16:creationId xmlns:a16="http://schemas.microsoft.com/office/drawing/2014/main" id="{790BBE8E-3648-4C2E-A025-4E54D17EC251}"/>
              </a:ext>
            </a:extLst>
          </p:cNvPr>
          <p:cNvSpPr>
            <a:spLocks xmlns:a="http://schemas.openxmlformats.org/drawingml/2006/main" noGrp="1"/>
          </p:cNvSpPr>
          <p:nvPr/>
        </p:nvSpPr>
        <p:spPr>
          <a:xfrm xmlns:a="http://schemas.openxmlformats.org/drawingml/2006/main">
            <a:off x="609600" y="4914900"/>
            <a:ext cx="4191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같은 AI Agent · 같은 요청</a:t>
            </a:r>
          </a:p>
        </p:txBody>
      </p:sp>
      <p:sp>
        <p:nvSpPr>
          <p:cNvPr id="17" name="">
            <a:extLst xmlns:a="http://schemas.openxmlformats.org/drawingml/2006/main">
              <a:ext uri="{FF2B5EF4-FFF2-40B4-BE49-F238E27FC236}">
                <a16:creationId xmlns:a16="http://schemas.microsoft.com/office/drawing/2014/main" id="{1DD57F53-73BC-4D77-9411-342CE621B973}"/>
              </a:ext>
            </a:extLst>
          </p:cNvPr>
          <p:cNvSpPr>
            <a:spLocks xmlns:a="http://schemas.openxmlformats.org/drawingml/2006/main" noGrp="1"/>
          </p:cNvSpPr>
          <p:nvPr/>
        </p:nvSpPr>
        <p:spPr>
          <a:xfrm xmlns:a="http://schemas.openxmlformats.org/drawingml/2006/main">
            <a:off x="4029075" y="4000500"/>
            <a:ext cx="8382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어느 경로를 원하는가?">
            <a:extLst xmlns:a="http://schemas.openxmlformats.org/drawingml/2006/main">
              <a:ext uri="{FF2B5EF4-FFF2-40B4-BE49-F238E27FC236}">
                <a16:creationId xmlns:a16="http://schemas.microsoft.com/office/drawing/2014/main" id="{0DA183FE-A510-40AC-8C4B-D55A32A50CD2}"/>
              </a:ext>
            </a:extLst>
          </p:cNvPr>
          <p:cNvSpPr>
            <a:spLocks xmlns:a="http://schemas.openxmlformats.org/drawingml/2006/main" noGrp="1"/>
          </p:cNvSpPr>
          <p:nvPr/>
        </p:nvSpPr>
        <p:spPr>
          <a:xfrm xmlns:a="http://schemas.openxmlformats.org/drawingml/2006/main">
            <a:off x="5410200" y="1895475"/>
            <a:ext cx="6172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어느 경로를 원하는가?</a:t>
            </a:r>
          </a:p>
        </p:txBody>
      </p:sp>
      <p:sp>
        <p:nvSpPr>
          <p:cNvPr id="19" name="">
            <a:extLst xmlns:a="http://schemas.openxmlformats.org/drawingml/2006/main">
              <a:ext uri="{FF2B5EF4-FFF2-40B4-BE49-F238E27FC236}">
                <a16:creationId xmlns:a16="http://schemas.microsoft.com/office/drawing/2014/main" id="{0B356586-81B3-4758-83C1-C5D49EAEDBB7}"/>
              </a:ext>
            </a:extLst>
          </p:cNvPr>
          <p:cNvSpPr>
            <a:spLocks xmlns:a="http://schemas.openxmlformats.org/drawingml/2006/main" noGrp="1"/>
          </p:cNvSpPr>
          <p:nvPr/>
        </p:nvSpPr>
        <p:spPr>
          <a:xfrm xmlns:a="http://schemas.openxmlformats.org/drawingml/2006/main">
            <a:off x="5343525" y="4019550"/>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0" name="Possible interpretation A">
            <a:extLst xmlns:a="http://schemas.openxmlformats.org/drawingml/2006/main">
              <a:ext uri="{FF2B5EF4-FFF2-40B4-BE49-F238E27FC236}">
                <a16:creationId xmlns:a16="http://schemas.microsoft.com/office/drawing/2014/main" id="{6DF2BF55-8662-4317-BA36-8737BD9D36F7}"/>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0"/>
                  <a:pt x="1047750" y="0"/>
                </a:cubicBezTo>
                <a:lnTo>
                  <a:pt x="6057900" y="0"/>
                </a:lnTo>
              </a:path>
            </a:pathLst>
          </a:custGeom>
          <a:noFill xmlns:a="http://schemas.openxmlformats.org/drawingml/2006/main"/>
          <a:ln xmlns:a="http://schemas.openxmlformats.org/drawingml/2006/main" w="19050">
            <a:solidFill>
              <a:srgbClr val="4D5A68"/>
            </a:solidFill>
            <a:prstDash val="solid"/>
          </a:ln>
        </p:spPr>
      </p:sp>
      <p:sp>
        <p:nvSpPr>
          <p:cNvPr id="21" name="">
            <a:extLst xmlns:a="http://schemas.openxmlformats.org/drawingml/2006/main">
              <a:ext uri="{FF2B5EF4-FFF2-40B4-BE49-F238E27FC236}">
                <a16:creationId xmlns:a16="http://schemas.microsoft.com/office/drawing/2014/main" id="{C9EE32C8-930A-43C4-8BAF-7C790EECB980}"/>
              </a:ext>
            </a:extLst>
          </p:cNvPr>
          <p:cNvSpPr>
            <a:spLocks xmlns:a="http://schemas.openxmlformats.org/drawingml/2006/main" noGrp="1"/>
          </p:cNvSpPr>
          <p:nvPr/>
        </p:nvSpPr>
        <p:spPr>
          <a:xfrm xmlns:a="http://schemas.openxmlformats.org/drawingml/2006/main">
            <a:off x="11439525" y="31337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2" name="A">
            <a:extLst xmlns:a="http://schemas.openxmlformats.org/drawingml/2006/main">
              <a:ext uri="{FF2B5EF4-FFF2-40B4-BE49-F238E27FC236}">
                <a16:creationId xmlns:a16="http://schemas.microsoft.com/office/drawing/2014/main" id="{753D7400-5A8D-49C2-A221-D13DE53D3A28}"/>
              </a:ext>
            </a:extLst>
          </p:cNvPr>
          <p:cNvSpPr>
            <a:spLocks xmlns:a="http://schemas.openxmlformats.org/drawingml/2006/main" noGrp="1"/>
          </p:cNvSpPr>
          <p:nvPr/>
        </p:nvSpPr>
        <p:spPr>
          <a:xfrm xmlns:a="http://schemas.openxmlformats.org/drawingml/2006/main">
            <a:off x="6543675" y="25336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A</a:t>
            </a:r>
          </a:p>
        </p:txBody>
      </p:sp>
      <p:sp>
        <p:nvSpPr>
          <p:cNvPr id="23" name="테스트를 바꿀까?">
            <a:extLst xmlns:a="http://schemas.openxmlformats.org/drawingml/2006/main">
              <a:ext uri="{FF2B5EF4-FFF2-40B4-BE49-F238E27FC236}">
                <a16:creationId xmlns:a16="http://schemas.microsoft.com/office/drawing/2014/main" id="{3EBB9417-8DD2-488C-AD6F-39191C84F12F}"/>
              </a:ext>
            </a:extLst>
          </p:cNvPr>
          <p:cNvSpPr>
            <a:spLocks xmlns:a="http://schemas.openxmlformats.org/drawingml/2006/main" noGrp="1"/>
          </p:cNvSpPr>
          <p:nvPr/>
        </p:nvSpPr>
        <p:spPr>
          <a:xfrm xmlns:a="http://schemas.openxmlformats.org/drawingml/2006/main">
            <a:off x="6915150" y="24669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테스트를 바꿀까?</a:t>
            </a:r>
          </a:p>
        </p:txBody>
      </p:sp>
      <p:sp>
        <p:nvSpPr>
          <p:cNvPr id="24" name="기대값을 수정하는 해석">
            <a:extLst xmlns:a="http://schemas.openxmlformats.org/drawingml/2006/main">
              <a:ext uri="{FF2B5EF4-FFF2-40B4-BE49-F238E27FC236}">
                <a16:creationId xmlns:a16="http://schemas.microsoft.com/office/drawing/2014/main" id="{5CD494FA-5ADC-470C-A8DA-441B48AA9EDA}"/>
              </a:ext>
            </a:extLst>
          </p:cNvPr>
          <p:cNvSpPr>
            <a:spLocks xmlns:a="http://schemas.openxmlformats.org/drawingml/2006/main" noGrp="1"/>
          </p:cNvSpPr>
          <p:nvPr/>
        </p:nvSpPr>
        <p:spPr>
          <a:xfrm xmlns:a="http://schemas.openxmlformats.org/drawingml/2006/main">
            <a:off x="6915150" y="28384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기대값을 수정하는 해석</a:t>
            </a:r>
          </a:p>
        </p:txBody>
      </p:sp>
      <p:sp>
        <p:nvSpPr>
          <p:cNvPr id="25" name="Possible interpretation B">
            <a:extLst xmlns:a="http://schemas.openxmlformats.org/drawingml/2006/main">
              <a:ext uri="{FF2B5EF4-FFF2-40B4-BE49-F238E27FC236}">
                <a16:creationId xmlns:a16="http://schemas.microsoft.com/office/drawing/2014/main" id="{06445552-F7D6-4CA7-8C71-0861BA084AB4}"/>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914400"/>
                  <a:pt x="1047750" y="914400"/>
                </a:cubicBezTo>
                <a:lnTo>
                  <a:pt x="6057900" y="914400"/>
                </a:lnTo>
              </a:path>
            </a:pathLst>
          </a:custGeom>
          <a:noFill xmlns:a="http://schemas.openxmlformats.org/drawingml/2006/main"/>
          <a:ln xmlns:a="http://schemas.openxmlformats.org/drawingml/2006/main" w="19050">
            <a:solidFill>
              <a:srgbClr val="4D5A68"/>
            </a:solidFill>
            <a:prstDash val="solid"/>
          </a:ln>
        </p:spPr>
      </p:sp>
      <p:sp>
        <p:nvSpPr>
          <p:cNvPr id="26" name="">
            <a:extLst xmlns:a="http://schemas.openxmlformats.org/drawingml/2006/main">
              <a:ext uri="{FF2B5EF4-FFF2-40B4-BE49-F238E27FC236}">
                <a16:creationId xmlns:a16="http://schemas.microsoft.com/office/drawing/2014/main" id="{2A36B671-6811-4CBF-8BAF-89625AB0A791}"/>
              </a:ext>
            </a:extLst>
          </p:cNvPr>
          <p:cNvSpPr>
            <a:spLocks xmlns:a="http://schemas.openxmlformats.org/drawingml/2006/main" noGrp="1"/>
          </p:cNvSpPr>
          <p:nvPr/>
        </p:nvSpPr>
        <p:spPr>
          <a:xfrm xmlns:a="http://schemas.openxmlformats.org/drawingml/2006/main">
            <a:off x="11439525" y="40481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27" name="B">
            <a:extLst xmlns:a="http://schemas.openxmlformats.org/drawingml/2006/main">
              <a:ext uri="{FF2B5EF4-FFF2-40B4-BE49-F238E27FC236}">
                <a16:creationId xmlns:a16="http://schemas.microsoft.com/office/drawing/2014/main" id="{0768460D-2BD7-45FA-A3BE-D5ABE6ECC6A8}"/>
              </a:ext>
            </a:extLst>
          </p:cNvPr>
          <p:cNvSpPr>
            <a:spLocks xmlns:a="http://schemas.openxmlformats.org/drawingml/2006/main" noGrp="1"/>
          </p:cNvSpPr>
          <p:nvPr/>
        </p:nvSpPr>
        <p:spPr>
          <a:xfrm xmlns:a="http://schemas.openxmlformats.org/drawingml/2006/main">
            <a:off x="6543675" y="34480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B</a:t>
            </a:r>
          </a:p>
        </p:txBody>
      </p:sp>
      <p:sp>
        <p:nvSpPr>
          <p:cNvPr id="28" name="구현을 바꿀까?">
            <a:extLst xmlns:a="http://schemas.openxmlformats.org/drawingml/2006/main">
              <a:ext uri="{FF2B5EF4-FFF2-40B4-BE49-F238E27FC236}">
                <a16:creationId xmlns:a16="http://schemas.microsoft.com/office/drawing/2014/main" id="{D3AADD07-BD3E-45F8-B7ED-C694723EA5F0}"/>
              </a:ext>
            </a:extLst>
          </p:cNvPr>
          <p:cNvSpPr>
            <a:spLocks xmlns:a="http://schemas.openxmlformats.org/drawingml/2006/main" noGrp="1"/>
          </p:cNvSpPr>
          <p:nvPr/>
        </p:nvSpPr>
        <p:spPr>
          <a:xfrm xmlns:a="http://schemas.openxmlformats.org/drawingml/2006/main">
            <a:off x="6915150" y="33813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구현을 바꿀까?</a:t>
            </a:r>
          </a:p>
        </p:txBody>
      </p:sp>
      <p:sp>
        <p:nvSpPr>
          <p:cNvPr id="29" name="동작을 명세에 맞추는 해석">
            <a:extLst xmlns:a="http://schemas.openxmlformats.org/drawingml/2006/main">
              <a:ext uri="{FF2B5EF4-FFF2-40B4-BE49-F238E27FC236}">
                <a16:creationId xmlns:a16="http://schemas.microsoft.com/office/drawing/2014/main" id="{91A67BC1-A26A-4D99-90F2-F4B327467AAB}"/>
              </a:ext>
            </a:extLst>
          </p:cNvPr>
          <p:cNvSpPr>
            <a:spLocks xmlns:a="http://schemas.openxmlformats.org/drawingml/2006/main" noGrp="1"/>
          </p:cNvSpPr>
          <p:nvPr/>
        </p:nvSpPr>
        <p:spPr>
          <a:xfrm xmlns:a="http://schemas.openxmlformats.org/drawingml/2006/main">
            <a:off x="6915150" y="37528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동작을 명세에 맞추는 해석</a:t>
            </a:r>
          </a:p>
        </p:txBody>
      </p:sp>
      <p:sp>
        <p:nvSpPr>
          <p:cNvPr id="30" name="Possible interpretation C">
            <a:extLst xmlns:a="http://schemas.openxmlformats.org/drawingml/2006/main">
              <a:ext uri="{FF2B5EF4-FFF2-40B4-BE49-F238E27FC236}">
                <a16:creationId xmlns:a16="http://schemas.microsoft.com/office/drawing/2014/main" id="{FC31265D-2037-4112-B48F-EE00E871229E}"/>
              </a:ext>
            </a:extLst>
          </p:cNvPr>
          <p:cNvSpPr>
            <a:spLocks xmlns:a="http://schemas.openxmlformats.org/drawingml/2006/main" noGrp="1"/>
          </p:cNvSpPr>
          <p:nvPr/>
        </p:nvSpPr>
        <p:spPr>
          <a:xfrm xmlns:a="http://schemas.openxmlformats.org/drawingml/2006/main">
            <a:off x="5410200" y="3171825"/>
            <a:ext cx="6172200" cy="1828800"/>
          </a:xfrm>
          <a:custGeom xmlns:a="http://schemas.openxmlformats.org/drawingml/2006/main">
            <a:pathLst>
              <a:path w="6172200" h="1828800">
                <a:moveTo>
                  <a:pt x="0" y="914400"/>
                </a:moveTo>
                <a:cubicBezTo>
                  <a:pt x="495300" y="914400"/>
                  <a:pt x="428625" y="1828800"/>
                  <a:pt x="1047750" y="1828800"/>
                </a:cubicBezTo>
                <a:lnTo>
                  <a:pt x="6057900" y="1828800"/>
                </a:lnTo>
              </a:path>
            </a:pathLst>
          </a:custGeom>
          <a:noFill xmlns:a="http://schemas.openxmlformats.org/drawingml/2006/main"/>
          <a:ln xmlns:a="http://schemas.openxmlformats.org/drawingml/2006/main" w="19050">
            <a:solidFill>
              <a:srgbClr val="4D5A68"/>
            </a:solidFill>
            <a:prstDash val="solid"/>
          </a:ln>
        </p:spPr>
      </p:sp>
      <p:sp>
        <p:nvSpPr>
          <p:cNvPr id="31" name="">
            <a:extLst xmlns:a="http://schemas.openxmlformats.org/drawingml/2006/main">
              <a:ext uri="{FF2B5EF4-FFF2-40B4-BE49-F238E27FC236}">
                <a16:creationId xmlns:a16="http://schemas.microsoft.com/office/drawing/2014/main" id="{E24F9F87-82D2-44A7-A113-2C4707AE3AAA}"/>
              </a:ext>
            </a:extLst>
          </p:cNvPr>
          <p:cNvSpPr>
            <a:spLocks xmlns:a="http://schemas.openxmlformats.org/drawingml/2006/main" noGrp="1"/>
          </p:cNvSpPr>
          <p:nvPr/>
        </p:nvSpPr>
        <p:spPr>
          <a:xfrm xmlns:a="http://schemas.openxmlformats.org/drawingml/2006/main">
            <a:off x="11439525" y="4962525"/>
            <a:ext cx="76200" cy="76200"/>
          </a:xfrm>
          <a:prstGeom xmlns:a="http://schemas.openxmlformats.org/drawingml/2006/main" prst="ellipse">
            <a:avLst/>
          </a:prstGeom>
          <a:solidFill xmlns:a="http://schemas.openxmlformats.org/drawingml/2006/main">
            <a:srgbClr val="4D5A68"/>
          </a:solidFill>
          <a:ln xmlns:a="http://schemas.openxmlformats.org/drawingml/2006/main" w="0">
            <a:noFill/>
          </a:ln>
        </p:spPr>
      </p:sp>
      <p:sp>
        <p:nvSpPr>
          <p:cNvPr id="32" name="C">
            <a:extLst xmlns:a="http://schemas.openxmlformats.org/drawingml/2006/main">
              <a:ext uri="{FF2B5EF4-FFF2-40B4-BE49-F238E27FC236}">
                <a16:creationId xmlns:a16="http://schemas.microsoft.com/office/drawing/2014/main" id="{18BE4F29-B1C9-4707-8E0C-442DB79B4DB8}"/>
              </a:ext>
            </a:extLst>
          </p:cNvPr>
          <p:cNvSpPr>
            <a:spLocks xmlns:a="http://schemas.openxmlformats.org/drawingml/2006/main" noGrp="1"/>
          </p:cNvSpPr>
          <p:nvPr/>
        </p:nvSpPr>
        <p:spPr>
          <a:xfrm xmlns:a="http://schemas.openxmlformats.org/drawingml/2006/main">
            <a:off x="6543675" y="4362450"/>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C</a:t>
            </a:r>
          </a:p>
        </p:txBody>
      </p:sp>
      <p:sp>
        <p:nvSpPr>
          <p:cNvPr id="33" name="먼저 물어볼까?">
            <a:extLst xmlns:a="http://schemas.openxmlformats.org/drawingml/2006/main">
              <a:ext uri="{FF2B5EF4-FFF2-40B4-BE49-F238E27FC236}">
                <a16:creationId xmlns:a16="http://schemas.microsoft.com/office/drawing/2014/main" id="{32D481CF-F56F-45EE-9F33-6F2148902DB7}"/>
              </a:ext>
            </a:extLst>
          </p:cNvPr>
          <p:cNvSpPr>
            <a:spLocks xmlns:a="http://schemas.openxmlformats.org/drawingml/2006/main" noGrp="1"/>
          </p:cNvSpPr>
          <p:nvPr/>
        </p:nvSpPr>
        <p:spPr>
          <a:xfrm xmlns:a="http://schemas.openxmlformats.org/drawingml/2006/main">
            <a:off x="6915150" y="4295775"/>
            <a:ext cx="46672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먼저 물어볼까?</a:t>
            </a:r>
          </a:p>
        </p:txBody>
      </p:sp>
      <p:sp>
        <p:nvSpPr>
          <p:cNvPr id="34" name="의도를 확인한 뒤 진행">
            <a:extLst xmlns:a="http://schemas.openxmlformats.org/drawingml/2006/main">
              <a:ext uri="{FF2B5EF4-FFF2-40B4-BE49-F238E27FC236}">
                <a16:creationId xmlns:a16="http://schemas.microsoft.com/office/drawing/2014/main" id="{9151CE21-51A9-4EB4-B9EB-81F0797CE9CE}"/>
              </a:ext>
            </a:extLst>
          </p:cNvPr>
          <p:cNvSpPr>
            <a:spLocks xmlns:a="http://schemas.openxmlformats.org/drawingml/2006/main" noGrp="1"/>
          </p:cNvSpPr>
          <p:nvPr/>
        </p:nvSpPr>
        <p:spPr>
          <a:xfrm xmlns:a="http://schemas.openxmlformats.org/drawingml/2006/main">
            <a:off x="6915150" y="466725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의도를 확인한 뒤 진행</a:t>
            </a:r>
          </a:p>
        </p:txBody>
      </p:sp>
      <p:sp>
        <p:nvSpPr>
          <p:cNvPr id="35" name="아직 정해지지 않은 정보">
            <a:extLst xmlns:a="http://schemas.openxmlformats.org/drawingml/2006/main">
              <a:ext uri="{FF2B5EF4-FFF2-40B4-BE49-F238E27FC236}">
                <a16:creationId xmlns:a16="http://schemas.microsoft.com/office/drawing/2014/main" id="{3FE8F55E-A859-49EC-91F8-F2D1FF7D0F17}"/>
              </a:ext>
            </a:extLst>
          </p:cNvPr>
          <p:cNvSpPr>
            <a:spLocks xmlns:a="http://schemas.openxmlformats.org/drawingml/2006/main" noGrp="1"/>
          </p:cNvSpPr>
          <p:nvPr/>
        </p:nvSpPr>
        <p:spPr>
          <a:xfrm xmlns:a="http://schemas.openxmlformats.org/drawingml/2006/main">
            <a:off x="609600" y="5219700"/>
            <a:ext cx="109728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아직 정해지지 않은 정보</a:t>
            </a:r>
          </a:p>
        </p:txBody>
      </p:sp>
      <p:sp>
        <p:nvSpPr>
          <p:cNvPr id="36" name="목표의 세부 ?">
            <a:extLst xmlns:a="http://schemas.openxmlformats.org/drawingml/2006/main">
              <a:ext uri="{FF2B5EF4-FFF2-40B4-BE49-F238E27FC236}">
                <a16:creationId xmlns:a16="http://schemas.microsoft.com/office/drawing/2014/main" id="{BCC6464D-0FF3-491E-840A-1BF8128CFEB0}"/>
              </a:ext>
            </a:extLst>
          </p:cNvPr>
          <p:cNvSpPr>
            <a:spLocks xmlns:a="http://schemas.openxmlformats.org/drawingml/2006/main" noGrp="1"/>
          </p:cNvSpPr>
          <p:nvPr/>
        </p:nvSpPr>
        <p:spPr>
          <a:xfrm xmlns:a="http://schemas.openxmlformats.org/drawingml/2006/main">
            <a:off x="6096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목표의 세부 ?</a:t>
            </a:r>
          </a:p>
        </p:txBody>
      </p:sp>
      <p:sp>
        <p:nvSpPr>
          <p:cNvPr id="37" name="보존 조건 ?">
            <a:extLst xmlns:a="http://schemas.openxmlformats.org/drawingml/2006/main">
              <a:ext uri="{FF2B5EF4-FFF2-40B4-BE49-F238E27FC236}">
                <a16:creationId xmlns:a16="http://schemas.microsoft.com/office/drawing/2014/main" id="{A4FCDE6F-6D14-4EA2-AE1E-240EE7AE939E}"/>
              </a:ext>
            </a:extLst>
          </p:cNvPr>
          <p:cNvSpPr>
            <a:spLocks xmlns:a="http://schemas.openxmlformats.org/drawingml/2006/main" noGrp="1"/>
          </p:cNvSpPr>
          <p:nvPr/>
        </p:nvSpPr>
        <p:spPr>
          <a:xfrm xmlns:a="http://schemas.openxmlformats.org/drawingml/2006/main">
            <a:off x="28384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보존 조건 ?</a:t>
            </a:r>
          </a:p>
        </p:txBody>
      </p:sp>
      <p:sp>
        <p:nvSpPr>
          <p:cNvPr id="38" name="수정 범위 ?">
            <a:extLst xmlns:a="http://schemas.openxmlformats.org/drawingml/2006/main">
              <a:ext uri="{FF2B5EF4-FFF2-40B4-BE49-F238E27FC236}">
                <a16:creationId xmlns:a16="http://schemas.microsoft.com/office/drawing/2014/main" id="{A78B4D84-F73A-4337-837F-AD54AFD68FDB}"/>
              </a:ext>
            </a:extLst>
          </p:cNvPr>
          <p:cNvSpPr>
            <a:spLocks xmlns:a="http://schemas.openxmlformats.org/drawingml/2006/main" noGrp="1"/>
          </p:cNvSpPr>
          <p:nvPr/>
        </p:nvSpPr>
        <p:spPr>
          <a:xfrm xmlns:a="http://schemas.openxmlformats.org/drawingml/2006/main">
            <a:off x="50673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수정 범위 ?</a:t>
            </a:r>
          </a:p>
        </p:txBody>
      </p:sp>
      <p:sp>
        <p:nvSpPr>
          <p:cNvPr id="39" name="확인 근거 ?">
            <a:extLst xmlns:a="http://schemas.openxmlformats.org/drawingml/2006/main">
              <a:ext uri="{FF2B5EF4-FFF2-40B4-BE49-F238E27FC236}">
                <a16:creationId xmlns:a16="http://schemas.microsoft.com/office/drawing/2014/main" id="{02B05B8A-81B3-4E82-8186-720639920F51}"/>
              </a:ext>
            </a:extLst>
          </p:cNvPr>
          <p:cNvSpPr>
            <a:spLocks xmlns:a="http://schemas.openxmlformats.org/drawingml/2006/main" noGrp="1"/>
          </p:cNvSpPr>
          <p:nvPr/>
        </p:nvSpPr>
        <p:spPr>
          <a:xfrm xmlns:a="http://schemas.openxmlformats.org/drawingml/2006/main">
            <a:off x="729615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확인 근거 ?</a:t>
            </a:r>
          </a:p>
        </p:txBody>
      </p:sp>
      <p:sp>
        <p:nvSpPr>
          <p:cNvPr id="40" name="완료 조건 ?">
            <a:extLst xmlns:a="http://schemas.openxmlformats.org/drawingml/2006/main">
              <a:ext uri="{FF2B5EF4-FFF2-40B4-BE49-F238E27FC236}">
                <a16:creationId xmlns:a16="http://schemas.microsoft.com/office/drawing/2014/main" id="{6C6273C1-A4FE-47E1-B8FD-0FD617E20BB6}"/>
              </a:ext>
            </a:extLst>
          </p:cNvPr>
          <p:cNvSpPr>
            <a:spLocks xmlns:a="http://schemas.openxmlformats.org/drawingml/2006/main" noGrp="1"/>
          </p:cNvSpPr>
          <p:nvPr/>
        </p:nvSpPr>
        <p:spPr>
          <a:xfrm xmlns:a="http://schemas.openxmlformats.org/drawingml/2006/main">
            <a:off x="9525000" y="5495925"/>
            <a:ext cx="20383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완료 조건 ?</a:t>
            </a:r>
          </a:p>
        </p:txBody>
      </p:sp>
      <p:sp>
        <p:nvSpPr>
          <p:cNvPr id="41" name="Legacy module connection">
            <a:extLst xmlns:a="http://schemas.openxmlformats.org/drawingml/2006/main">
              <a:ext uri="{FF2B5EF4-FFF2-40B4-BE49-F238E27FC236}">
                <a16:creationId xmlns:a16="http://schemas.microsoft.com/office/drawing/2014/main" id="{7BE0E479-B324-4D06-ACA6-A5BD4701977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18981671"/>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6" name="ACT 1 · 빠진 정보를 채운 같은 요청">
            <a:extLst xmlns:a="http://schemas.openxmlformats.org/drawingml/2006/main">
              <a:ext uri="{FF2B5EF4-FFF2-40B4-BE49-F238E27FC236}">
                <a16:creationId xmlns:a16="http://schemas.microsoft.com/office/drawing/2014/main" id="{DB80BEA0-1D09-4D7C-A269-DBDA59FFCB2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빠진 정보를 채운 같은 요청</a:t>
            </a:r>
          </a:p>
        </p:txBody>
      </p:sp>
      <p:sp>
        <p:nvSpPr>
          <p:cNvPr id="2" name="S16">
            <a:extLst xmlns:a="http://schemas.openxmlformats.org/drawingml/2006/main">
              <a:ext uri="{FF2B5EF4-FFF2-40B4-BE49-F238E27FC236}">
                <a16:creationId xmlns:a16="http://schemas.microsoft.com/office/drawing/2014/main" id="{75403CBA-E354-483E-A996-BDA690B59F9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S16</a:t>
            </a:r>
          </a:p>
        </p:txBody>
      </p:sp>
      <p:sp>
        <p:nvSpPr>
          <p:cNvPr id="3" name="원하는 작업 경로를 Prompt에 담는다">
            <a:extLst xmlns:a="http://schemas.openxmlformats.org/drawingml/2006/main">
              <a:ext uri="{FF2B5EF4-FFF2-40B4-BE49-F238E27FC236}">
                <a16:creationId xmlns:a16="http://schemas.microsoft.com/office/drawing/2014/main" id="{83EE7977-6B16-4176-A24B-A8F37124BD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원하는 작업 경로를 Prompt에 담는다</a:t>
            </a:r>
          </a:p>
        </p:txBody>
      </p:sp>
      <p:sp>
        <p:nvSpPr>
          <p:cNvPr id="4" name="">
            <a:extLst xmlns:a="http://schemas.openxmlformats.org/drawingml/2006/main">
              <a:ext uri="{FF2B5EF4-FFF2-40B4-BE49-F238E27FC236}">
                <a16:creationId xmlns:a16="http://schemas.microsoft.com/office/drawing/2014/main" id="{76F69E5D-D42B-437E-AD0B-CD4818AA034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Prompt와 목표 경로 · TRIAL-002의 실제 요청·실행 결과가 아님">
            <a:extLst xmlns:a="http://schemas.openxmlformats.org/drawingml/2006/main">
              <a:ext uri="{FF2B5EF4-FFF2-40B4-BE49-F238E27FC236}">
                <a16:creationId xmlns:a16="http://schemas.microsoft.com/office/drawing/2014/main" id="{3F7020BD-1C66-4F40-81EA-59064DBF555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Prompt와 목표 경로 · TRIAL-002의 실제 요청·실행 결과가 아님</a:t>
            </a:r>
          </a:p>
        </p:txBody>
      </p:sp>
      <p:sp>
        <p:nvSpPr>
          <p:cNvPr id="6" name="의도한 경로 표시는 실제 선택·정확성·성공을 보장하지 않습니다. 변경 뒤 검증은 계속 필요합니다.">
            <a:extLst xmlns:a="http://schemas.openxmlformats.org/drawingml/2006/main">
              <a:ext uri="{FF2B5EF4-FFF2-40B4-BE49-F238E27FC236}">
                <a16:creationId xmlns:a16="http://schemas.microsoft.com/office/drawing/2014/main" id="{591EAC0B-F553-4DA9-A5BC-E78D8CF3CE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의도한 경로 표시는 실제 선택·정확성·성공을 보장하지 않습니다. 변경 뒤 검증은 계속 필요합니다.</a:t>
            </a:r>
          </a:p>
        </p:txBody>
      </p:sp>
      <p:sp>
        <p:nvSpPr>
          <p:cNvPr id="7" name="">
            <a:extLst xmlns:a="http://schemas.openxmlformats.org/drawingml/2006/main">
              <a:ext uri="{FF2B5EF4-FFF2-40B4-BE49-F238E27FC236}">
                <a16:creationId xmlns:a16="http://schemas.microsoft.com/office/drawing/2014/main" id="{541B7A96-8867-406D-AF81-677C05090438}"/>
              </a:ext>
            </a:extLst>
          </p:cNvPr>
          <p:cNvSpPr>
            <a:spLocks xmlns:a="http://schemas.openxmlformats.org/drawingml/2006/main" noGrp="1"/>
          </p:cNvSpPr>
          <p:nvPr/>
        </p:nvSpPr>
        <p:spPr>
          <a:xfrm xmlns:a="http://schemas.openxmlformats.org/drawingml/2006/main">
            <a:off x="609600" y="1962150"/>
            <a:ext cx="5238750" cy="3162300"/>
          </a:xfrm>
          <a:prstGeom xmlns:a="http://schemas.openxmlformats.org/drawingml/2006/main" prst="roundRect">
            <a:avLst>
              <a:gd name="adj" fmla="val 3614"/>
            </a:avLst>
          </a:prstGeom>
          <a:solidFill xmlns:a="http://schemas.openxmlformats.org/drawingml/2006/main">
            <a:srgbClr val="FFFFFF"/>
          </a:solidFill>
          <a:ln xmlns:a="http://schemas.openxmlformats.org/drawingml/2006/main" w="14288">
            <a:solidFill>
              <a:srgbClr val="C7D0DA"/>
            </a:solidFill>
            <a:prstDash val="solid"/>
          </a:ln>
        </p:spPr>
      </p:sp>
      <p:sp>
        <p:nvSpPr>
          <p:cNvPr id="8" name="요청 입력 · 교육용 재구성">
            <a:extLst xmlns:a="http://schemas.openxmlformats.org/drawingml/2006/main">
              <a:ext uri="{FF2B5EF4-FFF2-40B4-BE49-F238E27FC236}">
                <a16:creationId xmlns:a16="http://schemas.microsoft.com/office/drawing/2014/main" id="{1E918C10-F9F2-454F-AF66-5676F6D6028D}"/>
              </a:ext>
            </a:extLst>
          </p:cNvPr>
          <p:cNvSpPr>
            <a:spLocks xmlns:a="http://schemas.openxmlformats.org/drawingml/2006/main" noGrp="1"/>
          </p:cNvSpPr>
          <p:nvPr/>
        </p:nvSpPr>
        <p:spPr>
          <a:xfrm xmlns:a="http://schemas.openxmlformats.org/drawingml/2006/main">
            <a:off x="781050" y="2057400"/>
            <a:ext cx="48958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요청 입력 · 교육용 재구성</a:t>
            </a:r>
          </a:p>
        </p:txBody>
      </p:sp>
      <p:sp>
        <p:nvSpPr>
          <p:cNvPr id="9" name="">
            <a:extLst xmlns:a="http://schemas.openxmlformats.org/drawingml/2006/main">
              <a:ext uri="{FF2B5EF4-FFF2-40B4-BE49-F238E27FC236}">
                <a16:creationId xmlns:a16="http://schemas.microsoft.com/office/drawing/2014/main" id="{BEBEA6DD-77BA-4A67-8AD7-A021BA512674}"/>
              </a:ext>
            </a:extLst>
          </p:cNvPr>
          <p:cNvSpPr>
            <a:spLocks xmlns:a="http://schemas.openxmlformats.org/drawingml/2006/main" noGrp="1"/>
          </p:cNvSpPr>
          <p:nvPr/>
        </p:nvSpPr>
        <p:spPr>
          <a:xfrm xmlns:a="http://schemas.openxmlformats.org/drawingml/2006/main">
            <a:off x="781050" y="2409825"/>
            <a:ext cx="4895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test 고쳐줘">
            <a:extLst xmlns:a="http://schemas.openxmlformats.org/drawingml/2006/main">
              <a:ext uri="{FF2B5EF4-FFF2-40B4-BE49-F238E27FC236}">
                <a16:creationId xmlns:a16="http://schemas.microsoft.com/office/drawing/2014/main" id="{F685FEBF-E1B8-40BE-BABD-8467DAA76BAE}"/>
              </a:ext>
            </a:extLst>
          </p:cNvPr>
          <p:cNvSpPr>
            <a:spLocks xmlns:a="http://schemas.openxmlformats.org/drawingml/2006/main" noGrp="1"/>
          </p:cNvSpPr>
          <p:nvPr/>
        </p:nvSpPr>
        <p:spPr>
          <a:xfrm xmlns:a="http://schemas.openxmlformats.org/drawingml/2006/main">
            <a:off x="800100" y="2505075"/>
            <a:ext cx="485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test 고쳐줘</a:t>
            </a:r>
          </a:p>
        </p:txBody>
      </p:sp>
      <p:sp>
        <p:nvSpPr>
          <p:cNvPr id="11" name="목표">
            <a:extLst xmlns:a="http://schemas.openxmlformats.org/drawingml/2006/main">
              <a:ext uri="{FF2B5EF4-FFF2-40B4-BE49-F238E27FC236}">
                <a16:creationId xmlns:a16="http://schemas.microsoft.com/office/drawing/2014/main" id="{38611F60-D1D8-4C4F-949F-4CC434D183A5}"/>
              </a:ext>
            </a:extLst>
          </p:cNvPr>
          <p:cNvSpPr>
            <a:spLocks xmlns:a="http://schemas.openxmlformats.org/drawingml/2006/main" noGrp="1"/>
          </p:cNvSpPr>
          <p:nvPr/>
        </p:nvSpPr>
        <p:spPr>
          <a:xfrm xmlns:a="http://schemas.openxmlformats.org/drawingml/2006/main">
            <a:off x="800100" y="28765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목표</a:t>
            </a:r>
          </a:p>
        </p:txBody>
      </p:sp>
      <p:sp>
        <p:nvSpPr>
          <p:cNvPr id="12" name="crop(1, 3) → 열 1·2, 폭 2">
            <a:extLst xmlns:a="http://schemas.openxmlformats.org/drawingml/2006/main">
              <a:ext uri="{FF2B5EF4-FFF2-40B4-BE49-F238E27FC236}">
                <a16:creationId xmlns:a16="http://schemas.microsoft.com/office/drawing/2014/main" id="{54E89B78-A398-4E54-80FF-3264D86F2D52}"/>
              </a:ext>
            </a:extLst>
          </p:cNvPr>
          <p:cNvSpPr>
            <a:spLocks xmlns:a="http://schemas.openxmlformats.org/drawingml/2006/main" noGrp="1"/>
          </p:cNvSpPr>
          <p:nvPr/>
        </p:nvSpPr>
        <p:spPr>
          <a:xfrm xmlns:a="http://schemas.openxmlformats.org/drawingml/2006/main">
            <a:off x="1504950" y="28765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crop(1, 3) → 열 1·2, 폭 2</a:t>
            </a:r>
          </a:p>
        </p:txBody>
      </p:sp>
      <p:sp>
        <p:nvSpPr>
          <p:cNvPr id="13" name="보존">
            <a:extLst xmlns:a="http://schemas.openxmlformats.org/drawingml/2006/main">
              <a:ext uri="{FF2B5EF4-FFF2-40B4-BE49-F238E27FC236}">
                <a16:creationId xmlns:a16="http://schemas.microsoft.com/office/drawing/2014/main" id="{23CB87E6-B044-4FA8-8B82-A1D7C19657B4}"/>
              </a:ext>
            </a:extLst>
          </p:cNvPr>
          <p:cNvSpPr>
            <a:spLocks xmlns:a="http://schemas.openxmlformats.org/drawingml/2006/main" noGrp="1"/>
          </p:cNvSpPr>
          <p:nvPr/>
        </p:nvSpPr>
        <p:spPr>
          <a:xfrm xmlns:a="http://schemas.openxmlformats.org/drawingml/2006/main">
            <a:off x="800100" y="32004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보존</a:t>
            </a:r>
          </a:p>
        </p:txBody>
      </p:sp>
      <p:sp>
        <p:nvSpPr>
          <p:cNvPr id="14" name="끝 좌표 제외 명세·테스트 기대값">
            <a:extLst xmlns:a="http://schemas.openxmlformats.org/drawingml/2006/main">
              <a:ext uri="{FF2B5EF4-FFF2-40B4-BE49-F238E27FC236}">
                <a16:creationId xmlns:a16="http://schemas.microsoft.com/office/drawing/2014/main" id="{9AA21E80-8093-4586-B079-EB734D42E5C8}"/>
              </a:ext>
            </a:extLst>
          </p:cNvPr>
          <p:cNvSpPr>
            <a:spLocks xmlns:a="http://schemas.openxmlformats.org/drawingml/2006/main" noGrp="1"/>
          </p:cNvSpPr>
          <p:nvPr/>
        </p:nvSpPr>
        <p:spPr>
          <a:xfrm xmlns:a="http://schemas.openxmlformats.org/drawingml/2006/main">
            <a:off x="1504950" y="32004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끝 좌표 제외 명세·테스트 기대값</a:t>
            </a:r>
          </a:p>
        </p:txBody>
      </p:sp>
      <p:sp>
        <p:nvSpPr>
          <p:cNvPr id="15" name="범위">
            <a:extLst xmlns:a="http://schemas.openxmlformats.org/drawingml/2006/main">
              <a:ext uri="{FF2B5EF4-FFF2-40B4-BE49-F238E27FC236}">
                <a16:creationId xmlns:a16="http://schemas.microsoft.com/office/drawing/2014/main" id="{5A63D4CD-3A28-417C-9FB7-B36EE10663C5}"/>
              </a:ext>
            </a:extLst>
          </p:cNvPr>
          <p:cNvSpPr>
            <a:spLocks xmlns:a="http://schemas.openxmlformats.org/drawingml/2006/main" noGrp="1"/>
          </p:cNvSpPr>
          <p:nvPr/>
        </p:nvSpPr>
        <p:spPr>
          <a:xfrm xmlns:a="http://schemas.openxmlformats.org/drawingml/2006/main">
            <a:off x="800100" y="352425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범위</a:t>
            </a:r>
          </a:p>
        </p:txBody>
      </p:sp>
      <p:sp>
        <p:nvSpPr>
          <p:cNvPr id="16" name="crop 구현만 최소 수정">
            <a:extLst xmlns:a="http://schemas.openxmlformats.org/drawingml/2006/main">
              <a:ext uri="{FF2B5EF4-FFF2-40B4-BE49-F238E27FC236}">
                <a16:creationId xmlns:a16="http://schemas.microsoft.com/office/drawing/2014/main" id="{EE7065D3-E90F-4CA8-BF94-DDD13CEF1358}"/>
              </a:ext>
            </a:extLst>
          </p:cNvPr>
          <p:cNvSpPr>
            <a:spLocks xmlns:a="http://schemas.openxmlformats.org/drawingml/2006/main" noGrp="1"/>
          </p:cNvSpPr>
          <p:nvPr/>
        </p:nvSpPr>
        <p:spPr>
          <a:xfrm xmlns:a="http://schemas.openxmlformats.org/drawingml/2006/main">
            <a:off x="1504950" y="352425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구현만 최소 수정</a:t>
            </a:r>
          </a:p>
        </p:txBody>
      </p:sp>
      <p:sp>
        <p:nvSpPr>
          <p:cNvPr id="17" name="확인">
            <a:extLst xmlns:a="http://schemas.openxmlformats.org/drawingml/2006/main">
              <a:ext uri="{FF2B5EF4-FFF2-40B4-BE49-F238E27FC236}">
                <a16:creationId xmlns:a16="http://schemas.microsoft.com/office/drawing/2014/main" id="{DB762885-0C60-4868-8301-DE95EE9591F5}"/>
              </a:ext>
            </a:extLst>
          </p:cNvPr>
          <p:cNvSpPr>
            <a:spLocks xmlns:a="http://schemas.openxmlformats.org/drawingml/2006/main" noGrp="1"/>
          </p:cNvSpPr>
          <p:nvPr/>
        </p:nvSpPr>
        <p:spPr>
          <a:xfrm xmlns:a="http://schemas.openxmlformats.org/drawingml/2006/main">
            <a:off x="800100" y="38481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확인</a:t>
            </a:r>
          </a:p>
        </p:txBody>
      </p:sp>
      <p:sp>
        <p:nvSpPr>
          <p:cNvPr id="18" name="crop 관련 테스트만·프로젝트 전체 테스트&#10;CLI 샘플 실행·변경 내용 확인">
            <a:extLst xmlns:a="http://schemas.openxmlformats.org/drawingml/2006/main">
              <a:ext uri="{FF2B5EF4-FFF2-40B4-BE49-F238E27FC236}">
                <a16:creationId xmlns:a16="http://schemas.microsoft.com/office/drawing/2014/main" id="{E88AB5F7-E579-4BF4-A36A-4A2394B87F47}"/>
              </a:ext>
            </a:extLst>
          </p:cNvPr>
          <p:cNvSpPr>
            <a:spLocks xmlns:a="http://schemas.openxmlformats.org/drawingml/2006/main" noGrp="1"/>
          </p:cNvSpPr>
          <p:nvPr/>
        </p:nvSpPr>
        <p:spPr>
          <a:xfrm xmlns:a="http://schemas.openxmlformats.org/drawingml/2006/main">
            <a:off x="1504950" y="3848100"/>
            <a:ext cx="4152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crop 관련 테스트만·프로젝트 전체 테스트</a:t>
            </a:r>
          </a:p>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CLI 샘플 실행·변경 내용 확인</a:t>
            </a:r>
          </a:p>
        </p:txBody>
      </p:sp>
      <p:sp>
        <p:nvSpPr>
          <p:cNvPr id="19" name="완료">
            <a:extLst xmlns:a="http://schemas.openxmlformats.org/drawingml/2006/main">
              <a:ext uri="{FF2B5EF4-FFF2-40B4-BE49-F238E27FC236}">
                <a16:creationId xmlns:a16="http://schemas.microsoft.com/office/drawing/2014/main" id="{4BBFF1A8-FC9D-4A19-9E05-739FFD79BD73}"/>
              </a:ext>
            </a:extLst>
          </p:cNvPr>
          <p:cNvSpPr>
            <a:spLocks xmlns:a="http://schemas.openxmlformats.org/drawingml/2006/main" noGrp="1"/>
          </p:cNvSpPr>
          <p:nvPr/>
        </p:nvSpPr>
        <p:spPr>
          <a:xfrm xmlns:a="http://schemas.openxmlformats.org/drawingml/2006/main">
            <a:off x="800100" y="4419600"/>
            <a:ext cx="6286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완료</a:t>
            </a:r>
          </a:p>
        </p:txBody>
      </p:sp>
      <p:sp>
        <p:nvSpPr>
          <p:cNvPr id="20" name="결과·검증·미확인 사항 보고">
            <a:extLst xmlns:a="http://schemas.openxmlformats.org/drawingml/2006/main">
              <a:ext uri="{FF2B5EF4-FFF2-40B4-BE49-F238E27FC236}">
                <a16:creationId xmlns:a16="http://schemas.microsoft.com/office/drawing/2014/main" id="{5E6F4751-EB3C-41C4-9BB6-014D9CCA47BF}"/>
              </a:ext>
            </a:extLst>
          </p:cNvPr>
          <p:cNvSpPr>
            <a:spLocks xmlns:a="http://schemas.openxmlformats.org/drawingml/2006/main" noGrp="1"/>
          </p:cNvSpPr>
          <p:nvPr/>
        </p:nvSpPr>
        <p:spPr>
          <a:xfrm xmlns:a="http://schemas.openxmlformats.org/drawingml/2006/main">
            <a:off x="1504950" y="4419600"/>
            <a:ext cx="41529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결과·검증·미확인 사항 보고</a:t>
            </a:r>
          </a:p>
        </p:txBody>
      </p:sp>
      <p:sp>
        <p:nvSpPr>
          <p:cNvPr id="21" name="+">
            <a:extLst xmlns:a="http://schemas.openxmlformats.org/drawingml/2006/main">
              <a:ext uri="{FF2B5EF4-FFF2-40B4-BE49-F238E27FC236}">
                <a16:creationId xmlns:a16="http://schemas.microsoft.com/office/drawing/2014/main" id="{232473E9-7E73-4216-AC32-D8A828ED9DD0}"/>
              </a:ext>
            </a:extLst>
          </p:cNvPr>
          <p:cNvSpPr>
            <a:spLocks xmlns:a="http://schemas.openxmlformats.org/drawingml/2006/main" noGrp="1"/>
          </p:cNvSpPr>
          <p:nvPr/>
        </p:nvSpPr>
        <p:spPr>
          <a:xfrm xmlns:a="http://schemas.openxmlformats.org/drawingml/2006/main">
            <a:off x="781050" y="4800600"/>
            <a:ext cx="2667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a:t>
            </a:r>
          </a:p>
        </p:txBody>
      </p:sp>
      <p:sp>
        <p:nvSpPr>
          <p:cNvPr id="22" name="">
            <a:extLst xmlns:a="http://schemas.openxmlformats.org/drawingml/2006/main">
              <a:ext uri="{FF2B5EF4-FFF2-40B4-BE49-F238E27FC236}">
                <a16:creationId xmlns:a16="http://schemas.microsoft.com/office/drawing/2014/main" id="{F9E45904-D9DA-4D7E-AFFE-583F08481870}"/>
              </a:ext>
            </a:extLst>
          </p:cNvPr>
          <p:cNvSpPr>
            <a:spLocks xmlns:a="http://schemas.openxmlformats.org/drawingml/2006/main" noGrp="1"/>
          </p:cNvSpPr>
          <p:nvPr/>
        </p:nvSpPr>
        <p:spPr>
          <a:xfrm xmlns:a="http://schemas.openxmlformats.org/drawingml/2006/main">
            <a:off x="5438775" y="4781550"/>
            <a:ext cx="238125" cy="238125"/>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1EA487DD-D260-4A71-9FA2-961A4F65C8E7}"/>
              </a:ext>
            </a:extLst>
          </p:cNvPr>
          <p:cNvSpPr>
            <a:spLocks xmlns:a="http://schemas.openxmlformats.org/drawingml/2006/main" noGrp="1"/>
          </p:cNvSpPr>
          <p:nvPr/>
        </p:nvSpPr>
        <p:spPr>
          <a:xfrm xmlns:a="http://schemas.openxmlformats.org/drawingml/2006/main">
            <a:off x="5438775" y="4772025"/>
            <a:ext cx="2381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4" name="사람이 원하는 경로를 명시">
            <a:extLst xmlns:a="http://schemas.openxmlformats.org/drawingml/2006/main">
              <a:ext uri="{FF2B5EF4-FFF2-40B4-BE49-F238E27FC236}">
                <a16:creationId xmlns:a16="http://schemas.microsoft.com/office/drawing/2014/main" id="{1CB60EB1-F6DB-4466-8D9B-D0CFB0E0A8C2}"/>
              </a:ext>
            </a:extLst>
          </p:cNvPr>
          <p:cNvSpPr>
            <a:spLocks xmlns:a="http://schemas.openxmlformats.org/drawingml/2006/main" noGrp="1"/>
          </p:cNvSpPr>
          <p:nvPr/>
        </p:nvSpPr>
        <p:spPr>
          <a:xfrm xmlns:a="http://schemas.openxmlformats.org/drawingml/2006/main">
            <a:off x="6210300" y="1666875"/>
            <a:ext cx="53721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사람이 원하는 경로를 명시</a:t>
            </a:r>
          </a:p>
        </p:txBody>
      </p:sp>
      <p:pic>
        <p:nvPicPr>
          <p:cNvPr id="25" name="">
            <a:extLst xmlns:a="http://schemas.openxmlformats.org/drawingml/2006/main">
              <a:ext uri="{FF2B5EF4-FFF2-40B4-BE49-F238E27FC236}">
                <a16:creationId xmlns:a16="http://schemas.microsoft.com/office/drawing/2014/main" id="{6A423093-575D-4EA7-8F66-18F4E8D7F5BE}"/>
              </a:ext>
            </a:extLst>
          </p:cNvPr>
          <p:cNvPicPr>
            <a:picLocks xmlns:a="http://schemas.openxmlformats.org/drawingml/2006/main" noChangeAspect="1"/>
          </p:cNvPicPr>
          <p:nvPr/>
        </p:nvPicPr>
        <p:blipFill>
          <a:blip xmlns:r="http://schemas.openxmlformats.org/officeDocument/2006/relationships" xmlns:a="http://schemas.openxmlformats.org/drawingml/2006/main" r:embed="Rfccf3723ea174455"/>
          <a:stretch xmlns:a="http://schemas.openxmlformats.org/drawingml/2006/main"/>
        </p:blipFill>
        <p:spPr>
          <a:xfrm xmlns:a="http://schemas.openxmlformats.org/drawingml/2006/main">
            <a:off x="6067425" y="2038350"/>
            <a:ext cx="1447800" cy="1085850"/>
          </a:xfrm>
          <a:prstGeom xmlns:a="http://schemas.openxmlformats.org/drawingml/2006/main" prst="rect">
            <a:avLst/>
          </a:prstGeom>
        </p:spPr>
      </p:pic>
      <p:sp>
        <p:nvSpPr>
          <p:cNvPr id="26" name="">
            <a:extLst xmlns:a="http://schemas.openxmlformats.org/drawingml/2006/main">
              <a:ext uri="{FF2B5EF4-FFF2-40B4-BE49-F238E27FC236}">
                <a16:creationId xmlns:a16="http://schemas.microsoft.com/office/drawing/2014/main" id="{017C26C3-FF4C-47C4-A4CC-E55AA87F5CE2}"/>
              </a:ext>
            </a:extLst>
          </p:cNvPr>
          <p:cNvSpPr>
            <a:spLocks xmlns:a="http://schemas.openxmlformats.org/drawingml/2006/main" noGrp="1"/>
          </p:cNvSpPr>
          <p:nvPr/>
        </p:nvSpPr>
        <p:spPr>
          <a:xfrm xmlns:a="http://schemas.openxmlformats.org/drawingml/2006/main">
            <a:off x="5934075" y="3857625"/>
            <a:ext cx="323850" cy="2000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
            <a:extLst xmlns:a="http://schemas.openxmlformats.org/drawingml/2006/main">
              <a:ext uri="{FF2B5EF4-FFF2-40B4-BE49-F238E27FC236}">
                <a16:creationId xmlns:a16="http://schemas.microsoft.com/office/drawing/2014/main" id="{A4CAAB94-DAF4-4C18-8EAF-FBE40F21B4DD}"/>
              </a:ext>
            </a:extLst>
          </p:cNvPr>
          <p:cNvSpPr>
            <a:spLocks xmlns:a="http://schemas.openxmlformats.org/drawingml/2006/main" noGrp="1"/>
          </p:cNvSpPr>
          <p:nvPr/>
        </p:nvSpPr>
        <p:spPr>
          <a:xfrm xmlns:a="http://schemas.openxmlformats.org/drawingml/2006/main">
            <a:off x="6400800" y="4010025"/>
            <a:ext cx="133350" cy="1333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8" name="Possible interpretation A">
            <a:extLst xmlns:a="http://schemas.openxmlformats.org/drawingml/2006/main">
              <a:ext uri="{FF2B5EF4-FFF2-40B4-BE49-F238E27FC236}">
                <a16:creationId xmlns:a16="http://schemas.microsoft.com/office/drawing/2014/main" id="{BCC617B0-56AF-498F-A8C0-71BC2BC29DC3}"/>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0"/>
                  <a:pt x="1047750" y="0"/>
                </a:cubicBezTo>
                <a:lnTo>
                  <a:pt x="5000625" y="0"/>
                </a:lnTo>
              </a:path>
            </a:pathLst>
          </a:custGeom>
          <a:noFill xmlns:a="http://schemas.openxmlformats.org/drawingml/2006/main"/>
          <a:ln xmlns:a="http://schemas.openxmlformats.org/drawingml/2006/main" w="19050">
            <a:solidFill>
              <a:srgbClr val="78848F"/>
            </a:solidFill>
            <a:prstDash val="dash"/>
          </a:ln>
        </p:spPr>
      </p:sp>
      <p:sp>
        <p:nvSpPr>
          <p:cNvPr id="29" name="">
            <a:extLst xmlns:a="http://schemas.openxmlformats.org/drawingml/2006/main">
              <a:ext uri="{FF2B5EF4-FFF2-40B4-BE49-F238E27FC236}">
                <a16:creationId xmlns:a16="http://schemas.microsoft.com/office/drawing/2014/main" id="{A56F9EF7-A994-4B8D-B7DE-9C65CB57C625}"/>
              </a:ext>
            </a:extLst>
          </p:cNvPr>
          <p:cNvSpPr>
            <a:spLocks xmlns:a="http://schemas.openxmlformats.org/drawingml/2006/main" noGrp="1"/>
          </p:cNvSpPr>
          <p:nvPr/>
        </p:nvSpPr>
        <p:spPr>
          <a:xfrm xmlns:a="http://schemas.openxmlformats.org/drawingml/2006/main">
            <a:off x="11439525" y="32194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30" name="A">
            <a:extLst xmlns:a="http://schemas.openxmlformats.org/drawingml/2006/main">
              <a:ext uri="{FF2B5EF4-FFF2-40B4-BE49-F238E27FC236}">
                <a16:creationId xmlns:a16="http://schemas.microsoft.com/office/drawing/2014/main" id="{D05BA6F7-6944-4B51-84CB-C93C7F015B31}"/>
              </a:ext>
            </a:extLst>
          </p:cNvPr>
          <p:cNvSpPr>
            <a:spLocks xmlns:a="http://schemas.openxmlformats.org/drawingml/2006/main" noGrp="1"/>
          </p:cNvSpPr>
          <p:nvPr/>
        </p:nvSpPr>
        <p:spPr>
          <a:xfrm xmlns:a="http://schemas.openxmlformats.org/drawingml/2006/main">
            <a:off x="7600950" y="26193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A</a:t>
            </a:r>
          </a:p>
        </p:txBody>
      </p:sp>
      <p:sp>
        <p:nvSpPr>
          <p:cNvPr id="31" name="테스트 기대값 변경">
            <a:extLst xmlns:a="http://schemas.openxmlformats.org/drawingml/2006/main">
              <a:ext uri="{FF2B5EF4-FFF2-40B4-BE49-F238E27FC236}">
                <a16:creationId xmlns:a16="http://schemas.microsoft.com/office/drawing/2014/main" id="{47DBB452-5268-4D21-9997-FCC853BC7253}"/>
              </a:ext>
            </a:extLst>
          </p:cNvPr>
          <p:cNvSpPr>
            <a:spLocks xmlns:a="http://schemas.openxmlformats.org/drawingml/2006/main" noGrp="1"/>
          </p:cNvSpPr>
          <p:nvPr/>
        </p:nvSpPr>
        <p:spPr>
          <a:xfrm xmlns:a="http://schemas.openxmlformats.org/drawingml/2006/main">
            <a:off x="7972425" y="25527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테스트 기대값 변경</a:t>
            </a:r>
          </a:p>
        </p:txBody>
      </p:sp>
      <p:sp>
        <p:nvSpPr>
          <p:cNvPr id="32" name="보존 조건과 맞지 않음">
            <a:extLst xmlns:a="http://schemas.openxmlformats.org/drawingml/2006/main">
              <a:ext uri="{FF2B5EF4-FFF2-40B4-BE49-F238E27FC236}">
                <a16:creationId xmlns:a16="http://schemas.microsoft.com/office/drawing/2014/main" id="{CFB6A77E-6D94-421A-A2C9-2CCCD5A6BB22}"/>
              </a:ext>
            </a:extLst>
          </p:cNvPr>
          <p:cNvSpPr>
            <a:spLocks xmlns:a="http://schemas.openxmlformats.org/drawingml/2006/main" noGrp="1"/>
          </p:cNvSpPr>
          <p:nvPr/>
        </p:nvSpPr>
        <p:spPr>
          <a:xfrm xmlns:a="http://schemas.openxmlformats.org/drawingml/2006/main">
            <a:off x="7972425" y="29241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보존 조건과 맞지 않음</a:t>
            </a:r>
          </a:p>
        </p:txBody>
      </p:sp>
      <p:sp>
        <p:nvSpPr>
          <p:cNvPr id="33" name="Possible interpretation B">
            <a:extLst xmlns:a="http://schemas.openxmlformats.org/drawingml/2006/main">
              <a:ext uri="{FF2B5EF4-FFF2-40B4-BE49-F238E27FC236}">
                <a16:creationId xmlns:a16="http://schemas.microsoft.com/office/drawing/2014/main" id="{03CFB8C5-1679-4CBC-B45C-896E7E7B29BC}"/>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819150"/>
                  <a:pt x="1047750" y="819150"/>
                </a:cubicBezTo>
                <a:lnTo>
                  <a:pt x="5000625" y="819150"/>
                </a:lnTo>
              </a:path>
            </a:pathLst>
          </a:custGeom>
          <a:noFill xmlns:a="http://schemas.openxmlformats.org/drawingml/2006/main"/>
          <a:ln xmlns:a="http://schemas.openxmlformats.org/drawingml/2006/main" w="38100">
            <a:solidFill>
              <a:srgbClr val="0B6172"/>
            </a:solidFill>
            <a:prstDash val="solid"/>
          </a:ln>
        </p:spPr>
      </p:sp>
      <p:sp>
        <p:nvSpPr>
          <p:cNvPr id="34" name="">
            <a:extLst xmlns:a="http://schemas.openxmlformats.org/drawingml/2006/main">
              <a:ext uri="{FF2B5EF4-FFF2-40B4-BE49-F238E27FC236}">
                <a16:creationId xmlns:a16="http://schemas.microsoft.com/office/drawing/2014/main" id="{CB211222-59B7-41D5-A8FB-17B80CB2E46D}"/>
              </a:ext>
            </a:extLst>
          </p:cNvPr>
          <p:cNvSpPr>
            <a:spLocks xmlns:a="http://schemas.openxmlformats.org/drawingml/2006/main" noGrp="1"/>
          </p:cNvSpPr>
          <p:nvPr/>
        </p:nvSpPr>
        <p:spPr>
          <a:xfrm xmlns:a="http://schemas.openxmlformats.org/drawingml/2006/main">
            <a:off x="11439525" y="4038600"/>
            <a:ext cx="76200" cy="7620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35" name="B">
            <a:extLst xmlns:a="http://schemas.openxmlformats.org/drawingml/2006/main">
              <a:ext uri="{FF2B5EF4-FFF2-40B4-BE49-F238E27FC236}">
                <a16:creationId xmlns:a16="http://schemas.microsoft.com/office/drawing/2014/main" id="{3E282527-BC6E-47AC-B389-20FC83B9866E}"/>
              </a:ext>
            </a:extLst>
          </p:cNvPr>
          <p:cNvSpPr>
            <a:spLocks xmlns:a="http://schemas.openxmlformats.org/drawingml/2006/main" noGrp="1"/>
          </p:cNvSpPr>
          <p:nvPr/>
        </p:nvSpPr>
        <p:spPr>
          <a:xfrm xmlns:a="http://schemas.openxmlformats.org/drawingml/2006/main">
            <a:off x="7600950" y="343852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B</a:t>
            </a:r>
          </a:p>
        </p:txBody>
      </p:sp>
      <p:sp>
        <p:nvSpPr>
          <p:cNvPr id="36" name="crop 구현 최소 수정">
            <a:extLst xmlns:a="http://schemas.openxmlformats.org/drawingml/2006/main">
              <a:ext uri="{FF2B5EF4-FFF2-40B4-BE49-F238E27FC236}">
                <a16:creationId xmlns:a16="http://schemas.microsoft.com/office/drawing/2014/main" id="{F13B4F81-4C01-4298-84DD-48C37FF855E4}"/>
              </a:ext>
            </a:extLst>
          </p:cNvPr>
          <p:cNvSpPr>
            <a:spLocks xmlns:a="http://schemas.openxmlformats.org/drawingml/2006/main" noGrp="1"/>
          </p:cNvSpPr>
          <p:nvPr/>
        </p:nvSpPr>
        <p:spPr>
          <a:xfrm xmlns:a="http://schemas.openxmlformats.org/drawingml/2006/main">
            <a:off x="7972425" y="337185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crop 구현 최소 수정</a:t>
            </a:r>
          </a:p>
        </p:txBody>
      </p:sp>
      <p:sp>
        <p:nvSpPr>
          <p:cNvPr id="37" name="사람이 명시한 목표 경로">
            <a:extLst xmlns:a="http://schemas.openxmlformats.org/drawingml/2006/main">
              <a:ext uri="{FF2B5EF4-FFF2-40B4-BE49-F238E27FC236}">
                <a16:creationId xmlns:a16="http://schemas.microsoft.com/office/drawing/2014/main" id="{1301081A-8375-41AA-BFA1-ADB03C28D975}"/>
              </a:ext>
            </a:extLst>
          </p:cNvPr>
          <p:cNvSpPr>
            <a:spLocks xmlns:a="http://schemas.openxmlformats.org/drawingml/2006/main" noGrp="1"/>
          </p:cNvSpPr>
          <p:nvPr/>
        </p:nvSpPr>
        <p:spPr>
          <a:xfrm xmlns:a="http://schemas.openxmlformats.org/drawingml/2006/main">
            <a:off x="7972425" y="374332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사람이 명시한 목표 경로</a:t>
            </a:r>
          </a:p>
        </p:txBody>
      </p:sp>
      <p:sp>
        <p:nvSpPr>
          <p:cNvPr id="38" name="Possible interpretation C">
            <a:extLst xmlns:a="http://schemas.openxmlformats.org/drawingml/2006/main">
              <a:ext uri="{FF2B5EF4-FFF2-40B4-BE49-F238E27FC236}">
                <a16:creationId xmlns:a16="http://schemas.microsoft.com/office/drawing/2014/main" id="{34B41ED1-8122-485D-8A51-1592524169FE}"/>
              </a:ext>
            </a:extLst>
          </p:cNvPr>
          <p:cNvSpPr>
            <a:spLocks xmlns:a="http://schemas.openxmlformats.org/drawingml/2006/main" noGrp="1"/>
          </p:cNvSpPr>
          <p:nvPr/>
        </p:nvSpPr>
        <p:spPr>
          <a:xfrm xmlns:a="http://schemas.openxmlformats.org/drawingml/2006/main">
            <a:off x="6467475" y="3257550"/>
            <a:ext cx="5114925" cy="1638300"/>
          </a:xfrm>
          <a:custGeom xmlns:a="http://schemas.openxmlformats.org/drawingml/2006/main">
            <a:pathLst>
              <a:path w="5114925" h="1638300">
                <a:moveTo>
                  <a:pt x="0" y="819150"/>
                </a:moveTo>
                <a:cubicBezTo>
                  <a:pt x="495300" y="819150"/>
                  <a:pt x="428625" y="1638300"/>
                  <a:pt x="1047750" y="1638300"/>
                </a:cubicBezTo>
                <a:lnTo>
                  <a:pt x="5000625" y="1638300"/>
                </a:lnTo>
              </a:path>
            </a:pathLst>
          </a:custGeom>
          <a:noFill xmlns:a="http://schemas.openxmlformats.org/drawingml/2006/main"/>
          <a:ln xmlns:a="http://schemas.openxmlformats.org/drawingml/2006/main" w="19050">
            <a:solidFill>
              <a:srgbClr val="78848F"/>
            </a:solidFill>
            <a:prstDash val="dash"/>
          </a:ln>
        </p:spPr>
      </p:sp>
      <p:sp>
        <p:nvSpPr>
          <p:cNvPr id="39" name="">
            <a:extLst xmlns:a="http://schemas.openxmlformats.org/drawingml/2006/main">
              <a:ext uri="{FF2B5EF4-FFF2-40B4-BE49-F238E27FC236}">
                <a16:creationId xmlns:a16="http://schemas.microsoft.com/office/drawing/2014/main" id="{5B549878-E93E-49AD-9982-C546201886C3}"/>
              </a:ext>
            </a:extLst>
          </p:cNvPr>
          <p:cNvSpPr>
            <a:spLocks xmlns:a="http://schemas.openxmlformats.org/drawingml/2006/main" noGrp="1"/>
          </p:cNvSpPr>
          <p:nvPr/>
        </p:nvSpPr>
        <p:spPr>
          <a:xfrm xmlns:a="http://schemas.openxmlformats.org/drawingml/2006/main">
            <a:off x="11439525" y="4857750"/>
            <a:ext cx="76200" cy="76200"/>
          </a:xfrm>
          <a:prstGeom xmlns:a="http://schemas.openxmlformats.org/drawingml/2006/main" prst="ellipse">
            <a:avLst/>
          </a:prstGeom>
          <a:solidFill xmlns:a="http://schemas.openxmlformats.org/drawingml/2006/main">
            <a:srgbClr val="78848F"/>
          </a:solidFill>
          <a:ln xmlns:a="http://schemas.openxmlformats.org/drawingml/2006/main" w="0">
            <a:noFill/>
          </a:ln>
        </p:spPr>
      </p:sp>
      <p:sp>
        <p:nvSpPr>
          <p:cNvPr id="40" name="C">
            <a:extLst xmlns:a="http://schemas.openxmlformats.org/drawingml/2006/main">
              <a:ext uri="{FF2B5EF4-FFF2-40B4-BE49-F238E27FC236}">
                <a16:creationId xmlns:a16="http://schemas.microsoft.com/office/drawing/2014/main" id="{DF35C97B-285C-4E0E-B19C-93577061E4C4}"/>
              </a:ext>
            </a:extLst>
          </p:cNvPr>
          <p:cNvSpPr>
            <a:spLocks xmlns:a="http://schemas.openxmlformats.org/drawingml/2006/main" noGrp="1"/>
          </p:cNvSpPr>
          <p:nvPr/>
        </p:nvSpPr>
        <p:spPr>
          <a:xfrm xmlns:a="http://schemas.openxmlformats.org/drawingml/2006/main">
            <a:off x="7600950" y="4257675"/>
            <a:ext cx="285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78848F"/>
                </a:solidFill>
                <a:latin typeface="Malgun Gothic"/>
                <a:ea typeface="Malgun Gothic"/>
                <a:cs typeface="Malgun Gothic"/>
              </a:defRPr>
            </a:defPPr>
            <a:lvl1pPr algn="l">
              <a:defRPr sz="1575" b="1">
                <a:solidFill>
                  <a:srgbClr val="78848F"/>
                </a:solidFill>
                <a:latin typeface="Malgun Gothic"/>
                <a:ea typeface="Malgun Gothic"/>
                <a:cs typeface="Malgun Gothic"/>
              </a:defRPr>
            </a:lvl1pPr>
            <a:lvl2pPr algn="l">
              <a:defRPr sz="1575" b="1">
                <a:solidFill>
                  <a:srgbClr val="78848F"/>
                </a:solidFill>
                <a:latin typeface="Malgun Gothic"/>
                <a:ea typeface="Malgun Gothic"/>
                <a:cs typeface="Malgun Gothic"/>
              </a:defRPr>
            </a:lvl2pPr>
            <a:lvl3pPr algn="l">
              <a:defRPr sz="1575" b="1">
                <a:solidFill>
                  <a:srgbClr val="78848F"/>
                </a:solidFill>
                <a:latin typeface="Malgun Gothic"/>
                <a:ea typeface="Malgun Gothic"/>
                <a:cs typeface="Malgun Gothic"/>
              </a:defRPr>
            </a:lvl3pPr>
            <a:lvl4pPr algn="l">
              <a:defRPr sz="1575" b="1">
                <a:solidFill>
                  <a:srgbClr val="78848F"/>
                </a:solidFill>
                <a:latin typeface="Malgun Gothic"/>
                <a:ea typeface="Malgun Gothic"/>
                <a:cs typeface="Malgun Gothic"/>
              </a:defRPr>
            </a:lvl4pPr>
            <a:lvl5pPr algn="l">
              <a:defRPr sz="1575" b="1">
                <a:solidFill>
                  <a:srgbClr val="78848F"/>
                </a:solidFill>
                <a:latin typeface="Malgun Gothic"/>
                <a:ea typeface="Malgun Gothic"/>
                <a:cs typeface="Malgun Gothic"/>
              </a:defRPr>
            </a:lvl5pPr>
            <a:lvl6pPr algn="l">
              <a:defRPr sz="1575" b="1">
                <a:solidFill>
                  <a:srgbClr val="78848F"/>
                </a:solidFill>
                <a:latin typeface="Malgun Gothic"/>
                <a:ea typeface="Malgun Gothic"/>
                <a:cs typeface="Malgun Gothic"/>
              </a:defRPr>
            </a:lvl6pPr>
            <a:lvl7pPr algn="l">
              <a:defRPr sz="1575" b="1">
                <a:solidFill>
                  <a:srgbClr val="78848F"/>
                </a:solidFill>
                <a:latin typeface="Malgun Gothic"/>
                <a:ea typeface="Malgun Gothic"/>
                <a:cs typeface="Malgun Gothic"/>
              </a:defRPr>
            </a:lvl7pPr>
            <a:lvl8pPr algn="l">
              <a:defRPr sz="1575" b="1">
                <a:solidFill>
                  <a:srgbClr val="78848F"/>
                </a:solidFill>
                <a:latin typeface="Malgun Gothic"/>
                <a:ea typeface="Malgun Gothic"/>
                <a:cs typeface="Malgun Gothic"/>
              </a:defRPr>
            </a:lvl8pPr>
            <a:lvl9pPr algn="l">
              <a:defRPr sz="1575" b="1">
                <a:solidFill>
                  <a:srgbClr val="78848F"/>
                </a:solidFill>
                <a:latin typeface="Malgun Gothic"/>
                <a:ea typeface="Malgun Gothic"/>
                <a:cs typeface="Malgun Gothic"/>
              </a:defRPr>
            </a:lvl9pPr>
          </a:lstStyle>
          <a:p xmlns:a="http://schemas.openxmlformats.org/drawingml/2006/main">
            <a:pPr algn="l">
              <a:defRPr sz="1575" b="1">
                <a:solidFill>
                  <a:srgbClr val="78848F"/>
                </a:solidFill>
                <a:latin typeface="Malgun Gothic"/>
                <a:ea typeface="Malgun Gothic"/>
                <a:cs typeface="Malgun Gothic"/>
              </a:defRPr>
            </a:pPr>
            <a:r>
              <a:rPr sz="1575" b="1">
                <a:solidFill>
                  <a:srgbClr val="78848F"/>
                </a:solidFill>
                <a:latin typeface="Malgun Gothic"/>
                <a:ea typeface="Malgun Gothic"/>
                <a:cs typeface="Malgun Gothic"/>
              </a:rPr>
              <a:t>C</a:t>
            </a:r>
          </a:p>
        </p:txBody>
      </p:sp>
      <p:sp>
        <p:nvSpPr>
          <p:cNvPr id="41" name="추가 질문 후 진행">
            <a:extLst xmlns:a="http://schemas.openxmlformats.org/drawingml/2006/main">
              <a:ext uri="{FF2B5EF4-FFF2-40B4-BE49-F238E27FC236}">
                <a16:creationId xmlns:a16="http://schemas.microsoft.com/office/drawing/2014/main" id="{DF19F370-1846-4728-AF15-B7B47F7DB1E3}"/>
              </a:ext>
            </a:extLst>
          </p:cNvPr>
          <p:cNvSpPr>
            <a:spLocks xmlns:a="http://schemas.openxmlformats.org/drawingml/2006/main" noGrp="1"/>
          </p:cNvSpPr>
          <p:nvPr/>
        </p:nvSpPr>
        <p:spPr>
          <a:xfrm xmlns:a="http://schemas.openxmlformats.org/drawingml/2006/main">
            <a:off x="7972425" y="4191000"/>
            <a:ext cx="36099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78848F"/>
                </a:solidFill>
                <a:latin typeface="Malgun Gothic"/>
                <a:ea typeface="Malgun Gothic"/>
                <a:cs typeface="Malgun Gothic"/>
              </a:defRPr>
            </a:defPPr>
            <a:lvl1pPr algn="l">
              <a:defRPr sz="2175" b="1">
                <a:solidFill>
                  <a:srgbClr val="78848F"/>
                </a:solidFill>
                <a:latin typeface="Malgun Gothic"/>
                <a:ea typeface="Malgun Gothic"/>
                <a:cs typeface="Malgun Gothic"/>
              </a:defRPr>
            </a:lvl1pPr>
            <a:lvl2pPr algn="l">
              <a:defRPr sz="2175" b="1">
                <a:solidFill>
                  <a:srgbClr val="78848F"/>
                </a:solidFill>
                <a:latin typeface="Malgun Gothic"/>
                <a:ea typeface="Malgun Gothic"/>
                <a:cs typeface="Malgun Gothic"/>
              </a:defRPr>
            </a:lvl2pPr>
            <a:lvl3pPr algn="l">
              <a:defRPr sz="2175" b="1">
                <a:solidFill>
                  <a:srgbClr val="78848F"/>
                </a:solidFill>
                <a:latin typeface="Malgun Gothic"/>
                <a:ea typeface="Malgun Gothic"/>
                <a:cs typeface="Malgun Gothic"/>
              </a:defRPr>
            </a:lvl3pPr>
            <a:lvl4pPr algn="l">
              <a:defRPr sz="2175" b="1">
                <a:solidFill>
                  <a:srgbClr val="78848F"/>
                </a:solidFill>
                <a:latin typeface="Malgun Gothic"/>
                <a:ea typeface="Malgun Gothic"/>
                <a:cs typeface="Malgun Gothic"/>
              </a:defRPr>
            </a:lvl4pPr>
            <a:lvl5pPr algn="l">
              <a:defRPr sz="2175" b="1">
                <a:solidFill>
                  <a:srgbClr val="78848F"/>
                </a:solidFill>
                <a:latin typeface="Malgun Gothic"/>
                <a:ea typeface="Malgun Gothic"/>
                <a:cs typeface="Malgun Gothic"/>
              </a:defRPr>
            </a:lvl5pPr>
            <a:lvl6pPr algn="l">
              <a:defRPr sz="2175" b="1">
                <a:solidFill>
                  <a:srgbClr val="78848F"/>
                </a:solidFill>
                <a:latin typeface="Malgun Gothic"/>
                <a:ea typeface="Malgun Gothic"/>
                <a:cs typeface="Malgun Gothic"/>
              </a:defRPr>
            </a:lvl6pPr>
            <a:lvl7pPr algn="l">
              <a:defRPr sz="2175" b="1">
                <a:solidFill>
                  <a:srgbClr val="78848F"/>
                </a:solidFill>
                <a:latin typeface="Malgun Gothic"/>
                <a:ea typeface="Malgun Gothic"/>
                <a:cs typeface="Malgun Gothic"/>
              </a:defRPr>
            </a:lvl7pPr>
            <a:lvl8pPr algn="l">
              <a:defRPr sz="2175" b="1">
                <a:solidFill>
                  <a:srgbClr val="78848F"/>
                </a:solidFill>
                <a:latin typeface="Malgun Gothic"/>
                <a:ea typeface="Malgun Gothic"/>
                <a:cs typeface="Malgun Gothic"/>
              </a:defRPr>
            </a:lvl8pPr>
            <a:lvl9pPr algn="l">
              <a:defRPr sz="2175" b="1">
                <a:solidFill>
                  <a:srgbClr val="78848F"/>
                </a:solidFill>
                <a:latin typeface="Malgun Gothic"/>
                <a:ea typeface="Malgun Gothic"/>
                <a:cs typeface="Malgun Gothic"/>
              </a:defRPr>
            </a:lvl9pPr>
          </a:lstStyle>
          <a:p xmlns:a="http://schemas.openxmlformats.org/drawingml/2006/main">
            <a:pPr algn="l">
              <a:defRPr sz="2175" b="1">
                <a:solidFill>
                  <a:srgbClr val="78848F"/>
                </a:solidFill>
                <a:latin typeface="Malgun Gothic"/>
                <a:ea typeface="Malgun Gothic"/>
                <a:cs typeface="Malgun Gothic"/>
              </a:defRPr>
            </a:pPr>
            <a:r>
              <a:rPr sz="2175" b="1">
                <a:solidFill>
                  <a:srgbClr val="78848F"/>
                </a:solidFill>
                <a:latin typeface="Malgun Gothic"/>
                <a:ea typeface="Malgun Gothic"/>
                <a:cs typeface="Malgun Gothic"/>
              </a:rPr>
              <a:t>추가 질문 후 진행</a:t>
            </a:r>
          </a:p>
        </p:txBody>
      </p:sp>
      <p:sp>
        <p:nvSpPr>
          <p:cNvPr id="42" name="필요한 정보가 남으면 확인">
            <a:extLst xmlns:a="http://schemas.openxmlformats.org/drawingml/2006/main">
              <a:ext uri="{FF2B5EF4-FFF2-40B4-BE49-F238E27FC236}">
                <a16:creationId xmlns:a16="http://schemas.microsoft.com/office/drawing/2014/main" id="{C855C2A8-AB6B-47B3-9E3E-6FB9F922CE37}"/>
              </a:ext>
            </a:extLst>
          </p:cNvPr>
          <p:cNvSpPr>
            <a:spLocks xmlns:a="http://schemas.openxmlformats.org/drawingml/2006/main" noGrp="1"/>
          </p:cNvSpPr>
          <p:nvPr/>
        </p:nvSpPr>
        <p:spPr>
          <a:xfrm xmlns:a="http://schemas.openxmlformats.org/drawingml/2006/main">
            <a:off x="7972425" y="4562475"/>
            <a:ext cx="36099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78848F"/>
                </a:solidFill>
                <a:latin typeface="Malgun Gothic"/>
                <a:ea typeface="Malgun Gothic"/>
                <a:cs typeface="Malgun Gothic"/>
              </a:defRPr>
            </a:defPPr>
            <a:lvl1pPr algn="l">
              <a:defRPr sz="1650" b="0">
                <a:solidFill>
                  <a:srgbClr val="78848F"/>
                </a:solidFill>
                <a:latin typeface="Malgun Gothic"/>
                <a:ea typeface="Malgun Gothic"/>
                <a:cs typeface="Malgun Gothic"/>
              </a:defRPr>
            </a:lvl1pPr>
            <a:lvl2pPr algn="l">
              <a:defRPr sz="1650" b="0">
                <a:solidFill>
                  <a:srgbClr val="78848F"/>
                </a:solidFill>
                <a:latin typeface="Malgun Gothic"/>
                <a:ea typeface="Malgun Gothic"/>
                <a:cs typeface="Malgun Gothic"/>
              </a:defRPr>
            </a:lvl2pPr>
            <a:lvl3pPr algn="l">
              <a:defRPr sz="1650" b="0">
                <a:solidFill>
                  <a:srgbClr val="78848F"/>
                </a:solidFill>
                <a:latin typeface="Malgun Gothic"/>
                <a:ea typeface="Malgun Gothic"/>
                <a:cs typeface="Malgun Gothic"/>
              </a:defRPr>
            </a:lvl3pPr>
            <a:lvl4pPr algn="l">
              <a:defRPr sz="1650" b="0">
                <a:solidFill>
                  <a:srgbClr val="78848F"/>
                </a:solidFill>
                <a:latin typeface="Malgun Gothic"/>
                <a:ea typeface="Malgun Gothic"/>
                <a:cs typeface="Malgun Gothic"/>
              </a:defRPr>
            </a:lvl4pPr>
            <a:lvl5pPr algn="l">
              <a:defRPr sz="1650" b="0">
                <a:solidFill>
                  <a:srgbClr val="78848F"/>
                </a:solidFill>
                <a:latin typeface="Malgun Gothic"/>
                <a:ea typeface="Malgun Gothic"/>
                <a:cs typeface="Malgun Gothic"/>
              </a:defRPr>
            </a:lvl5pPr>
            <a:lvl6pPr algn="l">
              <a:defRPr sz="1650" b="0">
                <a:solidFill>
                  <a:srgbClr val="78848F"/>
                </a:solidFill>
                <a:latin typeface="Malgun Gothic"/>
                <a:ea typeface="Malgun Gothic"/>
                <a:cs typeface="Malgun Gothic"/>
              </a:defRPr>
            </a:lvl6pPr>
            <a:lvl7pPr algn="l">
              <a:defRPr sz="1650" b="0">
                <a:solidFill>
                  <a:srgbClr val="78848F"/>
                </a:solidFill>
                <a:latin typeface="Malgun Gothic"/>
                <a:ea typeface="Malgun Gothic"/>
                <a:cs typeface="Malgun Gothic"/>
              </a:defRPr>
            </a:lvl7pPr>
            <a:lvl8pPr algn="l">
              <a:defRPr sz="1650" b="0">
                <a:solidFill>
                  <a:srgbClr val="78848F"/>
                </a:solidFill>
                <a:latin typeface="Malgun Gothic"/>
                <a:ea typeface="Malgun Gothic"/>
                <a:cs typeface="Malgun Gothic"/>
              </a:defRPr>
            </a:lvl8pPr>
            <a:lvl9pPr algn="l">
              <a:defRPr sz="1650" b="0">
                <a:solidFill>
                  <a:srgbClr val="78848F"/>
                </a:solidFill>
                <a:latin typeface="Malgun Gothic"/>
                <a:ea typeface="Malgun Gothic"/>
                <a:cs typeface="Malgun Gothic"/>
              </a:defRPr>
            </a:lvl9pPr>
          </a:lstStyle>
          <a:p xmlns:a="http://schemas.openxmlformats.org/drawingml/2006/main">
            <a:pPr algn="l">
              <a:defRPr sz="1650" b="0">
                <a:solidFill>
                  <a:srgbClr val="78848F"/>
                </a:solidFill>
                <a:latin typeface="Malgun Gothic"/>
                <a:ea typeface="Malgun Gothic"/>
                <a:cs typeface="Malgun Gothic"/>
              </a:defRPr>
            </a:pPr>
            <a:r>
              <a:rPr sz="1650" b="0">
                <a:solidFill>
                  <a:srgbClr val="78848F"/>
                </a:solidFill>
                <a:latin typeface="Malgun Gothic"/>
                <a:ea typeface="Malgun Gothic"/>
                <a:cs typeface="Malgun Gothic"/>
              </a:rPr>
              <a:t>필요한 정보가 남으면 확인</a:t>
            </a:r>
          </a:p>
        </p:txBody>
      </p:sp>
      <p:sp>
        <p:nvSpPr>
          <p:cNvPr id="43" name="">
            <a:extLst xmlns:a="http://schemas.openxmlformats.org/drawingml/2006/main">
              <a:ext uri="{FF2B5EF4-FFF2-40B4-BE49-F238E27FC236}">
                <a16:creationId xmlns:a16="http://schemas.microsoft.com/office/drawing/2014/main" id="{B2B0F8B3-E321-45D8-8888-D2A38C520C4D}"/>
              </a:ext>
            </a:extLst>
          </p:cNvPr>
          <p:cNvSpPr>
            <a:spLocks xmlns:a="http://schemas.openxmlformats.org/drawingml/2006/main" noGrp="1"/>
          </p:cNvSpPr>
          <p:nvPr/>
        </p:nvSpPr>
        <p:spPr>
          <a:xfrm xmlns:a="http://schemas.openxmlformats.org/drawingml/2006/main">
            <a:off x="609600" y="5238750"/>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4" name="원하는 변화·조건·완료 근거를 요청에 담는다.">
            <a:extLst xmlns:a="http://schemas.openxmlformats.org/drawingml/2006/main">
              <a:ext uri="{FF2B5EF4-FFF2-40B4-BE49-F238E27FC236}">
                <a16:creationId xmlns:a16="http://schemas.microsoft.com/office/drawing/2014/main" id="{43828513-893F-466F-99CA-97E34BDD2EAB}"/>
              </a:ext>
            </a:extLst>
          </p:cNvPr>
          <p:cNvSpPr>
            <a:spLocks xmlns:a="http://schemas.openxmlformats.org/drawingml/2006/main" noGrp="1"/>
          </p:cNvSpPr>
          <p:nvPr/>
        </p:nvSpPr>
        <p:spPr>
          <a:xfrm xmlns:a="http://schemas.openxmlformats.org/drawingml/2006/main">
            <a:off x="762000" y="526732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원하는 변화·조건·완료 근거를 요청에 담는다.</a:t>
            </a:r>
          </a:p>
        </p:txBody>
      </p:sp>
      <p:sp>
        <p:nvSpPr>
          <p:cNvPr id="45" name="Legacy module connection">
            <a:extLst xmlns:a="http://schemas.openxmlformats.org/drawingml/2006/main">
              <a:ext uri="{FF2B5EF4-FFF2-40B4-BE49-F238E27FC236}">
                <a16:creationId xmlns:a16="http://schemas.microsoft.com/office/drawing/2014/main" id="{F231E817-608C-4632-8F10-CDA082A454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8818545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을 보내기 전의 질문">
            <a:extLst xmlns:a="http://schemas.openxmlformats.org/drawingml/2006/main">
              <a:ext uri="{FF2B5EF4-FFF2-40B4-BE49-F238E27FC236}">
                <a16:creationId xmlns:a16="http://schemas.microsoft.com/office/drawing/2014/main" id="{DE0C90B1-4712-4671-A7C7-1BE9642E476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요청을 보내기 전의 질문</a:t>
            </a:r>
          </a:p>
        </p:txBody>
      </p:sp>
      <p:sp>
        <p:nvSpPr>
          <p:cNvPr id="2" name="S17">
            <a:extLst xmlns:a="http://schemas.openxmlformats.org/drawingml/2006/main">
              <a:ext uri="{FF2B5EF4-FFF2-40B4-BE49-F238E27FC236}">
                <a16:creationId xmlns:a16="http://schemas.microsoft.com/office/drawing/2014/main" id="{2CA1C779-6478-46A9-9C6B-91B4CF0A512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S17</a:t>
            </a:r>
          </a:p>
        </p:txBody>
      </p:sp>
      <p:sp>
        <p:nvSpPr>
          <p:cNvPr id="3" name="개발자가 정해야 하는 경계">
            <a:extLst xmlns:a="http://schemas.openxmlformats.org/drawingml/2006/main">
              <a:ext uri="{FF2B5EF4-FFF2-40B4-BE49-F238E27FC236}">
                <a16:creationId xmlns:a16="http://schemas.microsoft.com/office/drawing/2014/main" id="{18D78E3B-A51B-4620-8EC9-D7066110152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개발자가 정해야 하는 경계</a:t>
            </a:r>
          </a:p>
        </p:txBody>
      </p:sp>
      <p:sp>
        <p:nvSpPr>
          <p:cNvPr id="4" name="">
            <a:extLst xmlns:a="http://schemas.openxmlformats.org/drawingml/2006/main">
              <a:ext uri="{FF2B5EF4-FFF2-40B4-BE49-F238E27FC236}">
                <a16:creationId xmlns:a16="http://schemas.microsoft.com/office/drawing/2014/main" id="{92F33FDB-0265-483D-81AA-97EC6B52EC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이 과정의 질문 틀 · 정답을 제시하는 분류 시험이 아님">
            <a:extLst xmlns:a="http://schemas.openxmlformats.org/drawingml/2006/main">
              <a:ext uri="{FF2B5EF4-FFF2-40B4-BE49-F238E27FC236}">
                <a16:creationId xmlns:a16="http://schemas.microsoft.com/office/drawing/2014/main" id="{1514BDF6-94CD-4165-AF39-8708B384AE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이 과정의 질문 틀 · 정답을 제시하는 분류 시험이 아님</a:t>
            </a:r>
          </a:p>
        </p:txBody>
      </p:sp>
      <p:sp>
        <p:nvSpPr>
          <p:cNvPr id="6" name="마지막 1분은 익숙한 작업 하나를 조용히 떠올려 보세요.">
            <a:extLst xmlns:a="http://schemas.openxmlformats.org/drawingml/2006/main">
              <a:ext uri="{FF2B5EF4-FFF2-40B4-BE49-F238E27FC236}">
                <a16:creationId xmlns:a16="http://schemas.microsoft.com/office/drawing/2014/main" id="{BAED9B29-005F-40B6-8E0E-33C329B066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마지막 1분은 익숙한 작업 하나를 조용히 떠올려 보세요.</a:t>
            </a:r>
          </a:p>
        </p:txBody>
      </p:sp>
      <p:sp>
        <p:nvSpPr>
          <p:cNvPr id="7" name="이번 작업에서 사람이 정할 질문은?">
            <a:extLst xmlns:a="http://schemas.openxmlformats.org/drawingml/2006/main">
              <a:ext uri="{FF2B5EF4-FFF2-40B4-BE49-F238E27FC236}">
                <a16:creationId xmlns:a16="http://schemas.microsoft.com/office/drawing/2014/main" id="{E9F4D743-2442-4358-A384-73FF68AEEB60}"/>
              </a:ext>
            </a:extLst>
          </p:cNvPr>
          <p:cNvSpPr>
            <a:spLocks xmlns:a="http://schemas.openxmlformats.org/drawingml/2006/main" noGrp="1"/>
          </p:cNvSpPr>
          <p:nvPr/>
        </p:nvSpPr>
        <p:spPr>
          <a:xfrm xmlns:a="http://schemas.openxmlformats.org/drawingml/2006/main">
            <a:off x="609600" y="19907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4D5A68"/>
                </a:solidFill>
                <a:latin typeface="Malgun Gothic"/>
                <a:ea typeface="Malgun Gothic"/>
                <a:cs typeface="Malgun Gothic"/>
              </a:defRPr>
            </a:defPPr>
            <a:lvl1pPr algn="l">
              <a:defRPr sz="2325" b="0">
                <a:solidFill>
                  <a:srgbClr val="4D5A68"/>
                </a:solidFill>
                <a:latin typeface="Malgun Gothic"/>
                <a:ea typeface="Malgun Gothic"/>
                <a:cs typeface="Malgun Gothic"/>
              </a:defRPr>
            </a:lvl1pPr>
            <a:lvl2pPr algn="l">
              <a:defRPr sz="2325" b="0">
                <a:solidFill>
                  <a:srgbClr val="4D5A68"/>
                </a:solidFill>
                <a:latin typeface="Malgun Gothic"/>
                <a:ea typeface="Malgun Gothic"/>
                <a:cs typeface="Malgun Gothic"/>
              </a:defRPr>
            </a:lvl2pPr>
            <a:lvl3pPr algn="l">
              <a:defRPr sz="2325" b="0">
                <a:solidFill>
                  <a:srgbClr val="4D5A68"/>
                </a:solidFill>
                <a:latin typeface="Malgun Gothic"/>
                <a:ea typeface="Malgun Gothic"/>
                <a:cs typeface="Malgun Gothic"/>
              </a:defRPr>
            </a:lvl3pPr>
            <a:lvl4pPr algn="l">
              <a:defRPr sz="2325" b="0">
                <a:solidFill>
                  <a:srgbClr val="4D5A68"/>
                </a:solidFill>
                <a:latin typeface="Malgun Gothic"/>
                <a:ea typeface="Malgun Gothic"/>
                <a:cs typeface="Malgun Gothic"/>
              </a:defRPr>
            </a:lvl4pPr>
            <a:lvl5pPr algn="l">
              <a:defRPr sz="2325" b="0">
                <a:solidFill>
                  <a:srgbClr val="4D5A68"/>
                </a:solidFill>
                <a:latin typeface="Malgun Gothic"/>
                <a:ea typeface="Malgun Gothic"/>
                <a:cs typeface="Malgun Gothic"/>
              </a:defRPr>
            </a:lvl5pPr>
            <a:lvl6pPr algn="l">
              <a:defRPr sz="2325" b="0">
                <a:solidFill>
                  <a:srgbClr val="4D5A68"/>
                </a:solidFill>
                <a:latin typeface="Malgun Gothic"/>
                <a:ea typeface="Malgun Gothic"/>
                <a:cs typeface="Malgun Gothic"/>
              </a:defRPr>
            </a:lvl6pPr>
            <a:lvl7pPr algn="l">
              <a:defRPr sz="2325" b="0">
                <a:solidFill>
                  <a:srgbClr val="4D5A68"/>
                </a:solidFill>
                <a:latin typeface="Malgun Gothic"/>
                <a:ea typeface="Malgun Gothic"/>
                <a:cs typeface="Malgun Gothic"/>
              </a:defRPr>
            </a:lvl7pPr>
            <a:lvl8pPr algn="l">
              <a:defRPr sz="2325" b="0">
                <a:solidFill>
                  <a:srgbClr val="4D5A68"/>
                </a:solidFill>
                <a:latin typeface="Malgun Gothic"/>
                <a:ea typeface="Malgun Gothic"/>
                <a:cs typeface="Malgun Gothic"/>
              </a:defRPr>
            </a:lvl8pPr>
            <a:lvl9pPr algn="l">
              <a:defRPr sz="2325" b="0">
                <a:solidFill>
                  <a:srgbClr val="4D5A68"/>
                </a:solidFill>
                <a:latin typeface="Malgun Gothic"/>
                <a:ea typeface="Malgun Gothic"/>
                <a:cs typeface="Malgun Gothic"/>
              </a:defRPr>
            </a:lvl9pPr>
          </a:lstStyle>
          <a:p xmlns:a="http://schemas.openxmlformats.org/drawingml/2006/main">
            <a:pPr algn="l">
              <a:defRPr sz="2325" b="0">
                <a:solidFill>
                  <a:srgbClr val="4D5A68"/>
                </a:solidFill>
                <a:latin typeface="Malgun Gothic"/>
                <a:ea typeface="Malgun Gothic"/>
                <a:cs typeface="Malgun Gothic"/>
              </a:defRPr>
            </a:pPr>
            <a:r>
              <a:rPr sz="2325" b="0">
                <a:solidFill>
                  <a:srgbClr val="4D5A68"/>
                </a:solidFill>
                <a:latin typeface="Malgun Gothic"/>
                <a:ea typeface="Malgun Gothic"/>
                <a:cs typeface="Malgun Gothic"/>
              </a:rPr>
              <a:t>이번 작업에서 사람이 정할 질문은?</a:t>
            </a:r>
          </a:p>
        </p:txBody>
      </p:sp>
      <p:sp>
        <p:nvSpPr>
          <p:cNvPr id="8" name="01">
            <a:extLst xmlns:a="http://schemas.openxmlformats.org/drawingml/2006/main">
              <a:ext uri="{FF2B5EF4-FFF2-40B4-BE49-F238E27FC236}">
                <a16:creationId xmlns:a16="http://schemas.microsoft.com/office/drawing/2014/main" id="{603A9E7F-47A3-4EEF-83FB-51D3EFC234D3}"/>
              </a:ext>
            </a:extLst>
          </p:cNvPr>
          <p:cNvSpPr>
            <a:spLocks xmlns:a="http://schemas.openxmlformats.org/drawingml/2006/main" noGrp="1"/>
          </p:cNvSpPr>
          <p:nvPr/>
        </p:nvSpPr>
        <p:spPr>
          <a:xfrm xmlns:a="http://schemas.openxmlformats.org/drawingml/2006/main">
            <a:off x="6096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01</a:t>
            </a:r>
          </a:p>
        </p:txBody>
      </p:sp>
      <p:sp>
        <p:nvSpPr>
          <p:cNvPr id="9" name="무엇을 바꿀까?">
            <a:extLst xmlns:a="http://schemas.openxmlformats.org/drawingml/2006/main">
              <a:ext uri="{FF2B5EF4-FFF2-40B4-BE49-F238E27FC236}">
                <a16:creationId xmlns:a16="http://schemas.microsoft.com/office/drawing/2014/main" id="{53790E95-45EA-4C58-9066-45F8252AAF6E}"/>
              </a:ext>
            </a:extLst>
          </p:cNvPr>
          <p:cNvSpPr>
            <a:spLocks xmlns:a="http://schemas.openxmlformats.org/drawingml/2006/main" noGrp="1"/>
          </p:cNvSpPr>
          <p:nvPr/>
        </p:nvSpPr>
        <p:spPr>
          <a:xfrm xmlns:a="http://schemas.openxmlformats.org/drawingml/2006/main">
            <a:off x="13239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바꿀까?</a:t>
            </a:r>
          </a:p>
        </p:txBody>
      </p:sp>
      <p:sp>
        <p:nvSpPr>
          <p:cNvPr id="10" name="">
            <a:extLst xmlns:a="http://schemas.openxmlformats.org/drawingml/2006/main">
              <a:ext uri="{FF2B5EF4-FFF2-40B4-BE49-F238E27FC236}">
                <a16:creationId xmlns:a16="http://schemas.microsoft.com/office/drawing/2014/main" id="{6237C201-BFA9-48E9-A34E-AF2A35F597DD}"/>
              </a:ext>
            </a:extLst>
          </p:cNvPr>
          <p:cNvSpPr>
            <a:spLocks xmlns:a="http://schemas.openxmlformats.org/drawingml/2006/main" noGrp="1"/>
          </p:cNvSpPr>
          <p:nvPr/>
        </p:nvSpPr>
        <p:spPr>
          <a:xfrm xmlns:a="http://schemas.openxmlformats.org/drawingml/2006/main">
            <a:off x="13239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02">
            <a:extLst xmlns:a="http://schemas.openxmlformats.org/drawingml/2006/main">
              <a:ext uri="{FF2B5EF4-FFF2-40B4-BE49-F238E27FC236}">
                <a16:creationId xmlns:a16="http://schemas.microsoft.com/office/drawing/2014/main" id="{CAA6BE62-A5BB-4A76-BDB1-E4BD56543E12}"/>
              </a:ext>
            </a:extLst>
          </p:cNvPr>
          <p:cNvSpPr>
            <a:spLocks xmlns:a="http://schemas.openxmlformats.org/drawingml/2006/main" noGrp="1"/>
          </p:cNvSpPr>
          <p:nvPr/>
        </p:nvSpPr>
        <p:spPr>
          <a:xfrm xmlns:a="http://schemas.openxmlformats.org/drawingml/2006/main">
            <a:off x="6438900" y="26765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a:t>
            </a:r>
          </a:p>
        </p:txBody>
      </p:sp>
      <p:sp>
        <p:nvSpPr>
          <p:cNvPr id="12" name="무엇을 유지할까?">
            <a:extLst xmlns:a="http://schemas.openxmlformats.org/drawingml/2006/main">
              <a:ext uri="{FF2B5EF4-FFF2-40B4-BE49-F238E27FC236}">
                <a16:creationId xmlns:a16="http://schemas.microsoft.com/office/drawing/2014/main" id="{1992CE44-C483-4083-9CAC-33E3A920C601}"/>
              </a:ext>
            </a:extLst>
          </p:cNvPr>
          <p:cNvSpPr>
            <a:spLocks xmlns:a="http://schemas.openxmlformats.org/drawingml/2006/main" noGrp="1"/>
          </p:cNvSpPr>
          <p:nvPr/>
        </p:nvSpPr>
        <p:spPr>
          <a:xfrm xmlns:a="http://schemas.openxmlformats.org/drawingml/2006/main">
            <a:off x="7153275" y="26765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무엇을 유지할까?</a:t>
            </a:r>
          </a:p>
        </p:txBody>
      </p:sp>
      <p:sp>
        <p:nvSpPr>
          <p:cNvPr id="13" name="">
            <a:extLst xmlns:a="http://schemas.openxmlformats.org/drawingml/2006/main">
              <a:ext uri="{FF2B5EF4-FFF2-40B4-BE49-F238E27FC236}">
                <a16:creationId xmlns:a16="http://schemas.microsoft.com/office/drawing/2014/main" id="{75C27BB6-6B75-4A1A-9887-3C317646C85A}"/>
              </a:ext>
            </a:extLst>
          </p:cNvPr>
          <p:cNvSpPr>
            <a:spLocks xmlns:a="http://schemas.openxmlformats.org/drawingml/2006/main" noGrp="1"/>
          </p:cNvSpPr>
          <p:nvPr/>
        </p:nvSpPr>
        <p:spPr>
          <a:xfrm xmlns:a="http://schemas.openxmlformats.org/drawingml/2006/main">
            <a:off x="7153275" y="33242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03">
            <a:extLst xmlns:a="http://schemas.openxmlformats.org/drawingml/2006/main">
              <a:ext uri="{FF2B5EF4-FFF2-40B4-BE49-F238E27FC236}">
                <a16:creationId xmlns:a16="http://schemas.microsoft.com/office/drawing/2014/main" id="{AC6F333A-300D-48E4-8CBC-948DD990015B}"/>
              </a:ext>
            </a:extLst>
          </p:cNvPr>
          <p:cNvSpPr>
            <a:spLocks xmlns:a="http://schemas.openxmlformats.org/drawingml/2006/main" noGrp="1"/>
          </p:cNvSpPr>
          <p:nvPr/>
        </p:nvSpPr>
        <p:spPr>
          <a:xfrm xmlns:a="http://schemas.openxmlformats.org/drawingml/2006/main">
            <a:off x="6096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a:t>
            </a:r>
          </a:p>
        </p:txBody>
      </p:sp>
      <p:sp>
        <p:nvSpPr>
          <p:cNvPr id="15" name="어디까지 바꿔도 될까?">
            <a:extLst xmlns:a="http://schemas.openxmlformats.org/drawingml/2006/main">
              <a:ext uri="{FF2B5EF4-FFF2-40B4-BE49-F238E27FC236}">
                <a16:creationId xmlns:a16="http://schemas.microsoft.com/office/drawing/2014/main" id="{85D0C6C1-A744-44AC-AA9C-94A70B214198}"/>
              </a:ext>
            </a:extLst>
          </p:cNvPr>
          <p:cNvSpPr>
            <a:spLocks xmlns:a="http://schemas.openxmlformats.org/drawingml/2006/main" noGrp="1"/>
          </p:cNvSpPr>
          <p:nvPr/>
        </p:nvSpPr>
        <p:spPr>
          <a:xfrm xmlns:a="http://schemas.openxmlformats.org/drawingml/2006/main">
            <a:off x="13239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어디까지 바꿔도 될까?</a:t>
            </a:r>
          </a:p>
        </p:txBody>
      </p:sp>
      <p:sp>
        <p:nvSpPr>
          <p:cNvPr id="16" name="">
            <a:extLst xmlns:a="http://schemas.openxmlformats.org/drawingml/2006/main">
              <a:ext uri="{FF2B5EF4-FFF2-40B4-BE49-F238E27FC236}">
                <a16:creationId xmlns:a16="http://schemas.microsoft.com/office/drawing/2014/main" id="{C3243D3C-6429-47EC-955C-D07B58E3EDCB}"/>
              </a:ext>
            </a:extLst>
          </p:cNvPr>
          <p:cNvSpPr>
            <a:spLocks xmlns:a="http://schemas.openxmlformats.org/drawingml/2006/main" noGrp="1"/>
          </p:cNvSpPr>
          <p:nvPr/>
        </p:nvSpPr>
        <p:spPr>
          <a:xfrm xmlns:a="http://schemas.openxmlformats.org/drawingml/2006/main">
            <a:off x="13239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04">
            <a:extLst xmlns:a="http://schemas.openxmlformats.org/drawingml/2006/main">
              <a:ext uri="{FF2B5EF4-FFF2-40B4-BE49-F238E27FC236}">
                <a16:creationId xmlns:a16="http://schemas.microsoft.com/office/drawing/2014/main" id="{212CC416-A7EB-46B6-9174-3C360C60AFE9}"/>
              </a:ext>
            </a:extLst>
          </p:cNvPr>
          <p:cNvSpPr>
            <a:spLocks xmlns:a="http://schemas.openxmlformats.org/drawingml/2006/main" noGrp="1"/>
          </p:cNvSpPr>
          <p:nvPr/>
        </p:nvSpPr>
        <p:spPr>
          <a:xfrm xmlns:a="http://schemas.openxmlformats.org/drawingml/2006/main">
            <a:off x="6438900" y="3705225"/>
            <a:ext cx="619125"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04</a:t>
            </a:r>
          </a:p>
        </p:txBody>
      </p:sp>
      <p:sp>
        <p:nvSpPr>
          <p:cNvPr id="18" name="무슨 근거로 확인할까?">
            <a:extLst xmlns:a="http://schemas.openxmlformats.org/drawingml/2006/main">
              <a:ext uri="{FF2B5EF4-FFF2-40B4-BE49-F238E27FC236}">
                <a16:creationId xmlns:a16="http://schemas.microsoft.com/office/drawing/2014/main" id="{AC1645C0-C5A2-4F0D-97E7-5B3CD7EFA17A}"/>
              </a:ext>
            </a:extLst>
          </p:cNvPr>
          <p:cNvSpPr>
            <a:spLocks xmlns:a="http://schemas.openxmlformats.org/drawingml/2006/main" noGrp="1"/>
          </p:cNvSpPr>
          <p:nvPr/>
        </p:nvSpPr>
        <p:spPr>
          <a:xfrm xmlns:a="http://schemas.openxmlformats.org/drawingml/2006/main">
            <a:off x="7153275" y="3705225"/>
            <a:ext cx="44291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무슨 근거로 확인할까?</a:t>
            </a:r>
          </a:p>
        </p:txBody>
      </p:sp>
      <p:sp>
        <p:nvSpPr>
          <p:cNvPr id="19" name="">
            <a:extLst xmlns:a="http://schemas.openxmlformats.org/drawingml/2006/main">
              <a:ext uri="{FF2B5EF4-FFF2-40B4-BE49-F238E27FC236}">
                <a16:creationId xmlns:a16="http://schemas.microsoft.com/office/drawing/2014/main" id="{1BD0121C-AD28-45EB-8205-DF00BF2B1E3F}"/>
              </a:ext>
            </a:extLst>
          </p:cNvPr>
          <p:cNvSpPr>
            <a:spLocks xmlns:a="http://schemas.openxmlformats.org/drawingml/2006/main" noGrp="1"/>
          </p:cNvSpPr>
          <p:nvPr/>
        </p:nvSpPr>
        <p:spPr>
          <a:xfrm xmlns:a="http://schemas.openxmlformats.org/drawingml/2006/main">
            <a:off x="7153275" y="4352925"/>
            <a:ext cx="44291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F3C08FC5-712E-4554-9A39-C268D27A2B52}"/>
              </a:ext>
            </a:extLst>
          </p:cNvPr>
          <p:cNvSpPr>
            <a:spLocks xmlns:a="http://schemas.openxmlformats.org/drawingml/2006/main" noGrp="1"/>
          </p:cNvSpPr>
          <p:nvPr/>
        </p:nvSpPr>
        <p:spPr>
          <a:xfrm xmlns:a="http://schemas.openxmlformats.org/drawingml/2006/main">
            <a:off x="609600" y="4914900"/>
            <a:ext cx="10972800" cy="6762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5">
            <a:extLst xmlns:a="http://schemas.openxmlformats.org/drawingml/2006/main">
              <a:ext uri="{FF2B5EF4-FFF2-40B4-BE49-F238E27FC236}">
                <a16:creationId xmlns:a16="http://schemas.microsoft.com/office/drawing/2014/main" id="{98219047-39F6-4DF5-87CD-A24EE50EFBB2}"/>
              </a:ext>
            </a:extLst>
          </p:cNvPr>
          <p:cNvSpPr>
            <a:spLocks xmlns:a="http://schemas.openxmlformats.org/drawingml/2006/main" noGrp="1"/>
          </p:cNvSpPr>
          <p:nvPr/>
        </p:nvSpPr>
        <p:spPr>
          <a:xfrm xmlns:a="http://schemas.openxmlformats.org/drawingml/2006/main">
            <a:off x="800100" y="5048250"/>
            <a:ext cx="6191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05</a:t>
            </a:r>
          </a:p>
        </p:txBody>
      </p:sp>
      <p:sp>
        <p:nvSpPr>
          <p:cNvPr id="22" name="언제 완료라고 할까?">
            <a:extLst xmlns:a="http://schemas.openxmlformats.org/drawingml/2006/main">
              <a:ext uri="{FF2B5EF4-FFF2-40B4-BE49-F238E27FC236}">
                <a16:creationId xmlns:a16="http://schemas.microsoft.com/office/drawing/2014/main" id="{B9627907-91A3-41E5-A878-4B7C334EECBB}"/>
              </a:ext>
            </a:extLst>
          </p:cNvPr>
          <p:cNvSpPr>
            <a:spLocks xmlns:a="http://schemas.openxmlformats.org/drawingml/2006/main" noGrp="1"/>
          </p:cNvSpPr>
          <p:nvPr/>
        </p:nvSpPr>
        <p:spPr>
          <a:xfrm xmlns:a="http://schemas.openxmlformats.org/drawingml/2006/main">
            <a:off x="1609725" y="5000625"/>
            <a:ext cx="974407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언제 완료라고 할까?</a:t>
            </a:r>
          </a:p>
        </p:txBody>
      </p:sp>
      <p:sp>
        <p:nvSpPr>
          <p:cNvPr id="23" name="Legacy module connection">
            <a:extLst xmlns:a="http://schemas.openxmlformats.org/drawingml/2006/main">
              <a:ext uri="{FF2B5EF4-FFF2-40B4-BE49-F238E27FC236}">
                <a16:creationId xmlns:a16="http://schemas.microsoft.com/office/drawing/2014/main" id="{8CB47640-118C-44CD-A7C5-F0BC0CFD040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a:t>
            </a:r>
          </a:p>
        </p:txBody>
      </p:sp>
    </p:spTree>
    <p:extLst>
      <p:ext uri="{BB962C8B-B14F-4D97-AF65-F5344CB8AC3E}">
        <p14:creationId xmlns:p14="http://schemas.microsoft.com/office/powerpoint/2010/main" val="174216957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1 · 작업을 구체화하는 틀">
            <a:extLst xmlns:a="http://schemas.openxmlformats.org/drawingml/2006/main">
              <a:ext uri="{FF2B5EF4-FFF2-40B4-BE49-F238E27FC236}">
                <a16:creationId xmlns:a16="http://schemas.microsoft.com/office/drawing/2014/main" id="{05BB407E-3BE9-4F13-A1D5-F94796FCAF9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작업을 구체화하는 틀</a:t>
            </a:r>
          </a:p>
        </p:txBody>
      </p:sp>
      <p:sp>
        <p:nvSpPr>
          <p:cNvPr id="2" name="S18">
            <a:extLst xmlns:a="http://schemas.openxmlformats.org/drawingml/2006/main">
              <a:ext uri="{FF2B5EF4-FFF2-40B4-BE49-F238E27FC236}">
                <a16:creationId xmlns:a16="http://schemas.microsoft.com/office/drawing/2014/main" id="{16BF7976-DBE5-48EB-B2EB-5FBCB21CC1A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S18</a:t>
            </a:r>
          </a:p>
        </p:txBody>
      </p:sp>
      <p:sp>
        <p:nvSpPr>
          <p:cNvPr id="3" name="Task Specification의 다섯 책임">
            <a:extLst xmlns:a="http://schemas.openxmlformats.org/drawingml/2006/main">
              <a:ext uri="{FF2B5EF4-FFF2-40B4-BE49-F238E27FC236}">
                <a16:creationId xmlns:a16="http://schemas.microsoft.com/office/drawing/2014/main" id="{02B2725D-1E4F-4822-B41E-526425D0370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Specification의 다섯 책임</a:t>
            </a:r>
          </a:p>
        </p:txBody>
      </p:sp>
      <p:sp>
        <p:nvSpPr>
          <p:cNvPr id="4" name="">
            <a:extLst xmlns:a="http://schemas.openxmlformats.org/drawingml/2006/main">
              <a:ext uri="{FF2B5EF4-FFF2-40B4-BE49-F238E27FC236}">
                <a16:creationId xmlns:a16="http://schemas.microsoft.com/office/drawing/2014/main" id="{ACC7BC0D-40B6-4E0F-A5C6-C22032C6CB8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이 과정의 교육 모델 · 공식 OpenAI 분류나 모든 작업에 대한 법칙이 아님">
            <a:extLst xmlns:a="http://schemas.openxmlformats.org/drawingml/2006/main">
              <a:ext uri="{FF2B5EF4-FFF2-40B4-BE49-F238E27FC236}">
                <a16:creationId xmlns:a16="http://schemas.microsoft.com/office/drawing/2014/main" id="{607D7F16-947E-4D30-8865-4F51C732642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이 과정의 교육 모델 · 공식 OpenAI 분류나 모든 작업에 대한 법칙이 아님</a:t>
            </a:r>
          </a:p>
        </p:txBody>
      </p:sp>
      <p:sp>
        <p:nvSpPr>
          <p:cNvPr id="6" name="저장소에서 확인할 사실은 조사하게 하고, 사람이 정할 목표·제약·완료 기준은 요청에 담습니다.">
            <a:extLst xmlns:a="http://schemas.openxmlformats.org/drawingml/2006/main">
              <a:ext uri="{FF2B5EF4-FFF2-40B4-BE49-F238E27FC236}">
                <a16:creationId xmlns:a16="http://schemas.microsoft.com/office/drawing/2014/main" id="{A5CFEB63-5915-4624-9438-B2764645D3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저장소에서 확인할 사실은 조사하게 하고, 사람이 정할 목표·제약·완료 기준은 요청에 담습니다.</a:t>
            </a:r>
          </a:p>
        </p:txBody>
      </p:sp>
      <p:sp>
        <p:nvSpPr>
          <p:cNvPr id="7" name="앞의 질문을, 요청 문장의 다섯 항목으로 정리한다">
            <a:extLst xmlns:a="http://schemas.openxmlformats.org/drawingml/2006/main">
              <a:ext uri="{FF2B5EF4-FFF2-40B4-BE49-F238E27FC236}">
                <a16:creationId xmlns:a16="http://schemas.microsoft.com/office/drawing/2014/main" id="{0AD7AD4B-5C37-463D-8438-73C889FC853C}"/>
              </a:ext>
            </a:extLst>
          </p:cNvPr>
          <p:cNvSpPr>
            <a:spLocks xmlns:a="http://schemas.openxmlformats.org/drawingml/2006/main" noGrp="1"/>
          </p:cNvSpPr>
          <p:nvPr/>
        </p:nvSpPr>
        <p:spPr>
          <a:xfrm xmlns:a="http://schemas.openxmlformats.org/drawingml/2006/main">
            <a:off x="609600" y="156210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앞의 질문을, 요청 문장의 다섯 항목으로 정리한다</a:t>
            </a:r>
          </a:p>
        </p:txBody>
      </p:sp>
      <p:sp>
        <p:nvSpPr>
          <p:cNvPr id="8" name="">
            <a:extLst xmlns:a="http://schemas.openxmlformats.org/drawingml/2006/main">
              <a:ext uri="{FF2B5EF4-FFF2-40B4-BE49-F238E27FC236}">
                <a16:creationId xmlns:a16="http://schemas.microsoft.com/office/drawing/2014/main" id="{8BB91844-BF52-42BB-BBD3-28202EFB368F}"/>
              </a:ext>
            </a:extLst>
          </p:cNvPr>
          <p:cNvSpPr>
            <a:spLocks xmlns:a="http://schemas.openxmlformats.org/drawingml/2006/main" noGrp="1"/>
          </p:cNvSpPr>
          <p:nvPr/>
        </p:nvSpPr>
        <p:spPr>
          <a:xfrm xmlns:a="http://schemas.openxmlformats.org/drawingml/2006/main">
            <a:off x="609600" y="1943100"/>
            <a:ext cx="10972800" cy="3695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E610B738-E67E-4069-8DC8-0294E2C2E25C}"/>
              </a:ext>
            </a:extLst>
          </p:cNvPr>
          <p:cNvSpPr>
            <a:spLocks xmlns:a="http://schemas.openxmlformats.org/drawingml/2006/main" noGrp="1"/>
          </p:cNvSpPr>
          <p:nvPr/>
        </p:nvSpPr>
        <p:spPr>
          <a:xfrm xmlns:a="http://schemas.openxmlformats.org/drawingml/2006/main">
            <a:off x="609600" y="1943100"/>
            <a:ext cx="3067050" cy="36957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하나의&#10;Task&#10;Specification">
            <a:extLst xmlns:a="http://schemas.openxmlformats.org/drawingml/2006/main">
              <a:ext uri="{FF2B5EF4-FFF2-40B4-BE49-F238E27FC236}">
                <a16:creationId xmlns:a16="http://schemas.microsoft.com/office/drawing/2014/main" id="{1C808DD6-C9E6-4932-8BE3-16726401BA83}"/>
              </a:ext>
            </a:extLst>
          </p:cNvPr>
          <p:cNvSpPr>
            <a:spLocks xmlns:a="http://schemas.openxmlformats.org/drawingml/2006/main" noGrp="1"/>
          </p:cNvSpPr>
          <p:nvPr/>
        </p:nvSpPr>
        <p:spPr>
          <a:xfrm xmlns:a="http://schemas.openxmlformats.org/drawingml/2006/main">
            <a:off x="838200" y="2552700"/>
            <a:ext cx="2609850" cy="1676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하나의</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Task</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Specification</a:t>
            </a:r>
          </a:p>
        </p:txBody>
      </p:sp>
      <p:sp>
        <p:nvSpPr>
          <p:cNvPr id="11" name="목표 · Goal">
            <a:extLst xmlns:a="http://schemas.openxmlformats.org/drawingml/2006/main">
              <a:ext uri="{FF2B5EF4-FFF2-40B4-BE49-F238E27FC236}">
                <a16:creationId xmlns:a16="http://schemas.microsoft.com/office/drawing/2014/main" id="{B4640718-F6B1-41CA-97F6-E17EF8497D36}"/>
              </a:ext>
            </a:extLst>
          </p:cNvPr>
          <p:cNvSpPr>
            <a:spLocks xmlns:a="http://schemas.openxmlformats.org/drawingml/2006/main" noGrp="1"/>
          </p:cNvSpPr>
          <p:nvPr/>
        </p:nvSpPr>
        <p:spPr>
          <a:xfrm xmlns:a="http://schemas.openxmlformats.org/drawingml/2006/main">
            <a:off x="3962400" y="20764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 · Goal</a:t>
            </a:r>
          </a:p>
        </p:txBody>
      </p:sp>
      <p:sp>
        <p:nvSpPr>
          <p:cNvPr id="12" name="원하는 결과·우선순위">
            <a:extLst xmlns:a="http://schemas.openxmlformats.org/drawingml/2006/main">
              <a:ext uri="{FF2B5EF4-FFF2-40B4-BE49-F238E27FC236}">
                <a16:creationId xmlns:a16="http://schemas.microsoft.com/office/drawing/2014/main" id="{6C9128CE-EC96-4E6E-B4CE-C8C1AB82F505}"/>
              </a:ext>
            </a:extLst>
          </p:cNvPr>
          <p:cNvSpPr>
            <a:spLocks xmlns:a="http://schemas.openxmlformats.org/drawingml/2006/main" noGrp="1"/>
          </p:cNvSpPr>
          <p:nvPr/>
        </p:nvSpPr>
        <p:spPr>
          <a:xfrm xmlns:a="http://schemas.openxmlformats.org/drawingml/2006/main">
            <a:off x="7191375" y="20764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원하는 결과·우선순위</a:t>
            </a:r>
          </a:p>
        </p:txBody>
      </p:sp>
      <p:sp>
        <p:nvSpPr>
          <p:cNvPr id="13" name="">
            <a:extLst xmlns:a="http://schemas.openxmlformats.org/drawingml/2006/main">
              <a:ext uri="{FF2B5EF4-FFF2-40B4-BE49-F238E27FC236}">
                <a16:creationId xmlns:a16="http://schemas.microsoft.com/office/drawing/2014/main" id="{2D68BB2F-CA55-4227-B423-A7BE393AF42E}"/>
              </a:ext>
            </a:extLst>
          </p:cNvPr>
          <p:cNvSpPr>
            <a:spLocks xmlns:a="http://schemas.openxmlformats.org/drawingml/2006/main" noGrp="1"/>
          </p:cNvSpPr>
          <p:nvPr/>
        </p:nvSpPr>
        <p:spPr>
          <a:xfrm xmlns:a="http://schemas.openxmlformats.org/drawingml/2006/main">
            <a:off x="3962400" y="26193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맥락 · Context">
            <a:extLst xmlns:a="http://schemas.openxmlformats.org/drawingml/2006/main">
              <a:ext uri="{FF2B5EF4-FFF2-40B4-BE49-F238E27FC236}">
                <a16:creationId xmlns:a16="http://schemas.microsoft.com/office/drawing/2014/main" id="{FD4A85F9-A265-4C31-A82F-5711541D1098}"/>
              </a:ext>
            </a:extLst>
          </p:cNvPr>
          <p:cNvSpPr>
            <a:spLocks xmlns:a="http://schemas.openxmlformats.org/drawingml/2006/main" noGrp="1"/>
          </p:cNvSpPr>
          <p:nvPr/>
        </p:nvSpPr>
        <p:spPr>
          <a:xfrm xmlns:a="http://schemas.openxmlformats.org/drawingml/2006/main">
            <a:off x="3962400" y="27622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맥락 · Context</a:t>
            </a:r>
          </a:p>
        </p:txBody>
      </p:sp>
      <p:sp>
        <p:nvSpPr>
          <p:cNvPr id="15" name="저장소에서 조사할 사실">
            <a:extLst xmlns:a="http://schemas.openxmlformats.org/drawingml/2006/main">
              <a:ext uri="{FF2B5EF4-FFF2-40B4-BE49-F238E27FC236}">
                <a16:creationId xmlns:a16="http://schemas.microsoft.com/office/drawing/2014/main" id="{459AE204-3D55-41C1-B923-56DFF0E19370}"/>
              </a:ext>
            </a:extLst>
          </p:cNvPr>
          <p:cNvSpPr>
            <a:spLocks xmlns:a="http://schemas.openxmlformats.org/drawingml/2006/main" noGrp="1"/>
          </p:cNvSpPr>
          <p:nvPr/>
        </p:nvSpPr>
        <p:spPr>
          <a:xfrm xmlns:a="http://schemas.openxmlformats.org/drawingml/2006/main">
            <a:off x="7191375" y="27622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저장소에서 조사할 사실</a:t>
            </a:r>
          </a:p>
        </p:txBody>
      </p:sp>
      <p:sp>
        <p:nvSpPr>
          <p:cNvPr id="16" name="">
            <a:extLst xmlns:a="http://schemas.openxmlformats.org/drawingml/2006/main">
              <a:ext uri="{FF2B5EF4-FFF2-40B4-BE49-F238E27FC236}">
                <a16:creationId xmlns:a16="http://schemas.microsoft.com/office/drawing/2014/main" id="{0F17F1FF-6684-4CF5-A385-1FB5A7153EB0}"/>
              </a:ext>
            </a:extLst>
          </p:cNvPr>
          <p:cNvSpPr>
            <a:spLocks xmlns:a="http://schemas.openxmlformats.org/drawingml/2006/main" noGrp="1"/>
          </p:cNvSpPr>
          <p:nvPr/>
        </p:nvSpPr>
        <p:spPr>
          <a:xfrm xmlns:a="http://schemas.openxmlformats.org/drawingml/2006/main">
            <a:off x="3962400" y="33051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제약 · Constraints">
            <a:extLst xmlns:a="http://schemas.openxmlformats.org/drawingml/2006/main">
              <a:ext uri="{FF2B5EF4-FFF2-40B4-BE49-F238E27FC236}">
                <a16:creationId xmlns:a16="http://schemas.microsoft.com/office/drawing/2014/main" id="{07362029-EC1E-42EB-BAD6-8464FC5FD058}"/>
              </a:ext>
            </a:extLst>
          </p:cNvPr>
          <p:cNvSpPr>
            <a:spLocks xmlns:a="http://schemas.openxmlformats.org/drawingml/2006/main" noGrp="1"/>
          </p:cNvSpPr>
          <p:nvPr/>
        </p:nvSpPr>
        <p:spPr>
          <a:xfrm xmlns:a="http://schemas.openxmlformats.org/drawingml/2006/main">
            <a:off x="3962400" y="34480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제약 · Constraints</a:t>
            </a:r>
          </a:p>
        </p:txBody>
      </p:sp>
      <p:sp>
        <p:nvSpPr>
          <p:cNvPr id="18" name="지킬 동작·변경 범위">
            <a:extLst xmlns:a="http://schemas.openxmlformats.org/drawingml/2006/main">
              <a:ext uri="{FF2B5EF4-FFF2-40B4-BE49-F238E27FC236}">
                <a16:creationId xmlns:a16="http://schemas.microsoft.com/office/drawing/2014/main" id="{FB2A8A5E-0FA5-45FB-A01D-68EE7D72AAEC}"/>
              </a:ext>
            </a:extLst>
          </p:cNvPr>
          <p:cNvSpPr>
            <a:spLocks xmlns:a="http://schemas.openxmlformats.org/drawingml/2006/main" noGrp="1"/>
          </p:cNvSpPr>
          <p:nvPr/>
        </p:nvSpPr>
        <p:spPr>
          <a:xfrm xmlns:a="http://schemas.openxmlformats.org/drawingml/2006/main">
            <a:off x="7191375" y="34480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지킬 동작·변경 범위</a:t>
            </a:r>
          </a:p>
        </p:txBody>
      </p:sp>
      <p:sp>
        <p:nvSpPr>
          <p:cNvPr id="19" name="">
            <a:extLst xmlns:a="http://schemas.openxmlformats.org/drawingml/2006/main">
              <a:ext uri="{FF2B5EF4-FFF2-40B4-BE49-F238E27FC236}">
                <a16:creationId xmlns:a16="http://schemas.microsoft.com/office/drawing/2014/main" id="{617A4421-29F9-4B9B-9B5A-CD4CA183163F}"/>
              </a:ext>
            </a:extLst>
          </p:cNvPr>
          <p:cNvSpPr>
            <a:spLocks xmlns:a="http://schemas.openxmlformats.org/drawingml/2006/main" noGrp="1"/>
          </p:cNvSpPr>
          <p:nvPr/>
        </p:nvSpPr>
        <p:spPr>
          <a:xfrm xmlns:a="http://schemas.openxmlformats.org/drawingml/2006/main">
            <a:off x="3962400" y="39909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과정 · Process">
            <a:extLst xmlns:a="http://schemas.openxmlformats.org/drawingml/2006/main">
              <a:ext uri="{FF2B5EF4-FFF2-40B4-BE49-F238E27FC236}">
                <a16:creationId xmlns:a16="http://schemas.microsoft.com/office/drawing/2014/main" id="{6B0BE4E9-BD3D-4F43-B7E4-81F8EA4CF263}"/>
              </a:ext>
            </a:extLst>
          </p:cNvPr>
          <p:cNvSpPr>
            <a:spLocks xmlns:a="http://schemas.openxmlformats.org/drawingml/2006/main" noGrp="1"/>
          </p:cNvSpPr>
          <p:nvPr/>
        </p:nvSpPr>
        <p:spPr>
          <a:xfrm xmlns:a="http://schemas.openxmlformats.org/drawingml/2006/main">
            <a:off x="3962400" y="41338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과정 · Process</a:t>
            </a:r>
          </a:p>
        </p:txBody>
      </p:sp>
      <p:sp>
        <p:nvSpPr>
          <p:cNvPr id="21" name="요청할 작업 순서·경계">
            <a:extLst xmlns:a="http://schemas.openxmlformats.org/drawingml/2006/main">
              <a:ext uri="{FF2B5EF4-FFF2-40B4-BE49-F238E27FC236}">
                <a16:creationId xmlns:a16="http://schemas.microsoft.com/office/drawing/2014/main" id="{8285C37A-C050-4A3E-8E1E-E5CB1D7C8B0D}"/>
              </a:ext>
            </a:extLst>
          </p:cNvPr>
          <p:cNvSpPr>
            <a:spLocks xmlns:a="http://schemas.openxmlformats.org/drawingml/2006/main" noGrp="1"/>
          </p:cNvSpPr>
          <p:nvPr/>
        </p:nvSpPr>
        <p:spPr>
          <a:xfrm xmlns:a="http://schemas.openxmlformats.org/drawingml/2006/main">
            <a:off x="7191375" y="41338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작업 순서·경계</a:t>
            </a:r>
          </a:p>
        </p:txBody>
      </p:sp>
      <p:sp>
        <p:nvSpPr>
          <p:cNvPr id="22" name="">
            <a:extLst xmlns:a="http://schemas.openxmlformats.org/drawingml/2006/main">
              <a:ext uri="{FF2B5EF4-FFF2-40B4-BE49-F238E27FC236}">
                <a16:creationId xmlns:a16="http://schemas.microsoft.com/office/drawing/2014/main" id="{A73ABF9E-A459-4603-A718-B0117DDAF424}"/>
              </a:ext>
            </a:extLst>
          </p:cNvPr>
          <p:cNvSpPr>
            <a:spLocks xmlns:a="http://schemas.openxmlformats.org/drawingml/2006/main" noGrp="1"/>
          </p:cNvSpPr>
          <p:nvPr/>
        </p:nvSpPr>
        <p:spPr>
          <a:xfrm xmlns:a="http://schemas.openxmlformats.org/drawingml/2006/main">
            <a:off x="3962400" y="4676775"/>
            <a:ext cx="7391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검증 · Verification">
            <a:extLst xmlns:a="http://schemas.openxmlformats.org/drawingml/2006/main">
              <a:ext uri="{FF2B5EF4-FFF2-40B4-BE49-F238E27FC236}">
                <a16:creationId xmlns:a16="http://schemas.microsoft.com/office/drawing/2014/main" id="{C76ED875-D384-485A-8434-B5A65AA99CDB}"/>
              </a:ext>
            </a:extLst>
          </p:cNvPr>
          <p:cNvSpPr>
            <a:spLocks xmlns:a="http://schemas.openxmlformats.org/drawingml/2006/main" noGrp="1"/>
          </p:cNvSpPr>
          <p:nvPr/>
        </p:nvSpPr>
        <p:spPr>
          <a:xfrm xmlns:a="http://schemas.openxmlformats.org/drawingml/2006/main">
            <a:off x="3962400" y="4819650"/>
            <a:ext cx="2971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 Verification</a:t>
            </a:r>
          </a:p>
        </p:txBody>
      </p:sp>
      <p:sp>
        <p:nvSpPr>
          <p:cNvPr id="24" name="요청할 확인·보고 내용">
            <a:extLst xmlns:a="http://schemas.openxmlformats.org/drawingml/2006/main">
              <a:ext uri="{FF2B5EF4-FFF2-40B4-BE49-F238E27FC236}">
                <a16:creationId xmlns:a16="http://schemas.microsoft.com/office/drawing/2014/main" id="{4C788C86-9EF2-4A25-B793-33B36985FB7B}"/>
              </a:ext>
            </a:extLst>
          </p:cNvPr>
          <p:cNvSpPr>
            <a:spLocks xmlns:a="http://schemas.openxmlformats.org/drawingml/2006/main" noGrp="1"/>
          </p:cNvSpPr>
          <p:nvPr/>
        </p:nvSpPr>
        <p:spPr>
          <a:xfrm xmlns:a="http://schemas.openxmlformats.org/drawingml/2006/main">
            <a:off x="7191375" y="4819650"/>
            <a:ext cx="41624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요청할 확인·보고 내용</a:t>
            </a:r>
          </a:p>
        </p:txBody>
      </p:sp>
      <p:sp>
        <p:nvSpPr>
          <p:cNvPr id="25" name="Legacy module connection">
            <a:extLst xmlns:a="http://schemas.openxmlformats.org/drawingml/2006/main">
              <a:ext uri="{FF2B5EF4-FFF2-40B4-BE49-F238E27FC236}">
                <a16:creationId xmlns:a16="http://schemas.microsoft.com/office/drawing/2014/main" id="{D7BE0CBB-1408-4180-9910-F3158550E56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357165752"/>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1 · 다섯 항목을 실제 요청 문장으로">
            <a:extLst xmlns:a="http://schemas.openxmlformats.org/drawingml/2006/main">
              <a:ext uri="{FF2B5EF4-FFF2-40B4-BE49-F238E27FC236}">
                <a16:creationId xmlns:a16="http://schemas.microsoft.com/office/drawing/2014/main" id="{E1240B11-9C3E-4612-9128-038A0B1BCD8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다섯 항목을 실제 요청 문장으로</a:t>
            </a:r>
          </a:p>
        </p:txBody>
      </p:sp>
      <p:sp>
        <p:nvSpPr>
          <p:cNvPr id="2" name="S19">
            <a:extLst xmlns:a="http://schemas.openxmlformats.org/drawingml/2006/main">
              <a:ext uri="{FF2B5EF4-FFF2-40B4-BE49-F238E27FC236}">
                <a16:creationId xmlns:a16="http://schemas.microsoft.com/office/drawing/2014/main" id="{3D682EB8-3ACF-43E3-AE57-E51FA017CDB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S19</a:t>
            </a:r>
          </a:p>
        </p:txBody>
      </p:sp>
      <p:sp>
        <p:nvSpPr>
          <p:cNvPr id="3" name="더 긴 Prompt보다 분명한 경계">
            <a:extLst xmlns:a="http://schemas.openxmlformats.org/drawingml/2006/main">
              <a:ext uri="{FF2B5EF4-FFF2-40B4-BE49-F238E27FC236}">
                <a16:creationId xmlns:a16="http://schemas.microsoft.com/office/drawing/2014/main" id="{147F9456-B7FA-4DBF-9E94-65A7FC24B1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더 긴 Prompt보다 분명한 경계</a:t>
            </a:r>
          </a:p>
        </p:txBody>
      </p:sp>
      <p:sp>
        <p:nvSpPr>
          <p:cNvPr id="4" name="">
            <a:extLst xmlns:a="http://schemas.openxmlformats.org/drawingml/2006/main">
              <a:ext uri="{FF2B5EF4-FFF2-40B4-BE49-F238E27FC236}">
                <a16:creationId xmlns:a16="http://schemas.microsoft.com/office/drawing/2014/main" id="{A77DD45B-4038-47F2-81DD-F805C98DA1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Before / After · 실제 Trial Prompt나 우월성 비교 실험이 아님">
            <a:extLst xmlns:a="http://schemas.openxmlformats.org/drawingml/2006/main">
              <a:ext uri="{FF2B5EF4-FFF2-40B4-BE49-F238E27FC236}">
                <a16:creationId xmlns:a16="http://schemas.microsoft.com/office/drawing/2014/main" id="{20BE4BA3-D3A6-439B-9EBB-DEA5F1BE858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Before / After · 실제 Trial Prompt나 우월성 비교 실험이 아님</a:t>
            </a:r>
          </a:p>
        </p:txBody>
      </p:sp>
      <p:sp>
        <p:nvSpPr>
          <p:cNvPr id="6" name="완료 조건과 C++ 적용은 교육용 예시입니다. 특정 Windows·빌드 환경을 검증한 것은 아닙니다.">
            <a:extLst xmlns:a="http://schemas.openxmlformats.org/drawingml/2006/main">
              <a:ext uri="{FF2B5EF4-FFF2-40B4-BE49-F238E27FC236}">
                <a16:creationId xmlns:a16="http://schemas.microsoft.com/office/drawing/2014/main" id="{131695B8-B066-4368-800E-D2B177D30DA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완료 조건과 C++ 적용은 교육용 예시입니다. 특정 Windows·빌드 환경을 검증한 것은 아닙니다.</a:t>
            </a:r>
          </a:p>
        </p:txBody>
      </p:sp>
      <p:sp>
        <p:nvSpPr>
          <p:cNvPr id="7" name="처음 요청">
            <a:extLst xmlns:a="http://schemas.openxmlformats.org/drawingml/2006/main">
              <a:ext uri="{FF2B5EF4-FFF2-40B4-BE49-F238E27FC236}">
                <a16:creationId xmlns:a16="http://schemas.microsoft.com/office/drawing/2014/main" id="{EAEAE6B1-D67B-4176-B3F3-7FE0644E5901}"/>
              </a:ext>
            </a:extLst>
          </p:cNvPr>
          <p:cNvSpPr>
            <a:spLocks xmlns:a="http://schemas.openxmlformats.org/drawingml/2006/main" noGrp="1"/>
          </p:cNvSpPr>
          <p:nvPr/>
        </p:nvSpPr>
        <p:spPr>
          <a:xfrm xmlns:a="http://schemas.openxmlformats.org/drawingml/2006/main">
            <a:off x="609600" y="1990725"/>
            <a:ext cx="2819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4D5A68"/>
                </a:solidFill>
                <a:latin typeface="Malgun Gothic"/>
                <a:ea typeface="Malgun Gothic"/>
                <a:cs typeface="Malgun Gothic"/>
              </a:defRPr>
            </a:defPPr>
            <a:lvl1pPr algn="l">
              <a:defRPr sz="2025" b="1">
                <a:solidFill>
                  <a:srgbClr val="4D5A68"/>
                </a:solidFill>
                <a:latin typeface="Malgun Gothic"/>
                <a:ea typeface="Malgun Gothic"/>
                <a:cs typeface="Malgun Gothic"/>
              </a:defRPr>
            </a:lvl1pPr>
            <a:lvl2pPr algn="l">
              <a:defRPr sz="2025" b="1">
                <a:solidFill>
                  <a:srgbClr val="4D5A68"/>
                </a:solidFill>
                <a:latin typeface="Malgun Gothic"/>
                <a:ea typeface="Malgun Gothic"/>
                <a:cs typeface="Malgun Gothic"/>
              </a:defRPr>
            </a:lvl2pPr>
            <a:lvl3pPr algn="l">
              <a:defRPr sz="2025" b="1">
                <a:solidFill>
                  <a:srgbClr val="4D5A68"/>
                </a:solidFill>
                <a:latin typeface="Malgun Gothic"/>
                <a:ea typeface="Malgun Gothic"/>
                <a:cs typeface="Malgun Gothic"/>
              </a:defRPr>
            </a:lvl3pPr>
            <a:lvl4pPr algn="l">
              <a:defRPr sz="2025" b="1">
                <a:solidFill>
                  <a:srgbClr val="4D5A68"/>
                </a:solidFill>
                <a:latin typeface="Malgun Gothic"/>
                <a:ea typeface="Malgun Gothic"/>
                <a:cs typeface="Malgun Gothic"/>
              </a:defRPr>
            </a:lvl4pPr>
            <a:lvl5pPr algn="l">
              <a:defRPr sz="2025" b="1">
                <a:solidFill>
                  <a:srgbClr val="4D5A68"/>
                </a:solidFill>
                <a:latin typeface="Malgun Gothic"/>
                <a:ea typeface="Malgun Gothic"/>
                <a:cs typeface="Malgun Gothic"/>
              </a:defRPr>
            </a:lvl5pPr>
            <a:lvl6pPr algn="l">
              <a:defRPr sz="2025" b="1">
                <a:solidFill>
                  <a:srgbClr val="4D5A68"/>
                </a:solidFill>
                <a:latin typeface="Malgun Gothic"/>
                <a:ea typeface="Malgun Gothic"/>
                <a:cs typeface="Malgun Gothic"/>
              </a:defRPr>
            </a:lvl6pPr>
            <a:lvl7pPr algn="l">
              <a:defRPr sz="2025" b="1">
                <a:solidFill>
                  <a:srgbClr val="4D5A68"/>
                </a:solidFill>
                <a:latin typeface="Malgun Gothic"/>
                <a:ea typeface="Malgun Gothic"/>
                <a:cs typeface="Malgun Gothic"/>
              </a:defRPr>
            </a:lvl7pPr>
            <a:lvl8pPr algn="l">
              <a:defRPr sz="2025" b="1">
                <a:solidFill>
                  <a:srgbClr val="4D5A68"/>
                </a:solidFill>
                <a:latin typeface="Malgun Gothic"/>
                <a:ea typeface="Malgun Gothic"/>
                <a:cs typeface="Malgun Gothic"/>
              </a:defRPr>
            </a:lvl8pPr>
            <a:lvl9pPr algn="l">
              <a:defRPr sz="2025" b="1">
                <a:solidFill>
                  <a:srgbClr val="4D5A68"/>
                </a:solidFill>
                <a:latin typeface="Malgun Gothic"/>
                <a:ea typeface="Malgun Gothic"/>
                <a:cs typeface="Malgun Gothic"/>
              </a:defRPr>
            </a:lvl9pPr>
          </a:lstStyle>
          <a:p xmlns:a="http://schemas.openxmlformats.org/drawingml/2006/main">
            <a:pPr algn="l">
              <a:defRPr sz="2025" b="1">
                <a:solidFill>
                  <a:srgbClr val="4D5A68"/>
                </a:solidFill>
                <a:latin typeface="Malgun Gothic"/>
                <a:ea typeface="Malgun Gothic"/>
                <a:cs typeface="Malgun Gothic"/>
              </a:defRPr>
            </a:pPr>
            <a:r>
              <a:rPr sz="2025" b="1">
                <a:solidFill>
                  <a:srgbClr val="4D5A68"/>
                </a:solidFill>
                <a:latin typeface="Malgun Gothic"/>
                <a:ea typeface="Malgun Gothic"/>
                <a:cs typeface="Malgun Gothic"/>
              </a:rPr>
              <a:t>처음 요청</a:t>
            </a:r>
          </a:p>
        </p:txBody>
      </p:sp>
      <p:sp>
        <p:nvSpPr>
          <p:cNvPr id="8" name="“crop test&#10;고쳐줘.”">
            <a:extLst xmlns:a="http://schemas.openxmlformats.org/drawingml/2006/main">
              <a:ext uri="{FF2B5EF4-FFF2-40B4-BE49-F238E27FC236}">
                <a16:creationId xmlns:a16="http://schemas.microsoft.com/office/drawing/2014/main" id="{273DA91C-0A95-4C2B-BB6C-709B88F7AFE5}"/>
              </a:ext>
            </a:extLst>
          </p:cNvPr>
          <p:cNvSpPr>
            <a:spLocks xmlns:a="http://schemas.openxmlformats.org/drawingml/2006/main" noGrp="1"/>
          </p:cNvSpPr>
          <p:nvPr/>
        </p:nvSpPr>
        <p:spPr>
          <a:xfrm xmlns:a="http://schemas.openxmlformats.org/drawingml/2006/main">
            <a:off x="609600" y="2686050"/>
            <a:ext cx="2781300" cy="1171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75" b="1">
                <a:solidFill>
                  <a:srgbClr val="17212B"/>
                </a:solidFill>
                <a:latin typeface="Malgun Gothic"/>
                <a:ea typeface="Malgun Gothic"/>
                <a:cs typeface="Malgun Gothic"/>
              </a:defRPr>
            </a:defPPr>
            <a:lvl1pPr algn="l">
              <a:defRPr sz="3075" b="1">
                <a:solidFill>
                  <a:srgbClr val="17212B"/>
                </a:solidFill>
                <a:latin typeface="Malgun Gothic"/>
                <a:ea typeface="Malgun Gothic"/>
                <a:cs typeface="Malgun Gothic"/>
              </a:defRPr>
            </a:lvl1pPr>
            <a:lvl2pPr algn="l">
              <a:defRPr sz="3075" b="1">
                <a:solidFill>
                  <a:srgbClr val="17212B"/>
                </a:solidFill>
                <a:latin typeface="Malgun Gothic"/>
                <a:ea typeface="Malgun Gothic"/>
                <a:cs typeface="Malgun Gothic"/>
              </a:defRPr>
            </a:lvl2pPr>
            <a:lvl3pPr algn="l">
              <a:defRPr sz="3075" b="1">
                <a:solidFill>
                  <a:srgbClr val="17212B"/>
                </a:solidFill>
                <a:latin typeface="Malgun Gothic"/>
                <a:ea typeface="Malgun Gothic"/>
                <a:cs typeface="Malgun Gothic"/>
              </a:defRPr>
            </a:lvl3pPr>
            <a:lvl4pPr algn="l">
              <a:defRPr sz="3075" b="1">
                <a:solidFill>
                  <a:srgbClr val="17212B"/>
                </a:solidFill>
                <a:latin typeface="Malgun Gothic"/>
                <a:ea typeface="Malgun Gothic"/>
                <a:cs typeface="Malgun Gothic"/>
              </a:defRPr>
            </a:lvl4pPr>
            <a:lvl5pPr algn="l">
              <a:defRPr sz="3075" b="1">
                <a:solidFill>
                  <a:srgbClr val="17212B"/>
                </a:solidFill>
                <a:latin typeface="Malgun Gothic"/>
                <a:ea typeface="Malgun Gothic"/>
                <a:cs typeface="Malgun Gothic"/>
              </a:defRPr>
            </a:lvl5pPr>
            <a:lvl6pPr algn="l">
              <a:defRPr sz="3075" b="1">
                <a:solidFill>
                  <a:srgbClr val="17212B"/>
                </a:solidFill>
                <a:latin typeface="Malgun Gothic"/>
                <a:ea typeface="Malgun Gothic"/>
                <a:cs typeface="Malgun Gothic"/>
              </a:defRPr>
            </a:lvl6pPr>
            <a:lvl7pPr algn="l">
              <a:defRPr sz="3075" b="1">
                <a:solidFill>
                  <a:srgbClr val="17212B"/>
                </a:solidFill>
                <a:latin typeface="Malgun Gothic"/>
                <a:ea typeface="Malgun Gothic"/>
                <a:cs typeface="Malgun Gothic"/>
              </a:defRPr>
            </a:lvl7pPr>
            <a:lvl8pPr algn="l">
              <a:defRPr sz="3075" b="1">
                <a:solidFill>
                  <a:srgbClr val="17212B"/>
                </a:solidFill>
                <a:latin typeface="Malgun Gothic"/>
                <a:ea typeface="Malgun Gothic"/>
                <a:cs typeface="Malgun Gothic"/>
              </a:defRPr>
            </a:lvl8pPr>
            <a:lvl9pPr algn="l">
              <a:defRPr sz="3075" b="1">
                <a:solidFill>
                  <a:srgbClr val="17212B"/>
                </a:solidFill>
                <a:latin typeface="Malgun Gothic"/>
                <a:ea typeface="Malgun Gothic"/>
                <a:cs typeface="Malgun Gothic"/>
              </a:defRPr>
            </a:lvl9pPr>
          </a:lstStyle>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“crop test</a:t>
            </a:r>
          </a:p>
          <a:p xmlns:a="http://schemas.openxmlformats.org/drawingml/2006/main">
            <a:pPr algn="l">
              <a:defRPr sz="3075" b="1">
                <a:solidFill>
                  <a:srgbClr val="17212B"/>
                </a:solidFill>
                <a:latin typeface="Malgun Gothic"/>
                <a:ea typeface="Malgun Gothic"/>
                <a:cs typeface="Malgun Gothic"/>
              </a:defRPr>
            </a:pPr>
            <a:r>
              <a:rPr sz="3075" b="1">
                <a:solidFill>
                  <a:srgbClr val="17212B"/>
                </a:solidFill>
                <a:latin typeface="Malgun Gothic"/>
                <a:ea typeface="Malgun Gothic"/>
                <a:cs typeface="Malgun Gothic"/>
              </a:rPr>
              <a:t>고쳐줘.”</a:t>
            </a:r>
          </a:p>
        </p:txBody>
      </p:sp>
      <p:sp>
        <p:nvSpPr>
          <p:cNvPr id="9" name="">
            <a:extLst xmlns:a="http://schemas.openxmlformats.org/drawingml/2006/main">
              <a:ext uri="{FF2B5EF4-FFF2-40B4-BE49-F238E27FC236}">
                <a16:creationId xmlns:a16="http://schemas.microsoft.com/office/drawing/2014/main" id="{5FA1E74B-7EC1-4713-8426-2114F7CAACFD}"/>
              </a:ext>
            </a:extLst>
          </p:cNvPr>
          <p:cNvSpPr>
            <a:spLocks xmlns:a="http://schemas.openxmlformats.org/drawingml/2006/main" noGrp="1"/>
          </p:cNvSpPr>
          <p:nvPr/>
        </p:nvSpPr>
        <p:spPr>
          <a:xfrm xmlns:a="http://schemas.openxmlformats.org/drawingml/2006/main">
            <a:off x="3609975" y="3295650"/>
            <a:ext cx="438150" cy="2571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0" name="요청에 담은 문장">
            <a:extLst xmlns:a="http://schemas.openxmlformats.org/drawingml/2006/main">
              <a:ext uri="{FF2B5EF4-FFF2-40B4-BE49-F238E27FC236}">
                <a16:creationId xmlns:a16="http://schemas.microsoft.com/office/drawing/2014/main" id="{E5DE0901-F049-4940-AE2E-57447D82C764}"/>
              </a:ext>
            </a:extLst>
          </p:cNvPr>
          <p:cNvSpPr>
            <a:spLocks xmlns:a="http://schemas.openxmlformats.org/drawingml/2006/main" noGrp="1"/>
          </p:cNvSpPr>
          <p:nvPr/>
        </p:nvSpPr>
        <p:spPr>
          <a:xfrm xmlns:a="http://schemas.openxmlformats.org/drawingml/2006/main">
            <a:off x="4438650" y="1990725"/>
            <a:ext cx="7143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요청에 담은 문장</a:t>
            </a:r>
          </a:p>
        </p:txBody>
      </p:sp>
      <p:sp>
        <p:nvSpPr>
          <p:cNvPr id="11" name="">
            <a:extLst xmlns:a="http://schemas.openxmlformats.org/drawingml/2006/main">
              <a:ext uri="{FF2B5EF4-FFF2-40B4-BE49-F238E27FC236}">
                <a16:creationId xmlns:a16="http://schemas.microsoft.com/office/drawing/2014/main" id="{C259A390-5FCE-430C-909F-2CBF4AAAEB06}"/>
              </a:ext>
            </a:extLst>
          </p:cNvPr>
          <p:cNvSpPr>
            <a:spLocks xmlns:a="http://schemas.openxmlformats.org/drawingml/2006/main" noGrp="1"/>
          </p:cNvSpPr>
          <p:nvPr/>
        </p:nvSpPr>
        <p:spPr>
          <a:xfrm xmlns:a="http://schemas.openxmlformats.org/drawingml/2006/main">
            <a:off x="4438650" y="23717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목표">
            <a:extLst xmlns:a="http://schemas.openxmlformats.org/drawingml/2006/main">
              <a:ext uri="{FF2B5EF4-FFF2-40B4-BE49-F238E27FC236}">
                <a16:creationId xmlns:a16="http://schemas.microsoft.com/office/drawing/2014/main" id="{7B016290-9112-4AEE-8733-A44D0825F55D}"/>
              </a:ext>
            </a:extLst>
          </p:cNvPr>
          <p:cNvSpPr>
            <a:spLocks xmlns:a="http://schemas.openxmlformats.org/drawingml/2006/main" noGrp="1"/>
          </p:cNvSpPr>
          <p:nvPr/>
        </p:nvSpPr>
        <p:spPr>
          <a:xfrm xmlns:a="http://schemas.openxmlformats.org/drawingml/2006/main">
            <a:off x="4438650" y="24193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목표</a:t>
            </a:r>
          </a:p>
        </p:txBody>
      </p:sp>
      <p:sp>
        <p:nvSpPr>
          <p:cNvPr id="13" name="crop 경계 실패를 조사하고 고쳐줘.">
            <a:extLst xmlns:a="http://schemas.openxmlformats.org/drawingml/2006/main">
              <a:ext uri="{FF2B5EF4-FFF2-40B4-BE49-F238E27FC236}">
                <a16:creationId xmlns:a16="http://schemas.microsoft.com/office/drawing/2014/main" id="{0C8D0A8F-1FE8-4A8C-9324-2A65FA6E67A1}"/>
              </a:ext>
            </a:extLst>
          </p:cNvPr>
          <p:cNvSpPr>
            <a:spLocks xmlns:a="http://schemas.openxmlformats.org/drawingml/2006/main" noGrp="1"/>
          </p:cNvSpPr>
          <p:nvPr/>
        </p:nvSpPr>
        <p:spPr>
          <a:xfrm xmlns:a="http://schemas.openxmlformats.org/drawingml/2006/main">
            <a:off x="5962650" y="241935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실패를 조사하고 고쳐줘.</a:t>
            </a:r>
          </a:p>
        </p:txBody>
      </p:sp>
      <p:sp>
        <p:nvSpPr>
          <p:cNvPr id="14" name="">
            <a:extLst xmlns:a="http://schemas.openxmlformats.org/drawingml/2006/main">
              <a:ext uri="{FF2B5EF4-FFF2-40B4-BE49-F238E27FC236}">
                <a16:creationId xmlns:a16="http://schemas.microsoft.com/office/drawing/2014/main" id="{78BF1F17-FB78-46E0-8F88-AEE4D7BE156A}"/>
              </a:ext>
            </a:extLst>
          </p:cNvPr>
          <p:cNvSpPr>
            <a:spLocks xmlns:a="http://schemas.openxmlformats.org/drawingml/2006/main" noGrp="1"/>
          </p:cNvSpPr>
          <p:nvPr/>
        </p:nvSpPr>
        <p:spPr>
          <a:xfrm xmlns:a="http://schemas.openxmlformats.org/drawingml/2006/main">
            <a:off x="4438650" y="28003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맥락">
            <a:extLst xmlns:a="http://schemas.openxmlformats.org/drawingml/2006/main">
              <a:ext uri="{FF2B5EF4-FFF2-40B4-BE49-F238E27FC236}">
                <a16:creationId xmlns:a16="http://schemas.microsoft.com/office/drawing/2014/main" id="{AE5D09FF-380B-42A3-893A-F5081FFF22C1}"/>
              </a:ext>
            </a:extLst>
          </p:cNvPr>
          <p:cNvSpPr>
            <a:spLocks xmlns:a="http://schemas.openxmlformats.org/drawingml/2006/main" noGrp="1"/>
          </p:cNvSpPr>
          <p:nvPr/>
        </p:nvSpPr>
        <p:spPr>
          <a:xfrm xmlns:a="http://schemas.openxmlformats.org/drawingml/2006/main">
            <a:off x="4438650" y="284797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맥락</a:t>
            </a:r>
          </a:p>
        </p:txBody>
      </p:sp>
      <p:sp>
        <p:nvSpPr>
          <p:cNvPr id="16" name="실패 테스트·관련 코드는 저장소에서 찾아줘.">
            <a:extLst xmlns:a="http://schemas.openxmlformats.org/drawingml/2006/main">
              <a:ext uri="{FF2B5EF4-FFF2-40B4-BE49-F238E27FC236}">
                <a16:creationId xmlns:a16="http://schemas.microsoft.com/office/drawing/2014/main" id="{EB36D7C1-7E6B-4181-B2CF-9280FC2DA757}"/>
              </a:ext>
            </a:extLst>
          </p:cNvPr>
          <p:cNvSpPr>
            <a:spLocks xmlns:a="http://schemas.openxmlformats.org/drawingml/2006/main" noGrp="1"/>
          </p:cNvSpPr>
          <p:nvPr/>
        </p:nvSpPr>
        <p:spPr>
          <a:xfrm xmlns:a="http://schemas.openxmlformats.org/drawingml/2006/main">
            <a:off x="5962650" y="284797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실패 테스트·관련 코드는 저장소에서 찾아줘.</a:t>
            </a:r>
          </a:p>
        </p:txBody>
      </p:sp>
      <p:sp>
        <p:nvSpPr>
          <p:cNvPr id="17" name="">
            <a:extLst xmlns:a="http://schemas.openxmlformats.org/drawingml/2006/main">
              <a:ext uri="{FF2B5EF4-FFF2-40B4-BE49-F238E27FC236}">
                <a16:creationId xmlns:a16="http://schemas.microsoft.com/office/drawing/2014/main" id="{D24B81EC-87BD-4B23-AF9A-64ED5BDABAF0}"/>
              </a:ext>
            </a:extLst>
          </p:cNvPr>
          <p:cNvSpPr>
            <a:spLocks xmlns:a="http://schemas.openxmlformats.org/drawingml/2006/main" noGrp="1"/>
          </p:cNvSpPr>
          <p:nvPr/>
        </p:nvSpPr>
        <p:spPr>
          <a:xfrm xmlns:a="http://schemas.openxmlformats.org/drawingml/2006/main">
            <a:off x="4438650" y="32289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제약">
            <a:extLst xmlns:a="http://schemas.openxmlformats.org/drawingml/2006/main">
              <a:ext uri="{FF2B5EF4-FFF2-40B4-BE49-F238E27FC236}">
                <a16:creationId xmlns:a16="http://schemas.microsoft.com/office/drawing/2014/main" id="{EFB88AB9-13DD-447D-A61F-17654412FCE7}"/>
              </a:ext>
            </a:extLst>
          </p:cNvPr>
          <p:cNvSpPr>
            <a:spLocks xmlns:a="http://schemas.openxmlformats.org/drawingml/2006/main" noGrp="1"/>
          </p:cNvSpPr>
          <p:nvPr/>
        </p:nvSpPr>
        <p:spPr>
          <a:xfrm xmlns:a="http://schemas.openxmlformats.org/drawingml/2006/main">
            <a:off x="4438650" y="327660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제약</a:t>
            </a:r>
          </a:p>
        </p:txBody>
      </p:sp>
      <p:sp>
        <p:nvSpPr>
          <p:cNvPr id="19" name="끝 좌표 제외 명세·기존 API·의존성을 지켜줘.">
            <a:extLst xmlns:a="http://schemas.openxmlformats.org/drawingml/2006/main">
              <a:ext uri="{FF2B5EF4-FFF2-40B4-BE49-F238E27FC236}">
                <a16:creationId xmlns:a16="http://schemas.microsoft.com/office/drawing/2014/main" id="{316012FB-2815-4B3D-A043-E98D85C5B490}"/>
              </a:ext>
            </a:extLst>
          </p:cNvPr>
          <p:cNvSpPr>
            <a:spLocks xmlns:a="http://schemas.openxmlformats.org/drawingml/2006/main" noGrp="1"/>
          </p:cNvSpPr>
          <p:nvPr/>
        </p:nvSpPr>
        <p:spPr>
          <a:xfrm xmlns:a="http://schemas.openxmlformats.org/drawingml/2006/main">
            <a:off x="5962650" y="3276600"/>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제외 명세·기존 API·의존성을 지켜줘.</a:t>
            </a:r>
          </a:p>
        </p:txBody>
      </p:sp>
      <p:sp>
        <p:nvSpPr>
          <p:cNvPr id="20" name="">
            <a:extLst xmlns:a="http://schemas.openxmlformats.org/drawingml/2006/main">
              <a:ext uri="{FF2B5EF4-FFF2-40B4-BE49-F238E27FC236}">
                <a16:creationId xmlns:a16="http://schemas.microsoft.com/office/drawing/2014/main" id="{1B3E3CE7-90AC-4956-A721-A6E2FF2DD51E}"/>
              </a:ext>
            </a:extLst>
          </p:cNvPr>
          <p:cNvSpPr>
            <a:spLocks xmlns:a="http://schemas.openxmlformats.org/drawingml/2006/main" noGrp="1"/>
          </p:cNvSpPr>
          <p:nvPr/>
        </p:nvSpPr>
        <p:spPr>
          <a:xfrm xmlns:a="http://schemas.openxmlformats.org/drawingml/2006/main">
            <a:off x="4438650" y="3657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과정">
            <a:extLst xmlns:a="http://schemas.openxmlformats.org/drawingml/2006/main">
              <a:ext uri="{FF2B5EF4-FFF2-40B4-BE49-F238E27FC236}">
                <a16:creationId xmlns:a16="http://schemas.microsoft.com/office/drawing/2014/main" id="{9CD40B66-2123-4FB4-8832-4FBF34F74011}"/>
              </a:ext>
            </a:extLst>
          </p:cNvPr>
          <p:cNvSpPr>
            <a:spLocks xmlns:a="http://schemas.openxmlformats.org/drawingml/2006/main" noGrp="1"/>
          </p:cNvSpPr>
          <p:nvPr/>
        </p:nvSpPr>
        <p:spPr>
          <a:xfrm xmlns:a="http://schemas.openxmlformats.org/drawingml/2006/main">
            <a:off x="4438650" y="3705225"/>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과정</a:t>
            </a:r>
          </a:p>
        </p:txBody>
      </p:sp>
      <p:sp>
        <p:nvSpPr>
          <p:cNvPr id="22" name="재현·조사 뒤 계획을 알리고 최소 수정해줘.">
            <a:extLst xmlns:a="http://schemas.openxmlformats.org/drawingml/2006/main">
              <a:ext uri="{FF2B5EF4-FFF2-40B4-BE49-F238E27FC236}">
                <a16:creationId xmlns:a16="http://schemas.microsoft.com/office/drawing/2014/main" id="{1140C716-E7BD-45A4-8A44-B16E9B54FCFB}"/>
              </a:ext>
            </a:extLst>
          </p:cNvPr>
          <p:cNvSpPr>
            <a:spLocks xmlns:a="http://schemas.openxmlformats.org/drawingml/2006/main" noGrp="1"/>
          </p:cNvSpPr>
          <p:nvPr/>
        </p:nvSpPr>
        <p:spPr>
          <a:xfrm xmlns:a="http://schemas.openxmlformats.org/drawingml/2006/main">
            <a:off x="5962650" y="3705225"/>
            <a:ext cx="5619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재현·조사 뒤 계획을 알리고 최소 수정해줘.</a:t>
            </a:r>
          </a:p>
        </p:txBody>
      </p:sp>
      <p:sp>
        <p:nvSpPr>
          <p:cNvPr id="23" name="">
            <a:extLst xmlns:a="http://schemas.openxmlformats.org/drawingml/2006/main">
              <a:ext uri="{FF2B5EF4-FFF2-40B4-BE49-F238E27FC236}">
                <a16:creationId xmlns:a16="http://schemas.microsoft.com/office/drawing/2014/main" id="{2D9FA28B-E145-4D4D-ABC1-63FB9A427881}"/>
              </a:ext>
            </a:extLst>
          </p:cNvPr>
          <p:cNvSpPr>
            <a:spLocks xmlns:a="http://schemas.openxmlformats.org/drawingml/2006/main" noGrp="1"/>
          </p:cNvSpPr>
          <p:nvPr/>
        </p:nvSpPr>
        <p:spPr>
          <a:xfrm xmlns:a="http://schemas.openxmlformats.org/drawingml/2006/main">
            <a:off x="4438650" y="40862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검증">
            <a:extLst xmlns:a="http://schemas.openxmlformats.org/drawingml/2006/main">
              <a:ext uri="{FF2B5EF4-FFF2-40B4-BE49-F238E27FC236}">
                <a16:creationId xmlns:a16="http://schemas.microsoft.com/office/drawing/2014/main" id="{CA8B30FD-2FEA-43B2-94A4-3E450BF0FAAF}"/>
              </a:ext>
            </a:extLst>
          </p:cNvPr>
          <p:cNvSpPr>
            <a:spLocks xmlns:a="http://schemas.openxmlformats.org/drawingml/2006/main" noGrp="1"/>
          </p:cNvSpPr>
          <p:nvPr/>
        </p:nvSpPr>
        <p:spPr>
          <a:xfrm xmlns:a="http://schemas.openxmlformats.org/drawingml/2006/main">
            <a:off x="4438650" y="4133850"/>
            <a:ext cx="13906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검증</a:t>
            </a:r>
          </a:p>
        </p:txBody>
      </p:sp>
      <p:sp>
        <p:nvSpPr>
          <p:cNvPr id="25" name="crop 관련·전체 테스트를 실행해줘.&#10;CLI 샘플(가능하면)·변경 확인도 보고해줘.">
            <a:extLst xmlns:a="http://schemas.openxmlformats.org/drawingml/2006/main">
              <a:ext uri="{FF2B5EF4-FFF2-40B4-BE49-F238E27FC236}">
                <a16:creationId xmlns:a16="http://schemas.microsoft.com/office/drawing/2014/main" id="{2086A0BB-0D47-42B5-AF4E-DC096CF7C171}"/>
              </a:ext>
            </a:extLst>
          </p:cNvPr>
          <p:cNvSpPr>
            <a:spLocks xmlns:a="http://schemas.openxmlformats.org/drawingml/2006/main" noGrp="1"/>
          </p:cNvSpPr>
          <p:nvPr/>
        </p:nvSpPr>
        <p:spPr>
          <a:xfrm xmlns:a="http://schemas.openxmlformats.org/drawingml/2006/main">
            <a:off x="5962650" y="4133850"/>
            <a:ext cx="56197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관련·전체 테스트를 실행해줘.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CLI 샘플(가능하면)·변경 확인도 보고해줘.</a:t>
            </a:r>
          </a:p>
        </p:txBody>
      </p:sp>
      <p:sp>
        <p:nvSpPr>
          <p:cNvPr id="26" name="">
            <a:extLst xmlns:a="http://schemas.openxmlformats.org/drawingml/2006/main">
              <a:ext uri="{FF2B5EF4-FFF2-40B4-BE49-F238E27FC236}">
                <a16:creationId xmlns:a16="http://schemas.microsoft.com/office/drawing/2014/main" id="{B46C2427-DC75-483C-BA05-C98F63A92EE4}"/>
              </a:ext>
            </a:extLst>
          </p:cNvPr>
          <p:cNvSpPr>
            <a:spLocks xmlns:a="http://schemas.openxmlformats.org/drawingml/2006/main" noGrp="1"/>
          </p:cNvSpPr>
          <p:nvPr/>
        </p:nvSpPr>
        <p:spPr>
          <a:xfrm xmlns:a="http://schemas.openxmlformats.org/drawingml/2006/main">
            <a:off x="609600" y="4857750"/>
            <a:ext cx="10972800" cy="4286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완료 조건 예 · 4열 입력의 crop 1 3 → 원본 열 1·2, 폭 2">
            <a:extLst xmlns:a="http://schemas.openxmlformats.org/drawingml/2006/main">
              <a:ext uri="{FF2B5EF4-FFF2-40B4-BE49-F238E27FC236}">
                <a16:creationId xmlns:a16="http://schemas.microsoft.com/office/drawing/2014/main" id="{AD3A5160-A4CE-46F0-858A-D8433A1AAAEE}"/>
              </a:ext>
            </a:extLst>
          </p:cNvPr>
          <p:cNvSpPr>
            <a:spLocks xmlns:a="http://schemas.openxmlformats.org/drawingml/2006/main" noGrp="1"/>
          </p:cNvSpPr>
          <p:nvPr/>
        </p:nvSpPr>
        <p:spPr>
          <a:xfrm xmlns:a="http://schemas.openxmlformats.org/drawingml/2006/main">
            <a:off x="762000" y="4914900"/>
            <a:ext cx="10668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완료 조건 예 · 4열 입력의 crop 1 3 → 원본 열 1·2, 폭 2</a:t>
            </a:r>
          </a:p>
        </p:txBody>
      </p:sp>
      <p:sp>
        <p:nvSpPr>
          <p:cNvPr id="28" name="C++에도: 출력·API/ABI 보존 범위와 Release 검증 조건을 먼저 정한다.">
            <a:extLst xmlns:a="http://schemas.openxmlformats.org/drawingml/2006/main">
              <a:ext uri="{FF2B5EF4-FFF2-40B4-BE49-F238E27FC236}">
                <a16:creationId xmlns:a16="http://schemas.microsoft.com/office/drawing/2014/main" id="{C9B11978-8DE1-448A-9181-30F218F8B2C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C++에도: 출력·API/ABI 보존 범위와 Release 검증 조건을 먼저 정한다.</a:t>
            </a:r>
          </a:p>
        </p:txBody>
      </p:sp>
      <p:sp>
        <p:nvSpPr>
          <p:cNvPr id="29" name="Legacy module connection">
            <a:extLst xmlns:a="http://schemas.openxmlformats.org/drawingml/2006/main">
              <a:ext uri="{FF2B5EF4-FFF2-40B4-BE49-F238E27FC236}">
                <a16:creationId xmlns:a16="http://schemas.microsoft.com/office/drawing/2014/main" id="{0056EF8B-A9FE-4694-A818-8177AE54B00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M4 · M6</a:t>
            </a:r>
          </a:p>
        </p:txBody>
      </p:sp>
    </p:spTree>
    <p:extLst>
      <p:ext uri="{BB962C8B-B14F-4D97-AF65-F5344CB8AC3E}">
        <p14:creationId xmlns:p14="http://schemas.microsoft.com/office/powerpoint/2010/main" val="1923068927"/>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1 · 실제 요청과 관찰된 행동의 대응">
            <a:extLst xmlns:a="http://schemas.openxmlformats.org/drawingml/2006/main">
              <a:ext uri="{FF2B5EF4-FFF2-40B4-BE49-F238E27FC236}">
                <a16:creationId xmlns:a16="http://schemas.microsoft.com/office/drawing/2014/main" id="{C549F3F7-E055-40D1-AE72-503CD9EA71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실제 요청과 관찰된 행동의 대응</a:t>
            </a:r>
          </a:p>
        </p:txBody>
      </p:sp>
      <p:sp>
        <p:nvSpPr>
          <p:cNvPr id="2" name="S20">
            <a:extLst xmlns:a="http://schemas.openxmlformats.org/drawingml/2006/main">
              <a:ext uri="{FF2B5EF4-FFF2-40B4-BE49-F238E27FC236}">
                <a16:creationId xmlns:a16="http://schemas.microsoft.com/office/drawing/2014/main" id="{1F0CD298-1C52-4E9F-B64C-BF4B6A913E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S20</a:t>
            </a:r>
          </a:p>
        </p:txBody>
      </p:sp>
      <p:sp>
        <p:nvSpPr>
          <p:cNvPr id="3" name="요청한 과정은 기록에도 남았을까?">
            <a:extLst xmlns:a="http://schemas.openxmlformats.org/drawingml/2006/main">
              <a:ext uri="{FF2B5EF4-FFF2-40B4-BE49-F238E27FC236}">
                <a16:creationId xmlns:a16="http://schemas.microsoft.com/office/drawing/2014/main" id="{DCC1AFFD-04DB-4640-BE67-4519CBDB66A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요청한 과정은 기록에도 남았을까?</a:t>
            </a:r>
          </a:p>
        </p:txBody>
      </p:sp>
      <p:sp>
        <p:nvSpPr>
          <p:cNvPr id="4" name="">
            <a:extLst xmlns:a="http://schemas.openxmlformats.org/drawingml/2006/main">
              <a:ext uri="{FF2B5EF4-FFF2-40B4-BE49-F238E27FC236}">
                <a16:creationId xmlns:a16="http://schemas.microsoft.com/office/drawing/2014/main" id="{15D44BA8-8FAF-4C45-8745-E9AD16B72D4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요청 발췌·번역 / 관찰 기록 요약 · 2026-09-28 · Codex CLI 0.1">
            <a:extLst xmlns:a="http://schemas.openxmlformats.org/drawingml/2006/main">
              <a:ext uri="{FF2B5EF4-FFF2-40B4-BE49-F238E27FC236}">
                <a16:creationId xmlns:a16="http://schemas.microsoft.com/office/drawing/2014/main" id="{4D232918-4E25-4CE7-BFC5-00B6A4188D2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요청 발췌·번역 / 관찰 기록 요약 · 2026-09-28 · Codex CLI 0.154.0</a:t>
            </a:r>
          </a:p>
        </p:txBody>
      </p:sp>
      <p:sp>
        <p:nvSpPr>
          <p:cNvPr id="6" name="원문 로그 캡처 아님 · S19 예시의 실행 결과 아님 · 단일 CLI 관찰이며 Prompt 단독 효과는 미">
            <a:extLst xmlns:a="http://schemas.openxmlformats.org/drawingml/2006/main">
              <a:ext uri="{FF2B5EF4-FFF2-40B4-BE49-F238E27FC236}">
                <a16:creationId xmlns:a16="http://schemas.microsoft.com/office/drawing/2014/main" id="{390C08CA-68EF-4DE3-AD33-A21B4146623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원문 로그 캡처 아님 · </a:t>
            </a:r>
            <a:r>
              <a:rPr sz="1425" b="0">
                <a:solidFill>
                  <a:srgbClr val="4D5A68"/>
                </a:solidFill>
                <a:latin typeface="Malgun Gothic"/>
                <a:ea typeface="Malgun Gothic"/>
                <a:cs typeface="Malgun Gothic"/>
              </a:rPr>
              <a:t>S19</a:t>
            </a:r>
            <a:r>
              <a:rPr sz="1425" b="0">
                <a:solidFill>
                  <a:srgbClr val="4D5A68"/>
                </a:solidFill>
                <a:latin typeface="Malgun Gothic"/>
                <a:ea typeface="Malgun Gothic"/>
                <a:cs typeface="Malgun Gothic"/>
              </a:rPr>
              <a:t> 예시의 실행 결과 아님 · 단일 CLI 관찰이며 Prompt 단독 효과는 미입증</a:t>
            </a:r>
          </a:p>
        </p:txBody>
      </p:sp>
      <p:sp>
        <p:nvSpPr>
          <p:cNvPr id="7" name="">
            <a:extLst xmlns:a="http://schemas.openxmlformats.org/drawingml/2006/main">
              <a:ext uri="{FF2B5EF4-FFF2-40B4-BE49-F238E27FC236}">
                <a16:creationId xmlns:a16="http://schemas.microsoft.com/office/drawing/2014/main" id="{34FC57FA-ADDA-41B1-98E1-C2B208EB8A46}"/>
              </a:ext>
            </a:extLst>
          </p:cNvPr>
          <p:cNvSpPr>
            <a:spLocks xmlns:a="http://schemas.openxmlformats.org/drawingml/2006/main" noGrp="1"/>
          </p:cNvSpPr>
          <p:nvPr/>
        </p:nvSpPr>
        <p:spPr>
          <a:xfrm xmlns:a="http://schemas.openxmlformats.org/drawingml/2006/main">
            <a:off x="609600" y="1657350"/>
            <a:ext cx="5200650" cy="3505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
            <a:extLst xmlns:a="http://schemas.openxmlformats.org/drawingml/2006/main">
              <a:ext uri="{FF2B5EF4-FFF2-40B4-BE49-F238E27FC236}">
                <a16:creationId xmlns:a16="http://schemas.microsoft.com/office/drawing/2014/main" id="{1F264D53-5F86-4115-B944-313B7AF3C434}"/>
              </a:ext>
            </a:extLst>
          </p:cNvPr>
          <p:cNvSpPr>
            <a:spLocks xmlns:a="http://schemas.openxmlformats.org/drawingml/2006/main" noGrp="1"/>
          </p:cNvSpPr>
          <p:nvPr/>
        </p:nvSpPr>
        <p:spPr>
          <a:xfrm xmlns:a="http://schemas.openxmlformats.org/drawingml/2006/main">
            <a:off x="6153150" y="1657350"/>
            <a:ext cx="5429250" cy="35052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실제로 보낸 요청 · 발췌·번역">
            <a:extLst xmlns:a="http://schemas.openxmlformats.org/drawingml/2006/main">
              <a:ext uri="{FF2B5EF4-FFF2-40B4-BE49-F238E27FC236}">
                <a16:creationId xmlns:a16="http://schemas.microsoft.com/office/drawing/2014/main" id="{004C89B4-6193-43BB-8861-4343E40B0239}"/>
              </a:ext>
            </a:extLst>
          </p:cNvPr>
          <p:cNvSpPr>
            <a:spLocks xmlns:a="http://schemas.openxmlformats.org/drawingml/2006/main" noGrp="1"/>
          </p:cNvSpPr>
          <p:nvPr/>
        </p:nvSpPr>
        <p:spPr>
          <a:xfrm xmlns:a="http://schemas.openxmlformats.org/drawingml/2006/main">
            <a:off x="800100" y="1752600"/>
            <a:ext cx="4819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실제로 보낸 요청 · 발췌·번역</a:t>
            </a:r>
          </a:p>
        </p:txBody>
      </p:sp>
      <p:sp>
        <p:nvSpPr>
          <p:cNvPr id="10" name="관찰된 행동 · 기록 요약">
            <a:extLst xmlns:a="http://schemas.openxmlformats.org/drawingml/2006/main">
              <a:ext uri="{FF2B5EF4-FFF2-40B4-BE49-F238E27FC236}">
                <a16:creationId xmlns:a16="http://schemas.microsoft.com/office/drawing/2014/main" id="{48E39C80-3152-4A9D-8FB4-EE2B837FDBD8}"/>
              </a:ext>
            </a:extLst>
          </p:cNvPr>
          <p:cNvSpPr>
            <a:spLocks xmlns:a="http://schemas.openxmlformats.org/drawingml/2006/main" noGrp="1"/>
          </p:cNvSpPr>
          <p:nvPr/>
        </p:nvSpPr>
        <p:spPr>
          <a:xfrm xmlns:a="http://schemas.openxmlformats.org/drawingml/2006/main">
            <a:off x="6343650" y="1752600"/>
            <a:ext cx="5048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관찰된 행동 · 기록 요약</a:t>
            </a:r>
          </a:p>
        </p:txBody>
      </p:sp>
      <p:sp>
        <p:nvSpPr>
          <p:cNvPr id="11" name="과정에 관한 핵심 지시 세 가지">
            <a:extLst xmlns:a="http://schemas.openxmlformats.org/drawingml/2006/main">
              <a:ext uri="{FF2B5EF4-FFF2-40B4-BE49-F238E27FC236}">
                <a16:creationId xmlns:a16="http://schemas.microsoft.com/office/drawing/2014/main" id="{8450D71B-6A46-4758-9812-B11C5A49F17A}"/>
              </a:ext>
            </a:extLst>
          </p:cNvPr>
          <p:cNvSpPr>
            <a:spLocks xmlns:a="http://schemas.openxmlformats.org/drawingml/2006/main" noGrp="1"/>
          </p:cNvSpPr>
          <p:nvPr/>
        </p:nvSpPr>
        <p:spPr>
          <a:xfrm xmlns:a="http://schemas.openxmlformats.org/drawingml/2006/main">
            <a:off x="800100" y="2076450"/>
            <a:ext cx="48196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과정에 관한 핵심 지시 세 가지</a:t>
            </a:r>
          </a:p>
        </p:txBody>
      </p:sp>
      <p:sp>
        <p:nvSpPr>
          <p:cNvPr id="12" name="기록 요약과 대상 코드의 식별자를 대조">
            <a:extLst xmlns:a="http://schemas.openxmlformats.org/drawingml/2006/main">
              <a:ext uri="{FF2B5EF4-FFF2-40B4-BE49-F238E27FC236}">
                <a16:creationId xmlns:a16="http://schemas.microsoft.com/office/drawing/2014/main" id="{3BB02EEB-0086-4C87-819D-D3A347B1C986}"/>
              </a:ext>
            </a:extLst>
          </p:cNvPr>
          <p:cNvSpPr>
            <a:spLocks xmlns:a="http://schemas.openxmlformats.org/drawingml/2006/main" noGrp="1"/>
          </p:cNvSpPr>
          <p:nvPr/>
        </p:nvSpPr>
        <p:spPr>
          <a:xfrm xmlns:a="http://schemas.openxmlformats.org/drawingml/2006/main">
            <a:off x="6343650" y="2076450"/>
            <a:ext cx="5048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기록 요약과 대상 코드의 식별자를 대조</a:t>
            </a:r>
          </a:p>
        </p:txBody>
      </p:sp>
      <p:sp>
        <p:nvSpPr>
          <p:cNvPr id="13" name="01">
            <a:extLst xmlns:a="http://schemas.openxmlformats.org/drawingml/2006/main">
              <a:ext uri="{FF2B5EF4-FFF2-40B4-BE49-F238E27FC236}">
                <a16:creationId xmlns:a16="http://schemas.microsoft.com/office/drawing/2014/main" id="{A9F59BB3-4DAA-443D-A32C-3E6D10AB69F3}"/>
              </a:ext>
            </a:extLst>
          </p:cNvPr>
          <p:cNvSpPr>
            <a:spLocks xmlns:a="http://schemas.openxmlformats.org/drawingml/2006/main" noGrp="1"/>
          </p:cNvSpPr>
          <p:nvPr/>
        </p:nvSpPr>
        <p:spPr>
          <a:xfrm xmlns:a="http://schemas.openxmlformats.org/drawingml/2006/main">
            <a:off x="800100" y="2419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4" name="먼저 현재 실패를&#10;재현해줘.">
            <a:extLst xmlns:a="http://schemas.openxmlformats.org/drawingml/2006/main">
              <a:ext uri="{FF2B5EF4-FFF2-40B4-BE49-F238E27FC236}">
                <a16:creationId xmlns:a16="http://schemas.microsoft.com/office/drawing/2014/main" id="{8CC44271-BD7C-411C-B46D-5F2C66E8C2B0}"/>
              </a:ext>
            </a:extLst>
          </p:cNvPr>
          <p:cNvSpPr>
            <a:spLocks xmlns:a="http://schemas.openxmlformats.org/drawingml/2006/main" noGrp="1"/>
          </p:cNvSpPr>
          <p:nvPr/>
        </p:nvSpPr>
        <p:spPr>
          <a:xfrm xmlns:a="http://schemas.openxmlformats.org/drawingml/2006/main">
            <a:off x="1257300" y="2409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먼저 현재 실패를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재현해줘.</a:t>
            </a:r>
          </a:p>
        </p:txBody>
      </p:sp>
      <p:sp>
        <p:nvSpPr>
          <p:cNvPr id="15" name="01">
            <a:extLst xmlns:a="http://schemas.openxmlformats.org/drawingml/2006/main">
              <a:ext uri="{FF2B5EF4-FFF2-40B4-BE49-F238E27FC236}">
                <a16:creationId xmlns:a16="http://schemas.microsoft.com/office/drawing/2014/main" id="{7BE2CCCC-5291-453A-80C8-12F4F567D7B8}"/>
              </a:ext>
            </a:extLst>
          </p:cNvPr>
          <p:cNvSpPr>
            <a:spLocks xmlns:a="http://schemas.openxmlformats.org/drawingml/2006/main" noGrp="1"/>
          </p:cNvSpPr>
          <p:nvPr/>
        </p:nvSpPr>
        <p:spPr>
          <a:xfrm xmlns:a="http://schemas.openxmlformats.org/drawingml/2006/main">
            <a:off x="6343650" y="2419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6" name="">
            <a:extLst xmlns:a="http://schemas.openxmlformats.org/drawingml/2006/main">
              <a:ext uri="{FF2B5EF4-FFF2-40B4-BE49-F238E27FC236}">
                <a16:creationId xmlns:a16="http://schemas.microsoft.com/office/drawing/2014/main" id="{AD4BB491-59A1-4BD1-A70D-577817A339E9}"/>
              </a:ext>
            </a:extLst>
          </p:cNvPr>
          <p:cNvSpPr>
            <a:spLocks xmlns:a="http://schemas.openxmlformats.org/drawingml/2006/main" noGrp="1"/>
          </p:cNvSpPr>
          <p:nvPr/>
        </p:nvSpPr>
        <p:spPr>
          <a:xfrm xmlns:a="http://schemas.openxmlformats.org/drawingml/2006/main">
            <a:off x="800100" y="32099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CEEF8545-C72A-401C-A1C2-FCFB3A482468}"/>
              </a:ext>
            </a:extLst>
          </p:cNvPr>
          <p:cNvSpPr>
            <a:spLocks xmlns:a="http://schemas.openxmlformats.org/drawingml/2006/main" noGrp="1"/>
          </p:cNvSpPr>
          <p:nvPr/>
        </p:nvSpPr>
        <p:spPr>
          <a:xfrm xmlns:a="http://schemas.openxmlformats.org/drawingml/2006/main">
            <a:off x="6343650" y="32099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BDDADD33-30A0-452B-8BBB-99C1221E23DE}"/>
              </a:ext>
            </a:extLst>
          </p:cNvPr>
          <p:cNvSpPr>
            <a:spLocks xmlns:a="http://schemas.openxmlformats.org/drawingml/2006/main" noGrp="1"/>
          </p:cNvSpPr>
          <p:nvPr/>
        </p:nvSpPr>
        <p:spPr>
          <a:xfrm xmlns:a="http://schemas.openxmlformats.org/drawingml/2006/main">
            <a:off x="800100" y="33718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9" name="관련 구현과 호출 경로를&#10;조사해줘.">
            <a:extLst xmlns:a="http://schemas.openxmlformats.org/drawingml/2006/main">
              <a:ext uri="{FF2B5EF4-FFF2-40B4-BE49-F238E27FC236}">
                <a16:creationId xmlns:a16="http://schemas.microsoft.com/office/drawing/2014/main" id="{B6C5CB90-04BD-498C-AF5C-403EC1B406BF}"/>
              </a:ext>
            </a:extLst>
          </p:cNvPr>
          <p:cNvSpPr>
            <a:spLocks xmlns:a="http://schemas.openxmlformats.org/drawingml/2006/main" noGrp="1"/>
          </p:cNvSpPr>
          <p:nvPr/>
        </p:nvSpPr>
        <p:spPr>
          <a:xfrm xmlns:a="http://schemas.openxmlformats.org/drawingml/2006/main">
            <a:off x="1257300" y="33623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관련 구현과 호출 경로를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조사해줘.</a:t>
            </a:r>
          </a:p>
        </p:txBody>
      </p:sp>
      <p:sp>
        <p:nvSpPr>
          <p:cNvPr id="20" name="02">
            <a:extLst xmlns:a="http://schemas.openxmlformats.org/drawingml/2006/main">
              <a:ext uri="{FF2B5EF4-FFF2-40B4-BE49-F238E27FC236}">
                <a16:creationId xmlns:a16="http://schemas.microsoft.com/office/drawing/2014/main" id="{3E5379DD-9C92-4BEB-9FD9-D8BD4B348A4B}"/>
              </a:ext>
            </a:extLst>
          </p:cNvPr>
          <p:cNvSpPr>
            <a:spLocks xmlns:a="http://schemas.openxmlformats.org/drawingml/2006/main" noGrp="1"/>
          </p:cNvSpPr>
          <p:nvPr/>
        </p:nvSpPr>
        <p:spPr>
          <a:xfrm xmlns:a="http://schemas.openxmlformats.org/drawingml/2006/main">
            <a:off x="6343650" y="33718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21" name="">
            <a:extLst xmlns:a="http://schemas.openxmlformats.org/drawingml/2006/main">
              <a:ext uri="{FF2B5EF4-FFF2-40B4-BE49-F238E27FC236}">
                <a16:creationId xmlns:a16="http://schemas.microsoft.com/office/drawing/2014/main" id="{6F2C3C26-C648-4F09-B152-17DCE80A953D}"/>
              </a:ext>
            </a:extLst>
          </p:cNvPr>
          <p:cNvSpPr>
            <a:spLocks xmlns:a="http://schemas.openxmlformats.org/drawingml/2006/main" noGrp="1"/>
          </p:cNvSpPr>
          <p:nvPr/>
        </p:nvSpPr>
        <p:spPr>
          <a:xfrm xmlns:a="http://schemas.openxmlformats.org/drawingml/2006/main">
            <a:off x="800100" y="4162425"/>
            <a:ext cx="48196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B1ED89D8-EEDB-4285-92E5-DE2BFFFE9A76}"/>
              </a:ext>
            </a:extLst>
          </p:cNvPr>
          <p:cNvSpPr>
            <a:spLocks xmlns:a="http://schemas.openxmlformats.org/drawingml/2006/main" noGrp="1"/>
          </p:cNvSpPr>
          <p:nvPr/>
        </p:nvSpPr>
        <p:spPr>
          <a:xfrm xmlns:a="http://schemas.openxmlformats.org/drawingml/2006/main">
            <a:off x="6343650" y="4162425"/>
            <a:ext cx="5048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03">
            <a:extLst xmlns:a="http://schemas.openxmlformats.org/drawingml/2006/main">
              <a:ext uri="{FF2B5EF4-FFF2-40B4-BE49-F238E27FC236}">
                <a16:creationId xmlns:a16="http://schemas.microsoft.com/office/drawing/2014/main" id="{55D07FBE-45BE-44B6-B27E-28C21BFC5708}"/>
              </a:ext>
            </a:extLst>
          </p:cNvPr>
          <p:cNvSpPr>
            <a:spLocks xmlns:a="http://schemas.openxmlformats.org/drawingml/2006/main" noGrp="1"/>
          </p:cNvSpPr>
          <p:nvPr/>
        </p:nvSpPr>
        <p:spPr>
          <a:xfrm xmlns:a="http://schemas.openxmlformats.org/drawingml/2006/main">
            <a:off x="800100" y="4324350"/>
            <a:ext cx="342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4" name="수정 전 짧은 계획을 알리고,&#10;승인 대기 없이 계속해줘.">
            <a:extLst xmlns:a="http://schemas.openxmlformats.org/drawingml/2006/main">
              <a:ext uri="{FF2B5EF4-FFF2-40B4-BE49-F238E27FC236}">
                <a16:creationId xmlns:a16="http://schemas.microsoft.com/office/drawing/2014/main" id="{5BC147E7-73C2-4786-83E2-7BBF1615A327}"/>
              </a:ext>
            </a:extLst>
          </p:cNvPr>
          <p:cNvSpPr>
            <a:spLocks xmlns:a="http://schemas.openxmlformats.org/drawingml/2006/main" noGrp="1"/>
          </p:cNvSpPr>
          <p:nvPr/>
        </p:nvSpPr>
        <p:spPr>
          <a:xfrm xmlns:a="http://schemas.openxmlformats.org/drawingml/2006/main">
            <a:off x="1257300" y="4314825"/>
            <a:ext cx="43624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수정 전 짧은 계획을 알리고,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승인 대기 없이 계속해줘.</a:t>
            </a:r>
          </a:p>
        </p:txBody>
      </p:sp>
      <p:sp>
        <p:nvSpPr>
          <p:cNvPr id="25" name="03">
            <a:extLst xmlns:a="http://schemas.openxmlformats.org/drawingml/2006/main">
              <a:ext uri="{FF2B5EF4-FFF2-40B4-BE49-F238E27FC236}">
                <a16:creationId xmlns:a16="http://schemas.microsoft.com/office/drawing/2014/main" id="{568ECCC0-EF18-42C4-ABAE-2C07E5B61CAB}"/>
              </a:ext>
            </a:extLst>
          </p:cNvPr>
          <p:cNvSpPr>
            <a:spLocks xmlns:a="http://schemas.openxmlformats.org/drawingml/2006/main" noGrp="1"/>
          </p:cNvSpPr>
          <p:nvPr/>
        </p:nvSpPr>
        <p:spPr>
          <a:xfrm xmlns:a="http://schemas.openxmlformats.org/drawingml/2006/main">
            <a:off x="6343650" y="4324350"/>
            <a:ext cx="29527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26" name="실패한 crop 테스트를 찾아 재현">
            <a:extLst xmlns:a="http://schemas.openxmlformats.org/drawingml/2006/main">
              <a:ext uri="{FF2B5EF4-FFF2-40B4-BE49-F238E27FC236}">
                <a16:creationId xmlns:a16="http://schemas.microsoft.com/office/drawing/2014/main" id="{F52F501E-2807-42D8-93CB-1DCBAD058191}"/>
              </a:ext>
            </a:extLst>
          </p:cNvPr>
          <p:cNvSpPr>
            <a:spLocks xmlns:a="http://schemas.openxmlformats.org/drawingml/2006/main" noGrp="1"/>
          </p:cNvSpPr>
          <p:nvPr/>
        </p:nvSpPr>
        <p:spPr>
          <a:xfrm xmlns:a="http://schemas.openxmlformats.org/drawingml/2006/main">
            <a:off x="6762750" y="2419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실패한 crop 테스트를 찾아 재현</a:t>
            </a:r>
          </a:p>
        </p:txBody>
      </p:sp>
      <p:sp>
        <p:nvSpPr>
          <p:cNvPr id="27" name="test_crop_excludes_end_coordinate">
            <a:extLst xmlns:a="http://schemas.openxmlformats.org/drawingml/2006/main">
              <a:ext uri="{FF2B5EF4-FFF2-40B4-BE49-F238E27FC236}">
                <a16:creationId xmlns:a16="http://schemas.microsoft.com/office/drawing/2014/main" id="{F31A50F3-26C8-4BBD-BC16-2DB829538322}"/>
              </a:ext>
            </a:extLst>
          </p:cNvPr>
          <p:cNvSpPr>
            <a:spLocks xmlns:a="http://schemas.openxmlformats.org/drawingml/2006/main" noGrp="1"/>
          </p:cNvSpPr>
          <p:nvPr/>
        </p:nvSpPr>
        <p:spPr>
          <a:xfrm xmlns:a="http://schemas.openxmlformats.org/drawingml/2006/main">
            <a:off x="6762750" y="2800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test_crop_excludes_end_coordinate</a:t>
            </a:r>
          </a:p>
        </p:txBody>
      </p:sp>
      <p:sp>
        <p:nvSpPr>
          <p:cNvPr id="28" name="cli.main · pipeline.process_image">
            <a:extLst xmlns:a="http://schemas.openxmlformats.org/drawingml/2006/main">
              <a:ext uri="{FF2B5EF4-FFF2-40B4-BE49-F238E27FC236}">
                <a16:creationId xmlns:a16="http://schemas.microsoft.com/office/drawing/2014/main" id="{9BC60232-CA8F-47D3-89BB-2527DD53A62A}"/>
              </a:ext>
            </a:extLst>
          </p:cNvPr>
          <p:cNvSpPr>
            <a:spLocks xmlns:a="http://schemas.openxmlformats.org/drawingml/2006/main" noGrp="1"/>
          </p:cNvSpPr>
          <p:nvPr/>
        </p:nvSpPr>
        <p:spPr>
          <a:xfrm xmlns:a="http://schemas.openxmlformats.org/drawingml/2006/main">
            <a:off x="6762750" y="3371850"/>
            <a:ext cx="4629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cli.main · pipeline.process_image</a:t>
            </a:r>
          </a:p>
        </p:txBody>
      </p:sp>
      <p:sp>
        <p:nvSpPr>
          <p:cNvPr id="29" name="transform.crop까지 제품 호출 경로 확인">
            <a:extLst xmlns:a="http://schemas.openxmlformats.org/drawingml/2006/main">
              <a:ext uri="{FF2B5EF4-FFF2-40B4-BE49-F238E27FC236}">
                <a16:creationId xmlns:a16="http://schemas.microsoft.com/office/drawing/2014/main" id="{1483D783-1C26-43F2-B704-49FA49BF43BA}"/>
              </a:ext>
            </a:extLst>
          </p:cNvPr>
          <p:cNvSpPr>
            <a:spLocks xmlns:a="http://schemas.openxmlformats.org/drawingml/2006/main" noGrp="1"/>
          </p:cNvSpPr>
          <p:nvPr/>
        </p:nvSpPr>
        <p:spPr>
          <a:xfrm xmlns:a="http://schemas.openxmlformats.org/drawingml/2006/main">
            <a:off x="6762750" y="37528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transform.crop까지 제품 호출 경로 확인</a:t>
            </a:r>
          </a:p>
        </p:txBody>
      </p:sp>
      <p:sp>
        <p:nvSpPr>
          <p:cNvPr id="30" name="파일 수정 이벤트보다 먼저 계획 보고">
            <a:extLst xmlns:a="http://schemas.openxmlformats.org/drawingml/2006/main">
              <a:ext uri="{FF2B5EF4-FFF2-40B4-BE49-F238E27FC236}">
                <a16:creationId xmlns:a16="http://schemas.microsoft.com/office/drawing/2014/main" id="{8BB8D471-638E-4EF8-A1F5-0A362F7440FB}"/>
              </a:ext>
            </a:extLst>
          </p:cNvPr>
          <p:cNvSpPr>
            <a:spLocks xmlns:a="http://schemas.openxmlformats.org/drawingml/2006/main" noGrp="1"/>
          </p:cNvSpPr>
          <p:nvPr/>
        </p:nvSpPr>
        <p:spPr>
          <a:xfrm xmlns:a="http://schemas.openxmlformats.org/drawingml/2006/main">
            <a:off x="6762750" y="4324350"/>
            <a:ext cx="4629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파일 수정 이벤트보다 먼저 계획 보고</a:t>
            </a:r>
          </a:p>
        </p:txBody>
      </p:sp>
      <p:sp>
        <p:nvSpPr>
          <p:cNvPr id="31" name="끝 좌표 명세·기존 Test·API 보존 계획">
            <a:extLst xmlns:a="http://schemas.openxmlformats.org/drawingml/2006/main">
              <a:ext uri="{FF2B5EF4-FFF2-40B4-BE49-F238E27FC236}">
                <a16:creationId xmlns:a16="http://schemas.microsoft.com/office/drawing/2014/main" id="{CF061967-1BEF-4198-BD6E-19E592DE8EA6}"/>
              </a:ext>
            </a:extLst>
          </p:cNvPr>
          <p:cNvSpPr>
            <a:spLocks xmlns:a="http://schemas.openxmlformats.org/drawingml/2006/main" noGrp="1"/>
          </p:cNvSpPr>
          <p:nvPr/>
        </p:nvSpPr>
        <p:spPr>
          <a:xfrm xmlns:a="http://schemas.openxmlformats.org/drawingml/2006/main">
            <a:off x="6762750" y="4705350"/>
            <a:ext cx="46291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끝 좌표 명세·기존 Test·API 보존 계획</a:t>
            </a:r>
          </a:p>
        </p:txBody>
      </p:sp>
      <p:sp>
        <p:nvSpPr>
          <p:cNvPr id="32" name="04 최소 수정 내용  ·  S21">
            <a:extLst xmlns:a="http://schemas.openxmlformats.org/drawingml/2006/main">
              <a:ext uri="{FF2B5EF4-FFF2-40B4-BE49-F238E27FC236}">
                <a16:creationId xmlns:a16="http://schemas.microsoft.com/office/drawing/2014/main" id="{BB8BA9EC-67CC-4A04-910D-241991819373}"/>
              </a:ext>
            </a:extLst>
          </p:cNvPr>
          <p:cNvSpPr>
            <a:spLocks xmlns:a="http://schemas.openxmlformats.org/drawingml/2006/main" noGrp="1"/>
          </p:cNvSpPr>
          <p:nvPr/>
        </p:nvSpPr>
        <p:spPr>
          <a:xfrm xmlns:a="http://schemas.openxmlformats.org/drawingml/2006/main">
            <a:off x="609600" y="5324475"/>
            <a:ext cx="52006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04 최소 수정 내용  ·  </a:t>
            </a:r>
            <a:r>
              <a:rPr sz="2025" b="1">
                <a:solidFill>
                  <a:srgbClr val="0B6172"/>
                </a:solidFill>
                <a:latin typeface="Malgun Gothic"/>
                <a:ea typeface="Malgun Gothic"/>
                <a:cs typeface="Malgun Gothic"/>
              </a:rPr>
              <a:t>S21</a:t>
            </a:r>
          </a:p>
        </p:txBody>
      </p:sp>
      <p:sp>
        <p:nvSpPr>
          <p:cNvPr id="33" name="05 확인·보고 결과  ·  S22">
            <a:extLst xmlns:a="http://schemas.openxmlformats.org/drawingml/2006/main">
              <a:ext uri="{FF2B5EF4-FFF2-40B4-BE49-F238E27FC236}">
                <a16:creationId xmlns:a16="http://schemas.microsoft.com/office/drawing/2014/main" id="{DC929431-AE44-47B0-BC2D-E0AA40519717}"/>
              </a:ext>
            </a:extLst>
          </p:cNvPr>
          <p:cNvSpPr>
            <a:spLocks xmlns:a="http://schemas.openxmlformats.org/drawingml/2006/main" noGrp="1"/>
          </p:cNvSpPr>
          <p:nvPr/>
        </p:nvSpPr>
        <p:spPr>
          <a:xfrm xmlns:a="http://schemas.openxmlformats.org/drawingml/2006/main">
            <a:off x="6153150" y="5324475"/>
            <a:ext cx="54292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05 확인·보고 결과  ·  </a:t>
            </a:r>
            <a:r>
              <a:rPr sz="2025" b="1">
                <a:solidFill>
                  <a:srgbClr val="0B6172"/>
                </a:solidFill>
                <a:latin typeface="Malgun Gothic"/>
                <a:ea typeface="Malgun Gothic"/>
                <a:cs typeface="Malgun Gothic"/>
              </a:rPr>
              <a:t>S22</a:t>
            </a:r>
          </a:p>
        </p:txBody>
      </p:sp>
      <p:sp>
        <p:nvSpPr>
          <p:cNvPr id="34" name="Legacy module connection">
            <a:extLst xmlns:a="http://schemas.openxmlformats.org/drawingml/2006/main">
              <a:ext uri="{FF2B5EF4-FFF2-40B4-BE49-F238E27FC236}">
                <a16:creationId xmlns:a16="http://schemas.microsoft.com/office/drawing/2014/main" id="{47F5E27D-0903-4B1B-A85E-C0BD202AB77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812236975"/>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1 · 요청한 보존 조건과 최소 변경을 대조">
            <a:extLst xmlns:a="http://schemas.openxmlformats.org/drawingml/2006/main">
              <a:ext uri="{FF2B5EF4-FFF2-40B4-BE49-F238E27FC236}">
                <a16:creationId xmlns:a16="http://schemas.microsoft.com/office/drawing/2014/main" id="{1B152917-C622-4865-A1EA-19E9C02B088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보존 조건과 최소 변경을 대조</a:t>
            </a:r>
          </a:p>
        </p:txBody>
      </p:sp>
      <p:sp>
        <p:nvSpPr>
          <p:cNvPr id="2" name="S21">
            <a:extLst xmlns:a="http://schemas.openxmlformats.org/drawingml/2006/main">
              <a:ext uri="{FF2B5EF4-FFF2-40B4-BE49-F238E27FC236}">
                <a16:creationId xmlns:a16="http://schemas.microsoft.com/office/drawing/2014/main" id="{4EF1F51E-6903-4491-A7F6-423BF2F3D17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S21</a:t>
            </a:r>
          </a:p>
        </p:txBody>
      </p:sp>
      <p:sp>
        <p:nvSpPr>
          <p:cNvPr id="3" name="조사에서 한 줄 변경까지">
            <a:extLst xmlns:a="http://schemas.openxmlformats.org/drawingml/2006/main">
              <a:ext uri="{FF2B5EF4-FFF2-40B4-BE49-F238E27FC236}">
                <a16:creationId xmlns:a16="http://schemas.microsoft.com/office/drawing/2014/main" id="{734A550D-F7C9-4C66-A9DB-C65B747D8AF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조사에서 한 줄 변경까지</a:t>
            </a:r>
          </a:p>
        </p:txBody>
      </p:sp>
      <p:sp>
        <p:nvSpPr>
          <p:cNvPr id="4" name="">
            <a:extLst xmlns:a="http://schemas.openxmlformats.org/drawingml/2006/main">
              <a:ext uri="{FF2B5EF4-FFF2-40B4-BE49-F238E27FC236}">
                <a16:creationId xmlns:a16="http://schemas.microsoft.com/office/drawing/2014/main" id="{C24DDC6C-8CE8-488D-980E-9C01D43EED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 STATE-00 → STATE-00-FIXED · 실제 diff를 재구성한 도식">
            <a:extLst xmlns:a="http://schemas.openxmlformats.org/drawingml/2006/main">
              <a:ext uri="{FF2B5EF4-FFF2-40B4-BE49-F238E27FC236}">
                <a16:creationId xmlns:a16="http://schemas.microsoft.com/office/drawing/2014/main" id="{38F5F090-3637-489B-933B-6D3A1EB1B0E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 STATE-00 → STATE-00-FIXED · 실제 diff를 재구성한 도식</a:t>
            </a:r>
          </a:p>
        </p:txBody>
      </p:sp>
      <p:sp>
        <p:nvSpPr>
          <p:cNvPr id="6" name="src/graypipe/transform.py · 단일 CLI 기록 · 실제 터미널 화면이 아님">
            <a:extLst xmlns:a="http://schemas.openxmlformats.org/drawingml/2006/main">
              <a:ext uri="{FF2B5EF4-FFF2-40B4-BE49-F238E27FC236}">
                <a16:creationId xmlns:a16="http://schemas.microsoft.com/office/drawing/2014/main" id="{22EE3CFF-80C0-4213-A44D-028CAC2C731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src/graypipe/transform.py · 단일 CLI 기록 · 실제 터미널 화면이 아님</a:t>
            </a:r>
          </a:p>
        </p:txBody>
      </p:sp>
      <p:sp>
        <p:nvSpPr>
          <p:cNvPr id="7" name="요청한 02 조사 · 03 계획 · 04 최소 수정">
            <a:extLst xmlns:a="http://schemas.openxmlformats.org/drawingml/2006/main">
              <a:ext uri="{FF2B5EF4-FFF2-40B4-BE49-F238E27FC236}">
                <a16:creationId xmlns:a16="http://schemas.microsoft.com/office/drawing/2014/main" id="{2930C2B2-9C80-47EB-BABC-16FF87360BA2}"/>
              </a:ext>
            </a:extLst>
          </p:cNvPr>
          <p:cNvSpPr>
            <a:spLocks xmlns:a="http://schemas.openxmlformats.org/drawingml/2006/main" noGrp="1"/>
          </p:cNvSpPr>
          <p:nvPr/>
        </p:nvSpPr>
        <p:spPr>
          <a:xfrm xmlns:a="http://schemas.openxmlformats.org/drawingml/2006/main">
            <a:off x="609600" y="213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요청한 02 조사 · 03 계획 · 04 최소 수정</a:t>
            </a:r>
          </a:p>
        </p:txBody>
      </p:sp>
      <p:sp>
        <p:nvSpPr>
          <p:cNvPr id="8" name="끝 좌표를 제외하는 명세: [x_start, x_end)">
            <a:extLst xmlns:a="http://schemas.openxmlformats.org/drawingml/2006/main">
              <a:ext uri="{FF2B5EF4-FFF2-40B4-BE49-F238E27FC236}">
                <a16:creationId xmlns:a16="http://schemas.microsoft.com/office/drawing/2014/main" id="{A070FAB9-BDAB-499C-AB2A-5A62049FB0C3}"/>
              </a:ext>
            </a:extLst>
          </p:cNvPr>
          <p:cNvSpPr>
            <a:spLocks xmlns:a="http://schemas.openxmlformats.org/drawingml/2006/main" noGrp="1"/>
          </p:cNvSpPr>
          <p:nvPr/>
        </p:nvSpPr>
        <p:spPr>
          <a:xfrm xmlns:a="http://schemas.openxmlformats.org/drawingml/2006/main">
            <a:off x="609600" y="27813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끝 좌표를 제외하는 명세: [x_start, x_end)</a:t>
            </a:r>
          </a:p>
        </p:txBody>
      </p:sp>
      <p:sp>
        <p:nvSpPr>
          <p:cNvPr id="9" name="">
            <a:extLst xmlns:a="http://schemas.openxmlformats.org/drawingml/2006/main">
              <a:ext uri="{FF2B5EF4-FFF2-40B4-BE49-F238E27FC236}">
                <a16:creationId xmlns:a16="http://schemas.microsoft.com/office/drawing/2014/main" id="{F9963C41-ADB0-4241-8A41-D7F5AFC02A30}"/>
              </a:ext>
            </a:extLst>
          </p:cNvPr>
          <p:cNvSpPr>
            <a:spLocks xmlns:a="http://schemas.openxmlformats.org/drawingml/2006/main" noGrp="1"/>
          </p:cNvSpPr>
          <p:nvPr/>
        </p:nvSpPr>
        <p:spPr>
          <a:xfrm xmlns:a="http://schemas.openxmlformats.org/drawingml/2006/main">
            <a:off x="609600" y="3533775"/>
            <a:ext cx="5200650" cy="1171575"/>
          </a:xfrm>
          <a:prstGeom xmlns:a="http://schemas.openxmlformats.org/drawingml/2006/main" prst="rect">
            <a:avLst/>
          </a:prstGeom>
          <a:solidFill xmlns:a="http://schemas.openxmlformats.org/drawingml/2006/main">
            <a:srgbClr val="FBE4D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CD8B6900-F69C-4FAA-B3A6-99B0EB709D59}"/>
              </a:ext>
            </a:extLst>
          </p:cNvPr>
          <p:cNvSpPr>
            <a:spLocks xmlns:a="http://schemas.openxmlformats.org/drawingml/2006/main" noGrp="1"/>
          </p:cNvSpPr>
          <p:nvPr/>
        </p:nvSpPr>
        <p:spPr>
          <a:xfrm xmlns:a="http://schemas.openxmlformats.org/drawingml/2006/main">
            <a:off x="6381750" y="3533775"/>
            <a:ext cx="5200650" cy="1171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변경 전">
            <a:extLst xmlns:a="http://schemas.openxmlformats.org/drawingml/2006/main">
              <a:ext uri="{FF2B5EF4-FFF2-40B4-BE49-F238E27FC236}">
                <a16:creationId xmlns:a16="http://schemas.microsoft.com/office/drawing/2014/main" id="{E3E8D40D-1513-4ACE-9950-E68CDDA67EF0}"/>
              </a:ext>
            </a:extLst>
          </p:cNvPr>
          <p:cNvSpPr>
            <a:spLocks xmlns:a="http://schemas.openxmlformats.org/drawingml/2006/main" noGrp="1"/>
          </p:cNvSpPr>
          <p:nvPr/>
        </p:nvSpPr>
        <p:spPr>
          <a:xfrm xmlns:a="http://schemas.openxmlformats.org/drawingml/2006/main">
            <a:off x="80010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Malgun Gothic"/>
                <a:ea typeface="Malgun Gothic"/>
                <a:cs typeface="Malgun Gothic"/>
              </a:defRPr>
            </a:defPPr>
            <a:lvl1pPr algn="l">
              <a:defRPr sz="2100" b="1">
                <a:solidFill>
                  <a:srgbClr val="B42318"/>
                </a:solidFill>
                <a:latin typeface="Malgun Gothic"/>
                <a:ea typeface="Malgun Gothic"/>
                <a:cs typeface="Malgun Gothic"/>
              </a:defRPr>
            </a:lvl1pPr>
            <a:lvl2pPr algn="l">
              <a:defRPr sz="2100" b="1">
                <a:solidFill>
                  <a:srgbClr val="B42318"/>
                </a:solidFill>
                <a:latin typeface="Malgun Gothic"/>
                <a:ea typeface="Malgun Gothic"/>
                <a:cs typeface="Malgun Gothic"/>
              </a:defRPr>
            </a:lvl2pPr>
            <a:lvl3pPr algn="l">
              <a:defRPr sz="2100" b="1">
                <a:solidFill>
                  <a:srgbClr val="B42318"/>
                </a:solidFill>
                <a:latin typeface="Malgun Gothic"/>
                <a:ea typeface="Malgun Gothic"/>
                <a:cs typeface="Malgun Gothic"/>
              </a:defRPr>
            </a:lvl3pPr>
            <a:lvl4pPr algn="l">
              <a:defRPr sz="2100" b="1">
                <a:solidFill>
                  <a:srgbClr val="B42318"/>
                </a:solidFill>
                <a:latin typeface="Malgun Gothic"/>
                <a:ea typeface="Malgun Gothic"/>
                <a:cs typeface="Malgun Gothic"/>
              </a:defRPr>
            </a:lvl4pPr>
            <a:lvl5pPr algn="l">
              <a:defRPr sz="2100" b="1">
                <a:solidFill>
                  <a:srgbClr val="B42318"/>
                </a:solidFill>
                <a:latin typeface="Malgun Gothic"/>
                <a:ea typeface="Malgun Gothic"/>
                <a:cs typeface="Malgun Gothic"/>
              </a:defRPr>
            </a:lvl5pPr>
            <a:lvl6pPr algn="l">
              <a:defRPr sz="2100" b="1">
                <a:solidFill>
                  <a:srgbClr val="B42318"/>
                </a:solidFill>
                <a:latin typeface="Malgun Gothic"/>
                <a:ea typeface="Malgun Gothic"/>
                <a:cs typeface="Malgun Gothic"/>
              </a:defRPr>
            </a:lvl6pPr>
            <a:lvl7pPr algn="l">
              <a:defRPr sz="2100" b="1">
                <a:solidFill>
                  <a:srgbClr val="B42318"/>
                </a:solidFill>
                <a:latin typeface="Malgun Gothic"/>
                <a:ea typeface="Malgun Gothic"/>
                <a:cs typeface="Malgun Gothic"/>
              </a:defRPr>
            </a:lvl7pPr>
            <a:lvl8pPr algn="l">
              <a:defRPr sz="2100" b="1">
                <a:solidFill>
                  <a:srgbClr val="B42318"/>
                </a:solidFill>
                <a:latin typeface="Malgun Gothic"/>
                <a:ea typeface="Malgun Gothic"/>
                <a:cs typeface="Malgun Gothic"/>
              </a:defRPr>
            </a:lvl8pPr>
            <a:lvl9pPr algn="l">
              <a:defRPr sz="2100" b="1">
                <a:solidFill>
                  <a:srgbClr val="B42318"/>
                </a:solidFill>
                <a:latin typeface="Malgun Gothic"/>
                <a:ea typeface="Malgun Gothic"/>
                <a:cs typeface="Malgun Gothic"/>
              </a:defRPr>
            </a:lvl9pPr>
          </a:lstStyle>
          <a:p xmlns:a="http://schemas.openxmlformats.org/drawingml/2006/main">
            <a:pPr algn="l">
              <a:defRPr sz="2100" b="1">
                <a:solidFill>
                  <a:srgbClr val="B42318"/>
                </a:solidFill>
                <a:latin typeface="Malgun Gothic"/>
                <a:ea typeface="Malgun Gothic"/>
                <a:cs typeface="Malgun Gothic"/>
              </a:defRPr>
            </a:pPr>
            <a:r>
              <a:rPr sz="2100" b="1">
                <a:solidFill>
                  <a:srgbClr val="B42318"/>
                </a:solidFill>
                <a:latin typeface="Malgun Gothic"/>
                <a:ea typeface="Malgun Gothic"/>
                <a:cs typeface="Malgun Gothic"/>
              </a:rPr>
              <a:t>변경 전</a:t>
            </a:r>
          </a:p>
        </p:txBody>
      </p:sp>
      <p:sp>
        <p:nvSpPr>
          <p:cNvPr id="12" name="변경 후">
            <a:extLst xmlns:a="http://schemas.openxmlformats.org/drawingml/2006/main">
              <a:ext uri="{FF2B5EF4-FFF2-40B4-BE49-F238E27FC236}">
                <a16:creationId xmlns:a16="http://schemas.microsoft.com/office/drawing/2014/main" id="{0B8C6E79-9577-4ACB-B2D3-E613965C7231}"/>
              </a:ext>
            </a:extLst>
          </p:cNvPr>
          <p:cNvSpPr>
            <a:spLocks xmlns:a="http://schemas.openxmlformats.org/drawingml/2006/main" noGrp="1"/>
          </p:cNvSpPr>
          <p:nvPr/>
        </p:nvSpPr>
        <p:spPr>
          <a:xfrm xmlns:a="http://schemas.openxmlformats.org/drawingml/2006/main">
            <a:off x="6572250" y="3648075"/>
            <a:ext cx="481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변경 후</a:t>
            </a:r>
          </a:p>
        </p:txBody>
      </p:sp>
      <p:sp>
        <p:nvSpPr>
          <p:cNvPr id="13" name="row[x_start : x_end + 1]">
            <a:extLst xmlns:a="http://schemas.openxmlformats.org/drawingml/2006/main">
              <a:ext uri="{FF2B5EF4-FFF2-40B4-BE49-F238E27FC236}">
                <a16:creationId xmlns:a16="http://schemas.microsoft.com/office/drawing/2014/main" id="{3CA71A26-D1EF-47E5-96CD-E38C3258DD6F}"/>
              </a:ext>
            </a:extLst>
          </p:cNvPr>
          <p:cNvSpPr>
            <a:spLocks xmlns:a="http://schemas.openxmlformats.org/drawingml/2006/main" noGrp="1"/>
          </p:cNvSpPr>
          <p:nvPr/>
        </p:nvSpPr>
        <p:spPr>
          <a:xfrm xmlns:a="http://schemas.openxmlformats.org/drawingml/2006/main">
            <a:off x="80010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B42318"/>
                </a:solidFill>
                <a:latin typeface="Consolas"/>
                <a:ea typeface="Consolas"/>
                <a:cs typeface="Consolas"/>
              </a:defRPr>
            </a:defPPr>
            <a:lvl1pPr algn="l">
              <a:defRPr sz="2100" b="1">
                <a:solidFill>
                  <a:srgbClr val="B42318"/>
                </a:solidFill>
                <a:latin typeface="Consolas"/>
                <a:ea typeface="Consolas"/>
                <a:cs typeface="Consolas"/>
              </a:defRPr>
            </a:lvl1pPr>
            <a:lvl2pPr algn="l">
              <a:defRPr sz="2100" b="1">
                <a:solidFill>
                  <a:srgbClr val="B42318"/>
                </a:solidFill>
                <a:latin typeface="Consolas"/>
                <a:ea typeface="Consolas"/>
                <a:cs typeface="Consolas"/>
              </a:defRPr>
            </a:lvl2pPr>
            <a:lvl3pPr algn="l">
              <a:defRPr sz="2100" b="1">
                <a:solidFill>
                  <a:srgbClr val="B42318"/>
                </a:solidFill>
                <a:latin typeface="Consolas"/>
                <a:ea typeface="Consolas"/>
                <a:cs typeface="Consolas"/>
              </a:defRPr>
            </a:lvl3pPr>
            <a:lvl4pPr algn="l">
              <a:defRPr sz="2100" b="1">
                <a:solidFill>
                  <a:srgbClr val="B42318"/>
                </a:solidFill>
                <a:latin typeface="Consolas"/>
                <a:ea typeface="Consolas"/>
                <a:cs typeface="Consolas"/>
              </a:defRPr>
            </a:lvl4pPr>
            <a:lvl5pPr algn="l">
              <a:defRPr sz="2100" b="1">
                <a:solidFill>
                  <a:srgbClr val="B42318"/>
                </a:solidFill>
                <a:latin typeface="Consolas"/>
                <a:ea typeface="Consolas"/>
                <a:cs typeface="Consolas"/>
              </a:defRPr>
            </a:lvl5pPr>
            <a:lvl6pPr algn="l">
              <a:defRPr sz="2100" b="1">
                <a:solidFill>
                  <a:srgbClr val="B42318"/>
                </a:solidFill>
                <a:latin typeface="Consolas"/>
                <a:ea typeface="Consolas"/>
                <a:cs typeface="Consolas"/>
              </a:defRPr>
            </a:lvl6pPr>
            <a:lvl7pPr algn="l">
              <a:defRPr sz="2100" b="1">
                <a:solidFill>
                  <a:srgbClr val="B42318"/>
                </a:solidFill>
                <a:latin typeface="Consolas"/>
                <a:ea typeface="Consolas"/>
                <a:cs typeface="Consolas"/>
              </a:defRPr>
            </a:lvl7pPr>
            <a:lvl8pPr algn="l">
              <a:defRPr sz="2100" b="1">
                <a:solidFill>
                  <a:srgbClr val="B42318"/>
                </a:solidFill>
                <a:latin typeface="Consolas"/>
                <a:ea typeface="Consolas"/>
                <a:cs typeface="Consolas"/>
              </a:defRPr>
            </a:lvl8pPr>
            <a:lvl9pPr algn="l">
              <a:defRPr sz="2100" b="1">
                <a:solidFill>
                  <a:srgbClr val="B42318"/>
                </a:solidFill>
                <a:latin typeface="Consolas"/>
                <a:ea typeface="Consolas"/>
                <a:cs typeface="Consolas"/>
              </a:defRPr>
            </a:lvl9pPr>
          </a:lstStyle>
          <a:p xmlns:a="http://schemas.openxmlformats.org/drawingml/2006/main">
            <a:pPr algn="l">
              <a:defRPr sz="2100" b="1">
                <a:solidFill>
                  <a:srgbClr val="B42318"/>
                </a:solidFill>
                <a:latin typeface="Consolas"/>
                <a:ea typeface="Consolas"/>
                <a:cs typeface="Consolas"/>
              </a:defRPr>
            </a:pPr>
            <a:r>
              <a:rPr sz="2100" b="1">
                <a:solidFill>
                  <a:srgbClr val="B42318"/>
                </a:solidFill>
                <a:latin typeface="Consolas"/>
                <a:ea typeface="Consolas"/>
                <a:cs typeface="Consolas"/>
              </a:rPr>
              <a:t>row[x_start : x_end + 1]</a:t>
            </a:r>
          </a:p>
        </p:txBody>
      </p:sp>
      <p:sp>
        <p:nvSpPr>
          <p:cNvPr id="14" name="row[x_start : x_end]">
            <a:extLst xmlns:a="http://schemas.openxmlformats.org/drawingml/2006/main">
              <a:ext uri="{FF2B5EF4-FFF2-40B4-BE49-F238E27FC236}">
                <a16:creationId xmlns:a16="http://schemas.microsoft.com/office/drawing/2014/main" id="{D4DD39E4-7405-442E-ACF3-5C3378E91AC5}"/>
              </a:ext>
            </a:extLst>
          </p:cNvPr>
          <p:cNvSpPr>
            <a:spLocks xmlns:a="http://schemas.openxmlformats.org/drawingml/2006/main" noGrp="1"/>
          </p:cNvSpPr>
          <p:nvPr/>
        </p:nvSpPr>
        <p:spPr>
          <a:xfrm xmlns:a="http://schemas.openxmlformats.org/drawingml/2006/main">
            <a:off x="6572250" y="4152900"/>
            <a:ext cx="48196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row[x_start : x_end]</a:t>
            </a:r>
          </a:p>
        </p:txBody>
      </p:sp>
      <p:sp>
        <p:nvSpPr>
          <p:cNvPr id="15" name="">
            <a:extLst xmlns:a="http://schemas.openxmlformats.org/drawingml/2006/main">
              <a:ext uri="{FF2B5EF4-FFF2-40B4-BE49-F238E27FC236}">
                <a16:creationId xmlns:a16="http://schemas.microsoft.com/office/drawing/2014/main" id="{745C1DD2-DE91-4447-A4CB-E0F3715C1E5C}"/>
              </a:ext>
            </a:extLst>
          </p:cNvPr>
          <p:cNvSpPr>
            <a:spLocks xmlns:a="http://schemas.openxmlformats.org/drawingml/2006/main" noGrp="1"/>
          </p:cNvSpPr>
          <p:nvPr/>
        </p:nvSpPr>
        <p:spPr>
          <a:xfrm xmlns:a="http://schemas.openxmlformats.org/drawingml/2006/main">
            <a:off x="5953125" y="4057650"/>
            <a:ext cx="285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6" name="crop(image, 1, 3)">
            <a:extLst xmlns:a="http://schemas.openxmlformats.org/drawingml/2006/main">
              <a:ext uri="{FF2B5EF4-FFF2-40B4-BE49-F238E27FC236}">
                <a16:creationId xmlns:a16="http://schemas.microsoft.com/office/drawing/2014/main" id="{2DCBC01A-7C9C-44B3-AAD0-798818FA8828}"/>
              </a:ext>
            </a:extLst>
          </p:cNvPr>
          <p:cNvSpPr>
            <a:spLocks xmlns:a="http://schemas.openxmlformats.org/drawingml/2006/main" noGrp="1"/>
          </p:cNvSpPr>
          <p:nvPr/>
        </p:nvSpPr>
        <p:spPr>
          <a:xfrm xmlns:a="http://schemas.openxmlformats.org/drawingml/2006/main">
            <a:off x="609600" y="5095875"/>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Consolas"/>
                <a:ea typeface="Consolas"/>
                <a:cs typeface="Consolas"/>
              </a:defRPr>
            </a:defPPr>
            <a:lvl1pPr algn="l">
              <a:defRPr sz="2175" b="0">
                <a:solidFill>
                  <a:srgbClr val="4D5A68"/>
                </a:solidFill>
                <a:latin typeface="Consolas"/>
                <a:ea typeface="Consolas"/>
                <a:cs typeface="Consolas"/>
              </a:defRPr>
            </a:lvl1pPr>
            <a:lvl2pPr algn="l">
              <a:defRPr sz="2175" b="0">
                <a:solidFill>
                  <a:srgbClr val="4D5A68"/>
                </a:solidFill>
                <a:latin typeface="Consolas"/>
                <a:ea typeface="Consolas"/>
                <a:cs typeface="Consolas"/>
              </a:defRPr>
            </a:lvl2pPr>
            <a:lvl3pPr algn="l">
              <a:defRPr sz="2175" b="0">
                <a:solidFill>
                  <a:srgbClr val="4D5A68"/>
                </a:solidFill>
                <a:latin typeface="Consolas"/>
                <a:ea typeface="Consolas"/>
                <a:cs typeface="Consolas"/>
              </a:defRPr>
            </a:lvl3pPr>
            <a:lvl4pPr algn="l">
              <a:defRPr sz="2175" b="0">
                <a:solidFill>
                  <a:srgbClr val="4D5A68"/>
                </a:solidFill>
                <a:latin typeface="Consolas"/>
                <a:ea typeface="Consolas"/>
                <a:cs typeface="Consolas"/>
              </a:defRPr>
            </a:lvl4pPr>
            <a:lvl5pPr algn="l">
              <a:defRPr sz="2175" b="0">
                <a:solidFill>
                  <a:srgbClr val="4D5A68"/>
                </a:solidFill>
                <a:latin typeface="Consolas"/>
                <a:ea typeface="Consolas"/>
                <a:cs typeface="Consolas"/>
              </a:defRPr>
            </a:lvl5pPr>
            <a:lvl6pPr algn="l">
              <a:defRPr sz="2175" b="0">
                <a:solidFill>
                  <a:srgbClr val="4D5A68"/>
                </a:solidFill>
                <a:latin typeface="Consolas"/>
                <a:ea typeface="Consolas"/>
                <a:cs typeface="Consolas"/>
              </a:defRPr>
            </a:lvl6pPr>
            <a:lvl7pPr algn="l">
              <a:defRPr sz="2175" b="0">
                <a:solidFill>
                  <a:srgbClr val="4D5A68"/>
                </a:solidFill>
                <a:latin typeface="Consolas"/>
                <a:ea typeface="Consolas"/>
                <a:cs typeface="Consolas"/>
              </a:defRPr>
            </a:lvl7pPr>
            <a:lvl8pPr algn="l">
              <a:defRPr sz="2175" b="0">
                <a:solidFill>
                  <a:srgbClr val="4D5A68"/>
                </a:solidFill>
                <a:latin typeface="Consolas"/>
                <a:ea typeface="Consolas"/>
                <a:cs typeface="Consolas"/>
              </a:defRPr>
            </a:lvl8pPr>
            <a:lvl9pPr algn="l">
              <a:defRPr sz="2175" b="0">
                <a:solidFill>
                  <a:srgbClr val="4D5A68"/>
                </a:solidFill>
                <a:latin typeface="Consolas"/>
                <a:ea typeface="Consolas"/>
                <a:cs typeface="Consolas"/>
              </a:defRPr>
            </a:lvl9pPr>
          </a:lstStyle>
          <a:p xmlns:a="http://schemas.openxmlformats.org/drawingml/2006/main">
            <a:pPr algn="l">
              <a:defRPr sz="2175" b="0">
                <a:solidFill>
                  <a:srgbClr val="4D5A68"/>
                </a:solidFill>
                <a:latin typeface="Consolas"/>
                <a:ea typeface="Consolas"/>
                <a:cs typeface="Consolas"/>
              </a:defRPr>
            </a:pPr>
            <a:r>
              <a:rPr sz="2175" b="0">
                <a:solidFill>
                  <a:srgbClr val="4D5A68"/>
                </a:solidFill>
                <a:latin typeface="Consolas"/>
                <a:ea typeface="Consolas"/>
                <a:cs typeface="Consolas"/>
              </a:rPr>
              <a:t>crop(image, 1, 3)</a:t>
            </a:r>
          </a:p>
        </p:txBody>
      </p:sp>
      <p:sp>
        <p:nvSpPr>
          <p:cNvPr id="17" name="너비 3 → 명세대로 너비 2">
            <a:extLst xmlns:a="http://schemas.openxmlformats.org/drawingml/2006/main">
              <a:ext uri="{FF2B5EF4-FFF2-40B4-BE49-F238E27FC236}">
                <a16:creationId xmlns:a16="http://schemas.microsoft.com/office/drawing/2014/main" id="{53666C73-0DED-446A-8675-BE2F3A51D0D0}"/>
              </a:ext>
            </a:extLst>
          </p:cNvPr>
          <p:cNvSpPr>
            <a:spLocks xmlns:a="http://schemas.openxmlformats.org/drawingml/2006/main" noGrp="1"/>
          </p:cNvSpPr>
          <p:nvPr/>
        </p:nvSpPr>
        <p:spPr>
          <a:xfrm xmlns:a="http://schemas.openxmlformats.org/drawingml/2006/main">
            <a:off x="5086350" y="5095875"/>
            <a:ext cx="64960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너비 3 → 명세대로 너비 2</a:t>
            </a:r>
          </a:p>
        </p:txBody>
      </p:sp>
      <p:sp>
        <p:nvSpPr>
          <p:cNvPr id="18" name="다음은 요청한 05 확인·보고의 근거를 살펴본다.">
            <a:extLst xmlns:a="http://schemas.openxmlformats.org/drawingml/2006/main">
              <a:ext uri="{FF2B5EF4-FFF2-40B4-BE49-F238E27FC236}">
                <a16:creationId xmlns:a16="http://schemas.microsoft.com/office/drawing/2014/main" id="{1704F6B7-D234-488F-8A3A-51B64DB4FE31}"/>
              </a:ext>
            </a:extLst>
          </p:cNvPr>
          <p:cNvSpPr>
            <a:spLocks xmlns:a="http://schemas.openxmlformats.org/drawingml/2006/main" noGrp="1"/>
          </p:cNvSpPr>
          <p:nvPr/>
        </p:nvSpPr>
        <p:spPr>
          <a:xfrm xmlns:a="http://schemas.openxmlformats.org/drawingml/2006/main">
            <a:off x="609600" y="5534025"/>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0B6172"/>
                </a:solidFill>
                <a:latin typeface="Malgun Gothic"/>
                <a:ea typeface="Malgun Gothic"/>
                <a:cs typeface="Malgun Gothic"/>
              </a:defRPr>
            </a:defPPr>
            <a:lvl1pPr algn="l">
              <a:defRPr sz="1650" b="0">
                <a:solidFill>
                  <a:srgbClr val="0B6172"/>
                </a:solidFill>
                <a:latin typeface="Malgun Gothic"/>
                <a:ea typeface="Malgun Gothic"/>
                <a:cs typeface="Malgun Gothic"/>
              </a:defRPr>
            </a:lvl1pPr>
            <a:lvl2pPr algn="l">
              <a:defRPr sz="1650" b="0">
                <a:solidFill>
                  <a:srgbClr val="0B6172"/>
                </a:solidFill>
                <a:latin typeface="Malgun Gothic"/>
                <a:ea typeface="Malgun Gothic"/>
                <a:cs typeface="Malgun Gothic"/>
              </a:defRPr>
            </a:lvl2pPr>
            <a:lvl3pPr algn="l">
              <a:defRPr sz="1650" b="0">
                <a:solidFill>
                  <a:srgbClr val="0B6172"/>
                </a:solidFill>
                <a:latin typeface="Malgun Gothic"/>
                <a:ea typeface="Malgun Gothic"/>
                <a:cs typeface="Malgun Gothic"/>
              </a:defRPr>
            </a:lvl3pPr>
            <a:lvl4pPr algn="l">
              <a:defRPr sz="1650" b="0">
                <a:solidFill>
                  <a:srgbClr val="0B6172"/>
                </a:solidFill>
                <a:latin typeface="Malgun Gothic"/>
                <a:ea typeface="Malgun Gothic"/>
                <a:cs typeface="Malgun Gothic"/>
              </a:defRPr>
            </a:lvl4pPr>
            <a:lvl5pPr algn="l">
              <a:defRPr sz="1650" b="0">
                <a:solidFill>
                  <a:srgbClr val="0B6172"/>
                </a:solidFill>
                <a:latin typeface="Malgun Gothic"/>
                <a:ea typeface="Malgun Gothic"/>
                <a:cs typeface="Malgun Gothic"/>
              </a:defRPr>
            </a:lvl5pPr>
            <a:lvl6pPr algn="l">
              <a:defRPr sz="1650" b="0">
                <a:solidFill>
                  <a:srgbClr val="0B6172"/>
                </a:solidFill>
                <a:latin typeface="Malgun Gothic"/>
                <a:ea typeface="Malgun Gothic"/>
                <a:cs typeface="Malgun Gothic"/>
              </a:defRPr>
            </a:lvl6pPr>
            <a:lvl7pPr algn="l">
              <a:defRPr sz="1650" b="0">
                <a:solidFill>
                  <a:srgbClr val="0B6172"/>
                </a:solidFill>
                <a:latin typeface="Malgun Gothic"/>
                <a:ea typeface="Malgun Gothic"/>
                <a:cs typeface="Malgun Gothic"/>
              </a:defRPr>
            </a:lvl7pPr>
            <a:lvl8pPr algn="l">
              <a:defRPr sz="1650" b="0">
                <a:solidFill>
                  <a:srgbClr val="0B6172"/>
                </a:solidFill>
                <a:latin typeface="Malgun Gothic"/>
                <a:ea typeface="Malgun Gothic"/>
                <a:cs typeface="Malgun Gothic"/>
              </a:defRPr>
            </a:lvl8pPr>
            <a:lvl9pPr algn="l">
              <a:defRPr sz="1650" b="0">
                <a:solidFill>
                  <a:srgbClr val="0B6172"/>
                </a:solidFill>
                <a:latin typeface="Malgun Gothic"/>
                <a:ea typeface="Malgun Gothic"/>
                <a:cs typeface="Malgun Gothic"/>
              </a:defRPr>
            </a:lvl9pPr>
          </a:lstStyle>
          <a:p xmlns:a="http://schemas.openxmlformats.org/drawingml/2006/main">
            <a:pPr algn="l">
              <a:defRPr sz="1650" b="0">
                <a:solidFill>
                  <a:srgbClr val="0B6172"/>
                </a:solidFill>
                <a:latin typeface="Malgun Gothic"/>
                <a:ea typeface="Malgun Gothic"/>
                <a:cs typeface="Malgun Gothic"/>
              </a:defRPr>
            </a:pPr>
            <a:r>
              <a:rPr sz="1650" b="0">
                <a:solidFill>
                  <a:srgbClr val="0B6172"/>
                </a:solidFill>
                <a:latin typeface="Malgun Gothic"/>
                <a:ea typeface="Malgun Gothic"/>
                <a:cs typeface="Malgun Gothic"/>
              </a:rPr>
              <a:t>다음은 요청한 05 확인·보고의 근거를 살펴본다.</a:t>
            </a:r>
          </a:p>
        </p:txBody>
      </p:sp>
      <p:sp>
        <p:nvSpPr>
          <p:cNvPr id="19" name="Legacy module connection">
            <a:extLst xmlns:a="http://schemas.openxmlformats.org/drawingml/2006/main">
              <a:ext uri="{FF2B5EF4-FFF2-40B4-BE49-F238E27FC236}">
                <a16:creationId xmlns:a16="http://schemas.microsoft.com/office/drawing/2014/main" id="{E3C882A4-FC08-485E-A606-8A9400FA9C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26748463"/>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요청한 확인·보고와 기록의 대응">
            <a:extLst xmlns:a="http://schemas.openxmlformats.org/drawingml/2006/main">
              <a:ext uri="{FF2B5EF4-FFF2-40B4-BE49-F238E27FC236}">
                <a16:creationId xmlns:a16="http://schemas.microsoft.com/office/drawing/2014/main" id="{8A6A198F-39ED-470B-A7F5-73D517E927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요청한 확인·보고와 기록의 대응</a:t>
            </a:r>
          </a:p>
        </p:txBody>
      </p:sp>
      <p:sp>
        <p:nvSpPr>
          <p:cNvPr id="2" name="S22">
            <a:extLst xmlns:a="http://schemas.openxmlformats.org/drawingml/2006/main">
              <a:ext uri="{FF2B5EF4-FFF2-40B4-BE49-F238E27FC236}">
                <a16:creationId xmlns:a16="http://schemas.microsoft.com/office/drawing/2014/main" id="{3DFFB0B6-BD5C-4DE0-9F50-0C7E9E10E8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S22</a:t>
            </a:r>
          </a:p>
        </p:txBody>
      </p:sp>
      <p:sp>
        <p:nvSpPr>
          <p:cNvPr id="3" name="변경 결과와 확인 증거">
            <a:extLst xmlns:a="http://schemas.openxmlformats.org/drawingml/2006/main">
              <a:ext uri="{FF2B5EF4-FFF2-40B4-BE49-F238E27FC236}">
                <a16:creationId xmlns:a16="http://schemas.microsoft.com/office/drawing/2014/main" id="{F202E8CA-1F02-401F-B076-EA838016251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변경 결과와 확인 증거</a:t>
            </a:r>
          </a:p>
        </p:txBody>
      </p:sp>
      <p:sp>
        <p:nvSpPr>
          <p:cNvPr id="4" name="">
            <a:extLst xmlns:a="http://schemas.openxmlformats.org/drawingml/2006/main">
              <a:ext uri="{FF2B5EF4-FFF2-40B4-BE49-F238E27FC236}">
                <a16:creationId xmlns:a16="http://schemas.microsoft.com/office/drawing/2014/main" id="{B7720912-1C7F-4B63-B7F2-F45487EC856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기록 요약 · 단일 Codex CLI 실행 · STATE-00-FIXED">
            <a:extLst xmlns:a="http://schemas.openxmlformats.org/drawingml/2006/main">
              <a:ext uri="{FF2B5EF4-FFF2-40B4-BE49-F238E27FC236}">
                <a16:creationId xmlns:a16="http://schemas.microsoft.com/office/drawing/2014/main" id="{F8B98AF8-979F-4FBD-A0BA-E3764CB9666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기록 요약 · 단일 Codex CLI 실행 · STATE-00-FIXED</a:t>
            </a:r>
          </a:p>
        </p:txBody>
      </p:sp>
      <p:sp>
        <p:nvSpPr>
          <p:cNvPr id="6" name="해당 테스트·입력·수정 범위의 확인입니다. 성능 benchmark는 수행하지 않았습니다.">
            <a:extLst xmlns:a="http://schemas.openxmlformats.org/drawingml/2006/main">
              <a:ext uri="{FF2B5EF4-FFF2-40B4-BE49-F238E27FC236}">
                <a16:creationId xmlns:a16="http://schemas.microsoft.com/office/drawing/2014/main" id="{76979539-45DC-4517-8BCF-7BBF8547B1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해당 테스트·입력·수정 범위의 확인입니다. 성능 benchmark는 수행하지 않았습니다.</a:t>
            </a:r>
          </a:p>
        </p:txBody>
      </p:sp>
      <p:sp>
        <p:nvSpPr>
          <p:cNvPr id="7" name="요청한 확인·보고에 어떤 근거가 남았을까?">
            <a:extLst xmlns:a="http://schemas.openxmlformats.org/drawingml/2006/main">
              <a:ext uri="{FF2B5EF4-FFF2-40B4-BE49-F238E27FC236}">
                <a16:creationId xmlns:a16="http://schemas.microsoft.com/office/drawing/2014/main" id="{E69703D3-1127-4FBF-9A9B-B479092C10BC}"/>
              </a:ext>
            </a:extLst>
          </p:cNvPr>
          <p:cNvSpPr>
            <a:spLocks xmlns:a="http://schemas.openxmlformats.org/drawingml/2006/main" noGrp="1"/>
          </p:cNvSpPr>
          <p:nvPr/>
        </p:nvSpPr>
        <p:spPr>
          <a:xfrm xmlns:a="http://schemas.openxmlformats.org/drawingml/2006/main">
            <a:off x="609600" y="17145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요청한 확인·보고에 어떤 근거가 남았을까?</a:t>
            </a:r>
          </a:p>
        </p:txBody>
      </p:sp>
      <p:sp>
        <p:nvSpPr>
          <p:cNvPr id="8" name="관련 테스트 실행">
            <a:extLst xmlns:a="http://schemas.openxmlformats.org/drawingml/2006/main">
              <a:ext uri="{FF2B5EF4-FFF2-40B4-BE49-F238E27FC236}">
                <a16:creationId xmlns:a16="http://schemas.microsoft.com/office/drawing/2014/main" id="{2E584573-5B26-496C-B1EC-D328CC19C498}"/>
              </a:ext>
            </a:extLst>
          </p:cNvPr>
          <p:cNvSpPr>
            <a:spLocks xmlns:a="http://schemas.openxmlformats.org/drawingml/2006/main" noGrp="1"/>
          </p:cNvSpPr>
          <p:nvPr/>
        </p:nvSpPr>
        <p:spPr>
          <a:xfrm xmlns:a="http://schemas.openxmlformats.org/drawingml/2006/main">
            <a:off x="6096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관련 테스트 실행</a:t>
            </a:r>
          </a:p>
        </p:txBody>
      </p:sp>
      <p:sp>
        <p:nvSpPr>
          <p:cNvPr id="9" name="">
            <a:extLst xmlns:a="http://schemas.openxmlformats.org/drawingml/2006/main">
              <a:ext uri="{FF2B5EF4-FFF2-40B4-BE49-F238E27FC236}">
                <a16:creationId xmlns:a16="http://schemas.microsoft.com/office/drawing/2014/main" id="{F8B68526-599E-4D41-AD09-A3AB16508BEA}"/>
              </a:ext>
            </a:extLst>
          </p:cNvPr>
          <p:cNvSpPr>
            <a:spLocks xmlns:a="http://schemas.openxmlformats.org/drawingml/2006/main" noGrp="1"/>
          </p:cNvSpPr>
          <p:nvPr/>
        </p:nvSpPr>
        <p:spPr>
          <a:xfrm xmlns:a="http://schemas.openxmlformats.org/drawingml/2006/main">
            <a:off x="6096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3 / 3">
            <a:extLst xmlns:a="http://schemas.openxmlformats.org/drawingml/2006/main">
              <a:ext uri="{FF2B5EF4-FFF2-40B4-BE49-F238E27FC236}">
                <a16:creationId xmlns:a16="http://schemas.microsoft.com/office/drawing/2014/main" id="{2E671E5A-00BA-46AD-9BF0-926D7DE367EB}"/>
              </a:ext>
            </a:extLst>
          </p:cNvPr>
          <p:cNvSpPr>
            <a:spLocks xmlns:a="http://schemas.openxmlformats.org/drawingml/2006/main" noGrp="1"/>
          </p:cNvSpPr>
          <p:nvPr/>
        </p:nvSpPr>
        <p:spPr>
          <a:xfrm xmlns:a="http://schemas.openxmlformats.org/drawingml/2006/main">
            <a:off x="6096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3 / 3</a:t>
            </a:r>
          </a:p>
        </p:txBody>
      </p:sp>
      <p:sp>
        <p:nvSpPr>
          <p:cNvPr id="11" name="crop 관련 테스트 묶음">
            <a:extLst xmlns:a="http://schemas.openxmlformats.org/drawingml/2006/main">
              <a:ext uri="{FF2B5EF4-FFF2-40B4-BE49-F238E27FC236}">
                <a16:creationId xmlns:a16="http://schemas.microsoft.com/office/drawing/2014/main" id="{6633EF18-2B4F-40B1-B0F5-6F12711EEFA8}"/>
              </a:ext>
            </a:extLst>
          </p:cNvPr>
          <p:cNvSpPr>
            <a:spLocks xmlns:a="http://schemas.openxmlformats.org/drawingml/2006/main" noGrp="1"/>
          </p:cNvSpPr>
          <p:nvPr/>
        </p:nvSpPr>
        <p:spPr>
          <a:xfrm xmlns:a="http://schemas.openxmlformats.org/drawingml/2006/main">
            <a:off x="6096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crop 관련 테스트 묶음</a:t>
            </a:r>
          </a:p>
        </p:txBody>
      </p:sp>
      <p:sp>
        <p:nvSpPr>
          <p:cNvPr id="12" name="프로젝트 전체 11 / 11 통과">
            <a:extLst xmlns:a="http://schemas.openxmlformats.org/drawingml/2006/main">
              <a:ext uri="{FF2B5EF4-FFF2-40B4-BE49-F238E27FC236}">
                <a16:creationId xmlns:a16="http://schemas.microsoft.com/office/drawing/2014/main" id="{A77F2E53-4AC1-437F-B4D3-8345628A5F34}"/>
              </a:ext>
            </a:extLst>
          </p:cNvPr>
          <p:cNvSpPr>
            <a:spLocks xmlns:a="http://schemas.openxmlformats.org/drawingml/2006/main" noGrp="1"/>
          </p:cNvSpPr>
          <p:nvPr/>
        </p:nvSpPr>
        <p:spPr>
          <a:xfrm xmlns:a="http://schemas.openxmlformats.org/drawingml/2006/main">
            <a:off x="6096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프로젝트 전체 11 / 11 통과</a:t>
            </a:r>
          </a:p>
        </p:txBody>
      </p:sp>
      <p:sp>
        <p:nvSpPr>
          <p:cNvPr id="13" name="CLI 샘플 실행">
            <a:extLst xmlns:a="http://schemas.openxmlformats.org/drawingml/2006/main">
              <a:ext uri="{FF2B5EF4-FFF2-40B4-BE49-F238E27FC236}">
                <a16:creationId xmlns:a16="http://schemas.microsoft.com/office/drawing/2014/main" id="{86A565E1-7669-4748-8E19-91D81530294C}"/>
              </a:ext>
            </a:extLst>
          </p:cNvPr>
          <p:cNvSpPr>
            <a:spLocks xmlns:a="http://schemas.openxmlformats.org/drawingml/2006/main" noGrp="1"/>
          </p:cNvSpPr>
          <p:nvPr/>
        </p:nvSpPr>
        <p:spPr>
          <a:xfrm xmlns:a="http://schemas.openxmlformats.org/drawingml/2006/main">
            <a:off x="43815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CLI 샘플 실행</a:t>
            </a:r>
          </a:p>
        </p:txBody>
      </p:sp>
      <p:sp>
        <p:nvSpPr>
          <p:cNvPr id="14" name="">
            <a:extLst xmlns:a="http://schemas.openxmlformats.org/drawingml/2006/main">
              <a:ext uri="{FF2B5EF4-FFF2-40B4-BE49-F238E27FC236}">
                <a16:creationId xmlns:a16="http://schemas.microsoft.com/office/drawing/2014/main" id="{8D8C7ED9-9DC9-429F-ABBB-5FF7E054EFEE}"/>
              </a:ext>
            </a:extLst>
          </p:cNvPr>
          <p:cNvSpPr>
            <a:spLocks xmlns:a="http://schemas.openxmlformats.org/drawingml/2006/main" noGrp="1"/>
          </p:cNvSpPr>
          <p:nvPr/>
        </p:nvSpPr>
        <p:spPr>
          <a:xfrm xmlns:a="http://schemas.openxmlformats.org/drawingml/2006/main">
            <a:off x="43815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PASS">
            <a:extLst xmlns:a="http://schemas.openxmlformats.org/drawingml/2006/main">
              <a:ext uri="{FF2B5EF4-FFF2-40B4-BE49-F238E27FC236}">
                <a16:creationId xmlns:a16="http://schemas.microsoft.com/office/drawing/2014/main" id="{9201225F-FA24-443C-8FB0-E92E6AB1EAED}"/>
              </a:ext>
            </a:extLst>
          </p:cNvPr>
          <p:cNvSpPr>
            <a:spLocks xmlns:a="http://schemas.openxmlformats.org/drawingml/2006/main" noGrp="1"/>
          </p:cNvSpPr>
          <p:nvPr/>
        </p:nvSpPr>
        <p:spPr>
          <a:xfrm xmlns:a="http://schemas.openxmlformats.org/drawingml/2006/main">
            <a:off x="43815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PASS</a:t>
            </a:r>
          </a:p>
        </p:txBody>
      </p:sp>
      <p:sp>
        <p:nvSpPr>
          <p:cNvPr id="16" name="CLI 샘플 실행 확인">
            <a:extLst xmlns:a="http://schemas.openxmlformats.org/drawingml/2006/main">
              <a:ext uri="{FF2B5EF4-FFF2-40B4-BE49-F238E27FC236}">
                <a16:creationId xmlns:a16="http://schemas.microsoft.com/office/drawing/2014/main" id="{9E1B3A84-B0AF-4D44-9E33-BDD9618BB3D9}"/>
              </a:ext>
            </a:extLst>
          </p:cNvPr>
          <p:cNvSpPr>
            <a:spLocks xmlns:a="http://schemas.openxmlformats.org/drawingml/2006/main" noGrp="1"/>
          </p:cNvSpPr>
          <p:nvPr/>
        </p:nvSpPr>
        <p:spPr>
          <a:xfrm xmlns:a="http://schemas.openxmlformats.org/drawingml/2006/main">
            <a:off x="43815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CLI 샘플 실행 확인</a:t>
            </a:r>
          </a:p>
        </p:txBody>
      </p:sp>
      <p:sp>
        <p:nvSpPr>
          <p:cNvPr id="17" name="기록된 샘플의 실행 경로">
            <a:extLst xmlns:a="http://schemas.openxmlformats.org/drawingml/2006/main">
              <a:ext uri="{FF2B5EF4-FFF2-40B4-BE49-F238E27FC236}">
                <a16:creationId xmlns:a16="http://schemas.microsoft.com/office/drawing/2014/main" id="{13BD1E1F-5B52-4C14-8912-8311CD7F9165}"/>
              </a:ext>
            </a:extLst>
          </p:cNvPr>
          <p:cNvSpPr>
            <a:spLocks xmlns:a="http://schemas.openxmlformats.org/drawingml/2006/main" noGrp="1"/>
          </p:cNvSpPr>
          <p:nvPr/>
        </p:nvSpPr>
        <p:spPr>
          <a:xfrm xmlns:a="http://schemas.openxmlformats.org/drawingml/2006/main">
            <a:off x="43815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기록된 샘플의 실행 경로</a:t>
            </a:r>
          </a:p>
        </p:txBody>
      </p:sp>
      <p:sp>
        <p:nvSpPr>
          <p:cNvPr id="18" name="변경 내용 확인">
            <a:extLst xmlns:a="http://schemas.openxmlformats.org/drawingml/2006/main">
              <a:ext uri="{FF2B5EF4-FFF2-40B4-BE49-F238E27FC236}">
                <a16:creationId xmlns:a16="http://schemas.microsoft.com/office/drawing/2014/main" id="{2891A315-DFF1-4928-BB03-1F7BE48AF230}"/>
              </a:ext>
            </a:extLst>
          </p:cNvPr>
          <p:cNvSpPr>
            <a:spLocks xmlns:a="http://schemas.openxmlformats.org/drawingml/2006/main" noGrp="1"/>
          </p:cNvSpPr>
          <p:nvPr/>
        </p:nvSpPr>
        <p:spPr>
          <a:xfrm xmlns:a="http://schemas.openxmlformats.org/drawingml/2006/main">
            <a:off x="8153400" y="2200275"/>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변경 내용 확인</a:t>
            </a:r>
          </a:p>
        </p:txBody>
      </p:sp>
      <p:sp>
        <p:nvSpPr>
          <p:cNvPr id="19" name="">
            <a:extLst xmlns:a="http://schemas.openxmlformats.org/drawingml/2006/main">
              <a:ext uri="{FF2B5EF4-FFF2-40B4-BE49-F238E27FC236}">
                <a16:creationId xmlns:a16="http://schemas.microsoft.com/office/drawing/2014/main" id="{5AA2E6AD-AD87-4749-9950-2E81AE560D7C}"/>
              </a:ext>
            </a:extLst>
          </p:cNvPr>
          <p:cNvSpPr>
            <a:spLocks xmlns:a="http://schemas.openxmlformats.org/drawingml/2006/main" noGrp="1"/>
          </p:cNvSpPr>
          <p:nvPr/>
        </p:nvSpPr>
        <p:spPr>
          <a:xfrm xmlns:a="http://schemas.openxmlformats.org/drawingml/2006/main">
            <a:off x="8153400" y="2790825"/>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1줄">
            <a:extLst xmlns:a="http://schemas.openxmlformats.org/drawingml/2006/main">
              <a:ext uri="{FF2B5EF4-FFF2-40B4-BE49-F238E27FC236}">
                <a16:creationId xmlns:a16="http://schemas.microsoft.com/office/drawing/2014/main" id="{5202DEB4-6334-4FD7-A3E8-7CF52E8AAA1F}"/>
              </a:ext>
            </a:extLst>
          </p:cNvPr>
          <p:cNvSpPr>
            <a:spLocks xmlns:a="http://schemas.openxmlformats.org/drawingml/2006/main" noGrp="1"/>
          </p:cNvSpPr>
          <p:nvPr/>
        </p:nvSpPr>
        <p:spPr>
          <a:xfrm xmlns:a="http://schemas.openxmlformats.org/drawingml/2006/main">
            <a:off x="8153400" y="3048000"/>
            <a:ext cx="3429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425" b="1">
                <a:solidFill>
                  <a:srgbClr val="176B4D"/>
                </a:solidFill>
                <a:latin typeface="Malgun Gothic"/>
                <a:ea typeface="Malgun Gothic"/>
                <a:cs typeface="Malgun Gothic"/>
              </a:defRPr>
            </a:defPPr>
            <a:lvl1pPr algn="l">
              <a:defRPr sz="4425" b="1">
                <a:solidFill>
                  <a:srgbClr val="176B4D"/>
                </a:solidFill>
                <a:latin typeface="Malgun Gothic"/>
                <a:ea typeface="Malgun Gothic"/>
                <a:cs typeface="Malgun Gothic"/>
              </a:defRPr>
            </a:lvl1pPr>
            <a:lvl2pPr algn="l">
              <a:defRPr sz="4425" b="1">
                <a:solidFill>
                  <a:srgbClr val="176B4D"/>
                </a:solidFill>
                <a:latin typeface="Malgun Gothic"/>
                <a:ea typeface="Malgun Gothic"/>
                <a:cs typeface="Malgun Gothic"/>
              </a:defRPr>
            </a:lvl2pPr>
            <a:lvl3pPr algn="l">
              <a:defRPr sz="4425" b="1">
                <a:solidFill>
                  <a:srgbClr val="176B4D"/>
                </a:solidFill>
                <a:latin typeface="Malgun Gothic"/>
                <a:ea typeface="Malgun Gothic"/>
                <a:cs typeface="Malgun Gothic"/>
              </a:defRPr>
            </a:lvl3pPr>
            <a:lvl4pPr algn="l">
              <a:defRPr sz="4425" b="1">
                <a:solidFill>
                  <a:srgbClr val="176B4D"/>
                </a:solidFill>
                <a:latin typeface="Malgun Gothic"/>
                <a:ea typeface="Malgun Gothic"/>
                <a:cs typeface="Malgun Gothic"/>
              </a:defRPr>
            </a:lvl4pPr>
            <a:lvl5pPr algn="l">
              <a:defRPr sz="4425" b="1">
                <a:solidFill>
                  <a:srgbClr val="176B4D"/>
                </a:solidFill>
                <a:latin typeface="Malgun Gothic"/>
                <a:ea typeface="Malgun Gothic"/>
                <a:cs typeface="Malgun Gothic"/>
              </a:defRPr>
            </a:lvl5pPr>
            <a:lvl6pPr algn="l">
              <a:defRPr sz="4425" b="1">
                <a:solidFill>
                  <a:srgbClr val="176B4D"/>
                </a:solidFill>
                <a:latin typeface="Malgun Gothic"/>
                <a:ea typeface="Malgun Gothic"/>
                <a:cs typeface="Malgun Gothic"/>
              </a:defRPr>
            </a:lvl6pPr>
            <a:lvl7pPr algn="l">
              <a:defRPr sz="4425" b="1">
                <a:solidFill>
                  <a:srgbClr val="176B4D"/>
                </a:solidFill>
                <a:latin typeface="Malgun Gothic"/>
                <a:ea typeface="Malgun Gothic"/>
                <a:cs typeface="Malgun Gothic"/>
              </a:defRPr>
            </a:lvl7pPr>
            <a:lvl8pPr algn="l">
              <a:defRPr sz="4425" b="1">
                <a:solidFill>
                  <a:srgbClr val="176B4D"/>
                </a:solidFill>
                <a:latin typeface="Malgun Gothic"/>
                <a:ea typeface="Malgun Gothic"/>
                <a:cs typeface="Malgun Gothic"/>
              </a:defRPr>
            </a:lvl8pPr>
            <a:lvl9pPr algn="l">
              <a:defRPr sz="4425" b="1">
                <a:solidFill>
                  <a:srgbClr val="176B4D"/>
                </a:solidFill>
                <a:latin typeface="Malgun Gothic"/>
                <a:ea typeface="Malgun Gothic"/>
                <a:cs typeface="Malgun Gothic"/>
              </a:defRPr>
            </a:lvl9pPr>
          </a:lstStyle>
          <a:p xmlns:a="http://schemas.openxmlformats.org/drawingml/2006/main">
            <a:pPr algn="l">
              <a:defRPr sz="4425" b="1">
                <a:solidFill>
                  <a:srgbClr val="176B4D"/>
                </a:solidFill>
                <a:latin typeface="Malgun Gothic"/>
                <a:ea typeface="Malgun Gothic"/>
                <a:cs typeface="Malgun Gothic"/>
              </a:defRPr>
            </a:pPr>
            <a:r>
              <a:rPr sz="4425" b="1">
                <a:solidFill>
                  <a:srgbClr val="176B4D"/>
                </a:solidFill>
                <a:latin typeface="Malgun Gothic"/>
                <a:ea typeface="Malgun Gothic"/>
                <a:cs typeface="Malgun Gothic"/>
              </a:rPr>
              <a:t>1줄</a:t>
            </a:r>
          </a:p>
        </p:txBody>
      </p:sp>
      <p:sp>
        <p:nvSpPr>
          <p:cNvPr id="21" name="한 파일의 crop 구현">
            <a:extLst xmlns:a="http://schemas.openxmlformats.org/drawingml/2006/main">
              <a:ext uri="{FF2B5EF4-FFF2-40B4-BE49-F238E27FC236}">
                <a16:creationId xmlns:a16="http://schemas.microsoft.com/office/drawing/2014/main" id="{D9930C05-4CFD-4AD9-81E8-7EE65136046B}"/>
              </a:ext>
            </a:extLst>
          </p:cNvPr>
          <p:cNvSpPr>
            <a:spLocks xmlns:a="http://schemas.openxmlformats.org/drawingml/2006/main" noGrp="1"/>
          </p:cNvSpPr>
          <p:nvPr/>
        </p:nvSpPr>
        <p:spPr>
          <a:xfrm xmlns:a="http://schemas.openxmlformats.org/drawingml/2006/main">
            <a:off x="8153400" y="4191000"/>
            <a:ext cx="3429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한 파일의 crop 구현</a:t>
            </a:r>
          </a:p>
        </p:txBody>
      </p:sp>
      <p:sp>
        <p:nvSpPr>
          <p:cNvPr id="22" name="git diff --check 통과">
            <a:extLst xmlns:a="http://schemas.openxmlformats.org/drawingml/2006/main">
              <a:ext uri="{FF2B5EF4-FFF2-40B4-BE49-F238E27FC236}">
                <a16:creationId xmlns:a16="http://schemas.microsoft.com/office/drawing/2014/main" id="{4E50C2F5-E210-457B-AD98-6F39C4EEB5F7}"/>
              </a:ext>
            </a:extLst>
          </p:cNvPr>
          <p:cNvSpPr>
            <a:spLocks xmlns:a="http://schemas.openxmlformats.org/drawingml/2006/main" noGrp="1"/>
          </p:cNvSpPr>
          <p:nvPr/>
        </p:nvSpPr>
        <p:spPr>
          <a:xfrm xmlns:a="http://schemas.openxmlformats.org/drawingml/2006/main">
            <a:off x="8153400" y="4905375"/>
            <a:ext cx="3429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git diff --check 통과</a:t>
            </a:r>
          </a:p>
        </p:txBody>
      </p:sp>
      <p:sp>
        <p:nvSpPr>
          <p:cNvPr id="23" name="Legacy module connection">
            <a:extLst xmlns:a="http://schemas.openxmlformats.org/drawingml/2006/main">
              <a:ext uri="{FF2B5EF4-FFF2-40B4-BE49-F238E27FC236}">
                <a16:creationId xmlns:a16="http://schemas.microsoft.com/office/drawing/2014/main" id="{04F8F79E-3601-4A56-8EA1-79CB74B7FF9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48907191"/>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1 · 확인·보고할 근거도 요청에 담기">
            <a:extLst xmlns:a="http://schemas.openxmlformats.org/drawingml/2006/main">
              <a:ext uri="{FF2B5EF4-FFF2-40B4-BE49-F238E27FC236}">
                <a16:creationId xmlns:a16="http://schemas.microsoft.com/office/drawing/2014/main" id="{14E2B5D9-B5EC-4539-8EEB-A52E33C9180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확인·보고할 근거도 요청에 담기</a:t>
            </a:r>
          </a:p>
        </p:txBody>
      </p:sp>
      <p:sp>
        <p:nvSpPr>
          <p:cNvPr id="2" name="S23">
            <a:extLst xmlns:a="http://schemas.openxmlformats.org/drawingml/2006/main">
              <a:ext uri="{FF2B5EF4-FFF2-40B4-BE49-F238E27FC236}">
                <a16:creationId xmlns:a16="http://schemas.microsoft.com/office/drawing/2014/main" id="{08B10913-F0C4-40C4-9DC7-1A927F81AA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S23</a:t>
            </a:r>
          </a:p>
        </p:txBody>
      </p:sp>
      <p:sp>
        <p:nvSpPr>
          <p:cNvPr id="3" name="Generated ≠ Done">
            <a:extLst xmlns:a="http://schemas.openxmlformats.org/drawingml/2006/main">
              <a:ext uri="{FF2B5EF4-FFF2-40B4-BE49-F238E27FC236}">
                <a16:creationId xmlns:a16="http://schemas.microsoft.com/office/drawing/2014/main" id="{366C8A13-9FB2-4069-B990-8A84E5F5E16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Generated ≠ Done</a:t>
            </a:r>
          </a:p>
        </p:txBody>
      </p:sp>
      <p:sp>
        <p:nvSpPr>
          <p:cNvPr id="4" name="">
            <a:extLst xmlns:a="http://schemas.openxmlformats.org/drawingml/2006/main">
              <a:ext uri="{FF2B5EF4-FFF2-40B4-BE49-F238E27FC236}">
                <a16:creationId xmlns:a16="http://schemas.microsoft.com/office/drawing/2014/main" id="{905547DB-0C5C-46B1-912A-FA78917231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결과 인계 예 · TRIAL-002 기록 재구성 · 실제 PR 원문이 아님">
            <a:extLst xmlns:a="http://schemas.openxmlformats.org/drawingml/2006/main">
              <a:ext uri="{FF2B5EF4-FFF2-40B4-BE49-F238E27FC236}">
                <a16:creationId xmlns:a16="http://schemas.microsoft.com/office/drawing/2014/main" id="{C65BDCDA-FF1F-43C1-97BF-0AE92EDE323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결과 인계 예 · TRIAL-002 기록 재구성 · 실제 PR 원문이 아님</a:t>
            </a:r>
          </a:p>
        </p:txBody>
      </p:sp>
      <p:sp>
        <p:nvSpPr>
          <p:cNvPr id="6" name="검사는 주장과 위험에 맞춰 선택합니다. TRIAL-002에서 benchmark는 수행하지 않았습니다.">
            <a:extLst xmlns:a="http://schemas.openxmlformats.org/drawingml/2006/main">
              <a:ext uri="{FF2B5EF4-FFF2-40B4-BE49-F238E27FC236}">
                <a16:creationId xmlns:a16="http://schemas.microsoft.com/office/drawing/2014/main" id="{FA1D3E31-9420-4F32-943D-5F4DD0BB83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검사는 주장과 위험에 맞춰 선택합니다. TRIAL-002에서 benchmark는 수행하지 않았습니다.</a:t>
            </a:r>
          </a:p>
        </p:txBody>
      </p:sp>
      <p:sp>
        <p:nvSpPr>
          <p:cNvPr id="7" name="확인·보고도 요청한다">
            <a:extLst xmlns:a="http://schemas.openxmlformats.org/drawingml/2006/main">
              <a:ext uri="{FF2B5EF4-FFF2-40B4-BE49-F238E27FC236}">
                <a16:creationId xmlns:a16="http://schemas.microsoft.com/office/drawing/2014/main" id="{40253960-29D6-49D1-B462-8FBA919D0BA8}"/>
              </a:ext>
            </a:extLst>
          </p:cNvPr>
          <p:cNvSpPr>
            <a:spLocks xmlns:a="http://schemas.openxmlformats.org/drawingml/2006/main" noGrp="1"/>
          </p:cNvSpPr>
          <p:nvPr/>
        </p:nvSpPr>
        <p:spPr>
          <a:xfrm xmlns:a="http://schemas.openxmlformats.org/drawingml/2006/main">
            <a:off x="609600" y="1971675"/>
            <a:ext cx="3619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확인·보고도 요청한다</a:t>
            </a:r>
          </a:p>
        </p:txBody>
      </p:sp>
      <p:sp>
        <p:nvSpPr>
          <p:cNvPr id="8" name="">
            <a:extLst xmlns:a="http://schemas.openxmlformats.org/drawingml/2006/main">
              <a:ext uri="{FF2B5EF4-FFF2-40B4-BE49-F238E27FC236}">
                <a16:creationId xmlns:a16="http://schemas.microsoft.com/office/drawing/2014/main" id="{11DB6607-D4A5-43F0-983F-E287F1ABC741}"/>
              </a:ext>
            </a:extLst>
          </p:cNvPr>
          <p:cNvSpPr>
            <a:spLocks xmlns:a="http://schemas.openxmlformats.org/drawingml/2006/main" noGrp="1"/>
          </p:cNvSpPr>
          <p:nvPr/>
        </p:nvSpPr>
        <p:spPr>
          <a:xfrm xmlns:a="http://schemas.openxmlformats.org/drawingml/2006/main">
            <a:off x="4686300" y="2095500"/>
            <a:ext cx="762000" cy="2952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9" name="사람이 완료를 판단">
            <a:extLst xmlns:a="http://schemas.openxmlformats.org/drawingml/2006/main">
              <a:ext uri="{FF2B5EF4-FFF2-40B4-BE49-F238E27FC236}">
                <a16:creationId xmlns:a16="http://schemas.microsoft.com/office/drawing/2014/main" id="{2C010F21-935C-48E0-AE2E-28448BA86D48}"/>
              </a:ext>
            </a:extLst>
          </p:cNvPr>
          <p:cNvSpPr>
            <a:spLocks xmlns:a="http://schemas.openxmlformats.org/drawingml/2006/main" noGrp="1"/>
          </p:cNvSpPr>
          <p:nvPr/>
        </p:nvSpPr>
        <p:spPr>
          <a:xfrm xmlns:a="http://schemas.openxmlformats.org/drawingml/2006/main">
            <a:off x="6324600" y="1971675"/>
            <a:ext cx="52578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사람이 완료를 판단</a:t>
            </a:r>
          </a:p>
        </p:txBody>
      </p:sp>
      <p:sp>
        <p:nvSpPr>
          <p:cNvPr id="10" name="">
            <a:extLst xmlns:a="http://schemas.openxmlformats.org/drawingml/2006/main">
              <a:ext uri="{FF2B5EF4-FFF2-40B4-BE49-F238E27FC236}">
                <a16:creationId xmlns:a16="http://schemas.microsoft.com/office/drawing/2014/main" id="{4C9DE362-B5CB-446A-B556-1E0DBE5BB485}"/>
              </a:ext>
            </a:extLst>
          </p:cNvPr>
          <p:cNvSpPr>
            <a:spLocks xmlns:a="http://schemas.openxmlformats.org/drawingml/2006/main" noGrp="1"/>
          </p:cNvSpPr>
          <p:nvPr/>
        </p:nvSpPr>
        <p:spPr>
          <a:xfrm xmlns:a="http://schemas.openxmlformats.org/drawingml/2006/main">
            <a:off x="609600" y="2771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무엇을 바꿨나?">
            <a:extLst xmlns:a="http://schemas.openxmlformats.org/drawingml/2006/main">
              <a:ext uri="{FF2B5EF4-FFF2-40B4-BE49-F238E27FC236}">
                <a16:creationId xmlns:a16="http://schemas.microsoft.com/office/drawing/2014/main" id="{AE738110-125E-4599-A886-BC06CBB9D33B}"/>
              </a:ext>
            </a:extLst>
          </p:cNvPr>
          <p:cNvSpPr>
            <a:spLocks xmlns:a="http://schemas.openxmlformats.org/drawingml/2006/main" noGrp="1"/>
          </p:cNvSpPr>
          <p:nvPr/>
        </p:nvSpPr>
        <p:spPr>
          <a:xfrm xmlns:a="http://schemas.openxmlformats.org/drawingml/2006/main">
            <a:off x="609600" y="2867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무엇을 바꿨나?</a:t>
            </a:r>
          </a:p>
        </p:txBody>
      </p:sp>
      <p:sp>
        <p:nvSpPr>
          <p:cNvPr id="12" name="끝 좌표 명세에 맞춰 crop 구현 1줄 수정">
            <a:extLst xmlns:a="http://schemas.openxmlformats.org/drawingml/2006/main">
              <a:ext uri="{FF2B5EF4-FFF2-40B4-BE49-F238E27FC236}">
                <a16:creationId xmlns:a16="http://schemas.microsoft.com/office/drawing/2014/main" id="{21E90633-1DF3-454D-9167-D66D1714D85F}"/>
              </a:ext>
            </a:extLst>
          </p:cNvPr>
          <p:cNvSpPr>
            <a:spLocks xmlns:a="http://schemas.openxmlformats.org/drawingml/2006/main" noGrp="1"/>
          </p:cNvSpPr>
          <p:nvPr/>
        </p:nvSpPr>
        <p:spPr>
          <a:xfrm xmlns:a="http://schemas.openxmlformats.org/drawingml/2006/main">
            <a:off x="3619500" y="2867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끝 좌표 명세에 맞춰 crop 구현 1줄 수정</a:t>
            </a:r>
          </a:p>
        </p:txBody>
      </p:sp>
      <p:sp>
        <p:nvSpPr>
          <p:cNvPr id="13" name="">
            <a:extLst xmlns:a="http://schemas.openxmlformats.org/drawingml/2006/main">
              <a:ext uri="{FF2B5EF4-FFF2-40B4-BE49-F238E27FC236}">
                <a16:creationId xmlns:a16="http://schemas.microsoft.com/office/drawing/2014/main" id="{04D1001D-9E0E-427E-96C9-872CAC6C8457}"/>
              </a:ext>
            </a:extLst>
          </p:cNvPr>
          <p:cNvSpPr>
            <a:spLocks xmlns:a="http://schemas.openxmlformats.org/drawingml/2006/main" noGrp="1"/>
          </p:cNvSpPr>
          <p:nvPr/>
        </p:nvSpPr>
        <p:spPr>
          <a:xfrm xmlns:a="http://schemas.openxmlformats.org/drawingml/2006/main">
            <a:off x="609600" y="3343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무엇으로 확인했나?">
            <a:extLst xmlns:a="http://schemas.openxmlformats.org/drawingml/2006/main">
              <a:ext uri="{FF2B5EF4-FFF2-40B4-BE49-F238E27FC236}">
                <a16:creationId xmlns:a16="http://schemas.microsoft.com/office/drawing/2014/main" id="{67490FEE-3E6A-48E4-974C-B7A3E9840CFA}"/>
              </a:ext>
            </a:extLst>
          </p:cNvPr>
          <p:cNvSpPr>
            <a:spLocks xmlns:a="http://schemas.openxmlformats.org/drawingml/2006/main" noGrp="1"/>
          </p:cNvSpPr>
          <p:nvPr/>
        </p:nvSpPr>
        <p:spPr>
          <a:xfrm xmlns:a="http://schemas.openxmlformats.org/drawingml/2006/main">
            <a:off x="609600" y="3438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무엇으로 확인했나?</a:t>
            </a:r>
          </a:p>
        </p:txBody>
      </p:sp>
      <p:sp>
        <p:nvSpPr>
          <p:cNvPr id="15" name="관련 3/3 · 전체 11/11 · CLI 샘플·변경 확인">
            <a:extLst xmlns:a="http://schemas.openxmlformats.org/drawingml/2006/main">
              <a:ext uri="{FF2B5EF4-FFF2-40B4-BE49-F238E27FC236}">
                <a16:creationId xmlns:a16="http://schemas.microsoft.com/office/drawing/2014/main" id="{054869CC-3EC4-483A-8920-E6CA69AC5170}"/>
              </a:ext>
            </a:extLst>
          </p:cNvPr>
          <p:cNvSpPr>
            <a:spLocks xmlns:a="http://schemas.openxmlformats.org/drawingml/2006/main" noGrp="1"/>
          </p:cNvSpPr>
          <p:nvPr/>
        </p:nvSpPr>
        <p:spPr>
          <a:xfrm xmlns:a="http://schemas.openxmlformats.org/drawingml/2006/main">
            <a:off x="3619500" y="3438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관련 3/3 · 전체 11/11 · CLI 샘플·변경 확인</a:t>
            </a:r>
          </a:p>
        </p:txBody>
      </p:sp>
      <p:sp>
        <p:nvSpPr>
          <p:cNvPr id="16" name="">
            <a:extLst xmlns:a="http://schemas.openxmlformats.org/drawingml/2006/main">
              <a:ext uri="{FF2B5EF4-FFF2-40B4-BE49-F238E27FC236}">
                <a16:creationId xmlns:a16="http://schemas.microsoft.com/office/drawing/2014/main" id="{5D0C45F2-A9B6-4FBD-904D-4181E5D432BA}"/>
              </a:ext>
            </a:extLst>
          </p:cNvPr>
          <p:cNvSpPr>
            <a:spLocks xmlns:a="http://schemas.openxmlformats.org/drawingml/2006/main" noGrp="1"/>
          </p:cNvSpPr>
          <p:nvPr/>
        </p:nvSpPr>
        <p:spPr>
          <a:xfrm xmlns:a="http://schemas.openxmlformats.org/drawingml/2006/main">
            <a:off x="609600" y="39147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무엇이 미확인인가?">
            <a:extLst xmlns:a="http://schemas.openxmlformats.org/drawingml/2006/main">
              <a:ext uri="{FF2B5EF4-FFF2-40B4-BE49-F238E27FC236}">
                <a16:creationId xmlns:a16="http://schemas.microsoft.com/office/drawing/2014/main" id="{06EB283F-3C1D-4FD2-8167-8C86F02AA2D0}"/>
              </a:ext>
            </a:extLst>
          </p:cNvPr>
          <p:cNvSpPr>
            <a:spLocks xmlns:a="http://schemas.openxmlformats.org/drawingml/2006/main" noGrp="1"/>
          </p:cNvSpPr>
          <p:nvPr/>
        </p:nvSpPr>
        <p:spPr>
          <a:xfrm xmlns:a="http://schemas.openxmlformats.org/drawingml/2006/main">
            <a:off x="609600" y="40100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무엇이 미확인인가?</a:t>
            </a:r>
          </a:p>
        </p:txBody>
      </p:sp>
      <p:sp>
        <p:nvSpPr>
          <p:cNvPr id="18" name="성능 미측정 · 현재 Desktop 동작 미검증">
            <a:extLst xmlns:a="http://schemas.openxmlformats.org/drawingml/2006/main">
              <a:ext uri="{FF2B5EF4-FFF2-40B4-BE49-F238E27FC236}">
                <a16:creationId xmlns:a16="http://schemas.microsoft.com/office/drawing/2014/main" id="{CF095D28-3C90-4795-8A8F-98EA8EC5B15B}"/>
              </a:ext>
            </a:extLst>
          </p:cNvPr>
          <p:cNvSpPr>
            <a:spLocks xmlns:a="http://schemas.openxmlformats.org/drawingml/2006/main" noGrp="1"/>
          </p:cNvSpPr>
          <p:nvPr/>
        </p:nvSpPr>
        <p:spPr>
          <a:xfrm xmlns:a="http://schemas.openxmlformats.org/drawingml/2006/main">
            <a:off x="3619500" y="40100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성능 미측정 · 현재 Desktop 동작 미검증</a:t>
            </a:r>
          </a:p>
        </p:txBody>
      </p:sp>
      <p:sp>
        <p:nvSpPr>
          <p:cNvPr id="19" name="">
            <a:extLst xmlns:a="http://schemas.openxmlformats.org/drawingml/2006/main">
              <a:ext uri="{FF2B5EF4-FFF2-40B4-BE49-F238E27FC236}">
                <a16:creationId xmlns:a16="http://schemas.microsoft.com/office/drawing/2014/main" id="{90B18D63-6D6F-42F6-826E-E70723CEA5D1}"/>
              </a:ext>
            </a:extLst>
          </p:cNvPr>
          <p:cNvSpPr>
            <a:spLocks xmlns:a="http://schemas.openxmlformats.org/drawingml/2006/main" noGrp="1"/>
          </p:cNvSpPr>
          <p:nvPr/>
        </p:nvSpPr>
        <p:spPr>
          <a:xfrm xmlns:a="http://schemas.openxmlformats.org/drawingml/2006/main">
            <a:off x="609600" y="44862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누가 완료를 판단하나?">
            <a:extLst xmlns:a="http://schemas.openxmlformats.org/drawingml/2006/main">
              <a:ext uri="{FF2B5EF4-FFF2-40B4-BE49-F238E27FC236}">
                <a16:creationId xmlns:a16="http://schemas.microsoft.com/office/drawing/2014/main" id="{31AE4E31-A5A8-49CE-9939-94228328A61C}"/>
              </a:ext>
            </a:extLst>
          </p:cNvPr>
          <p:cNvSpPr>
            <a:spLocks xmlns:a="http://schemas.openxmlformats.org/drawingml/2006/main" noGrp="1"/>
          </p:cNvSpPr>
          <p:nvPr/>
        </p:nvSpPr>
        <p:spPr>
          <a:xfrm xmlns:a="http://schemas.openxmlformats.org/drawingml/2006/main">
            <a:off x="609600" y="45815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누가 완료를 판단하나?</a:t>
            </a:r>
          </a:p>
        </p:txBody>
      </p:sp>
      <p:sp>
        <p:nvSpPr>
          <p:cNvPr id="21" name="근거와 남은 위험을 보고 사람이 결정">
            <a:extLst xmlns:a="http://schemas.openxmlformats.org/drawingml/2006/main">
              <a:ext uri="{FF2B5EF4-FFF2-40B4-BE49-F238E27FC236}">
                <a16:creationId xmlns:a16="http://schemas.microsoft.com/office/drawing/2014/main" id="{B4DB6B40-666A-40DC-98D2-FCDE320A7785}"/>
              </a:ext>
            </a:extLst>
          </p:cNvPr>
          <p:cNvSpPr>
            <a:spLocks xmlns:a="http://schemas.openxmlformats.org/drawingml/2006/main" noGrp="1"/>
          </p:cNvSpPr>
          <p:nvPr/>
        </p:nvSpPr>
        <p:spPr>
          <a:xfrm xmlns:a="http://schemas.openxmlformats.org/drawingml/2006/main">
            <a:off x="3619500" y="4581525"/>
            <a:ext cx="79629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근거와 남은 위험을 보고 사람이 결정</a:t>
            </a:r>
          </a:p>
        </p:txBody>
      </p:sp>
      <p:sp>
        <p:nvSpPr>
          <p:cNvPr id="22" name="확인 방법·기대 결과·보고할 근거를 완료 조건으로 요청한다.">
            <a:extLst xmlns:a="http://schemas.openxmlformats.org/drawingml/2006/main">
              <a:ext uri="{FF2B5EF4-FFF2-40B4-BE49-F238E27FC236}">
                <a16:creationId xmlns:a16="http://schemas.microsoft.com/office/drawing/2014/main" id="{9B66372B-444A-43FF-8A60-49920E1CE23B}"/>
              </a:ext>
            </a:extLst>
          </p:cNvPr>
          <p:cNvSpPr>
            <a:spLocks xmlns:a="http://schemas.openxmlformats.org/drawingml/2006/main" noGrp="1"/>
          </p:cNvSpPr>
          <p:nvPr/>
        </p:nvSpPr>
        <p:spPr>
          <a:xfrm xmlns:a="http://schemas.openxmlformats.org/drawingml/2006/main">
            <a:off x="609600" y="53244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 방법·기대 결과·보고할 근거를 완료 조건으로 요청한다.</a:t>
            </a:r>
          </a:p>
        </p:txBody>
      </p:sp>
      <p:sp>
        <p:nvSpPr>
          <p:cNvPr id="23" name="Legacy module connection">
            <a:extLst xmlns:a="http://schemas.openxmlformats.org/drawingml/2006/main">
              <a:ext uri="{FF2B5EF4-FFF2-40B4-BE49-F238E27FC236}">
                <a16:creationId xmlns:a16="http://schemas.microsoft.com/office/drawing/2014/main" id="{827924AE-6E9C-4247-88A3-45BB93F218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M5 · M6</a:t>
            </a:r>
          </a:p>
        </p:txBody>
      </p:sp>
    </p:spTree>
    <p:extLst>
      <p:ext uri="{BB962C8B-B14F-4D97-AF65-F5344CB8AC3E}">
        <p14:creationId xmlns:p14="http://schemas.microsoft.com/office/powerpoint/2010/main" val="747795341"/>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1 · 완료 조건을 명세로 요청하기">
            <a:extLst xmlns:a="http://schemas.openxmlformats.org/drawingml/2006/main">
              <a:ext uri="{FF2B5EF4-FFF2-40B4-BE49-F238E27FC236}">
                <a16:creationId xmlns:a16="http://schemas.microsoft.com/office/drawing/2014/main" id="{FFAEF18F-F874-4410-9A87-FC105EA97D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완료 조건을 명세로 요청하기</a:t>
            </a:r>
          </a:p>
        </p:txBody>
      </p:sp>
      <p:sp>
        <p:nvSpPr>
          <p:cNvPr id="2" name="S24">
            <a:extLst xmlns:a="http://schemas.openxmlformats.org/drawingml/2006/main">
              <a:ext uri="{FF2B5EF4-FFF2-40B4-BE49-F238E27FC236}">
                <a16:creationId xmlns:a16="http://schemas.microsoft.com/office/drawing/2014/main" id="{6E40304E-444C-40C8-BA09-A704088579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S24</a:t>
            </a:r>
          </a:p>
        </p:txBody>
      </p:sp>
      <p:sp>
        <p:nvSpPr>
          <p:cNvPr id="3" name="Check마다 확인하는 범위">
            <a:extLst xmlns:a="http://schemas.openxmlformats.org/drawingml/2006/main">
              <a:ext uri="{FF2B5EF4-FFF2-40B4-BE49-F238E27FC236}">
                <a16:creationId xmlns:a16="http://schemas.microsoft.com/office/drawing/2014/main" id="{A232C20D-198D-41EF-9E25-45F289949A9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Check마다 확인하는 범위</a:t>
            </a:r>
          </a:p>
        </p:txBody>
      </p:sp>
      <p:sp>
        <p:nvSpPr>
          <p:cNvPr id="4" name="">
            <a:extLst xmlns:a="http://schemas.openxmlformats.org/drawingml/2006/main">
              <a:ext uri="{FF2B5EF4-FFF2-40B4-BE49-F238E27FC236}">
                <a16:creationId xmlns:a16="http://schemas.microsoft.com/office/drawing/2014/main" id="{A0D8EE44-900D-4224-A795-9E9E02798D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2: 관련·전체 테스트 / CLI 샘플 실행 / 변경 확인 · 우측은 C++ 교육용 도식">
            <a:extLst xmlns:a="http://schemas.openxmlformats.org/drawingml/2006/main">
              <a:ext uri="{FF2B5EF4-FFF2-40B4-BE49-F238E27FC236}">
                <a16:creationId xmlns:a16="http://schemas.microsoft.com/office/drawing/2014/main" id="{E31F1536-1432-4FF8-B251-E555D398C57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TRIAL-002: 관련·전체 테스트 / CLI 샘플 실행 / 변경 확인 · 우측은 C++ 교육용 도식</a:t>
            </a:r>
          </a:p>
        </p:txBody>
      </p:sp>
      <p:sp>
        <p:nvSpPr>
          <p:cNvPr id="6" name="실제 Trial은 Python unittest입니다. Benchmark 미실행 · 우측은 새 실행·PASS ">
            <a:extLst xmlns:a="http://schemas.openxmlformats.org/drawingml/2006/main">
              <a:ext uri="{FF2B5EF4-FFF2-40B4-BE49-F238E27FC236}">
                <a16:creationId xmlns:a16="http://schemas.microsoft.com/office/drawing/2014/main" id="{07C7F48F-2DD1-4CAF-AAAC-6FA9ACD6EF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Trial은 Python unittest입니다. Benchmark 미실행 · 우측은 새 실행·PASS 결과가 아닙니다.</a:t>
            </a:r>
          </a:p>
        </p:txBody>
      </p:sp>
      <p:sp>
        <p:nvSpPr>
          <p:cNvPr id="7" name="요청할 확인">
            <a:extLst xmlns:a="http://schemas.openxmlformats.org/drawingml/2006/main">
              <a:ext uri="{FF2B5EF4-FFF2-40B4-BE49-F238E27FC236}">
                <a16:creationId xmlns:a16="http://schemas.microsoft.com/office/drawing/2014/main" id="{E9689982-4756-4B20-9C35-E4DCC4FAA13B}"/>
              </a:ext>
            </a:extLst>
          </p:cNvPr>
          <p:cNvSpPr>
            <a:spLocks xmlns:a="http://schemas.openxmlformats.org/drawingml/2006/main" noGrp="1"/>
          </p:cNvSpPr>
          <p:nvPr/>
        </p:nvSpPr>
        <p:spPr>
          <a:xfrm xmlns:a="http://schemas.openxmlformats.org/drawingml/2006/main">
            <a:off x="609600" y="1876425"/>
            <a:ext cx="1695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요청할 확인</a:t>
            </a:r>
          </a:p>
        </p:txBody>
      </p:sp>
      <p:sp>
        <p:nvSpPr>
          <p:cNvPr id="8" name="말할 수 있는 범위">
            <a:extLst xmlns:a="http://schemas.openxmlformats.org/drawingml/2006/main">
              <a:ext uri="{FF2B5EF4-FFF2-40B4-BE49-F238E27FC236}">
                <a16:creationId xmlns:a16="http://schemas.microsoft.com/office/drawing/2014/main" id="{5DD965FD-DAE2-430B-A3ED-E48F009C87C1}"/>
              </a:ext>
            </a:extLst>
          </p:cNvPr>
          <p:cNvSpPr>
            <a:spLocks xmlns:a="http://schemas.openxmlformats.org/drawingml/2006/main" noGrp="1"/>
          </p:cNvSpPr>
          <p:nvPr/>
        </p:nvSpPr>
        <p:spPr>
          <a:xfrm xmlns:a="http://schemas.openxmlformats.org/drawingml/2006/main">
            <a:off x="2400300" y="187642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말할 수 있는 범위</a:t>
            </a:r>
          </a:p>
        </p:txBody>
      </p:sp>
      <p:sp>
        <p:nvSpPr>
          <p:cNvPr id="9" name="">
            <a:extLst xmlns:a="http://schemas.openxmlformats.org/drawingml/2006/main">
              <a:ext uri="{FF2B5EF4-FFF2-40B4-BE49-F238E27FC236}">
                <a16:creationId xmlns:a16="http://schemas.microsoft.com/office/drawing/2014/main" id="{69F0BF58-4996-445D-B26D-EBE52E762D96}"/>
              </a:ext>
            </a:extLst>
          </p:cNvPr>
          <p:cNvSpPr>
            <a:spLocks xmlns:a="http://schemas.openxmlformats.org/drawingml/2006/main" noGrp="1"/>
          </p:cNvSpPr>
          <p:nvPr/>
        </p:nvSpPr>
        <p:spPr>
          <a:xfrm xmlns:a="http://schemas.openxmlformats.org/drawingml/2006/main">
            <a:off x="609600" y="23241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관련 테스트">
            <a:extLst xmlns:a="http://schemas.openxmlformats.org/drawingml/2006/main">
              <a:ext uri="{FF2B5EF4-FFF2-40B4-BE49-F238E27FC236}">
                <a16:creationId xmlns:a16="http://schemas.microsoft.com/office/drawing/2014/main" id="{F04C821A-32AE-415B-B769-A1217430416F}"/>
              </a:ext>
            </a:extLst>
          </p:cNvPr>
          <p:cNvSpPr>
            <a:spLocks xmlns:a="http://schemas.openxmlformats.org/drawingml/2006/main" noGrp="1"/>
          </p:cNvSpPr>
          <p:nvPr/>
        </p:nvSpPr>
        <p:spPr>
          <a:xfrm xmlns:a="http://schemas.openxmlformats.org/drawingml/2006/main">
            <a:off x="609600" y="24003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관련 테스트</a:t>
            </a:r>
          </a:p>
        </p:txBody>
      </p:sp>
      <p:sp>
        <p:nvSpPr>
          <p:cNvPr id="11" name="바뀐 동작의 해당 조건">
            <a:extLst xmlns:a="http://schemas.openxmlformats.org/drawingml/2006/main">
              <a:ext uri="{FF2B5EF4-FFF2-40B4-BE49-F238E27FC236}">
                <a16:creationId xmlns:a16="http://schemas.microsoft.com/office/drawing/2014/main" id="{1CB09067-CC0C-49D2-A657-EF76A4C8D4B4}"/>
              </a:ext>
            </a:extLst>
          </p:cNvPr>
          <p:cNvSpPr>
            <a:spLocks xmlns:a="http://schemas.openxmlformats.org/drawingml/2006/main" noGrp="1"/>
          </p:cNvSpPr>
          <p:nvPr/>
        </p:nvSpPr>
        <p:spPr>
          <a:xfrm xmlns:a="http://schemas.openxmlformats.org/drawingml/2006/main">
            <a:off x="2400300" y="24003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바뀐 동작의 해당 조건</a:t>
            </a:r>
          </a:p>
        </p:txBody>
      </p:sp>
      <p:sp>
        <p:nvSpPr>
          <p:cNvPr id="12" name="">
            <a:extLst xmlns:a="http://schemas.openxmlformats.org/drawingml/2006/main">
              <a:ext uri="{FF2B5EF4-FFF2-40B4-BE49-F238E27FC236}">
                <a16:creationId xmlns:a16="http://schemas.microsoft.com/office/drawing/2014/main" id="{0F1CCCC9-7365-434B-92C7-8C16BB88AF80}"/>
              </a:ext>
            </a:extLst>
          </p:cNvPr>
          <p:cNvSpPr>
            <a:spLocks xmlns:a="http://schemas.openxmlformats.org/drawingml/2006/main" noGrp="1"/>
          </p:cNvSpPr>
          <p:nvPr/>
        </p:nvSpPr>
        <p:spPr>
          <a:xfrm xmlns:a="http://schemas.openxmlformats.org/drawingml/2006/main">
            <a:off x="609600" y="29337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전체 테스트">
            <a:extLst xmlns:a="http://schemas.openxmlformats.org/drawingml/2006/main">
              <a:ext uri="{FF2B5EF4-FFF2-40B4-BE49-F238E27FC236}">
                <a16:creationId xmlns:a16="http://schemas.microsoft.com/office/drawing/2014/main" id="{CBEF2097-C1F7-41CF-8F37-4D1978137951}"/>
              </a:ext>
            </a:extLst>
          </p:cNvPr>
          <p:cNvSpPr>
            <a:spLocks xmlns:a="http://schemas.openxmlformats.org/drawingml/2006/main" noGrp="1"/>
          </p:cNvSpPr>
          <p:nvPr/>
        </p:nvSpPr>
        <p:spPr>
          <a:xfrm xmlns:a="http://schemas.openxmlformats.org/drawingml/2006/main">
            <a:off x="609600" y="30099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전체 테스트</a:t>
            </a:r>
          </a:p>
        </p:txBody>
      </p:sp>
      <p:sp>
        <p:nvSpPr>
          <p:cNvPr id="14" name="현재 suite의 회귀 범위">
            <a:extLst xmlns:a="http://schemas.openxmlformats.org/drawingml/2006/main">
              <a:ext uri="{FF2B5EF4-FFF2-40B4-BE49-F238E27FC236}">
                <a16:creationId xmlns:a16="http://schemas.microsoft.com/office/drawing/2014/main" id="{091DF98E-097E-456C-8448-415823A4668F}"/>
              </a:ext>
            </a:extLst>
          </p:cNvPr>
          <p:cNvSpPr>
            <a:spLocks xmlns:a="http://schemas.openxmlformats.org/drawingml/2006/main" noGrp="1"/>
          </p:cNvSpPr>
          <p:nvPr/>
        </p:nvSpPr>
        <p:spPr>
          <a:xfrm xmlns:a="http://schemas.openxmlformats.org/drawingml/2006/main">
            <a:off x="2400300" y="30099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suite의 회귀 범위</a:t>
            </a:r>
          </a:p>
        </p:txBody>
      </p:sp>
      <p:sp>
        <p:nvSpPr>
          <p:cNvPr id="15" name="">
            <a:extLst xmlns:a="http://schemas.openxmlformats.org/drawingml/2006/main">
              <a:ext uri="{FF2B5EF4-FFF2-40B4-BE49-F238E27FC236}">
                <a16:creationId xmlns:a16="http://schemas.microsoft.com/office/drawing/2014/main" id="{AA82ED85-8B42-4DDB-A6C8-B0E10FFA2BEE}"/>
              </a:ext>
            </a:extLst>
          </p:cNvPr>
          <p:cNvSpPr>
            <a:spLocks xmlns:a="http://schemas.openxmlformats.org/drawingml/2006/main" noGrp="1"/>
          </p:cNvSpPr>
          <p:nvPr/>
        </p:nvSpPr>
        <p:spPr>
          <a:xfrm xmlns:a="http://schemas.openxmlformats.org/drawingml/2006/main">
            <a:off x="609600" y="35433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CLI 샘플 실행">
            <a:extLst xmlns:a="http://schemas.openxmlformats.org/drawingml/2006/main">
              <a:ext uri="{FF2B5EF4-FFF2-40B4-BE49-F238E27FC236}">
                <a16:creationId xmlns:a16="http://schemas.microsoft.com/office/drawing/2014/main" id="{86233256-11DF-4B1E-916A-4F9C819A6A51}"/>
              </a:ext>
            </a:extLst>
          </p:cNvPr>
          <p:cNvSpPr>
            <a:spLocks xmlns:a="http://schemas.openxmlformats.org/drawingml/2006/main" noGrp="1"/>
          </p:cNvSpPr>
          <p:nvPr/>
        </p:nvSpPr>
        <p:spPr>
          <a:xfrm xmlns:a="http://schemas.openxmlformats.org/drawingml/2006/main">
            <a:off x="609600" y="36195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샘플 실행</a:t>
            </a:r>
          </a:p>
        </p:txBody>
      </p:sp>
      <p:sp>
        <p:nvSpPr>
          <p:cNvPr id="17" name="샘플의 통합 실행 경로">
            <a:extLst xmlns:a="http://schemas.openxmlformats.org/drawingml/2006/main">
              <a:ext uri="{FF2B5EF4-FFF2-40B4-BE49-F238E27FC236}">
                <a16:creationId xmlns:a16="http://schemas.microsoft.com/office/drawing/2014/main" id="{5689319D-1021-48CA-8EDC-E8C0DDF3CC5F}"/>
              </a:ext>
            </a:extLst>
          </p:cNvPr>
          <p:cNvSpPr>
            <a:spLocks xmlns:a="http://schemas.openxmlformats.org/drawingml/2006/main" noGrp="1"/>
          </p:cNvSpPr>
          <p:nvPr/>
        </p:nvSpPr>
        <p:spPr>
          <a:xfrm xmlns:a="http://schemas.openxmlformats.org/drawingml/2006/main">
            <a:off x="2400300" y="36195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샘플의 통합 실행 경로</a:t>
            </a:r>
          </a:p>
        </p:txBody>
      </p:sp>
      <p:sp>
        <p:nvSpPr>
          <p:cNvPr id="18" name="">
            <a:extLst xmlns:a="http://schemas.openxmlformats.org/drawingml/2006/main">
              <a:ext uri="{FF2B5EF4-FFF2-40B4-BE49-F238E27FC236}">
                <a16:creationId xmlns:a16="http://schemas.microsoft.com/office/drawing/2014/main" id="{821D3F5C-B6AB-4042-9731-2A16209DAAD4}"/>
              </a:ext>
            </a:extLst>
          </p:cNvPr>
          <p:cNvSpPr>
            <a:spLocks xmlns:a="http://schemas.openxmlformats.org/drawingml/2006/main" noGrp="1"/>
          </p:cNvSpPr>
          <p:nvPr/>
        </p:nvSpPr>
        <p:spPr>
          <a:xfrm xmlns:a="http://schemas.openxmlformats.org/drawingml/2006/main">
            <a:off x="609600" y="41529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변경 내용 확인">
            <a:extLst xmlns:a="http://schemas.openxmlformats.org/drawingml/2006/main">
              <a:ext uri="{FF2B5EF4-FFF2-40B4-BE49-F238E27FC236}">
                <a16:creationId xmlns:a16="http://schemas.microsoft.com/office/drawing/2014/main" id="{F609D371-76C4-46A6-96EB-C04CE41FA29E}"/>
              </a:ext>
            </a:extLst>
          </p:cNvPr>
          <p:cNvSpPr>
            <a:spLocks xmlns:a="http://schemas.openxmlformats.org/drawingml/2006/main" noGrp="1"/>
          </p:cNvSpPr>
          <p:nvPr/>
        </p:nvSpPr>
        <p:spPr>
          <a:xfrm xmlns:a="http://schemas.openxmlformats.org/drawingml/2006/main">
            <a:off x="609600" y="42291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내용 확인</a:t>
            </a:r>
          </a:p>
        </p:txBody>
      </p:sp>
      <p:sp>
        <p:nvSpPr>
          <p:cNvPr id="20" name="변경 범위·의도치 않은 수정">
            <a:extLst xmlns:a="http://schemas.openxmlformats.org/drawingml/2006/main">
              <a:ext uri="{FF2B5EF4-FFF2-40B4-BE49-F238E27FC236}">
                <a16:creationId xmlns:a16="http://schemas.microsoft.com/office/drawing/2014/main" id="{7FC4856D-52C6-4945-AC18-F09781C8DC3C}"/>
              </a:ext>
            </a:extLst>
          </p:cNvPr>
          <p:cNvSpPr>
            <a:spLocks xmlns:a="http://schemas.openxmlformats.org/drawingml/2006/main" noGrp="1"/>
          </p:cNvSpPr>
          <p:nvPr/>
        </p:nvSpPr>
        <p:spPr>
          <a:xfrm xmlns:a="http://schemas.openxmlformats.org/drawingml/2006/main">
            <a:off x="2400300" y="42291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범위·의도치 않은 수정</a:t>
            </a:r>
          </a:p>
        </p:txBody>
      </p:sp>
      <p:sp>
        <p:nvSpPr>
          <p:cNvPr id="21" name="">
            <a:extLst xmlns:a="http://schemas.openxmlformats.org/drawingml/2006/main">
              <a:ext uri="{FF2B5EF4-FFF2-40B4-BE49-F238E27FC236}">
                <a16:creationId xmlns:a16="http://schemas.microsoft.com/office/drawing/2014/main" id="{D14B4943-788A-4B64-8520-A4DAB87407A1}"/>
              </a:ext>
            </a:extLst>
          </p:cNvPr>
          <p:cNvSpPr>
            <a:spLocks xmlns:a="http://schemas.openxmlformats.org/drawingml/2006/main" noGrp="1"/>
          </p:cNvSpPr>
          <p:nvPr/>
        </p:nvSpPr>
        <p:spPr>
          <a:xfrm xmlns:a="http://schemas.openxmlformats.org/drawingml/2006/main">
            <a:off x="609600" y="4762500"/>
            <a:ext cx="5181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측정">
            <a:extLst xmlns:a="http://schemas.openxmlformats.org/drawingml/2006/main">
              <a:ext uri="{FF2B5EF4-FFF2-40B4-BE49-F238E27FC236}">
                <a16:creationId xmlns:a16="http://schemas.microsoft.com/office/drawing/2014/main" id="{795ABBB4-1904-425C-8014-F370C9C90443}"/>
              </a:ext>
            </a:extLst>
          </p:cNvPr>
          <p:cNvSpPr>
            <a:spLocks xmlns:a="http://schemas.openxmlformats.org/drawingml/2006/main" noGrp="1"/>
          </p:cNvSpPr>
          <p:nvPr/>
        </p:nvSpPr>
        <p:spPr>
          <a:xfrm xmlns:a="http://schemas.openxmlformats.org/drawingml/2006/main">
            <a:off x="609600" y="4838700"/>
            <a:ext cx="16954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805400"/>
                </a:solidFill>
                <a:latin typeface="Malgun Gothic"/>
                <a:ea typeface="Malgun Gothic"/>
                <a:cs typeface="Malgun Gothic"/>
              </a:defRPr>
            </a:defPPr>
            <a:lvl1pPr algn="l">
              <a:defRPr sz="1875" b="1">
                <a:solidFill>
                  <a:srgbClr val="805400"/>
                </a:solidFill>
                <a:latin typeface="Malgun Gothic"/>
                <a:ea typeface="Malgun Gothic"/>
                <a:cs typeface="Malgun Gothic"/>
              </a:defRPr>
            </a:lvl1pPr>
            <a:lvl2pPr algn="l">
              <a:defRPr sz="1875" b="1">
                <a:solidFill>
                  <a:srgbClr val="805400"/>
                </a:solidFill>
                <a:latin typeface="Malgun Gothic"/>
                <a:ea typeface="Malgun Gothic"/>
                <a:cs typeface="Malgun Gothic"/>
              </a:defRPr>
            </a:lvl2pPr>
            <a:lvl3pPr algn="l">
              <a:defRPr sz="1875" b="1">
                <a:solidFill>
                  <a:srgbClr val="805400"/>
                </a:solidFill>
                <a:latin typeface="Malgun Gothic"/>
                <a:ea typeface="Malgun Gothic"/>
                <a:cs typeface="Malgun Gothic"/>
              </a:defRPr>
            </a:lvl3pPr>
            <a:lvl4pPr algn="l">
              <a:defRPr sz="1875" b="1">
                <a:solidFill>
                  <a:srgbClr val="805400"/>
                </a:solidFill>
                <a:latin typeface="Malgun Gothic"/>
                <a:ea typeface="Malgun Gothic"/>
                <a:cs typeface="Malgun Gothic"/>
              </a:defRPr>
            </a:lvl4pPr>
            <a:lvl5pPr algn="l">
              <a:defRPr sz="1875" b="1">
                <a:solidFill>
                  <a:srgbClr val="805400"/>
                </a:solidFill>
                <a:latin typeface="Malgun Gothic"/>
                <a:ea typeface="Malgun Gothic"/>
                <a:cs typeface="Malgun Gothic"/>
              </a:defRPr>
            </a:lvl5pPr>
            <a:lvl6pPr algn="l">
              <a:defRPr sz="1875" b="1">
                <a:solidFill>
                  <a:srgbClr val="805400"/>
                </a:solidFill>
                <a:latin typeface="Malgun Gothic"/>
                <a:ea typeface="Malgun Gothic"/>
                <a:cs typeface="Malgun Gothic"/>
              </a:defRPr>
            </a:lvl6pPr>
            <a:lvl7pPr algn="l">
              <a:defRPr sz="1875" b="1">
                <a:solidFill>
                  <a:srgbClr val="805400"/>
                </a:solidFill>
                <a:latin typeface="Malgun Gothic"/>
                <a:ea typeface="Malgun Gothic"/>
                <a:cs typeface="Malgun Gothic"/>
              </a:defRPr>
            </a:lvl7pPr>
            <a:lvl8pPr algn="l">
              <a:defRPr sz="1875" b="1">
                <a:solidFill>
                  <a:srgbClr val="805400"/>
                </a:solidFill>
                <a:latin typeface="Malgun Gothic"/>
                <a:ea typeface="Malgun Gothic"/>
                <a:cs typeface="Malgun Gothic"/>
              </a:defRPr>
            </a:lvl8pPr>
            <a:lvl9pPr algn="l">
              <a:defRPr sz="1875" b="1">
                <a:solidFill>
                  <a:srgbClr val="805400"/>
                </a:solidFill>
                <a:latin typeface="Malgun Gothic"/>
                <a:ea typeface="Malgun Gothic"/>
                <a:cs typeface="Malgun Gothic"/>
              </a:defRPr>
            </a:lvl9pPr>
          </a:lstStyle>
          <a:p xmlns:a="http://schemas.openxmlformats.org/drawingml/2006/main">
            <a:pPr algn="l">
              <a:defRPr sz="1875" b="1">
                <a:solidFill>
                  <a:srgbClr val="805400"/>
                </a:solidFill>
                <a:latin typeface="Malgun Gothic"/>
                <a:ea typeface="Malgun Gothic"/>
                <a:cs typeface="Malgun Gothic"/>
              </a:defRPr>
            </a:pPr>
            <a:r>
              <a:rPr sz="1875" b="1">
                <a:solidFill>
                  <a:srgbClr val="805400"/>
                </a:solidFill>
                <a:latin typeface="Malgun Gothic"/>
                <a:ea typeface="Malgun Gothic"/>
                <a:cs typeface="Malgun Gothic"/>
              </a:rPr>
              <a:t>성능 측정</a:t>
            </a:r>
          </a:p>
        </p:txBody>
      </p:sp>
      <p:sp>
        <p:nvSpPr>
          <p:cNvPr id="23" name="측정한 입력·환경의 성능">
            <a:extLst xmlns:a="http://schemas.openxmlformats.org/drawingml/2006/main">
              <a:ext uri="{FF2B5EF4-FFF2-40B4-BE49-F238E27FC236}">
                <a16:creationId xmlns:a16="http://schemas.microsoft.com/office/drawing/2014/main" id="{70885C04-E89F-48D6-BBE3-38F26344E4E2}"/>
              </a:ext>
            </a:extLst>
          </p:cNvPr>
          <p:cNvSpPr>
            <a:spLocks xmlns:a="http://schemas.openxmlformats.org/drawingml/2006/main" noGrp="1"/>
          </p:cNvSpPr>
          <p:nvPr/>
        </p:nvSpPr>
        <p:spPr>
          <a:xfrm xmlns:a="http://schemas.openxmlformats.org/drawingml/2006/main">
            <a:off x="2400300" y="4838700"/>
            <a:ext cx="33909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측정한 입력·환경의 성능</a:t>
            </a:r>
          </a:p>
        </p:txBody>
      </p:sp>
      <p:sp>
        <p:nvSpPr>
          <p:cNvPr id="24" name="요청한 명세를 assert로 확인한다">
            <a:extLst xmlns:a="http://schemas.openxmlformats.org/drawingml/2006/main">
              <a:ext uri="{FF2B5EF4-FFF2-40B4-BE49-F238E27FC236}">
                <a16:creationId xmlns:a16="http://schemas.microsoft.com/office/drawing/2014/main" id="{26C80980-0E47-403F-851B-C3A2ED9EBD5F}"/>
              </a:ext>
            </a:extLst>
          </p:cNvPr>
          <p:cNvSpPr>
            <a:spLocks xmlns:a="http://schemas.openxmlformats.org/drawingml/2006/main" noGrp="1"/>
          </p:cNvSpPr>
          <p:nvPr/>
        </p:nvSpPr>
        <p:spPr>
          <a:xfrm xmlns:a="http://schemas.openxmlformats.org/drawingml/2006/main">
            <a:off x="6362700" y="1809750"/>
            <a:ext cx="5219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요청한 명세를 assert로 확인한다</a:t>
            </a:r>
          </a:p>
        </p:txBody>
      </p:sp>
      <p:sp>
        <p:nvSpPr>
          <p:cNvPr id="25" name="입력 {1, 2, 3, 4} · crop [1, 3)">
            <a:extLst xmlns:a="http://schemas.openxmlformats.org/drawingml/2006/main">
              <a:ext uri="{FF2B5EF4-FFF2-40B4-BE49-F238E27FC236}">
                <a16:creationId xmlns:a16="http://schemas.microsoft.com/office/drawing/2014/main" id="{15BCA33A-8890-46D1-91DC-1A7CBB426984}"/>
              </a:ext>
            </a:extLst>
          </p:cNvPr>
          <p:cNvSpPr>
            <a:spLocks xmlns:a="http://schemas.openxmlformats.org/drawingml/2006/main" noGrp="1"/>
          </p:cNvSpPr>
          <p:nvPr/>
        </p:nvSpPr>
        <p:spPr>
          <a:xfrm xmlns:a="http://schemas.openxmlformats.org/drawingml/2006/main">
            <a:off x="6362700" y="2209800"/>
            <a:ext cx="52197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입력 {1, 2, 3, 4} · crop [1, 3)</a:t>
            </a:r>
          </a:p>
        </p:txBody>
      </p:sp>
      <p:sp>
        <p:nvSpPr>
          <p:cNvPr id="26" name="기대 expected">
            <a:extLst xmlns:a="http://schemas.openxmlformats.org/drawingml/2006/main">
              <a:ext uri="{FF2B5EF4-FFF2-40B4-BE49-F238E27FC236}">
                <a16:creationId xmlns:a16="http://schemas.microsoft.com/office/drawing/2014/main" id="{7EDB805B-E20D-4893-ADBC-9BBC9DFF103B}"/>
              </a:ext>
            </a:extLst>
          </p:cNvPr>
          <p:cNvSpPr>
            <a:spLocks xmlns:a="http://schemas.openxmlformats.org/drawingml/2006/main" noGrp="1"/>
          </p:cNvSpPr>
          <p:nvPr/>
        </p:nvSpPr>
        <p:spPr>
          <a:xfrm xmlns:a="http://schemas.openxmlformats.org/drawingml/2006/main">
            <a:off x="6362700" y="2686050"/>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기대 expected</a:t>
            </a:r>
          </a:p>
        </p:txBody>
      </p:sp>
      <p:sp>
        <p:nvSpPr>
          <p:cNvPr id="27" name="">
            <a:extLst xmlns:a="http://schemas.openxmlformats.org/drawingml/2006/main">
              <a:ext uri="{FF2B5EF4-FFF2-40B4-BE49-F238E27FC236}">
                <a16:creationId xmlns:a16="http://schemas.microsoft.com/office/drawing/2014/main" id="{89012828-7D5C-40CA-83CC-D42DA53D742E}"/>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8" name="2">
            <a:extLst xmlns:a="http://schemas.openxmlformats.org/drawingml/2006/main">
              <a:ext uri="{FF2B5EF4-FFF2-40B4-BE49-F238E27FC236}">
                <a16:creationId xmlns:a16="http://schemas.microsoft.com/office/drawing/2014/main" id="{159724EB-E7E6-48D4-9CB9-36E7A71F53E6}"/>
              </a:ext>
            </a:extLst>
          </p:cNvPr>
          <p:cNvSpPr>
            <a:spLocks xmlns:a="http://schemas.openxmlformats.org/drawingml/2006/main" noGrp="1"/>
          </p:cNvSpPr>
          <p:nvPr/>
        </p:nvSpPr>
        <p:spPr>
          <a:xfrm xmlns:a="http://schemas.openxmlformats.org/drawingml/2006/main">
            <a:off x="79819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29" name="">
            <a:extLst xmlns:a="http://schemas.openxmlformats.org/drawingml/2006/main">
              <a:ext uri="{FF2B5EF4-FFF2-40B4-BE49-F238E27FC236}">
                <a16:creationId xmlns:a16="http://schemas.microsoft.com/office/drawing/2014/main" id="{5D69B335-BDC0-4A6D-AB6F-E3893E059662}"/>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0" name="3">
            <a:extLst xmlns:a="http://schemas.openxmlformats.org/drawingml/2006/main">
              <a:ext uri="{FF2B5EF4-FFF2-40B4-BE49-F238E27FC236}">
                <a16:creationId xmlns:a16="http://schemas.microsoft.com/office/drawing/2014/main" id="{59F915AC-6638-40F9-9844-414FE600C77D}"/>
              </a:ext>
            </a:extLst>
          </p:cNvPr>
          <p:cNvSpPr>
            <a:spLocks xmlns:a="http://schemas.openxmlformats.org/drawingml/2006/main" noGrp="1"/>
          </p:cNvSpPr>
          <p:nvPr/>
        </p:nvSpPr>
        <p:spPr>
          <a:xfrm xmlns:a="http://schemas.openxmlformats.org/drawingml/2006/main">
            <a:off x="8591550" y="2628900"/>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1" name="2개">
            <a:extLst xmlns:a="http://schemas.openxmlformats.org/drawingml/2006/main">
              <a:ext uri="{FF2B5EF4-FFF2-40B4-BE49-F238E27FC236}">
                <a16:creationId xmlns:a16="http://schemas.microsoft.com/office/drawing/2014/main" id="{17163492-0526-4A1E-88D9-3292DB0A541F}"/>
              </a:ext>
            </a:extLst>
          </p:cNvPr>
          <p:cNvSpPr>
            <a:spLocks xmlns:a="http://schemas.openxmlformats.org/drawingml/2006/main" noGrp="1"/>
          </p:cNvSpPr>
          <p:nvPr/>
        </p:nvSpPr>
        <p:spPr>
          <a:xfrm xmlns:a="http://schemas.openxmlformats.org/drawingml/2006/main">
            <a:off x="10096500" y="2686050"/>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0B6172"/>
                </a:solidFill>
                <a:latin typeface="Malgun Gothic"/>
                <a:ea typeface="Malgun Gothic"/>
                <a:cs typeface="Malgun Gothic"/>
              </a:defRPr>
            </a:defPPr>
            <a:lvl1pPr algn="r">
              <a:defRPr sz="1950" b="1">
                <a:solidFill>
                  <a:srgbClr val="0B6172"/>
                </a:solidFill>
                <a:latin typeface="Malgun Gothic"/>
                <a:ea typeface="Malgun Gothic"/>
                <a:cs typeface="Malgun Gothic"/>
              </a:defRPr>
            </a:lvl1pPr>
            <a:lvl2pPr algn="r">
              <a:defRPr sz="1950" b="1">
                <a:solidFill>
                  <a:srgbClr val="0B6172"/>
                </a:solidFill>
                <a:latin typeface="Malgun Gothic"/>
                <a:ea typeface="Malgun Gothic"/>
                <a:cs typeface="Malgun Gothic"/>
              </a:defRPr>
            </a:lvl2pPr>
            <a:lvl3pPr algn="r">
              <a:defRPr sz="1950" b="1">
                <a:solidFill>
                  <a:srgbClr val="0B6172"/>
                </a:solidFill>
                <a:latin typeface="Malgun Gothic"/>
                <a:ea typeface="Malgun Gothic"/>
                <a:cs typeface="Malgun Gothic"/>
              </a:defRPr>
            </a:lvl3pPr>
            <a:lvl4pPr algn="r">
              <a:defRPr sz="1950" b="1">
                <a:solidFill>
                  <a:srgbClr val="0B6172"/>
                </a:solidFill>
                <a:latin typeface="Malgun Gothic"/>
                <a:ea typeface="Malgun Gothic"/>
                <a:cs typeface="Malgun Gothic"/>
              </a:defRPr>
            </a:lvl4pPr>
            <a:lvl5pPr algn="r">
              <a:defRPr sz="1950" b="1">
                <a:solidFill>
                  <a:srgbClr val="0B6172"/>
                </a:solidFill>
                <a:latin typeface="Malgun Gothic"/>
                <a:ea typeface="Malgun Gothic"/>
                <a:cs typeface="Malgun Gothic"/>
              </a:defRPr>
            </a:lvl5pPr>
            <a:lvl6pPr algn="r">
              <a:defRPr sz="1950" b="1">
                <a:solidFill>
                  <a:srgbClr val="0B6172"/>
                </a:solidFill>
                <a:latin typeface="Malgun Gothic"/>
                <a:ea typeface="Malgun Gothic"/>
                <a:cs typeface="Malgun Gothic"/>
              </a:defRPr>
            </a:lvl6pPr>
            <a:lvl7pPr algn="r">
              <a:defRPr sz="1950" b="1">
                <a:solidFill>
                  <a:srgbClr val="0B6172"/>
                </a:solidFill>
                <a:latin typeface="Malgun Gothic"/>
                <a:ea typeface="Malgun Gothic"/>
                <a:cs typeface="Malgun Gothic"/>
              </a:defRPr>
            </a:lvl7pPr>
            <a:lvl8pPr algn="r">
              <a:defRPr sz="1950" b="1">
                <a:solidFill>
                  <a:srgbClr val="0B6172"/>
                </a:solidFill>
                <a:latin typeface="Malgun Gothic"/>
                <a:ea typeface="Malgun Gothic"/>
                <a:cs typeface="Malgun Gothic"/>
              </a:defRPr>
            </a:lvl8pPr>
            <a:lvl9pPr algn="r">
              <a:defRPr sz="1950" b="1">
                <a:solidFill>
                  <a:srgbClr val="0B6172"/>
                </a:solidFill>
                <a:latin typeface="Malgun Gothic"/>
                <a:ea typeface="Malgun Gothic"/>
                <a:cs typeface="Malgun Gothic"/>
              </a:defRPr>
            </a:lvl9pPr>
          </a:lstStyle>
          <a:p xmlns:a="http://schemas.openxmlformats.org/drawingml/2006/main">
            <a:pPr algn="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2개</a:t>
            </a:r>
          </a:p>
        </p:txBody>
      </p:sp>
      <p:sp>
        <p:nvSpPr>
          <p:cNvPr id="32" name="잘못된 actual">
            <a:extLst xmlns:a="http://schemas.openxmlformats.org/drawingml/2006/main">
              <a:ext uri="{FF2B5EF4-FFF2-40B4-BE49-F238E27FC236}">
                <a16:creationId xmlns:a16="http://schemas.microsoft.com/office/drawing/2014/main" id="{115C35AC-7BC3-4A99-8A40-A7360D608B99}"/>
              </a:ext>
            </a:extLst>
          </p:cNvPr>
          <p:cNvSpPr>
            <a:spLocks xmlns:a="http://schemas.openxmlformats.org/drawingml/2006/main" noGrp="1"/>
          </p:cNvSpPr>
          <p:nvPr/>
        </p:nvSpPr>
        <p:spPr>
          <a:xfrm xmlns:a="http://schemas.openxmlformats.org/drawingml/2006/main">
            <a:off x="6362700" y="3305175"/>
            <a:ext cx="145732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B42318"/>
                </a:solidFill>
                <a:latin typeface="Malgun Gothic"/>
                <a:ea typeface="Malgun Gothic"/>
                <a:cs typeface="Malgun Gothic"/>
              </a:defRPr>
            </a:defPPr>
            <a:lvl1pPr algn="l">
              <a:defRPr sz="1725" b="1">
                <a:solidFill>
                  <a:srgbClr val="B42318"/>
                </a:solidFill>
                <a:latin typeface="Malgun Gothic"/>
                <a:ea typeface="Malgun Gothic"/>
                <a:cs typeface="Malgun Gothic"/>
              </a:defRPr>
            </a:lvl1pPr>
            <a:lvl2pPr algn="l">
              <a:defRPr sz="1725" b="1">
                <a:solidFill>
                  <a:srgbClr val="B42318"/>
                </a:solidFill>
                <a:latin typeface="Malgun Gothic"/>
                <a:ea typeface="Malgun Gothic"/>
                <a:cs typeface="Malgun Gothic"/>
              </a:defRPr>
            </a:lvl2pPr>
            <a:lvl3pPr algn="l">
              <a:defRPr sz="1725" b="1">
                <a:solidFill>
                  <a:srgbClr val="B42318"/>
                </a:solidFill>
                <a:latin typeface="Malgun Gothic"/>
                <a:ea typeface="Malgun Gothic"/>
                <a:cs typeface="Malgun Gothic"/>
              </a:defRPr>
            </a:lvl3pPr>
            <a:lvl4pPr algn="l">
              <a:defRPr sz="1725" b="1">
                <a:solidFill>
                  <a:srgbClr val="B42318"/>
                </a:solidFill>
                <a:latin typeface="Malgun Gothic"/>
                <a:ea typeface="Malgun Gothic"/>
                <a:cs typeface="Malgun Gothic"/>
              </a:defRPr>
            </a:lvl4pPr>
            <a:lvl5pPr algn="l">
              <a:defRPr sz="1725" b="1">
                <a:solidFill>
                  <a:srgbClr val="B42318"/>
                </a:solidFill>
                <a:latin typeface="Malgun Gothic"/>
                <a:ea typeface="Malgun Gothic"/>
                <a:cs typeface="Malgun Gothic"/>
              </a:defRPr>
            </a:lvl5pPr>
            <a:lvl6pPr algn="l">
              <a:defRPr sz="1725" b="1">
                <a:solidFill>
                  <a:srgbClr val="B42318"/>
                </a:solidFill>
                <a:latin typeface="Malgun Gothic"/>
                <a:ea typeface="Malgun Gothic"/>
                <a:cs typeface="Malgun Gothic"/>
              </a:defRPr>
            </a:lvl6pPr>
            <a:lvl7pPr algn="l">
              <a:defRPr sz="1725" b="1">
                <a:solidFill>
                  <a:srgbClr val="B42318"/>
                </a:solidFill>
                <a:latin typeface="Malgun Gothic"/>
                <a:ea typeface="Malgun Gothic"/>
                <a:cs typeface="Malgun Gothic"/>
              </a:defRPr>
            </a:lvl7pPr>
            <a:lvl8pPr algn="l">
              <a:defRPr sz="1725" b="1">
                <a:solidFill>
                  <a:srgbClr val="B42318"/>
                </a:solidFill>
                <a:latin typeface="Malgun Gothic"/>
                <a:ea typeface="Malgun Gothic"/>
                <a:cs typeface="Malgun Gothic"/>
              </a:defRPr>
            </a:lvl8pPr>
            <a:lvl9pPr algn="l">
              <a:defRPr sz="1725" b="1">
                <a:solidFill>
                  <a:srgbClr val="B42318"/>
                </a:solidFill>
                <a:latin typeface="Malgun Gothic"/>
                <a:ea typeface="Malgun Gothic"/>
                <a:cs typeface="Malgun Gothic"/>
              </a:defRPr>
            </a:lvl9pPr>
          </a:lstStyle>
          <a:p xmlns:a="http://schemas.openxmlformats.org/drawingml/2006/main">
            <a:pPr algn="l">
              <a:defRPr sz="1725" b="1">
                <a:solidFill>
                  <a:srgbClr val="B42318"/>
                </a:solidFill>
                <a:latin typeface="Malgun Gothic"/>
                <a:ea typeface="Malgun Gothic"/>
                <a:cs typeface="Malgun Gothic"/>
              </a:defRPr>
            </a:pPr>
            <a:r>
              <a:rPr sz="1725" b="1">
                <a:solidFill>
                  <a:srgbClr val="B42318"/>
                </a:solidFill>
                <a:latin typeface="Malgun Gothic"/>
                <a:ea typeface="Malgun Gothic"/>
                <a:cs typeface="Malgun Gothic"/>
              </a:rPr>
              <a:t>잘못된 actual</a:t>
            </a:r>
          </a:p>
        </p:txBody>
      </p:sp>
      <p:sp>
        <p:nvSpPr>
          <p:cNvPr id="33" name="">
            <a:extLst xmlns:a="http://schemas.openxmlformats.org/drawingml/2006/main">
              <a:ext uri="{FF2B5EF4-FFF2-40B4-BE49-F238E27FC236}">
                <a16:creationId xmlns:a16="http://schemas.microsoft.com/office/drawing/2014/main" id="{92D88FD1-7412-456B-9C69-71F130E0B2D8}"/>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4" name="2">
            <a:extLst xmlns:a="http://schemas.openxmlformats.org/drawingml/2006/main">
              <a:ext uri="{FF2B5EF4-FFF2-40B4-BE49-F238E27FC236}">
                <a16:creationId xmlns:a16="http://schemas.microsoft.com/office/drawing/2014/main" id="{107D34D1-CE7E-4403-9548-A558CC4CC729}"/>
              </a:ext>
            </a:extLst>
          </p:cNvPr>
          <p:cNvSpPr>
            <a:spLocks xmlns:a="http://schemas.openxmlformats.org/drawingml/2006/main" noGrp="1"/>
          </p:cNvSpPr>
          <p:nvPr/>
        </p:nvSpPr>
        <p:spPr>
          <a:xfrm xmlns:a="http://schemas.openxmlformats.org/drawingml/2006/main">
            <a:off x="79819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A0E18BB7-59B0-4F1F-B0BA-FCA7319E9FFA}"/>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36" name="3">
            <a:extLst xmlns:a="http://schemas.openxmlformats.org/drawingml/2006/main">
              <a:ext uri="{FF2B5EF4-FFF2-40B4-BE49-F238E27FC236}">
                <a16:creationId xmlns:a16="http://schemas.microsoft.com/office/drawing/2014/main" id="{5B1084E0-DA18-48C8-8FEA-E685D7CC1108}"/>
              </a:ext>
            </a:extLst>
          </p:cNvPr>
          <p:cNvSpPr>
            <a:spLocks xmlns:a="http://schemas.openxmlformats.org/drawingml/2006/main" noGrp="1"/>
          </p:cNvSpPr>
          <p:nvPr/>
        </p:nvSpPr>
        <p:spPr>
          <a:xfrm xmlns:a="http://schemas.openxmlformats.org/drawingml/2006/main">
            <a:off x="85915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3</a:t>
            </a:r>
          </a:p>
        </p:txBody>
      </p:sp>
      <p:sp>
        <p:nvSpPr>
          <p:cNvPr id="37" name="">
            <a:extLst xmlns:a="http://schemas.openxmlformats.org/drawingml/2006/main">
              <a:ext uri="{FF2B5EF4-FFF2-40B4-BE49-F238E27FC236}">
                <a16:creationId xmlns:a16="http://schemas.microsoft.com/office/drawing/2014/main" id="{10BD80F4-BC88-461F-96EB-61F71B29B1E6}"/>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solidFill xmlns:a="http://schemas.openxmlformats.org/drawingml/2006/main">
            <a:srgbClr val="FBE4DF"/>
          </a:solidFill>
          <a:ln xmlns:a="http://schemas.openxmlformats.org/drawingml/2006/main" w="19050">
            <a:solidFill>
              <a:srgbClr val="B42318"/>
            </a:solidFill>
            <a:prstDash val="solid"/>
          </a:ln>
        </p:spPr>
      </p:sp>
      <p:sp>
        <p:nvSpPr>
          <p:cNvPr id="38" name="4">
            <a:extLst xmlns:a="http://schemas.openxmlformats.org/drawingml/2006/main">
              <a:ext uri="{FF2B5EF4-FFF2-40B4-BE49-F238E27FC236}">
                <a16:creationId xmlns:a16="http://schemas.microsoft.com/office/drawing/2014/main" id="{5FEAAC9A-2421-468C-9B5D-36A851F13D70}"/>
              </a:ext>
            </a:extLst>
          </p:cNvPr>
          <p:cNvSpPr>
            <a:spLocks xmlns:a="http://schemas.openxmlformats.org/drawingml/2006/main" noGrp="1"/>
          </p:cNvSpPr>
          <p:nvPr/>
        </p:nvSpPr>
        <p:spPr>
          <a:xfrm xmlns:a="http://schemas.openxmlformats.org/drawingml/2006/main">
            <a:off x="9201150" y="3248025"/>
            <a:ext cx="5143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B42318"/>
                </a:solidFill>
                <a:latin typeface="Malgun Gothic"/>
                <a:ea typeface="Malgun Gothic"/>
                <a:cs typeface="Malgun Gothic"/>
              </a:defRPr>
            </a:defPPr>
            <a:lvl1pPr algn="ctr">
              <a:defRPr sz="2400" b="1">
                <a:solidFill>
                  <a:srgbClr val="B42318"/>
                </a:solidFill>
                <a:latin typeface="Malgun Gothic"/>
                <a:ea typeface="Malgun Gothic"/>
                <a:cs typeface="Malgun Gothic"/>
              </a:defRPr>
            </a:lvl1pPr>
            <a:lvl2pPr algn="ctr">
              <a:defRPr sz="2400" b="1">
                <a:solidFill>
                  <a:srgbClr val="B42318"/>
                </a:solidFill>
                <a:latin typeface="Malgun Gothic"/>
                <a:ea typeface="Malgun Gothic"/>
                <a:cs typeface="Malgun Gothic"/>
              </a:defRPr>
            </a:lvl2pPr>
            <a:lvl3pPr algn="ctr">
              <a:defRPr sz="2400" b="1">
                <a:solidFill>
                  <a:srgbClr val="B42318"/>
                </a:solidFill>
                <a:latin typeface="Malgun Gothic"/>
                <a:ea typeface="Malgun Gothic"/>
                <a:cs typeface="Malgun Gothic"/>
              </a:defRPr>
            </a:lvl3pPr>
            <a:lvl4pPr algn="ctr">
              <a:defRPr sz="2400" b="1">
                <a:solidFill>
                  <a:srgbClr val="B42318"/>
                </a:solidFill>
                <a:latin typeface="Malgun Gothic"/>
                <a:ea typeface="Malgun Gothic"/>
                <a:cs typeface="Malgun Gothic"/>
              </a:defRPr>
            </a:lvl4pPr>
            <a:lvl5pPr algn="ctr">
              <a:defRPr sz="2400" b="1">
                <a:solidFill>
                  <a:srgbClr val="B42318"/>
                </a:solidFill>
                <a:latin typeface="Malgun Gothic"/>
                <a:ea typeface="Malgun Gothic"/>
                <a:cs typeface="Malgun Gothic"/>
              </a:defRPr>
            </a:lvl5pPr>
            <a:lvl6pPr algn="ctr">
              <a:defRPr sz="2400" b="1">
                <a:solidFill>
                  <a:srgbClr val="B42318"/>
                </a:solidFill>
                <a:latin typeface="Malgun Gothic"/>
                <a:ea typeface="Malgun Gothic"/>
                <a:cs typeface="Malgun Gothic"/>
              </a:defRPr>
            </a:lvl6pPr>
            <a:lvl7pPr algn="ctr">
              <a:defRPr sz="2400" b="1">
                <a:solidFill>
                  <a:srgbClr val="B42318"/>
                </a:solidFill>
                <a:latin typeface="Malgun Gothic"/>
                <a:ea typeface="Malgun Gothic"/>
                <a:cs typeface="Malgun Gothic"/>
              </a:defRPr>
            </a:lvl7pPr>
            <a:lvl8pPr algn="ctr">
              <a:defRPr sz="2400" b="1">
                <a:solidFill>
                  <a:srgbClr val="B42318"/>
                </a:solidFill>
                <a:latin typeface="Malgun Gothic"/>
                <a:ea typeface="Malgun Gothic"/>
                <a:cs typeface="Malgun Gothic"/>
              </a:defRPr>
            </a:lvl8pPr>
            <a:lvl9pPr algn="ctr">
              <a:defRPr sz="2400" b="1">
                <a:solidFill>
                  <a:srgbClr val="B42318"/>
                </a:solidFill>
                <a:latin typeface="Malgun Gothic"/>
                <a:ea typeface="Malgun Gothic"/>
                <a:cs typeface="Malgun Gothic"/>
              </a:defRPr>
            </a:lvl9pPr>
          </a:lstStyle>
          <a:p xmlns:a="http://schemas.openxmlformats.org/drawingml/2006/main">
            <a:pPr algn="ctr">
              <a:defRPr sz="2400" b="1">
                <a:solidFill>
                  <a:srgbClr val="B42318"/>
                </a:solidFill>
                <a:latin typeface="Malgun Gothic"/>
                <a:ea typeface="Malgun Gothic"/>
                <a:cs typeface="Malgun Gothic"/>
              </a:defRPr>
            </a:pPr>
            <a:r>
              <a:rPr sz="2400" b="1">
                <a:solidFill>
                  <a:srgbClr val="B42318"/>
                </a:solidFill>
                <a:latin typeface="Malgun Gothic"/>
                <a:ea typeface="Malgun Gothic"/>
                <a:cs typeface="Malgun Gothic"/>
              </a:rPr>
              <a:t>4</a:t>
            </a:r>
          </a:p>
        </p:txBody>
      </p:sp>
      <p:sp>
        <p:nvSpPr>
          <p:cNvPr id="39" name="3개">
            <a:extLst xmlns:a="http://schemas.openxmlformats.org/drawingml/2006/main">
              <a:ext uri="{FF2B5EF4-FFF2-40B4-BE49-F238E27FC236}">
                <a16:creationId xmlns:a16="http://schemas.microsoft.com/office/drawing/2014/main" id="{00ED7219-BAE9-4E2B-B449-17C729580458}"/>
              </a:ext>
            </a:extLst>
          </p:cNvPr>
          <p:cNvSpPr>
            <a:spLocks xmlns:a="http://schemas.openxmlformats.org/drawingml/2006/main" noGrp="1"/>
          </p:cNvSpPr>
          <p:nvPr/>
        </p:nvSpPr>
        <p:spPr>
          <a:xfrm xmlns:a="http://schemas.openxmlformats.org/drawingml/2006/main">
            <a:off x="10096500" y="3305175"/>
            <a:ext cx="1485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950" b="1">
                <a:solidFill>
                  <a:srgbClr val="B42318"/>
                </a:solidFill>
                <a:latin typeface="Malgun Gothic"/>
                <a:ea typeface="Malgun Gothic"/>
                <a:cs typeface="Malgun Gothic"/>
              </a:defRPr>
            </a:defPPr>
            <a:lvl1pPr algn="r">
              <a:defRPr sz="1950" b="1">
                <a:solidFill>
                  <a:srgbClr val="B42318"/>
                </a:solidFill>
                <a:latin typeface="Malgun Gothic"/>
                <a:ea typeface="Malgun Gothic"/>
                <a:cs typeface="Malgun Gothic"/>
              </a:defRPr>
            </a:lvl1pPr>
            <a:lvl2pPr algn="r">
              <a:defRPr sz="1950" b="1">
                <a:solidFill>
                  <a:srgbClr val="B42318"/>
                </a:solidFill>
                <a:latin typeface="Malgun Gothic"/>
                <a:ea typeface="Malgun Gothic"/>
                <a:cs typeface="Malgun Gothic"/>
              </a:defRPr>
            </a:lvl2pPr>
            <a:lvl3pPr algn="r">
              <a:defRPr sz="1950" b="1">
                <a:solidFill>
                  <a:srgbClr val="B42318"/>
                </a:solidFill>
                <a:latin typeface="Malgun Gothic"/>
                <a:ea typeface="Malgun Gothic"/>
                <a:cs typeface="Malgun Gothic"/>
              </a:defRPr>
            </a:lvl3pPr>
            <a:lvl4pPr algn="r">
              <a:defRPr sz="1950" b="1">
                <a:solidFill>
                  <a:srgbClr val="B42318"/>
                </a:solidFill>
                <a:latin typeface="Malgun Gothic"/>
                <a:ea typeface="Malgun Gothic"/>
                <a:cs typeface="Malgun Gothic"/>
              </a:defRPr>
            </a:lvl4pPr>
            <a:lvl5pPr algn="r">
              <a:defRPr sz="1950" b="1">
                <a:solidFill>
                  <a:srgbClr val="B42318"/>
                </a:solidFill>
                <a:latin typeface="Malgun Gothic"/>
                <a:ea typeface="Malgun Gothic"/>
                <a:cs typeface="Malgun Gothic"/>
              </a:defRPr>
            </a:lvl5pPr>
            <a:lvl6pPr algn="r">
              <a:defRPr sz="1950" b="1">
                <a:solidFill>
                  <a:srgbClr val="B42318"/>
                </a:solidFill>
                <a:latin typeface="Malgun Gothic"/>
                <a:ea typeface="Malgun Gothic"/>
                <a:cs typeface="Malgun Gothic"/>
              </a:defRPr>
            </a:lvl6pPr>
            <a:lvl7pPr algn="r">
              <a:defRPr sz="1950" b="1">
                <a:solidFill>
                  <a:srgbClr val="B42318"/>
                </a:solidFill>
                <a:latin typeface="Malgun Gothic"/>
                <a:ea typeface="Malgun Gothic"/>
                <a:cs typeface="Malgun Gothic"/>
              </a:defRPr>
            </a:lvl7pPr>
            <a:lvl8pPr algn="r">
              <a:defRPr sz="1950" b="1">
                <a:solidFill>
                  <a:srgbClr val="B42318"/>
                </a:solidFill>
                <a:latin typeface="Malgun Gothic"/>
                <a:ea typeface="Malgun Gothic"/>
                <a:cs typeface="Malgun Gothic"/>
              </a:defRPr>
            </a:lvl8pPr>
            <a:lvl9pPr algn="r">
              <a:defRPr sz="1950" b="1">
                <a:solidFill>
                  <a:srgbClr val="B42318"/>
                </a:solidFill>
                <a:latin typeface="Malgun Gothic"/>
                <a:ea typeface="Malgun Gothic"/>
                <a:cs typeface="Malgun Gothic"/>
              </a:defRPr>
            </a:lvl9pPr>
          </a:lstStyle>
          <a:p xmlns:a="http://schemas.openxmlformats.org/drawingml/2006/main">
            <a:pPr algn="r">
              <a:defRPr sz="1950" b="1">
                <a:solidFill>
                  <a:srgbClr val="B42318"/>
                </a:solidFill>
                <a:latin typeface="Malgun Gothic"/>
                <a:ea typeface="Malgun Gothic"/>
                <a:cs typeface="Malgun Gothic"/>
              </a:defRPr>
            </a:pPr>
            <a:r>
              <a:rPr sz="1950" b="1">
                <a:solidFill>
                  <a:srgbClr val="B42318"/>
                </a:solidFill>
                <a:latin typeface="Malgun Gothic"/>
                <a:ea typeface="Malgun Gothic"/>
                <a:cs typeface="Malgun Gothic"/>
              </a:rPr>
              <a:t>3개</a:t>
            </a:r>
          </a:p>
        </p:txBody>
      </p:sp>
      <p:sp>
        <p:nvSpPr>
          <p:cNvPr id="40" name="제외할 값 4가 있어도 비어 있지 않다">
            <a:extLst xmlns:a="http://schemas.openxmlformats.org/drawingml/2006/main">
              <a:ext uri="{FF2B5EF4-FFF2-40B4-BE49-F238E27FC236}">
                <a16:creationId xmlns:a16="http://schemas.microsoft.com/office/drawing/2014/main" id="{DCA5CD6B-6F5B-4DD0-9A60-B0CAFF1733E7}"/>
              </a:ext>
            </a:extLst>
          </p:cNvPr>
          <p:cNvSpPr>
            <a:spLocks xmlns:a="http://schemas.openxmlformats.org/drawingml/2006/main" noGrp="1"/>
          </p:cNvSpPr>
          <p:nvPr/>
        </p:nvSpPr>
        <p:spPr>
          <a:xfrm xmlns:a="http://schemas.openxmlformats.org/drawingml/2006/main">
            <a:off x="6362700" y="381000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B42318"/>
                </a:solidFill>
                <a:latin typeface="Malgun Gothic"/>
                <a:ea typeface="Malgun Gothic"/>
                <a:cs typeface="Malgun Gothic"/>
              </a:defRPr>
            </a:defPPr>
            <a:lvl1pPr algn="l">
              <a:defRPr sz="1725" b="0">
                <a:solidFill>
                  <a:srgbClr val="B42318"/>
                </a:solidFill>
                <a:latin typeface="Malgun Gothic"/>
                <a:ea typeface="Malgun Gothic"/>
                <a:cs typeface="Malgun Gothic"/>
              </a:defRPr>
            </a:lvl1pPr>
            <a:lvl2pPr algn="l">
              <a:defRPr sz="1725" b="0">
                <a:solidFill>
                  <a:srgbClr val="B42318"/>
                </a:solidFill>
                <a:latin typeface="Malgun Gothic"/>
                <a:ea typeface="Malgun Gothic"/>
                <a:cs typeface="Malgun Gothic"/>
              </a:defRPr>
            </a:lvl2pPr>
            <a:lvl3pPr algn="l">
              <a:defRPr sz="1725" b="0">
                <a:solidFill>
                  <a:srgbClr val="B42318"/>
                </a:solidFill>
                <a:latin typeface="Malgun Gothic"/>
                <a:ea typeface="Malgun Gothic"/>
                <a:cs typeface="Malgun Gothic"/>
              </a:defRPr>
            </a:lvl3pPr>
            <a:lvl4pPr algn="l">
              <a:defRPr sz="1725" b="0">
                <a:solidFill>
                  <a:srgbClr val="B42318"/>
                </a:solidFill>
                <a:latin typeface="Malgun Gothic"/>
                <a:ea typeface="Malgun Gothic"/>
                <a:cs typeface="Malgun Gothic"/>
              </a:defRPr>
            </a:lvl4pPr>
            <a:lvl5pPr algn="l">
              <a:defRPr sz="1725" b="0">
                <a:solidFill>
                  <a:srgbClr val="B42318"/>
                </a:solidFill>
                <a:latin typeface="Malgun Gothic"/>
                <a:ea typeface="Malgun Gothic"/>
                <a:cs typeface="Malgun Gothic"/>
              </a:defRPr>
            </a:lvl5pPr>
            <a:lvl6pPr algn="l">
              <a:defRPr sz="1725" b="0">
                <a:solidFill>
                  <a:srgbClr val="B42318"/>
                </a:solidFill>
                <a:latin typeface="Malgun Gothic"/>
                <a:ea typeface="Malgun Gothic"/>
                <a:cs typeface="Malgun Gothic"/>
              </a:defRPr>
            </a:lvl6pPr>
            <a:lvl7pPr algn="l">
              <a:defRPr sz="1725" b="0">
                <a:solidFill>
                  <a:srgbClr val="B42318"/>
                </a:solidFill>
                <a:latin typeface="Malgun Gothic"/>
                <a:ea typeface="Malgun Gothic"/>
                <a:cs typeface="Malgun Gothic"/>
              </a:defRPr>
            </a:lvl7pPr>
            <a:lvl8pPr algn="l">
              <a:defRPr sz="1725" b="0">
                <a:solidFill>
                  <a:srgbClr val="B42318"/>
                </a:solidFill>
                <a:latin typeface="Malgun Gothic"/>
                <a:ea typeface="Malgun Gothic"/>
                <a:cs typeface="Malgun Gothic"/>
              </a:defRPr>
            </a:lvl8pPr>
            <a:lvl9pPr algn="l">
              <a:defRPr sz="1725" b="0">
                <a:solidFill>
                  <a:srgbClr val="B42318"/>
                </a:solidFill>
                <a:latin typeface="Malgun Gothic"/>
                <a:ea typeface="Malgun Gothic"/>
                <a:cs typeface="Malgun Gothic"/>
              </a:defRPr>
            </a:lvl9pPr>
          </a:lstStyle>
          <a:p xmlns:a="http://schemas.openxmlformats.org/drawingml/2006/main">
            <a:pPr algn="l">
              <a:defRPr sz="1725" b="0">
                <a:solidFill>
                  <a:srgbClr val="B42318"/>
                </a:solidFill>
                <a:latin typeface="Malgun Gothic"/>
                <a:ea typeface="Malgun Gothic"/>
                <a:cs typeface="Malgun Gothic"/>
              </a:defRPr>
            </a:pPr>
            <a:r>
              <a:rPr sz="1725" b="0">
                <a:solidFill>
                  <a:srgbClr val="B42318"/>
                </a:solidFill>
                <a:latin typeface="Malgun Gothic"/>
                <a:ea typeface="Malgun Gothic"/>
                <a:cs typeface="Malgun Gothic"/>
              </a:rPr>
              <a:t>제외할 값 4가 있어도 비어 있지 않다</a:t>
            </a:r>
          </a:p>
        </p:txBody>
      </p:sp>
      <p:sp>
        <p:nvSpPr>
          <p:cNvPr id="41" name="EXPECT_FALSE(actual.empty());">
            <a:extLst xmlns:a="http://schemas.openxmlformats.org/drawingml/2006/main">
              <a:ext uri="{FF2B5EF4-FFF2-40B4-BE49-F238E27FC236}">
                <a16:creationId xmlns:a16="http://schemas.microsoft.com/office/drawing/2014/main" id="{68F868FB-06D7-4E39-A5DC-3AF7E5195A06}"/>
              </a:ext>
            </a:extLst>
          </p:cNvPr>
          <p:cNvSpPr>
            <a:spLocks xmlns:a="http://schemas.openxmlformats.org/drawingml/2006/main" noGrp="1"/>
          </p:cNvSpPr>
          <p:nvPr/>
        </p:nvSpPr>
        <p:spPr>
          <a:xfrm xmlns:a="http://schemas.openxmlformats.org/drawingml/2006/main">
            <a:off x="6362700" y="4133850"/>
            <a:ext cx="52197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EXPECT_FALSE(actual.empty());</a:t>
            </a:r>
          </a:p>
        </p:txBody>
      </p:sp>
      <p:sp>
        <p:nvSpPr>
          <p:cNvPr id="42" name="이 조건만으로는 명세 위반을 놓친다">
            <a:extLst xmlns:a="http://schemas.openxmlformats.org/drawingml/2006/main">
              <a:ext uri="{FF2B5EF4-FFF2-40B4-BE49-F238E27FC236}">
                <a16:creationId xmlns:a16="http://schemas.microsoft.com/office/drawing/2014/main" id="{E6EA5C0C-88A7-42E0-9B2D-C73C163EB0E3}"/>
              </a:ext>
            </a:extLst>
          </p:cNvPr>
          <p:cNvSpPr>
            <a:spLocks xmlns:a="http://schemas.openxmlformats.org/drawingml/2006/main" noGrp="1"/>
          </p:cNvSpPr>
          <p:nvPr/>
        </p:nvSpPr>
        <p:spPr>
          <a:xfrm xmlns:a="http://schemas.openxmlformats.org/drawingml/2006/main">
            <a:off x="6362700" y="4438650"/>
            <a:ext cx="5219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805400"/>
                </a:solidFill>
                <a:latin typeface="Malgun Gothic"/>
                <a:ea typeface="Malgun Gothic"/>
                <a:cs typeface="Malgun Gothic"/>
              </a:defRPr>
            </a:defPPr>
            <a:lvl1pPr algn="l">
              <a:defRPr sz="1725" b="1">
                <a:solidFill>
                  <a:srgbClr val="805400"/>
                </a:solidFill>
                <a:latin typeface="Malgun Gothic"/>
                <a:ea typeface="Malgun Gothic"/>
                <a:cs typeface="Malgun Gothic"/>
              </a:defRPr>
            </a:lvl1pPr>
            <a:lvl2pPr algn="l">
              <a:defRPr sz="1725" b="1">
                <a:solidFill>
                  <a:srgbClr val="805400"/>
                </a:solidFill>
                <a:latin typeface="Malgun Gothic"/>
                <a:ea typeface="Malgun Gothic"/>
                <a:cs typeface="Malgun Gothic"/>
              </a:defRPr>
            </a:lvl2pPr>
            <a:lvl3pPr algn="l">
              <a:defRPr sz="1725" b="1">
                <a:solidFill>
                  <a:srgbClr val="805400"/>
                </a:solidFill>
                <a:latin typeface="Malgun Gothic"/>
                <a:ea typeface="Malgun Gothic"/>
                <a:cs typeface="Malgun Gothic"/>
              </a:defRPr>
            </a:lvl3pPr>
            <a:lvl4pPr algn="l">
              <a:defRPr sz="1725" b="1">
                <a:solidFill>
                  <a:srgbClr val="805400"/>
                </a:solidFill>
                <a:latin typeface="Malgun Gothic"/>
                <a:ea typeface="Malgun Gothic"/>
                <a:cs typeface="Malgun Gothic"/>
              </a:defRPr>
            </a:lvl4pPr>
            <a:lvl5pPr algn="l">
              <a:defRPr sz="1725" b="1">
                <a:solidFill>
                  <a:srgbClr val="805400"/>
                </a:solidFill>
                <a:latin typeface="Malgun Gothic"/>
                <a:ea typeface="Malgun Gothic"/>
                <a:cs typeface="Malgun Gothic"/>
              </a:defRPr>
            </a:lvl5pPr>
            <a:lvl6pPr algn="l">
              <a:defRPr sz="1725" b="1">
                <a:solidFill>
                  <a:srgbClr val="805400"/>
                </a:solidFill>
                <a:latin typeface="Malgun Gothic"/>
                <a:ea typeface="Malgun Gothic"/>
                <a:cs typeface="Malgun Gothic"/>
              </a:defRPr>
            </a:lvl6pPr>
            <a:lvl7pPr algn="l">
              <a:defRPr sz="1725" b="1">
                <a:solidFill>
                  <a:srgbClr val="805400"/>
                </a:solidFill>
                <a:latin typeface="Malgun Gothic"/>
                <a:ea typeface="Malgun Gothic"/>
                <a:cs typeface="Malgun Gothic"/>
              </a:defRPr>
            </a:lvl7pPr>
            <a:lvl8pPr algn="l">
              <a:defRPr sz="1725" b="1">
                <a:solidFill>
                  <a:srgbClr val="805400"/>
                </a:solidFill>
                <a:latin typeface="Malgun Gothic"/>
                <a:ea typeface="Malgun Gothic"/>
                <a:cs typeface="Malgun Gothic"/>
              </a:defRPr>
            </a:lvl8pPr>
            <a:lvl9pPr algn="l">
              <a:defRPr sz="1725" b="1">
                <a:solidFill>
                  <a:srgbClr val="805400"/>
                </a:solidFill>
                <a:latin typeface="Malgun Gothic"/>
                <a:ea typeface="Malgun Gothic"/>
                <a:cs typeface="Malgun Gothic"/>
              </a:defRPr>
            </a:lvl9pPr>
          </a:lstStyle>
          <a:p xmlns:a="http://schemas.openxmlformats.org/drawingml/2006/main">
            <a:pPr algn="l">
              <a:defRPr sz="1725" b="1">
                <a:solidFill>
                  <a:srgbClr val="805400"/>
                </a:solidFill>
                <a:latin typeface="Malgun Gothic"/>
                <a:ea typeface="Malgun Gothic"/>
                <a:cs typeface="Malgun Gothic"/>
              </a:defRPr>
            </a:pPr>
            <a:r>
              <a:rPr sz="1725" b="1">
                <a:solidFill>
                  <a:srgbClr val="805400"/>
                </a:solidFill>
                <a:latin typeface="Malgun Gothic"/>
                <a:ea typeface="Malgun Gothic"/>
                <a:cs typeface="Malgun Gothic"/>
              </a:rPr>
              <a:t>이 조건만으로는 명세 위반을 놓친다</a:t>
            </a:r>
          </a:p>
        </p:txBody>
      </p:sp>
      <p:sp>
        <p:nvSpPr>
          <p:cNvPr id="43" name="요청한 개수·값·순서를 비교">
            <a:extLst xmlns:a="http://schemas.openxmlformats.org/drawingml/2006/main">
              <a:ext uri="{FF2B5EF4-FFF2-40B4-BE49-F238E27FC236}">
                <a16:creationId xmlns:a16="http://schemas.microsoft.com/office/drawing/2014/main" id="{D979F258-218F-413D-A666-6CDCEA49F802}"/>
              </a:ext>
            </a:extLst>
          </p:cNvPr>
          <p:cNvSpPr>
            <a:spLocks xmlns:a="http://schemas.openxmlformats.org/drawingml/2006/main" noGrp="1"/>
          </p:cNvSpPr>
          <p:nvPr/>
        </p:nvSpPr>
        <p:spPr>
          <a:xfrm xmlns:a="http://schemas.openxmlformats.org/drawingml/2006/main">
            <a:off x="6362700" y="4791075"/>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요청한 개수·값·순서를 비교</a:t>
            </a:r>
          </a:p>
        </p:txBody>
      </p:sp>
      <p:sp>
        <p:nvSpPr>
          <p:cNvPr id="44" name="EXPECT_EQ(actual.size(), 2u);">
            <a:extLst xmlns:a="http://schemas.openxmlformats.org/drawingml/2006/main">
              <a:ext uri="{FF2B5EF4-FFF2-40B4-BE49-F238E27FC236}">
                <a16:creationId xmlns:a16="http://schemas.microsoft.com/office/drawing/2014/main" id="{966C0C3D-E70D-4F6B-B8B8-89703AF28CF3}"/>
              </a:ext>
            </a:extLst>
          </p:cNvPr>
          <p:cNvSpPr>
            <a:spLocks xmlns:a="http://schemas.openxmlformats.org/drawingml/2006/main" noGrp="1"/>
          </p:cNvSpPr>
          <p:nvPr/>
        </p:nvSpPr>
        <p:spPr>
          <a:xfrm xmlns:a="http://schemas.openxmlformats.org/drawingml/2006/main">
            <a:off x="6362700" y="5095875"/>
            <a:ext cx="5219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EXPECT_EQ(actual.size(), 2u);</a:t>
            </a:r>
          </a:p>
        </p:txBody>
      </p:sp>
      <p:sp>
        <p:nvSpPr>
          <p:cNvPr id="45" name="EXPECT_EQ(actual, expected);">
            <a:extLst xmlns:a="http://schemas.openxmlformats.org/drawingml/2006/main">
              <a:ext uri="{FF2B5EF4-FFF2-40B4-BE49-F238E27FC236}">
                <a16:creationId xmlns:a16="http://schemas.microsoft.com/office/drawing/2014/main" id="{05E4AA04-1A12-4A65-B6A8-6A3772E21D34}"/>
              </a:ext>
            </a:extLst>
          </p:cNvPr>
          <p:cNvSpPr>
            <a:spLocks xmlns:a="http://schemas.openxmlformats.org/drawingml/2006/main" noGrp="1"/>
          </p:cNvSpPr>
          <p:nvPr/>
        </p:nvSpPr>
        <p:spPr>
          <a:xfrm xmlns:a="http://schemas.openxmlformats.org/drawingml/2006/main">
            <a:off x="6362700" y="5391150"/>
            <a:ext cx="52197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EXPECT_EQ(actual, expected);</a:t>
            </a:r>
          </a:p>
        </p:txBody>
      </p:sp>
      <p:sp>
        <p:nvSpPr>
          <p:cNvPr id="46" name="Legacy module connection">
            <a:extLst xmlns:a="http://schemas.openxmlformats.org/drawingml/2006/main">
              <a:ext uri="{FF2B5EF4-FFF2-40B4-BE49-F238E27FC236}">
                <a16:creationId xmlns:a16="http://schemas.microsoft.com/office/drawing/2014/main" id="{D6E7DF16-D14A-4504-AE32-B5A3866615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034683230"/>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1/8 · Delimiters">
            <a:extLst xmlns:a="http://schemas.openxmlformats.org/drawingml/2006/main">
              <a:ext uri="{FF2B5EF4-FFF2-40B4-BE49-F238E27FC236}">
                <a16:creationId xmlns:a16="http://schemas.microsoft.com/office/drawing/2014/main" id="{066CCA9B-91A8-4EED-AFC5-6756189400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1/8 · Delimiters</a:t>
            </a:r>
          </a:p>
        </p:txBody>
      </p:sp>
      <p:sp>
        <p:nvSpPr>
          <p:cNvPr id="2" name="S25">
            <a:extLst xmlns:a="http://schemas.openxmlformats.org/drawingml/2006/main">
              <a:ext uri="{FF2B5EF4-FFF2-40B4-BE49-F238E27FC236}">
                <a16:creationId xmlns:a16="http://schemas.microsoft.com/office/drawing/2014/main" id="{E7434075-C667-4D09-B000-559858C64F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S25</a:t>
            </a:r>
          </a:p>
        </p:txBody>
      </p:sp>
      <p:sp>
        <p:nvSpPr>
          <p:cNvPr id="3" name="지시와 참고 자료의 구분">
            <a:extLst xmlns:a="http://schemas.openxmlformats.org/drawingml/2006/main">
              <a:ext uri="{FF2B5EF4-FFF2-40B4-BE49-F238E27FC236}">
                <a16:creationId xmlns:a16="http://schemas.microsoft.com/office/drawing/2014/main" id="{BDDB17BC-C270-4A5D-88BD-9CE122B7C7B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지시와 참고 자료의 구분</a:t>
            </a:r>
          </a:p>
        </p:txBody>
      </p:sp>
      <p:sp>
        <p:nvSpPr>
          <p:cNvPr id="4" name="">
            <a:extLst xmlns:a="http://schemas.openxmlformats.org/drawingml/2006/main">
              <a:ext uri="{FF2B5EF4-FFF2-40B4-BE49-F238E27FC236}">
                <a16:creationId xmlns:a16="http://schemas.microsoft.com/office/drawing/2014/main" id="{9A73915A-DE27-41CB-BC3F-454D080518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Markdown / XML 구획 · 2026-10-21 확">
            <a:extLst xmlns:a="http://schemas.openxmlformats.org/drawingml/2006/main">
              <a:ext uri="{FF2B5EF4-FFF2-40B4-BE49-F238E27FC236}">
                <a16:creationId xmlns:a16="http://schemas.microsoft.com/office/drawing/2014/main" id="{C9F9C022-F282-4110-B575-4DA6C61E1EA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Markdown / XML 구획 · 2026-10-21 확인</a:t>
            </a:r>
          </a:p>
        </p:txBody>
      </p:sp>
      <p:sp>
        <p:nvSpPr>
          <p:cNvPr id="6" name="구획은 읽을 경계를 알리는 수단입니다. 보안 격리나 자료의 진위를 보장하지 않습니다.">
            <a:extLst xmlns:a="http://schemas.openxmlformats.org/drawingml/2006/main">
              <a:ext uri="{FF2B5EF4-FFF2-40B4-BE49-F238E27FC236}">
                <a16:creationId xmlns:a16="http://schemas.microsoft.com/office/drawing/2014/main" id="{F8300314-61F5-4693-ACE1-9089230E359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구획은 읽을 경계를 알리는 수단입니다. 보안 격리나 자료의 진위를 보장하지 않습니다.</a:t>
            </a:r>
          </a:p>
        </p:txBody>
      </p:sp>
      <p:sp>
        <p:nvSpPr>
          <p:cNvPr id="7" name="">
            <a:extLst xmlns:a="http://schemas.openxmlformats.org/drawingml/2006/main">
              <a:ext uri="{FF2B5EF4-FFF2-40B4-BE49-F238E27FC236}">
                <a16:creationId xmlns:a16="http://schemas.microsoft.com/office/drawing/2014/main" id="{F0C36FEA-BF19-4F9F-9E2D-331B830F35AB}"/>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E789B3A0-CD56-4E93-A37C-610CBEE6A2E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로그·명세·요청이 섞여 있을 때">
            <a:extLst xmlns:a="http://schemas.openxmlformats.org/drawingml/2006/main">
              <a:ext uri="{FF2B5EF4-FFF2-40B4-BE49-F238E27FC236}">
                <a16:creationId xmlns:a16="http://schemas.microsoft.com/office/drawing/2014/main" id="{B0276525-48AA-40C7-BF3C-9FFE13DE2AC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로그·명세·요청이 섞여 있을 때</a:t>
            </a:r>
          </a:p>
        </p:txBody>
      </p:sp>
      <p:sp>
        <p:nvSpPr>
          <p:cNvPr id="10" name="">
            <a:extLst xmlns:a="http://schemas.openxmlformats.org/drawingml/2006/main">
              <a:ext uri="{FF2B5EF4-FFF2-40B4-BE49-F238E27FC236}">
                <a16:creationId xmlns:a16="http://schemas.microsoft.com/office/drawing/2014/main" id="{9F39908A-5CDF-426E-819E-9EDCCE7BD0D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A36CD4D2-8EE4-4573-A9D0-18449921175D}"/>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637CC592-DDF8-418D-A93A-B101B60CC79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요청&#10;crop 경계 오류의 원인 후보만 설명해줘.&#10;코드는 아직 수정하지 마.&#10;자료에 없는 내용은 미확인으">
            <a:extLst xmlns:a="http://schemas.openxmlformats.org/drawingml/2006/main">
              <a:ext uri="{FF2B5EF4-FFF2-40B4-BE49-F238E27FC236}">
                <a16:creationId xmlns:a16="http://schemas.microsoft.com/office/drawing/2014/main" id="{E8EEC992-926F-4817-B213-E5C57CA33548}"/>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요청</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경계 오류의 원인 후보만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자료에 없는 내용은 미확인으로 표시해줘.</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참고 자료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crop [1,3)의 폭은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로그 예: expected=2, actual=3</a:t>
            </a:r>
          </a:p>
        </p:txBody>
      </p:sp>
      <p:sp>
        <p:nvSpPr>
          <p:cNvPr id="14" name="따라야 할 요청">
            <a:extLst xmlns:a="http://schemas.openxmlformats.org/drawingml/2006/main">
              <a:ext uri="{FF2B5EF4-FFF2-40B4-BE49-F238E27FC236}">
                <a16:creationId xmlns:a16="http://schemas.microsoft.com/office/drawing/2014/main" id="{88161C33-408E-4BB6-9659-D26ABCF6B371}"/>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따라야 할 요청</a:t>
            </a:r>
          </a:p>
        </p:txBody>
      </p:sp>
      <p:sp>
        <p:nvSpPr>
          <p:cNvPr id="15" name="">
            <a:extLst xmlns:a="http://schemas.openxmlformats.org/drawingml/2006/main">
              <a:ext uri="{FF2B5EF4-FFF2-40B4-BE49-F238E27FC236}">
                <a16:creationId xmlns:a16="http://schemas.microsoft.com/office/drawing/2014/main" id="{77CD8437-02E0-4BCA-B757-D434048A7070}"/>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 후보 설명&#10;지금은 읽기 전용">
            <a:extLst xmlns:a="http://schemas.openxmlformats.org/drawingml/2006/main">
              <a:ext uri="{FF2B5EF4-FFF2-40B4-BE49-F238E27FC236}">
                <a16:creationId xmlns:a16="http://schemas.microsoft.com/office/drawing/2014/main" id="{3EF0B888-7554-4513-A20E-D80F1429B6D4}"/>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원인 후보 설명</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지금은 읽기 전용</a:t>
            </a:r>
          </a:p>
        </p:txBody>
      </p:sp>
      <p:sp>
        <p:nvSpPr>
          <p:cNvPr id="17" name="분석할 자료">
            <a:extLst xmlns:a="http://schemas.openxmlformats.org/drawingml/2006/main">
              <a:ext uri="{FF2B5EF4-FFF2-40B4-BE49-F238E27FC236}">
                <a16:creationId xmlns:a16="http://schemas.microsoft.com/office/drawing/2014/main" id="{5A02D563-5B21-4F38-8F59-6AEE033D3DD9}"/>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분석할 자료</a:t>
            </a:r>
          </a:p>
        </p:txBody>
      </p:sp>
      <p:sp>
        <p:nvSpPr>
          <p:cNvPr id="18" name="">
            <a:extLst xmlns:a="http://schemas.openxmlformats.org/drawingml/2006/main">
              <a:ext uri="{FF2B5EF4-FFF2-40B4-BE49-F238E27FC236}">
                <a16:creationId xmlns:a16="http://schemas.microsoft.com/office/drawing/2014/main" id="{01B37909-640D-4F19-AE91-FA010D13B843}"/>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명세·로그 예시&#10;새 지시와 구분">
            <a:extLst xmlns:a="http://schemas.openxmlformats.org/drawingml/2006/main">
              <a:ext uri="{FF2B5EF4-FFF2-40B4-BE49-F238E27FC236}">
                <a16:creationId xmlns:a16="http://schemas.microsoft.com/office/drawing/2014/main" id="{D3153028-D3B3-4939-969A-281D46048245}"/>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명세·로그 예시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새 지시와 구분</a:t>
            </a:r>
          </a:p>
        </p:txBody>
      </p:sp>
      <p:sp>
        <p:nvSpPr>
          <p:cNvPr id="20" name="제목과 태그로 지시와 분석 자료의 경계를 표시한다.">
            <a:extLst xmlns:a="http://schemas.openxmlformats.org/drawingml/2006/main">
              <a:ext uri="{FF2B5EF4-FFF2-40B4-BE49-F238E27FC236}">
                <a16:creationId xmlns:a16="http://schemas.microsoft.com/office/drawing/2014/main" id="{B47A899C-5A15-4931-AA46-B67CA91BAAC8}"/>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제목과 태그로 지시와 분석 자료의 경계를 표시한다.</a:t>
            </a:r>
          </a:p>
        </p:txBody>
      </p:sp>
      <p:sp>
        <p:nvSpPr>
          <p:cNvPr id="21" name="Legacy module connection">
            <a:extLst xmlns:a="http://schemas.openxmlformats.org/drawingml/2006/main">
              <a:ext uri="{FF2B5EF4-FFF2-40B4-BE49-F238E27FC236}">
                <a16:creationId xmlns:a16="http://schemas.microsoft.com/office/drawing/2014/main" id="{AA2B4423-E08B-49E7-A507-866C8F45266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67350483"/>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2/8 · Few-shot examples">
            <a:extLst xmlns:a="http://schemas.openxmlformats.org/drawingml/2006/main">
              <a:ext uri="{FF2B5EF4-FFF2-40B4-BE49-F238E27FC236}">
                <a16:creationId xmlns:a16="http://schemas.microsoft.com/office/drawing/2014/main" id="{A4101B8D-47C7-49C9-9A03-11AD01AE7E4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2/8 · Few-shot examples</a:t>
            </a:r>
          </a:p>
        </p:txBody>
      </p:sp>
      <p:sp>
        <p:nvSpPr>
          <p:cNvPr id="2" name="S26">
            <a:extLst xmlns:a="http://schemas.openxmlformats.org/drawingml/2006/main">
              <a:ext uri="{FF2B5EF4-FFF2-40B4-BE49-F238E27FC236}">
                <a16:creationId xmlns:a16="http://schemas.microsoft.com/office/drawing/2014/main" id="{9C036F0B-DAC5-4B53-B8AC-79DC2C9DF13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S26</a:t>
            </a:r>
          </a:p>
        </p:txBody>
      </p:sp>
      <p:sp>
        <p:nvSpPr>
          <p:cNvPr id="3" name="입력과 기대 결과의 작은 예시">
            <a:extLst xmlns:a="http://schemas.openxmlformats.org/drawingml/2006/main">
              <a:ext uri="{FF2B5EF4-FFF2-40B4-BE49-F238E27FC236}">
                <a16:creationId xmlns:a16="http://schemas.microsoft.com/office/drawing/2014/main" id="{E511D64C-3FB1-4AB1-949C-95181886C22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입력과 기대 결과의 작은 예시</a:t>
            </a:r>
          </a:p>
        </p:txBody>
      </p:sp>
      <p:sp>
        <p:nvSpPr>
          <p:cNvPr id="4" name="">
            <a:extLst xmlns:a="http://schemas.openxmlformats.org/drawingml/2006/main">
              <a:ext uri="{FF2B5EF4-FFF2-40B4-BE49-F238E27FC236}">
                <a16:creationId xmlns:a16="http://schemas.microsoft.com/office/drawing/2014/main" id="{1B430A11-07D7-4A0D-B988-087231433F5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Few-shot / Reasoning best practi">
            <a:extLst xmlns:a="http://schemas.openxmlformats.org/drawingml/2006/main">
              <a:ext uri="{FF2B5EF4-FFF2-40B4-BE49-F238E27FC236}">
                <a16:creationId xmlns:a16="http://schemas.microsoft.com/office/drawing/2014/main" id="{4E49F6BC-1E82-4EDD-AE49-85727B4F43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Few-shot / Reasoning best practices · 2026-10-21</a:t>
            </a:r>
          </a:p>
        </p:txBody>
      </p:sp>
      <p:sp>
        <p:nvSpPr>
          <p:cNvPr id="6" name="예시와 명세를 일치시킵니다. 예시 몇 개가 모든 경계 조건의 명세를 대신하지 않습니다.">
            <a:extLst xmlns:a="http://schemas.openxmlformats.org/drawingml/2006/main">
              <a:ext uri="{FF2B5EF4-FFF2-40B4-BE49-F238E27FC236}">
                <a16:creationId xmlns:a16="http://schemas.microsoft.com/office/drawing/2014/main" id="{989BBDE0-A8AE-4FAC-86DD-F10A2DE961A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예시와 명세를 일치시킵니다. 예시 몇 개가 모든 경계 조건의 명세를 대신하지 않습니다.</a:t>
            </a:r>
          </a:p>
        </p:txBody>
      </p:sp>
      <p:sp>
        <p:nvSpPr>
          <p:cNvPr id="7" name="">
            <a:extLst xmlns:a="http://schemas.openxmlformats.org/drawingml/2006/main">
              <a:ext uri="{FF2B5EF4-FFF2-40B4-BE49-F238E27FC236}">
                <a16:creationId xmlns:a16="http://schemas.microsoft.com/office/drawing/2014/main" id="{04445877-40B6-4233-91E5-E3D67EE96ECC}"/>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FAAF62C2-D7C5-440D-99B7-DE7077E5DE9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범위·출력 패턴의 뜻이 엇갈릴 때">
            <a:extLst xmlns:a="http://schemas.openxmlformats.org/drawingml/2006/main">
              <a:ext uri="{FF2B5EF4-FFF2-40B4-BE49-F238E27FC236}">
                <a16:creationId xmlns:a16="http://schemas.microsoft.com/office/drawing/2014/main" id="{476C68C2-5689-4395-92B0-95BF45D5E8F6}"/>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범위·출력 패턴의 뜻이 엇갈릴 때</a:t>
            </a:r>
          </a:p>
        </p:txBody>
      </p:sp>
      <p:sp>
        <p:nvSpPr>
          <p:cNvPr id="10" name="">
            <a:extLst xmlns:a="http://schemas.openxmlformats.org/drawingml/2006/main">
              <a:ext uri="{FF2B5EF4-FFF2-40B4-BE49-F238E27FC236}">
                <a16:creationId xmlns:a16="http://schemas.microsoft.com/office/drawing/2014/main" id="{B476DD87-5245-4F64-A045-B754721705D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5AB87285-F13E-43C8-AF47-438622961489}"/>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E4CCDABA-B736-4DB4-9F8A-34A1F085C8E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범위 설명을 아래 형식으로 작성해줘.&#10;입력 {1,2,3,4}에 대한 예시:&#10;[1,3) ⇒ {2,3}">
            <a:extLst xmlns:a="http://schemas.openxmlformats.org/drawingml/2006/main">
              <a:ext uri="{FF2B5EF4-FFF2-40B4-BE49-F238E27FC236}">
                <a16:creationId xmlns:a16="http://schemas.microsoft.com/office/drawing/2014/main" id="{B0619D11-7527-4901-B2C7-182ED4710242}"/>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범위 설명을 아래 형식으로 작성해줘.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입력 {1,2,3,4}에 대한 예시: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[1,3) ⇒ {2,3}, 폭 2</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[0,1) ⇒ {1}, 폭 1</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형식으로 [2,4)를 설명해줘.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범위·범위 초과 정책은 만들지 마.</a:t>
            </a:r>
          </a:p>
        </p:txBody>
      </p:sp>
      <p:sp>
        <p:nvSpPr>
          <p:cNvPr id="14" name="보여주는 패턴">
            <a:extLst xmlns:a="http://schemas.openxmlformats.org/drawingml/2006/main">
              <a:ext uri="{FF2B5EF4-FFF2-40B4-BE49-F238E27FC236}">
                <a16:creationId xmlns:a16="http://schemas.microsoft.com/office/drawing/2014/main" id="{CFEBBB45-8145-4126-9412-43C20B41B14C}"/>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보여주는 패턴</a:t>
            </a:r>
          </a:p>
        </p:txBody>
      </p:sp>
      <p:sp>
        <p:nvSpPr>
          <p:cNvPr id="15" name="">
            <a:extLst xmlns:a="http://schemas.openxmlformats.org/drawingml/2006/main">
              <a:ext uri="{FF2B5EF4-FFF2-40B4-BE49-F238E27FC236}">
                <a16:creationId xmlns:a16="http://schemas.microsoft.com/office/drawing/2014/main" id="{56535AD5-7C7F-4286-A4F6-C0E898BA054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범위&#10;포함한 값&#10;결과의 폭">
            <a:extLst xmlns:a="http://schemas.openxmlformats.org/drawingml/2006/main">
              <a:ext uri="{FF2B5EF4-FFF2-40B4-BE49-F238E27FC236}">
                <a16:creationId xmlns:a16="http://schemas.microsoft.com/office/drawing/2014/main" id="{F041E450-0FAF-408D-AB2A-57F37FE3E6EE}"/>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범위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포함한 값</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결과의 폭</a:t>
            </a:r>
          </a:p>
        </p:txBody>
      </p:sp>
      <p:sp>
        <p:nvSpPr>
          <p:cNvPr id="17" name="추가할 때">
            <a:extLst xmlns:a="http://schemas.openxmlformats.org/drawingml/2006/main">
              <a:ext uri="{FF2B5EF4-FFF2-40B4-BE49-F238E27FC236}">
                <a16:creationId xmlns:a16="http://schemas.microsoft.com/office/drawing/2014/main" id="{FD571EE3-3CCD-413E-9281-1570D9DE114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추가할 때</a:t>
            </a:r>
          </a:p>
        </p:txBody>
      </p:sp>
      <p:sp>
        <p:nvSpPr>
          <p:cNvPr id="18" name="">
            <a:extLst xmlns:a="http://schemas.openxmlformats.org/drawingml/2006/main">
              <a:ext uri="{FF2B5EF4-FFF2-40B4-BE49-F238E27FC236}">
                <a16:creationId xmlns:a16="http://schemas.microsoft.com/office/drawing/2014/main" id="{F80C0509-508F-4780-8694-60E5D5CD190A}"/>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설명만으로&#10;의도가 안 맞을 때">
            <a:extLst xmlns:a="http://schemas.openxmlformats.org/drawingml/2006/main">
              <a:ext uri="{FF2B5EF4-FFF2-40B4-BE49-F238E27FC236}">
                <a16:creationId xmlns:a16="http://schemas.microsoft.com/office/drawing/2014/main" id="{0091619B-45E6-4000-854F-FF5F07D175AE}"/>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설명만으로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의도가 안 맞을 때</a:t>
            </a:r>
          </a:p>
        </p:txBody>
      </p:sp>
      <p:sp>
        <p:nvSpPr>
          <p:cNvPr id="20" name="설명만으로 부족할 때 입력과 원하는 결과를 함께 준다.">
            <a:extLst xmlns:a="http://schemas.openxmlformats.org/drawingml/2006/main">
              <a:ext uri="{FF2B5EF4-FFF2-40B4-BE49-F238E27FC236}">
                <a16:creationId xmlns:a16="http://schemas.microsoft.com/office/drawing/2014/main" id="{A9E18E99-D157-4ACB-B80E-0FF7C1865D72}"/>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설명만으로 부족할 때 입력과 원하는 결과를 함께 준다.</a:t>
            </a:r>
          </a:p>
        </p:txBody>
      </p:sp>
      <p:sp>
        <p:nvSpPr>
          <p:cNvPr id="21" name="Legacy module connection">
            <a:extLst xmlns:a="http://schemas.openxmlformats.org/drawingml/2006/main">
              <a:ext uri="{FF2B5EF4-FFF2-40B4-BE49-F238E27FC236}">
                <a16:creationId xmlns:a16="http://schemas.microsoft.com/office/drawing/2014/main" id="{C0E3C427-247A-4A59-9359-DE8AFF240B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21754263"/>
      </p:ext>
    </p:extLst>
  </p:cSld>
</p:sld>
</file>

<file path=ppt/slides/slide2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3/8 · Output format">
            <a:extLst xmlns:a="http://schemas.openxmlformats.org/drawingml/2006/main">
              <a:ext uri="{FF2B5EF4-FFF2-40B4-BE49-F238E27FC236}">
                <a16:creationId xmlns:a16="http://schemas.microsoft.com/office/drawing/2014/main" id="{BB17D021-C9D6-4BAE-93C2-7CDD6545A6A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3/8 · Output format</a:t>
            </a:r>
          </a:p>
        </p:txBody>
      </p:sp>
      <p:sp>
        <p:nvSpPr>
          <p:cNvPr id="2" name="S27">
            <a:extLst xmlns:a="http://schemas.openxmlformats.org/drawingml/2006/main">
              <a:ext uri="{FF2B5EF4-FFF2-40B4-BE49-F238E27FC236}">
                <a16:creationId xmlns:a16="http://schemas.microsoft.com/office/drawing/2014/main" id="{D3B72EE2-FDB9-4AF4-9205-433A315978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S27</a:t>
            </a:r>
          </a:p>
        </p:txBody>
      </p:sp>
      <p:sp>
        <p:nvSpPr>
          <p:cNvPr id="3" name="바로 검토할 수 있는 결과 형식">
            <a:extLst xmlns:a="http://schemas.openxmlformats.org/drawingml/2006/main">
              <a:ext uri="{FF2B5EF4-FFF2-40B4-BE49-F238E27FC236}">
                <a16:creationId xmlns:a16="http://schemas.microsoft.com/office/drawing/2014/main" id="{6341611A-1A2C-4961-8FEB-A79871B63E3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바로 검토할 수 있는 결과 형식</a:t>
            </a:r>
          </a:p>
        </p:txBody>
      </p:sp>
      <p:sp>
        <p:nvSpPr>
          <p:cNvPr id="4" name="">
            <a:extLst xmlns:a="http://schemas.openxmlformats.org/drawingml/2006/main">
              <a:ext uri="{FF2B5EF4-FFF2-40B4-BE49-F238E27FC236}">
                <a16:creationId xmlns:a16="http://schemas.microsoft.com/office/drawing/2014/main" id="{FF8ACB1F-D0E9-448E-BEB6-E1F7CC593CD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Structured model outputs · 출력 형식·내용 오류 구분">
            <a:extLst xmlns:a="http://schemas.openxmlformats.org/drawingml/2006/main">
              <a:ext uri="{FF2B5EF4-FFF2-40B4-BE49-F238E27FC236}">
                <a16:creationId xmlns:a16="http://schemas.microsoft.com/office/drawing/2014/main" id="{55902D7B-62D5-4E20-8C27-0A449695CF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Structured model outputs · 출력 형식·내용 오류 구분 · 2026-10-21</a:t>
            </a:r>
          </a:p>
        </p:txBody>
      </p:sp>
      <p:sp>
        <p:nvSpPr>
          <p:cNvPr id="6" name="형식이 맞아도 내용은 확인해야 합니다. 채팅의 형식 요청은 API Structured Outputs와 별개입">
            <a:extLst xmlns:a="http://schemas.openxmlformats.org/drawingml/2006/main">
              <a:ext uri="{FF2B5EF4-FFF2-40B4-BE49-F238E27FC236}">
                <a16:creationId xmlns:a16="http://schemas.microsoft.com/office/drawing/2014/main" id="{FC45C47B-B78F-43F6-9B72-C63CF18B05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형식이 맞아도 내용은 확인해야 합니다. 채팅의 형식 요청은 API Structured Outputs와 별개입니다.</a:t>
            </a:r>
          </a:p>
        </p:txBody>
      </p:sp>
      <p:sp>
        <p:nvSpPr>
          <p:cNvPr id="7" name="">
            <a:extLst xmlns:a="http://schemas.openxmlformats.org/drawingml/2006/main">
              <a:ext uri="{FF2B5EF4-FFF2-40B4-BE49-F238E27FC236}">
                <a16:creationId xmlns:a16="http://schemas.microsoft.com/office/drawing/2014/main" id="{0B4E9905-34E4-4F22-B2E2-D99DF4611064}"/>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A3951407-96BE-4A85-B6D0-6678B8061FEE}"/>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장황한 답을 다시 가공하게 될 때">
            <a:extLst xmlns:a="http://schemas.openxmlformats.org/drawingml/2006/main">
              <a:ext uri="{FF2B5EF4-FFF2-40B4-BE49-F238E27FC236}">
                <a16:creationId xmlns:a16="http://schemas.microsoft.com/office/drawing/2014/main" id="{BD9EC613-03AC-4E36-B9A5-8C14FD049A02}"/>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장황한 답을 다시 가공하게 될 때</a:t>
            </a:r>
          </a:p>
        </p:txBody>
      </p:sp>
      <p:sp>
        <p:nvSpPr>
          <p:cNvPr id="10" name="">
            <a:extLst xmlns:a="http://schemas.openxmlformats.org/drawingml/2006/main">
              <a:ext uri="{FF2B5EF4-FFF2-40B4-BE49-F238E27FC236}">
                <a16:creationId xmlns:a16="http://schemas.microsoft.com/office/drawing/2014/main" id="{92A384D2-73F6-4FA1-A74E-7CD4E252F6F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1BC40DFD-73BB-4869-AE44-5D6A75DAFAD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DFAC4606-17EE-4C1D-B755-30A236085CC5}"/>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수정 결과를 다음 순서로 보고해줘.&#10;1. 변경 파일과 바꾼 이유&#10;2. 실제 실행한 확인 명령과 결과">
            <a:extLst xmlns:a="http://schemas.openxmlformats.org/drawingml/2006/main">
              <a:ext uri="{FF2B5EF4-FFF2-40B4-BE49-F238E27FC236}">
                <a16:creationId xmlns:a16="http://schemas.microsoft.com/office/drawing/2014/main" id="{9A85D5B4-2D8B-4FF4-AA58-90CAF3443DC3}"/>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수정 결과를 다음 순서로 보고해줘.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변경 파일과 바꾼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실제 실행한 확인 명령과 결과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실행하지 못한 확인과 이유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4. 남은 위험과 확인이 필요한 결정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항목은 두 문장 이내로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실행하지 않은 검사를 통과로 쓰지 마.</a:t>
            </a:r>
          </a:p>
        </p:txBody>
      </p:sp>
      <p:sp>
        <p:nvSpPr>
          <p:cNvPr id="14" name="보고할 순서">
            <a:extLst xmlns:a="http://schemas.openxmlformats.org/drawingml/2006/main">
              <a:ext uri="{FF2B5EF4-FFF2-40B4-BE49-F238E27FC236}">
                <a16:creationId xmlns:a16="http://schemas.microsoft.com/office/drawing/2014/main" id="{DD31BFEB-C294-4D25-85A5-5C6A96033488}"/>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보고할 순서</a:t>
            </a:r>
          </a:p>
        </p:txBody>
      </p:sp>
      <p:sp>
        <p:nvSpPr>
          <p:cNvPr id="15" name="">
            <a:extLst xmlns:a="http://schemas.openxmlformats.org/drawingml/2006/main">
              <a:ext uri="{FF2B5EF4-FFF2-40B4-BE49-F238E27FC236}">
                <a16:creationId xmlns:a16="http://schemas.microsoft.com/office/drawing/2014/main" id="{4400E4C7-A451-40F9-9F61-F30325FB1845}"/>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변경 내용&#10;실행한 확인&#10;미확인·남은 결정">
            <a:extLst xmlns:a="http://schemas.openxmlformats.org/drawingml/2006/main">
              <a:ext uri="{FF2B5EF4-FFF2-40B4-BE49-F238E27FC236}">
                <a16:creationId xmlns:a16="http://schemas.microsoft.com/office/drawing/2014/main" id="{5AC0D459-FEF1-4574-AA29-3CCDA6C888D8}"/>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내용</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실행한 확인</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미확인·남은 결정</a:t>
            </a:r>
          </a:p>
        </p:txBody>
      </p:sp>
      <p:sp>
        <p:nvSpPr>
          <p:cNvPr id="17" name="사용할 곳">
            <a:extLst xmlns:a="http://schemas.openxmlformats.org/drawingml/2006/main">
              <a:ext uri="{FF2B5EF4-FFF2-40B4-BE49-F238E27FC236}">
                <a16:creationId xmlns:a16="http://schemas.microsoft.com/office/drawing/2014/main" id="{506DD473-0F96-4740-A214-3E82F8D568F5}"/>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사용할 곳</a:t>
            </a:r>
          </a:p>
        </p:txBody>
      </p:sp>
      <p:sp>
        <p:nvSpPr>
          <p:cNvPr id="18" name="">
            <a:extLst xmlns:a="http://schemas.openxmlformats.org/drawingml/2006/main">
              <a:ext uri="{FF2B5EF4-FFF2-40B4-BE49-F238E27FC236}">
                <a16:creationId xmlns:a16="http://schemas.microsoft.com/office/drawing/2014/main" id="{5F706644-DF03-4889-9F65-D102F38551F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검토·회의·인계&#10;필요한 형태를 지정">
            <a:extLst xmlns:a="http://schemas.openxmlformats.org/drawingml/2006/main">
              <a:ext uri="{FF2B5EF4-FFF2-40B4-BE49-F238E27FC236}">
                <a16:creationId xmlns:a16="http://schemas.microsoft.com/office/drawing/2014/main" id="{AEB02FE4-EEC1-4178-8734-8B0D7BD3E4BF}"/>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검토·회의·인계</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필요한 형태를 지정</a:t>
            </a:r>
          </a:p>
        </p:txBody>
      </p:sp>
      <p:sp>
        <p:nvSpPr>
          <p:cNvPr id="20" name="받고 싶은 항목과 길이를 요청에 적는다.">
            <a:extLst xmlns:a="http://schemas.openxmlformats.org/drawingml/2006/main">
              <a:ext uri="{FF2B5EF4-FFF2-40B4-BE49-F238E27FC236}">
                <a16:creationId xmlns:a16="http://schemas.microsoft.com/office/drawing/2014/main" id="{5BF36895-D977-45AD-AEC2-FAFF750B68B4}"/>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받고 싶은 항목과 길이를 요청에 적는다.</a:t>
            </a:r>
          </a:p>
        </p:txBody>
      </p:sp>
      <p:sp>
        <p:nvSpPr>
          <p:cNvPr id="21" name="Legacy module connection">
            <a:extLst xmlns:a="http://schemas.openxmlformats.org/drawingml/2006/main">
              <a:ext uri="{FF2B5EF4-FFF2-40B4-BE49-F238E27FC236}">
                <a16:creationId xmlns:a16="http://schemas.microsoft.com/office/drawing/2014/main" id="{262FBA20-EE21-4E1A-B166-FA7F43C9236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846798127"/>
      </p:ext>
    </p:extLst>
  </p:cSld>
</p:sld>
</file>

<file path=ppt/slides/slide2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4/8 · Grounding">
            <a:extLst xmlns:a="http://schemas.openxmlformats.org/drawingml/2006/main">
              <a:ext uri="{FF2B5EF4-FFF2-40B4-BE49-F238E27FC236}">
                <a16:creationId xmlns:a16="http://schemas.microsoft.com/office/drawing/2014/main" id="{ACF4D963-A28C-454D-A588-6897D6E79A1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4/8 · Grounding</a:t>
            </a:r>
          </a:p>
        </p:txBody>
      </p:sp>
      <p:sp>
        <p:nvSpPr>
          <p:cNvPr id="2" name="S28">
            <a:extLst xmlns:a="http://schemas.openxmlformats.org/drawingml/2006/main">
              <a:ext uri="{FF2B5EF4-FFF2-40B4-BE49-F238E27FC236}">
                <a16:creationId xmlns:a16="http://schemas.microsoft.com/office/drawing/2014/main" id="{26C7F422-E9A3-4AC3-B8C0-39FE725B2FF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S28</a:t>
            </a:r>
          </a:p>
        </p:txBody>
      </p:sp>
      <p:sp>
        <p:nvSpPr>
          <p:cNvPr id="3" name="근거가 있는 설명과 미확인의 구분">
            <a:extLst xmlns:a="http://schemas.openxmlformats.org/drawingml/2006/main">
              <a:ext uri="{FF2B5EF4-FFF2-40B4-BE49-F238E27FC236}">
                <a16:creationId xmlns:a16="http://schemas.microsoft.com/office/drawing/2014/main" id="{6E21DCAB-6561-4CED-8934-DDADBB8CFEF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근거가 있는 설명과 미확인의 구분</a:t>
            </a:r>
          </a:p>
        </p:txBody>
      </p:sp>
      <p:sp>
        <p:nvSpPr>
          <p:cNvPr id="4" name="">
            <a:extLst xmlns:a="http://schemas.openxmlformats.org/drawingml/2006/main">
              <a:ext uri="{FF2B5EF4-FFF2-40B4-BE49-F238E27FC236}">
                <a16:creationId xmlns:a16="http://schemas.microsoft.com/office/drawing/2014/main" id="{1211B9DA-5A64-4299-93C2-6D0E0AFA8EF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 engineering / Prompting · 관련 자료·출처·불확실성 · 2026">
            <a:extLst xmlns:a="http://schemas.openxmlformats.org/drawingml/2006/main">
              <a:ext uri="{FF2B5EF4-FFF2-40B4-BE49-F238E27FC236}">
                <a16:creationId xmlns:a16="http://schemas.microsoft.com/office/drawing/2014/main" id="{A658CA84-FF0C-4777-9C90-C808DADCF6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 engineering / Prompting · 관련 자료·출처·불확실성 · 2026-10-21</a:t>
            </a:r>
          </a:p>
        </p:txBody>
      </p:sp>
      <p:sp>
        <p:nvSpPr>
          <p:cNvPr id="6" name="파일·줄 인용도 실제 내용과 대조합니다. 인용이 있다는 사실만으로 정확성이 보장되지는 않습니다.">
            <a:extLst xmlns:a="http://schemas.openxmlformats.org/drawingml/2006/main">
              <a:ext uri="{FF2B5EF4-FFF2-40B4-BE49-F238E27FC236}">
                <a16:creationId xmlns:a16="http://schemas.microsoft.com/office/drawing/2014/main" id="{5BE61A30-89FA-4B5E-823E-D483ED78BA8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파일·줄 인용도 실제 내용과 대조합니다. 인용이 있다는 사실만으로 정확성이 보장되지는 않습니다.</a:t>
            </a:r>
          </a:p>
        </p:txBody>
      </p:sp>
      <p:sp>
        <p:nvSpPr>
          <p:cNvPr id="7" name="">
            <a:extLst xmlns:a="http://schemas.openxmlformats.org/drawingml/2006/main">
              <a:ext uri="{FF2B5EF4-FFF2-40B4-BE49-F238E27FC236}">
                <a16:creationId xmlns:a16="http://schemas.microsoft.com/office/drawing/2014/main" id="{E12BDF68-8385-4730-9AE2-B8878F886F3E}"/>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68908C82-3F49-4F20-8AF3-715D37CEA01C}"/>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저장소 설명의 출처를 확인해야 할 때">
            <a:extLst xmlns:a="http://schemas.openxmlformats.org/drawingml/2006/main">
              <a:ext uri="{FF2B5EF4-FFF2-40B4-BE49-F238E27FC236}">
                <a16:creationId xmlns:a16="http://schemas.microsoft.com/office/drawing/2014/main" id="{EB39AC39-5A07-4BFA-A5F3-AD003E115470}"/>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저장소 설명의 출처를 확인해야 할 때</a:t>
            </a:r>
          </a:p>
        </p:txBody>
      </p:sp>
      <p:sp>
        <p:nvSpPr>
          <p:cNvPr id="10" name="">
            <a:extLst xmlns:a="http://schemas.openxmlformats.org/drawingml/2006/main">
              <a:ext uri="{FF2B5EF4-FFF2-40B4-BE49-F238E27FC236}">
                <a16:creationId xmlns:a16="http://schemas.microsoft.com/office/drawing/2014/main" id="{49B94721-5894-4645-A4B5-F33CE382AAC8}"/>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3F0240A-39CB-46F3-81BF-2C6C6FC85E66}"/>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4D22281-B321-414D-82AC-74479096CBD4}"/>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의 명세·구현·테스트를 찾아 비교해줘.&#10;결론마다 실제 파일·함수·줄을 붙여줘.&#10;다음 세 상태를 구분해">
            <a:extLst xmlns:a="http://schemas.openxmlformats.org/drawingml/2006/main">
              <a:ext uri="{FF2B5EF4-FFF2-40B4-BE49-F238E27FC236}">
                <a16:creationId xmlns:a16="http://schemas.microsoft.com/office/drawing/2014/main" id="{85B15518-049A-4CF0-B6A3-51F1BE9EC35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crop의 명세·구현·테스트를 찾아 비교해줘.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결론마다 실제 파일·함수·줄을 붙여줘.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다음 세 상태를 구분해줘.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자료에서 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코드로부터 추정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 아직 미확인</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근거가 충돌하면 차이를 먼저 알려줘.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찾지 못한 정책은 관례로 채우지 마.</a:t>
            </a:r>
          </a:p>
        </p:txBody>
      </p:sp>
      <p:sp>
        <p:nvSpPr>
          <p:cNvPr id="14" name="받아야 할 연결">
            <a:extLst xmlns:a="http://schemas.openxmlformats.org/drawingml/2006/main">
              <a:ext uri="{FF2B5EF4-FFF2-40B4-BE49-F238E27FC236}">
                <a16:creationId xmlns:a16="http://schemas.microsoft.com/office/drawing/2014/main" id="{F287E096-62FA-4A22-B721-ED7D943CEF30}"/>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받아야 할 연결</a:t>
            </a:r>
          </a:p>
        </p:txBody>
      </p:sp>
      <p:sp>
        <p:nvSpPr>
          <p:cNvPr id="15" name="">
            <a:extLst xmlns:a="http://schemas.openxmlformats.org/drawingml/2006/main">
              <a:ext uri="{FF2B5EF4-FFF2-40B4-BE49-F238E27FC236}">
                <a16:creationId xmlns:a16="http://schemas.microsoft.com/office/drawing/2014/main" id="{C02F9476-4AAE-4BA0-ACC7-FA0DDB8DFBEB}"/>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주장과 자료 위치&#10;확인과 추정의 구분">
            <a:extLst xmlns:a="http://schemas.openxmlformats.org/drawingml/2006/main">
              <a:ext uri="{FF2B5EF4-FFF2-40B4-BE49-F238E27FC236}">
                <a16:creationId xmlns:a16="http://schemas.microsoft.com/office/drawing/2014/main" id="{051A7CCB-39E7-4789-B55B-6B2D28F7EF21}"/>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주장과 자료 위치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확인과 추정의 구분</a:t>
            </a:r>
          </a:p>
        </p:txBody>
      </p:sp>
      <p:sp>
        <p:nvSpPr>
          <p:cNvPr id="17" name="다시 확인할 것">
            <a:extLst xmlns:a="http://schemas.openxmlformats.org/drawingml/2006/main">
              <a:ext uri="{FF2B5EF4-FFF2-40B4-BE49-F238E27FC236}">
                <a16:creationId xmlns:a16="http://schemas.microsoft.com/office/drawing/2014/main" id="{AA2DE230-D46E-4FE8-BB7C-C5B739D71C76}"/>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다시 확인할 것</a:t>
            </a:r>
          </a:p>
        </p:txBody>
      </p:sp>
      <p:sp>
        <p:nvSpPr>
          <p:cNvPr id="18" name="">
            <a:extLst xmlns:a="http://schemas.openxmlformats.org/drawingml/2006/main">
              <a:ext uri="{FF2B5EF4-FFF2-40B4-BE49-F238E27FC236}">
                <a16:creationId xmlns:a16="http://schemas.microsoft.com/office/drawing/2014/main" id="{2FA6B4DB-BCCD-4EE5-B5C5-9B7B5753C3D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인용한 위치에&#10;실제 근거가 있나?">
            <a:extLst xmlns:a="http://schemas.openxmlformats.org/drawingml/2006/main">
              <a:ext uri="{FF2B5EF4-FFF2-40B4-BE49-F238E27FC236}">
                <a16:creationId xmlns:a16="http://schemas.microsoft.com/office/drawing/2014/main" id="{43C10799-397B-41CC-9B6F-6B9856D62BFA}"/>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인용한 위치에</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근거가 있나?</a:t>
            </a:r>
          </a:p>
        </p:txBody>
      </p:sp>
      <p:sp>
        <p:nvSpPr>
          <p:cNvPr id="20" name="결론에 자료 위치를 붙이고, 확인하지 못한 것은 남긴다.">
            <a:extLst xmlns:a="http://schemas.openxmlformats.org/drawingml/2006/main">
              <a:ext uri="{FF2B5EF4-FFF2-40B4-BE49-F238E27FC236}">
                <a16:creationId xmlns:a16="http://schemas.microsoft.com/office/drawing/2014/main" id="{AFD61B76-4243-4EF2-A112-8AE6F361A249}"/>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결론에 자료 위치를 붙이고, 확인하지 못한 것은 남긴다.</a:t>
            </a:r>
          </a:p>
        </p:txBody>
      </p:sp>
      <p:sp>
        <p:nvSpPr>
          <p:cNvPr id="21" name="Legacy module connection">
            <a:extLst xmlns:a="http://schemas.openxmlformats.org/drawingml/2006/main">
              <a:ext uri="{FF2B5EF4-FFF2-40B4-BE49-F238E27FC236}">
                <a16:creationId xmlns:a16="http://schemas.microsoft.com/office/drawing/2014/main" id="{7495029F-04BF-4912-A701-F92FA563D41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07062341"/>
      </p:ext>
    </p:extLst>
  </p:cSld>
</p:sld>
</file>

<file path=ppt/slides/slide2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5/8 · Clarification">
            <a:extLst xmlns:a="http://schemas.openxmlformats.org/drawingml/2006/main">
              <a:ext uri="{FF2B5EF4-FFF2-40B4-BE49-F238E27FC236}">
                <a16:creationId xmlns:a16="http://schemas.microsoft.com/office/drawing/2014/main" id="{2877F60B-A88A-45F9-9422-8C54564AF60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5/8 · Clarification</a:t>
            </a:r>
          </a:p>
        </p:txBody>
      </p:sp>
      <p:sp>
        <p:nvSpPr>
          <p:cNvPr id="2" name="S29">
            <a:extLst xmlns:a="http://schemas.openxmlformats.org/drawingml/2006/main">
              <a:ext uri="{FF2B5EF4-FFF2-40B4-BE49-F238E27FC236}">
                <a16:creationId xmlns:a16="http://schemas.microsoft.com/office/drawing/2014/main" id="{B84754D0-8F02-4BBD-ACF3-CE1C1229B57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S29</a:t>
            </a:r>
          </a:p>
        </p:txBody>
      </p:sp>
      <p:sp>
        <p:nvSpPr>
          <p:cNvPr id="3" name="결과를 바꾸는 결정에서 확인 질문">
            <a:extLst xmlns:a="http://schemas.openxmlformats.org/drawingml/2006/main">
              <a:ext uri="{FF2B5EF4-FFF2-40B4-BE49-F238E27FC236}">
                <a16:creationId xmlns:a16="http://schemas.microsoft.com/office/drawing/2014/main" id="{F4D124EE-6E2A-4A94-9097-1A91A7AEC2F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바꾸는 결정에서 확인 질문</a:t>
            </a:r>
          </a:p>
        </p:txBody>
      </p:sp>
      <p:sp>
        <p:nvSpPr>
          <p:cNvPr id="4" name="">
            <a:extLst xmlns:a="http://schemas.openxmlformats.org/drawingml/2006/main">
              <a:ext uri="{FF2B5EF4-FFF2-40B4-BE49-F238E27FC236}">
                <a16:creationId xmlns:a16="http://schemas.microsoft.com/office/drawing/2014/main" id="{B372B680-DBC7-4BBD-85E7-E7B6B1F9BD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Latest model · Initiative · 2026-10-">
            <a:extLst xmlns:a="http://schemas.openxmlformats.org/drawingml/2006/main">
              <a:ext uri="{FF2B5EF4-FFF2-40B4-BE49-F238E27FC236}">
                <a16:creationId xmlns:a16="http://schemas.microsoft.com/office/drawing/2014/main" id="{4B49FD8B-6433-4BD5-A662-D4DFEFEB241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Latest model · Initiative · 2026-10-21 확인</a:t>
            </a:r>
          </a:p>
        </p:txBody>
      </p:sp>
      <p:sp>
        <p:nvSpPr>
          <p:cNvPr id="6" name="모든 세부를 질문으로 돌리지 않습니다. 답에 따라 결과가 달라지는 선택에 집중합니다.">
            <a:extLst xmlns:a="http://schemas.openxmlformats.org/drawingml/2006/main">
              <a:ext uri="{FF2B5EF4-FFF2-40B4-BE49-F238E27FC236}">
                <a16:creationId xmlns:a16="http://schemas.microsoft.com/office/drawing/2014/main" id="{76FDD84D-7B2D-45AC-A1DC-1A510880AF0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모든 세부를 질문으로 돌리지 않습니다. 답에 따라 결과가 달라지는 선택에 집중합니다.</a:t>
            </a:r>
          </a:p>
        </p:txBody>
      </p:sp>
      <p:sp>
        <p:nvSpPr>
          <p:cNvPr id="7" name="">
            <a:extLst xmlns:a="http://schemas.openxmlformats.org/drawingml/2006/main">
              <a:ext uri="{FF2B5EF4-FFF2-40B4-BE49-F238E27FC236}">
                <a16:creationId xmlns:a16="http://schemas.microsoft.com/office/drawing/2014/main" id="{037E98EA-D353-4623-97E8-8685AC030EE8}"/>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20A650D0-4F3A-4C89-8D09-B4478B0F3688}"/>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정책을 사람이 선택해야 할 때">
            <a:extLst xmlns:a="http://schemas.openxmlformats.org/drawingml/2006/main">
              <a:ext uri="{FF2B5EF4-FFF2-40B4-BE49-F238E27FC236}">
                <a16:creationId xmlns:a16="http://schemas.microsoft.com/office/drawing/2014/main" id="{A736B4D8-F599-4AC3-B2D7-2408CEF0A707}"/>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정책을 사람이 선택해야 할 때</a:t>
            </a:r>
          </a:p>
        </p:txBody>
      </p:sp>
      <p:sp>
        <p:nvSpPr>
          <p:cNvPr id="10" name="">
            <a:extLst xmlns:a="http://schemas.openxmlformats.org/drawingml/2006/main">
              <a:ext uri="{FF2B5EF4-FFF2-40B4-BE49-F238E27FC236}">
                <a16:creationId xmlns:a16="http://schemas.microsoft.com/office/drawing/2014/main" id="{8CB163F8-CAA8-4AF3-ACAB-07209FE7D585}"/>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CF06132-1E7D-4811-98E5-7C2FDBC4A4F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8DFBE17F-469F-44DB-A46C-A17DF5049DB0}"/>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빈 crop 범위의 처리 정책을 조사해줘.&#10;문서·테스트·호출부의 근거를 먼저 찾아줘.&#10;근거 없이 빈 결과와 ">
            <a:extLst xmlns:a="http://schemas.openxmlformats.org/drawingml/2006/main">
              <a:ext uri="{FF2B5EF4-FFF2-40B4-BE49-F238E27FC236}">
                <a16:creationId xmlns:a16="http://schemas.microsoft.com/office/drawing/2014/main" id="{E8727A30-04C5-48B5-9310-B28233559854}"/>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빈 crop 범위의 처리 정책을 조사해줘.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문서·테스트·호출부의 근거를 먼저 찾아줘.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없이 빈 결과와 오류 중 골라야 하면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각 선택의 영향을 적고 질문해줘.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결정에 의존하는 수정은 답변 뒤 진행해줘.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선택과 무관한 조사는 계속해줘.</a:t>
            </a:r>
          </a:p>
        </p:txBody>
      </p:sp>
      <p:sp>
        <p:nvSpPr>
          <p:cNvPr id="14" name="저장소에 답이 있다">
            <a:extLst xmlns:a="http://schemas.openxmlformats.org/drawingml/2006/main">
              <a:ext uri="{FF2B5EF4-FFF2-40B4-BE49-F238E27FC236}">
                <a16:creationId xmlns:a16="http://schemas.microsoft.com/office/drawing/2014/main" id="{18F52A9A-5988-4AC6-95C5-F5FF767E26EB}"/>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저장소에 답이 있다</a:t>
            </a:r>
          </a:p>
        </p:txBody>
      </p:sp>
      <p:sp>
        <p:nvSpPr>
          <p:cNvPr id="15" name="">
            <a:extLst xmlns:a="http://schemas.openxmlformats.org/drawingml/2006/main">
              <a:ext uri="{FF2B5EF4-FFF2-40B4-BE49-F238E27FC236}">
                <a16:creationId xmlns:a16="http://schemas.microsoft.com/office/drawing/2014/main" id="{B90C9ED8-6C95-4328-9308-2025D9662F2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조사하고&#10;근거를 보고">
            <a:extLst xmlns:a="http://schemas.openxmlformats.org/drawingml/2006/main">
              <a:ext uri="{FF2B5EF4-FFF2-40B4-BE49-F238E27FC236}">
                <a16:creationId xmlns:a16="http://schemas.microsoft.com/office/drawing/2014/main" id="{FDE3110F-2F1D-4CD6-B8EB-5F42355117F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근거를 보고</a:t>
            </a:r>
          </a:p>
        </p:txBody>
      </p:sp>
      <p:sp>
        <p:nvSpPr>
          <p:cNvPr id="17" name="정책 선택이 남았다">
            <a:extLst xmlns:a="http://schemas.openxmlformats.org/drawingml/2006/main">
              <a:ext uri="{FF2B5EF4-FFF2-40B4-BE49-F238E27FC236}">
                <a16:creationId xmlns:a16="http://schemas.microsoft.com/office/drawing/2014/main" id="{7FE05E11-4D86-47A0-8193-4B476FA51A47}"/>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정책 선택이 남았다</a:t>
            </a:r>
          </a:p>
        </p:txBody>
      </p:sp>
      <p:sp>
        <p:nvSpPr>
          <p:cNvPr id="18" name="">
            <a:extLst xmlns:a="http://schemas.openxmlformats.org/drawingml/2006/main">
              <a:ext uri="{FF2B5EF4-FFF2-40B4-BE49-F238E27FC236}">
                <a16:creationId xmlns:a16="http://schemas.microsoft.com/office/drawing/2014/main" id="{45D0B875-50EC-48B4-A236-7F168984DCB2}"/>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영향을 설명하고&#10;사람에게 질문">
            <a:extLst xmlns:a="http://schemas.openxmlformats.org/drawingml/2006/main">
              <a:ext uri="{FF2B5EF4-FFF2-40B4-BE49-F238E27FC236}">
                <a16:creationId xmlns:a16="http://schemas.microsoft.com/office/drawing/2014/main" id="{4F1AE527-5D74-4BC6-B8FB-87FA5ACE4A03}"/>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영향을 설명하고</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사람에게 질문</a:t>
            </a:r>
          </a:p>
        </p:txBody>
      </p:sp>
      <p:sp>
        <p:nvSpPr>
          <p:cNvPr id="20" name="조사할 사실과 답을 받아야 할 결정을 구분한다.">
            <a:extLst xmlns:a="http://schemas.openxmlformats.org/drawingml/2006/main">
              <a:ext uri="{FF2B5EF4-FFF2-40B4-BE49-F238E27FC236}">
                <a16:creationId xmlns:a16="http://schemas.microsoft.com/office/drawing/2014/main" id="{94174643-E6BC-44DA-B342-6CBAE92CF16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조사할 사실과 답을 받아야 할 결정을 구분한다.</a:t>
            </a:r>
          </a:p>
        </p:txBody>
      </p:sp>
      <p:sp>
        <p:nvSpPr>
          <p:cNvPr id="21" name="Legacy module connection">
            <a:extLst xmlns:a="http://schemas.openxmlformats.org/drawingml/2006/main">
              <a:ext uri="{FF2B5EF4-FFF2-40B4-BE49-F238E27FC236}">
                <a16:creationId xmlns:a16="http://schemas.microsoft.com/office/drawing/2014/main" id="{AF07F4E0-874E-4DE2-89B1-D97D9FED3D5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274687687"/>
      </p:ext>
    </p:extLst>
  </p:cSld>
</p:sld>
</file>

<file path=ppt/slides/slide3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6/8 · Task decomposition">
            <a:extLst xmlns:a="http://schemas.openxmlformats.org/drawingml/2006/main">
              <a:ext uri="{FF2B5EF4-FFF2-40B4-BE49-F238E27FC236}">
                <a16:creationId xmlns:a16="http://schemas.microsoft.com/office/drawing/2014/main" id="{171F95B2-6FB9-4745-9ED3-14247603485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6/8 · Task decomposition</a:t>
            </a:r>
          </a:p>
        </p:txBody>
      </p:sp>
      <p:sp>
        <p:nvSpPr>
          <p:cNvPr id="2" name="S30">
            <a:extLst xmlns:a="http://schemas.openxmlformats.org/drawingml/2006/main">
              <a:ext uri="{FF2B5EF4-FFF2-40B4-BE49-F238E27FC236}">
                <a16:creationId xmlns:a16="http://schemas.microsoft.com/office/drawing/2014/main" id="{77C0E7C8-0392-4A72-9E6A-B329C37415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S30</a:t>
            </a:r>
          </a:p>
        </p:txBody>
      </p:sp>
      <p:sp>
        <p:nvSpPr>
          <p:cNvPr id="3" name="큰 작업을 검토할 결과물로 나누기">
            <a:extLst xmlns:a="http://schemas.openxmlformats.org/drawingml/2006/main">
              <a:ext uri="{FF2B5EF4-FFF2-40B4-BE49-F238E27FC236}">
                <a16:creationId xmlns:a16="http://schemas.microsoft.com/office/drawing/2014/main" id="{6D10B525-E845-4991-A1CB-CE6C50B97AB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큰 작업을 검토할 결과물로 나누기</a:t>
            </a:r>
          </a:p>
        </p:txBody>
      </p:sp>
      <p:sp>
        <p:nvSpPr>
          <p:cNvPr id="4" name="">
            <a:extLst xmlns:a="http://schemas.openxmlformats.org/drawingml/2006/main">
              <a:ext uri="{FF2B5EF4-FFF2-40B4-BE49-F238E27FC236}">
                <a16:creationId xmlns:a16="http://schemas.microsoft.com/office/drawing/2014/main" id="{189991B4-0BEC-437F-8ECA-7F4ED7E3FBD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Plan first for difficult tasks · 202">
            <a:extLst xmlns:a="http://schemas.openxmlformats.org/drawingml/2006/main">
              <a:ext uri="{FF2B5EF4-FFF2-40B4-BE49-F238E27FC236}">
                <a16:creationId xmlns:a16="http://schemas.microsoft.com/office/drawing/2014/main" id="{38080722-456F-41BC-AD72-9C7B4EA00F1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Plan first for difficult tasks · 2026-10-21 확인</a:t>
            </a:r>
          </a:p>
        </p:txBody>
      </p:sp>
      <p:sp>
        <p:nvSpPr>
          <p:cNvPr id="6" name="단계는 작업·산출물의 경계입니다. 숨은 사고 과정을 길게 출력하라는 요청이 아닙니다.">
            <a:extLst xmlns:a="http://schemas.openxmlformats.org/drawingml/2006/main">
              <a:ext uri="{FF2B5EF4-FFF2-40B4-BE49-F238E27FC236}">
                <a16:creationId xmlns:a16="http://schemas.microsoft.com/office/drawing/2014/main" id="{9F08EFB7-063F-4FE9-A767-497B271908E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단계는 작업·산출물의 경계입니다. 숨은 사고 과정을 길게 출력하라는 요청이 아닙니다.</a:t>
            </a:r>
          </a:p>
        </p:txBody>
      </p:sp>
      <p:sp>
        <p:nvSpPr>
          <p:cNvPr id="7" name="">
            <a:extLst xmlns:a="http://schemas.openxmlformats.org/drawingml/2006/main">
              <a:ext uri="{FF2B5EF4-FFF2-40B4-BE49-F238E27FC236}">
                <a16:creationId xmlns:a16="http://schemas.microsoft.com/office/drawing/2014/main" id="{94B54871-5147-4434-BE2E-6C420D33A7D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87D9FD38-9173-44CF-914F-9ADFBE311B3D}"/>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조사 결과에 따라 구현 범위가 달라질 때">
            <a:extLst xmlns:a="http://schemas.openxmlformats.org/drawingml/2006/main">
              <a:ext uri="{FF2B5EF4-FFF2-40B4-BE49-F238E27FC236}">
                <a16:creationId xmlns:a16="http://schemas.microsoft.com/office/drawing/2014/main" id="{9E853D60-E6CF-4868-A411-D02FB051AFBA}"/>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결과에 따라 구현 범위가 달라질 때</a:t>
            </a:r>
          </a:p>
        </p:txBody>
      </p:sp>
      <p:sp>
        <p:nvSpPr>
          <p:cNvPr id="10" name="">
            <a:extLst xmlns:a="http://schemas.openxmlformats.org/drawingml/2006/main">
              <a:ext uri="{FF2B5EF4-FFF2-40B4-BE49-F238E27FC236}">
                <a16:creationId xmlns:a16="http://schemas.microsoft.com/office/drawing/2014/main" id="{69DDBEA7-9EEF-4332-B4DB-42E86946034C}"/>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DF3D0F7D-F97C-4DB2-86C5-B2BB6192DB3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B9C196D1-C09E-4CAE-8EFB-B2856A08A8E3}"/>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검사 pipeline에 ROI 설정을 연결하려 한다.&#10;이번에는 설정 입력에서 crop까지의 경로만&#10;조사하고,">
            <a:extLst xmlns:a="http://schemas.openxmlformats.org/drawingml/2006/main">
              <a:ext uri="{FF2B5EF4-FFF2-40B4-BE49-F238E27FC236}">
                <a16:creationId xmlns:a16="http://schemas.microsoft.com/office/drawing/2014/main" id="{A0D4455A-06B9-450A-AF02-09EEF74147B0}"/>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검사 pipeline에 ROI 설정을 연결하려 한다.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이번에는 설정 입력에서 crop까지의 경로만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조사하고, 변경 후보·미확인을 표로 정리해줘.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코드는 아직 수정하지 마.</a:t>
            </a:r>
          </a:p>
          <a:p xmlns:a="http://schemas.openxmlformats.org/drawingml/2006/main">
            <a:r>
              <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그 결과를 보고 다음 요청에서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파싱·유효성 확인 구현 범위를 정하겠다.</a:t>
            </a:r>
          </a:p>
        </p:txBody>
      </p:sp>
      <p:sp>
        <p:nvSpPr>
          <p:cNvPr id="14" name="첫 요청의 결과">
            <a:extLst xmlns:a="http://schemas.openxmlformats.org/drawingml/2006/main">
              <a:ext uri="{FF2B5EF4-FFF2-40B4-BE49-F238E27FC236}">
                <a16:creationId xmlns:a16="http://schemas.microsoft.com/office/drawing/2014/main" id="{9F108478-913E-4060-88D9-D6B4A2C645B6}"/>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첫 요청의 결과</a:t>
            </a:r>
          </a:p>
        </p:txBody>
      </p:sp>
      <p:sp>
        <p:nvSpPr>
          <p:cNvPr id="15" name="">
            <a:extLst xmlns:a="http://schemas.openxmlformats.org/drawingml/2006/main">
              <a:ext uri="{FF2B5EF4-FFF2-40B4-BE49-F238E27FC236}">
                <a16:creationId xmlns:a16="http://schemas.microsoft.com/office/drawing/2014/main" id="{8D18CCF4-A6D3-4FDD-AF6F-93D83A14ABDA}"/>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현재 전달 경로&#10;변경 후보·미확인">
            <a:extLst xmlns:a="http://schemas.openxmlformats.org/drawingml/2006/main">
              <a:ext uri="{FF2B5EF4-FFF2-40B4-BE49-F238E27FC236}">
                <a16:creationId xmlns:a16="http://schemas.microsoft.com/office/drawing/2014/main" id="{E62BF51F-03ED-4819-B2C7-8FDF901E9E5C}"/>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전달 경로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변경 후보·미확인</a:t>
            </a:r>
          </a:p>
        </p:txBody>
      </p:sp>
      <p:sp>
        <p:nvSpPr>
          <p:cNvPr id="17" name="다음 요청의 범위">
            <a:extLst xmlns:a="http://schemas.openxmlformats.org/drawingml/2006/main">
              <a:ext uri="{FF2B5EF4-FFF2-40B4-BE49-F238E27FC236}">
                <a16:creationId xmlns:a16="http://schemas.microsoft.com/office/drawing/2014/main" id="{6EFCFA93-AC5E-414A-A760-0B0790CED8DD}"/>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요청의 범위</a:t>
            </a:r>
          </a:p>
        </p:txBody>
      </p:sp>
      <p:sp>
        <p:nvSpPr>
          <p:cNvPr id="18" name="">
            <a:extLst xmlns:a="http://schemas.openxmlformats.org/drawingml/2006/main">
              <a:ext uri="{FF2B5EF4-FFF2-40B4-BE49-F238E27FC236}">
                <a16:creationId xmlns:a16="http://schemas.microsoft.com/office/drawing/2014/main" id="{077A3162-A6CC-4C15-8E44-4FEDC2CA599F}"/>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선택한 경로에서&#10;한 부분만 구현">
            <a:extLst xmlns:a="http://schemas.openxmlformats.org/drawingml/2006/main">
              <a:ext uri="{FF2B5EF4-FFF2-40B4-BE49-F238E27FC236}">
                <a16:creationId xmlns:a16="http://schemas.microsoft.com/office/drawing/2014/main" id="{97361DBC-EDBF-4C5F-84AC-44494A3816C2}"/>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선택한 경로에서</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한 부분만 구현</a:t>
            </a:r>
          </a:p>
        </p:txBody>
      </p:sp>
      <p:sp>
        <p:nvSpPr>
          <p:cNvPr id="20" name="다음 결정을 할 수 있는 작은 결과부터 요청한다.">
            <a:extLst xmlns:a="http://schemas.openxmlformats.org/drawingml/2006/main">
              <a:ext uri="{FF2B5EF4-FFF2-40B4-BE49-F238E27FC236}">
                <a16:creationId xmlns:a16="http://schemas.microsoft.com/office/drawing/2014/main" id="{D8650AA4-C86E-4C54-8469-010DA50E124D}"/>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결정을 할 수 있는 작은 결과부터 요청한다.</a:t>
            </a:r>
          </a:p>
        </p:txBody>
      </p:sp>
      <p:sp>
        <p:nvSpPr>
          <p:cNvPr id="21" name="Legacy module connection">
            <a:extLst xmlns:a="http://schemas.openxmlformats.org/drawingml/2006/main">
              <a:ext uri="{FF2B5EF4-FFF2-40B4-BE49-F238E27FC236}">
                <a16:creationId xmlns:a16="http://schemas.microsoft.com/office/drawing/2014/main" id="{DAAC7B39-3F37-4A5F-B161-E5B6B76B2BD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94589349"/>
      </p:ext>
    </p:extLst>
  </p:cSld>
</p:sld>
</file>

<file path=ppt/slides/slide3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7/8 · Criteria-focused review">
            <a:extLst xmlns:a="http://schemas.openxmlformats.org/drawingml/2006/main">
              <a:ext uri="{FF2B5EF4-FFF2-40B4-BE49-F238E27FC236}">
                <a16:creationId xmlns:a16="http://schemas.microsoft.com/office/drawing/2014/main" id="{89EF8040-7EDE-4884-9675-88AF936770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7/8 · Criteria-focused review</a:t>
            </a:r>
          </a:p>
        </p:txBody>
      </p:sp>
      <p:sp>
        <p:nvSpPr>
          <p:cNvPr id="2" name="S31">
            <a:extLst xmlns:a="http://schemas.openxmlformats.org/drawingml/2006/main">
              <a:ext uri="{FF2B5EF4-FFF2-40B4-BE49-F238E27FC236}">
                <a16:creationId xmlns:a16="http://schemas.microsoft.com/office/drawing/2014/main" id="{92C95597-35B7-4CC8-9B73-9FC9CF0797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S31</a:t>
            </a:r>
          </a:p>
        </p:txBody>
      </p:sp>
      <p:sp>
        <p:nvSpPr>
          <p:cNvPr id="3" name="기준을 지정한 코드 리뷰 요청">
            <a:extLst xmlns:a="http://schemas.openxmlformats.org/drawingml/2006/main">
              <a:ext uri="{FF2B5EF4-FFF2-40B4-BE49-F238E27FC236}">
                <a16:creationId xmlns:a16="http://schemas.microsoft.com/office/drawing/2014/main" id="{7DFCD83F-3A1B-4251-967A-AD12B22001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기준을 지정한 코드 리뷰 요청</a:t>
            </a:r>
          </a:p>
        </p:txBody>
      </p:sp>
      <p:sp>
        <p:nvSpPr>
          <p:cNvPr id="4" name="">
            <a:extLst xmlns:a="http://schemas.openxmlformats.org/drawingml/2006/main">
              <a:ext uri="{FF2B5EF4-FFF2-40B4-BE49-F238E27FC236}">
                <a16:creationId xmlns:a16="http://schemas.microsoft.com/office/drawing/2014/main" id="{3E529C98-5466-49B0-89BB-01615299E75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Best practices · Testing and review / Prompting · Cus">
            <a:extLst xmlns:a="http://schemas.openxmlformats.org/drawingml/2006/main">
              <a:ext uri="{FF2B5EF4-FFF2-40B4-BE49-F238E27FC236}">
                <a16:creationId xmlns:a16="http://schemas.microsoft.com/office/drawing/2014/main" id="{C0559500-F107-4DDA-A562-BFFF523D2F5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Best practices · Testing and review / Prompting · Custom focus · 2026-10-21</a:t>
            </a:r>
          </a:p>
        </p:txBody>
      </p:sp>
      <p:sp>
        <p:nvSpPr>
          <p:cNvPr id="6" name="리뷰 답변도 누락할 수 있습니다. 필요한 실행 확인·변경 검토·사람의 완료 판단을 함께 사용합니다.">
            <a:extLst xmlns:a="http://schemas.openxmlformats.org/drawingml/2006/main">
              <a:ext uri="{FF2B5EF4-FFF2-40B4-BE49-F238E27FC236}">
                <a16:creationId xmlns:a16="http://schemas.microsoft.com/office/drawing/2014/main" id="{FB956FAB-B41D-4398-94ED-74213F3B4B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리뷰 답변도 누락할 수 있습니다. 필요한 실행 확인·변경 검토·사람의 완료 판단을 함께 사용합니다.</a:t>
            </a:r>
          </a:p>
        </p:txBody>
      </p:sp>
      <p:sp>
        <p:nvSpPr>
          <p:cNvPr id="7" name="">
            <a:extLst xmlns:a="http://schemas.openxmlformats.org/drawingml/2006/main">
              <a:ext uri="{FF2B5EF4-FFF2-40B4-BE49-F238E27FC236}">
                <a16:creationId xmlns:a16="http://schemas.microsoft.com/office/drawing/2014/main" id="{9897D7C6-ED3F-4398-8255-B02B0C5A9B19}"/>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A80A263-B76B-4D98-A86B-CE247BE05E83}"/>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검토해줘”의 범위를 분명히 할 때">
            <a:extLst xmlns:a="http://schemas.openxmlformats.org/drawingml/2006/main">
              <a:ext uri="{FF2B5EF4-FFF2-40B4-BE49-F238E27FC236}">
                <a16:creationId xmlns:a16="http://schemas.microsoft.com/office/drawing/2014/main" id="{7C08EAE6-F013-46CE-8E20-4A67539BC5AD}"/>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“검토해줘”의 범위를 분명히 할 때</a:t>
            </a:r>
          </a:p>
        </p:txBody>
      </p:sp>
      <p:sp>
        <p:nvSpPr>
          <p:cNvPr id="10" name="">
            <a:extLst xmlns:a="http://schemas.openxmlformats.org/drawingml/2006/main">
              <a:ext uri="{FF2B5EF4-FFF2-40B4-BE49-F238E27FC236}">
                <a16:creationId xmlns:a16="http://schemas.microsoft.com/office/drawing/2014/main" id="{A9EF4620-64A4-4D70-A686-061DCF28DD3E}"/>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31793144-BE08-4E90-ABAA-966F1726EAF5}"/>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75E530AE-35CD-44BC-987C-177A51097ADF}"/>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crop 변경안을 코드 리뷰 관점에서 봐줘.&#10;검토 기준은 다음과 같아.&#10;1. 끝 좌표 제외 명세 보존&#10;2. ">
            <a:extLst xmlns:a="http://schemas.openxmlformats.org/drawingml/2006/main">
              <a:ext uri="{FF2B5EF4-FFF2-40B4-BE49-F238E27FC236}">
                <a16:creationId xmlns:a16="http://schemas.microsoft.com/office/drawing/2014/main" id="{1D8618B1-29AA-4056-9609-3B1513141E01}"/>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변경안을 코드 리뷰 관점에서 봐줘.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검토 기준은 다음과 같아.</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1. 끝 좌표 제외 명세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2. 공개 API와 기존 오류 정책 보존</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3. 요청과 무관한 변경 없음</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위반마다 위치·근거·영향·수정 제안을 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자료로 판단 못 하면 미확인으로 남겨줘.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이번 요청에서는 코드를 바꾸지 마.</a:t>
            </a:r>
          </a:p>
        </p:txBody>
      </p:sp>
      <p:sp>
        <p:nvSpPr>
          <p:cNvPr id="14" name="역할은 검토 관점">
            <a:extLst xmlns:a="http://schemas.openxmlformats.org/drawingml/2006/main">
              <a:ext uri="{FF2B5EF4-FFF2-40B4-BE49-F238E27FC236}">
                <a16:creationId xmlns:a16="http://schemas.microsoft.com/office/drawing/2014/main" id="{F0445028-1C48-4CEC-A423-30D1C35252C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역할은 검토 관점</a:t>
            </a:r>
          </a:p>
        </p:txBody>
      </p:sp>
      <p:sp>
        <p:nvSpPr>
          <p:cNvPr id="15" name="">
            <a:extLst xmlns:a="http://schemas.openxmlformats.org/drawingml/2006/main">
              <a:ext uri="{FF2B5EF4-FFF2-40B4-BE49-F238E27FC236}">
                <a16:creationId xmlns:a16="http://schemas.microsoft.com/office/drawing/2014/main" id="{B82537A3-89D3-44AA-A5BF-78644B4BEA3C}"/>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검토할 문제를&#10;구체적으로 지정">
            <a:extLst xmlns:a="http://schemas.openxmlformats.org/drawingml/2006/main">
              <a:ext uri="{FF2B5EF4-FFF2-40B4-BE49-F238E27FC236}">
                <a16:creationId xmlns:a16="http://schemas.microsoft.com/office/drawing/2014/main" id="{59D1EA88-3FF1-4977-8ADD-233F96F28E3D}"/>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검토할 문제를</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구체적으로 지정</a:t>
            </a:r>
          </a:p>
        </p:txBody>
      </p:sp>
      <p:sp>
        <p:nvSpPr>
          <p:cNvPr id="17" name="리뷰 항목의 형태">
            <a:extLst xmlns:a="http://schemas.openxmlformats.org/drawingml/2006/main">
              <a:ext uri="{FF2B5EF4-FFF2-40B4-BE49-F238E27FC236}">
                <a16:creationId xmlns:a16="http://schemas.microsoft.com/office/drawing/2014/main" id="{F68B30CF-A621-4989-A138-475715A75B7A}"/>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리뷰 항목의 형태</a:t>
            </a:r>
          </a:p>
        </p:txBody>
      </p:sp>
      <p:sp>
        <p:nvSpPr>
          <p:cNvPr id="18" name="">
            <a:extLst xmlns:a="http://schemas.openxmlformats.org/drawingml/2006/main">
              <a:ext uri="{FF2B5EF4-FFF2-40B4-BE49-F238E27FC236}">
                <a16:creationId xmlns:a16="http://schemas.microsoft.com/office/drawing/2014/main" id="{F85BF919-9F32-4A9A-A9B3-AB62F8301FEB}"/>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위치·기준·영향&#10;수정 제안과 근거">
            <a:extLst xmlns:a="http://schemas.openxmlformats.org/drawingml/2006/main">
              <a:ext uri="{FF2B5EF4-FFF2-40B4-BE49-F238E27FC236}">
                <a16:creationId xmlns:a16="http://schemas.microsoft.com/office/drawing/2014/main" id="{61C737B1-9DF1-49A5-8784-E437AD13C304}"/>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위치·기준·영향</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수정 제안과 근거</a:t>
            </a:r>
          </a:p>
        </p:txBody>
      </p:sp>
      <p:sp>
        <p:nvSpPr>
          <p:cNvPr id="20" name="무엇을 찾을지와 어떤 근거로 보고할지를 지정한다.">
            <a:extLst xmlns:a="http://schemas.openxmlformats.org/drawingml/2006/main">
              <a:ext uri="{FF2B5EF4-FFF2-40B4-BE49-F238E27FC236}">
                <a16:creationId xmlns:a16="http://schemas.microsoft.com/office/drawing/2014/main" id="{690FB5A5-A048-4197-AE93-75FAF787BBD6}"/>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무엇을 찾을지와 어떤 근거로 보고할지를 지정한다.</a:t>
            </a:r>
          </a:p>
        </p:txBody>
      </p:sp>
      <p:sp>
        <p:nvSpPr>
          <p:cNvPr id="21" name="Legacy module connection">
            <a:extLst xmlns:a="http://schemas.openxmlformats.org/drawingml/2006/main">
              <a:ext uri="{FF2B5EF4-FFF2-40B4-BE49-F238E27FC236}">
                <a16:creationId xmlns:a16="http://schemas.microsoft.com/office/drawing/2014/main" id="{965B56E0-CD90-4142-B358-B4F367ECDA5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740916349"/>
      </p:ext>
    </p:extLst>
  </p:cSld>
</p:sld>
</file>

<file path=ppt/slides/slide3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1 · 요청 문장 도구 8/8 · Iterative refinement">
            <a:extLst xmlns:a="http://schemas.openxmlformats.org/drawingml/2006/main">
              <a:ext uri="{FF2B5EF4-FFF2-40B4-BE49-F238E27FC236}">
                <a16:creationId xmlns:a16="http://schemas.microsoft.com/office/drawing/2014/main" id="{B7F38856-46D3-45E1-9ADE-3C97711540E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요청 문장 도구 8/8 · Iterative refinement</a:t>
            </a:r>
          </a:p>
        </p:txBody>
      </p:sp>
      <p:sp>
        <p:nvSpPr>
          <p:cNvPr id="2" name="S32">
            <a:extLst xmlns:a="http://schemas.openxmlformats.org/drawingml/2006/main">
              <a:ext uri="{FF2B5EF4-FFF2-40B4-BE49-F238E27FC236}">
                <a16:creationId xmlns:a16="http://schemas.microsoft.com/office/drawing/2014/main" id="{F98A6A8F-0686-4C1E-A357-9EEC15DCAF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S32</a:t>
            </a:r>
          </a:p>
        </p:txBody>
      </p:sp>
      <p:sp>
        <p:nvSpPr>
          <p:cNvPr id="3" name="구체적인 근거로 수정 방향 피드백">
            <a:extLst xmlns:a="http://schemas.openxmlformats.org/drawingml/2006/main">
              <a:ext uri="{FF2B5EF4-FFF2-40B4-BE49-F238E27FC236}">
                <a16:creationId xmlns:a16="http://schemas.microsoft.com/office/drawing/2014/main" id="{217A4C99-0FDB-40CA-9090-143F78AD4EE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구체적인 근거로 수정 방향 피드백</a:t>
            </a:r>
          </a:p>
        </p:txBody>
      </p:sp>
      <p:sp>
        <p:nvSpPr>
          <p:cNvPr id="4" name="">
            <a:extLst xmlns:a="http://schemas.openxmlformats.org/drawingml/2006/main">
              <a:ext uri="{FF2B5EF4-FFF2-40B4-BE49-F238E27FC236}">
                <a16:creationId xmlns:a16="http://schemas.microsoft.com/office/drawing/2014/main" id="{810CC646-D81F-4F23-8EB7-FD8DC0C80F7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OpenAI Prompting · Improve the result with follow-up message">
            <a:extLst xmlns:a="http://schemas.openxmlformats.org/drawingml/2006/main">
              <a:ext uri="{FF2B5EF4-FFF2-40B4-BE49-F238E27FC236}">
                <a16:creationId xmlns:a16="http://schemas.microsoft.com/office/drawing/2014/main" id="{81CDC187-F55E-4539-83AD-109BB0B3C3C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OpenAI Prompting · Improve the result with follow-up messages · 2026-10-21 확인</a:t>
            </a:r>
          </a:p>
        </p:txBody>
      </p:sp>
      <p:sp>
        <p:nvSpPr>
          <p:cNvPr id="6" name="앞선 제안은 가상 예시입니다. 원하는 답만 반복시키지 말고 명세와 실제 근거로 방향을 고칩니다.">
            <a:extLst xmlns:a="http://schemas.openxmlformats.org/drawingml/2006/main">
              <a:ext uri="{FF2B5EF4-FFF2-40B4-BE49-F238E27FC236}">
                <a16:creationId xmlns:a16="http://schemas.microsoft.com/office/drawing/2014/main" id="{4B99C1B7-37CD-4433-8CD4-1EA0C0D352B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앞선 제안은 가상 예시입니다. 원하는 답만 반복시키지 말고 명세와 실제 근거로 방향을 고칩니다.</a:t>
            </a:r>
          </a:p>
        </p:txBody>
      </p:sp>
      <p:sp>
        <p:nvSpPr>
          <p:cNvPr id="7" name="">
            <a:extLst xmlns:a="http://schemas.openxmlformats.org/drawingml/2006/main">
              <a:ext uri="{FF2B5EF4-FFF2-40B4-BE49-F238E27FC236}">
                <a16:creationId xmlns:a16="http://schemas.microsoft.com/office/drawing/2014/main" id="{E26E9A23-AAE9-4716-BF72-1E2887677487}"/>
              </a:ext>
            </a:extLst>
          </p:cNvPr>
          <p:cNvSpPr>
            <a:spLocks xmlns:a="http://schemas.openxmlformats.org/drawingml/2006/main" noGrp="1"/>
          </p:cNvSpPr>
          <p:nvPr/>
        </p:nvSpPr>
        <p:spPr>
          <a:xfrm xmlns:a="http://schemas.openxmlformats.org/drawingml/2006/main">
            <a:off x="609600" y="1619250"/>
            <a:ext cx="17716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8" name="이럴 때 사용">
            <a:extLst xmlns:a="http://schemas.openxmlformats.org/drawingml/2006/main">
              <a:ext uri="{FF2B5EF4-FFF2-40B4-BE49-F238E27FC236}">
                <a16:creationId xmlns:a16="http://schemas.microsoft.com/office/drawing/2014/main" id="{1E67144F-BAB2-42E6-996A-0FEB6CCCF5DB}"/>
              </a:ext>
            </a:extLst>
          </p:cNvPr>
          <p:cNvSpPr>
            <a:spLocks xmlns:a="http://schemas.openxmlformats.org/drawingml/2006/main" noGrp="1"/>
          </p:cNvSpPr>
          <p:nvPr/>
        </p:nvSpPr>
        <p:spPr>
          <a:xfrm xmlns:a="http://schemas.openxmlformats.org/drawingml/2006/main">
            <a:off x="723900" y="1619250"/>
            <a:ext cx="1543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이럴 때 사용</a:t>
            </a:r>
          </a:p>
        </p:txBody>
      </p:sp>
      <p:sp>
        <p:nvSpPr>
          <p:cNvPr id="9" name="첫 제안의 일부가 의도와 다를 때">
            <a:extLst xmlns:a="http://schemas.openxmlformats.org/drawingml/2006/main">
              <a:ext uri="{FF2B5EF4-FFF2-40B4-BE49-F238E27FC236}">
                <a16:creationId xmlns:a16="http://schemas.microsoft.com/office/drawing/2014/main" id="{C1AF554E-E20B-4288-8756-50218CCCFFEC}"/>
              </a:ext>
            </a:extLst>
          </p:cNvPr>
          <p:cNvSpPr>
            <a:spLocks xmlns:a="http://schemas.openxmlformats.org/drawingml/2006/main" noGrp="1"/>
          </p:cNvSpPr>
          <p:nvPr/>
        </p:nvSpPr>
        <p:spPr>
          <a:xfrm xmlns:a="http://schemas.openxmlformats.org/drawingml/2006/main">
            <a:off x="2609850" y="1619250"/>
            <a:ext cx="897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첫 제안의 일부가 의도와 다를 때</a:t>
            </a:r>
          </a:p>
        </p:txBody>
      </p:sp>
      <p:sp>
        <p:nvSpPr>
          <p:cNvPr id="10" name="">
            <a:extLst xmlns:a="http://schemas.openxmlformats.org/drawingml/2006/main">
              <a:ext uri="{FF2B5EF4-FFF2-40B4-BE49-F238E27FC236}">
                <a16:creationId xmlns:a16="http://schemas.microsoft.com/office/drawing/2014/main" id="{06721688-6F3B-4B0F-BDF3-BBB8E971CA37}"/>
              </a:ext>
            </a:extLst>
          </p:cNvPr>
          <p:cNvSpPr>
            <a:spLocks xmlns:a="http://schemas.openxmlformats.org/drawingml/2006/main" noGrp="1"/>
          </p:cNvSpPr>
          <p:nvPr/>
        </p:nvSpPr>
        <p:spPr>
          <a:xfrm xmlns:a="http://schemas.openxmlformats.org/drawingml/2006/main">
            <a:off x="609600" y="2152650"/>
            <a:ext cx="7181850" cy="3124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요청 예시 · 교육용 구성">
            <a:extLst xmlns:a="http://schemas.openxmlformats.org/drawingml/2006/main">
              <a:ext uri="{FF2B5EF4-FFF2-40B4-BE49-F238E27FC236}">
                <a16:creationId xmlns:a16="http://schemas.microsoft.com/office/drawing/2014/main" id="{7775A407-5D1C-4808-9D9D-A5BE9A3EE11B}"/>
              </a:ext>
            </a:extLst>
          </p:cNvPr>
          <p:cNvSpPr>
            <a:spLocks xmlns:a="http://schemas.openxmlformats.org/drawingml/2006/main" noGrp="1"/>
          </p:cNvSpPr>
          <p:nvPr/>
        </p:nvSpPr>
        <p:spPr>
          <a:xfrm xmlns:a="http://schemas.openxmlformats.org/drawingml/2006/main">
            <a:off x="800100" y="2257425"/>
            <a:ext cx="6800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요청 예시 · 교육용 구성</a:t>
            </a:r>
          </a:p>
        </p:txBody>
      </p:sp>
      <p:sp>
        <p:nvSpPr>
          <p:cNvPr id="12" name="">
            <a:extLst xmlns:a="http://schemas.openxmlformats.org/drawingml/2006/main">
              <a:ext uri="{FF2B5EF4-FFF2-40B4-BE49-F238E27FC236}">
                <a16:creationId xmlns:a16="http://schemas.microsoft.com/office/drawing/2014/main" id="{21EA241F-6EDA-4BB4-A035-30AE82C7D767}"/>
              </a:ext>
            </a:extLst>
          </p:cNvPr>
          <p:cNvSpPr>
            <a:spLocks xmlns:a="http://schemas.openxmlformats.org/drawingml/2006/main" noGrp="1"/>
          </p:cNvSpPr>
          <p:nvPr/>
        </p:nvSpPr>
        <p:spPr>
          <a:xfrm xmlns:a="http://schemas.openxmlformats.org/drawingml/2006/main">
            <a:off x="800100" y="2638425"/>
            <a:ext cx="68008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앞선 “테스트 기대 폭을 3으로 바꾸자”는&#10;제안을 수정해줘. 원하는 명세는&#10;crop [1,3)에서 폭 2야.">
            <a:extLst xmlns:a="http://schemas.openxmlformats.org/drawingml/2006/main">
              <a:ext uri="{FF2B5EF4-FFF2-40B4-BE49-F238E27FC236}">
                <a16:creationId xmlns:a16="http://schemas.microsoft.com/office/drawing/2014/main" id="{FF037AF3-6857-472B-91D4-F8510A1B8A66}"/>
              </a:ext>
            </a:extLst>
          </p:cNvPr>
          <p:cNvSpPr>
            <a:spLocks xmlns:a="http://schemas.openxmlformats.org/drawingml/2006/main" noGrp="1"/>
          </p:cNvSpPr>
          <p:nvPr/>
        </p:nvSpPr>
        <p:spPr>
          <a:xfrm xmlns:a="http://schemas.openxmlformats.org/drawingml/2006/main">
            <a:off x="800100" y="2733675"/>
            <a:ext cx="6800850" cy="2400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앞선 “테스트 기대 폭을 3으로 바꾸자”는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제안을 수정해줘. 원하는 명세는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crop [1,3)에서 폭 2야.</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테스트 기대값은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구현의 끝 좌표 처리만 다시 검토해줘.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API·의존성은 유지해줘.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바꾼 제안과 미확인 사항만 보고해줘.</a:t>
            </a:r>
          </a:p>
        </p:txBody>
      </p:sp>
      <p:sp>
        <p:nvSpPr>
          <p:cNvPr id="14" name="피드백에 담을 것">
            <a:extLst xmlns:a="http://schemas.openxmlformats.org/drawingml/2006/main">
              <a:ext uri="{FF2B5EF4-FFF2-40B4-BE49-F238E27FC236}">
                <a16:creationId xmlns:a16="http://schemas.microsoft.com/office/drawing/2014/main" id="{1C982958-D762-4303-BA97-A27C4E9A82E7}"/>
              </a:ext>
            </a:extLst>
          </p:cNvPr>
          <p:cNvSpPr>
            <a:spLocks xmlns:a="http://schemas.openxmlformats.org/drawingml/2006/main" noGrp="1"/>
          </p:cNvSpPr>
          <p:nvPr/>
        </p:nvSpPr>
        <p:spPr>
          <a:xfrm xmlns:a="http://schemas.openxmlformats.org/drawingml/2006/main">
            <a:off x="8229600" y="21907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피드백에 담을 것</a:t>
            </a:r>
          </a:p>
        </p:txBody>
      </p:sp>
      <p:sp>
        <p:nvSpPr>
          <p:cNvPr id="15" name="">
            <a:extLst xmlns:a="http://schemas.openxmlformats.org/drawingml/2006/main">
              <a:ext uri="{FF2B5EF4-FFF2-40B4-BE49-F238E27FC236}">
                <a16:creationId xmlns:a16="http://schemas.microsoft.com/office/drawing/2014/main" id="{DA8F9D8A-E6CD-4E1F-8B53-32C19DBCEF57}"/>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틀린 지점과 근거&#10;원하는 변경&#10;유지할 조건">
            <a:extLst xmlns:a="http://schemas.openxmlformats.org/drawingml/2006/main">
              <a:ext uri="{FF2B5EF4-FFF2-40B4-BE49-F238E27FC236}">
                <a16:creationId xmlns:a16="http://schemas.microsoft.com/office/drawing/2014/main" id="{7804EA39-2618-49AA-91B9-011AB8AF3A52}"/>
              </a:ext>
            </a:extLst>
          </p:cNvPr>
          <p:cNvSpPr>
            <a:spLocks xmlns:a="http://schemas.openxmlformats.org/drawingml/2006/main" noGrp="1"/>
          </p:cNvSpPr>
          <p:nvPr/>
        </p:nvSpPr>
        <p:spPr>
          <a:xfrm xmlns:a="http://schemas.openxmlformats.org/drawingml/2006/main">
            <a:off x="8229600" y="274320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틀린 지점과 근거</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원하는 변경</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유지할 조건</a:t>
            </a:r>
          </a:p>
        </p:txBody>
      </p:sp>
      <p:sp>
        <p:nvSpPr>
          <p:cNvPr id="17" name="남는 질문">
            <a:extLst xmlns:a="http://schemas.openxmlformats.org/drawingml/2006/main">
              <a:ext uri="{FF2B5EF4-FFF2-40B4-BE49-F238E27FC236}">
                <a16:creationId xmlns:a16="http://schemas.microsoft.com/office/drawing/2014/main" id="{146CCC3E-015D-4D28-A23B-2E01C2B126A8}"/>
              </a:ext>
            </a:extLst>
          </p:cNvPr>
          <p:cNvSpPr>
            <a:spLocks xmlns:a="http://schemas.openxmlformats.org/drawingml/2006/main" noGrp="1"/>
          </p:cNvSpPr>
          <p:nvPr/>
        </p:nvSpPr>
        <p:spPr>
          <a:xfrm xmlns:a="http://schemas.openxmlformats.org/drawingml/2006/main">
            <a:off x="8229600" y="36957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남는 질문</a:t>
            </a:r>
          </a:p>
        </p:txBody>
      </p:sp>
      <p:sp>
        <p:nvSpPr>
          <p:cNvPr id="18" name="">
            <a:extLst xmlns:a="http://schemas.openxmlformats.org/drawingml/2006/main">
              <a:ext uri="{FF2B5EF4-FFF2-40B4-BE49-F238E27FC236}">
                <a16:creationId xmlns:a16="http://schemas.microsoft.com/office/drawing/2014/main" id="{B6729661-3D52-4613-8C1A-E598AA51898E}"/>
              </a:ext>
            </a:extLst>
          </p:cNvPr>
          <p:cNvSpPr>
            <a:spLocks xmlns:a="http://schemas.openxmlformats.org/drawingml/2006/main" noGrp="1"/>
          </p:cNvSpPr>
          <p:nvPr/>
        </p:nvSpPr>
        <p:spPr>
          <a:xfrm xmlns:a="http://schemas.openxmlformats.org/drawingml/2006/main">
            <a:off x="8229600" y="414337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다음 작업에도&#10;같은 조건을 쓴다면?">
            <a:extLst xmlns:a="http://schemas.openxmlformats.org/drawingml/2006/main">
              <a:ext uri="{FF2B5EF4-FFF2-40B4-BE49-F238E27FC236}">
                <a16:creationId xmlns:a16="http://schemas.microsoft.com/office/drawing/2014/main" id="{BACC8054-E0D1-4460-ACC3-3FB7FC87A250}"/>
              </a:ext>
            </a:extLst>
          </p:cNvPr>
          <p:cNvSpPr>
            <a:spLocks xmlns:a="http://schemas.openxmlformats.org/drawingml/2006/main" noGrp="1"/>
          </p:cNvSpPr>
          <p:nvPr/>
        </p:nvSpPr>
        <p:spPr>
          <a:xfrm xmlns:a="http://schemas.openxmlformats.org/drawingml/2006/main">
            <a:off x="8229600" y="4248150"/>
            <a:ext cx="335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다음 작업에도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조건을 쓴다면?</a:t>
            </a:r>
          </a:p>
        </p:txBody>
      </p:sp>
      <p:sp>
        <p:nvSpPr>
          <p:cNvPr id="20" name="어긋난 지점과 원하는 변경, 유지할 조건을 적는다.">
            <a:extLst xmlns:a="http://schemas.openxmlformats.org/drawingml/2006/main">
              <a:ext uri="{FF2B5EF4-FFF2-40B4-BE49-F238E27FC236}">
                <a16:creationId xmlns:a16="http://schemas.microsoft.com/office/drawing/2014/main" id="{FFF2D910-2B60-4C86-B3E2-1BA11A794AA5}"/>
              </a:ext>
            </a:extLst>
          </p:cNvPr>
          <p:cNvSpPr>
            <a:spLocks xmlns:a="http://schemas.openxmlformats.org/drawingml/2006/main" noGrp="1"/>
          </p:cNvSpPr>
          <p:nvPr/>
        </p:nvSpPr>
        <p:spPr>
          <a:xfrm xmlns:a="http://schemas.openxmlformats.org/drawingml/2006/main">
            <a:off x="609600" y="53911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어긋난 지점과 원하는 변경, 유지할 조건을 적는다.</a:t>
            </a:r>
          </a:p>
        </p:txBody>
      </p:sp>
      <p:sp>
        <p:nvSpPr>
          <p:cNvPr id="21" name="Legacy module connection">
            <a:extLst xmlns:a="http://schemas.openxmlformats.org/drawingml/2006/main">
              <a:ext uri="{FF2B5EF4-FFF2-40B4-BE49-F238E27FC236}">
                <a16:creationId xmlns:a16="http://schemas.microsoft.com/office/drawing/2014/main" id="{702DFE28-79A8-4D0C-A9C1-FFBFB233E91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747368761"/>
      </p:ext>
    </p:extLst>
  </p:cSld>
</p:sld>
</file>

<file path=ppt/slides/slide3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4" name="ACT 1 · 반복해서 쓰는 정보 돌아보기">
            <a:extLst xmlns:a="http://schemas.openxmlformats.org/drawingml/2006/main">
              <a:ext uri="{FF2B5EF4-FFF2-40B4-BE49-F238E27FC236}">
                <a16:creationId xmlns:a16="http://schemas.microsoft.com/office/drawing/2014/main" id="{A263CE20-01F5-4072-8BDB-85F64D07177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반복해서 쓰는 정보 돌아보기</a:t>
            </a:r>
          </a:p>
        </p:txBody>
      </p:sp>
      <p:sp>
        <p:nvSpPr>
          <p:cNvPr id="2" name="S33">
            <a:extLst xmlns:a="http://schemas.openxmlformats.org/drawingml/2006/main">
              <a:ext uri="{FF2B5EF4-FFF2-40B4-BE49-F238E27FC236}">
                <a16:creationId xmlns:a16="http://schemas.microsoft.com/office/drawing/2014/main" id="{F8125B91-476D-4766-B9CE-A7AEECCD75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S33</a:t>
            </a:r>
          </a:p>
        </p:txBody>
      </p:sp>
      <p:sp>
        <p:nvSpPr>
          <p:cNvPr id="3" name="이번 Task인가,&#10;계속 유지할 Project 정보인가?">
            <a:extLst xmlns:a="http://schemas.openxmlformats.org/drawingml/2006/main">
              <a:ext uri="{FF2B5EF4-FFF2-40B4-BE49-F238E27FC236}">
                <a16:creationId xmlns:a16="http://schemas.microsoft.com/office/drawing/2014/main" id="{3E4964DE-A7EF-4690-9E3C-411C970B4E03}"/>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이번 Task인가,</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계속 유지할 Project 정보인가?</a:t>
            </a:r>
          </a:p>
        </p:txBody>
      </p:sp>
      <p:sp>
        <p:nvSpPr>
          <p:cNvPr id="4" name="">
            <a:extLst xmlns:a="http://schemas.openxmlformats.org/drawingml/2006/main">
              <a:ext uri="{FF2B5EF4-FFF2-40B4-BE49-F238E27FC236}">
                <a16:creationId xmlns:a16="http://schemas.microsoft.com/office/drawing/2014/main" id="{907B2397-3A5C-48B8-9C43-04D97B1BFC8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생각해 보기 · 이 과정의 교육 모델">
            <a:extLst xmlns:a="http://schemas.openxmlformats.org/drawingml/2006/main">
              <a:ext uri="{FF2B5EF4-FFF2-40B4-BE49-F238E27FC236}">
                <a16:creationId xmlns:a16="http://schemas.microsoft.com/office/drawing/2014/main" id="{1AD73E87-6593-4DFD-BBAB-839D46B78EB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생각해 보기 · 이 과정의 교육 모델</a:t>
            </a:r>
          </a:p>
        </p:txBody>
      </p:sp>
      <p:sp>
        <p:nvSpPr>
          <p:cNvPr id="6" name="1분 동안 개인적으로 생각한 뒤 2분간 자발적인 질문을 받습니다.">
            <a:extLst xmlns:a="http://schemas.openxmlformats.org/drawingml/2006/main">
              <a:ext uri="{FF2B5EF4-FFF2-40B4-BE49-F238E27FC236}">
                <a16:creationId xmlns:a16="http://schemas.microsoft.com/office/drawing/2014/main" id="{3A94BD73-69FE-4D0C-914C-FC438D11934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1분 동안 개인적으로 생각한 뒤 2분간 자발적인 질문을 받습니다.</a:t>
            </a:r>
          </a:p>
        </p:txBody>
      </p:sp>
      <p:sp>
        <p:nvSpPr>
          <p:cNvPr id="7" name="테스트 명령·보존 조건, 다음 요청에도 다시 쓰게 된다.">
            <a:extLst xmlns:a="http://schemas.openxmlformats.org/drawingml/2006/main">
              <a:ext uri="{FF2B5EF4-FFF2-40B4-BE49-F238E27FC236}">
                <a16:creationId xmlns:a16="http://schemas.microsoft.com/office/drawing/2014/main" id="{9C8C871A-F17B-41FC-84A1-5B37A67A2D98}"/>
              </a:ext>
            </a:extLst>
          </p:cNvPr>
          <p:cNvSpPr>
            <a:spLocks xmlns:a="http://schemas.openxmlformats.org/drawingml/2006/main" noGrp="1"/>
          </p:cNvSpPr>
          <p:nvPr/>
        </p:nvSpPr>
        <p:spPr>
          <a:xfrm xmlns:a="http://schemas.openxmlformats.org/drawingml/2006/main">
            <a:off x="609600" y="2219325"/>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테스트 명령·보존 조건, 다음 요청에도 다시 쓰게 된다.</a:t>
            </a:r>
          </a:p>
        </p:txBody>
      </p:sp>
      <p:sp>
        <p:nvSpPr>
          <p:cNvPr id="8" name="이번 작업에만?">
            <a:extLst xmlns:a="http://schemas.openxmlformats.org/drawingml/2006/main">
              <a:ext uri="{FF2B5EF4-FFF2-40B4-BE49-F238E27FC236}">
                <a16:creationId xmlns:a16="http://schemas.microsoft.com/office/drawing/2014/main" id="{3F01E02B-D9AF-4ED0-A5FA-930D69446121}"/>
              </a:ext>
            </a:extLst>
          </p:cNvPr>
          <p:cNvSpPr>
            <a:spLocks xmlns:a="http://schemas.openxmlformats.org/drawingml/2006/main" noGrp="1"/>
          </p:cNvSpPr>
          <p:nvPr/>
        </p:nvSpPr>
        <p:spPr>
          <a:xfrm xmlns:a="http://schemas.openxmlformats.org/drawingml/2006/main">
            <a:off x="609600" y="3381375"/>
            <a:ext cx="5162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이번 작업에만?</a:t>
            </a:r>
          </a:p>
        </p:txBody>
      </p:sp>
      <p:sp>
        <p:nvSpPr>
          <p:cNvPr id="9" name="다음 작업에도?">
            <a:extLst xmlns:a="http://schemas.openxmlformats.org/drawingml/2006/main">
              <a:ext uri="{FF2B5EF4-FFF2-40B4-BE49-F238E27FC236}">
                <a16:creationId xmlns:a16="http://schemas.microsoft.com/office/drawing/2014/main" id="{68E48F02-5506-4A8B-9127-6A96DADCA120}"/>
              </a:ext>
            </a:extLst>
          </p:cNvPr>
          <p:cNvSpPr>
            <a:spLocks xmlns:a="http://schemas.openxmlformats.org/drawingml/2006/main" noGrp="1"/>
          </p:cNvSpPr>
          <p:nvPr/>
        </p:nvSpPr>
        <p:spPr>
          <a:xfrm xmlns:a="http://schemas.openxmlformats.org/drawingml/2006/main">
            <a:off x="6705600" y="3381375"/>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0B6172"/>
                </a:solidFill>
                <a:latin typeface="Malgun Gothic"/>
                <a:ea typeface="Malgun Gothic"/>
                <a:cs typeface="Malgun Gothic"/>
              </a:defRPr>
            </a:defPPr>
            <a:lvl1pPr algn="l">
              <a:defRPr sz="2850" b="1">
                <a:solidFill>
                  <a:srgbClr val="0B6172"/>
                </a:solidFill>
                <a:latin typeface="Malgun Gothic"/>
                <a:ea typeface="Malgun Gothic"/>
                <a:cs typeface="Malgun Gothic"/>
              </a:defRPr>
            </a:lvl1pPr>
            <a:lvl2pPr algn="l">
              <a:defRPr sz="2850" b="1">
                <a:solidFill>
                  <a:srgbClr val="0B6172"/>
                </a:solidFill>
                <a:latin typeface="Malgun Gothic"/>
                <a:ea typeface="Malgun Gothic"/>
                <a:cs typeface="Malgun Gothic"/>
              </a:defRPr>
            </a:lvl2pPr>
            <a:lvl3pPr algn="l">
              <a:defRPr sz="2850" b="1">
                <a:solidFill>
                  <a:srgbClr val="0B6172"/>
                </a:solidFill>
                <a:latin typeface="Malgun Gothic"/>
                <a:ea typeface="Malgun Gothic"/>
                <a:cs typeface="Malgun Gothic"/>
              </a:defRPr>
            </a:lvl3pPr>
            <a:lvl4pPr algn="l">
              <a:defRPr sz="2850" b="1">
                <a:solidFill>
                  <a:srgbClr val="0B6172"/>
                </a:solidFill>
                <a:latin typeface="Malgun Gothic"/>
                <a:ea typeface="Malgun Gothic"/>
                <a:cs typeface="Malgun Gothic"/>
              </a:defRPr>
            </a:lvl4pPr>
            <a:lvl5pPr algn="l">
              <a:defRPr sz="2850" b="1">
                <a:solidFill>
                  <a:srgbClr val="0B6172"/>
                </a:solidFill>
                <a:latin typeface="Malgun Gothic"/>
                <a:ea typeface="Malgun Gothic"/>
                <a:cs typeface="Malgun Gothic"/>
              </a:defRPr>
            </a:lvl5pPr>
            <a:lvl6pPr algn="l">
              <a:defRPr sz="2850" b="1">
                <a:solidFill>
                  <a:srgbClr val="0B6172"/>
                </a:solidFill>
                <a:latin typeface="Malgun Gothic"/>
                <a:ea typeface="Malgun Gothic"/>
                <a:cs typeface="Malgun Gothic"/>
              </a:defRPr>
            </a:lvl6pPr>
            <a:lvl7pPr algn="l">
              <a:defRPr sz="2850" b="1">
                <a:solidFill>
                  <a:srgbClr val="0B6172"/>
                </a:solidFill>
                <a:latin typeface="Malgun Gothic"/>
                <a:ea typeface="Malgun Gothic"/>
                <a:cs typeface="Malgun Gothic"/>
              </a:defRPr>
            </a:lvl7pPr>
            <a:lvl8pPr algn="l">
              <a:defRPr sz="2850" b="1">
                <a:solidFill>
                  <a:srgbClr val="0B6172"/>
                </a:solidFill>
                <a:latin typeface="Malgun Gothic"/>
                <a:ea typeface="Malgun Gothic"/>
                <a:cs typeface="Malgun Gothic"/>
              </a:defRPr>
            </a:lvl8pPr>
            <a:lvl9pPr algn="l">
              <a:defRPr sz="2850" b="1">
                <a:solidFill>
                  <a:srgbClr val="0B6172"/>
                </a:solidFill>
                <a:latin typeface="Malgun Gothic"/>
                <a:ea typeface="Malgun Gothic"/>
                <a:cs typeface="Malgun Gothic"/>
              </a:defRPr>
            </a:lvl9pPr>
          </a:lstStyle>
          <a:p xmlns:a="http://schemas.openxmlformats.org/drawingml/2006/main">
            <a:pPr algn="l">
              <a:defRPr sz="2850" b="1">
                <a:solidFill>
                  <a:srgbClr val="0B6172"/>
                </a:solidFill>
                <a:latin typeface="Malgun Gothic"/>
                <a:ea typeface="Malgun Gothic"/>
                <a:cs typeface="Malgun Gothic"/>
              </a:defRPr>
            </a:pPr>
            <a:r>
              <a:rPr sz="2850" b="1">
                <a:solidFill>
                  <a:srgbClr val="0B6172"/>
                </a:solidFill>
                <a:latin typeface="Malgun Gothic"/>
                <a:ea typeface="Malgun Gothic"/>
                <a:cs typeface="Malgun Gothic"/>
              </a:rPr>
              <a:t>다음 작업에도?</a:t>
            </a:r>
          </a:p>
        </p:txBody>
      </p:sp>
      <p:sp>
        <p:nvSpPr>
          <p:cNvPr id="10" name="">
            <a:extLst xmlns:a="http://schemas.openxmlformats.org/drawingml/2006/main">
              <a:ext uri="{FF2B5EF4-FFF2-40B4-BE49-F238E27FC236}">
                <a16:creationId xmlns:a16="http://schemas.microsoft.com/office/drawing/2014/main" id="{3A2D81F7-25C0-45F0-9E0C-09148C960E46}"/>
              </a:ext>
            </a:extLst>
          </p:cNvPr>
          <p:cNvSpPr>
            <a:spLocks xmlns:a="http://schemas.openxmlformats.org/drawingml/2006/main" noGrp="1"/>
          </p:cNvSpPr>
          <p:nvPr/>
        </p:nvSpPr>
        <p:spPr>
          <a:xfrm xmlns:a="http://schemas.openxmlformats.org/drawingml/2006/main">
            <a:off x="609600" y="4619625"/>
            <a:ext cx="516255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1" name="">
            <a:extLst xmlns:a="http://schemas.openxmlformats.org/drawingml/2006/main">
              <a:ext uri="{FF2B5EF4-FFF2-40B4-BE49-F238E27FC236}">
                <a16:creationId xmlns:a16="http://schemas.microsoft.com/office/drawing/2014/main" id="{FD1807F5-0DC1-49DD-BACA-CE1AA5B62C09}"/>
              </a:ext>
            </a:extLst>
          </p:cNvPr>
          <p:cNvSpPr>
            <a:spLocks xmlns:a="http://schemas.openxmlformats.org/drawingml/2006/main" noGrp="1"/>
          </p:cNvSpPr>
          <p:nvPr/>
        </p:nvSpPr>
        <p:spPr>
          <a:xfrm xmlns:a="http://schemas.openxmlformats.org/drawingml/2006/main">
            <a:off x="6705600" y="4619625"/>
            <a:ext cx="4876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2" name="어떤 정보가 계속 남아 있어야 할까요?">
            <a:extLst xmlns:a="http://schemas.openxmlformats.org/drawingml/2006/main">
              <a:ext uri="{FF2B5EF4-FFF2-40B4-BE49-F238E27FC236}">
                <a16:creationId xmlns:a16="http://schemas.microsoft.com/office/drawing/2014/main" id="{5955EA4A-4B72-4276-A993-067A9D807662}"/>
              </a:ext>
            </a:extLst>
          </p:cNvPr>
          <p:cNvSpPr>
            <a:spLocks xmlns:a="http://schemas.openxmlformats.org/drawingml/2006/main" noGrp="1"/>
          </p:cNvSpPr>
          <p:nvPr/>
        </p:nvSpPr>
        <p:spPr>
          <a:xfrm xmlns:a="http://schemas.openxmlformats.org/drawingml/2006/main">
            <a:off x="609600" y="52101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어떤 정보가 계속 남아 있어야 할까요?</a:t>
            </a:r>
          </a:p>
        </p:txBody>
      </p:sp>
      <p:sp>
        <p:nvSpPr>
          <p:cNvPr id="13" name="Legacy module connection">
            <a:extLst xmlns:a="http://schemas.openxmlformats.org/drawingml/2006/main">
              <a:ext uri="{FF2B5EF4-FFF2-40B4-BE49-F238E27FC236}">
                <a16:creationId xmlns:a16="http://schemas.microsoft.com/office/drawing/2014/main" id="{896B8D60-64EC-4E16-8657-54DFB7F9867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7041067"/>
      </p:ext>
    </p:extLst>
  </p:cSld>
</p:sld>
</file>

<file path=ppt/slides/slide3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1 · 정보의 수명과 범위">
            <a:extLst xmlns:a="http://schemas.openxmlformats.org/drawingml/2006/main">
              <a:ext uri="{FF2B5EF4-FFF2-40B4-BE49-F238E27FC236}">
                <a16:creationId xmlns:a16="http://schemas.microsoft.com/office/drawing/2014/main" id="{EC9C00B1-EF99-4E1D-BEF9-14583F43D9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1 · 정보의 수명과 범위</a:t>
            </a:r>
          </a:p>
        </p:txBody>
      </p:sp>
      <p:sp>
        <p:nvSpPr>
          <p:cNvPr id="2" name="S34">
            <a:extLst xmlns:a="http://schemas.openxmlformats.org/drawingml/2006/main">
              <a:ext uri="{FF2B5EF4-FFF2-40B4-BE49-F238E27FC236}">
                <a16:creationId xmlns:a16="http://schemas.microsoft.com/office/drawing/2014/main" id="{B8B53FB1-8247-405C-8DD9-8B367A28015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S34</a:t>
            </a:r>
          </a:p>
        </p:txBody>
      </p:sp>
      <p:sp>
        <p:nvSpPr>
          <p:cNvPr id="3" name="반복하는 설명을 두 범주로 나누기">
            <a:extLst xmlns:a="http://schemas.openxmlformats.org/drawingml/2006/main">
              <a:ext uri="{FF2B5EF4-FFF2-40B4-BE49-F238E27FC236}">
                <a16:creationId xmlns:a16="http://schemas.microsoft.com/office/drawing/2014/main" id="{16124608-66B0-44F6-AED0-14AC9FBFD6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반복하는 설명을 두 범주로 나누기</a:t>
            </a:r>
          </a:p>
        </p:txBody>
      </p:sp>
      <p:sp>
        <p:nvSpPr>
          <p:cNvPr id="4" name="">
            <a:extLst xmlns:a="http://schemas.openxmlformats.org/drawingml/2006/main">
              <a:ext uri="{FF2B5EF4-FFF2-40B4-BE49-F238E27FC236}">
                <a16:creationId xmlns:a16="http://schemas.microsoft.com/office/drawing/2014/main" id="{6786AB9D-AEC2-4B74-9488-5250966A619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후보 예시 · 모든 프로젝트에 적용되는 유일한 분류가 아님">
            <a:extLst xmlns:a="http://schemas.openxmlformats.org/drawingml/2006/main">
              <a:ext uri="{FF2B5EF4-FFF2-40B4-BE49-F238E27FC236}">
                <a16:creationId xmlns:a16="http://schemas.microsoft.com/office/drawing/2014/main" id="{0B1D9FD7-0044-432A-B50C-7413B132749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후보 예시 · 모든 프로젝트에 적용되는 유일한 분류가 아님</a:t>
            </a:r>
          </a:p>
        </p:txBody>
      </p:sp>
      <p:sp>
        <p:nvSpPr>
          <p:cNvPr id="6" name="다음 질문: Project 정보를 왜 매번 Prompt에 다시 적고 있을까요?">
            <a:extLst xmlns:a="http://schemas.openxmlformats.org/drawingml/2006/main">
              <a:ext uri="{FF2B5EF4-FFF2-40B4-BE49-F238E27FC236}">
                <a16:creationId xmlns:a16="http://schemas.microsoft.com/office/drawing/2014/main" id="{39920A5E-068A-4D05-891E-5692C824DF7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질문: Project 정보를 왜 매번 Prompt에 다시 적고 있을까요?</a:t>
            </a:r>
          </a:p>
        </p:txBody>
      </p:sp>
      <p:sp>
        <p:nvSpPr>
          <p:cNvPr id="7" name="테스트 명령과 보존 조건을, 다음 요청에도 다시 쓴다면?">
            <a:extLst xmlns:a="http://schemas.openxmlformats.org/drawingml/2006/main">
              <a:ext uri="{FF2B5EF4-FFF2-40B4-BE49-F238E27FC236}">
                <a16:creationId xmlns:a16="http://schemas.microsoft.com/office/drawing/2014/main" id="{4AF40A72-3471-4927-B4B0-5FFC7AD71512}"/>
              </a:ext>
            </a:extLst>
          </p:cNvPr>
          <p:cNvSpPr>
            <a:spLocks xmlns:a="http://schemas.openxmlformats.org/drawingml/2006/main" noGrp="1"/>
          </p:cNvSpPr>
          <p:nvPr/>
        </p:nvSpPr>
        <p:spPr>
          <a:xfrm xmlns:a="http://schemas.openxmlformats.org/drawingml/2006/main">
            <a:off x="609600" y="16383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테스트 명령과 보존 조건을, 다음 요청에도 다시 쓴다면?</a:t>
            </a:r>
          </a:p>
        </p:txBody>
      </p:sp>
      <p:sp>
        <p:nvSpPr>
          <p:cNvPr id="8" name="이번 Task">
            <a:extLst xmlns:a="http://schemas.openxmlformats.org/drawingml/2006/main">
              <a:ext uri="{FF2B5EF4-FFF2-40B4-BE49-F238E27FC236}">
                <a16:creationId xmlns:a16="http://schemas.microsoft.com/office/drawing/2014/main" id="{105A54E3-B8F6-4CE0-83DF-6FB268730A3B}"/>
              </a:ext>
            </a:extLst>
          </p:cNvPr>
          <p:cNvSpPr>
            <a:spLocks xmlns:a="http://schemas.openxmlformats.org/drawingml/2006/main" noGrp="1"/>
          </p:cNvSpPr>
          <p:nvPr/>
        </p:nvSpPr>
        <p:spPr>
          <a:xfrm xmlns:a="http://schemas.openxmlformats.org/drawingml/2006/main">
            <a:off x="609600" y="2124075"/>
            <a:ext cx="51625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Task</a:t>
            </a:r>
          </a:p>
        </p:txBody>
      </p:sp>
      <p:sp>
        <p:nvSpPr>
          <p:cNvPr id="9" name="계속 유지할 Project 정보">
            <a:extLst xmlns:a="http://schemas.openxmlformats.org/drawingml/2006/main">
              <a:ext uri="{FF2B5EF4-FFF2-40B4-BE49-F238E27FC236}">
                <a16:creationId xmlns:a16="http://schemas.microsoft.com/office/drawing/2014/main" id="{DEE6CBC8-08FD-4427-8769-50E7C2748FB4}"/>
              </a:ext>
            </a:extLst>
          </p:cNvPr>
          <p:cNvSpPr>
            <a:spLocks xmlns:a="http://schemas.openxmlformats.org/drawingml/2006/main" noGrp="1"/>
          </p:cNvSpPr>
          <p:nvPr/>
        </p:nvSpPr>
        <p:spPr>
          <a:xfrm xmlns:a="http://schemas.openxmlformats.org/drawingml/2006/main">
            <a:off x="6705600" y="212407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계속 유지할 Project 정보</a:t>
            </a:r>
          </a:p>
        </p:txBody>
      </p:sp>
      <p:sp>
        <p:nvSpPr>
          <p:cNvPr id="10" name="">
            <a:extLst xmlns:a="http://schemas.openxmlformats.org/drawingml/2006/main">
              <a:ext uri="{FF2B5EF4-FFF2-40B4-BE49-F238E27FC236}">
                <a16:creationId xmlns:a16="http://schemas.microsoft.com/office/drawing/2014/main" id="{D383A913-13BE-4C3D-BD14-20A6005B2A11}"/>
              </a:ext>
            </a:extLst>
          </p:cNvPr>
          <p:cNvSpPr>
            <a:spLocks xmlns:a="http://schemas.openxmlformats.org/drawingml/2006/main" noGrp="1"/>
          </p:cNvSpPr>
          <p:nvPr/>
        </p:nvSpPr>
        <p:spPr>
          <a:xfrm xmlns:a="http://schemas.openxmlformats.org/drawingml/2006/main">
            <a:off x="609600" y="2838450"/>
            <a:ext cx="516255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crop 경계 수정&#10;이번에는 README만 수정">
            <a:extLst xmlns:a="http://schemas.openxmlformats.org/drawingml/2006/main">
              <a:ext uri="{FF2B5EF4-FFF2-40B4-BE49-F238E27FC236}">
                <a16:creationId xmlns:a16="http://schemas.microsoft.com/office/drawing/2014/main" id="{6B7E829F-8242-4BCC-9834-C877D5E61FBB}"/>
              </a:ext>
            </a:extLst>
          </p:cNvPr>
          <p:cNvSpPr>
            <a:spLocks xmlns:a="http://schemas.openxmlformats.org/drawingml/2006/main" noGrp="1"/>
          </p:cNvSpPr>
          <p:nvPr/>
        </p:nvSpPr>
        <p:spPr>
          <a:xfrm xmlns:a="http://schemas.openxmlformats.org/drawingml/2006/main">
            <a:off x="800100" y="3067050"/>
            <a:ext cx="47815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0">
                <a:solidFill>
                  <a:srgbClr val="17212B"/>
                </a:solidFill>
                <a:latin typeface="Malgun Gothic"/>
                <a:ea typeface="Malgun Gothic"/>
                <a:cs typeface="Malgun Gothic"/>
              </a:defRPr>
            </a:defPPr>
            <a:lvl1pPr algn="l">
              <a:defRPr sz="2325" b="0">
                <a:solidFill>
                  <a:srgbClr val="17212B"/>
                </a:solidFill>
                <a:latin typeface="Malgun Gothic"/>
                <a:ea typeface="Malgun Gothic"/>
                <a:cs typeface="Malgun Gothic"/>
              </a:defRPr>
            </a:lvl1pPr>
            <a:lvl2pPr algn="l">
              <a:defRPr sz="2325" b="0">
                <a:solidFill>
                  <a:srgbClr val="17212B"/>
                </a:solidFill>
                <a:latin typeface="Malgun Gothic"/>
                <a:ea typeface="Malgun Gothic"/>
                <a:cs typeface="Malgun Gothic"/>
              </a:defRPr>
            </a:lvl2pPr>
            <a:lvl3pPr algn="l">
              <a:defRPr sz="2325" b="0">
                <a:solidFill>
                  <a:srgbClr val="17212B"/>
                </a:solidFill>
                <a:latin typeface="Malgun Gothic"/>
                <a:ea typeface="Malgun Gothic"/>
                <a:cs typeface="Malgun Gothic"/>
              </a:defRPr>
            </a:lvl3pPr>
            <a:lvl4pPr algn="l">
              <a:defRPr sz="2325" b="0">
                <a:solidFill>
                  <a:srgbClr val="17212B"/>
                </a:solidFill>
                <a:latin typeface="Malgun Gothic"/>
                <a:ea typeface="Malgun Gothic"/>
                <a:cs typeface="Malgun Gothic"/>
              </a:defRPr>
            </a:lvl4pPr>
            <a:lvl5pPr algn="l">
              <a:defRPr sz="2325" b="0">
                <a:solidFill>
                  <a:srgbClr val="17212B"/>
                </a:solidFill>
                <a:latin typeface="Malgun Gothic"/>
                <a:ea typeface="Malgun Gothic"/>
                <a:cs typeface="Malgun Gothic"/>
              </a:defRPr>
            </a:lvl5pPr>
            <a:lvl6pPr algn="l">
              <a:defRPr sz="2325" b="0">
                <a:solidFill>
                  <a:srgbClr val="17212B"/>
                </a:solidFill>
                <a:latin typeface="Malgun Gothic"/>
                <a:ea typeface="Malgun Gothic"/>
                <a:cs typeface="Malgun Gothic"/>
              </a:defRPr>
            </a:lvl6pPr>
            <a:lvl7pPr algn="l">
              <a:defRPr sz="2325" b="0">
                <a:solidFill>
                  <a:srgbClr val="17212B"/>
                </a:solidFill>
                <a:latin typeface="Malgun Gothic"/>
                <a:ea typeface="Malgun Gothic"/>
                <a:cs typeface="Malgun Gothic"/>
              </a:defRPr>
            </a:lvl7pPr>
            <a:lvl8pPr algn="l">
              <a:defRPr sz="2325" b="0">
                <a:solidFill>
                  <a:srgbClr val="17212B"/>
                </a:solidFill>
                <a:latin typeface="Malgun Gothic"/>
                <a:ea typeface="Malgun Gothic"/>
                <a:cs typeface="Malgun Gothic"/>
              </a:defRPr>
            </a:lvl8pPr>
            <a:lvl9pPr algn="l">
              <a:defRPr sz="2325" b="0">
                <a:solidFill>
                  <a:srgbClr val="17212B"/>
                </a:solidFill>
                <a:latin typeface="Malgun Gothic"/>
                <a:ea typeface="Malgun Gothic"/>
                <a:cs typeface="Malgun Gothic"/>
              </a:defRPr>
            </a:lvl9pPr>
          </a:lstStyle>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crop 경계 수정</a:t>
            </a:r>
          </a:p>
          <a:p xmlns:a="http://schemas.openxmlformats.org/drawingml/2006/main">
            <a:pPr algn="l">
              <a:defRPr sz="2325" b="0">
                <a:solidFill>
                  <a:srgbClr val="17212B"/>
                </a:solidFill>
                <a:latin typeface="Malgun Gothic"/>
                <a:ea typeface="Malgun Gothic"/>
                <a:cs typeface="Malgun Gothic"/>
              </a:defRPr>
            </a:pPr>
            <a:r>
              <a:rPr sz="2325" b="0">
                <a:solidFill>
                  <a:srgbClr val="17212B"/>
                </a:solidFill>
                <a:latin typeface="Malgun Gothic"/>
                <a:ea typeface="Malgun Gothic"/>
                <a:cs typeface="Malgun Gothic"/>
              </a:rPr>
              <a:t>이번에는 README만 수정</a:t>
            </a:r>
          </a:p>
        </p:txBody>
      </p:sp>
      <p:sp>
        <p:nvSpPr>
          <p:cNvPr id="12" name="이번 목표에 적용할 후보">
            <a:extLst xmlns:a="http://schemas.openxmlformats.org/drawingml/2006/main">
              <a:ext uri="{FF2B5EF4-FFF2-40B4-BE49-F238E27FC236}">
                <a16:creationId xmlns:a16="http://schemas.microsoft.com/office/drawing/2014/main" id="{8C24F8F7-DA71-49D5-8E14-85978761DD67}"/>
              </a:ext>
            </a:extLst>
          </p:cNvPr>
          <p:cNvSpPr>
            <a:spLocks xmlns:a="http://schemas.openxmlformats.org/drawingml/2006/main" noGrp="1"/>
          </p:cNvSpPr>
          <p:nvPr/>
        </p:nvSpPr>
        <p:spPr>
          <a:xfrm xmlns:a="http://schemas.openxmlformats.org/drawingml/2006/main">
            <a:off x="609600" y="4800600"/>
            <a:ext cx="51625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목표에 적용할 후보</a:t>
            </a:r>
          </a:p>
        </p:txBody>
      </p:sp>
      <p:sp>
        <p:nvSpPr>
          <p:cNvPr id="13" name="">
            <a:extLst xmlns:a="http://schemas.openxmlformats.org/drawingml/2006/main">
              <a:ext uri="{FF2B5EF4-FFF2-40B4-BE49-F238E27FC236}">
                <a16:creationId xmlns:a16="http://schemas.microsoft.com/office/drawing/2014/main" id="{F5E8D7B4-EBD3-4C8A-8886-FADB6A4BB16A}"/>
              </a:ext>
            </a:extLst>
          </p:cNvPr>
          <p:cNvSpPr>
            <a:spLocks xmlns:a="http://schemas.openxmlformats.org/drawingml/2006/main" noGrp="1"/>
          </p:cNvSpPr>
          <p:nvPr/>
        </p:nvSpPr>
        <p:spPr>
          <a:xfrm xmlns:a="http://schemas.openxmlformats.org/drawingml/2006/main">
            <a:off x="6705600" y="2838450"/>
            <a:ext cx="4876800" cy="1790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의존성 추가에는 작업상 근거 필요&#10;프로젝트 전체 테스트 명령">
            <a:extLst xmlns:a="http://schemas.openxmlformats.org/drawingml/2006/main">
              <a:ext uri="{FF2B5EF4-FFF2-40B4-BE49-F238E27FC236}">
                <a16:creationId xmlns:a16="http://schemas.microsoft.com/office/drawing/2014/main" id="{2E571AFB-9313-447F-8C4D-3E02172CB156}"/>
              </a:ext>
            </a:extLst>
          </p:cNvPr>
          <p:cNvSpPr>
            <a:spLocks xmlns:a="http://schemas.openxmlformats.org/drawingml/2006/main" noGrp="1"/>
          </p:cNvSpPr>
          <p:nvPr/>
        </p:nvSpPr>
        <p:spPr>
          <a:xfrm xmlns:a="http://schemas.openxmlformats.org/drawingml/2006/main">
            <a:off x="6896100" y="3067050"/>
            <a:ext cx="4495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의존성 추가에는 작업상 근거 필요</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프로젝트 전체 테스트 명령</a:t>
            </a:r>
          </a:p>
        </p:txBody>
      </p:sp>
      <p:sp>
        <p:nvSpPr>
          <p:cNvPr id="15" name="여러 작업에서 참고할 후보">
            <a:extLst xmlns:a="http://schemas.openxmlformats.org/drawingml/2006/main">
              <a:ext uri="{FF2B5EF4-FFF2-40B4-BE49-F238E27FC236}">
                <a16:creationId xmlns:a16="http://schemas.microsoft.com/office/drawing/2014/main" id="{1CFF5F2A-0399-4E63-B039-B6290CCD7E9A}"/>
              </a:ext>
            </a:extLst>
          </p:cNvPr>
          <p:cNvSpPr>
            <a:spLocks xmlns:a="http://schemas.openxmlformats.org/drawingml/2006/main" noGrp="1"/>
          </p:cNvSpPr>
          <p:nvPr/>
        </p:nvSpPr>
        <p:spPr>
          <a:xfrm xmlns:a="http://schemas.openxmlformats.org/drawingml/2006/main">
            <a:off x="6705600" y="4800600"/>
            <a:ext cx="4876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여러 작업에서 참고할 후보</a:t>
            </a:r>
          </a:p>
        </p:txBody>
      </p:sp>
      <p:sp>
        <p:nvSpPr>
          <p:cNvPr id="16" name="다음 작업에도 필요한 설명은, 어디에 두면 좋을까?">
            <a:extLst xmlns:a="http://schemas.openxmlformats.org/drawingml/2006/main">
              <a:ext uri="{FF2B5EF4-FFF2-40B4-BE49-F238E27FC236}">
                <a16:creationId xmlns:a16="http://schemas.microsoft.com/office/drawing/2014/main" id="{DC888460-B328-4D25-8E8A-0908D981AA15}"/>
              </a:ext>
            </a:extLst>
          </p:cNvPr>
          <p:cNvSpPr>
            <a:spLocks xmlns:a="http://schemas.openxmlformats.org/drawingml/2006/main" noGrp="1"/>
          </p:cNvSpPr>
          <p:nvPr/>
        </p:nvSpPr>
        <p:spPr>
          <a:xfrm xmlns:a="http://schemas.openxmlformats.org/drawingml/2006/main">
            <a:off x="609600" y="52863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다음 작업에도 필요한 설명은, 어디에 두면 좋을까?</a:t>
            </a:r>
          </a:p>
        </p:txBody>
      </p:sp>
      <p:sp>
        <p:nvSpPr>
          <p:cNvPr id="17" name="Legacy module connection">
            <a:extLst xmlns:a="http://schemas.openxmlformats.org/drawingml/2006/main">
              <a:ext uri="{FF2B5EF4-FFF2-40B4-BE49-F238E27FC236}">
                <a16:creationId xmlns:a16="http://schemas.microsoft.com/office/drawing/2014/main" id="{A8B3735D-185B-4699-85D7-3BAC47574F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34605655"/>
      </p:ext>
    </p:extLst>
  </p:cSld>
</p:sld>
</file>

<file path=ppt/slides/slide3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039EC430-3ED6-4D1A-A568-1DB770C580C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B1CB0738-D1BD-46D6-B68D-7B2B295A8AF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673F1B23-77C8-473A-982B-BC64E83E6B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6495D4CB-5A51-4D97-86D5-F48AF175D71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4C3986AE-CB6C-4CCC-9D3C-EAAABF8D96C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306547F8-608D-4924-9065-7A219A2A2D9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753725C1-5DD5-4D44-B86B-C4E8E414D72D}"/>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4D165E9E-67A0-4E66-834C-79F668514643}"/>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4AEA2E5E-5319-4B60-9727-CFC301290EB7}"/>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CD767D10-80AD-4AEA-A087-D73253906BDE}"/>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C5EE6E4E-78A5-45DE-A243-CC61B8C490B8}"/>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E7C85C08-1A99-42A6-BF8E-99490F88911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1AECCFFC-1821-4545-9212-2ED50BCB058B}"/>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A2A780EA-9B73-42EA-80B8-21A470F4AD27}"/>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72347197-2AA2-4C38-8195-3537605CE48C}"/>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0E07361B-C21D-456D-8A0D-27DAF268C664}"/>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B53AD329-42FB-4654-B36D-B4973E7A7591}"/>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9B6FAC8D-5445-42B0-BFA6-5B4DEDC29CB7}"/>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6635298E-F75E-449E-87A5-B67A226643A9}"/>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256FE89C-355D-402B-AB91-D2E96D0F67D7}"/>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A31CF05B-13C3-4B8E-BA46-5F44C0FDCFC6}"/>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B15CE544-8FC7-43C6-BC9F-62F65B37F7B2}"/>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D9807B25-36BB-4E7A-835F-B9EC6B49BA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665058893"/>
      </p:ext>
    </p:extLst>
  </p:cSld>
</p:sld>
</file>

<file path=ppt/slides/slide3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32A02C7E-09DA-4996-A33C-9B4FFC8AAD7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B02F66E6-F34D-4A87-947A-9A10030458A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29F1CD81-E65C-424E-B7D5-E7E8C94616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B1ECB2EC-7135-4C76-9F4C-2797457CA4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54735EEF-57FE-4FFB-A2E8-90384BE7EB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1D3A1524-90A5-405D-9156-A2FAA19642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455D6B1-DED3-49C6-A6FE-A0F4C85A554B}"/>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B5C442BE-DE77-4F5E-A22B-6CE3E297DC60}"/>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66686A03-944E-459B-AAF4-99DA734713EA}"/>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5B84967B-93D2-42F2-8070-A87DE43303EC}"/>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90FED245-2910-44D8-BE77-81276A806784}"/>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5F9FCAC3-6978-4314-81A6-6DC576D89251}"/>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85ADACDF-832A-44A8-8E34-BEE8D54832DD}"/>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CA9E6852-2E9F-4119-A2BF-8271C14196D3}"/>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7D497B1B-502C-44B1-98FD-36F7A35E5C80}"/>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83C2CA65-63DD-4E90-A4C3-92592018B5F5}"/>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A4FF931A-B590-4814-867E-03C56AD94884}"/>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C249E093-0C7B-4E45-BC16-AB728774460F}"/>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1420F063-FC46-44BA-A9F1-ED2F1116B787}"/>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12719CF0-1F36-46D0-8070-5E170CD23F96}"/>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318C7F71-1FDA-4641-A9A9-9A94CC733BA0}"/>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D2A0FAA5-B1CF-4F57-A8AB-954CC3713832}"/>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D5F98D69-F7F4-4EF1-A92A-7E1457D8D4A4}"/>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1FB4F071-71CE-4EE8-B66B-E0600C0C146D}"/>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CB6585A7-D46C-4036-BD23-C60602D3328C}"/>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B11DF976-BD04-4AF5-826C-156494B8765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458817983"/>
      </p:ext>
    </p:extLst>
  </p:cSld>
</p:sld>
</file>

<file path=ppt/slides/slide3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B78FB24D-B2A2-4369-B439-13F045E3D9F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BDEDFA68-CE22-4963-8F2A-EEE676F10C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4329C847-E02E-4A2A-AEAF-BBCA2F75722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BFDD588B-993C-4842-8F8F-8132509FEEF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36EEAB00-BDA3-413F-B23B-C5DEB7C5C0C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F5898010-B080-4627-8C7A-BAEE2FB4CBD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31F3E1EC-EB83-44F6-9862-6EFAB7DE1AFA}"/>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B94FD6A7-EB4B-44F3-8AD5-C36A1893F0BD}"/>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F08E2AD6-1932-4968-AC5A-1B8D2CEB3B3A}"/>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BF457891-5316-4CD4-AD01-D548607EE801}"/>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F41AACD7-D506-489B-A117-49A4164E6139}"/>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9E4C0A9A-08B3-4FB2-9612-6AF311440833}"/>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AB008ABD-4A2B-4D0D-9E47-AA2711E9848F}"/>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10F14FB3-76B1-4CF0-9C26-9C432935CB3A}"/>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8AD17A68-7505-40E9-8C64-285D0BE18BDD}"/>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36ED618C-12F3-4D1C-BC4F-3FF154B16B22}"/>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F8082168-8096-4E89-9C60-67C10554F093}"/>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116C0DE6-DC98-4376-AB85-458280E26BBB}"/>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C95F20A6-8345-4F4A-AA07-258283F5169A}"/>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FC55B05C-A708-4CFE-855F-19E669FB9416}"/>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21C98F59-CFDA-4CD1-803A-A5E20875343C}"/>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D5D8EAE3-D4A3-463E-9508-0F3FB7D68B43}"/>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36DED35D-C5D2-4297-9C5B-890F964AA06A}"/>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C2257D5D-DDE0-43B5-8B3E-2592FF94BE91}"/>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E3EDB616-0A87-4DA8-8A93-9BF8B145919A}"/>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F662E1CF-DE3A-442F-B2DB-47F5765E8C76}"/>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CA295A5C-3606-470F-81A9-E6CD636388BB}"/>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4D8F443C-0E25-40A2-A625-873914831C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92647241"/>
      </p:ext>
    </p:extLst>
  </p:cSld>
</p:sld>
</file>

<file path=ppt/slides/slide3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E913143F-5E42-44D3-B3AF-0FAAD114FAE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68146384-DA0F-4B4A-BC1D-066D71E339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D91A01F0-37FF-44A6-A406-BDD743DFA3D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9E66BE97-6DBF-4158-9B85-C6C5BB4B6FA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9E81132F-F50A-4175-9E15-77A3929807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E6624940-39BC-408B-A194-9C76CBDFF14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204D9DD9-090E-491A-95CA-B5FCD4EFEF14}"/>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E6906994-6406-4BCB-9388-A8F17BCB7FDD}"/>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8289C49C-844E-4AAB-8FF5-93D3940A6EE2}"/>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EDFF3BCC-38BE-41D5-B6C1-C27DD7C207A1}"/>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8A89A3B3-0E65-4BB0-A821-154EC0F5D051}"/>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6E5B9E0B-EDEC-4B4B-B78A-BB2AFD3FB454}"/>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85BB5992-ED51-4B4C-8838-1EDFB6E5B8F2}"/>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490B3D5B-1BE6-4886-AB17-0BBF0BC5A355}"/>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07FB1DCC-33FF-4755-9177-02E37E5ED51A}"/>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07D00FCA-3C7A-4653-AD71-735700B85904}"/>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AB068CCE-6312-47D2-8DE5-E7DC42EC8959}"/>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512A406-DDB3-4300-BB2F-0CBB84141A8F}"/>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1C5547EF-45DC-4F2E-B7B9-52ADB8FE1534}"/>
              </a:ext>
            </a:extLst>
          </p:cNvPr>
          <p:cNvPicPr>
            <a:picLocks xmlns:a="http://schemas.openxmlformats.org/drawingml/2006/main" noChangeAspect="1"/>
          </p:cNvPicPr>
          <p:nvPr/>
        </p:nvPicPr>
        <p:blipFill>
          <a:blip xmlns:r="http://schemas.openxmlformats.org/officeDocument/2006/relationships" xmlns:a="http://schemas.openxmlformats.org/drawingml/2006/main" r:embed="R5d7a517dee704a70"/>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27389341-B7D5-43A7-B6D8-AD02CDEF7677}"/>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9E347FD2-CB62-4CD1-B48C-10E86AFA636B}"/>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4BC921C6-BA5A-40E0-8686-26E900C75D0A}"/>
              </a:ext>
            </a:extLst>
          </p:cNvPr>
          <p:cNvPicPr>
            <a:picLocks xmlns:a="http://schemas.openxmlformats.org/drawingml/2006/main" noChangeAspect="1"/>
          </p:cNvPicPr>
          <p:nvPr/>
        </p:nvPicPr>
        <p:blipFill>
          <a:blip xmlns:r="http://schemas.openxmlformats.org/officeDocument/2006/relationships" xmlns:a="http://schemas.openxmlformats.org/drawingml/2006/main" r:embed="R098ddc4438934c5a"/>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33F5BE26-7FDD-47CD-A0C5-286F4F9BC134}"/>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889AE3AB-3228-407E-BB3E-9B23FDE8A927}"/>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67082C3E-0FF3-4745-B258-09688EF469B1}"/>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A1BA7AD1-799B-4327-A3F8-4AAC223296FD}"/>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9AA980BD-9646-40C4-9A76-65740BFE2C9C}"/>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2863ECFF-CE9C-4A26-8422-FD604BFC035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969592060"/>
      </p:ext>
    </p:extLst>
  </p:cSld>
</p:sld>
</file>

<file path=ppt/slides/slide3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A30D9C1B-C0EE-482C-9F0B-FD851ABAAA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D2A83DB6-47D5-42A8-BDE0-2E7E21E3C7D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B00BC296-DBF7-4DFF-997F-2DCD113D4E5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E6BB636B-0B95-495F-8F6E-B071DF89991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C2628F31-C4C6-4FB4-8449-ACF6F5D475A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2CD40CD3-0B9D-4BE9-ADDB-4234325202D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82C5D621-37CF-479B-860C-7D38E5AE85C1}"/>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07301AA7-39F3-4479-84D4-C9CEF781527C}"/>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CB4F4B1E-5AAE-4601-AE00-B20639597BC9}"/>
              </a:ext>
            </a:extLst>
          </p:cNvPr>
          <p:cNvPicPr>
            <a:picLocks xmlns:a="http://schemas.openxmlformats.org/drawingml/2006/main" noChangeAspect="1"/>
          </p:cNvPicPr>
          <p:nvPr/>
        </p:nvPicPr>
        <p:blipFill>
          <a:blip xmlns:r="http://schemas.openxmlformats.org/officeDocument/2006/relationships" xmlns:a="http://schemas.openxmlformats.org/drawingml/2006/main" r:embed="R56aeedf029644a0e"/>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C69BB05D-5D10-4ED9-9B01-9E680FFBE8A7}"/>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224868B7-4724-4ABF-80DD-EDBB7AF50377}"/>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40B19FE5-AF71-4722-BC6F-D6EAFB14D809}"/>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84FF34E3-D32E-4588-A35A-E618BDE62705}"/>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1BA1CEF8-2893-4E42-BFC4-817AD5A95391}"/>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3828038E-E331-41CE-81C0-82EA5694A163}"/>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3602CB7D-BBE9-49C6-842F-ED2DAED15276}"/>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9F9E7C50-E4B3-4246-8217-4772B1546FD3}"/>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CF2C0E5-6157-4644-AA3A-DEA14B45F200}"/>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CD415363-3171-4A78-8628-0DF8454975C4}"/>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F029C11C-22E8-4F28-A14A-C683EB1D8335}"/>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CF6B5136-794B-4C1F-9AA8-D164A645A9B0}"/>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7455161A-ADF1-4DB8-821B-94EF2829281E}"/>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D80AE517-62BD-42B5-85DB-F385E5F57ACC}"/>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0656E954-418D-42BB-9473-05253C48B547}"/>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29B14AE2-C8C6-488C-A57A-DD0C58B7B56A}"/>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CFF0EE11-F0B9-4DBA-8BC1-5B3910A4BF46}"/>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A2E9AE76-4D81-48F3-BDA3-A4C461CCBADF}"/>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E40C86BF-AC24-4E03-957D-39ADA4100745}"/>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71B476C-5E6C-48DD-8F2C-27298A9B933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32812910"/>
      </p:ext>
    </p:extLst>
  </p:cSld>
</p:sld>
</file>

<file path=ppt/slides/slide4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557BF187-4635-496A-8E85-61DE85D19E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1BDB8449-F610-4742-A017-DA563F030A8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EF5325C6-A4BF-4E1E-8CEA-53B2F4B2885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2D6CD161-AAAC-4B85-8855-B97D052747A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752D5C4E-EFDD-49DA-B1A7-C85D5CD5D27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8A7E4FA8-31C1-47DB-87BE-87AC6FE0680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8363699E-9231-4708-8BA1-6E9C0758B219}"/>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1615E34A-0239-49CA-A7DD-3465314C5B23}"/>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DAB63074-15B9-4496-A382-A83DA0346745}"/>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B81DC40B-9DFA-4E79-A084-8CEE8D8FD816}"/>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45223262-A392-42B5-BE95-94CF811F4F9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1FB0672F-D331-4167-858F-A65358A6F8EF}"/>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8D74E7E9-0F16-4852-AAD3-E2D58F051B34}"/>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E448727-30EC-4E6F-B57D-FAF723CC5DB0}"/>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51B52946-89B3-4447-B018-BA30F4BA32CB}"/>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F78B67C6-F34C-4901-AABC-17EB6016F053}"/>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FACA21DF-9D4D-4244-A04D-DB7D000ED0DF}"/>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A4CD3894-39E5-4A4A-898A-D8F5CF86DD3A}"/>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8324C14D-D9D0-4D1C-8B06-F8E0430EF03E}"/>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A8E0E451-3565-41C3-8DE4-5772AAFDBCBC}"/>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5335A248-53A8-488C-850B-A12A8080825B}"/>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617522D0-6597-459A-A3B5-18A13A6CA442}"/>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234AED65-7B85-46E4-AA46-B8C58AFF5A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431321"/>
      </p:ext>
    </p:extLst>
  </p:cSld>
</p:sld>
</file>

<file path=ppt/slides/slide4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28ED2991-ACFB-45A5-A3A0-BFE4643CD0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C68D0537-F71B-4B5D-9F38-400AAA09E32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C5AE61D0-0D7B-4FB7-A233-6FE6B7D31C0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B6CB0314-5821-4B6F-9308-B3B9ED34F12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C54796AB-10F0-4F50-9F5E-C2EB66B50E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3D038A81-F705-4FF7-BBCB-835A9743F1D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E6B75324-D0F9-4F64-B4A4-B8101B5280ED}"/>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C187626-C411-4044-BCC8-A5A70D498019}"/>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18998C33-DFE0-4EA3-9732-117F87169377}"/>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1A6A4C41-E51C-4BF6-9E15-EBF643A6B4CE}"/>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A081839F-A8A3-49E4-896A-CEDED5B37845}"/>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EF965926-9E9B-4C72-B919-337AD700467F}"/>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BA84DD17-F297-4BB1-A4CB-27A6EF523913}"/>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5B4CB0B9-3EC5-40A0-9A93-1428DD77D9EB}"/>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9A99C789-9F6F-40F1-9485-FFA7E66CF74E}"/>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E774F5DC-B86B-480E-93EE-A01F2263A631}"/>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9C105361-0FF4-4B09-BDC4-63B45702822F}"/>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8DCD5ACD-4D5A-4A2B-A49B-8C553DE6E179}"/>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DA4A4B80-EC89-42CC-9850-2376C1C00440}"/>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E4BAF29B-1688-4D71-831C-572E7B513B0C}"/>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20C55D3A-DF42-4818-A267-672E9D6C2FCB}"/>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0963130E-E8B3-4E58-94E1-90D03E7A07F7}"/>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4A45196A-C500-477A-8C71-62460271CA3C}"/>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3EC64883-D5C6-4175-855B-7B3D33B0417A}"/>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B9EB4A7F-DCAD-4453-832A-B9F42C660854}"/>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C26E2C02-69C2-44A6-8463-103CF556F278}"/>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70931E7C-402E-465B-B9AB-E736D650AF53}"/>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B7D31801-D9F4-4C21-B9E0-EACDEE97828C}"/>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58115D53-909D-484B-B2C8-E958E8BB5CCC}"/>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11C8050A-5B0E-4BC1-9375-CC6ED5D48D5B}"/>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62346C0E-01F9-48FF-ABEB-ECCBBA916C5B}"/>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EBFD3F77-CEF7-4B82-A067-09C07C6DA4DD}"/>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B1BA1B62-C370-4D01-98AE-3A34B24FCE19}"/>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8E1702F1-FBC4-414D-B0C0-7B6293DD9392}"/>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77DA5179-6A73-49E6-86B3-7E2CEF6DC2B8}"/>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DFA4EF05-B58E-4A2B-B1AB-E89DD410B11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0FE918ED-3673-4570-8E98-CACD86562647}"/>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F4B37DD3-98D4-4F2F-AC06-1B27E6B275B0}"/>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90471E0F-E9CD-40A8-9669-451FF52B7D1A}"/>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EABDBA0F-1780-4CFB-BB60-42703A30D54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4921530"/>
      </p:ext>
    </p:extLst>
  </p:cSld>
</p:sld>
</file>

<file path=ppt/slides/slide4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A3345327-25ED-442B-BF94-2C58B7EE005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C366B05D-8959-4498-B000-9F0C6CA332F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CC0E7CB1-8B89-4D75-9146-3772C347B02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43416E65-1B6B-4608-8D89-0994ADD28C3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6D92A004-9838-4DCE-8358-15268114C62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99611165-088D-4D04-BD85-1C44740AA43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EF0E3D87-FD44-4450-A095-C7E900859C35}"/>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165970C-1590-4A55-8E15-3AC594B72A75}"/>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DF543A4C-47B8-4916-BEDA-7A563BF0EB13}"/>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58190C45-02A8-414D-8C9B-4571F75B49D7}"/>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983CDD49-DCA6-471F-BFD7-12BAA23A6BBB}"/>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8202C0A3-2276-49F1-8E19-E3771E29FEEE}"/>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CB5C9ED7-BF8C-40E6-87C3-70A7E182852C}"/>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1F851319-EFE3-4CA2-961F-20ABC58E7DD9}"/>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D7E1EAF3-094A-4C73-A06B-3E680951BB83}"/>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9722D1C3-730B-4928-BD6A-E20061B36FFD}"/>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4286B130-18B4-49DD-9CE6-CD9FF587D780}"/>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8916432D-6425-4D19-A8A1-BC5329FF4D35}"/>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AFF154DA-9C7F-498A-948F-963C928A834E}"/>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EC97E099-53C6-4D5E-8D48-2443952C279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E6597A63-B667-4213-BEBC-CB8F8C429C70}"/>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47DE8638-9C22-4678-84EF-4F721FD068FA}"/>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37461EC0-1BC8-4C38-9759-AE3F7ABD771D}"/>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37BE2B8A-44E7-4471-A7C6-8D35C295A54D}"/>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E6167AD0-F62D-4545-9098-071303764347}"/>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FA7A814-9195-4204-98BA-498104B9EC35}"/>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08C5E239-B33F-453A-AD53-895C790E2568}"/>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F0603CB6-F3A4-4DC9-B226-7DAD53FE23A9}"/>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FCE83336-3119-4A6C-8811-94E6543D8BA5}"/>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4809B40C-6575-43F9-B57C-E08F0961E8BB}"/>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A67AD88F-10C1-44D8-A885-B376659482D3}"/>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5B093A73-1E62-4104-B054-7D98EA7FD9A3}"/>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91C52730-9957-44F2-B46A-E4CBE8ACCD5F}"/>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3C18E5A6-4439-4F4E-B8E4-D4AA84125137}"/>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BAC10631-3131-4AEF-8011-6C7FB6CC21ED}"/>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D0F61E0A-878E-4179-9DEF-CF557BB4BD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99746181"/>
      </p:ext>
    </p:extLst>
  </p:cSld>
</p:sld>
</file>

<file path=ppt/slides/slide4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1D1AA569-AFFF-4CB9-8CFF-AA56EEEE9F4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E3A3E3F7-47BB-4953-A870-31B30EE5A6B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569ED10B-749E-4A2E-96ED-BAD79C3BC16E}"/>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B0813239-C7C2-42CA-9458-154BF2B497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3F34F053-7F57-48EE-ACB6-D49D09C2530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0F220F3B-DE4F-4311-AF54-2290A495C1C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FE7857A0-F2EC-49B9-B234-70EB17400790}"/>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0076D2EA-D502-4249-A76D-11BB74F9A20F}"/>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944E4ABA-9097-46EA-AD46-F693887D1E01}"/>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9DF2020E-7665-4CC8-80E1-4D987C4DFE17}"/>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8FD09370-EBBE-48AB-AD38-4179577BA98A}"/>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CB69011-65BD-4CB2-90B4-67E160663197}"/>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96D4D260-4D27-451A-AE38-8D6E3B00D9CA}"/>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EFC4AC81-2628-4DAA-87CC-01F06CC329B2}"/>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77FD1A32-F290-48AB-801C-751E76E61379}"/>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BD2405CC-D018-4D1B-A79C-95E20ECB852E}"/>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07724E70-B461-4102-AAA9-011BEB3780A4}"/>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A4523796-293D-4AB3-B5EE-8B46AA87890B}"/>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059B1EB4-BDEC-4E9F-9EEF-544CD2CF9CE6}"/>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C2863167-6866-44F2-A752-626EC8F9F25C}"/>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0515C4E7-79D3-41B6-99B0-09FAEBB574B4}"/>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5EFFCF72-4594-4E01-919B-12B47F2FB374}"/>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66CDD555-9DAF-41AB-BFE4-EA2BD61F2C4D}"/>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A79D2101-5948-404F-B822-C6C81A92CADD}"/>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92187756-6571-4787-AC68-46D8FA0736CC}"/>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1CE156A1-7F61-4563-B5D9-CC5285F5E71C}"/>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1E370074-7067-4B71-89EB-3ECBC81EEAA9}"/>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8B9548B8-A854-450F-B858-5E58A2FF0DC6}"/>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02AD2F02-C86B-4585-A791-B05DF10B9290}"/>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A3674345-0659-4D3C-87AE-7CA36940BE0F}"/>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1FE491F7-38B5-41A7-9435-1E42F982D194}"/>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9D348E41-6FCD-41C4-B9AB-770C7FAD99E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87522278"/>
      </p:ext>
    </p:extLst>
  </p:cSld>
</p:sld>
</file>

<file path=ppt/slides/slide4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BFE24991-C46C-4F3B-84F4-3DD20141896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ACE65AD3-09F7-4899-8320-97CE367DF2A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23F664D8-174C-462B-AA1D-3D76743B0B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F4F7D36C-CEEA-4D29-A38E-AAAFA53E93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839230D2-095F-4E97-AD6E-580EC243C1E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7A386071-1B7E-4EE8-9B0D-EAD10D4928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5760FA3B-1675-4EBB-B758-875E7B808988}"/>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74FB06B-9486-4536-9DD1-60238CEF90AB}"/>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01D0F818-864E-4C6A-B1FC-7E5794085314}"/>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4E189099-38C9-4C8F-A778-33ED999539F7}"/>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07C7A979-4246-4DFC-B1E5-D2D90DD0C1E5}"/>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F6479DDE-D8A3-4F25-8BEE-D8CDDD50C9B2}"/>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E66E2341-5750-499B-8A7D-1B6E3655E075}"/>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CC1BCBCF-5659-446C-B19C-FA3F49346872}"/>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BDD83622-C2D5-4B34-A24A-4EF1349EC873}"/>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C89208FC-1D57-42F3-BA70-22186D5605ED}"/>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392E2632-C88D-4BFD-B901-B330BCEAEADC}"/>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5A40AD83-6DBD-4EB9-954B-0A7CD480A44D}"/>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72C81AF2-6783-48BD-B1F5-916161C457AD}"/>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1D5F53B9-9654-4433-A930-90E669E0EB2B}"/>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4890A1BC-56D8-4911-8345-BA102A320426}"/>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7E9316CA-5996-4EFC-86CE-EA8BAD42A492}"/>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CDAA43AB-DCA2-4E4D-9EB9-98CA4591B434}"/>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C59F1B5C-2E6F-48D0-BBD5-2AA930917078}"/>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45C24047-D9D9-432F-ADFD-C1A99202D6D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518496"/>
      </p:ext>
    </p:extLst>
  </p:cSld>
</p:sld>
</file>

<file path=ppt/slides/slide4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D72D68D5-489C-4B18-919C-3AB50D21D01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BA25735D-09C2-4AB3-8F92-A0AF0BB6CCE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B3E903D9-32F7-4E51-846C-CAD66DEF4DA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0011092E-7158-4905-8385-C8C169B32B8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DA33DB28-043B-4893-BE5D-CB9D7433560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644864E9-49F1-4375-938F-2A2F25A9C89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1DBFE887-BC45-45D1-817E-A45F4583C850}"/>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05CFD546-8FEF-40A6-89B8-5D82AF8FE0AF}"/>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FD5395BC-98C5-4A86-A6CA-B2A0B8126E2D}"/>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0AC46EF5-EAB7-4058-92DA-478D034D9289}"/>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15AAF32C-D7A3-4B50-B74F-5B9893E00549}"/>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8887593C-0BFA-4F45-9631-356EC25473DF}"/>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B16264AA-BBAD-4579-BA1B-003522F8A7B5}"/>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D5B96CE9-B7EF-447B-9685-8B0901C37C11}"/>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CFED1FDF-D52E-4992-92CB-3F8029FBFB9D}"/>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5F9EBB50-3198-479C-81EC-C619F9B50F7B}"/>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C798AD62-1B69-4B04-9139-D83BC19D6CDF}"/>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6F769ED6-FB81-4283-842A-B3E1BC2E371A}"/>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C01B183C-9C4C-446C-9386-35368525E002}"/>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8F56B5D5-1BBA-4703-9F6A-B4891AB66606}"/>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E99AAF09-9878-450E-9362-4F29A0D9815E}"/>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46591EA9-B618-49F2-B195-626FCB87900F}"/>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18342B41-2D97-4E39-AB69-31BC1F936FAE}"/>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7F1EB44A-6F82-484C-97FD-500DB8385377}"/>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6DCB7C49-09E5-4CA9-B8FD-18AA08F1F55E}"/>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C81C4E43-8046-4AF9-AC4C-5D615FE0F647}"/>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0CF3DC2D-4C3B-4C79-A5F2-92A648DAF265}"/>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83967CED-26F7-4D2F-80B3-58104F282775}"/>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0C6B7317-F928-4D73-8FB2-B69BAC80183C}"/>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66359CF9-70AE-4688-AB49-2D6E1C205813}"/>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3CCCFB19-136E-4B14-8FE0-842EF6232A2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76455491"/>
      </p:ext>
    </p:extLst>
  </p:cSld>
</p:sld>
</file>

<file path=ppt/slides/slide4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0AC3E36C-AD75-42F0-9167-9F10060CA5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22B38708-8C39-424F-AD27-EABD23C26E1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5ACAF74A-849D-492E-B7EC-C57B215190F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AEB3B81B-A851-4B2E-815A-56605E7CFA9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7DBA1481-A651-4BA8-BBF9-CD223A8EBF7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77EAFFED-1333-4914-9203-FA5AF95F25B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84B8BA79-D5BD-488D-BE54-D000C84CF487}"/>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5EC4554-F649-4BFC-AFBA-196CE2FD866A}"/>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558FD0DB-EDBA-477C-B3E6-1248951A57BC}"/>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D76431CC-0F59-4FF8-B0C5-656C1D017079}"/>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EFEB2AF7-4DBE-49C1-951E-8DBA2B56302A}"/>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595AA8CD-1982-4DEE-81EB-D67DF03C8EDE}"/>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A79A0CC5-83DF-48C0-ACC9-C604953FCD02}"/>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B8F93981-DB71-4AD8-AD48-E910400AA89E}"/>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6356B839-00E3-4DF5-A082-45D63D3C1976}"/>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3570F14E-F7C4-4D42-91DC-875B979A4B75}"/>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14E82C88-C6EA-4F9B-9B14-CF2AC4851501}"/>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39791D39-EFA5-4378-AF9B-6A3D1FCE9C29}"/>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3BCFCF70-43F3-47B9-9918-E99D5E95E84E}"/>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338C217A-1C4C-4C14-8C31-30DA1FA7936E}"/>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3F898B83-848F-4F6B-9DAE-B51F2055101C}"/>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046E3EA7-B56B-4813-9467-4E54FDBFDC58}"/>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D11EA681-50C0-4697-B70A-6DD9726498F7}"/>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B9F2580F-5A03-4C1B-935B-0B8AE8640C8A}"/>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518D9C76-BC62-4A82-BB26-57777890AB74}"/>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9CAFC146-8384-43A8-8E54-F05EB6FAB039}"/>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8B1AE388-23C2-49F1-9750-FDE2AA59D01E}"/>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EABF92E0-AC13-4EC6-8275-150F3219D135}"/>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0FAA8AC5-C77B-49F6-9994-E8DA4871C836}"/>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1E136896-EF66-44E8-83FD-847E656862BC}"/>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ABCAA2F2-DA4D-4BDD-9706-38264FD3F5FF}"/>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CC4F026B-D055-46B5-BDBF-7097FB537340}"/>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728B3125-F4CE-4791-A180-A252D3C89A14}"/>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63808373-1026-4DDD-8E7A-D8C1983F64F8}"/>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9E3D13DC-B4D8-4A70-8342-28AE8A30CD86}"/>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6B0AED9A-4CD0-42D6-A94C-B6E259CCA26B}"/>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D21EB40A-745D-49B6-B498-DEEB8CE68F88}"/>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47E5DC0A-2F64-459C-90D7-2E0535BAC4FB}"/>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79DF4D43-13FA-4703-9C5E-CDC27BC54AAD}"/>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A080C483-E5F1-4B94-8A41-5D7F1AFF2FAC}"/>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19A212F5-1D4E-401F-8AFF-D33FF87C60F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41234412"/>
      </p:ext>
    </p:extLst>
  </p:cSld>
</p:sld>
</file>

<file path=ppt/slides/slide4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8BB760AD-0FAF-479B-A19C-DEAA7FCC749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27283AC7-D0B0-42F2-8468-88484965044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D90A2B04-B92C-4AD1-A897-A1144244138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929858EB-F394-4B34-B765-83B3F91AF1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BCECE7BC-5FB8-41D5-8929-CB83E63DED8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103BC4DA-FFE9-41CB-8A28-0E09F166ABE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BC081CC7-8EA4-4D6C-8C71-6F494B6DFBD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D675117D-4502-4285-B6CC-9FFC69B36A38}"/>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6C3B6EB2-A3B9-4948-8CAF-AF7E117F1CAA}"/>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CB969E73-B710-4D83-8CAB-7D1FAC380CA8}"/>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05EB4B0E-4D97-4E84-A291-CC9B372018B1}"/>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52AD4660-B3C6-4757-85F2-F32FE14878FF}"/>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937DBDA5-1132-433B-8E53-169C4A2B8F3B}"/>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446B17A-635B-4E7C-A9EF-AF65F3D7E1CB}"/>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F1F11427-55DF-4506-B054-822E89B09B0A}"/>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9C47234B-B3BA-4B9D-9203-6F84DF2676E2}"/>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8C4C0B60-5B39-41A4-8654-F207D3B25887}"/>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4D286E91-160F-464D-81BB-5067B4C24111}"/>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BE22CE73-3D4F-4DBC-976C-A1F5D1DEE869}"/>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56EAEC70-303E-4918-9F11-C2C4BD938E45}"/>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B9F902C0-CF47-4C41-8189-A55DB593B30B}"/>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5812F8FE-A8BC-4CC6-923C-FE9CC7D81B53}"/>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805BD776-83A1-4111-BED7-7ED88DBE9371}"/>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49D27107-B267-4D9C-A0EF-7E6722085F16}"/>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15A71490-1FEC-4C6E-ADE4-C666257FCA82}"/>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B0E1AEB4-3A23-4D8D-9E5D-6415514CF8E7}"/>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7B5273E0-C707-4AAD-97C8-2E0ED83147EB}"/>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1E053F45-DBF4-4396-8D31-CB88BCE3BBDE}"/>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2DBF9EC3-D3F7-4A26-94B9-DE29903F3D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9913205"/>
      </p:ext>
    </p:extLst>
  </p:cSld>
</p:sld>
</file>

<file path=ppt/slides/slide4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DF8793B-C751-47DE-AACD-FC9C59936E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31E9E23C-FBB6-4B8C-832B-64F8315A02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FE121DEA-687F-4016-A83F-BCAD21471FB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D3413907-5489-4053-9993-8FBBAC8AF7E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A5545DAC-0BAA-45C1-BCC9-5648A7C10B5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63BA13E4-22F8-4809-ADB4-118C826BFD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DA1770B0-96D4-406E-BB77-65AF3C6630F7}"/>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E87504F9-A3DB-4E69-9696-1B97744BA939}"/>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8AD1C1B7-D2CF-4495-8E66-D65B874F0F1B}"/>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CB4A1E3B-FD9F-43CA-A075-5EC6F95AC30D}"/>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9C42484E-39CA-4769-853E-A785EF57FFD5}"/>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17DD98E1-F997-4997-8410-34F6F40FEADD}"/>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E90661A0-AD3C-4BD9-BB9D-487BF1DEB015}"/>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4741EF76-07D3-4DBF-8F7E-40EC1A034240}"/>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023E74BA-41BF-4447-9E9A-51B08CCD21C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4D30C008-2741-4211-906D-06A8D0F2D4EE}"/>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B37AB0FD-B1D7-4439-BF7C-DD5E61208C21}"/>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F7CCB9CD-C8F9-4BE2-B4DD-3AC26D527E73}"/>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69A2CC10-3837-4926-ACC4-3E4C21BE1959}"/>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B500ACF-3D6A-4AEE-B143-C7BBB3F8C2FB}"/>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5A67DA12-2952-4B0F-B549-55098F3C2024}"/>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487D74BA-F935-48C8-9CEA-DD38EF3A50EE}"/>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782F8A52-7F3F-414F-A142-747454883C35}"/>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1FF59DC9-1874-4D6B-9304-7AE2A94686CD}"/>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EA0947D3-F089-4B15-9E63-928E9F07A084}"/>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6500BA6B-E57D-43E5-AA00-CE1C562BAE10}"/>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B7DC06C4-3A35-4B9D-84E5-8F97E1D62CF5}"/>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6A01C651-8CF7-457F-8DA4-2239CC8594EC}"/>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9F7CB169-9A0E-4A33-B57E-5FB95D827301}"/>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39FE27AA-7D65-46C2-9E6D-C4C2D7EC0932}"/>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7B6D3580-51C9-47FB-82FC-E34C1781FE32}"/>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622D48CD-A930-4F19-A3C2-C923AE8A452E}"/>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DE5FF865-D542-4F61-8E60-345AF1F24DEF}"/>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FCF1F4D0-8FA5-4022-A880-9209EFCF202D}"/>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CB4CE846-BDB1-4636-8472-0A9CC2024273}"/>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D7615EA6-7500-4B39-86D1-FC5A41AD92D4}"/>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23944883-FFD9-4840-A151-EDB3D5A4AD64}"/>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958B040D-A7E7-42BE-961A-07055684B9F1}"/>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E5B6E99D-37AC-48B0-B078-46AA1F0907D4}"/>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A1DED118-AED1-4B83-A4B2-18B0FFE26AF8}"/>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4BDD97FD-74FF-401C-9240-80598D9A0408}"/>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23117D24-C40B-48AD-BA87-444F03F2CF6F}"/>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2E45D9CC-654A-4D09-BEFE-FAD6F208F3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573564013"/>
      </p:ext>
    </p:extLst>
  </p:cSld>
</p:sld>
</file>

<file path=ppt/slides/slide4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CB46153E-E102-4A9D-B243-2AF57F5376A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9F5B9BF5-B452-45EC-8586-96D78C0728C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E1D60EA9-8CB2-42BD-9F24-FE734EE702C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B6C02F50-244F-4212-BEE4-4A635955123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932442C8-7071-4DD3-9324-7F6AE9EA4EA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7CE16863-08C3-48D6-B8D5-AA8AB1875E6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D5CB75E5-138D-4217-B6E9-D1F8FCBA669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3455508F-4FE9-40C7-BED9-67A245054F82}"/>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B547FD12-7617-446A-80F4-9B3487235945}"/>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BAFCB5A4-9E97-4707-B934-B4AD86C8AFFD}"/>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8FC4CC9C-1515-4A11-B47E-9F9C4103EC80}"/>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8AFD2556-5FE0-45C6-8C10-5539AA89E0A0}"/>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5F5C870C-EFE8-45B0-BC6A-11ECB7A2D13B}"/>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BC8962B0-0750-4FE3-A87B-2EBD336B089A}"/>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C00D3107-F249-467A-AD1F-47F4EFC84C7F}"/>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97126DB1-D931-48B5-A499-C1EE01B5856B}"/>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0B9DAF03-214D-4D9C-B6C5-562A9ADF33B8}"/>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337754A6-A31D-4FBC-B141-20B8BD3D1BF6}"/>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FFA37212-238C-495D-9DFF-D76F12EE145F}"/>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F028B95B-53E7-4183-93A5-900F09934ABD}"/>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79812244-ED72-4FFF-A759-0E8FD1C0D70B}"/>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895AABC9-EF43-4866-9EAE-BB4C25081782}"/>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CBF4D0E3-FF78-4260-937A-28A8BA8DF6D5}"/>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47443A47-E8F6-4925-AA80-67D9B88F9583}"/>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3B87456E-8382-48FB-8EF3-E1A273FAA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88130380"/>
      </p:ext>
    </p:extLst>
  </p:cSld>
</p:sld>
</file>

<file path=ppt/slides/slide5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6F004866-9426-4A13-9DD0-AE13D2B8C5F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0F3D1AD1-A34C-44B8-87AD-B18C288A0B2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3D1ABA29-823A-4B47-9DEC-10EA2FABBA2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5F1770C6-4C5C-4FAB-B316-F8B7D6C73C7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BED4E298-70CF-4AE8-9A80-103B663A624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A3F5D885-F038-4472-BB6C-2266A212215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90071E3D-EB6D-44E3-9305-8F9C5A949F61}"/>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F1D3BC6-4B41-4B7C-9840-7B730C78D1FE}"/>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2970AE30-7CB3-4669-9BDE-07134EF5253B}"/>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CF682EE6-18FE-4F44-845B-66B9C4F811E4}"/>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67049493-030A-4530-ADE5-2810B9B719CA}"/>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8AB67E9C-A4A0-4FE8-8A1D-50E32A17D3C8}"/>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8EC5483E-6C02-45C5-8F12-DB39E1DDD939}"/>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A04EDFCD-06D0-4BD6-AD9E-865FB3B347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25447224"/>
      </p:ext>
    </p:extLst>
  </p:cSld>
</p:sld>
</file>

<file path=ppt/slides/slide5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F39C756F-E608-4E5E-8828-C2939E2F974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35D9B362-A36C-42EC-AFF4-ABB62B6119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11872FAD-692A-42D6-A912-5422F2F929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2AC20A2D-9614-421D-A4E5-6B5AA039B5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E8109C0B-25C3-4223-9C5C-5FDABB64628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347A4FF2-74AA-4B81-95A5-0B5F59BE6E3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E378AD5A-4181-4CE7-B692-8B44E5E9B32B}"/>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6ACC5E8A-EA8F-431F-85B7-A42A158C1868}"/>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34B52BFE-21EB-42D8-8997-72A3DD276255}"/>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BCB694EE-19FC-4B72-B60E-0CDA8148DA6F}"/>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C175BA3C-671A-4E42-9375-0B748E4626D6}"/>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DDA50292-2C30-4A3A-80EF-6A3F72DE4F0D}"/>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679468A1-9869-460C-84EB-299080348513}"/>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B61B4216-90A8-421F-A69F-D63C842F5F1E}"/>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47C6AE50-A2B2-48E5-90D1-B064830F54B9}"/>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DC9DBFDF-DB31-45A0-BDD8-A17F4906EEFD}"/>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B8C6F5C9-25A4-4377-B4DC-FA7DF2269F46}"/>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5A85E0EE-0F82-4913-B589-AC8A77E92CD2}"/>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D3BB2165-54E5-47F8-87A2-3FE9E70D9FC9}"/>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7C572443-A684-45CC-A835-449C0A91D085}"/>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394611D7-634B-40A9-A90B-2B61104F8BDB}"/>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482ACCDA-BE87-418D-8235-104CD198C63D}"/>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9A38B917-9BB5-481F-B3C1-D7708486448C}"/>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0970789A-1E70-46CD-ADBE-26EA77039D2E}"/>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C103FFEB-6142-46AA-8482-1D91A288879C}"/>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6F030266-BBDA-4FA3-B6AA-81545428E1AD}"/>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2FBB91C0-6F63-4FFB-9973-5D614F992EEB}"/>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E0F144B4-4460-4CCA-9D0E-27AB8BB5A2B4}"/>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60E944C8-045F-4B67-AD28-9DDA62ED6689}"/>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9460FC2D-3E6F-4A7A-A755-9F310AC831E1}"/>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503EBCC0-2A2B-4FBA-9A6D-3A9CFAB94AA3}"/>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79A4A1B8-7684-484D-9395-6DBAAF9FC97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69040612"/>
      </p:ext>
    </p:extLst>
  </p:cSld>
</p:sld>
</file>

<file path=ppt/slides/slide5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782E6FFE-7650-40EC-B91C-A923EF88E4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9645E8EC-57DF-4573-9CE7-6B7CD91D8B4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8AF6AE9C-B2B1-4E1A-9923-0F49219612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D3A51E02-3BFA-4E5C-A9D8-5859DF2C4A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365425C1-8C51-4CA0-B538-066291A603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96CCC59F-E4AB-4F80-8A29-2B5018AE4B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7AC106D4-5481-4C4C-907A-3AD3684B7502}"/>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58DBB60C-56CE-45D6-A6B1-ED2C44DE864E}"/>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72AC6DF2-423B-4CFE-A4C9-F6E84F4EF4E2}"/>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349D5A17-DDDE-4410-8A99-00627EFF7DAC}"/>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97F0E1DF-EEC8-48E6-AE47-2C6761042FE9}"/>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CC45A4C1-7818-4D06-ADE6-20D41EFBABFA}"/>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8E511C6E-E24B-4715-A311-A43AEF6AAE3D}"/>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6320EC20-51D8-43CF-9BB4-AD021F2A376F}"/>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4CE51A86-1E4A-48B7-A6F0-73488D518A5D}"/>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6AA0929B-279E-41B1-9C65-F291CB9B9AE8}"/>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8F621D39-B6E7-4BB1-8633-BF9F9159D5E3}"/>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6FB3E8FA-4ED2-4556-8C0A-A532E7ACE7DD}"/>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A2DEA76F-E0D8-49B9-BE4C-9491E46C733E}"/>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B8F3FD63-DACB-4746-B7F3-1613E47D3A75}"/>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26060683-AD57-47BC-95CB-29323CD0BFC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FA09D5CA-ECCE-41A4-B3BD-F8F608E8B8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310252089"/>
      </p:ext>
    </p:extLst>
  </p:cSld>
</p:sld>
</file>

<file path=ppt/slides/slide5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16210082-67A8-4135-A737-BE25337CE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3">
            <a:extLst xmlns:a="http://schemas.openxmlformats.org/drawingml/2006/main">
              <a:ext uri="{FF2B5EF4-FFF2-40B4-BE49-F238E27FC236}">
                <a16:creationId xmlns:a16="http://schemas.microsoft.com/office/drawing/2014/main" id="{26EE4AB8-EA5B-4A4C-9C8E-3ADB39D29D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S53</a:t>
            </a:r>
          </a:p>
        </p:txBody>
      </p:sp>
      <p:sp>
        <p:nvSpPr>
          <p:cNvPr id="3" name="두 실제 요청에 같은 절차가 반복됐다">
            <a:extLst xmlns:a="http://schemas.openxmlformats.org/drawingml/2006/main">
              <a:ext uri="{FF2B5EF4-FFF2-40B4-BE49-F238E27FC236}">
                <a16:creationId xmlns:a16="http://schemas.microsoft.com/office/drawing/2014/main" id="{70A56B13-C966-4CCC-84B2-15857886084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5ECFBA92-3E59-418E-B215-A0F8526AA7F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36C84039-0C50-4629-9FB3-299564BE6E0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7B6BAF34-A682-46DF-ABE9-23E4EB43770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4AA8BE3-3B87-4E0E-A03C-C8E8EFD00F9B}"/>
              </a:ext>
            </a:extLst>
          </p:cNvPr>
          <p:cNvPicPr>
            <a:picLocks xmlns:a="http://schemas.openxmlformats.org/drawingml/2006/main" noChangeAspect="1"/>
          </p:cNvPicPr>
          <p:nvPr/>
        </p:nvPicPr>
        <p:blipFill>
          <a:blip xmlns:r="http://schemas.openxmlformats.org/officeDocument/2006/relationships" xmlns:a="http://schemas.openxmlformats.org/drawingml/2006/main" r:embed="R209622badafb4b1d"/>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9391F4A4-7798-404B-B199-9D9004C47482}"/>
              </a:ext>
            </a:extLst>
          </p:cNvPr>
          <p:cNvPicPr>
            <a:picLocks xmlns:a="http://schemas.openxmlformats.org/drawingml/2006/main" noChangeAspect="1"/>
          </p:cNvPicPr>
          <p:nvPr/>
        </p:nvPicPr>
        <p:blipFill>
          <a:blip xmlns:r="http://schemas.openxmlformats.org/officeDocument/2006/relationships" xmlns:a="http://schemas.openxmlformats.org/drawingml/2006/main" r:embed="R8fde3cc5747e4c7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76E2CAD8-7A4A-44EF-B6BF-BC23CC8303A3}"/>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34A9979-E3CF-4B6E-8BEC-ED2F0AF4BA4B}"/>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CBDF6683-5470-4A4F-BFA2-FA69C01192DA}"/>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86A813BB-2FBB-458E-980A-0746500002DE}"/>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20C2EDA3-188B-4A93-B056-3E0270EB42F6}"/>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DCB7ACC0-A64E-420E-86D4-3EBFF03E58FE}"/>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6683FF02-0CF5-4FFB-A87F-6B8CBFD2C815}"/>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D7082C3F-6870-4AEB-BCE5-636D7B6714AF}"/>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FD1B2D5D-CAA3-4EC0-9099-8BB5821C00C8}"/>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C51EC520-7808-4221-A78A-57D864E536FF}"/>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5EF61644-D173-41E7-BDA5-696541680B0A}"/>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33D8392C-9B19-456D-AF37-575C021641C8}"/>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AAE25420-420A-472E-B209-876B0D10EE42}"/>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CFDD6590-98BA-48E9-A4A7-11669F063DE0}"/>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F6C169BB-A4C6-47CA-B2C8-A1A5E126B684}"/>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0557BD9D-0E5C-4F06-A39C-A829BEF0F01C}"/>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AD5B6435-E85E-44DB-8763-ECB161AE4A6D}"/>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884F89C4-EB4A-4E5A-9A55-8186C696AFAA}"/>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9940CADB-07E0-4F95-A266-791651F1F6C7}"/>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2C685D78-39D9-42B3-9718-0894FE945520}"/>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C1E990D-F4DE-475E-9A9E-A77BCE7D1D75}"/>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680EECD7-3981-45DB-A300-E58898D5DB59}"/>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A8B2EB3-74C5-4235-B174-537CF39E9C67}"/>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19DEA6A2-3A1D-4D3A-AD03-5427D4122A4B}"/>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2AB15647-5D19-49A6-BCAB-9C47296A3272}"/>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D0FD0EBD-A505-4350-A2CB-6A2334465DB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850385311"/>
      </p:ext>
    </p:extLst>
  </p:cSld>
</p:sld>
</file>

<file path=ppt/slides/slide5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3 · 같은 정보를 작업에 적용하는 방법">
            <a:extLst xmlns:a="http://schemas.openxmlformats.org/drawingml/2006/main">
              <a:ext uri="{FF2B5EF4-FFF2-40B4-BE49-F238E27FC236}">
                <a16:creationId xmlns:a16="http://schemas.microsoft.com/office/drawing/2014/main" id="{18928D80-42B4-4377-846B-F5580042DD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4">
            <a:extLst xmlns:a="http://schemas.openxmlformats.org/drawingml/2006/main">
              <a:ext uri="{FF2B5EF4-FFF2-40B4-BE49-F238E27FC236}">
                <a16:creationId xmlns:a16="http://schemas.microsoft.com/office/drawing/2014/main" id="{6E70D090-B640-4C9B-AD70-8D11815F770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S54</a:t>
            </a:r>
          </a:p>
        </p:txBody>
      </p:sp>
      <p:sp>
        <p:nvSpPr>
          <p:cNvPr id="3" name="테스트 명령을 언제 쓰고 무엇을 판단할까?">
            <a:extLst xmlns:a="http://schemas.openxmlformats.org/drawingml/2006/main">
              <a:ext uri="{FF2B5EF4-FFF2-40B4-BE49-F238E27FC236}">
                <a16:creationId xmlns:a16="http://schemas.microsoft.com/office/drawing/2014/main" id="{0FB6C5EA-8ED3-4FF3-8859-5FC131CE346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B159C814-8473-4082-973E-F856A833B49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877BFE5D-7A7F-41DC-AEE0-7D8257C0F4B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B0F8E60F-93D5-4CA0-B26E-53801FE230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A21F809E-FF21-40AE-B3F9-8A888087CC2D}"/>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2138B069-F7A3-443C-A48D-CCF246A485E6}"/>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DBEC00F9-4FE9-4061-9AA4-B0A7A9350E4B}"/>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881E0428-F9D9-4FCB-BEB6-6F862C6FB2E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34F37D50-32B7-4BEE-BC6A-4E53FAA48452}"/>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20F4F3CB-DCED-44CD-BEE9-A79BBF8B54E4}"/>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82746AEF-48FE-448D-A637-1F9E69E7CC28}"/>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5A2B9AD8-411B-4690-AF81-A62631F8D9F5}"/>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4E851408-5B89-46AD-86EC-56609C6A98DD}"/>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
            <a:extLst xmlns:a="http://schemas.openxmlformats.org/drawingml/2006/main">
              <a:ext uri="{FF2B5EF4-FFF2-40B4-BE49-F238E27FC236}">
                <a16:creationId xmlns:a16="http://schemas.microsoft.com/office/drawing/2014/main" id="{C67FE5FF-BF8A-4EF7-8515-52F6C09F576F}"/>
              </a:ext>
            </a:extLst>
          </p:cNvPr>
          <p:cNvSpPr>
            <a:spLocks xmlns:a="http://schemas.openxmlformats.org/drawingml/2006/main" noGrp="1"/>
          </p:cNvSpPr>
          <p:nvPr/>
        </p:nvSpPr>
        <p:spPr>
          <a:xfrm xmlns:a="http://schemas.openxmlformats.org/drawingml/2006/main">
            <a:off x="220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442F36A-B17F-4C93-9484-5208FD8F8B6B}"/>
              </a:ext>
            </a:extLst>
          </p:cNvPr>
          <p:cNvSpPr>
            <a:spLocks xmlns:a="http://schemas.openxmlformats.org/drawingml/2006/main" noGrp="1"/>
          </p:cNvSpPr>
          <p:nvPr/>
        </p:nvSpPr>
        <p:spPr>
          <a:xfrm xmlns:a="http://schemas.openxmlformats.org/drawingml/2006/main">
            <a:off x="601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C5B790F3-C99D-47C9-885C-60B96C261B3B}"/>
              </a:ext>
            </a:extLst>
          </p:cNvPr>
          <p:cNvSpPr>
            <a:spLocks xmlns:a="http://schemas.openxmlformats.org/drawingml/2006/main" noGrp="1"/>
          </p:cNvSpPr>
          <p:nvPr/>
        </p:nvSpPr>
        <p:spPr>
          <a:xfrm xmlns:a="http://schemas.openxmlformats.org/drawingml/2006/main">
            <a:off x="9820275" y="3171825"/>
            <a:ext cx="171450" cy="171450"/>
          </a:xfrm>
          <a:prstGeom xmlns:a="http://schemas.openxmlformats.org/drawingml/2006/main" prst="downArrow">
            <a:avLst/>
          </a:prstGeom>
          <a:solidFill xmlns:a="http://schemas.openxmlformats.org/drawingml/2006/main">
            <a:srgbClr val="C7D0DA"/>
          </a:solidFill>
          <a:ln xmlns:a="http://schemas.openxmlformats.org/drawingml/2006/main" w="0">
            <a:noFill/>
          </a:ln>
        </p:spPr>
      </p:sp>
      <p:sp>
        <p:nvSpPr>
          <p:cNvPr id="19" name="01  변경 전">
            <a:extLst xmlns:a="http://schemas.openxmlformats.org/drawingml/2006/main">
              <a:ext uri="{FF2B5EF4-FFF2-40B4-BE49-F238E27FC236}">
                <a16:creationId xmlns:a16="http://schemas.microsoft.com/office/drawing/2014/main" id="{50346DFC-67F3-4D95-B77E-05CA7A7A74C5}"/>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18A07416-C469-460F-ACA3-12CD24A507E2}"/>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61E9DADF-1A85-4A00-A952-4C99A34AB252}"/>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0AF1E111-EB96-4B02-965B-BAAEDDE21BB7}"/>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81EC9F73-D364-421F-9F2F-2F42162BBD73}"/>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9AFE1E73-6BF6-4D02-A3C5-F46A361D882A}"/>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AACB8444-3EAD-440B-9EF8-9EA6BE61031A}"/>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C351674C-BCC5-4F1E-8C5F-6A333851A3DF}"/>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CB9F1E79-C6E3-4554-ABF3-68D6D80CB2C9}"/>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8128EC94-2E6B-46C8-AB54-7E9965588CC1}"/>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B881C098-609C-41CF-BFFE-1E2EDD5E4101}"/>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8A070DEA-A649-4256-B208-2289FB15790C}"/>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79E54EC6-677E-41B7-91D0-104CA8549B4E}"/>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E230142D-98F4-45CC-BF96-57CEC5B81143}"/>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574C93C8-5312-462A-8738-9D1D20E8F60C}"/>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468D9BC6-1BCF-407D-BC41-716C97C23DFA}"/>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A5B2C9CF-2D6C-49CB-BF7F-45F43B6590AD}"/>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0F403983-F1D1-45DD-B2A1-3EB94230E0EC}"/>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7992448A-BA30-4CCD-A635-7F07A465FDED}"/>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BEDEEDB2-B883-4414-AAC9-264BE632882D}"/>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48EE7891-0C2F-450A-882C-B4BD7FB184AB}"/>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Legacy module connection">
            <a:extLst xmlns:a="http://schemas.openxmlformats.org/drawingml/2006/main">
              <a:ext uri="{FF2B5EF4-FFF2-40B4-BE49-F238E27FC236}">
                <a16:creationId xmlns:a16="http://schemas.microsoft.com/office/drawing/2014/main" id="{66F2ED66-F7E9-42FF-AF3A-A6A3C9836C8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989808916"/>
      </p:ext>
    </p:extLst>
  </p:cSld>
</p:sld>
</file>

<file path=ppt/slides/slide5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6CECCC69-58C7-456F-BD0E-271887ABAE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5">
            <a:extLst xmlns:a="http://schemas.openxmlformats.org/drawingml/2006/main">
              <a:ext uri="{FF2B5EF4-FFF2-40B4-BE49-F238E27FC236}">
                <a16:creationId xmlns:a16="http://schemas.microsoft.com/office/drawing/2014/main" id="{86AD6BF9-CAEA-4503-8B5B-365032FF633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S55</a:t>
            </a:r>
          </a:p>
        </p:txBody>
      </p:sp>
      <p:sp>
        <p:nvSpPr>
          <p:cNvPr id="3" name="목표·기준·방법을 한 작업에 적용한다">
            <a:extLst xmlns:a="http://schemas.openxmlformats.org/drawingml/2006/main">
              <a:ext uri="{FF2B5EF4-FFF2-40B4-BE49-F238E27FC236}">
                <a16:creationId xmlns:a16="http://schemas.microsoft.com/office/drawing/2014/main" id="{82DCE29A-66BE-4AE5-84DC-9370CA12E5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147DD259-EEC1-4427-9B86-AFC3805D4C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4346758E-62AB-4622-B66D-9BD8D10A7D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2CD975A4-A6DF-4BBA-B739-2E6239286A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47823549-3284-4F02-8B37-613B77F03470}"/>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9FC63D15-E7F9-4325-900B-687773D72DEC}"/>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69551F5A-091D-4177-8BF2-E2352EF44BC4}"/>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C113B58C-D875-4EE1-9EDD-6EC76EC76B0E}"/>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0FB9FB9E-909C-4C7B-B1AF-EF9A754CC30D}"/>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201106F2-3892-4F80-BC2D-268E120DA9CD}"/>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20315BA6-D1DC-40C9-94F9-AD76D01C0D4C}"/>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67E33600-41B8-4C14-961E-6AD65DD5DE72}"/>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E86D809F-057D-421E-B18F-F82926F68CB1}"/>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ACE0C21C-954C-4D5D-A51E-BDEE951DB1D6}"/>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94CCAC7-7156-4877-BA8D-9A03231A4F7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E0D5790C-186C-4024-848E-4FA782238C18}"/>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D95A1462-3A65-42C0-8F4D-2ED17D75A128}"/>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52E69E87-52AC-475B-B5EA-1601E82C4EC8}"/>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964FB9D4-384F-441D-8645-6EFC4170FE0E}"/>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9DAAAF63-EF15-404F-820B-9AEA77520F51}"/>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C5A4FB69-CD69-4D56-ACB4-FFCA5C9998A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4153316"/>
      </p:ext>
    </p:extLst>
  </p:cSld>
</p:sld>
</file>

<file path=ppt/slides/slide5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E99FF8BD-916D-4C66-8E34-0E3A1CD62F8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56">
            <a:extLst xmlns:a="http://schemas.openxmlformats.org/drawingml/2006/main">
              <a:ext uri="{FF2B5EF4-FFF2-40B4-BE49-F238E27FC236}">
                <a16:creationId xmlns:a16="http://schemas.microsoft.com/office/drawing/2014/main" id="{A6D09249-C55F-49F1-A5D2-2174606C10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S56</a:t>
            </a:r>
          </a:p>
        </p:txBody>
      </p:sp>
      <p:sp>
        <p:nvSpPr>
          <p:cNvPr id="3" name="반복 절차를 Skill로 모으는 이유">
            <a:extLst xmlns:a="http://schemas.openxmlformats.org/drawingml/2006/main">
              <a:ext uri="{FF2B5EF4-FFF2-40B4-BE49-F238E27FC236}">
                <a16:creationId xmlns:a16="http://schemas.microsoft.com/office/drawing/2014/main" id="{22C86014-2445-46B1-AE4A-6299F3DB3C5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C9C6ADE4-95FE-4B9E-9F96-BC7C46D52AC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66B9C35A-3199-4C04-BB5A-6FCADBBAD05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EB49F3CD-CDD4-4FCB-8B25-45A969CDE63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DAF725BC-4864-4620-9D56-2B8BEB636666}"/>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15D0954C-96CC-4CEB-87F8-17D86FB736D1}"/>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EA6C1E49-B273-4BE4-A654-FE2B5508F029}"/>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58DF55C-1876-4C9C-B62C-95166C9528D0}"/>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EF4A1388-A2E5-4FB0-A4BC-EEC6542DBCC1}"/>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AAC7815-A3E8-434F-9156-4D5BF0DCCC5D}"/>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015D573A-9DDC-4596-BE95-505463B71790}"/>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3075BF1A-726C-4477-993D-6BD3FE4E2587}"/>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5927BD27-EDC4-44B5-8A44-2784F94188FE}"/>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B5524E0C-64DA-4F07-A73F-4A883EA3A5AB}"/>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1BB1D997-2E1E-45ED-825E-828D3770C86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43CD7C93-8FF3-4BE1-8F64-B614BF66E093}"/>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67AE676E-733F-4AF9-BFE0-C50BCBBA9752}"/>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1999F56A-C764-4149-9BBB-F806042DD32C}"/>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40E79C48-76E7-46C0-A4ED-F0B03920A398}"/>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27AE461E-49CE-42B4-A803-BA6730B434CE}"/>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49D1A821-CD7F-4552-A274-647011C77F13}"/>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90690476-745D-4B61-A2D0-BEB132593F18}"/>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6C5886E2-BA93-4144-92A8-3FDC87063ECE}"/>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F6EC05B6-2B6F-4168-AD83-95E87F0A42B8}"/>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D6A309B8-F83E-43A6-AE0D-45EA64BC24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089591104"/>
      </p:ext>
    </p:extLst>
  </p:cSld>
</p:sld>
</file>

<file path=ppt/slides/slide5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7445E429-AAAA-44A2-83F7-B831BD8EEC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57">
            <a:extLst xmlns:a="http://schemas.openxmlformats.org/drawingml/2006/main">
              <a:ext uri="{FF2B5EF4-FFF2-40B4-BE49-F238E27FC236}">
                <a16:creationId xmlns:a16="http://schemas.microsoft.com/office/drawing/2014/main" id="{094CE5D8-D798-4CAE-8A59-2815978F83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Skill 발견·호출·본문 포함의 근거">
            <a:extLst xmlns:a="http://schemas.openxmlformats.org/drawingml/2006/main">
              <a:ext uri="{FF2B5EF4-FFF2-40B4-BE49-F238E27FC236}">
                <a16:creationId xmlns:a16="http://schemas.microsoft.com/office/drawing/2014/main" id="{22EC581D-FA0C-4028-A367-5746577EC6E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8B5B2C85-EAF7-4205-874B-9B2EBFEB4F6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CBF6BC79-56FA-4747-9315-4E36848E18E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6AF590D6-F95D-4DB4-9231-6BFC23571E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CBF86CD0-800C-4726-9DBC-F67E35A3CCD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E9955190-7F33-4E97-9953-5F4498D09337}"/>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A02E4417-A9E8-4FFE-B61E-EA5C8C689BAC}"/>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63618DC1-C235-49EB-BBBE-3F0A9FD7D60C}"/>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3526F2FE-DEE8-44BA-98BC-3A5931149C14}"/>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2BD5DE08-DA17-4C72-9283-F2E1E7D10E62}"/>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465B4060-CDC4-4380-9129-6D1672B0DFE6}"/>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3D45FE8A-F568-464D-9E94-09BCF2C0956E}"/>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2CFA535A-4A71-43F2-A287-ED8836F1A76A}"/>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1904634D-8D94-475D-94B7-53B0048C0C5D}"/>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424D4250-551C-4AA6-B742-9617BC6616EF}"/>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FAF419D9-5A1A-450B-976F-4112FAEA11B4}"/>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9AF34A-4E47-4899-9C4A-09516D933C5D}"/>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8A4A3000-03C5-463E-BC2B-AE25AAB3124C}"/>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54E3109-A9C1-44A5-8B05-756735F2BBA7}"/>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433F3170-FE80-4048-A6FB-B73D891BA778}"/>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5DC9D3DA-CCD4-406E-96B0-2083F15934D2}"/>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C62D6FFE-C069-4F28-84BB-E5C29DB9DD82}"/>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69D8F5DF-43C9-4964-8A47-E4B342F7E4F5}"/>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CA403BFF-F8A3-42B6-AF23-53053EAEB678}"/>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FED5D297-303C-43E0-8C4A-8CBA66B48F26}"/>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EA4428AF-E8C2-4A0A-89DC-44619E69F9DD}"/>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6DD164C-D9D1-4568-89E6-1B3F52A054E0}"/>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FA304E76-79B4-4B1B-92D1-70D017B6B6D7}"/>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9EA36F37-32EB-403E-B7CC-B1F8D4AA0AF6}"/>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6C2C82A1-5FE1-4924-8224-ABA3A817F88B}"/>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F46E827D-1D7E-4587-B78C-7B1B62046C4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2758433"/>
      </p:ext>
    </p:extLst>
  </p:cSld>
</p:sld>
</file>

<file path=ppt/slides/slide5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B54B9D1B-1426-4599-9B42-7D2F3E1DFE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58">
            <a:extLst xmlns:a="http://schemas.openxmlformats.org/drawingml/2006/main">
              <a:ext uri="{FF2B5EF4-FFF2-40B4-BE49-F238E27FC236}">
                <a16:creationId xmlns:a16="http://schemas.microsoft.com/office/drawing/2014/main" id="{4DF4CF4F-9547-442C-8187-9AF4ABDB661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Skill 지침과 실제 작업 기록의 대응">
            <a:extLst xmlns:a="http://schemas.openxmlformats.org/drawingml/2006/main">
              <a:ext uri="{FF2B5EF4-FFF2-40B4-BE49-F238E27FC236}">
                <a16:creationId xmlns:a16="http://schemas.microsoft.com/office/drawing/2014/main" id="{FF5980A0-98AB-41CE-B0FB-3769DDDFC2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B57DD264-ED20-491B-A0C3-5902292805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8F99A815-40A7-4303-8361-541F13C7BFE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DE28DFEB-05AE-42ED-AD11-83FF3A5D7BDD}"/>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08EB3A95-91F0-4B16-BE5F-18E44775CD3F}"/>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745CF936-411C-4C58-B0F2-193B079B073D}"/>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691EB71D-4CE1-4CFB-90E2-693F543059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E5399CD5-D69C-4F95-9C5B-EB5F5B7FA232}"/>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5A21ABA7-3497-42C4-A94A-D5E3F0E9F746}"/>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7F0AA1D1-277B-4A5D-9635-4BBC56559949}"/>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3443085F-72F9-40DB-BEE3-8B2F5A4E2F55}"/>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B1F25A38-B49F-42B9-9917-017C7887FD0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57203325"/>
      </p:ext>
    </p:extLst>
  </p:cSld>
</p:sld>
</file>

<file path=ppt/slides/slide5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D0E6F65A-1D06-411A-AC4D-2C89978B62D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59">
            <a:extLst xmlns:a="http://schemas.openxmlformats.org/drawingml/2006/main">
              <a:ext uri="{FF2B5EF4-FFF2-40B4-BE49-F238E27FC236}">
                <a16:creationId xmlns:a16="http://schemas.microsoft.com/office/drawing/2014/main" id="{93B57690-A9F3-4AF3-948A-7281DFD5205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절차는 재사용하고, 답은 근거로 정한다">
            <a:extLst xmlns:a="http://schemas.openxmlformats.org/drawingml/2006/main">
              <a:ext uri="{FF2B5EF4-FFF2-40B4-BE49-F238E27FC236}">
                <a16:creationId xmlns:a16="http://schemas.microsoft.com/office/drawing/2014/main" id="{C52BBF5C-DC0E-4FA9-A217-4450EECCA2B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5CABFF89-1822-4838-9457-77975740C05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EB95E5F9-A68F-4F37-8EFA-ED9C63FF96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81577AB1-95A0-4CEA-8E2E-257A1B5D60F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5CBCC8BC-EC3F-4ED2-BC20-5A872B943F53}"/>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129F5B8A-6395-46B0-9A64-914E2AAB7D91}"/>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442BED44-BE32-4FB9-88C9-C8D4E4A8C508}"/>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5093C738-A3E9-4D41-8869-FFD9141C15EB}"/>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B137010-AC36-4080-B344-F753FDD60937}"/>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DCAE7A5E-8E19-463D-94DA-74A3FA1492FB}"/>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2D5FC45F-D3DF-488F-9A63-911EC9D6DC73}"/>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6DF7F87-0BEC-4C04-9298-2B917A856835}"/>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635D6358-78A5-47DD-94F7-B64E6473B221}"/>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9B0C119C-612F-4BD2-8701-85E8AAB070B6}"/>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6B60E946-0403-48D8-81A9-5F43C914D7D3}"/>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ED6B6542-BEAE-43D8-AF77-E0D7F472DCC2}"/>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3305C318-1445-433E-9FA9-51958F1C122A}"/>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A2D0B919-9190-4275-8931-3E7C2B31D2E7}"/>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5470B911-5421-4D71-9930-5D824AD293FA}"/>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3F18BE2D-6C3B-468B-B269-64F7A010FEEF}"/>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555C57E1-2021-4BD9-9EF5-08434FAE9185}"/>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4E785DD3-A41B-463E-A59B-D304A794F207}"/>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E333CB88-BDF4-4089-9A03-B3738B7C21BB}"/>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A802FFF8-DB06-4DA9-B84E-C5A4F8651968}"/>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A299D52A-8564-4ECB-B69C-3B161967B121}"/>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15DAA895-14DC-45D4-BA09-B9D55BC58F31}"/>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7EBFC8B3-F7D2-4191-9673-131B5D082D6E}"/>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6D447B15-31A8-4704-9624-2CA22084EF13}"/>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DC0B181C-18DD-4245-8805-7B0804B29110}"/>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73626F99-CD02-4E2C-A1BA-2A0258AB2B4C}"/>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97D2D3F9-59C7-49D2-8355-27EF541D51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27442248-7874-4EEB-B9C5-F4BD506F3474}"/>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31612D8E-698C-4C71-B41F-1C46F26A6A7B}"/>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FD7CD75C-DDA1-4265-9395-2F5A8A4CEA48}"/>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9A861F81-7B46-48F9-868F-656E7DE8549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C4645E45-441E-48B1-BAE7-55FA90CFDC5B}"/>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C6056CF1-B442-4350-8DA8-724C09632563}"/>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2EA6D57D-AA41-4CB6-A0AA-1DF1175B9338}"/>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90ED6F50-763A-47C3-BB08-923755F34789}"/>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4DB774E7-B202-447D-B637-977B793794D6}"/>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D7C94BC8-159E-4A5B-A5F7-5C61088F02C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FF79AAFB-CEEA-47A4-9C93-6708975AE1D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171205902"/>
      </p:ext>
    </p:extLst>
  </p:cSld>
</p:sld>
</file>

<file path=ppt/slides/slide6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82B78866-2589-45A0-8CF1-DF444735C34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0">
            <a:extLst xmlns:a="http://schemas.openxmlformats.org/drawingml/2006/main">
              <a:ext uri="{FF2B5EF4-FFF2-40B4-BE49-F238E27FC236}">
                <a16:creationId xmlns:a16="http://schemas.microsoft.com/office/drawing/2014/main" id="{0FD8E8CF-D342-404E-9F1E-0F8EC56FC1A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밝기 통계 계산의 성능 개선 후보">
            <a:extLst xmlns:a="http://schemas.openxmlformats.org/drawingml/2006/main">
              <a:ext uri="{FF2B5EF4-FFF2-40B4-BE49-F238E27FC236}">
                <a16:creationId xmlns:a16="http://schemas.microsoft.com/office/drawing/2014/main" id="{B4841192-3DFC-4CC7-A8D2-4C1D1D572BA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602F8578-327C-4F09-B3CC-55E3C33E8F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8C3DD572-BC09-421E-B78B-84EC00D1C2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F8C03814-4B8E-46A3-BD21-FA4E6BBA925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4F128857-5ECA-4B82-A5B1-B2FA6F6AE5B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B396D0E0-4357-45F1-A627-4166251C265A}"/>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1EEF10CE-0A39-404B-8B62-AA2FAA3B0551}"/>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ED535CE-F696-44AB-9FD4-304B6594E86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16DC1F78-6501-4F12-926C-555E072E3ABA}"/>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B6CB9DDF-DB69-4E95-B60F-4AB54285CC2A}"/>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1349238F-580A-4D35-98BD-3622B337C502}"/>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90437C7E-0376-4E51-9973-23FD5E1272B9}"/>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38649DE2-1313-4A37-A797-CC850ED13F5A}"/>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657E0563-AC18-4650-991C-2634231ADB4E}"/>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D6CCE657-9C5D-4A36-B4FB-D334E431ADA5}"/>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004E14BE-2CC9-43E7-95B6-A950025D6BB9}"/>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50C79C48-84EF-49DB-95F2-BA190C9ECB8F}"/>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7D936FD8-66A8-4BC3-82FB-B05E54B1DFFB}"/>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94EF6C81-78C6-4C32-BA3E-C455F87B0B5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56BF8A6C-63B6-440A-9F22-5DC85EA5746D}"/>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67757A80-705B-422C-B649-A92A91680FBF}"/>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0FCF27B8-D100-4A3F-99F6-1361DF88FACF}"/>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C939CD22-B77A-491C-814E-1B606849AB4E}"/>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6668C9E0-72B4-4DA5-9BBE-377AEF1A3C09}"/>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5A8AFA2B-5259-4758-AB24-E1822AEC56CF}"/>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44C88DD7-5D9C-4DCF-88E5-C0D0BFE4110D}"/>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15390637-63D5-4F52-9291-B15551C1852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FBAE93FE-AFE8-4F37-BD2E-4C9D94BB94D3}"/>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401FE6D4-74FE-4B92-9E81-6C0A269E1C8A}"/>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A57FE536-D47A-4B57-B22E-7243ADF312BD}"/>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AEC6DAE0-2621-4B24-A685-4527D3D404D6}"/>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F36F9704-2BD2-4157-96AB-7745507046F0}"/>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E87E58E4-32C8-491A-ADDD-08AF2E451C7C}"/>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F6D398CF-E46B-4310-9DEA-021E1AED4189}"/>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6C5FEBC9-5284-43EB-A099-1DEA3FD95209}"/>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04C60D53-0285-465B-A9FD-C3C190C6FCEA}"/>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9B839E4C-7903-4A17-9D16-D4A0D3CC923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2BD1F61C-2B75-41B4-8D8A-C7045F5F1748}"/>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B79BC385-987D-4CD5-BC66-7EA031712AC5}"/>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4B919AA6-3E34-4887-A5A7-19C469C3FA73}"/>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5F8D97F9-AD75-4B94-BF67-FCEA9B145A19}"/>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3AD63927-3ED4-4AB0-95AA-F574E27E9AE5}"/>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B3B7D499-7B55-4C53-AF9A-B0B7F230D7FF}"/>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39367C5E-2D51-44B6-92ED-E286CAD6803F}"/>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A9B364BE-9921-4F1E-8359-A73D5CDB821A}"/>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ACE7CFD4-E73C-493C-ACA1-E6194D93C151}"/>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C81ED165-3758-48B0-B269-4FB8FFD23898}"/>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CA318730-77A9-432D-9FB2-C64F7724A450}"/>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18B61F95-1B0E-45C8-888F-791E69F540B0}"/>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377200E4-5108-4A02-B69E-7D074D954A91}"/>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B4B4A185-DF84-4DAA-B469-C122047CBCA8}"/>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8F021AF-903E-4831-A10E-30FDA5CBFA61}"/>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59DB51CB-BE82-43F4-B80F-F98984F05D0F}"/>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07AAB92D-61CD-4D2A-ABB9-64AF6DD4D3DE}"/>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5EBA8AEA-29D0-4873-8DE1-A39D2D2A8A2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732586836"/>
      </p:ext>
    </p:extLst>
  </p:cSld>
</p:sld>
</file>

<file path=ppt/slides/slide6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010950A6-65F3-4D0A-93E2-ADAB0A66833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1">
            <a:extLst xmlns:a="http://schemas.openxmlformats.org/drawingml/2006/main">
              <a:ext uri="{FF2B5EF4-FFF2-40B4-BE49-F238E27FC236}">
                <a16:creationId xmlns:a16="http://schemas.microsoft.com/office/drawing/2014/main" id="{06B76330-1C61-4BDB-A11E-2EDB5ECC1E1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선택한 변경의 시간·메모리·동작 확인">
            <a:extLst xmlns:a="http://schemas.openxmlformats.org/drawingml/2006/main">
              <a:ext uri="{FF2B5EF4-FFF2-40B4-BE49-F238E27FC236}">
                <a16:creationId xmlns:a16="http://schemas.microsoft.com/office/drawing/2014/main" id="{EDC6304E-4E02-41D1-8040-9F3DC03332A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486A8A4A-C246-4B41-B191-70F45EDFCE2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7FAF4F80-6A1B-449E-8815-9D8B0776C5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95B8BEB6-F198-4D1E-A1E1-CFD5B249D08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03908957-E2D2-4DEB-A8B2-8EF45C911BCC}"/>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203EA92B-4FCE-4870-86A4-215CF877D014}"/>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10F60486-8B5D-4657-94FA-90837A959CB9}"/>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3B151AD7-C55F-4BED-879F-475956FD0358}"/>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0FB5BA3A-301E-47E1-B63F-83211C8D2502}"/>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7C99ECE5-A670-4680-9E24-25B0A3E65E4F}"/>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9F58F063-517F-483B-B217-E525B53186D7}"/>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A620DCA0-FD23-4439-ADC6-39ED1C55FF36}"/>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5d7c72b06da14af3"/>
          </a:graphicData>
        </a:graphic>
      </p:graphicFrame>
      <p:sp>
        <p:nvSpPr>
          <p:cNvPr id="15" name="Python 할당 피크">
            <a:extLst xmlns:a="http://schemas.openxmlformats.org/drawingml/2006/main">
              <a:ext uri="{FF2B5EF4-FFF2-40B4-BE49-F238E27FC236}">
                <a16:creationId xmlns:a16="http://schemas.microsoft.com/office/drawing/2014/main" id="{F3E3B6E9-A150-47BA-8E2F-32FAFC05C284}"/>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8BB450BF-A1A8-4ED1-B213-AAA7064F8162}"/>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8423A133-4418-4446-9ADB-8DF019179F9B}"/>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8BBDE4BF-1C5B-4185-9EFD-0EDF77F96012}"/>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3F52A69D-29D0-4D58-88A0-E7F67BD89AAF}"/>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A33B57C-D787-47B7-8BBC-F1ABF0283842}"/>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EED93FCF-DC6A-414B-A50C-B427916813B1}"/>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CACE8C7E-2A01-40DF-ADB6-DFCA3DB15644}"/>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BBF67C39-290D-4917-BF6E-712D06AB0D31}"/>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DA5C2B32-0EF5-48A6-B66F-B73B33C8E5E4}"/>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E32684EF-81DE-4C5B-8448-4BE55D1841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61244379"/>
      </p:ext>
    </p:extLst>
  </p:cSld>
</p:sld>
</file>

<file path=ppt/slides/slide6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70FB5141-47E0-4B7C-8F89-27B7A5FA56A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2">
            <a:extLst xmlns:a="http://schemas.openxmlformats.org/drawingml/2006/main">
              <a:ext uri="{FF2B5EF4-FFF2-40B4-BE49-F238E27FC236}">
                <a16:creationId xmlns:a16="http://schemas.microsoft.com/office/drawing/2014/main" id="{FE37D8D0-94E6-448F-8868-32B1B8AA04C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한 Agent 조사와 Subagent 역할 분리">
            <a:extLst xmlns:a="http://schemas.openxmlformats.org/drawingml/2006/main">
              <a:ext uri="{FF2B5EF4-FFF2-40B4-BE49-F238E27FC236}">
                <a16:creationId xmlns:a16="http://schemas.microsoft.com/office/drawing/2014/main" id="{EC08D4F5-A954-4B8F-A8F9-3FD8CD610DE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148AA58E-8E4C-4D49-82E2-0A44FC3E8F2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47951D3-8179-4EA1-AA34-74DF5949F65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259D4652-3A7B-4448-A541-F05B1F622A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B4833E45-6B44-4CA8-BE16-7C70A0CA1562}"/>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2E36D191-9CC6-4B89-8BCC-711264520F94}"/>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751932B6-7BC6-4DA5-8233-BB3F94999CF2}"/>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732193A1-2EB7-4817-9D4C-E5F875D4F500}"/>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9700576A-5C0D-48F5-9D65-BF25F9E54C60}"/>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8A104A1D-F13B-4190-8E0F-6E7E284B2063}"/>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3DE92232-A7F0-4B4B-9ECE-63DF8BD33871}"/>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8A935AAC-86E2-4DB5-92E1-16BAAEA84079}"/>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0EEC04D-A44F-4042-A8E0-8EB13B382E14}"/>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68330649-0DE9-4D1C-8873-1C89C4919C04}"/>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AC897555-B6D0-4D92-9F42-E6737B4B3786}"/>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D843082F-17D3-4C53-9304-537A265AD830}"/>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AAC14A3A-3F3F-4E73-A521-9B6190548FDC}"/>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844D045C-B773-464F-AFE7-0A7BCBA0FFE0}"/>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CF445341-93CB-43B7-AEE6-1C1A2990A4DB}"/>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2AE1A13F-643E-4604-AE8D-4C523E7E7A5F}"/>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DAB0F905-7823-474E-B621-33A2BA3FE1E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F626E253-8B5B-4ECA-8100-61F5BD0B1F57}"/>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6E24A7A4-BBFB-463B-9372-61E697B89379}"/>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C21697C9-5475-4E86-913E-815F6F6C414E}"/>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101B6BC5-E9C6-42F9-A446-7E4E3DBAC1B1}"/>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7CAFB275-94B2-40EB-A351-A910454E0EDD}"/>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6EBC86A5-FD73-4E78-8B98-5195CABAB72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0372D21E-AF6F-409C-B5D8-DEB72F76D285}"/>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1A75E0C1-AC36-4C2E-A7E5-1643E3853EF6}"/>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07846833-EAD0-4D88-B2B2-92DAA24CE58D}"/>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A14EAA0B-4125-44B1-92FF-53DFAA94C4E0}"/>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CA5DDB5D-DF46-4C7D-8A1C-0052DD8A9978}"/>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73A2DBAD-AFD1-4C0B-9696-8ABC958646CB}"/>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F9CA5CA5-CE90-4457-BC23-C84E7CF1CD6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1DA5D371-5CB8-4B72-B5E2-8CE4231C36BF}"/>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1A7AADB3-A9D8-45BE-BC00-80340AD972D7}"/>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90B1FBA0-07D7-4B52-BE5D-6D935BF5AF3A}"/>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340D4A0-E472-488A-BEC8-1330DDEA6E57}"/>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44616750-0703-4877-BDE4-46EDAF31DFDA}"/>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D3A0A225-5128-4105-8948-2E21BDD4F7F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7057117D-EA51-413C-A24A-7C13E2C38887}"/>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239557A0-983E-46CF-950D-5C7961A1B14B}"/>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9D78F02F-F51E-4E2D-AFDC-C4DD99FA4B24}"/>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416C002B-F426-4049-AA29-39C85698D741}"/>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1D3D3D0-D04E-4CD6-A130-3CE618FDBACF}"/>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CEDEB20F-3613-4801-82B6-C22410697EC9}"/>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2CCE73B2-DB52-4B1E-9460-1D4C670BF89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579431915"/>
      </p:ext>
    </p:extLst>
  </p:cSld>
</p:sld>
</file>

<file path=ppt/slides/slide6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F1E0382A-C20A-4D58-8184-8F5803B1CC2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3">
            <a:extLst xmlns:a="http://schemas.openxmlformats.org/drawingml/2006/main">
              <a:ext uri="{FF2B5EF4-FFF2-40B4-BE49-F238E27FC236}">
                <a16:creationId xmlns:a16="http://schemas.microsoft.com/office/drawing/2014/main" id="{B084DCA6-167D-4D6C-A920-D4D176282FA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밝기 통계 작업을 나누지 않은 이유">
            <a:extLst xmlns:a="http://schemas.openxmlformats.org/drawingml/2006/main">
              <a:ext uri="{FF2B5EF4-FFF2-40B4-BE49-F238E27FC236}">
                <a16:creationId xmlns:a16="http://schemas.microsoft.com/office/drawing/2014/main" id="{99C8792A-09A3-4082-9453-69091E19F09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5E2F9BFF-1770-49A7-86CA-BFEE2458C74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BDD13458-BDFA-4F1D-80F9-267DE38EF73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BAC8FFD-CC4D-4E07-A579-C15E957701C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0C57C52D-389D-4EEA-A6AB-AC47C67BB540}"/>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3F25804D-F4F4-4D97-8C8D-0B974E3E4DB7}"/>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A5B4C309-25CF-4AA9-B873-4AB85E30ECD1}"/>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DA77999E-6439-4F4D-A341-4FE2D724496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8028EF42-02C8-42C7-8E72-1A8C8F3A78D6}"/>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2C9DC0E-3A3A-4F81-90EB-382ECEFDEF64}"/>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B5AA8AA7-6CA9-44F6-ACA1-A6CFE674DCC6}"/>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61EBDFDA-5BA6-4DC0-9573-0461C371A96F}"/>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21253893-8B42-4A1F-B22B-D18FD3FFC41D}"/>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E454AAEC-CCAF-4E0A-A96F-D3EB361DA441}"/>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8FEBF6E-7254-46FA-8439-E8914D01232A}"/>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0C75C9EF-F375-4204-B507-6939E81BA129}"/>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53B1A08E-8AA3-4611-8354-BE825C35C073}"/>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01C361BD-4B41-4275-8FB4-E04CA221F14F}"/>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B2968A9-7544-426A-982C-9ADA50E6D9DE}"/>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3DA13BF6-9B2F-4E14-B5AC-136647DFD637}"/>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AC5AC681-0F79-4AE5-B2F3-7FBE1D4FE9F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25041541"/>
      </p:ext>
    </p:extLst>
  </p:cSld>
</p:sld>
</file>

<file path=ppt/slides/slide6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Context와 Memory의 역할">
            <a:extLst xmlns:a="http://schemas.openxmlformats.org/drawingml/2006/main">
              <a:ext uri="{FF2B5EF4-FFF2-40B4-BE49-F238E27FC236}">
                <a16:creationId xmlns:a16="http://schemas.microsoft.com/office/drawing/2014/main" id="{C22BD221-7A51-4976-9119-3129A32F55D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64">
            <a:extLst xmlns:a="http://schemas.openxmlformats.org/drawingml/2006/main">
              <a:ext uri="{FF2B5EF4-FFF2-40B4-BE49-F238E27FC236}">
                <a16:creationId xmlns:a16="http://schemas.microsoft.com/office/drawing/2014/main" id="{50C4FCCD-6B32-492C-B5BE-F999EDAE64B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이번 Context와 다시 쓸 지식">
            <a:extLst xmlns:a="http://schemas.openxmlformats.org/drawingml/2006/main">
              <a:ext uri="{FF2B5EF4-FFF2-40B4-BE49-F238E27FC236}">
                <a16:creationId xmlns:a16="http://schemas.microsoft.com/office/drawing/2014/main" id="{29DFC2F0-2E31-4159-880E-7FCFC712AB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8F09A454-A30B-4ECC-993C-375B6F11CAA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843F191D-4727-4E65-96F0-3F6415FD921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FF09DC36-BA4C-4A7D-AD4D-7CE44BC6B0A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47E0C436-CA16-4E81-9516-A736B72A60B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4C6F76FF-CE76-4766-8C05-90CE310C0E91}"/>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DEC5C95A-CCAB-44EB-B7DA-105BCC28512D}"/>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F7C2BEC1-EB1A-40B2-B220-531B405C6422}"/>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105C1CA2-E507-4EB7-ADA2-29A6756C7EEA}"/>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977B76B9-08BC-4214-BB82-D5648D80E530}"/>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FF87E740-53BC-4893-BFF5-DB4456CE5360}"/>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C621AE93-73F4-4529-B91F-F99923ED9075}"/>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1AB0BF4B-FB98-4DA8-9C3C-1906F24A0AEA}"/>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94F102FD-D0AA-429F-8895-41B50EF8DDC3}"/>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966A36FF-BE3B-43F9-8312-6855F87F831B}"/>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8C207B5F-5278-4D4F-84A6-F53031C9F2C9}"/>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08AD6CF9-8D7B-41B1-9E5E-E3B1E1F0DC90}"/>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28BA810-3837-4850-8645-E38B5CE0D8A1}"/>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184D03C0-24CD-4C20-A560-61C5F7738E4E}"/>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BACB5864-6F44-4731-B5B7-4EBF4D7F8798}"/>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Legacy module connection">
            <a:extLst xmlns:a="http://schemas.openxmlformats.org/drawingml/2006/main">
              <a:ext uri="{FF2B5EF4-FFF2-40B4-BE49-F238E27FC236}">
                <a16:creationId xmlns:a16="http://schemas.microsoft.com/office/drawing/2014/main" id="{3A09B986-8EAF-4265-BAB6-678D46677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7731776"/>
      </p:ext>
    </p:extLst>
  </p:cSld>
</p:sld>
</file>

<file path=ppt/slides/slide6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0ED324B9-E528-4992-9C3C-4F1498E8BF7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65">
            <a:extLst xmlns:a="http://schemas.openxmlformats.org/drawingml/2006/main">
              <a:ext uri="{FF2B5EF4-FFF2-40B4-BE49-F238E27FC236}">
                <a16:creationId xmlns:a16="http://schemas.microsoft.com/office/drawing/2014/main" id="{BF501D46-E574-4AB2-BD0B-54BA9D62EB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실제 Demo 지식의 원래 출처">
            <a:extLst xmlns:a="http://schemas.openxmlformats.org/drawingml/2006/main">
              <a:ext uri="{FF2B5EF4-FFF2-40B4-BE49-F238E27FC236}">
                <a16:creationId xmlns:a16="http://schemas.microsoft.com/office/drawing/2014/main" id="{B8F30626-CA5F-459F-8319-5B5FCE6D980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4D16CE86-6BAC-4815-B7B4-682CB728AD2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765A2E1B-CEF8-4EB4-AD4E-9D5D29AE7E5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4FCAB905-FAEF-484D-9B27-526B387E8F1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C6DA7A61-CC98-48C5-AAA4-37594B734A49}"/>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0752E677-D360-4218-8A83-1B121FBD149B}"/>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3A179642-7EF3-4CEF-87C7-184DEF2351CB}"/>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33DF153E-5EFF-4643-BDCD-F29E2BE2F9D1}"/>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36CFF4CD-F8FF-42FE-B3F3-E557B7B4F40F}"/>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67F91E3F-129D-4469-A56D-908B447F4940}"/>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31604CC2-A1E3-45AE-8DDD-FC484765FF07}"/>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80724618-1326-4A1F-8AE1-E5CD5FDAA229}"/>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7923706D-B615-43E2-BD30-66F38891F8AC}"/>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E3DAD27B-B370-48E5-84A6-629DEEAC6F51}"/>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928326C9-AAD0-4624-A8F9-DFB61D035472}"/>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6AF23400-6AEA-4934-8AC9-D00F31F0B764}"/>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D0600CCA-5C08-4AAE-AA6D-2846133BBAD9}"/>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C8B33724-828A-4C3B-A5CB-4203672F6846}"/>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F8DC2989-5612-49AD-AB91-29D01CAEC1C9}"/>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18EBDC9B-D857-46CD-B372-611AFA454F06}"/>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C8C1A365-B141-43B4-9410-5E4B8DA0810A}"/>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7951CE2F-45C5-45DA-BFF5-0E0A1B1DCCA9}"/>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2D6D00FA-EA1A-4AEA-AAF4-AF1E71C92D9E}"/>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32A5B451-02AD-4FE8-83DE-97416EFA628D}"/>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2065C482-472A-4394-82A4-29A987E2CE00}"/>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B30B6D9F-31F3-418A-94EE-7CB75C2E06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C6338537-FC3A-4E67-9D4F-9D9901CB1694}"/>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4E246F55-E055-421C-A34D-6DB62CFC45BF}"/>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9134EDEC-97E8-4182-A5F1-47C1211DAB0C}"/>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9BE97804-3FC4-4D19-AB01-B4A237C5CE2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B977CAB0-763C-4531-96FB-82F6DC4C979D}"/>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43925CD6-2EE2-4A16-AFB8-D0F68649DB72}"/>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352A8A5C-6394-469E-8F79-63DDAFB2D98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10569824"/>
      </p:ext>
    </p:extLst>
  </p:cSld>
</p:sld>
</file>

<file path=ppt/slides/slide6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7D978F97-E89C-4600-83E9-CBF40A9DBD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66">
            <a:extLst xmlns:a="http://schemas.openxmlformats.org/drawingml/2006/main">
              <a:ext uri="{FF2B5EF4-FFF2-40B4-BE49-F238E27FC236}">
                <a16:creationId xmlns:a16="http://schemas.microsoft.com/office/drawing/2014/main" id="{8E12EE68-5C18-4CBA-9592-28510637B1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작업에 쓰인 구성의 역할">
            <a:extLst xmlns:a="http://schemas.openxmlformats.org/drawingml/2006/main">
              <a:ext uri="{FF2B5EF4-FFF2-40B4-BE49-F238E27FC236}">
                <a16:creationId xmlns:a16="http://schemas.microsoft.com/office/drawing/2014/main" id="{10EC0929-9FCA-45D6-9F1C-2AC170332A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513E01C9-4037-4C1E-82F3-FCD92589040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ECC9E52E-3762-42BF-A3F2-3B2ED65D0A3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1B9805E-0502-43D3-89E3-9D6947D583B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4CAE5330-7D40-4FF2-AD95-35B33A386EF5}"/>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BA8AD2A2-1CFC-4BBC-AEFD-0BFA43FB6B2A}"/>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62A29252-3E83-45FD-8EF9-401CC439DB6C}"/>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F915F456-1027-4F3C-B2F5-365B28536FCE}"/>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B1027EEA-803D-4E0E-BE5C-0F8EEFD89194}"/>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8933E145-59CF-4A51-9DE2-AD39E9F62112}"/>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CAEFEB89-3F09-491D-B7FE-5C446F6DBC4E}"/>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55E3ED2-9BCD-4ACB-9C94-A46752CCB54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98667BA-F4BE-4A7B-A69E-33E71FAB2E52}"/>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9F2DD2E8-59BE-434F-9006-D538303A9AC4}"/>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FB0657C0-3746-4A6A-AFAF-46329A4B915D}"/>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FDE26D3D-9E4B-4979-8B80-ECE26E0A717C}"/>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AE0A3C8-E76A-419B-B272-CBB8C8633F90}"/>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7BF0732C-F4DD-4481-A21F-9BC76C4F6B0F}"/>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35F1F502-D55F-47E0-BC0E-051F2FBF003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22B9A57C-E154-40C1-BB58-327CCA7423B8}"/>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A7E8F469-EF11-497F-ADED-319BE64ED540}"/>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1A449D18-57AD-42F2-9B68-EA9940F1EC51}"/>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F78AAD40-399F-4D22-B465-23CEC985139E}"/>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452DE5A-AD2F-4EE1-8025-58346CF4BB7F}"/>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7A0F3164-2F97-47AC-A83F-2D044CF1D937}"/>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B9B0B23C-B0DF-4476-A27B-972A12B4E143}"/>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23F5908F-23A6-4FFC-9826-C4B36ED8092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357492735"/>
      </p:ext>
    </p:extLst>
  </p:cSld>
</p:sld>
</file>

<file path=ppt/slides/slide6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5B12623A-9C57-46D9-A257-801D9EDBD1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67">
            <a:extLst xmlns:a="http://schemas.openxmlformats.org/drawingml/2006/main">
              <a:ext uri="{FF2B5EF4-FFF2-40B4-BE49-F238E27FC236}">
                <a16:creationId xmlns:a16="http://schemas.microsoft.com/office/drawing/2014/main" id="{3D91633D-11DF-4F3F-AACC-0648471E9BE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함께 작동하는 작업 환경, Harness">
            <a:extLst xmlns:a="http://schemas.openxmlformats.org/drawingml/2006/main">
              <a:ext uri="{FF2B5EF4-FFF2-40B4-BE49-F238E27FC236}">
                <a16:creationId xmlns:a16="http://schemas.microsoft.com/office/drawing/2014/main" id="{184F0AD7-738B-459C-A804-F630017FC5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115B0561-3C71-424A-974B-3074584340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E38A275C-E700-4F87-BC24-9DFD7264A985}"/>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2489521A-3A13-494A-A861-6A5D452143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CC0974E9-5F06-42C2-8B72-F91A1CF0B2C5}"/>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AFA4C943-4447-4B70-9A4A-8B80530554B4}"/>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B309F1FC-09E6-4757-9784-946BA974C9BA}"/>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EF0D4FFE-E6BC-41B8-9189-EA8B1574AC8E}"/>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6145BC53-9F36-4E86-9735-4557845CC2E6}"/>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763BDC8-4A22-4A95-97CE-09CA8B7C4188}"/>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17A3BB07-1870-44C7-A40A-B5E45657FF3C}"/>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111985B-E0DE-483B-BEB8-0978EA79F95A}"/>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E49AAD94-40CA-4162-82EE-3146502DE6E1}"/>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F1E898F5-CE94-4647-B369-2F0DA55E4AE8}"/>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2E689A79-BC6D-440D-8DBE-6BADA6D9A51B}"/>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65AE2F1E-ECAD-4894-8EB8-4EBB69F95AFF}"/>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5CFE8489-DCAF-4E93-9303-8EAC829FCD6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C4757DE3-F9B9-41DF-8F0A-BE6FE067901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2995850B-B247-4116-9E0C-7DE68640A597}"/>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65989F1A-E362-4B04-B155-6A5A6644AE82}"/>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67028F07-3F79-497D-9E70-87723159B423}"/>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68C29A1E-3AC8-4519-AEAC-D3A961546FC4}"/>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1FDC4ABC-F4FD-4DA1-A11B-885B2391947C}"/>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71E412E2-73D0-4061-91FB-5EB64A27A17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00F627FF-6465-44BA-BD19-EEBD0DE10468}"/>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11A6577A-289E-4700-9CB9-4B6D5B079162}"/>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31D5EF15-BAFD-4790-9734-773A9E901087}"/>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93D081-CCF1-43E5-9459-F897C93C934A}"/>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C07D584E-C2F6-4DB0-8503-0AFA863B692F}"/>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83264303-8A3E-43C9-AF19-E665E57BDE9E}"/>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3E28728A-3CB0-449E-9AD2-9811EDEBA113}"/>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7C516F32-0EEF-49F6-AC4D-D1A80E2DBC73}"/>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58796856-CBB4-424E-AF61-DC3DCC1392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00302410"/>
      </p:ext>
    </p:extLst>
  </p:cSld>
</p:sld>
</file>

<file path=ppt/slides/slide6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Harness의 실행 조건을 함께 기록">
            <a:extLst xmlns:a="http://schemas.openxmlformats.org/drawingml/2006/main">
              <a:ext uri="{FF2B5EF4-FFF2-40B4-BE49-F238E27FC236}">
                <a16:creationId xmlns:a16="http://schemas.microsoft.com/office/drawing/2014/main" id="{15EA552F-C477-4F95-A492-B7ABF68A9F0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Harness의 실행 조건을 함께 기록</a:t>
            </a:r>
          </a:p>
        </p:txBody>
      </p:sp>
      <p:sp>
        <p:nvSpPr>
          <p:cNvPr id="2" name="S68">
            <a:extLst xmlns:a="http://schemas.openxmlformats.org/drawingml/2006/main">
              <a:ext uri="{FF2B5EF4-FFF2-40B4-BE49-F238E27FC236}">
                <a16:creationId xmlns:a16="http://schemas.microsoft.com/office/drawing/2014/main" id="{F926EF25-57FD-4DD8-9B07-C1C42828CF3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같은 저장소여도 실행 조건은 다를 수 있다">
            <a:extLst xmlns:a="http://schemas.openxmlformats.org/drawingml/2006/main">
              <a:ext uri="{FF2B5EF4-FFF2-40B4-BE49-F238E27FC236}">
                <a16:creationId xmlns:a16="http://schemas.microsoft.com/office/drawing/2014/main" id="{DB2C5FF6-8EB4-4905-883B-80A58B49694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저장소여도 실행 조건은 다를 수 있다</a:t>
            </a:r>
          </a:p>
        </p:txBody>
      </p:sp>
      <p:sp>
        <p:nvSpPr>
          <p:cNvPr id="4" name="">
            <a:extLst xmlns:a="http://schemas.openxmlformats.org/drawingml/2006/main">
              <a:ext uri="{FF2B5EF4-FFF2-40B4-BE49-F238E27FC236}">
                <a16:creationId xmlns:a16="http://schemas.microsoft.com/office/drawing/2014/main" id="{DF99DBA9-6D3B-4CC9-B22F-0717C50723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B6CE3AFD-4C63-41C5-9430-2C606C0E39C8}"/>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OBSERVED_META · TRIAL-006 기록 요약 · 위 도식은 실행 조건의 교육용 구성">
            <a:extLst xmlns:a="http://schemas.openxmlformats.org/drawingml/2006/main">
              <a:ext uri="{FF2B5EF4-FFF2-40B4-BE49-F238E27FC236}">
                <a16:creationId xmlns:a16="http://schemas.microsoft.com/office/drawing/2014/main" id="{2ADF4724-4DAC-4099-B079-9B4EFEAB02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OBSERVED_META · TRIAL-006 기록 요약 · 위 도식은 실행 조건의 교육용 구성</a:t>
            </a:r>
          </a:p>
        </p:txBody>
      </p:sp>
      <p:sp>
        <p:nvSpPr>
          <p:cNvPr id="7" name="전체 설정·권한 감사·개별 인과효과는 미입증 · 현재 제품·계정은 별도 확인">
            <a:extLst xmlns:a="http://schemas.openxmlformats.org/drawingml/2006/main">
              <a:ext uri="{FF2B5EF4-FFF2-40B4-BE49-F238E27FC236}">
                <a16:creationId xmlns:a16="http://schemas.microsoft.com/office/drawing/2014/main" id="{897F2E8F-71AA-401B-AFDF-4019D405DE4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설정·권한 감사·개별 인과효과는 미입증 · 현재 제품·계정은 별도 확인</a:t>
            </a:r>
          </a:p>
        </p:txBody>
      </p:sp>
      <p:sp>
        <p:nvSpPr>
          <p:cNvPr id="8" name="">
            <a:extLst xmlns:a="http://schemas.openxmlformats.org/drawingml/2006/main">
              <a:ext uri="{FF2B5EF4-FFF2-40B4-BE49-F238E27FC236}">
                <a16:creationId xmlns:a16="http://schemas.microsoft.com/office/drawing/2014/main" id="{EDB9F7C8-9B18-4C0D-8045-135132B17FED}"/>
              </a:ext>
            </a:extLst>
          </p:cNvPr>
          <p:cNvSpPr>
            <a:spLocks xmlns:a="http://schemas.openxmlformats.org/drawingml/2006/main" noGrp="1"/>
          </p:cNvSpPr>
          <p:nvPr/>
        </p:nvSpPr>
        <p:spPr>
          <a:xfrm xmlns:a="http://schemas.openxmlformats.org/drawingml/2006/main">
            <a:off x="609600" y="2133600"/>
            <a:ext cx="3390900" cy="1638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9" name="같은 Repository">
            <a:extLst xmlns:a="http://schemas.openxmlformats.org/drawingml/2006/main">
              <a:ext uri="{FF2B5EF4-FFF2-40B4-BE49-F238E27FC236}">
                <a16:creationId xmlns:a16="http://schemas.microsoft.com/office/drawing/2014/main" id="{757E6B74-371B-4683-9E94-3ACA984B56E5}"/>
              </a:ext>
            </a:extLst>
          </p:cNvPr>
          <p:cNvSpPr>
            <a:spLocks xmlns:a="http://schemas.openxmlformats.org/drawingml/2006/main" noGrp="1"/>
          </p:cNvSpPr>
          <p:nvPr/>
        </p:nvSpPr>
        <p:spPr>
          <a:xfrm xmlns:a="http://schemas.openxmlformats.org/drawingml/2006/main">
            <a:off x="800100" y="2266950"/>
            <a:ext cx="30099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Repository</a:t>
            </a:r>
          </a:p>
        </p:txBody>
      </p:sp>
      <p:sp>
        <p:nvSpPr>
          <p:cNvPr id="10" name="코드 · AGENTS.md&#10;프로젝트 문서">
            <a:extLst xmlns:a="http://schemas.openxmlformats.org/drawingml/2006/main">
              <a:ext uri="{FF2B5EF4-FFF2-40B4-BE49-F238E27FC236}">
                <a16:creationId xmlns:a16="http://schemas.microsoft.com/office/drawing/2014/main" id="{0048CCDD-7DA1-4159-9376-42A944148954}"/>
              </a:ext>
            </a:extLst>
          </p:cNvPr>
          <p:cNvSpPr>
            <a:spLocks xmlns:a="http://schemas.openxmlformats.org/drawingml/2006/main" noGrp="1"/>
          </p:cNvSpPr>
          <p:nvPr/>
        </p:nvSpPr>
        <p:spPr>
          <a:xfrm xmlns:a="http://schemas.openxmlformats.org/drawingml/2006/main">
            <a:off x="800100" y="2857500"/>
            <a:ext cx="3009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코드 · AGENTS.md</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프로젝트 문서</a:t>
            </a:r>
          </a:p>
        </p:txBody>
      </p:sp>
      <p:cxnSp>
        <p:nvCxnSpPr>
          <p:cNvPr id="11" name="">
            <a:extLst xmlns:a="http://schemas.openxmlformats.org/drawingml/2006/main">
              <a:ext uri="{FF2B5EF4-FFF2-40B4-BE49-F238E27FC236}">
                <a16:creationId xmlns:a16="http://schemas.microsoft.com/office/drawing/2014/main" id="{42BFD3BF-6042-4CDC-81BF-55B5774A9504}"/>
              </a:ext>
            </a:extLst>
          </p:cNvPr>
          <p:cNvCxnSpPr/>
          <p:nvPr/>
        </p:nvCxnSpPr>
        <p:spPr>
          <a:xfrm xmlns:a="http://schemas.openxmlformats.org/drawingml/2006/main">
            <a:off x="4000500" y="2952750"/>
            <a:ext cx="1047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DF88EF3C-6DCA-47D5-B21D-0FF72BA74233}"/>
              </a:ext>
            </a:extLst>
          </p:cNvPr>
          <p:cNvSpPr>
            <a:spLocks xmlns:a="http://schemas.openxmlformats.org/drawingml/2006/main" noGrp="1"/>
          </p:cNvSpPr>
          <p:nvPr/>
        </p:nvSpPr>
        <p:spPr>
          <a:xfrm xmlns:a="http://schemas.openxmlformats.org/drawingml/2006/main">
            <a:off x="5124450" y="2324100"/>
            <a:ext cx="2133600" cy="12573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3" name="Agent">
            <a:extLst xmlns:a="http://schemas.openxmlformats.org/drawingml/2006/main">
              <a:ext uri="{FF2B5EF4-FFF2-40B4-BE49-F238E27FC236}">
                <a16:creationId xmlns:a16="http://schemas.microsoft.com/office/drawing/2014/main" id="{CD408F11-D0EF-4EB6-B634-CDA2D6027103}"/>
              </a:ext>
            </a:extLst>
          </p:cNvPr>
          <p:cNvSpPr>
            <a:spLocks xmlns:a="http://schemas.openxmlformats.org/drawingml/2006/main" noGrp="1"/>
          </p:cNvSpPr>
          <p:nvPr/>
        </p:nvSpPr>
        <p:spPr>
          <a:xfrm xmlns:a="http://schemas.openxmlformats.org/drawingml/2006/main">
            <a:off x="5314950" y="24765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14" name="실행">
            <a:extLst xmlns:a="http://schemas.openxmlformats.org/drawingml/2006/main">
              <a:ext uri="{FF2B5EF4-FFF2-40B4-BE49-F238E27FC236}">
                <a16:creationId xmlns:a16="http://schemas.microsoft.com/office/drawing/2014/main" id="{AB028BD1-D280-49E1-9ED2-E084106E8276}"/>
              </a:ext>
            </a:extLst>
          </p:cNvPr>
          <p:cNvSpPr>
            <a:spLocks xmlns:a="http://schemas.openxmlformats.org/drawingml/2006/main" noGrp="1"/>
          </p:cNvSpPr>
          <p:nvPr/>
        </p:nvSpPr>
        <p:spPr>
          <a:xfrm xmlns:a="http://schemas.openxmlformats.org/drawingml/2006/main">
            <a:off x="5314950" y="3048000"/>
            <a:ext cx="1752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a:t>
            </a:r>
          </a:p>
        </p:txBody>
      </p:sp>
      <p:sp>
        <p:nvSpPr>
          <p:cNvPr id="15" name="적용 확인">
            <a:extLst xmlns:a="http://schemas.openxmlformats.org/drawingml/2006/main">
              <a:ext uri="{FF2B5EF4-FFF2-40B4-BE49-F238E27FC236}">
                <a16:creationId xmlns:a16="http://schemas.microsoft.com/office/drawing/2014/main" id="{A19A2B50-510A-429D-98DD-D98F4F262B68}"/>
              </a:ext>
            </a:extLst>
          </p:cNvPr>
          <p:cNvSpPr>
            <a:spLocks xmlns:a="http://schemas.openxmlformats.org/drawingml/2006/main" noGrp="1"/>
          </p:cNvSpPr>
          <p:nvPr/>
        </p:nvSpPr>
        <p:spPr>
          <a:xfrm xmlns:a="http://schemas.openxmlformats.org/drawingml/2006/main">
            <a:off x="7334250" y="2514600"/>
            <a:ext cx="1047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Malgun Gothic"/>
                <a:ea typeface="Malgun Gothic"/>
                <a:cs typeface="Malgun Gothic"/>
              </a:defRPr>
            </a:defPPr>
            <a:lvl1pPr algn="ctr">
              <a:defRPr sz="1800" b="1">
                <a:solidFill>
                  <a:srgbClr val="0B6172"/>
                </a:solidFill>
                <a:latin typeface="Malgun Gothic"/>
                <a:ea typeface="Malgun Gothic"/>
                <a:cs typeface="Malgun Gothic"/>
              </a:defRPr>
            </a:lvl1pPr>
            <a:lvl2pPr algn="ctr">
              <a:defRPr sz="1800" b="1">
                <a:solidFill>
                  <a:srgbClr val="0B6172"/>
                </a:solidFill>
                <a:latin typeface="Malgun Gothic"/>
                <a:ea typeface="Malgun Gothic"/>
                <a:cs typeface="Malgun Gothic"/>
              </a:defRPr>
            </a:lvl2pPr>
            <a:lvl3pPr algn="ctr">
              <a:defRPr sz="1800" b="1">
                <a:solidFill>
                  <a:srgbClr val="0B6172"/>
                </a:solidFill>
                <a:latin typeface="Malgun Gothic"/>
                <a:ea typeface="Malgun Gothic"/>
                <a:cs typeface="Malgun Gothic"/>
              </a:defRPr>
            </a:lvl3pPr>
            <a:lvl4pPr algn="ctr">
              <a:defRPr sz="1800" b="1">
                <a:solidFill>
                  <a:srgbClr val="0B6172"/>
                </a:solidFill>
                <a:latin typeface="Malgun Gothic"/>
                <a:ea typeface="Malgun Gothic"/>
                <a:cs typeface="Malgun Gothic"/>
              </a:defRPr>
            </a:lvl4pPr>
            <a:lvl5pPr algn="ctr">
              <a:defRPr sz="1800" b="1">
                <a:solidFill>
                  <a:srgbClr val="0B6172"/>
                </a:solidFill>
                <a:latin typeface="Malgun Gothic"/>
                <a:ea typeface="Malgun Gothic"/>
                <a:cs typeface="Malgun Gothic"/>
              </a:defRPr>
            </a:lvl5pPr>
            <a:lvl6pPr algn="ctr">
              <a:defRPr sz="1800" b="1">
                <a:solidFill>
                  <a:srgbClr val="0B6172"/>
                </a:solidFill>
                <a:latin typeface="Malgun Gothic"/>
                <a:ea typeface="Malgun Gothic"/>
                <a:cs typeface="Malgun Gothic"/>
              </a:defRPr>
            </a:lvl6pPr>
            <a:lvl7pPr algn="ctr">
              <a:defRPr sz="1800" b="1">
                <a:solidFill>
                  <a:srgbClr val="0B6172"/>
                </a:solidFill>
                <a:latin typeface="Malgun Gothic"/>
                <a:ea typeface="Malgun Gothic"/>
                <a:cs typeface="Malgun Gothic"/>
              </a:defRPr>
            </a:lvl7pPr>
            <a:lvl8pPr algn="ctr">
              <a:defRPr sz="1800" b="1">
                <a:solidFill>
                  <a:srgbClr val="0B6172"/>
                </a:solidFill>
                <a:latin typeface="Malgun Gothic"/>
                <a:ea typeface="Malgun Gothic"/>
                <a:cs typeface="Malgun Gothic"/>
              </a:defRPr>
            </a:lvl8pPr>
            <a:lvl9pPr algn="ctr">
              <a:defRPr sz="1800" b="1">
                <a:solidFill>
                  <a:srgbClr val="0B6172"/>
                </a:solidFill>
                <a:latin typeface="Malgun Gothic"/>
                <a:ea typeface="Malgun Gothic"/>
                <a:cs typeface="Malgun Gothic"/>
              </a:defRPr>
            </a:lvl9pPr>
          </a:lstStyle>
          <a:p xmlns:a="http://schemas.openxmlformats.org/drawingml/2006/main">
            <a:pPr algn="ctr">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적용 확인</a:t>
            </a:r>
          </a:p>
        </p:txBody>
      </p:sp>
      <p:cxnSp>
        <p:nvCxnSpPr>
          <p:cNvPr id="16" name="">
            <a:extLst xmlns:a="http://schemas.openxmlformats.org/drawingml/2006/main">
              <a:ext uri="{FF2B5EF4-FFF2-40B4-BE49-F238E27FC236}">
                <a16:creationId xmlns:a16="http://schemas.microsoft.com/office/drawing/2014/main" id="{599044E6-14B3-4746-A8F0-ED4D02505B31}"/>
              </a:ext>
            </a:extLst>
          </p:cNvPr>
          <p:cNvCxnSpPr/>
          <p:nvPr/>
        </p:nvCxnSpPr>
        <p:spPr>
          <a:xfrm xmlns:a="http://schemas.openxmlformats.org/drawingml/2006/main">
            <a:off x="7334250" y="2952750"/>
            <a:ext cx="1047750" cy="0"/>
          </a:xfrm>
          <a:prstGeom xmlns:a="http://schemas.openxmlformats.org/drawingml/2006/main" prst="straightConnector1">
            <a:avLst/>
          </a:prstGeom>
          <a:ln xmlns:a="http://schemas.openxmlformats.org/drawingml/2006/main" w="23813">
            <a:solidFill>
              <a:srgbClr val="0B6172"/>
            </a:solidFill>
            <a:prstDash val="dash"/>
            <a:headEnd type="triangle" w="sm" len="sm"/>
          </a:ln>
        </p:spPr>
      </p:cxnSp>
      <p:sp>
        <p:nvSpPr>
          <p:cNvPr id="17" name="">
            <a:extLst xmlns:a="http://schemas.openxmlformats.org/drawingml/2006/main">
              <a:ext uri="{FF2B5EF4-FFF2-40B4-BE49-F238E27FC236}">
                <a16:creationId xmlns:a16="http://schemas.microsoft.com/office/drawing/2014/main" id="{6F32E309-D158-43FE-BD73-B001464BD397}"/>
              </a:ext>
            </a:extLst>
          </p:cNvPr>
          <p:cNvSpPr>
            <a:spLocks xmlns:a="http://schemas.openxmlformats.org/drawingml/2006/main" noGrp="1"/>
          </p:cNvSpPr>
          <p:nvPr/>
        </p:nvSpPr>
        <p:spPr>
          <a:xfrm xmlns:a="http://schemas.openxmlformats.org/drawingml/2006/main">
            <a:off x="8458200" y="2133600"/>
            <a:ext cx="3124200" cy="1638300"/>
          </a:xfrm>
          <a:prstGeom xmlns:a="http://schemas.openxmlformats.org/drawingml/2006/main" prst="rect">
            <a:avLst/>
          </a:prstGeom>
          <a:solidFill xmlns:a="http://schemas.openxmlformats.org/drawingml/2006/main">
            <a:srgbClr val="E0EFF0"/>
          </a:solidFill>
          <a:ln xmlns:a="http://schemas.openxmlformats.org/drawingml/2006/main" w="14288">
            <a:solidFill>
              <a:srgbClr val="C7D0DA"/>
            </a:solidFill>
            <a:prstDash val="solid"/>
          </a:ln>
        </p:spPr>
      </p:sp>
      <p:sp>
        <p:nvSpPr>
          <p:cNvPr id="18" name="저장소 밖 조건">
            <a:extLst xmlns:a="http://schemas.openxmlformats.org/drawingml/2006/main">
              <a:ext uri="{FF2B5EF4-FFF2-40B4-BE49-F238E27FC236}">
                <a16:creationId xmlns:a16="http://schemas.microsoft.com/office/drawing/2014/main" id="{C32CB0AB-68A0-471A-893F-74C9E787309C}"/>
              </a:ext>
            </a:extLst>
          </p:cNvPr>
          <p:cNvSpPr>
            <a:spLocks xmlns:a="http://schemas.openxmlformats.org/drawingml/2006/main" noGrp="1"/>
          </p:cNvSpPr>
          <p:nvPr/>
        </p:nvSpPr>
        <p:spPr>
          <a:xfrm xmlns:a="http://schemas.openxmlformats.org/drawingml/2006/main">
            <a:off x="8648700" y="2266950"/>
            <a:ext cx="2743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저장소 밖 조건</a:t>
            </a:r>
          </a:p>
        </p:txBody>
      </p:sp>
      <p:sp>
        <p:nvSpPr>
          <p:cNvPr id="19" name="전역 지침·Skills&#10;모델/설정 · 권한">
            <a:extLst xmlns:a="http://schemas.openxmlformats.org/drawingml/2006/main">
              <a:ext uri="{FF2B5EF4-FFF2-40B4-BE49-F238E27FC236}">
                <a16:creationId xmlns:a16="http://schemas.microsoft.com/office/drawing/2014/main" id="{3F095A10-50B6-4856-A46C-15C0A702E88D}"/>
              </a:ext>
            </a:extLst>
          </p:cNvPr>
          <p:cNvSpPr>
            <a:spLocks xmlns:a="http://schemas.openxmlformats.org/drawingml/2006/main" noGrp="1"/>
          </p:cNvSpPr>
          <p:nvPr/>
        </p:nvSpPr>
        <p:spPr>
          <a:xfrm xmlns:a="http://schemas.openxmlformats.org/drawingml/2006/main">
            <a:off x="8648700" y="2857500"/>
            <a:ext cx="27432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지침·Skills</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모델/설정 · 권한</a:t>
            </a:r>
          </a:p>
        </p:txBody>
      </p:sp>
      <p:sp>
        <p:nvSpPr>
          <p:cNvPr id="20" name="">
            <a:extLst xmlns:a="http://schemas.openxmlformats.org/drawingml/2006/main">
              <a:ext uri="{FF2B5EF4-FFF2-40B4-BE49-F238E27FC236}">
                <a16:creationId xmlns:a16="http://schemas.microsoft.com/office/drawing/2014/main" id="{2DA73C19-EA56-4EA1-9DE7-79FC66F82EE0}"/>
              </a:ext>
            </a:extLst>
          </p:cNvPr>
          <p:cNvSpPr>
            <a:spLocks xmlns:a="http://schemas.openxmlformats.org/drawingml/2006/main" noGrp="1"/>
          </p:cNvSpPr>
          <p:nvPr/>
        </p:nvSpPr>
        <p:spPr>
          <a:xfrm xmlns:a="http://schemas.openxmlformats.org/drawingml/2006/main">
            <a:off x="609600" y="41338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실제 관찰">
            <a:extLst xmlns:a="http://schemas.openxmlformats.org/drawingml/2006/main">
              <a:ext uri="{FF2B5EF4-FFF2-40B4-BE49-F238E27FC236}">
                <a16:creationId xmlns:a16="http://schemas.microsoft.com/office/drawing/2014/main" id="{2C2533DD-3500-4103-87ED-071DEA6B25CE}"/>
              </a:ext>
            </a:extLst>
          </p:cNvPr>
          <p:cNvSpPr>
            <a:spLocks xmlns:a="http://schemas.openxmlformats.org/drawingml/2006/main" noGrp="1"/>
          </p:cNvSpPr>
          <p:nvPr/>
        </p:nvSpPr>
        <p:spPr>
          <a:xfrm xmlns:a="http://schemas.openxmlformats.org/drawingml/2006/main">
            <a:off x="609600" y="435292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실제 관찰</a:t>
            </a:r>
          </a:p>
        </p:txBody>
      </p:sp>
      <p:sp>
        <p:nvSpPr>
          <p:cNvPr id="22" name="전역 Skills 포함 · 시작 단계의 경고">
            <a:extLst xmlns:a="http://schemas.openxmlformats.org/drawingml/2006/main">
              <a:ext uri="{FF2B5EF4-FFF2-40B4-BE49-F238E27FC236}">
                <a16:creationId xmlns:a16="http://schemas.microsoft.com/office/drawing/2014/main" id="{C06CAAEA-206F-43E8-9676-F354A45268D9}"/>
              </a:ext>
            </a:extLst>
          </p:cNvPr>
          <p:cNvSpPr>
            <a:spLocks xmlns:a="http://schemas.openxmlformats.org/drawingml/2006/main" noGrp="1"/>
          </p:cNvSpPr>
          <p:nvPr/>
        </p:nvSpPr>
        <p:spPr>
          <a:xfrm xmlns:a="http://schemas.openxmlformats.org/drawingml/2006/main">
            <a:off x="2762250" y="435292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Skills 포함 · 시작 단계의 경고</a:t>
            </a:r>
          </a:p>
        </p:txBody>
      </p:sp>
      <p:sp>
        <p:nvSpPr>
          <p:cNvPr id="23" name="해석의 한계">
            <a:extLst xmlns:a="http://schemas.openxmlformats.org/drawingml/2006/main">
              <a:ext uri="{FF2B5EF4-FFF2-40B4-BE49-F238E27FC236}">
                <a16:creationId xmlns:a16="http://schemas.microsoft.com/office/drawing/2014/main" id="{C8CABE7E-339B-429D-A758-BBA14C6E82EB}"/>
              </a:ext>
            </a:extLst>
          </p:cNvPr>
          <p:cNvSpPr>
            <a:spLocks xmlns:a="http://schemas.openxmlformats.org/drawingml/2006/main" noGrp="1"/>
          </p:cNvSpPr>
          <p:nvPr/>
        </p:nvSpPr>
        <p:spPr>
          <a:xfrm xmlns:a="http://schemas.openxmlformats.org/drawingml/2006/main">
            <a:off x="609600" y="5095875"/>
            <a:ext cx="1809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해석의 한계</a:t>
            </a:r>
          </a:p>
        </p:txBody>
      </p:sp>
      <p:sp>
        <p:nvSpPr>
          <p:cNvPr id="24" name="경고만으로 도구 실행·결과 기여는 알 수 없음">
            <a:extLst xmlns:a="http://schemas.openxmlformats.org/drawingml/2006/main">
              <a:ext uri="{FF2B5EF4-FFF2-40B4-BE49-F238E27FC236}">
                <a16:creationId xmlns:a16="http://schemas.microsoft.com/office/drawing/2014/main" id="{0BEED807-4E03-4FE4-B3EF-C492FFEFF7F1}"/>
              </a:ext>
            </a:extLst>
          </p:cNvPr>
          <p:cNvSpPr>
            <a:spLocks xmlns:a="http://schemas.openxmlformats.org/drawingml/2006/main" noGrp="1"/>
          </p:cNvSpPr>
          <p:nvPr/>
        </p:nvSpPr>
        <p:spPr>
          <a:xfrm xmlns:a="http://schemas.openxmlformats.org/drawingml/2006/main">
            <a:off x="2762250" y="5095875"/>
            <a:ext cx="88201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경고만으로 도구 실행·결과 기여는 알 수 없음</a:t>
            </a:r>
          </a:p>
        </p:txBody>
      </p:sp>
      <p:sp>
        <p:nvSpPr>
          <p:cNvPr id="25" name="Legacy module connection">
            <a:extLst xmlns:a="http://schemas.openxmlformats.org/drawingml/2006/main">
              <a:ext uri="{FF2B5EF4-FFF2-40B4-BE49-F238E27FC236}">
                <a16:creationId xmlns:a16="http://schemas.microsoft.com/office/drawing/2014/main" id="{77A36408-DE95-4215-98B5-CED6269B96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982580537"/>
      </p:ext>
    </p:extLst>
  </p:cSld>
</p:sld>
</file>

<file path=ppt/slides/slide6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우리 검사 업무에 적용하기">
            <a:extLst xmlns:a="http://schemas.openxmlformats.org/drawingml/2006/main">
              <a:ext uri="{FF2B5EF4-FFF2-40B4-BE49-F238E27FC236}">
                <a16:creationId xmlns:a16="http://schemas.microsoft.com/office/drawing/2014/main" id="{8EBB8438-6D9D-4008-96D7-65E3D9B5E37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우리 검사 업무에 적용하기</a:t>
            </a:r>
          </a:p>
        </p:txBody>
      </p:sp>
      <p:sp>
        <p:nvSpPr>
          <p:cNvPr id="2" name="S69">
            <a:extLst xmlns:a="http://schemas.openxmlformats.org/drawingml/2006/main">
              <a:ext uri="{FF2B5EF4-FFF2-40B4-BE49-F238E27FC236}">
                <a16:creationId xmlns:a16="http://schemas.microsoft.com/office/drawing/2014/main" id="{7274903A-C5C6-4897-A66C-470AA9328D4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밝기 통계의 판단을 C++ 검사에 적용하기">
            <a:extLst xmlns:a="http://schemas.openxmlformats.org/drawingml/2006/main">
              <a:ext uri="{FF2B5EF4-FFF2-40B4-BE49-F238E27FC236}">
                <a16:creationId xmlns:a16="http://schemas.microsoft.com/office/drawing/2014/main" id="{A6609930-58D4-47C0-AB1D-56E13562472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통계의 판단을 C++ 검사에 적용하기</a:t>
            </a:r>
          </a:p>
        </p:txBody>
      </p:sp>
      <p:sp>
        <p:nvSpPr>
          <p:cNvPr id="4" name="">
            <a:extLst xmlns:a="http://schemas.openxmlformats.org/drawingml/2006/main">
              <a:ext uri="{FF2B5EF4-FFF2-40B4-BE49-F238E27FC236}">
                <a16:creationId xmlns:a16="http://schemas.microsoft.com/office/drawing/2014/main" id="{904469AB-1B83-44FF-8052-DA7E4BC0E36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C++ 검사 적용 예 · 밝기 통계의 판단을 대응 · 기존 AI 생성 삽화">
            <a:extLst xmlns:a="http://schemas.openxmlformats.org/drawingml/2006/main">
              <a:ext uri="{FF2B5EF4-FFF2-40B4-BE49-F238E27FC236}">
                <a16:creationId xmlns:a16="http://schemas.microsoft.com/office/drawing/2014/main" id="{2F695261-76E3-47D3-A895-03A9690EDE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C++ 검사 적용 예 · 밝기 통계의 판단을 대응 · 기존 AI 생성 삽화</a:t>
            </a:r>
          </a:p>
        </p:txBody>
      </p:sp>
      <p:sp>
        <p:nvSpPr>
          <p:cNvPr id="6" name="실제 C++ 구현·회사 장비·측정 성과 아님 · 도구·빌드·장비 조건은 팀에서 확인">
            <a:extLst xmlns:a="http://schemas.openxmlformats.org/drawingml/2006/main">
              <a:ext uri="{FF2B5EF4-FFF2-40B4-BE49-F238E27FC236}">
                <a16:creationId xmlns:a16="http://schemas.microsoft.com/office/drawing/2014/main" id="{8ADF1B13-C4FE-49BF-B47C-3FD72BC26B1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구현·회사 장비·측정 성과 아님 · 도구·빌드·장비 조건은 팀에서 확인</a:t>
            </a:r>
          </a:p>
        </p:txBody>
      </p:sp>
      <p:pic>
        <p:nvPicPr>
          <p:cNvPr id="7" name="">
            <a:extLst xmlns:a="http://schemas.openxmlformats.org/drawingml/2006/main">
              <a:ext uri="{FF2B5EF4-FFF2-40B4-BE49-F238E27FC236}">
                <a16:creationId xmlns:a16="http://schemas.microsoft.com/office/drawing/2014/main" id="{4870A971-4C6E-4736-AB63-0046CBF68865}"/>
              </a:ext>
            </a:extLst>
          </p:cNvPr>
          <p:cNvPicPr>
            <a:picLocks xmlns:a="http://schemas.openxmlformats.org/drawingml/2006/main" noChangeAspect="1"/>
          </p:cNvPicPr>
          <p:nvPr/>
        </p:nvPicPr>
        <p:blipFill>
          <a:blip xmlns:r="http://schemas.openxmlformats.org/officeDocument/2006/relationships" xmlns:a="http://schemas.openxmlformats.org/drawingml/2006/main" r:embed="R85b333522a7940e6"/>
          <a:srcRect xmlns:a="http://schemas.openxmlformats.org/drawingml/2006/main" l="0" t="8000" r="0" b="12000"/>
          <a:stretch xmlns:a="http://schemas.openxmlformats.org/drawingml/2006/main"/>
        </p:blipFill>
        <p:spPr>
          <a:xfrm xmlns:a="http://schemas.openxmlformats.org/drawingml/2006/main">
            <a:off x="2934891" y="1571625"/>
            <a:ext cx="6322219" cy="1457325"/>
          </a:xfrm>
          <a:prstGeom xmlns:a="http://schemas.openxmlformats.org/drawingml/2006/main" prst="rect">
            <a:avLst/>
          </a:prstGeom>
        </p:spPr>
      </p:pic>
      <p:sp>
        <p:nvSpPr>
          <p:cNvPr id="8" name="밝기 통계 Demo에서 확인">
            <a:extLst xmlns:a="http://schemas.openxmlformats.org/drawingml/2006/main">
              <a:ext uri="{FF2B5EF4-FFF2-40B4-BE49-F238E27FC236}">
                <a16:creationId xmlns:a16="http://schemas.microsoft.com/office/drawing/2014/main" id="{F1E0C9E8-2C49-4D2C-9C25-C35922D7FAC4}"/>
              </a:ext>
            </a:extLst>
          </p:cNvPr>
          <p:cNvSpPr>
            <a:spLocks xmlns:a="http://schemas.openxmlformats.org/drawingml/2006/main" noGrp="1"/>
          </p:cNvSpPr>
          <p:nvPr/>
        </p:nvSpPr>
        <p:spPr>
          <a:xfrm xmlns:a="http://schemas.openxmlformats.org/drawingml/2006/main">
            <a:off x="2628900" y="3181350"/>
            <a:ext cx="3371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밝기 통계 Demo에서 확인</a:t>
            </a:r>
          </a:p>
        </p:txBody>
      </p:sp>
      <p:sp>
        <p:nvSpPr>
          <p:cNvPr id="9" name="C++ 검사 업무에 적용">
            <a:extLst xmlns:a="http://schemas.openxmlformats.org/drawingml/2006/main">
              <a:ext uri="{FF2B5EF4-FFF2-40B4-BE49-F238E27FC236}">
                <a16:creationId xmlns:a16="http://schemas.microsoft.com/office/drawing/2014/main" id="{845A14C6-3069-41F5-BDE5-D3CE65967D38}"/>
              </a:ext>
            </a:extLst>
          </p:cNvPr>
          <p:cNvSpPr>
            <a:spLocks xmlns:a="http://schemas.openxmlformats.org/drawingml/2006/main" noGrp="1"/>
          </p:cNvSpPr>
          <p:nvPr/>
        </p:nvSpPr>
        <p:spPr>
          <a:xfrm xmlns:a="http://schemas.openxmlformats.org/drawingml/2006/main">
            <a:off x="7391400" y="3181350"/>
            <a:ext cx="4191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 검사 업무에 적용</a:t>
            </a:r>
          </a:p>
        </p:txBody>
      </p:sp>
      <p:sp>
        <p:nvSpPr>
          <p:cNvPr id="10" name="">
            <a:extLst xmlns:a="http://schemas.openxmlformats.org/drawingml/2006/main">
              <a:ext uri="{FF2B5EF4-FFF2-40B4-BE49-F238E27FC236}">
                <a16:creationId xmlns:a16="http://schemas.microsoft.com/office/drawing/2014/main" id="{836C6084-CB40-4111-B95A-16ABBD7CE596}"/>
              </a:ext>
            </a:extLst>
          </p:cNvPr>
          <p:cNvSpPr>
            <a:spLocks xmlns:a="http://schemas.openxmlformats.org/drawingml/2006/main" noGrp="1"/>
          </p:cNvSpPr>
          <p:nvPr/>
        </p:nvSpPr>
        <p:spPr>
          <a:xfrm xmlns:a="http://schemas.openxmlformats.org/drawingml/2006/main">
            <a:off x="609600" y="36004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지킬 명세">
            <a:extLst xmlns:a="http://schemas.openxmlformats.org/drawingml/2006/main">
              <a:ext uri="{FF2B5EF4-FFF2-40B4-BE49-F238E27FC236}">
                <a16:creationId xmlns:a16="http://schemas.microsoft.com/office/drawing/2014/main" id="{C2A27FDC-2203-4D02-B7F9-2CF1E2928483}"/>
              </a:ext>
            </a:extLst>
          </p:cNvPr>
          <p:cNvSpPr>
            <a:spLocks xmlns:a="http://schemas.openxmlformats.org/drawingml/2006/main" noGrp="1"/>
          </p:cNvSpPr>
          <p:nvPr/>
        </p:nvSpPr>
        <p:spPr>
          <a:xfrm xmlns:a="http://schemas.openxmlformats.org/drawingml/2006/main">
            <a:off x="609600" y="3676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지킬 명세</a:t>
            </a:r>
          </a:p>
        </p:txBody>
      </p:sp>
      <p:sp>
        <p:nvSpPr>
          <p:cNvPr id="12" name="출력 6항목 유지">
            <a:extLst xmlns:a="http://schemas.openxmlformats.org/drawingml/2006/main">
              <a:ext uri="{FF2B5EF4-FFF2-40B4-BE49-F238E27FC236}">
                <a16:creationId xmlns:a16="http://schemas.microsoft.com/office/drawing/2014/main" id="{85230B58-AEC5-40CC-BAD5-1BCF3F92D230}"/>
              </a:ext>
            </a:extLst>
          </p:cNvPr>
          <p:cNvSpPr>
            <a:spLocks xmlns:a="http://schemas.openxmlformats.org/drawingml/2006/main" noGrp="1"/>
          </p:cNvSpPr>
          <p:nvPr/>
        </p:nvSpPr>
        <p:spPr>
          <a:xfrm xmlns:a="http://schemas.openxmlformats.org/drawingml/2006/main">
            <a:off x="2628900" y="3676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출력 6항목 유지</a:t>
            </a:r>
          </a:p>
        </p:txBody>
      </p:sp>
      <p:cxnSp>
        <p:nvCxnSpPr>
          <p:cNvPr id="13" name="">
            <a:extLst xmlns:a="http://schemas.openxmlformats.org/drawingml/2006/main">
              <a:ext uri="{FF2B5EF4-FFF2-40B4-BE49-F238E27FC236}">
                <a16:creationId xmlns:a16="http://schemas.microsoft.com/office/drawing/2014/main" id="{F5DC8AD6-A905-4CBC-B509-9B600BADA7E1}"/>
              </a:ext>
            </a:extLst>
          </p:cNvPr>
          <p:cNvCxnSpPr/>
          <p:nvPr/>
        </p:nvCxnSpPr>
        <p:spPr>
          <a:xfrm xmlns:a="http://schemas.openxmlformats.org/drawingml/2006/main">
            <a:off x="6343650" y="3886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ROI · 픽셀값 명세">
            <a:extLst xmlns:a="http://schemas.openxmlformats.org/drawingml/2006/main">
              <a:ext uri="{FF2B5EF4-FFF2-40B4-BE49-F238E27FC236}">
                <a16:creationId xmlns:a16="http://schemas.microsoft.com/office/drawing/2014/main" id="{7DEF6278-3288-4D7A-8689-7777D827D428}"/>
              </a:ext>
            </a:extLst>
          </p:cNvPr>
          <p:cNvSpPr>
            <a:spLocks xmlns:a="http://schemas.openxmlformats.org/drawingml/2006/main" noGrp="1"/>
          </p:cNvSpPr>
          <p:nvPr/>
        </p:nvSpPr>
        <p:spPr>
          <a:xfrm xmlns:a="http://schemas.openxmlformats.org/drawingml/2006/main">
            <a:off x="7391400" y="3676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ROI · 픽셀값 명세</a:t>
            </a:r>
          </a:p>
        </p:txBody>
      </p:sp>
      <p:sp>
        <p:nvSpPr>
          <p:cNvPr id="15" name="수행 방법">
            <a:extLst xmlns:a="http://schemas.openxmlformats.org/drawingml/2006/main">
              <a:ext uri="{FF2B5EF4-FFF2-40B4-BE49-F238E27FC236}">
                <a16:creationId xmlns:a16="http://schemas.microsoft.com/office/drawing/2014/main" id="{97806FE2-5D1E-41BA-8C1B-BF5DAACA4D76}"/>
              </a:ext>
            </a:extLst>
          </p:cNvPr>
          <p:cNvSpPr>
            <a:spLocks xmlns:a="http://schemas.openxmlformats.org/drawingml/2006/main" noGrp="1"/>
          </p:cNvSpPr>
          <p:nvPr/>
        </p:nvSpPr>
        <p:spPr>
          <a:xfrm xmlns:a="http://schemas.openxmlformats.org/drawingml/2006/main">
            <a:off x="609600" y="42481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수행 방법</a:t>
            </a:r>
          </a:p>
        </p:txBody>
      </p:sp>
      <p:sp>
        <p:nvSpPr>
          <p:cNvPr id="16" name="기준선·조사·변경·비교">
            <a:extLst xmlns:a="http://schemas.openxmlformats.org/drawingml/2006/main">
              <a:ext uri="{FF2B5EF4-FFF2-40B4-BE49-F238E27FC236}">
                <a16:creationId xmlns:a16="http://schemas.microsoft.com/office/drawing/2014/main" id="{6A390664-1EE0-44FA-91E9-54F4C19C3244}"/>
              </a:ext>
            </a:extLst>
          </p:cNvPr>
          <p:cNvSpPr>
            <a:spLocks xmlns:a="http://schemas.openxmlformats.org/drawingml/2006/main" noGrp="1"/>
          </p:cNvSpPr>
          <p:nvPr/>
        </p:nvSpPr>
        <p:spPr>
          <a:xfrm xmlns:a="http://schemas.openxmlformats.org/drawingml/2006/main">
            <a:off x="2628900" y="42481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기준선·조사·변경·비교</a:t>
            </a:r>
          </a:p>
        </p:txBody>
      </p:sp>
      <p:cxnSp>
        <p:nvCxnSpPr>
          <p:cNvPr id="17" name="">
            <a:extLst xmlns:a="http://schemas.openxmlformats.org/drawingml/2006/main">
              <a:ext uri="{FF2B5EF4-FFF2-40B4-BE49-F238E27FC236}">
                <a16:creationId xmlns:a16="http://schemas.microsoft.com/office/drawing/2014/main" id="{855D62CD-D876-4561-B27B-17A1F23A18FE}"/>
              </a:ext>
            </a:extLst>
          </p:cNvPr>
          <p:cNvCxnSpPr/>
          <p:nvPr/>
        </p:nvCxnSpPr>
        <p:spPr>
          <a:xfrm xmlns:a="http://schemas.openxmlformats.org/drawingml/2006/main">
            <a:off x="6343650" y="44577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검사 모듈에 같은 절차">
            <a:extLst xmlns:a="http://schemas.openxmlformats.org/drawingml/2006/main">
              <a:ext uri="{FF2B5EF4-FFF2-40B4-BE49-F238E27FC236}">
                <a16:creationId xmlns:a16="http://schemas.microsoft.com/office/drawing/2014/main" id="{A530C14B-E563-4B13-BD82-5A1AB2154F8C}"/>
              </a:ext>
            </a:extLst>
          </p:cNvPr>
          <p:cNvSpPr>
            <a:spLocks xmlns:a="http://schemas.openxmlformats.org/drawingml/2006/main" noGrp="1"/>
          </p:cNvSpPr>
          <p:nvPr/>
        </p:nvSpPr>
        <p:spPr>
          <a:xfrm xmlns:a="http://schemas.openxmlformats.org/drawingml/2006/main">
            <a:off x="7391400" y="42481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검사 모듈에 같은 절차</a:t>
            </a:r>
          </a:p>
        </p:txBody>
      </p:sp>
      <p:sp>
        <p:nvSpPr>
          <p:cNvPr id="19" name="검증 근거">
            <a:extLst xmlns:a="http://schemas.openxmlformats.org/drawingml/2006/main">
              <a:ext uri="{FF2B5EF4-FFF2-40B4-BE49-F238E27FC236}">
                <a16:creationId xmlns:a16="http://schemas.microsoft.com/office/drawing/2014/main" id="{08901DA1-4043-4FD1-A5C2-1BBA7B465B10}"/>
              </a:ext>
            </a:extLst>
          </p:cNvPr>
          <p:cNvSpPr>
            <a:spLocks xmlns:a="http://schemas.openxmlformats.org/drawingml/2006/main" noGrp="1"/>
          </p:cNvSpPr>
          <p:nvPr/>
        </p:nvSpPr>
        <p:spPr>
          <a:xfrm xmlns:a="http://schemas.openxmlformats.org/drawingml/2006/main">
            <a:off x="609600" y="4819650"/>
            <a:ext cx="180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 근거</a:t>
            </a:r>
          </a:p>
        </p:txBody>
      </p:sp>
      <p:sp>
        <p:nvSpPr>
          <p:cNvPr id="20" name="테스트 · 시간·할당량">
            <a:extLst xmlns:a="http://schemas.openxmlformats.org/drawingml/2006/main">
              <a:ext uri="{FF2B5EF4-FFF2-40B4-BE49-F238E27FC236}">
                <a16:creationId xmlns:a16="http://schemas.microsoft.com/office/drawing/2014/main" id="{6A6A03AB-6B39-465E-8458-6CA6388E6A3D}"/>
              </a:ext>
            </a:extLst>
          </p:cNvPr>
          <p:cNvSpPr>
            <a:spLocks xmlns:a="http://schemas.openxmlformats.org/drawingml/2006/main" noGrp="1"/>
          </p:cNvSpPr>
          <p:nvPr/>
        </p:nvSpPr>
        <p:spPr>
          <a:xfrm xmlns:a="http://schemas.openxmlformats.org/drawingml/2006/main">
            <a:off x="2628900" y="4819650"/>
            <a:ext cx="33718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 시간·할당량</a:t>
            </a:r>
          </a:p>
        </p:txBody>
      </p:sp>
      <p:cxnSp>
        <p:nvCxnSpPr>
          <p:cNvPr id="21" name="">
            <a:extLst xmlns:a="http://schemas.openxmlformats.org/drawingml/2006/main">
              <a:ext uri="{FF2B5EF4-FFF2-40B4-BE49-F238E27FC236}">
                <a16:creationId xmlns:a16="http://schemas.microsoft.com/office/drawing/2014/main" id="{6ED17AC1-DE5E-4519-B014-57BA88827C0E}"/>
              </a:ext>
            </a:extLst>
          </p:cNvPr>
          <p:cNvCxnSpPr/>
          <p:nvPr/>
        </p:nvCxnSpPr>
        <p:spPr>
          <a:xfrm xmlns:a="http://schemas.openxmlformats.org/drawingml/2006/main">
            <a:off x="6343650" y="5029200"/>
            <a:ext cx="609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동작·회귀·성능 검증">
            <a:extLst xmlns:a="http://schemas.openxmlformats.org/drawingml/2006/main">
              <a:ext uri="{FF2B5EF4-FFF2-40B4-BE49-F238E27FC236}">
                <a16:creationId xmlns:a16="http://schemas.microsoft.com/office/drawing/2014/main" id="{EBE65E96-5EE4-4B54-BA2C-EF2E1921AD63}"/>
              </a:ext>
            </a:extLst>
          </p:cNvPr>
          <p:cNvSpPr>
            <a:spLocks xmlns:a="http://schemas.openxmlformats.org/drawingml/2006/main" noGrp="1"/>
          </p:cNvSpPr>
          <p:nvPr/>
        </p:nvSpPr>
        <p:spPr>
          <a:xfrm xmlns:a="http://schemas.openxmlformats.org/drawingml/2006/main">
            <a:off x="7391400" y="4819650"/>
            <a:ext cx="4191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동작·회귀·성능 검증</a:t>
            </a:r>
          </a:p>
        </p:txBody>
      </p:sp>
      <p:sp>
        <p:nvSpPr>
          <p:cNvPr id="23" name="입력·빌드·장비 조건도 함께 확인">
            <a:extLst xmlns:a="http://schemas.openxmlformats.org/drawingml/2006/main">
              <a:ext uri="{FF2B5EF4-FFF2-40B4-BE49-F238E27FC236}">
                <a16:creationId xmlns:a16="http://schemas.microsoft.com/office/drawing/2014/main" id="{ADFD5B7D-96D1-402A-9DB9-C1829F5C1FA4}"/>
              </a:ext>
            </a:extLst>
          </p:cNvPr>
          <p:cNvSpPr>
            <a:spLocks xmlns:a="http://schemas.openxmlformats.org/drawingml/2006/main" noGrp="1"/>
          </p:cNvSpPr>
          <p:nvPr/>
        </p:nvSpPr>
        <p:spPr>
          <a:xfrm xmlns:a="http://schemas.openxmlformats.org/drawingml/2006/main">
            <a:off x="609600" y="540067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입력·빌드·장비 조건도 함께 확인</a:t>
            </a:r>
          </a:p>
        </p:txBody>
      </p:sp>
      <p:sp>
        <p:nvSpPr>
          <p:cNvPr id="24" name="Legacy module connection">
            <a:extLst xmlns:a="http://schemas.openxmlformats.org/drawingml/2006/main">
              <a:ext uri="{FF2B5EF4-FFF2-40B4-BE49-F238E27FC236}">
                <a16:creationId xmlns:a16="http://schemas.microsoft.com/office/drawing/2014/main" id="{338331AD-A546-45D6-BCE2-E357DE001D5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370544951"/>
      </p:ext>
    </p:extLst>
  </p:cSld>
</p:sld>
</file>

<file path=ppt/slides/slide7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3 · 반복을 고르고 유지할 책임을 정하기">
            <a:extLst xmlns:a="http://schemas.openxmlformats.org/drawingml/2006/main">
              <a:ext uri="{FF2B5EF4-FFF2-40B4-BE49-F238E27FC236}">
                <a16:creationId xmlns:a16="http://schemas.microsoft.com/office/drawing/2014/main" id="{1F83A4C1-7588-42FC-B690-2F68EC5F63E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고르고 유지할 책임을 정하기</a:t>
            </a:r>
          </a:p>
        </p:txBody>
      </p:sp>
      <p:sp>
        <p:nvSpPr>
          <p:cNvPr id="2" name="S70">
            <a:extLst xmlns:a="http://schemas.openxmlformats.org/drawingml/2006/main">
              <a:ext uri="{FF2B5EF4-FFF2-40B4-BE49-F238E27FC236}">
                <a16:creationId xmlns:a16="http://schemas.microsoft.com/office/drawing/2014/main" id="{7AA5240B-7F7E-4B7D-A1AD-DD3EB614B9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우리 업무에서 먼저 정리할 한 가지">
            <a:extLst xmlns:a="http://schemas.openxmlformats.org/drawingml/2006/main">
              <a:ext uri="{FF2B5EF4-FFF2-40B4-BE49-F238E27FC236}">
                <a16:creationId xmlns:a16="http://schemas.microsoft.com/office/drawing/2014/main" id="{3AC8F1F7-62F8-4DC8-BF88-C7EBAA762B9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우리 업무에서 먼저 정리할 한 가지</a:t>
            </a:r>
          </a:p>
        </p:txBody>
      </p:sp>
      <p:sp>
        <p:nvSpPr>
          <p:cNvPr id="4" name="">
            <a:extLst xmlns:a="http://schemas.openxmlformats.org/drawingml/2006/main">
              <a:ext uri="{FF2B5EF4-FFF2-40B4-BE49-F238E27FC236}">
                <a16:creationId xmlns:a16="http://schemas.microsoft.com/office/drawing/2014/main" id="{68919565-AF76-4DE7-8932-94D6257ECCC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공유는 선택 · 실제 Demo의 성공은 기준점으로 유지">
            <a:extLst xmlns:a="http://schemas.openxmlformats.org/drawingml/2006/main">
              <a:ext uri="{FF2B5EF4-FFF2-40B4-BE49-F238E27FC236}">
                <a16:creationId xmlns:a16="http://schemas.microsoft.com/office/drawing/2014/main" id="{CB2FACAF-651A-406E-BDD2-1448C041ED1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공유는 선택 · 실제 Demo의 성공은 기준점으로 유지</a:t>
            </a:r>
          </a:p>
        </p:txBody>
      </p:sp>
      <p:sp>
        <p:nvSpPr>
          <p:cNvPr id="6" name="교육용 적용 질문 · 기능 추가를 전제하지 않음 · 다음 ACT의 변화는 별도 가상 사례">
            <a:extLst xmlns:a="http://schemas.openxmlformats.org/drawingml/2006/main">
              <a:ext uri="{FF2B5EF4-FFF2-40B4-BE49-F238E27FC236}">
                <a16:creationId xmlns:a16="http://schemas.microsoft.com/office/drawing/2014/main" id="{3C769AD1-2666-4035-9404-3BA4F3AD14F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교육용 적용 질문 · 기능 추가를 전제하지 않음 · 다음 ACT의 변화는 별도 가상 사례</a:t>
            </a:r>
          </a:p>
        </p:txBody>
      </p:sp>
      <p:sp>
        <p:nvSpPr>
          <p:cNvPr id="7" name="">
            <a:extLst xmlns:a="http://schemas.openxmlformats.org/drawingml/2006/main">
              <a:ext uri="{FF2B5EF4-FFF2-40B4-BE49-F238E27FC236}">
                <a16:creationId xmlns:a16="http://schemas.microsoft.com/office/drawing/2014/main" id="{2FEFBD19-A00B-4E43-B558-FA7BE2414410}"/>
              </a:ext>
            </a:extLst>
          </p:cNvPr>
          <p:cNvSpPr>
            <a:spLocks xmlns:a="http://schemas.openxmlformats.org/drawingml/2006/main" noGrp="1"/>
          </p:cNvSpPr>
          <p:nvPr/>
        </p:nvSpPr>
        <p:spPr>
          <a:xfrm xmlns:a="http://schemas.openxmlformats.org/drawingml/2006/main">
            <a:off x="60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반복 정보">
            <a:extLst xmlns:a="http://schemas.openxmlformats.org/drawingml/2006/main">
              <a:ext uri="{FF2B5EF4-FFF2-40B4-BE49-F238E27FC236}">
                <a16:creationId xmlns:a16="http://schemas.microsoft.com/office/drawing/2014/main" id="{916EF758-A886-454C-B91C-F2AE19039A2F}"/>
              </a:ext>
            </a:extLst>
          </p:cNvPr>
          <p:cNvSpPr>
            <a:spLocks xmlns:a="http://schemas.openxmlformats.org/drawingml/2006/main" noGrp="1"/>
          </p:cNvSpPr>
          <p:nvPr/>
        </p:nvSpPr>
        <p:spPr>
          <a:xfrm xmlns:a="http://schemas.openxmlformats.org/drawingml/2006/main">
            <a:off x="80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정보</a:t>
            </a:r>
          </a:p>
        </p:txBody>
      </p:sp>
      <p:sp>
        <p:nvSpPr>
          <p:cNvPr id="9" name="명세 · 프로젝트 안내">
            <a:extLst xmlns:a="http://schemas.openxmlformats.org/drawingml/2006/main">
              <a:ext uri="{FF2B5EF4-FFF2-40B4-BE49-F238E27FC236}">
                <a16:creationId xmlns:a16="http://schemas.microsoft.com/office/drawing/2014/main" id="{0FDF7136-BE6C-475A-8778-DB50841B222D}"/>
              </a:ext>
            </a:extLst>
          </p:cNvPr>
          <p:cNvSpPr>
            <a:spLocks xmlns:a="http://schemas.openxmlformats.org/drawingml/2006/main" noGrp="1"/>
          </p:cNvSpPr>
          <p:nvPr/>
        </p:nvSpPr>
        <p:spPr>
          <a:xfrm xmlns:a="http://schemas.openxmlformats.org/drawingml/2006/main">
            <a:off x="80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명세 · 프로젝트 안내</a:t>
            </a:r>
          </a:p>
        </p:txBody>
      </p:sp>
      <p:sp>
        <p:nvSpPr>
          <p:cNvPr id="10" name="">
            <a:extLst xmlns:a="http://schemas.openxmlformats.org/drawingml/2006/main">
              <a:ext uri="{FF2B5EF4-FFF2-40B4-BE49-F238E27FC236}">
                <a16:creationId xmlns:a16="http://schemas.microsoft.com/office/drawing/2014/main" id="{A142D386-08DA-42DF-8B78-D745DC051D15}"/>
              </a:ext>
            </a:extLst>
          </p:cNvPr>
          <p:cNvSpPr>
            <a:spLocks xmlns:a="http://schemas.openxmlformats.org/drawingml/2006/main" noGrp="1"/>
          </p:cNvSpPr>
          <p:nvPr/>
        </p:nvSpPr>
        <p:spPr>
          <a:xfrm xmlns:a="http://schemas.openxmlformats.org/drawingml/2006/main">
            <a:off x="2286000" y="3009900"/>
            <a:ext cx="0" cy="361950"/>
          </a:xfrm>
          <a:prstGeom xmlns:a="http://schemas.openxmlformats.org/drawingml/2006/main" prst="line">
            <a:avLst/>
          </a:prstGeom>
          <a:ln xmlns:a="http://schemas.openxmlformats.org/drawingml/2006/main" w="23813">
            <a:solidFill>
              <a:srgbClr val="0B6172"/>
            </a:solidFill>
          </a:ln>
        </p:spPr>
      </p:sp>
      <p:sp>
        <p:nvSpPr>
          <p:cNvPr id="11" name="">
            <a:extLst xmlns:a="http://schemas.openxmlformats.org/drawingml/2006/main">
              <a:ext uri="{FF2B5EF4-FFF2-40B4-BE49-F238E27FC236}">
                <a16:creationId xmlns:a16="http://schemas.microsoft.com/office/drawing/2014/main" id="{1B821E8C-B3C4-4A4D-B625-7D45B7D17D71}"/>
              </a:ext>
            </a:extLst>
          </p:cNvPr>
          <p:cNvSpPr>
            <a:spLocks xmlns:a="http://schemas.openxmlformats.org/drawingml/2006/main" noGrp="1"/>
          </p:cNvSpPr>
          <p:nvPr/>
        </p:nvSpPr>
        <p:spPr>
          <a:xfrm xmlns:a="http://schemas.openxmlformats.org/drawingml/2006/main">
            <a:off x="441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반복 절차">
            <a:extLst xmlns:a="http://schemas.openxmlformats.org/drawingml/2006/main">
              <a:ext uri="{FF2B5EF4-FFF2-40B4-BE49-F238E27FC236}">
                <a16:creationId xmlns:a16="http://schemas.microsoft.com/office/drawing/2014/main" id="{7DE41061-9E36-4F21-AF8C-2D838FDE5F55}"/>
              </a:ext>
            </a:extLst>
          </p:cNvPr>
          <p:cNvSpPr>
            <a:spLocks xmlns:a="http://schemas.openxmlformats.org/drawingml/2006/main" noGrp="1"/>
          </p:cNvSpPr>
          <p:nvPr/>
        </p:nvSpPr>
        <p:spPr>
          <a:xfrm xmlns:a="http://schemas.openxmlformats.org/drawingml/2006/main">
            <a:off x="461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반복 절차</a:t>
            </a:r>
          </a:p>
        </p:txBody>
      </p:sp>
      <p:sp>
        <p:nvSpPr>
          <p:cNvPr id="13" name="조사 · 변경 · 검증">
            <a:extLst xmlns:a="http://schemas.openxmlformats.org/drawingml/2006/main">
              <a:ext uri="{FF2B5EF4-FFF2-40B4-BE49-F238E27FC236}">
                <a16:creationId xmlns:a16="http://schemas.microsoft.com/office/drawing/2014/main" id="{605BF22E-019E-40A3-890B-4E881B595A48}"/>
              </a:ext>
            </a:extLst>
          </p:cNvPr>
          <p:cNvSpPr>
            <a:spLocks xmlns:a="http://schemas.openxmlformats.org/drawingml/2006/main" noGrp="1"/>
          </p:cNvSpPr>
          <p:nvPr/>
        </p:nvSpPr>
        <p:spPr>
          <a:xfrm xmlns:a="http://schemas.openxmlformats.org/drawingml/2006/main">
            <a:off x="461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조사 · 변경 · 검증</a:t>
            </a:r>
          </a:p>
        </p:txBody>
      </p:sp>
      <p:sp>
        <p:nvSpPr>
          <p:cNvPr id="14" name="">
            <a:extLst xmlns:a="http://schemas.openxmlformats.org/drawingml/2006/main">
              <a:ext uri="{FF2B5EF4-FFF2-40B4-BE49-F238E27FC236}">
                <a16:creationId xmlns:a16="http://schemas.microsoft.com/office/drawing/2014/main" id="{DFF16D2C-17BA-4915-B39F-BDECB77DE8AE}"/>
              </a:ext>
            </a:extLst>
          </p:cNvPr>
          <p:cNvSpPr>
            <a:spLocks xmlns:a="http://schemas.openxmlformats.org/drawingml/2006/main" noGrp="1"/>
          </p:cNvSpPr>
          <p:nvPr/>
        </p:nvSpPr>
        <p:spPr>
          <a:xfrm xmlns:a="http://schemas.openxmlformats.org/drawingml/2006/main">
            <a:off x="6096000" y="3009900"/>
            <a:ext cx="0" cy="361950"/>
          </a:xfrm>
          <a:prstGeom xmlns:a="http://schemas.openxmlformats.org/drawingml/2006/main" prst="line">
            <a:avLst/>
          </a:prstGeom>
          <a:ln xmlns:a="http://schemas.openxmlformats.org/drawingml/2006/main" w="23813">
            <a:solidFill>
              <a:srgbClr val="0B6172"/>
            </a:solidFill>
          </a:ln>
        </p:spPr>
      </p:sp>
      <p:sp>
        <p:nvSpPr>
          <p:cNvPr id="15" name="">
            <a:extLst xmlns:a="http://schemas.openxmlformats.org/drawingml/2006/main">
              <a:ext uri="{FF2B5EF4-FFF2-40B4-BE49-F238E27FC236}">
                <a16:creationId xmlns:a16="http://schemas.microsoft.com/office/drawing/2014/main" id="{582D9F66-6B33-45CB-A81B-38080368CC73}"/>
              </a:ext>
            </a:extLst>
          </p:cNvPr>
          <p:cNvSpPr>
            <a:spLocks xmlns:a="http://schemas.openxmlformats.org/drawingml/2006/main" noGrp="1"/>
          </p:cNvSpPr>
          <p:nvPr/>
        </p:nvSpPr>
        <p:spPr>
          <a:xfrm xmlns:a="http://schemas.openxmlformats.org/drawingml/2006/main">
            <a:off x="8229600" y="2019300"/>
            <a:ext cx="3352800" cy="990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검증 근거">
            <a:extLst xmlns:a="http://schemas.openxmlformats.org/drawingml/2006/main">
              <a:ext uri="{FF2B5EF4-FFF2-40B4-BE49-F238E27FC236}">
                <a16:creationId xmlns:a16="http://schemas.microsoft.com/office/drawing/2014/main" id="{7BC3C390-9C64-4CD8-B63B-927A073333F3}"/>
              </a:ext>
            </a:extLst>
          </p:cNvPr>
          <p:cNvSpPr>
            <a:spLocks xmlns:a="http://schemas.openxmlformats.org/drawingml/2006/main" noGrp="1"/>
          </p:cNvSpPr>
          <p:nvPr/>
        </p:nvSpPr>
        <p:spPr>
          <a:xfrm xmlns:a="http://schemas.openxmlformats.org/drawingml/2006/main">
            <a:off x="8420100" y="21145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검증 근거</a:t>
            </a:r>
          </a:p>
        </p:txBody>
      </p:sp>
      <p:sp>
        <p:nvSpPr>
          <p:cNvPr id="17" name="테스트 · 측정 조건">
            <a:extLst xmlns:a="http://schemas.openxmlformats.org/drawingml/2006/main">
              <a:ext uri="{FF2B5EF4-FFF2-40B4-BE49-F238E27FC236}">
                <a16:creationId xmlns:a16="http://schemas.microsoft.com/office/drawing/2014/main" id="{4B23674E-0068-4C16-BAF6-30283C3B65CD}"/>
              </a:ext>
            </a:extLst>
          </p:cNvPr>
          <p:cNvSpPr>
            <a:spLocks xmlns:a="http://schemas.openxmlformats.org/drawingml/2006/main" noGrp="1"/>
          </p:cNvSpPr>
          <p:nvPr/>
        </p:nvSpPr>
        <p:spPr>
          <a:xfrm xmlns:a="http://schemas.openxmlformats.org/drawingml/2006/main">
            <a:off x="8420100" y="2533650"/>
            <a:ext cx="2971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테스트 · 측정 조건</a:t>
            </a:r>
          </a:p>
        </p:txBody>
      </p:sp>
      <p:sp>
        <p:nvSpPr>
          <p:cNvPr id="18" name="">
            <a:extLst xmlns:a="http://schemas.openxmlformats.org/drawingml/2006/main">
              <a:ext uri="{FF2B5EF4-FFF2-40B4-BE49-F238E27FC236}">
                <a16:creationId xmlns:a16="http://schemas.microsoft.com/office/drawing/2014/main" id="{B7BB2DD3-88D7-43FB-8EF9-AD2811E8F87D}"/>
              </a:ext>
            </a:extLst>
          </p:cNvPr>
          <p:cNvSpPr>
            <a:spLocks xmlns:a="http://schemas.openxmlformats.org/drawingml/2006/main" noGrp="1"/>
          </p:cNvSpPr>
          <p:nvPr/>
        </p:nvSpPr>
        <p:spPr>
          <a:xfrm xmlns:a="http://schemas.openxmlformats.org/drawingml/2006/main">
            <a:off x="9906000" y="3009900"/>
            <a:ext cx="0" cy="361950"/>
          </a:xfrm>
          <a:prstGeom xmlns:a="http://schemas.openxmlformats.org/drawingml/2006/main" prst="line">
            <a:avLst/>
          </a:prstGeom>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CBBC54C7-F82A-41C5-877C-DA137D57C3A8}"/>
              </a:ext>
            </a:extLst>
          </p:cNvPr>
          <p:cNvSpPr>
            <a:spLocks xmlns:a="http://schemas.openxmlformats.org/drawingml/2006/main" noGrp="1"/>
          </p:cNvSpPr>
          <p:nvPr/>
        </p:nvSpPr>
        <p:spPr>
          <a:xfrm xmlns:a="http://schemas.openxmlformats.org/drawingml/2006/main">
            <a:off x="2286000" y="3371850"/>
            <a:ext cx="76200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0" name="">
            <a:extLst xmlns:a="http://schemas.openxmlformats.org/drawingml/2006/main">
              <a:ext uri="{FF2B5EF4-FFF2-40B4-BE49-F238E27FC236}">
                <a16:creationId xmlns:a16="http://schemas.microsoft.com/office/drawing/2014/main" id="{7194EAAC-0CC5-400D-A729-82C9148DFDA9}"/>
              </a:ext>
            </a:extLst>
          </p:cNvPr>
          <p:cNvCxnSpPr/>
          <p:nvPr/>
        </p:nvCxnSpPr>
        <p:spPr>
          <a:xfrm xmlns:a="http://schemas.openxmlformats.org/drawingml/2006/main">
            <a:off x="6096000" y="3371850"/>
            <a:ext cx="0" cy="1905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13E82CEA-0B9F-4BAF-A049-73EAC8E02113}"/>
              </a:ext>
            </a:extLst>
          </p:cNvPr>
          <p:cNvSpPr>
            <a:spLocks xmlns:a="http://schemas.openxmlformats.org/drawingml/2006/main" noGrp="1"/>
          </p:cNvSpPr>
          <p:nvPr/>
        </p:nvSpPr>
        <p:spPr>
          <a:xfrm xmlns:a="http://schemas.openxmlformats.org/drawingml/2006/main">
            <a:off x="4953000" y="3619500"/>
            <a:ext cx="2286000" cy="5524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하나만 선택">
            <a:extLst xmlns:a="http://schemas.openxmlformats.org/drawingml/2006/main">
              <a:ext uri="{FF2B5EF4-FFF2-40B4-BE49-F238E27FC236}">
                <a16:creationId xmlns:a16="http://schemas.microsoft.com/office/drawing/2014/main" id="{95E98CC9-8014-45B8-AE86-84CBCB3516C5}"/>
              </a:ext>
            </a:extLst>
          </p:cNvPr>
          <p:cNvSpPr>
            <a:spLocks xmlns:a="http://schemas.openxmlformats.org/drawingml/2006/main" noGrp="1"/>
          </p:cNvSpPr>
          <p:nvPr/>
        </p:nvSpPr>
        <p:spPr>
          <a:xfrm xmlns:a="http://schemas.openxmlformats.org/drawingml/2006/main">
            <a:off x="5105400" y="3705225"/>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0B6172"/>
                </a:solidFill>
                <a:latin typeface="Malgun Gothic"/>
                <a:ea typeface="Malgun Gothic"/>
                <a:cs typeface="Malgun Gothic"/>
              </a:defRPr>
            </a:defPPr>
            <a:lvl1pPr algn="ctr">
              <a:defRPr sz="2250" b="1">
                <a:solidFill>
                  <a:srgbClr val="0B6172"/>
                </a:solidFill>
                <a:latin typeface="Malgun Gothic"/>
                <a:ea typeface="Malgun Gothic"/>
                <a:cs typeface="Malgun Gothic"/>
              </a:defRPr>
            </a:lvl1pPr>
            <a:lvl2pPr algn="ctr">
              <a:defRPr sz="2250" b="1">
                <a:solidFill>
                  <a:srgbClr val="0B6172"/>
                </a:solidFill>
                <a:latin typeface="Malgun Gothic"/>
                <a:ea typeface="Malgun Gothic"/>
                <a:cs typeface="Malgun Gothic"/>
              </a:defRPr>
            </a:lvl2pPr>
            <a:lvl3pPr algn="ctr">
              <a:defRPr sz="2250" b="1">
                <a:solidFill>
                  <a:srgbClr val="0B6172"/>
                </a:solidFill>
                <a:latin typeface="Malgun Gothic"/>
                <a:ea typeface="Malgun Gothic"/>
                <a:cs typeface="Malgun Gothic"/>
              </a:defRPr>
            </a:lvl3pPr>
            <a:lvl4pPr algn="ctr">
              <a:defRPr sz="2250" b="1">
                <a:solidFill>
                  <a:srgbClr val="0B6172"/>
                </a:solidFill>
                <a:latin typeface="Malgun Gothic"/>
                <a:ea typeface="Malgun Gothic"/>
                <a:cs typeface="Malgun Gothic"/>
              </a:defRPr>
            </a:lvl4pPr>
            <a:lvl5pPr algn="ctr">
              <a:defRPr sz="2250" b="1">
                <a:solidFill>
                  <a:srgbClr val="0B6172"/>
                </a:solidFill>
                <a:latin typeface="Malgun Gothic"/>
                <a:ea typeface="Malgun Gothic"/>
                <a:cs typeface="Malgun Gothic"/>
              </a:defRPr>
            </a:lvl5pPr>
            <a:lvl6pPr algn="ctr">
              <a:defRPr sz="2250" b="1">
                <a:solidFill>
                  <a:srgbClr val="0B6172"/>
                </a:solidFill>
                <a:latin typeface="Malgun Gothic"/>
                <a:ea typeface="Malgun Gothic"/>
                <a:cs typeface="Malgun Gothic"/>
              </a:defRPr>
            </a:lvl6pPr>
            <a:lvl7pPr algn="ctr">
              <a:defRPr sz="2250" b="1">
                <a:solidFill>
                  <a:srgbClr val="0B6172"/>
                </a:solidFill>
                <a:latin typeface="Malgun Gothic"/>
                <a:ea typeface="Malgun Gothic"/>
                <a:cs typeface="Malgun Gothic"/>
              </a:defRPr>
            </a:lvl7pPr>
            <a:lvl8pPr algn="ctr">
              <a:defRPr sz="2250" b="1">
                <a:solidFill>
                  <a:srgbClr val="0B6172"/>
                </a:solidFill>
                <a:latin typeface="Malgun Gothic"/>
                <a:ea typeface="Malgun Gothic"/>
                <a:cs typeface="Malgun Gothic"/>
              </a:defRPr>
            </a:lvl8pPr>
            <a:lvl9pPr algn="ctr">
              <a:defRPr sz="2250" b="1">
                <a:solidFill>
                  <a:srgbClr val="0B6172"/>
                </a:solidFill>
                <a:latin typeface="Malgun Gothic"/>
                <a:ea typeface="Malgun Gothic"/>
                <a:cs typeface="Malgun Gothic"/>
              </a:defRPr>
            </a:lvl9pPr>
          </a:lstStyle>
          <a:p xmlns:a="http://schemas.openxmlformats.org/drawingml/2006/main">
            <a:pPr algn="ctr">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하나만 선택</a:t>
            </a:r>
          </a:p>
        </p:txBody>
      </p:sp>
      <p:sp>
        <p:nvSpPr>
          <p:cNvPr id="23" name="">
            <a:extLst xmlns:a="http://schemas.openxmlformats.org/drawingml/2006/main">
              <a:ext uri="{FF2B5EF4-FFF2-40B4-BE49-F238E27FC236}">
                <a16:creationId xmlns:a16="http://schemas.microsoft.com/office/drawing/2014/main" id="{A8741DC4-710A-4027-9514-DBDBE951C7D0}"/>
              </a:ext>
            </a:extLst>
          </p:cNvPr>
          <p:cNvSpPr>
            <a:spLocks xmlns:a="http://schemas.openxmlformats.org/drawingml/2006/main" noGrp="1"/>
          </p:cNvSpPr>
          <p:nvPr/>
        </p:nvSpPr>
        <p:spPr>
          <a:xfrm xmlns:a="http://schemas.openxmlformats.org/drawingml/2006/main">
            <a:off x="6096000" y="4171950"/>
            <a:ext cx="0" cy="171450"/>
          </a:xfrm>
          <a:prstGeom xmlns:a="http://schemas.openxmlformats.org/drawingml/2006/main" prst="line">
            <a:avLst/>
          </a:prstGeom>
          <a:ln xmlns:a="http://schemas.openxmlformats.org/drawingml/2006/main" w="23813">
            <a:solidFill>
              <a:srgbClr val="0B6172"/>
            </a:solidFill>
          </a:ln>
        </p:spPr>
      </p:sp>
      <p:sp>
        <p:nvSpPr>
          <p:cNvPr id="24" name="">
            <a:extLst xmlns:a="http://schemas.openxmlformats.org/drawingml/2006/main">
              <a:ext uri="{FF2B5EF4-FFF2-40B4-BE49-F238E27FC236}">
                <a16:creationId xmlns:a16="http://schemas.microsoft.com/office/drawing/2014/main" id="{72A88B6C-C432-41C4-B4BE-8109B32F0B10}"/>
              </a:ext>
            </a:extLst>
          </p:cNvPr>
          <p:cNvSpPr>
            <a:spLocks xmlns:a="http://schemas.openxmlformats.org/drawingml/2006/main" noGrp="1"/>
          </p:cNvSpPr>
          <p:nvPr/>
        </p:nvSpPr>
        <p:spPr>
          <a:xfrm xmlns:a="http://schemas.openxmlformats.org/drawingml/2006/main">
            <a:off x="3200400" y="4343400"/>
            <a:ext cx="5791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5" name="">
            <a:extLst xmlns:a="http://schemas.openxmlformats.org/drawingml/2006/main">
              <a:ext uri="{FF2B5EF4-FFF2-40B4-BE49-F238E27FC236}">
                <a16:creationId xmlns:a16="http://schemas.microsoft.com/office/drawing/2014/main" id="{3F775488-7580-410D-9DF1-E6B483673CDE}"/>
              </a:ext>
            </a:extLst>
          </p:cNvPr>
          <p:cNvCxnSpPr/>
          <p:nvPr/>
        </p:nvCxnSpPr>
        <p:spPr>
          <a:xfrm xmlns:a="http://schemas.openxmlformats.org/drawingml/2006/main">
            <a:off x="32004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26" name="">
            <a:extLst xmlns:a="http://schemas.openxmlformats.org/drawingml/2006/main">
              <a:ext uri="{FF2B5EF4-FFF2-40B4-BE49-F238E27FC236}">
                <a16:creationId xmlns:a16="http://schemas.microsoft.com/office/drawing/2014/main" id="{19C3835D-BD01-4D8C-A8C1-1D672BA25460}"/>
              </a:ext>
            </a:extLst>
          </p:cNvPr>
          <p:cNvCxnSpPr/>
          <p:nvPr/>
        </p:nvCxnSpPr>
        <p:spPr>
          <a:xfrm xmlns:a="http://schemas.openxmlformats.org/drawingml/2006/main">
            <a:off x="8991600" y="4343400"/>
            <a:ext cx="0" cy="17145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7" name="">
            <a:extLst xmlns:a="http://schemas.openxmlformats.org/drawingml/2006/main">
              <a:ext uri="{FF2B5EF4-FFF2-40B4-BE49-F238E27FC236}">
                <a16:creationId xmlns:a16="http://schemas.microsoft.com/office/drawing/2014/main" id="{C5502987-A0DC-4ED8-8AE5-0C89B365787A}"/>
              </a:ext>
            </a:extLst>
          </p:cNvPr>
          <p:cNvSpPr>
            <a:spLocks xmlns:a="http://schemas.openxmlformats.org/drawingml/2006/main" noGrp="1"/>
          </p:cNvSpPr>
          <p:nvPr/>
        </p:nvSpPr>
        <p:spPr>
          <a:xfrm xmlns:a="http://schemas.openxmlformats.org/drawingml/2006/main">
            <a:off x="6096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어디에 둘까?">
            <a:extLst xmlns:a="http://schemas.openxmlformats.org/drawingml/2006/main">
              <a:ext uri="{FF2B5EF4-FFF2-40B4-BE49-F238E27FC236}">
                <a16:creationId xmlns:a16="http://schemas.microsoft.com/office/drawing/2014/main" id="{BF0E1A28-B6B3-4508-A95B-21173027DD96}"/>
              </a:ext>
            </a:extLst>
          </p:cNvPr>
          <p:cNvSpPr>
            <a:spLocks xmlns:a="http://schemas.openxmlformats.org/drawingml/2006/main" noGrp="1"/>
          </p:cNvSpPr>
          <p:nvPr/>
        </p:nvSpPr>
        <p:spPr>
          <a:xfrm xmlns:a="http://schemas.openxmlformats.org/drawingml/2006/main">
            <a:off x="8001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어디에 둘까?</a:t>
            </a:r>
          </a:p>
        </p:txBody>
      </p:sp>
      <p:sp>
        <p:nvSpPr>
          <p:cNvPr id="29" name="">
            <a:extLst xmlns:a="http://schemas.openxmlformats.org/drawingml/2006/main">
              <a:ext uri="{FF2B5EF4-FFF2-40B4-BE49-F238E27FC236}">
                <a16:creationId xmlns:a16="http://schemas.microsoft.com/office/drawing/2014/main" id="{10E6EF80-5A9F-483E-9495-5C4692A17ECC}"/>
              </a:ext>
            </a:extLst>
          </p:cNvPr>
          <p:cNvSpPr>
            <a:spLocks xmlns:a="http://schemas.openxmlformats.org/drawingml/2006/main" noGrp="1"/>
          </p:cNvSpPr>
          <p:nvPr/>
        </p:nvSpPr>
        <p:spPr>
          <a:xfrm xmlns:a="http://schemas.openxmlformats.org/drawingml/2006/main">
            <a:off x="6400800" y="4572000"/>
            <a:ext cx="5181600" cy="685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누가 검토·갱신할까?">
            <a:extLst xmlns:a="http://schemas.openxmlformats.org/drawingml/2006/main">
              <a:ext uri="{FF2B5EF4-FFF2-40B4-BE49-F238E27FC236}">
                <a16:creationId xmlns:a16="http://schemas.microsoft.com/office/drawing/2014/main" id="{01167906-1E6C-4A96-B026-08C356E64BA1}"/>
              </a:ext>
            </a:extLst>
          </p:cNvPr>
          <p:cNvSpPr>
            <a:spLocks xmlns:a="http://schemas.openxmlformats.org/drawingml/2006/main" noGrp="1"/>
          </p:cNvSpPr>
          <p:nvPr/>
        </p:nvSpPr>
        <p:spPr>
          <a:xfrm xmlns:a="http://schemas.openxmlformats.org/drawingml/2006/main">
            <a:off x="6591300" y="4667250"/>
            <a:ext cx="4800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누가 검토·갱신할까?</a:t>
            </a:r>
          </a:p>
        </p:txBody>
      </p:sp>
      <p:sp>
        <p:nvSpPr>
          <p:cNvPr id="31" name="위치와 담당을 생각했다면, 다시 확인할 때는?">
            <a:extLst xmlns:a="http://schemas.openxmlformats.org/drawingml/2006/main">
              <a:ext uri="{FF2B5EF4-FFF2-40B4-BE49-F238E27FC236}">
                <a16:creationId xmlns:a16="http://schemas.microsoft.com/office/drawing/2014/main" id="{2E531941-A785-43F0-A241-CD84DE047AD0}"/>
              </a:ext>
            </a:extLst>
          </p:cNvPr>
          <p:cNvSpPr>
            <a:spLocks xmlns:a="http://schemas.openxmlformats.org/drawingml/2006/main" noGrp="1"/>
          </p:cNvSpPr>
          <p:nvPr/>
        </p:nvSpPr>
        <p:spPr>
          <a:xfrm xmlns:a="http://schemas.openxmlformats.org/drawingml/2006/main">
            <a:off x="609600" y="54292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위치와 담당을 생각했다면, 다시 확인할 때는?</a:t>
            </a:r>
          </a:p>
        </p:txBody>
      </p:sp>
      <p:sp>
        <p:nvSpPr>
          <p:cNvPr id="32" name="Legacy module connection">
            <a:extLst xmlns:a="http://schemas.openxmlformats.org/drawingml/2006/main">
              <a:ext uri="{FF2B5EF4-FFF2-40B4-BE49-F238E27FC236}">
                <a16:creationId xmlns:a16="http://schemas.microsoft.com/office/drawing/2014/main" id="{7F419780-4853-4284-B35A-E780FD5D8ED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12718047"/>
      </p:ext>
    </p:extLst>
  </p:cSld>
</p:sld>
</file>

<file path=ppt/slides/slide7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성공한 작업 환경의 유지와 개선">
            <a:extLst xmlns:a="http://schemas.openxmlformats.org/drawingml/2006/main">
              <a:ext uri="{FF2B5EF4-FFF2-40B4-BE49-F238E27FC236}">
                <a16:creationId xmlns:a16="http://schemas.microsoft.com/office/drawing/2014/main" id="{74D2F3AA-B3F8-4FB4-AAAF-3A30A5DE388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성공한 작업 환경의 유지와 개선</a:t>
            </a:r>
          </a:p>
        </p:txBody>
      </p:sp>
      <p:sp>
        <p:nvSpPr>
          <p:cNvPr id="2" name="S71">
            <a:extLst xmlns:a="http://schemas.openxmlformats.org/drawingml/2006/main">
              <a:ext uri="{FF2B5EF4-FFF2-40B4-BE49-F238E27FC236}">
                <a16:creationId xmlns:a16="http://schemas.microsoft.com/office/drawing/2014/main" id="{E65B6E59-F0DC-4040-B436-3C34D7C8D14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확인한 성공을 유지하려면">
            <a:extLst xmlns:a="http://schemas.openxmlformats.org/drawingml/2006/main">
              <a:ext uri="{FF2B5EF4-FFF2-40B4-BE49-F238E27FC236}">
                <a16:creationId xmlns:a16="http://schemas.microsoft.com/office/drawing/2014/main" id="{8420F05B-1911-4CF2-9058-4D6397EC613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성공을 유지하려면</a:t>
            </a:r>
          </a:p>
        </p:txBody>
      </p:sp>
      <p:sp>
        <p:nvSpPr>
          <p:cNvPr id="4" name="">
            <a:extLst xmlns:a="http://schemas.openxmlformats.org/drawingml/2006/main">
              <a:ext uri="{FF2B5EF4-FFF2-40B4-BE49-F238E27FC236}">
                <a16:creationId xmlns:a16="http://schemas.microsoft.com/office/drawing/2014/main" id="{BCD54FF6-68EA-4903-8CC7-654F141EBA0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밝기 통계의 실제 성공을 기준점으로 보존">
            <a:extLst xmlns:a="http://schemas.openxmlformats.org/drawingml/2006/main">
              <a:ext uri="{FF2B5EF4-FFF2-40B4-BE49-F238E27FC236}">
                <a16:creationId xmlns:a16="http://schemas.microsoft.com/office/drawing/2014/main" id="{C3001347-73D3-4596-AD1F-E1968F28C9B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밝기 통계의 실제 성공을 기준점으로 보존</a:t>
            </a:r>
          </a:p>
        </p:txBody>
      </p:sp>
      <p:sp>
        <p:nvSpPr>
          <p:cNvPr id="6" name="기록된 입력·코드·환경의 결과 · 다음 가상 사례는 별개이며 실제 실패 이력이 아님">
            <a:extLst xmlns:a="http://schemas.openxmlformats.org/drawingml/2006/main">
              <a:ext uri="{FF2B5EF4-FFF2-40B4-BE49-F238E27FC236}">
                <a16:creationId xmlns:a16="http://schemas.microsoft.com/office/drawing/2014/main" id="{4BC2518B-992A-4567-984F-FF9AF9F4D86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입력·코드·환경의 결과 · 다음 가상 사례는 별개이며 실제 실패 이력이 아님</a:t>
            </a:r>
          </a:p>
        </p:txBody>
      </p:sp>
      <p:sp>
        <p:nvSpPr>
          <p:cNvPr id="7" name="밝기 통계 작업은 검증된 결과로 마쳤다">
            <a:extLst xmlns:a="http://schemas.openxmlformats.org/drawingml/2006/main">
              <a:ext uri="{FF2B5EF4-FFF2-40B4-BE49-F238E27FC236}">
                <a16:creationId xmlns:a16="http://schemas.microsoft.com/office/drawing/2014/main" id="{AC89D8ED-76F6-404F-9214-5617045FE33C}"/>
              </a:ext>
            </a:extLst>
          </p:cNvPr>
          <p:cNvSpPr>
            <a:spLocks xmlns:a="http://schemas.openxmlformats.org/drawingml/2006/main" noGrp="1"/>
          </p:cNvSpPr>
          <p:nvPr/>
        </p:nvSpPr>
        <p:spPr>
          <a:xfrm xmlns:a="http://schemas.openxmlformats.org/drawingml/2006/main">
            <a:off x="609600" y="195262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밝기 통계 작업은 검증된 결과로 마쳤다</a:t>
            </a:r>
          </a:p>
        </p:txBody>
      </p:sp>
      <p:sp>
        <p:nvSpPr>
          <p:cNvPr id="8" name="">
            <a:extLst xmlns:a="http://schemas.openxmlformats.org/drawingml/2006/main">
              <a:ext uri="{FF2B5EF4-FFF2-40B4-BE49-F238E27FC236}">
                <a16:creationId xmlns:a16="http://schemas.microsoft.com/office/drawing/2014/main" id="{2A3BC5F3-48DC-4C24-86D2-4790BED766A6}"/>
              </a:ext>
            </a:extLst>
          </p:cNvPr>
          <p:cNvSpPr>
            <a:spLocks xmlns:a="http://schemas.openxmlformats.org/drawingml/2006/main" noGrp="1"/>
          </p:cNvSpPr>
          <p:nvPr/>
        </p:nvSpPr>
        <p:spPr>
          <a:xfrm xmlns:a="http://schemas.openxmlformats.org/drawingml/2006/main">
            <a:off x="60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동작 명세">
            <a:extLst xmlns:a="http://schemas.openxmlformats.org/drawingml/2006/main">
              <a:ext uri="{FF2B5EF4-FFF2-40B4-BE49-F238E27FC236}">
                <a16:creationId xmlns:a16="http://schemas.microsoft.com/office/drawing/2014/main" id="{784A4DFE-9217-472A-8917-E597D96D8AD1}"/>
              </a:ext>
            </a:extLst>
          </p:cNvPr>
          <p:cNvSpPr>
            <a:spLocks xmlns:a="http://schemas.openxmlformats.org/drawingml/2006/main" noGrp="1"/>
          </p:cNvSpPr>
          <p:nvPr/>
        </p:nvSpPr>
        <p:spPr>
          <a:xfrm xmlns:a="http://schemas.openxmlformats.org/drawingml/2006/main">
            <a:off x="60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동작 명세</a:t>
            </a:r>
          </a:p>
        </p:txBody>
      </p:sp>
      <p:sp>
        <p:nvSpPr>
          <p:cNvPr id="10" name="출력 6항목 동일">
            <a:extLst xmlns:a="http://schemas.openxmlformats.org/drawingml/2006/main">
              <a:ext uri="{FF2B5EF4-FFF2-40B4-BE49-F238E27FC236}">
                <a16:creationId xmlns:a16="http://schemas.microsoft.com/office/drawing/2014/main" id="{B16760CE-73C0-495A-9A2E-CDF4754AC49C}"/>
              </a:ext>
            </a:extLst>
          </p:cNvPr>
          <p:cNvSpPr>
            <a:spLocks xmlns:a="http://schemas.openxmlformats.org/drawingml/2006/main" noGrp="1"/>
          </p:cNvSpPr>
          <p:nvPr/>
        </p:nvSpPr>
        <p:spPr>
          <a:xfrm xmlns:a="http://schemas.openxmlformats.org/drawingml/2006/main">
            <a:off x="60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 6항목 동일</a:t>
            </a:r>
          </a:p>
        </p:txBody>
      </p:sp>
      <p:sp>
        <p:nvSpPr>
          <p:cNvPr id="11" name="">
            <a:extLst xmlns:a="http://schemas.openxmlformats.org/drawingml/2006/main">
              <a:ext uri="{FF2B5EF4-FFF2-40B4-BE49-F238E27FC236}">
                <a16:creationId xmlns:a16="http://schemas.microsoft.com/office/drawing/2014/main" id="{9A893256-AB49-47DC-849B-C04E7058FCCE}"/>
              </a:ext>
            </a:extLst>
          </p:cNvPr>
          <p:cNvSpPr>
            <a:spLocks xmlns:a="http://schemas.openxmlformats.org/drawingml/2006/main" noGrp="1"/>
          </p:cNvSpPr>
          <p:nvPr/>
        </p:nvSpPr>
        <p:spPr>
          <a:xfrm xmlns:a="http://schemas.openxmlformats.org/drawingml/2006/main">
            <a:off x="441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테스트">
            <a:extLst xmlns:a="http://schemas.openxmlformats.org/drawingml/2006/main">
              <a:ext uri="{FF2B5EF4-FFF2-40B4-BE49-F238E27FC236}">
                <a16:creationId xmlns:a16="http://schemas.microsoft.com/office/drawing/2014/main" id="{D18C9817-804F-4137-BF7A-85E946845364}"/>
              </a:ext>
            </a:extLst>
          </p:cNvPr>
          <p:cNvSpPr>
            <a:spLocks xmlns:a="http://schemas.openxmlformats.org/drawingml/2006/main" noGrp="1"/>
          </p:cNvSpPr>
          <p:nvPr/>
        </p:nvSpPr>
        <p:spPr>
          <a:xfrm xmlns:a="http://schemas.openxmlformats.org/drawingml/2006/main">
            <a:off x="441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a:t>
            </a:r>
          </a:p>
        </p:txBody>
      </p:sp>
      <p:sp>
        <p:nvSpPr>
          <p:cNvPr id="13" name="전체 11/11 통과">
            <a:extLst xmlns:a="http://schemas.openxmlformats.org/drawingml/2006/main">
              <a:ext uri="{FF2B5EF4-FFF2-40B4-BE49-F238E27FC236}">
                <a16:creationId xmlns:a16="http://schemas.microsoft.com/office/drawing/2014/main" id="{67F45C01-4591-48AA-92CA-6CF549F79867}"/>
              </a:ext>
            </a:extLst>
          </p:cNvPr>
          <p:cNvSpPr>
            <a:spLocks xmlns:a="http://schemas.openxmlformats.org/drawingml/2006/main" noGrp="1"/>
          </p:cNvSpPr>
          <p:nvPr/>
        </p:nvSpPr>
        <p:spPr>
          <a:xfrm xmlns:a="http://schemas.openxmlformats.org/drawingml/2006/main">
            <a:off x="441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전체 11/11 통과</a:t>
            </a:r>
          </a:p>
        </p:txBody>
      </p:sp>
      <p:sp>
        <p:nvSpPr>
          <p:cNvPr id="14" name="">
            <a:extLst xmlns:a="http://schemas.openxmlformats.org/drawingml/2006/main">
              <a:ext uri="{FF2B5EF4-FFF2-40B4-BE49-F238E27FC236}">
                <a16:creationId xmlns:a16="http://schemas.microsoft.com/office/drawing/2014/main" id="{F5DCED9F-588A-4B6E-BADE-9C88765CD112}"/>
              </a:ext>
            </a:extLst>
          </p:cNvPr>
          <p:cNvSpPr>
            <a:spLocks xmlns:a="http://schemas.openxmlformats.org/drawingml/2006/main" noGrp="1"/>
          </p:cNvSpPr>
          <p:nvPr/>
        </p:nvSpPr>
        <p:spPr>
          <a:xfrm xmlns:a="http://schemas.openxmlformats.org/drawingml/2006/main">
            <a:off x="8229600" y="26670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성능 측정">
            <a:extLst xmlns:a="http://schemas.openxmlformats.org/drawingml/2006/main">
              <a:ext uri="{FF2B5EF4-FFF2-40B4-BE49-F238E27FC236}">
                <a16:creationId xmlns:a16="http://schemas.microsoft.com/office/drawing/2014/main" id="{A57274B1-3082-4EDA-96A5-96E9FFD5E20C}"/>
              </a:ext>
            </a:extLst>
          </p:cNvPr>
          <p:cNvSpPr>
            <a:spLocks xmlns:a="http://schemas.openxmlformats.org/drawingml/2006/main" noGrp="1"/>
          </p:cNvSpPr>
          <p:nvPr/>
        </p:nvSpPr>
        <p:spPr>
          <a:xfrm xmlns:a="http://schemas.openxmlformats.org/drawingml/2006/main">
            <a:off x="8229600" y="28289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성능 측정</a:t>
            </a:r>
          </a:p>
        </p:txBody>
      </p:sp>
      <p:sp>
        <p:nvSpPr>
          <p:cNvPr id="16" name="같은 조건 · 결과 guard">
            <a:extLst xmlns:a="http://schemas.openxmlformats.org/drawingml/2006/main">
              <a:ext uri="{FF2B5EF4-FFF2-40B4-BE49-F238E27FC236}">
                <a16:creationId xmlns:a16="http://schemas.microsoft.com/office/drawing/2014/main" id="{75F05A36-59A1-4FAE-BE0F-A28DF35E9E94}"/>
              </a:ext>
            </a:extLst>
          </p:cNvPr>
          <p:cNvSpPr>
            <a:spLocks xmlns:a="http://schemas.openxmlformats.org/drawingml/2006/main" noGrp="1"/>
          </p:cNvSpPr>
          <p:nvPr/>
        </p:nvSpPr>
        <p:spPr>
          <a:xfrm xmlns:a="http://schemas.openxmlformats.org/drawingml/2006/main">
            <a:off x="8229600" y="33337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 · 결과 guard</a:t>
            </a:r>
          </a:p>
        </p:txBody>
      </p:sp>
      <p:sp>
        <p:nvSpPr>
          <p:cNvPr id="17" name="">
            <a:extLst xmlns:a="http://schemas.openxmlformats.org/drawingml/2006/main">
              <a:ext uri="{FF2B5EF4-FFF2-40B4-BE49-F238E27FC236}">
                <a16:creationId xmlns:a16="http://schemas.microsoft.com/office/drawing/2014/main" id="{E46CF29E-5DAA-43E6-BF29-1FC39AB8B309}"/>
              </a:ext>
            </a:extLst>
          </p:cNvPr>
          <p:cNvSpPr>
            <a:spLocks xmlns:a="http://schemas.openxmlformats.org/drawingml/2006/main" noGrp="1"/>
          </p:cNvSpPr>
          <p:nvPr/>
        </p:nvSpPr>
        <p:spPr>
          <a:xfrm xmlns:a="http://schemas.openxmlformats.org/drawingml/2006/main">
            <a:off x="609600" y="41148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이제 살펴볼 문제: 기준과 절차를 계속 맞게 유지하기">
            <a:extLst xmlns:a="http://schemas.openxmlformats.org/drawingml/2006/main">
              <a:ext uri="{FF2B5EF4-FFF2-40B4-BE49-F238E27FC236}">
                <a16:creationId xmlns:a16="http://schemas.microsoft.com/office/drawing/2014/main" id="{40714F19-2E99-4CF6-8F66-9802A56E1E45}"/>
              </a:ext>
            </a:extLst>
          </p:cNvPr>
          <p:cNvSpPr>
            <a:spLocks xmlns:a="http://schemas.openxmlformats.org/drawingml/2006/main" noGrp="1"/>
          </p:cNvSpPr>
          <p:nvPr/>
        </p:nvSpPr>
        <p:spPr>
          <a:xfrm xmlns:a="http://schemas.openxmlformats.org/drawingml/2006/main">
            <a:off x="609600" y="43243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이제 살펴볼 문제: 기준과 절차를 계속 맞게 유지하기</a:t>
            </a:r>
          </a:p>
        </p:txBody>
      </p:sp>
      <p:sp>
        <p:nvSpPr>
          <p:cNvPr id="19" name="어떤 변화가 생기면, 담당자가 다시 확인해야 할까?">
            <a:extLst xmlns:a="http://schemas.openxmlformats.org/drawingml/2006/main">
              <a:ext uri="{FF2B5EF4-FFF2-40B4-BE49-F238E27FC236}">
                <a16:creationId xmlns:a16="http://schemas.microsoft.com/office/drawing/2014/main" id="{1A6BED56-6817-449C-93FA-20B1926DE819}"/>
              </a:ext>
            </a:extLst>
          </p:cNvPr>
          <p:cNvSpPr>
            <a:spLocks xmlns:a="http://schemas.openxmlformats.org/drawingml/2006/main" noGrp="1"/>
          </p:cNvSpPr>
          <p:nvPr/>
        </p:nvSpPr>
        <p:spPr>
          <a:xfrm xmlns:a="http://schemas.openxmlformats.org/drawingml/2006/main">
            <a:off x="609600" y="501015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어떤 변화가 생기면, 담당자가 다시 확인해야 할까?</a:t>
            </a:r>
          </a:p>
        </p:txBody>
      </p:sp>
      <p:sp>
        <p:nvSpPr>
          <p:cNvPr id="20" name="Legacy module connection">
            <a:extLst xmlns:a="http://schemas.openxmlformats.org/drawingml/2006/main">
              <a:ext uri="{FF2B5EF4-FFF2-40B4-BE49-F238E27FC236}">
                <a16:creationId xmlns:a16="http://schemas.microsoft.com/office/drawing/2014/main" id="{9ECFB07C-6510-4158-83E5-2135903050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443894431"/>
      </p:ext>
    </p:extLst>
  </p:cSld>
</p:sld>
</file>

<file path=ppt/slides/slide7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CONCEPTUAL / 별도 가상 사례의 출발점">
            <a:extLst xmlns:a="http://schemas.openxmlformats.org/drawingml/2006/main">
              <a:ext uri="{FF2B5EF4-FFF2-40B4-BE49-F238E27FC236}">
                <a16:creationId xmlns:a16="http://schemas.microsoft.com/office/drawing/2014/main" id="{EA09B8EA-1A96-4A84-A702-9A6C3DD132C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별도 가상 사례의 출발점</a:t>
            </a:r>
          </a:p>
        </p:txBody>
      </p:sp>
      <p:sp>
        <p:nvSpPr>
          <p:cNvPr id="2" name="S72">
            <a:extLst xmlns:a="http://schemas.openxmlformats.org/drawingml/2006/main">
              <a:ext uri="{FF2B5EF4-FFF2-40B4-BE49-F238E27FC236}">
                <a16:creationId xmlns:a16="http://schemas.microsoft.com/office/drawing/2014/main" id="{29E4ABF1-EBED-4415-BB18-E9E8BAD8A8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처음에는 기준과 재사용 절차가 맞았다">
            <a:extLst xmlns:a="http://schemas.openxmlformats.org/drawingml/2006/main">
              <a:ext uri="{FF2B5EF4-FFF2-40B4-BE49-F238E27FC236}">
                <a16:creationId xmlns:a16="http://schemas.microsoft.com/office/drawing/2014/main" id="{2EB6ECA4-C83E-4178-97F8-0A168817596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처음에는 기준과 재사용 절차가 맞았다</a:t>
            </a:r>
          </a:p>
        </p:txBody>
      </p:sp>
      <p:sp>
        <p:nvSpPr>
          <p:cNvPr id="4" name="">
            <a:extLst xmlns:a="http://schemas.openxmlformats.org/drawingml/2006/main">
              <a:ext uri="{FF2B5EF4-FFF2-40B4-BE49-F238E27FC236}">
                <a16:creationId xmlns:a16="http://schemas.microsoft.com/office/drawing/2014/main" id="{7942FF41-0550-4BBC-BE9F-7B83FF3BDA9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프로젝트 기준과 재사용 지침이 일치한다는 가정">
            <a:extLst xmlns:a="http://schemas.openxmlformats.org/drawingml/2006/main">
              <a:ext uri="{FF2B5EF4-FFF2-40B4-BE49-F238E27FC236}">
                <a16:creationId xmlns:a16="http://schemas.microsoft.com/office/drawing/2014/main" id="{3CC4CE1F-BCC4-45CA-96CA-C5525D2C51E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프로젝트 기준과 재사용 지침이 일치한다는 가정</a:t>
            </a:r>
          </a:p>
        </p:txBody>
      </p:sp>
      <p:sp>
        <p:nvSpPr>
          <p:cNvPr id="6" name="실제 graypipe 이력·Agent 실행·테스트 결과 아님 · 앞의 Skill과 같은 역할이며 같은 파일이">
            <a:extLst xmlns:a="http://schemas.openxmlformats.org/drawingml/2006/main">
              <a:ext uri="{FF2B5EF4-FFF2-40B4-BE49-F238E27FC236}">
                <a16:creationId xmlns:a16="http://schemas.microsoft.com/office/drawing/2014/main" id="{82716EE7-CD7F-4DBA-89F4-D406EF0AAA9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graypipe 이력·Agent 실행·테스트 결과 아님 · 앞의 Skill과 같은 역할이며 같은 파일이 아님</a:t>
            </a:r>
          </a:p>
        </p:txBody>
      </p:sp>
      <p:sp>
        <p:nvSpPr>
          <p:cNvPr id="7" name="Workflow = 재사용할 수행 절차 · 앞에서는 Skill로 관리">
            <a:extLst xmlns:a="http://schemas.openxmlformats.org/drawingml/2006/main">
              <a:ext uri="{FF2B5EF4-FFF2-40B4-BE49-F238E27FC236}">
                <a16:creationId xmlns:a16="http://schemas.microsoft.com/office/drawing/2014/main" id="{38FDBC02-0B8B-450B-B6CC-295D5871390F}"/>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Workflow = 재사용할 수행 절차 · 앞에서는 Skill로 관리</a:t>
            </a:r>
          </a:p>
        </p:txBody>
      </p:sp>
      <p:sp>
        <p:nvSpPr>
          <p:cNvPr id="8" name="프로젝트의 현재 기준">
            <a:extLst xmlns:a="http://schemas.openxmlformats.org/drawingml/2006/main">
              <a:ext uri="{FF2B5EF4-FFF2-40B4-BE49-F238E27FC236}">
                <a16:creationId xmlns:a16="http://schemas.microsoft.com/office/drawing/2014/main" id="{CEBD1F69-8226-43EC-BA5D-3D3E7A83C1DC}"/>
              </a:ext>
            </a:extLst>
          </p:cNvPr>
          <p:cNvSpPr>
            <a:spLocks xmlns:a="http://schemas.openxmlformats.org/drawingml/2006/main" noGrp="1"/>
          </p:cNvSpPr>
          <p:nvPr/>
        </p:nvSpPr>
        <p:spPr>
          <a:xfrm xmlns:a="http://schemas.openxmlformats.org/drawingml/2006/main">
            <a:off x="6096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프로젝트의 현재 기준</a:t>
            </a:r>
          </a:p>
        </p:txBody>
      </p:sp>
      <p:sp>
        <p:nvSpPr>
          <p:cNvPr id="9" name="">
            <a:extLst xmlns:a="http://schemas.openxmlformats.org/drawingml/2006/main">
              <a:ext uri="{FF2B5EF4-FFF2-40B4-BE49-F238E27FC236}">
                <a16:creationId xmlns:a16="http://schemas.microsoft.com/office/drawing/2014/main" id="{55F9EE25-F0AD-4AB5-A0AB-95805DB164D8}"/>
              </a:ext>
            </a:extLst>
          </p:cNvPr>
          <p:cNvSpPr>
            <a:spLocks xmlns:a="http://schemas.openxmlformats.org/drawingml/2006/main" noGrp="1"/>
          </p:cNvSpPr>
          <p:nvPr/>
        </p:nvSpPr>
        <p:spPr>
          <a:xfrm xmlns:a="http://schemas.openxmlformats.org/drawingml/2006/main">
            <a:off x="6096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단위 테스트">
            <a:extLst xmlns:a="http://schemas.openxmlformats.org/drawingml/2006/main">
              <a:ext uri="{FF2B5EF4-FFF2-40B4-BE49-F238E27FC236}">
                <a16:creationId xmlns:a16="http://schemas.microsoft.com/office/drawing/2014/main" id="{5F4D8B72-812A-4DF1-97AC-8CFE350F376B}"/>
              </a:ext>
            </a:extLst>
          </p:cNvPr>
          <p:cNvSpPr>
            <a:spLocks xmlns:a="http://schemas.openxmlformats.org/drawingml/2006/main" noGrp="1"/>
          </p:cNvSpPr>
          <p:nvPr/>
        </p:nvSpPr>
        <p:spPr>
          <a:xfrm xmlns:a="http://schemas.openxmlformats.org/drawingml/2006/main">
            <a:off x="6096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1" name="프로젝트 문서에서 확인">
            <a:extLst xmlns:a="http://schemas.openxmlformats.org/drawingml/2006/main">
              <a:ext uri="{FF2B5EF4-FFF2-40B4-BE49-F238E27FC236}">
                <a16:creationId xmlns:a16="http://schemas.microsoft.com/office/drawing/2014/main" id="{46A89246-2463-4F46-A907-D971D3EA8147}"/>
              </a:ext>
            </a:extLst>
          </p:cNvPr>
          <p:cNvSpPr>
            <a:spLocks xmlns:a="http://schemas.openxmlformats.org/drawingml/2006/main" noGrp="1"/>
          </p:cNvSpPr>
          <p:nvPr/>
        </p:nvSpPr>
        <p:spPr>
          <a:xfrm xmlns:a="http://schemas.openxmlformats.org/drawingml/2006/main">
            <a:off x="6096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프로젝트 문서에서 확인</a:t>
            </a:r>
          </a:p>
        </p:txBody>
      </p:sp>
      <p:sp>
        <p:nvSpPr>
          <p:cNvPr id="12" name="Workflow · 재사용 지침">
            <a:extLst xmlns:a="http://schemas.openxmlformats.org/drawingml/2006/main">
              <a:ext uri="{FF2B5EF4-FFF2-40B4-BE49-F238E27FC236}">
                <a16:creationId xmlns:a16="http://schemas.microsoft.com/office/drawing/2014/main" id="{C85B12DE-E021-4D41-B972-E3FD631616F9}"/>
              </a:ext>
            </a:extLst>
          </p:cNvPr>
          <p:cNvSpPr>
            <a:spLocks xmlns:a="http://schemas.openxmlformats.org/drawingml/2006/main" noGrp="1"/>
          </p:cNvSpPr>
          <p:nvPr/>
        </p:nvSpPr>
        <p:spPr>
          <a:xfrm xmlns:a="http://schemas.openxmlformats.org/drawingml/2006/main">
            <a:off x="6896100" y="2619375"/>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Workflow · 재사용 지침</a:t>
            </a:r>
          </a:p>
        </p:txBody>
      </p:sp>
      <p:sp>
        <p:nvSpPr>
          <p:cNvPr id="13" name="">
            <a:extLst xmlns:a="http://schemas.openxmlformats.org/drawingml/2006/main">
              <a:ext uri="{FF2B5EF4-FFF2-40B4-BE49-F238E27FC236}">
                <a16:creationId xmlns:a16="http://schemas.microsoft.com/office/drawing/2014/main" id="{C8F1CD7D-1133-43DB-A398-1598033576D2}"/>
              </a:ext>
            </a:extLst>
          </p:cNvPr>
          <p:cNvSpPr>
            <a:spLocks xmlns:a="http://schemas.openxmlformats.org/drawingml/2006/main" noGrp="1"/>
          </p:cNvSpPr>
          <p:nvPr/>
        </p:nvSpPr>
        <p:spPr>
          <a:xfrm xmlns:a="http://schemas.openxmlformats.org/drawingml/2006/main">
            <a:off x="6896100" y="31813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단위 테스트">
            <a:extLst xmlns:a="http://schemas.openxmlformats.org/drawingml/2006/main">
              <a:ext uri="{FF2B5EF4-FFF2-40B4-BE49-F238E27FC236}">
                <a16:creationId xmlns:a16="http://schemas.microsoft.com/office/drawing/2014/main" id="{28AD2F6B-EA37-40EF-9F1D-C3DA6B1BF661}"/>
              </a:ext>
            </a:extLst>
          </p:cNvPr>
          <p:cNvSpPr>
            <a:spLocks xmlns:a="http://schemas.openxmlformats.org/drawingml/2006/main" noGrp="1"/>
          </p:cNvSpPr>
          <p:nvPr/>
        </p:nvSpPr>
        <p:spPr>
          <a:xfrm xmlns:a="http://schemas.openxmlformats.org/drawingml/2006/main">
            <a:off x="6896100" y="3438525"/>
            <a:ext cx="46863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000" b="1">
                <a:solidFill>
                  <a:srgbClr val="17212B"/>
                </a:solidFill>
                <a:latin typeface="Malgun Gothic"/>
                <a:ea typeface="Malgun Gothic"/>
                <a:cs typeface="Malgun Gothic"/>
              </a:defRPr>
            </a:defPPr>
            <a:lvl1pPr algn="l">
              <a:defRPr sz="3000" b="1">
                <a:solidFill>
                  <a:srgbClr val="17212B"/>
                </a:solidFill>
                <a:latin typeface="Malgun Gothic"/>
                <a:ea typeface="Malgun Gothic"/>
                <a:cs typeface="Malgun Gothic"/>
              </a:defRPr>
            </a:lvl1pPr>
            <a:lvl2pPr algn="l">
              <a:defRPr sz="3000" b="1">
                <a:solidFill>
                  <a:srgbClr val="17212B"/>
                </a:solidFill>
                <a:latin typeface="Malgun Gothic"/>
                <a:ea typeface="Malgun Gothic"/>
                <a:cs typeface="Malgun Gothic"/>
              </a:defRPr>
            </a:lvl2pPr>
            <a:lvl3pPr algn="l">
              <a:defRPr sz="3000" b="1">
                <a:solidFill>
                  <a:srgbClr val="17212B"/>
                </a:solidFill>
                <a:latin typeface="Malgun Gothic"/>
                <a:ea typeface="Malgun Gothic"/>
                <a:cs typeface="Malgun Gothic"/>
              </a:defRPr>
            </a:lvl3pPr>
            <a:lvl4pPr algn="l">
              <a:defRPr sz="3000" b="1">
                <a:solidFill>
                  <a:srgbClr val="17212B"/>
                </a:solidFill>
                <a:latin typeface="Malgun Gothic"/>
                <a:ea typeface="Malgun Gothic"/>
                <a:cs typeface="Malgun Gothic"/>
              </a:defRPr>
            </a:lvl4pPr>
            <a:lvl5pPr algn="l">
              <a:defRPr sz="3000" b="1">
                <a:solidFill>
                  <a:srgbClr val="17212B"/>
                </a:solidFill>
                <a:latin typeface="Malgun Gothic"/>
                <a:ea typeface="Malgun Gothic"/>
                <a:cs typeface="Malgun Gothic"/>
              </a:defRPr>
            </a:lvl5pPr>
            <a:lvl6pPr algn="l">
              <a:defRPr sz="3000" b="1">
                <a:solidFill>
                  <a:srgbClr val="17212B"/>
                </a:solidFill>
                <a:latin typeface="Malgun Gothic"/>
                <a:ea typeface="Malgun Gothic"/>
                <a:cs typeface="Malgun Gothic"/>
              </a:defRPr>
            </a:lvl6pPr>
            <a:lvl7pPr algn="l">
              <a:defRPr sz="3000" b="1">
                <a:solidFill>
                  <a:srgbClr val="17212B"/>
                </a:solidFill>
                <a:latin typeface="Malgun Gothic"/>
                <a:ea typeface="Malgun Gothic"/>
                <a:cs typeface="Malgun Gothic"/>
              </a:defRPr>
            </a:lvl7pPr>
            <a:lvl8pPr algn="l">
              <a:defRPr sz="3000" b="1">
                <a:solidFill>
                  <a:srgbClr val="17212B"/>
                </a:solidFill>
                <a:latin typeface="Malgun Gothic"/>
                <a:ea typeface="Malgun Gothic"/>
                <a:cs typeface="Malgun Gothic"/>
              </a:defRPr>
            </a:lvl8pPr>
            <a:lvl9pPr algn="l">
              <a:defRPr sz="3000" b="1">
                <a:solidFill>
                  <a:srgbClr val="17212B"/>
                </a:solidFill>
                <a:latin typeface="Malgun Gothic"/>
                <a:ea typeface="Malgun Gothic"/>
                <a:cs typeface="Malgun Gothic"/>
              </a:defRPr>
            </a:lvl9pPr>
          </a:lstStyle>
          <a:p xmlns:a="http://schemas.openxmlformats.org/drawingml/2006/main">
            <a:pPr algn="l">
              <a:defRPr sz="3000" b="1">
                <a:solidFill>
                  <a:srgbClr val="17212B"/>
                </a:solidFill>
                <a:latin typeface="Malgun Gothic"/>
                <a:ea typeface="Malgun Gothic"/>
                <a:cs typeface="Malgun Gothic"/>
              </a:defRPr>
            </a:pPr>
            <a:r>
              <a:rPr sz="3000" b="1">
                <a:solidFill>
                  <a:srgbClr val="17212B"/>
                </a:solidFill>
                <a:latin typeface="Malgun Gothic"/>
                <a:ea typeface="Malgun Gothic"/>
                <a:cs typeface="Malgun Gothic"/>
              </a:rPr>
              <a:t>단위 테스트</a:t>
            </a:r>
          </a:p>
        </p:txBody>
      </p:sp>
      <p:sp>
        <p:nvSpPr>
          <p:cNvPr id="15" name="다음 작업에서 다시 읽음">
            <a:extLst xmlns:a="http://schemas.openxmlformats.org/drawingml/2006/main">
              <a:ext uri="{FF2B5EF4-FFF2-40B4-BE49-F238E27FC236}">
                <a16:creationId xmlns:a16="http://schemas.microsoft.com/office/drawing/2014/main" id="{EF0CE2EA-FDF3-40AD-A34B-B6EE8C4E5072}"/>
              </a:ext>
            </a:extLst>
          </p:cNvPr>
          <p:cNvSpPr>
            <a:spLocks xmlns:a="http://schemas.openxmlformats.org/drawingml/2006/main" noGrp="1"/>
          </p:cNvSpPr>
          <p:nvPr/>
        </p:nvSpPr>
        <p:spPr>
          <a:xfrm xmlns:a="http://schemas.openxmlformats.org/drawingml/2006/main">
            <a:off x="6896100" y="4276725"/>
            <a:ext cx="4686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다음 작업에서 다시 읽음</a:t>
            </a:r>
          </a:p>
        </p:txBody>
      </p:sp>
      <p:sp>
        <p:nvSpPr>
          <p:cNvPr id="16" name="=">
            <a:extLst xmlns:a="http://schemas.openxmlformats.org/drawingml/2006/main">
              <a:ext uri="{FF2B5EF4-FFF2-40B4-BE49-F238E27FC236}">
                <a16:creationId xmlns:a16="http://schemas.microsoft.com/office/drawing/2014/main" id="{409D1F32-71D0-4F2F-87DD-D160AC150B50}"/>
              </a:ext>
            </a:extLst>
          </p:cNvPr>
          <p:cNvSpPr>
            <a:spLocks xmlns:a="http://schemas.openxmlformats.org/drawingml/2006/main" noGrp="1"/>
          </p:cNvSpPr>
          <p:nvPr/>
        </p:nvSpPr>
        <p:spPr>
          <a:xfrm xmlns:a="http://schemas.openxmlformats.org/drawingml/2006/main">
            <a:off x="5695950" y="3438525"/>
            <a:ext cx="8001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000" b="1">
                <a:solidFill>
                  <a:srgbClr val="0B6172"/>
                </a:solidFill>
                <a:latin typeface="Malgun Gothic"/>
                <a:ea typeface="Malgun Gothic"/>
                <a:cs typeface="Malgun Gothic"/>
              </a:defRPr>
            </a:defPPr>
            <a:lvl1pPr algn="ctr">
              <a:defRPr sz="3000" b="1">
                <a:solidFill>
                  <a:srgbClr val="0B6172"/>
                </a:solidFill>
                <a:latin typeface="Malgun Gothic"/>
                <a:ea typeface="Malgun Gothic"/>
                <a:cs typeface="Malgun Gothic"/>
              </a:defRPr>
            </a:lvl1pPr>
            <a:lvl2pPr algn="ctr">
              <a:defRPr sz="3000" b="1">
                <a:solidFill>
                  <a:srgbClr val="0B6172"/>
                </a:solidFill>
                <a:latin typeface="Malgun Gothic"/>
                <a:ea typeface="Malgun Gothic"/>
                <a:cs typeface="Malgun Gothic"/>
              </a:defRPr>
            </a:lvl2pPr>
            <a:lvl3pPr algn="ctr">
              <a:defRPr sz="3000" b="1">
                <a:solidFill>
                  <a:srgbClr val="0B6172"/>
                </a:solidFill>
                <a:latin typeface="Malgun Gothic"/>
                <a:ea typeface="Malgun Gothic"/>
                <a:cs typeface="Malgun Gothic"/>
              </a:defRPr>
            </a:lvl3pPr>
            <a:lvl4pPr algn="ctr">
              <a:defRPr sz="3000" b="1">
                <a:solidFill>
                  <a:srgbClr val="0B6172"/>
                </a:solidFill>
                <a:latin typeface="Malgun Gothic"/>
                <a:ea typeface="Malgun Gothic"/>
                <a:cs typeface="Malgun Gothic"/>
              </a:defRPr>
            </a:lvl4pPr>
            <a:lvl5pPr algn="ctr">
              <a:defRPr sz="3000" b="1">
                <a:solidFill>
                  <a:srgbClr val="0B6172"/>
                </a:solidFill>
                <a:latin typeface="Malgun Gothic"/>
                <a:ea typeface="Malgun Gothic"/>
                <a:cs typeface="Malgun Gothic"/>
              </a:defRPr>
            </a:lvl5pPr>
            <a:lvl6pPr algn="ctr">
              <a:defRPr sz="3000" b="1">
                <a:solidFill>
                  <a:srgbClr val="0B6172"/>
                </a:solidFill>
                <a:latin typeface="Malgun Gothic"/>
                <a:ea typeface="Malgun Gothic"/>
                <a:cs typeface="Malgun Gothic"/>
              </a:defRPr>
            </a:lvl6pPr>
            <a:lvl7pPr algn="ctr">
              <a:defRPr sz="3000" b="1">
                <a:solidFill>
                  <a:srgbClr val="0B6172"/>
                </a:solidFill>
                <a:latin typeface="Malgun Gothic"/>
                <a:ea typeface="Malgun Gothic"/>
                <a:cs typeface="Malgun Gothic"/>
              </a:defRPr>
            </a:lvl7pPr>
            <a:lvl8pPr algn="ctr">
              <a:defRPr sz="3000" b="1">
                <a:solidFill>
                  <a:srgbClr val="0B6172"/>
                </a:solidFill>
                <a:latin typeface="Malgun Gothic"/>
                <a:ea typeface="Malgun Gothic"/>
                <a:cs typeface="Malgun Gothic"/>
              </a:defRPr>
            </a:lvl8pPr>
            <a:lvl9pPr algn="ctr">
              <a:defRPr sz="3000" b="1">
                <a:solidFill>
                  <a:srgbClr val="0B6172"/>
                </a:solidFill>
                <a:latin typeface="Malgun Gothic"/>
                <a:ea typeface="Malgun Gothic"/>
                <a:cs typeface="Malgun Gothic"/>
              </a:defRPr>
            </a:lvl9pPr>
          </a:lstStyle>
          <a:p xmlns:a="http://schemas.openxmlformats.org/drawingml/2006/main">
            <a:pPr algn="ctr">
              <a:defRPr sz="3000" b="1">
                <a:solidFill>
                  <a:srgbClr val="0B6172"/>
                </a:solidFill>
                <a:latin typeface="Malgun Gothic"/>
                <a:ea typeface="Malgun Gothic"/>
                <a:cs typeface="Malgun Gothic"/>
              </a:defRPr>
            </a:pPr>
            <a:r>
              <a:rPr sz="3000" b="1">
                <a:solidFill>
                  <a:srgbClr val="0B6172"/>
                </a:solidFill>
                <a:latin typeface="Malgun Gothic"/>
                <a:ea typeface="Malgun Gothic"/>
                <a:cs typeface="Malgun Gothic"/>
              </a:rPr>
              <a:t>=</a:t>
            </a:r>
          </a:p>
        </p:txBody>
      </p:sp>
      <p:sp>
        <p:nvSpPr>
          <p:cNvPr id="17" name="가정: 현재 기준에 맞춰 검토해 둔 절차">
            <a:extLst xmlns:a="http://schemas.openxmlformats.org/drawingml/2006/main">
              <a:ext uri="{FF2B5EF4-FFF2-40B4-BE49-F238E27FC236}">
                <a16:creationId xmlns:a16="http://schemas.microsoft.com/office/drawing/2014/main" id="{6C244141-2BA6-495F-B6AD-CF82B185671B}"/>
              </a:ext>
            </a:extLst>
          </p:cNvPr>
          <p:cNvSpPr>
            <a:spLocks xmlns:a="http://schemas.openxmlformats.org/drawingml/2006/main" noGrp="1"/>
          </p:cNvSpPr>
          <p:nvPr/>
        </p:nvSpPr>
        <p:spPr>
          <a:xfrm xmlns:a="http://schemas.openxmlformats.org/drawingml/2006/main">
            <a:off x="609600" y="51054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가정: 현재 기준에 맞춰 검토해 둔 절차</a:t>
            </a:r>
          </a:p>
        </p:txBody>
      </p:sp>
      <p:sp>
        <p:nvSpPr>
          <p:cNvPr id="18" name="Legacy module connection">
            <a:extLst xmlns:a="http://schemas.openxmlformats.org/drawingml/2006/main">
              <a:ext uri="{FF2B5EF4-FFF2-40B4-BE49-F238E27FC236}">
                <a16:creationId xmlns:a16="http://schemas.microsoft.com/office/drawing/2014/main" id="{91F56FBB-C5E6-4DBC-B693-3CA56FDA2B0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40971539"/>
      </p:ext>
    </p:extLst>
  </p:cSld>
</p:sld>
</file>

<file path=ppt/slides/slide7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4  ·  CONCEPTUAL / 가상 사례">
            <a:extLst xmlns:a="http://schemas.openxmlformats.org/drawingml/2006/main">
              <a:ext uri="{FF2B5EF4-FFF2-40B4-BE49-F238E27FC236}">
                <a16:creationId xmlns:a16="http://schemas.microsoft.com/office/drawing/2014/main" id="{1E2B9C7E-2273-4E34-A095-D23E03FD19BB}"/>
              </a:ext>
            </a:extLst>
          </p:cNvPr>
          <p:cNvSpPr>
            <a:spLocks xmlns:a="http://schemas.openxmlformats.org/drawingml/2006/main" noGrp="1"/>
          </p:cNvSpPr>
          <p:nvPr/>
        </p:nvSpPr>
        <p:spPr>
          <a:xfrm xmlns:a="http://schemas.openxmlformats.org/drawingml/2006/main">
            <a:off x="609600" y="457200"/>
            <a:ext cx="98107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가상 사례</a:t>
            </a:r>
          </a:p>
        </p:txBody>
      </p:sp>
      <p:sp>
        <p:nvSpPr>
          <p:cNvPr id="2" name="S73">
            <a:extLst xmlns:a="http://schemas.openxmlformats.org/drawingml/2006/main">
              <a:ext uri="{FF2B5EF4-FFF2-40B4-BE49-F238E27FC236}">
                <a16:creationId xmlns:a16="http://schemas.microsoft.com/office/drawing/2014/main" id="{0A79077B-0D93-4A1E-8666-FC6347D10AF9}"/>
              </a:ext>
            </a:extLst>
          </p:cNvPr>
          <p:cNvSpPr>
            <a:spLocks xmlns:a="http://schemas.openxmlformats.org/drawingml/2006/main" noGrp="1"/>
          </p:cNvSpPr>
          <p:nvPr/>
        </p:nvSpPr>
        <p:spPr>
          <a:xfrm xmlns:a="http://schemas.openxmlformats.org/drawingml/2006/main">
            <a:off x="10668000" y="457200"/>
            <a:ext cx="9144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Project는 바뀌고 Workflow는 남았다">
            <a:extLst xmlns:a="http://schemas.openxmlformats.org/drawingml/2006/main">
              <a:ext uri="{FF2B5EF4-FFF2-40B4-BE49-F238E27FC236}">
                <a16:creationId xmlns:a16="http://schemas.microsoft.com/office/drawing/2014/main" id="{3860F833-33B6-455E-BB5B-BB7EA2311D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Project는 바뀌고 Workflow는 남았다</a:t>
            </a:r>
          </a:p>
        </p:txBody>
      </p:sp>
      <p:sp>
        <p:nvSpPr>
          <p:cNvPr id="4" name="가정: 모듈 연결 동작도 검증해야 하는 프로젝트가 됐다">
            <a:extLst xmlns:a="http://schemas.openxmlformats.org/drawingml/2006/main">
              <a:ext uri="{FF2B5EF4-FFF2-40B4-BE49-F238E27FC236}">
                <a16:creationId xmlns:a16="http://schemas.microsoft.com/office/drawing/2014/main" id="{4190E2C5-1AB1-4D43-8411-303A1181466D}"/>
              </a:ext>
            </a:extLst>
          </p:cNvPr>
          <p:cNvSpPr>
            <a:spLocks xmlns:a="http://schemas.openxmlformats.org/drawingml/2006/main" noGrp="1"/>
          </p:cNvSpPr>
          <p:nvPr/>
        </p:nvSpPr>
        <p:spPr>
          <a:xfrm xmlns:a="http://schemas.openxmlformats.org/drawingml/2006/main">
            <a:off x="609600" y="16097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17212B"/>
                </a:solidFill>
                <a:latin typeface="Malgun Gothic"/>
                <a:ea typeface="Malgun Gothic"/>
                <a:cs typeface="Malgun Gothic"/>
              </a:defRPr>
            </a:defPPr>
            <a:lvl1pPr algn="l">
              <a:defRPr sz="2250" b="0">
                <a:solidFill>
                  <a:srgbClr val="17212B"/>
                </a:solidFill>
                <a:latin typeface="Malgun Gothic"/>
                <a:ea typeface="Malgun Gothic"/>
                <a:cs typeface="Malgun Gothic"/>
              </a:defRPr>
            </a:lvl1pPr>
            <a:lvl2pPr algn="l">
              <a:defRPr sz="2250" b="0">
                <a:solidFill>
                  <a:srgbClr val="17212B"/>
                </a:solidFill>
                <a:latin typeface="Malgun Gothic"/>
                <a:ea typeface="Malgun Gothic"/>
                <a:cs typeface="Malgun Gothic"/>
              </a:defRPr>
            </a:lvl2pPr>
            <a:lvl3pPr algn="l">
              <a:defRPr sz="2250" b="0">
                <a:solidFill>
                  <a:srgbClr val="17212B"/>
                </a:solidFill>
                <a:latin typeface="Malgun Gothic"/>
                <a:ea typeface="Malgun Gothic"/>
                <a:cs typeface="Malgun Gothic"/>
              </a:defRPr>
            </a:lvl3pPr>
            <a:lvl4pPr algn="l">
              <a:defRPr sz="2250" b="0">
                <a:solidFill>
                  <a:srgbClr val="17212B"/>
                </a:solidFill>
                <a:latin typeface="Malgun Gothic"/>
                <a:ea typeface="Malgun Gothic"/>
                <a:cs typeface="Malgun Gothic"/>
              </a:defRPr>
            </a:lvl4pPr>
            <a:lvl5pPr algn="l">
              <a:defRPr sz="2250" b="0">
                <a:solidFill>
                  <a:srgbClr val="17212B"/>
                </a:solidFill>
                <a:latin typeface="Malgun Gothic"/>
                <a:ea typeface="Malgun Gothic"/>
                <a:cs typeface="Malgun Gothic"/>
              </a:defRPr>
            </a:lvl5pPr>
            <a:lvl6pPr algn="l">
              <a:defRPr sz="2250" b="0">
                <a:solidFill>
                  <a:srgbClr val="17212B"/>
                </a:solidFill>
                <a:latin typeface="Malgun Gothic"/>
                <a:ea typeface="Malgun Gothic"/>
                <a:cs typeface="Malgun Gothic"/>
              </a:defRPr>
            </a:lvl6pPr>
            <a:lvl7pPr algn="l">
              <a:defRPr sz="2250" b="0">
                <a:solidFill>
                  <a:srgbClr val="17212B"/>
                </a:solidFill>
                <a:latin typeface="Malgun Gothic"/>
                <a:ea typeface="Malgun Gothic"/>
                <a:cs typeface="Malgun Gothic"/>
              </a:defRPr>
            </a:lvl7pPr>
            <a:lvl8pPr algn="l">
              <a:defRPr sz="2250" b="0">
                <a:solidFill>
                  <a:srgbClr val="17212B"/>
                </a:solidFill>
                <a:latin typeface="Malgun Gothic"/>
                <a:ea typeface="Malgun Gothic"/>
                <a:cs typeface="Malgun Gothic"/>
              </a:defRPr>
            </a:lvl8pPr>
            <a:lvl9pPr algn="l">
              <a:defRPr sz="2250" b="0">
                <a:solidFill>
                  <a:srgbClr val="17212B"/>
                </a:solidFill>
                <a:latin typeface="Malgun Gothic"/>
                <a:ea typeface="Malgun Gothic"/>
                <a:cs typeface="Malgun Gothic"/>
              </a:defRPr>
            </a:lvl9pPr>
          </a:lstStyle>
          <a:p xmlns:a="http://schemas.openxmlformats.org/drawingml/2006/main">
            <a:pPr algn="l">
              <a:defRPr sz="2250" b="0">
                <a:solidFill>
                  <a:srgbClr val="17212B"/>
                </a:solidFill>
                <a:latin typeface="Malgun Gothic"/>
                <a:ea typeface="Malgun Gothic"/>
                <a:cs typeface="Malgun Gothic"/>
              </a:defRPr>
            </a:pPr>
            <a:r>
              <a:rPr sz="2250" b="0">
                <a:solidFill>
                  <a:srgbClr val="17212B"/>
                </a:solidFill>
                <a:latin typeface="Malgun Gothic"/>
                <a:ea typeface="Malgun Gothic"/>
                <a:cs typeface="Malgun Gothic"/>
              </a:rPr>
              <a:t>가정: 모듈 연결 동작도 검증해야 하는 프로젝트가 됐다</a:t>
            </a:r>
          </a:p>
        </p:txBody>
      </p:sp>
      <p:sp>
        <p:nvSpPr>
          <p:cNvPr id="5" name="현재 프로젝트의 기준">
            <a:extLst xmlns:a="http://schemas.openxmlformats.org/drawingml/2006/main">
              <a:ext uri="{FF2B5EF4-FFF2-40B4-BE49-F238E27FC236}">
                <a16:creationId xmlns:a16="http://schemas.microsoft.com/office/drawing/2014/main" id="{BAEB6A34-891B-4CC8-9408-6F8E0833B594}"/>
              </a:ext>
            </a:extLst>
          </p:cNvPr>
          <p:cNvSpPr>
            <a:spLocks xmlns:a="http://schemas.openxmlformats.org/drawingml/2006/main" noGrp="1"/>
          </p:cNvSpPr>
          <p:nvPr/>
        </p:nvSpPr>
        <p:spPr>
          <a:xfrm xmlns:a="http://schemas.openxmlformats.org/drawingml/2006/main">
            <a:off x="609600" y="2276475"/>
            <a:ext cx="5238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프로젝트의 기준</a:t>
            </a:r>
          </a:p>
        </p:txBody>
      </p:sp>
      <p:sp>
        <p:nvSpPr>
          <p:cNvPr id="6" name="재사용 Workflow에 남은 지시">
            <a:extLst xmlns:a="http://schemas.openxmlformats.org/drawingml/2006/main">
              <a:ext uri="{FF2B5EF4-FFF2-40B4-BE49-F238E27FC236}">
                <a16:creationId xmlns:a16="http://schemas.microsoft.com/office/drawing/2014/main" id="{79ABE5DE-E0D3-4CC4-AE42-A6F4ED9F7550}"/>
              </a:ext>
            </a:extLst>
          </p:cNvPr>
          <p:cNvSpPr>
            <a:spLocks xmlns:a="http://schemas.openxmlformats.org/drawingml/2006/main" noGrp="1"/>
          </p:cNvSpPr>
          <p:nvPr/>
        </p:nvSpPr>
        <p:spPr>
          <a:xfrm xmlns:a="http://schemas.openxmlformats.org/drawingml/2006/main">
            <a:off x="6705600" y="2276475"/>
            <a:ext cx="4876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재사용 Workflow에 남은 지시</a:t>
            </a:r>
          </a:p>
        </p:txBody>
      </p:sp>
      <p:sp>
        <p:nvSpPr>
          <p:cNvPr id="7" name="">
            <a:extLst xmlns:a="http://schemas.openxmlformats.org/drawingml/2006/main">
              <a:ext uri="{FF2B5EF4-FFF2-40B4-BE49-F238E27FC236}">
                <a16:creationId xmlns:a16="http://schemas.microsoft.com/office/drawing/2014/main" id="{93B6C5F1-6B5E-420B-A79B-18DED069A0A4}"/>
              </a:ext>
            </a:extLst>
          </p:cNvPr>
          <p:cNvSpPr>
            <a:spLocks xmlns:a="http://schemas.openxmlformats.org/drawingml/2006/main" noGrp="1"/>
          </p:cNvSpPr>
          <p:nvPr/>
        </p:nvSpPr>
        <p:spPr>
          <a:xfrm xmlns:a="http://schemas.openxmlformats.org/drawingml/2006/main">
            <a:off x="609600" y="2819400"/>
            <a:ext cx="4953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8" name="">
            <a:extLst xmlns:a="http://schemas.openxmlformats.org/drawingml/2006/main">
              <a:ext uri="{FF2B5EF4-FFF2-40B4-BE49-F238E27FC236}">
                <a16:creationId xmlns:a16="http://schemas.microsoft.com/office/drawing/2014/main" id="{CC5DDADB-1AF2-4F02-9A69-BFB6C5C8B125}"/>
              </a:ext>
            </a:extLst>
          </p:cNvPr>
          <p:cNvSpPr>
            <a:spLocks xmlns:a="http://schemas.openxmlformats.org/drawingml/2006/main" noGrp="1"/>
          </p:cNvSpPr>
          <p:nvPr/>
        </p:nvSpPr>
        <p:spPr>
          <a:xfrm xmlns:a="http://schemas.openxmlformats.org/drawingml/2006/main">
            <a:off x="6705600" y="2819400"/>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9" name="단위 테스트 · 각 모듈">
            <a:extLst xmlns:a="http://schemas.openxmlformats.org/drawingml/2006/main">
              <a:ext uri="{FF2B5EF4-FFF2-40B4-BE49-F238E27FC236}">
                <a16:creationId xmlns:a16="http://schemas.microsoft.com/office/drawing/2014/main" id="{91D7CE4C-C8EE-45FC-ABE7-290485BB82E9}"/>
              </a:ext>
            </a:extLst>
          </p:cNvPr>
          <p:cNvSpPr>
            <a:spLocks xmlns:a="http://schemas.openxmlformats.org/drawingml/2006/main" noGrp="1"/>
          </p:cNvSpPr>
          <p:nvPr/>
        </p:nvSpPr>
        <p:spPr>
          <a:xfrm xmlns:a="http://schemas.openxmlformats.org/drawingml/2006/main">
            <a:off x="609600" y="29718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0" name="단위 테스트 · 각 모듈">
            <a:extLst xmlns:a="http://schemas.openxmlformats.org/drawingml/2006/main">
              <a:ext uri="{FF2B5EF4-FFF2-40B4-BE49-F238E27FC236}">
                <a16:creationId xmlns:a16="http://schemas.microsoft.com/office/drawing/2014/main" id="{86DAA983-F47C-472E-B242-84955DA7FA41}"/>
              </a:ext>
            </a:extLst>
          </p:cNvPr>
          <p:cNvSpPr>
            <a:spLocks xmlns:a="http://schemas.openxmlformats.org/drawingml/2006/main" noGrp="1"/>
          </p:cNvSpPr>
          <p:nvPr/>
        </p:nvSpPr>
        <p:spPr>
          <a:xfrm xmlns:a="http://schemas.openxmlformats.org/drawingml/2006/main">
            <a:off x="6705600" y="29718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단위 테스트 · 각 모듈</a:t>
            </a:r>
          </a:p>
        </p:txBody>
      </p:sp>
      <p:sp>
        <p:nvSpPr>
          <p:cNvPr id="11" name="">
            <a:extLst xmlns:a="http://schemas.openxmlformats.org/drawingml/2006/main">
              <a:ext uri="{FF2B5EF4-FFF2-40B4-BE49-F238E27FC236}">
                <a16:creationId xmlns:a16="http://schemas.microsoft.com/office/drawing/2014/main" id="{733D9CC0-B89B-431A-A221-A1DE65052205}"/>
              </a:ext>
            </a:extLst>
          </p:cNvPr>
          <p:cNvSpPr>
            <a:spLocks xmlns:a="http://schemas.openxmlformats.org/drawingml/2006/main" noGrp="1"/>
          </p:cNvSpPr>
          <p:nvPr/>
        </p:nvSpPr>
        <p:spPr>
          <a:xfrm xmlns:a="http://schemas.openxmlformats.org/drawingml/2006/main">
            <a:off x="609600" y="3371850"/>
            <a:ext cx="4953000" cy="120015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2" name="">
            <a:extLst xmlns:a="http://schemas.openxmlformats.org/drawingml/2006/main">
              <a:ext uri="{FF2B5EF4-FFF2-40B4-BE49-F238E27FC236}">
                <a16:creationId xmlns:a16="http://schemas.microsoft.com/office/drawing/2014/main" id="{DADF9496-AD41-44C8-8960-76E9BA2A7C34}"/>
              </a:ext>
            </a:extLst>
          </p:cNvPr>
          <p:cNvSpPr>
            <a:spLocks xmlns:a="http://schemas.openxmlformats.org/drawingml/2006/main" noGrp="1"/>
          </p:cNvSpPr>
          <p:nvPr/>
        </p:nvSpPr>
        <p:spPr>
          <a:xfrm xmlns:a="http://schemas.openxmlformats.org/drawingml/2006/main">
            <a:off x="800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3" name="모듈 A">
            <a:extLst xmlns:a="http://schemas.openxmlformats.org/drawingml/2006/main">
              <a:ext uri="{FF2B5EF4-FFF2-40B4-BE49-F238E27FC236}">
                <a16:creationId xmlns:a16="http://schemas.microsoft.com/office/drawing/2014/main" id="{AD735652-053B-4626-BEC7-217F20DE543B}"/>
              </a:ext>
            </a:extLst>
          </p:cNvPr>
          <p:cNvSpPr>
            <a:spLocks xmlns:a="http://schemas.openxmlformats.org/drawingml/2006/main" noGrp="1"/>
          </p:cNvSpPr>
          <p:nvPr/>
        </p:nvSpPr>
        <p:spPr>
          <a:xfrm xmlns:a="http://schemas.openxmlformats.org/drawingml/2006/main">
            <a:off x="914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14" name="">
            <a:extLst xmlns:a="http://schemas.openxmlformats.org/drawingml/2006/main">
              <a:ext uri="{FF2B5EF4-FFF2-40B4-BE49-F238E27FC236}">
                <a16:creationId xmlns:a16="http://schemas.microsoft.com/office/drawing/2014/main" id="{8D218AE7-CA8F-4ADD-95D4-A7525EF415B9}"/>
              </a:ext>
            </a:extLst>
          </p:cNvPr>
          <p:cNvSpPr>
            <a:spLocks xmlns:a="http://schemas.openxmlformats.org/drawingml/2006/main" noGrp="1"/>
          </p:cNvSpPr>
          <p:nvPr/>
        </p:nvSpPr>
        <p:spPr>
          <a:xfrm xmlns:a="http://schemas.openxmlformats.org/drawingml/2006/main">
            <a:off x="36385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5" name="모듈 B">
            <a:extLst xmlns:a="http://schemas.openxmlformats.org/drawingml/2006/main">
              <a:ext uri="{FF2B5EF4-FFF2-40B4-BE49-F238E27FC236}">
                <a16:creationId xmlns:a16="http://schemas.microsoft.com/office/drawing/2014/main" id="{D31F7789-5F45-49B3-8688-325320035A25}"/>
              </a:ext>
            </a:extLst>
          </p:cNvPr>
          <p:cNvSpPr>
            <a:spLocks xmlns:a="http://schemas.openxmlformats.org/drawingml/2006/main" noGrp="1"/>
          </p:cNvSpPr>
          <p:nvPr/>
        </p:nvSpPr>
        <p:spPr>
          <a:xfrm xmlns:a="http://schemas.openxmlformats.org/drawingml/2006/main">
            <a:off x="37528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16" name="">
            <a:extLst xmlns:a="http://schemas.openxmlformats.org/drawingml/2006/main">
              <a:ext uri="{FF2B5EF4-FFF2-40B4-BE49-F238E27FC236}">
                <a16:creationId xmlns:a16="http://schemas.microsoft.com/office/drawing/2014/main" id="{05EF76B4-D4DA-44E0-81A7-D3F9E7B7BEEC}"/>
              </a:ext>
            </a:extLst>
          </p:cNvPr>
          <p:cNvSpPr>
            <a:spLocks xmlns:a="http://schemas.openxmlformats.org/drawingml/2006/main" noGrp="1"/>
          </p:cNvSpPr>
          <p:nvPr/>
        </p:nvSpPr>
        <p:spPr>
          <a:xfrm xmlns:a="http://schemas.openxmlformats.org/drawingml/2006/main">
            <a:off x="2752725" y="3781425"/>
            <a:ext cx="666750" cy="2286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7" name="+ 통합 테스트 · 모듈 연결까지">
            <a:extLst xmlns:a="http://schemas.openxmlformats.org/drawingml/2006/main">
              <a:ext uri="{FF2B5EF4-FFF2-40B4-BE49-F238E27FC236}">
                <a16:creationId xmlns:a16="http://schemas.microsoft.com/office/drawing/2014/main" id="{CCDD0CFC-F801-4F6B-8E76-D71BCEFB3E67}"/>
              </a:ext>
            </a:extLst>
          </p:cNvPr>
          <p:cNvSpPr>
            <a:spLocks xmlns:a="http://schemas.openxmlformats.org/drawingml/2006/main" noGrp="1"/>
          </p:cNvSpPr>
          <p:nvPr/>
        </p:nvSpPr>
        <p:spPr>
          <a:xfrm xmlns:a="http://schemas.openxmlformats.org/drawingml/2006/main">
            <a:off x="609600" y="4648200"/>
            <a:ext cx="4953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 통합 테스트 · 모듈 연결까지</a:t>
            </a:r>
          </a:p>
        </p:txBody>
      </p:sp>
      <p:sp>
        <p:nvSpPr>
          <p:cNvPr id="18" name="">
            <a:extLst xmlns:a="http://schemas.openxmlformats.org/drawingml/2006/main">
              <a:ext uri="{FF2B5EF4-FFF2-40B4-BE49-F238E27FC236}">
                <a16:creationId xmlns:a16="http://schemas.microsoft.com/office/drawing/2014/main" id="{032400BA-86D6-421B-9C0E-E5C3EC987C8E}"/>
              </a:ext>
            </a:extLst>
          </p:cNvPr>
          <p:cNvSpPr>
            <a:spLocks xmlns:a="http://schemas.openxmlformats.org/drawingml/2006/main" noGrp="1"/>
          </p:cNvSpPr>
          <p:nvPr/>
        </p:nvSpPr>
        <p:spPr>
          <a:xfrm xmlns:a="http://schemas.openxmlformats.org/drawingml/2006/main">
            <a:off x="689610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19" name="모듈 A">
            <a:extLst xmlns:a="http://schemas.openxmlformats.org/drawingml/2006/main">
              <a:ext uri="{FF2B5EF4-FFF2-40B4-BE49-F238E27FC236}">
                <a16:creationId xmlns:a16="http://schemas.microsoft.com/office/drawing/2014/main" id="{D671EB13-FD18-4E89-952E-11169B864015}"/>
              </a:ext>
            </a:extLst>
          </p:cNvPr>
          <p:cNvSpPr>
            <a:spLocks xmlns:a="http://schemas.openxmlformats.org/drawingml/2006/main" noGrp="1"/>
          </p:cNvSpPr>
          <p:nvPr/>
        </p:nvSpPr>
        <p:spPr>
          <a:xfrm xmlns:a="http://schemas.openxmlformats.org/drawingml/2006/main">
            <a:off x="701040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A</a:t>
            </a:r>
          </a:p>
        </p:txBody>
      </p:sp>
      <p:sp>
        <p:nvSpPr>
          <p:cNvPr id="20" name="">
            <a:extLst xmlns:a="http://schemas.openxmlformats.org/drawingml/2006/main">
              <a:ext uri="{FF2B5EF4-FFF2-40B4-BE49-F238E27FC236}">
                <a16:creationId xmlns:a16="http://schemas.microsoft.com/office/drawing/2014/main" id="{0596EF1E-6F80-43C2-BEB4-D7F7D0A917BB}"/>
              </a:ext>
            </a:extLst>
          </p:cNvPr>
          <p:cNvSpPr>
            <a:spLocks xmlns:a="http://schemas.openxmlformats.org/drawingml/2006/main" noGrp="1"/>
          </p:cNvSpPr>
          <p:nvPr/>
        </p:nvSpPr>
        <p:spPr>
          <a:xfrm xmlns:a="http://schemas.openxmlformats.org/drawingml/2006/main">
            <a:off x="9658350" y="3562350"/>
            <a:ext cx="1733550" cy="685800"/>
          </a:xfrm>
          <a:prstGeom xmlns:a="http://schemas.openxmlformats.org/drawingml/2006/main" prst="rect">
            <a:avLst/>
          </a:prstGeom>
          <a:solidFill xmlns:a="http://schemas.openxmlformats.org/drawingml/2006/main">
            <a:srgbClr val="FFFFFF"/>
          </a:solidFill>
          <a:ln xmlns:a="http://schemas.openxmlformats.org/drawingml/2006/main" w="19050">
            <a:solidFill>
              <a:srgbClr val="0B6172"/>
            </a:solidFill>
            <a:prstDash val="solid"/>
          </a:ln>
        </p:spPr>
      </p:sp>
      <p:sp>
        <p:nvSpPr>
          <p:cNvPr id="21" name="모듈 B">
            <a:extLst xmlns:a="http://schemas.openxmlformats.org/drawingml/2006/main">
              <a:ext uri="{FF2B5EF4-FFF2-40B4-BE49-F238E27FC236}">
                <a16:creationId xmlns:a16="http://schemas.microsoft.com/office/drawing/2014/main" id="{DF4F2306-48AF-4962-8219-7BCF7E3B246C}"/>
              </a:ext>
            </a:extLst>
          </p:cNvPr>
          <p:cNvSpPr>
            <a:spLocks xmlns:a="http://schemas.openxmlformats.org/drawingml/2006/main" noGrp="1"/>
          </p:cNvSpPr>
          <p:nvPr/>
        </p:nvSpPr>
        <p:spPr>
          <a:xfrm xmlns:a="http://schemas.openxmlformats.org/drawingml/2006/main">
            <a:off x="9772650" y="3724275"/>
            <a:ext cx="15049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모듈 B</a:t>
            </a:r>
          </a:p>
        </p:txBody>
      </p:sp>
      <p:sp>
        <p:nvSpPr>
          <p:cNvPr id="22" name="">
            <a:extLst xmlns:a="http://schemas.openxmlformats.org/drawingml/2006/main">
              <a:ext uri="{FF2B5EF4-FFF2-40B4-BE49-F238E27FC236}">
                <a16:creationId xmlns:a16="http://schemas.microsoft.com/office/drawing/2014/main" id="{D84470E7-95C2-4BAE-A7F0-3E283D4232C9}"/>
              </a:ext>
            </a:extLst>
          </p:cNvPr>
          <p:cNvSpPr>
            <a:spLocks xmlns:a="http://schemas.openxmlformats.org/drawingml/2006/main" noGrp="1"/>
          </p:cNvSpPr>
          <p:nvPr/>
        </p:nvSpPr>
        <p:spPr>
          <a:xfrm xmlns:a="http://schemas.openxmlformats.org/drawingml/2006/main">
            <a:off x="8810625" y="3781425"/>
            <a:ext cx="647700" cy="228600"/>
          </a:xfrm>
          <a:prstGeom xmlns:a="http://schemas.openxmlformats.org/drawingml/2006/main" prst="rightArrow">
            <a:avLst/>
          </a:prstGeom>
          <a:solidFill xmlns:a="http://schemas.openxmlformats.org/drawingml/2006/main">
            <a:srgbClr val="4D5A68"/>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E5919402-2EFE-45CF-93BA-7AF77CEE62AF}"/>
              </a:ext>
            </a:extLst>
          </p:cNvPr>
          <p:cNvSpPr>
            <a:spLocks xmlns:a="http://schemas.openxmlformats.org/drawingml/2006/main" noGrp="1"/>
          </p:cNvSpPr>
          <p:nvPr/>
        </p:nvSpPr>
        <p:spPr>
          <a:xfrm xmlns:a="http://schemas.openxmlformats.org/drawingml/2006/main">
            <a:off x="6705600" y="4572000"/>
            <a:ext cx="4876800" cy="495300"/>
          </a:xfrm>
          <a:prstGeom xmlns:a="http://schemas.openxmlformats.org/drawingml/2006/main" prst="rect">
            <a:avLst/>
          </a:prstGeom>
          <a:noFill xmlns:a="http://schemas.openxmlformats.org/drawingml/2006/main"/>
          <a:ln xmlns:a="http://schemas.openxmlformats.org/drawingml/2006/main" w="19050">
            <a:solidFill>
              <a:srgbClr val="805400"/>
            </a:solidFill>
            <a:prstDash val="dash"/>
          </a:ln>
        </p:spPr>
      </p:sp>
      <p:sp>
        <p:nvSpPr>
          <p:cNvPr id="24" name="단위 테스트만 지시">
            <a:extLst xmlns:a="http://schemas.openxmlformats.org/drawingml/2006/main">
              <a:ext uri="{FF2B5EF4-FFF2-40B4-BE49-F238E27FC236}">
                <a16:creationId xmlns:a16="http://schemas.microsoft.com/office/drawing/2014/main" id="{6B5AE0C0-C935-49B9-BB36-D2FE7AD7C7D9}"/>
              </a:ext>
            </a:extLst>
          </p:cNvPr>
          <p:cNvSpPr>
            <a:spLocks xmlns:a="http://schemas.openxmlformats.org/drawingml/2006/main" noGrp="1"/>
          </p:cNvSpPr>
          <p:nvPr/>
        </p:nvSpPr>
        <p:spPr>
          <a:xfrm xmlns:a="http://schemas.openxmlformats.org/drawingml/2006/main">
            <a:off x="6934200" y="4638675"/>
            <a:ext cx="4419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단위 테스트만 지시</a:t>
            </a:r>
          </a:p>
        </p:txBody>
      </p:sp>
      <p:sp>
        <p:nvSpPr>
          <p:cNvPr id="25" name="검토·갱신 담당은 이 차이를 언제 확인할까?">
            <a:extLst xmlns:a="http://schemas.openxmlformats.org/drawingml/2006/main">
              <a:ext uri="{FF2B5EF4-FFF2-40B4-BE49-F238E27FC236}">
                <a16:creationId xmlns:a16="http://schemas.microsoft.com/office/drawing/2014/main" id="{6D58C376-639A-4E3C-B819-31BD0BD4FEED}"/>
              </a:ext>
            </a:extLst>
          </p:cNvPr>
          <p:cNvSpPr>
            <a:spLocks xmlns:a="http://schemas.openxmlformats.org/drawingml/2006/main" noGrp="1"/>
          </p:cNvSpPr>
          <p:nvPr/>
        </p:nvSpPr>
        <p:spPr>
          <a:xfrm xmlns:a="http://schemas.openxmlformats.org/drawingml/2006/main">
            <a:off x="609600" y="52292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검토·갱신 담당은 이 차이를 언제 확인할까?</a:t>
            </a:r>
          </a:p>
        </p:txBody>
      </p:sp>
      <p:sp>
        <p:nvSpPr>
          <p:cNvPr id="26" name="">
            <a:extLst xmlns:a="http://schemas.openxmlformats.org/drawingml/2006/main">
              <a:ext uri="{FF2B5EF4-FFF2-40B4-BE49-F238E27FC236}">
                <a16:creationId xmlns:a16="http://schemas.microsoft.com/office/drawing/2014/main" id="{27A33FED-0E9F-4491-BC8A-3A84FADB3D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27" name="DEMO-04A  |  가상 설정 · 실제 Repository 변경 이력이 아님">
            <a:extLst xmlns:a="http://schemas.openxmlformats.org/drawingml/2006/main">
              <a:ext uri="{FF2B5EF4-FFF2-40B4-BE49-F238E27FC236}">
                <a16:creationId xmlns:a16="http://schemas.microsoft.com/office/drawing/2014/main" id="{D05E06A1-06F8-427E-B2A4-84901BC75B9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가상 설정 · 실제 Repository 변경 이력이 아님</a:t>
            </a:r>
          </a:p>
        </p:txBody>
      </p:sp>
      <p:sp>
        <p:nvSpPr>
          <p:cNvPr id="28" name="두 지침의 범위 비교 · Agent 실행, 테스트 누락 또는 PASS / FAIL 결과를 뜻하지 않음">
            <a:extLst xmlns:a="http://schemas.openxmlformats.org/drawingml/2006/main">
              <a:ext uri="{FF2B5EF4-FFF2-40B4-BE49-F238E27FC236}">
                <a16:creationId xmlns:a16="http://schemas.microsoft.com/office/drawing/2014/main" id="{C2F380AC-33D2-407E-8737-D1A71354D94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두 지침의 범위 비교 · Agent 실행, 테스트 누락 또는 PASS / FAIL 결과를 뜻하지 않음</a:t>
            </a:r>
          </a:p>
        </p:txBody>
      </p:sp>
      <p:sp>
        <p:nvSpPr>
          <p:cNvPr id="29" name="Legacy module connection">
            <a:extLst xmlns:a="http://schemas.openxmlformats.org/drawingml/2006/main">
              <a:ext uri="{FF2B5EF4-FFF2-40B4-BE49-F238E27FC236}">
                <a16:creationId xmlns:a16="http://schemas.microsoft.com/office/drawing/2014/main" id="{5CDBCD82-7F8B-4BFD-A976-E134E90C7EF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493542590"/>
      </p:ext>
    </p:extLst>
  </p:cSld>
</p:sld>
</file>

<file path=ppt/slides/slide7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요청 보정과 지침 유지">
            <a:extLst xmlns:a="http://schemas.openxmlformats.org/drawingml/2006/main">
              <a:ext uri="{FF2B5EF4-FFF2-40B4-BE49-F238E27FC236}">
                <a16:creationId xmlns:a16="http://schemas.microsoft.com/office/drawing/2014/main" id="{CB986E83-9FE0-45A5-9C3C-AD2E5425985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요청 보정과 지침 유지</a:t>
            </a:r>
          </a:p>
        </p:txBody>
      </p:sp>
      <p:sp>
        <p:nvSpPr>
          <p:cNvPr id="2" name="S74">
            <a:extLst xmlns:a="http://schemas.openxmlformats.org/drawingml/2006/main">
              <a:ext uri="{FF2B5EF4-FFF2-40B4-BE49-F238E27FC236}">
                <a16:creationId xmlns:a16="http://schemas.microsoft.com/office/drawing/2014/main" id="{2CF97669-F300-4C1D-A4AE-EF00285F0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이번 요청과 다음 작업의 지침">
            <a:extLst xmlns:a="http://schemas.openxmlformats.org/drawingml/2006/main">
              <a:ext uri="{FF2B5EF4-FFF2-40B4-BE49-F238E27FC236}">
                <a16:creationId xmlns:a16="http://schemas.microsoft.com/office/drawing/2014/main" id="{F0C8D60A-658A-4840-8C3F-EE12CA2C5BC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요청과 다음 작업의 지침</a:t>
            </a:r>
          </a:p>
        </p:txBody>
      </p:sp>
      <p:sp>
        <p:nvSpPr>
          <p:cNvPr id="4" name="">
            <a:extLst xmlns:a="http://schemas.openxmlformats.org/drawingml/2006/main">
              <a:ext uri="{FF2B5EF4-FFF2-40B4-BE49-F238E27FC236}">
                <a16:creationId xmlns:a16="http://schemas.microsoft.com/office/drawing/2014/main" id="{54A8E794-3839-4A8F-A31B-4812ABCD60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이번 요청을 보정하는 경우와 남아 있는 재사용 지침">
            <a:extLst xmlns:a="http://schemas.openxmlformats.org/drawingml/2006/main">
              <a:ext uri="{FF2B5EF4-FFF2-40B4-BE49-F238E27FC236}">
                <a16:creationId xmlns:a16="http://schemas.microsoft.com/office/drawing/2014/main" id="{6BC52FAF-14DD-435F-9DE6-B2623536E1E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이번 요청을 보정하는 경우와 남아 있는 재사용 지침</a:t>
            </a:r>
          </a:p>
        </p:txBody>
      </p:sp>
      <p:sp>
        <p:nvSpPr>
          <p:cNvPr id="6" name="가능한 대응의 비교 · 실제 실행·복구 성공·검증 누락을 관찰한 결과 아님">
            <a:extLst xmlns:a="http://schemas.openxmlformats.org/drawingml/2006/main">
              <a:ext uri="{FF2B5EF4-FFF2-40B4-BE49-F238E27FC236}">
                <a16:creationId xmlns:a16="http://schemas.microsoft.com/office/drawing/2014/main" id="{6BA13335-D950-4AB4-9D08-88418ED725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가능한 대응의 비교 · 실제 실행·복구 성공·검증 누락을 관찰한 결과 아님</a:t>
            </a:r>
          </a:p>
        </p:txBody>
      </p:sp>
      <p:sp>
        <p:nvSpPr>
          <p:cNvPr id="7" name="이번 요청에 통합 테스트를 더한다면?">
            <a:extLst xmlns:a="http://schemas.openxmlformats.org/drawingml/2006/main">
              <a:ext uri="{FF2B5EF4-FFF2-40B4-BE49-F238E27FC236}">
                <a16:creationId xmlns:a16="http://schemas.microsoft.com/office/drawing/2014/main" id="{F0BCED49-C841-401B-807D-705AA59BE0A9}"/>
              </a:ext>
            </a:extLst>
          </p:cNvPr>
          <p:cNvSpPr>
            <a:spLocks xmlns:a="http://schemas.openxmlformats.org/drawingml/2006/main" noGrp="1"/>
          </p:cNvSpPr>
          <p:nvPr/>
        </p:nvSpPr>
        <p:spPr>
          <a:xfrm xmlns:a="http://schemas.openxmlformats.org/drawingml/2006/main">
            <a:off x="609600" y="1809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이번 요청에 통합 테스트를 더한다면?</a:t>
            </a:r>
          </a:p>
        </p:txBody>
      </p:sp>
      <p:sp>
        <p:nvSpPr>
          <p:cNvPr id="8" name="이번 요청">
            <a:extLst xmlns:a="http://schemas.openxmlformats.org/drawingml/2006/main">
              <a:ext uri="{FF2B5EF4-FFF2-40B4-BE49-F238E27FC236}">
                <a16:creationId xmlns:a16="http://schemas.microsoft.com/office/drawing/2014/main" id="{1469CCA6-A68F-46D0-9623-E9C5BE423B48}"/>
              </a:ext>
            </a:extLst>
          </p:cNvPr>
          <p:cNvSpPr>
            <a:spLocks xmlns:a="http://schemas.openxmlformats.org/drawingml/2006/main" noGrp="1"/>
          </p:cNvSpPr>
          <p:nvPr/>
        </p:nvSpPr>
        <p:spPr>
          <a:xfrm xmlns:a="http://schemas.openxmlformats.org/drawingml/2006/main">
            <a:off x="609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요청</a:t>
            </a:r>
          </a:p>
        </p:txBody>
      </p:sp>
      <p:sp>
        <p:nvSpPr>
          <p:cNvPr id="9" name="">
            <a:extLst xmlns:a="http://schemas.openxmlformats.org/drawingml/2006/main">
              <a:ext uri="{FF2B5EF4-FFF2-40B4-BE49-F238E27FC236}">
                <a16:creationId xmlns:a16="http://schemas.microsoft.com/office/drawing/2014/main" id="{EEDE77FD-6CBB-4D2C-AD6D-8AE5CA75C0F0}"/>
              </a:ext>
            </a:extLst>
          </p:cNvPr>
          <p:cNvSpPr>
            <a:spLocks xmlns:a="http://schemas.openxmlformats.org/drawingml/2006/main" noGrp="1"/>
          </p:cNvSpPr>
          <p:nvPr/>
        </p:nvSpPr>
        <p:spPr>
          <a:xfrm xmlns:a="http://schemas.openxmlformats.org/drawingml/2006/main">
            <a:off x="609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통합 테스트도 확인해 줘.">
            <a:extLst xmlns:a="http://schemas.openxmlformats.org/drawingml/2006/main">
              <a:ext uri="{FF2B5EF4-FFF2-40B4-BE49-F238E27FC236}">
                <a16:creationId xmlns:a16="http://schemas.microsoft.com/office/drawing/2014/main" id="{141E51C9-198E-4173-889E-4419F328E4BC}"/>
              </a:ext>
            </a:extLst>
          </p:cNvPr>
          <p:cNvSpPr>
            <a:spLocks xmlns:a="http://schemas.openxmlformats.org/drawingml/2006/main" noGrp="1"/>
          </p:cNvSpPr>
          <p:nvPr/>
        </p:nvSpPr>
        <p:spPr>
          <a:xfrm xmlns:a="http://schemas.openxmlformats.org/drawingml/2006/main">
            <a:off x="819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통합 테스트도 확인해 줘.</a:t>
            </a:r>
          </a:p>
        </p:txBody>
      </p:sp>
      <p:sp>
        <p:nvSpPr>
          <p:cNvPr id="11" name="이번 Task의 범위를 보정">
            <a:extLst xmlns:a="http://schemas.openxmlformats.org/drawingml/2006/main">
              <a:ext uri="{FF2B5EF4-FFF2-40B4-BE49-F238E27FC236}">
                <a16:creationId xmlns:a16="http://schemas.microsoft.com/office/drawing/2014/main" id="{27476B6D-38C2-48E0-9D6E-31F8DF288366}"/>
              </a:ext>
            </a:extLst>
          </p:cNvPr>
          <p:cNvSpPr>
            <a:spLocks xmlns:a="http://schemas.openxmlformats.org/drawingml/2006/main" noGrp="1"/>
          </p:cNvSpPr>
          <p:nvPr/>
        </p:nvSpPr>
        <p:spPr>
          <a:xfrm xmlns:a="http://schemas.openxmlformats.org/drawingml/2006/main">
            <a:off x="609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이번 Task의 범위를 보정</a:t>
            </a:r>
          </a:p>
        </p:txBody>
      </p:sp>
      <p:sp>
        <p:nvSpPr>
          <p:cNvPr id="12" name="다음 작업의 Workflow">
            <a:extLst xmlns:a="http://schemas.openxmlformats.org/drawingml/2006/main">
              <a:ext uri="{FF2B5EF4-FFF2-40B4-BE49-F238E27FC236}">
                <a16:creationId xmlns:a16="http://schemas.microsoft.com/office/drawing/2014/main" id="{FD852274-8DB7-4BC3-A453-6D4317807847}"/>
              </a:ext>
            </a:extLst>
          </p:cNvPr>
          <p:cNvSpPr>
            <a:spLocks xmlns:a="http://schemas.openxmlformats.org/drawingml/2006/main" noGrp="1"/>
          </p:cNvSpPr>
          <p:nvPr/>
        </p:nvSpPr>
        <p:spPr>
          <a:xfrm xmlns:a="http://schemas.openxmlformats.org/drawingml/2006/main">
            <a:off x="6705600" y="2562225"/>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다음 작업의 Workflow</a:t>
            </a:r>
          </a:p>
        </p:txBody>
      </p:sp>
      <p:sp>
        <p:nvSpPr>
          <p:cNvPr id="13" name="">
            <a:extLst xmlns:a="http://schemas.openxmlformats.org/drawingml/2006/main">
              <a:ext uri="{FF2B5EF4-FFF2-40B4-BE49-F238E27FC236}">
                <a16:creationId xmlns:a16="http://schemas.microsoft.com/office/drawing/2014/main" id="{48C86024-62B6-4136-A87E-BB9715283368}"/>
              </a:ext>
            </a:extLst>
          </p:cNvPr>
          <p:cNvSpPr>
            <a:spLocks xmlns:a="http://schemas.openxmlformats.org/drawingml/2006/main" noGrp="1"/>
          </p:cNvSpPr>
          <p:nvPr/>
        </p:nvSpPr>
        <p:spPr>
          <a:xfrm xmlns:a="http://schemas.openxmlformats.org/drawingml/2006/main">
            <a:off x="6705600" y="3105150"/>
            <a:ext cx="4876800" cy="1323975"/>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dash"/>
          </a:ln>
        </p:spPr>
      </p:sp>
      <p:sp>
        <p:nvSpPr>
          <p:cNvPr id="14" name="여전히 단위 테스트만 지시">
            <a:extLst xmlns:a="http://schemas.openxmlformats.org/drawingml/2006/main">
              <a:ext uri="{FF2B5EF4-FFF2-40B4-BE49-F238E27FC236}">
                <a16:creationId xmlns:a16="http://schemas.microsoft.com/office/drawing/2014/main" id="{ADF7DC5E-6D59-4554-BE9D-99703A514A53}"/>
              </a:ext>
            </a:extLst>
          </p:cNvPr>
          <p:cNvSpPr>
            <a:spLocks xmlns:a="http://schemas.openxmlformats.org/drawingml/2006/main" noGrp="1"/>
          </p:cNvSpPr>
          <p:nvPr/>
        </p:nvSpPr>
        <p:spPr>
          <a:xfrm xmlns:a="http://schemas.openxmlformats.org/drawingml/2006/main">
            <a:off x="6915150" y="3371850"/>
            <a:ext cx="44577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여전히 단위 테스트만 지시</a:t>
            </a:r>
          </a:p>
        </p:txBody>
      </p:sp>
      <p:sp>
        <p:nvSpPr>
          <p:cNvPr id="15" name="재사용 지침은 별도 검토 필요">
            <a:extLst xmlns:a="http://schemas.openxmlformats.org/drawingml/2006/main">
              <a:ext uri="{FF2B5EF4-FFF2-40B4-BE49-F238E27FC236}">
                <a16:creationId xmlns:a16="http://schemas.microsoft.com/office/drawing/2014/main" id="{97BF35C6-6AF4-4FF3-ACD3-F7F2379E162E}"/>
              </a:ext>
            </a:extLst>
          </p:cNvPr>
          <p:cNvSpPr>
            <a:spLocks xmlns:a="http://schemas.openxmlformats.org/drawingml/2006/main" noGrp="1"/>
          </p:cNvSpPr>
          <p:nvPr/>
        </p:nvSpPr>
        <p:spPr>
          <a:xfrm xmlns:a="http://schemas.openxmlformats.org/drawingml/2006/main">
            <a:off x="6705600" y="4610100"/>
            <a:ext cx="4876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재사용 지침은 별도 검토 필요</a:t>
            </a:r>
          </a:p>
        </p:txBody>
      </p:sp>
      <p:sp>
        <p:nvSpPr>
          <p:cNvPr id="16" name="원인을 확인한 뒤, 다음 작업이 읽을 출처를 검토한다">
            <a:extLst xmlns:a="http://schemas.openxmlformats.org/drawingml/2006/main">
              <a:ext uri="{FF2B5EF4-FFF2-40B4-BE49-F238E27FC236}">
                <a16:creationId xmlns:a16="http://schemas.microsoft.com/office/drawing/2014/main" id="{2CFACE96-0883-4969-9798-E8452409402A}"/>
              </a:ext>
            </a:extLst>
          </p:cNvPr>
          <p:cNvSpPr>
            <a:spLocks xmlns:a="http://schemas.openxmlformats.org/drawingml/2006/main" noGrp="1"/>
          </p:cNvSpPr>
          <p:nvPr/>
        </p:nvSpPr>
        <p:spPr>
          <a:xfrm xmlns:a="http://schemas.openxmlformats.org/drawingml/2006/main">
            <a:off x="609600" y="5238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원인을 확인한 뒤, 다음 작업이 읽을 출처를 검토한다</a:t>
            </a:r>
          </a:p>
        </p:txBody>
      </p:sp>
      <p:sp>
        <p:nvSpPr>
          <p:cNvPr id="17" name="Legacy module connection">
            <a:extLst xmlns:a="http://schemas.openxmlformats.org/drawingml/2006/main">
              <a:ext uri="{FF2B5EF4-FFF2-40B4-BE49-F238E27FC236}">
                <a16:creationId xmlns:a16="http://schemas.microsoft.com/office/drawing/2014/main" id="{80B84F03-E1E9-4B37-AC64-69B4D34BD78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194661531"/>
      </p:ext>
    </p:extLst>
  </p:cSld>
</p:sld>
</file>

<file path=ppt/slides/slide7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CONCEPTUAL / 조사할 대상과 근거">
            <a:extLst xmlns:a="http://schemas.openxmlformats.org/drawingml/2006/main">
              <a:ext uri="{FF2B5EF4-FFF2-40B4-BE49-F238E27FC236}">
                <a16:creationId xmlns:a16="http://schemas.microsoft.com/office/drawing/2014/main" id="{4F9D244D-DF64-4A2F-8577-44FBD18E9BB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조사할 대상과 근거</a:t>
            </a:r>
          </a:p>
        </p:txBody>
      </p:sp>
      <p:sp>
        <p:nvSpPr>
          <p:cNvPr id="2" name="S75">
            <a:extLst xmlns:a="http://schemas.openxmlformats.org/drawingml/2006/main">
              <a:ext uri="{FF2B5EF4-FFF2-40B4-BE49-F238E27FC236}">
                <a16:creationId xmlns:a16="http://schemas.microsoft.com/office/drawing/2014/main" id="{7AD44188-91CE-4CDA-B097-62D6C236F2D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원인을 고르기 전에 확인할 기록">
            <a:extLst xmlns:a="http://schemas.openxmlformats.org/drawingml/2006/main">
              <a:ext uri="{FF2B5EF4-FFF2-40B4-BE49-F238E27FC236}">
                <a16:creationId xmlns:a16="http://schemas.microsoft.com/office/drawing/2014/main" id="{03F7421A-9420-4DD2-B175-A8A5C1C3C2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원인을 고르기 전에 확인할 기록</a:t>
            </a:r>
          </a:p>
        </p:txBody>
      </p:sp>
      <p:sp>
        <p:nvSpPr>
          <p:cNvPr id="4" name="">
            <a:extLst xmlns:a="http://schemas.openxmlformats.org/drawingml/2006/main">
              <a:ext uri="{FF2B5EF4-FFF2-40B4-BE49-F238E27FC236}">
                <a16:creationId xmlns:a16="http://schemas.microsoft.com/office/drawing/2014/main" id="{32BA5858-1753-4752-8954-E5A9B16253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1 · 실제 문제라면 확인할 기록을 설계한 교육용 도식">
            <a:extLst xmlns:a="http://schemas.openxmlformats.org/drawingml/2006/main">
              <a:ext uri="{FF2B5EF4-FFF2-40B4-BE49-F238E27FC236}">
                <a16:creationId xmlns:a16="http://schemas.microsoft.com/office/drawing/2014/main" id="{EEACDAAA-7D03-4449-A013-154693D04C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DEMO-11 · 실제 문제라면 확인할 기록을 설계한 교육용 도식</a:t>
            </a:r>
          </a:p>
        </p:txBody>
      </p:sp>
      <p:sp>
        <p:nvSpPr>
          <p:cNvPr id="6" name="아래는 확인 대상 · 실행 기록·실패 결과를 만든 것이 아니며 한 원인을 미리 확정하지 않음">
            <a:extLst xmlns:a="http://schemas.openxmlformats.org/drawingml/2006/main">
              <a:ext uri="{FF2B5EF4-FFF2-40B4-BE49-F238E27FC236}">
                <a16:creationId xmlns:a16="http://schemas.microsoft.com/office/drawing/2014/main" id="{C7DD2654-E3A0-4671-B116-A97D2F23C3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확인 대상 · 실행 기록·실패 결과를 만든 것이 아니며 한 원인을 미리 확정하지 않음</a:t>
            </a:r>
          </a:p>
        </p:txBody>
      </p:sp>
      <p:sp>
        <p:nvSpPr>
          <p:cNvPr id="7" name="검증이 충분한지&#10;무엇으로 판단할까?">
            <a:extLst xmlns:a="http://schemas.openxmlformats.org/drawingml/2006/main">
              <a:ext uri="{FF2B5EF4-FFF2-40B4-BE49-F238E27FC236}">
                <a16:creationId xmlns:a16="http://schemas.microsoft.com/office/drawing/2014/main" id="{CD8DA20D-87C6-4FA6-B8B2-DE79F7F68C6C}"/>
              </a:ext>
            </a:extLst>
          </p:cNvPr>
          <p:cNvSpPr>
            <a:spLocks xmlns:a="http://schemas.openxmlformats.org/drawingml/2006/main" noGrp="1"/>
          </p:cNvSpPr>
          <p:nvPr/>
        </p:nvSpPr>
        <p:spPr>
          <a:xfrm xmlns:a="http://schemas.openxmlformats.org/drawingml/2006/main">
            <a:off x="609600" y="2533650"/>
            <a:ext cx="3905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검증이 충분한지</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판단할까?</a:t>
            </a:r>
          </a:p>
        </p:txBody>
      </p:sp>
      <p:sp>
        <p:nvSpPr>
          <p:cNvPr id="8" name="증상에서 곧바로&#10;수정 대상으로 가지 않는다">
            <a:extLst xmlns:a="http://schemas.openxmlformats.org/drawingml/2006/main">
              <a:ext uri="{FF2B5EF4-FFF2-40B4-BE49-F238E27FC236}">
                <a16:creationId xmlns:a16="http://schemas.microsoft.com/office/drawing/2014/main" id="{4BB8E877-AB51-46A3-91ED-3D402236B743}"/>
              </a:ext>
            </a:extLst>
          </p:cNvPr>
          <p:cNvSpPr>
            <a:spLocks xmlns:a="http://schemas.openxmlformats.org/drawingml/2006/main" noGrp="1"/>
          </p:cNvSpPr>
          <p:nvPr/>
        </p:nvSpPr>
        <p:spPr>
          <a:xfrm xmlns:a="http://schemas.openxmlformats.org/drawingml/2006/main">
            <a:off x="609600" y="4019550"/>
            <a:ext cx="39052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증상에서 곧바로</a:t>
            </a:r>
          </a:p>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수정 대상으로 가지 않는다</a:t>
            </a:r>
          </a:p>
        </p:txBody>
      </p:sp>
      <p:sp>
        <p:nvSpPr>
          <p:cNvPr id="9" name="">
            <a:extLst xmlns:a="http://schemas.openxmlformats.org/drawingml/2006/main">
              <a:ext uri="{FF2B5EF4-FFF2-40B4-BE49-F238E27FC236}">
                <a16:creationId xmlns:a16="http://schemas.microsoft.com/office/drawing/2014/main" id="{5547E79B-C45A-4F7C-9CEB-F22FF20EF9AA}"/>
              </a:ext>
            </a:extLst>
          </p:cNvPr>
          <p:cNvSpPr>
            <a:spLocks xmlns:a="http://schemas.openxmlformats.org/drawingml/2006/main" noGrp="1"/>
          </p:cNvSpPr>
          <p:nvPr/>
        </p:nvSpPr>
        <p:spPr>
          <a:xfrm xmlns:a="http://schemas.openxmlformats.org/drawingml/2006/main">
            <a:off x="5143500" y="2238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0" name="프로젝트 기준">
            <a:extLst xmlns:a="http://schemas.openxmlformats.org/drawingml/2006/main">
              <a:ext uri="{FF2B5EF4-FFF2-40B4-BE49-F238E27FC236}">
                <a16:creationId xmlns:a16="http://schemas.microsoft.com/office/drawing/2014/main" id="{5FC3774F-62DF-4498-B3BA-EDC251F1C850}"/>
              </a:ext>
            </a:extLst>
          </p:cNvPr>
          <p:cNvSpPr>
            <a:spLocks xmlns:a="http://schemas.openxmlformats.org/drawingml/2006/main" noGrp="1"/>
          </p:cNvSpPr>
          <p:nvPr/>
        </p:nvSpPr>
        <p:spPr>
          <a:xfrm xmlns:a="http://schemas.openxmlformats.org/drawingml/2006/main">
            <a:off x="5143500" y="2352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프로젝트 기준</a:t>
            </a:r>
          </a:p>
        </p:txBody>
      </p:sp>
      <p:sp>
        <p:nvSpPr>
          <p:cNvPr id="11" name="현재 문서·명세">
            <a:extLst xmlns:a="http://schemas.openxmlformats.org/drawingml/2006/main">
              <a:ext uri="{FF2B5EF4-FFF2-40B4-BE49-F238E27FC236}">
                <a16:creationId xmlns:a16="http://schemas.microsoft.com/office/drawing/2014/main" id="{97BA5325-6439-4F08-B762-051AD4D798A6}"/>
              </a:ext>
            </a:extLst>
          </p:cNvPr>
          <p:cNvSpPr>
            <a:spLocks xmlns:a="http://schemas.openxmlformats.org/drawingml/2006/main" noGrp="1"/>
          </p:cNvSpPr>
          <p:nvPr/>
        </p:nvSpPr>
        <p:spPr>
          <a:xfrm xmlns:a="http://schemas.openxmlformats.org/drawingml/2006/main">
            <a:off x="7524750" y="2352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현재 문서·명세</a:t>
            </a:r>
          </a:p>
        </p:txBody>
      </p:sp>
      <p:sp>
        <p:nvSpPr>
          <p:cNvPr id="12" name="">
            <a:extLst xmlns:a="http://schemas.openxmlformats.org/drawingml/2006/main">
              <a:ext uri="{FF2B5EF4-FFF2-40B4-BE49-F238E27FC236}">
                <a16:creationId xmlns:a16="http://schemas.microsoft.com/office/drawing/2014/main" id="{1D402051-5909-4B06-93F9-742AAECF9008}"/>
              </a:ext>
            </a:extLst>
          </p:cNvPr>
          <p:cNvSpPr>
            <a:spLocks xmlns:a="http://schemas.openxmlformats.org/drawingml/2006/main" noGrp="1"/>
          </p:cNvSpPr>
          <p:nvPr/>
        </p:nvSpPr>
        <p:spPr>
          <a:xfrm xmlns:a="http://schemas.openxmlformats.org/drawingml/2006/main">
            <a:off x="5143500" y="3000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3" name="재사용 절차">
            <a:extLst xmlns:a="http://schemas.openxmlformats.org/drawingml/2006/main">
              <a:ext uri="{FF2B5EF4-FFF2-40B4-BE49-F238E27FC236}">
                <a16:creationId xmlns:a16="http://schemas.microsoft.com/office/drawing/2014/main" id="{403590CA-1E00-4800-AE12-9B0F4CC20D24}"/>
              </a:ext>
            </a:extLst>
          </p:cNvPr>
          <p:cNvSpPr>
            <a:spLocks xmlns:a="http://schemas.openxmlformats.org/drawingml/2006/main" noGrp="1"/>
          </p:cNvSpPr>
          <p:nvPr/>
        </p:nvSpPr>
        <p:spPr>
          <a:xfrm xmlns:a="http://schemas.openxmlformats.org/drawingml/2006/main">
            <a:off x="5143500" y="3114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재사용 절차</a:t>
            </a:r>
          </a:p>
        </p:txBody>
      </p:sp>
      <p:sp>
        <p:nvSpPr>
          <p:cNvPr id="14" name="실제로 읽은 지침">
            <a:extLst xmlns:a="http://schemas.openxmlformats.org/drawingml/2006/main">
              <a:ext uri="{FF2B5EF4-FFF2-40B4-BE49-F238E27FC236}">
                <a16:creationId xmlns:a16="http://schemas.microsoft.com/office/drawing/2014/main" id="{2D435309-5736-4A7B-9A76-BEDCFDA21C74}"/>
              </a:ext>
            </a:extLst>
          </p:cNvPr>
          <p:cNvSpPr>
            <a:spLocks xmlns:a="http://schemas.openxmlformats.org/drawingml/2006/main" noGrp="1"/>
          </p:cNvSpPr>
          <p:nvPr/>
        </p:nvSpPr>
        <p:spPr>
          <a:xfrm xmlns:a="http://schemas.openxmlformats.org/drawingml/2006/main">
            <a:off x="7524750" y="3114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실제로 읽은 지침</a:t>
            </a:r>
          </a:p>
        </p:txBody>
      </p:sp>
      <p:sp>
        <p:nvSpPr>
          <p:cNvPr id="15" name="">
            <a:extLst xmlns:a="http://schemas.openxmlformats.org/drawingml/2006/main">
              <a:ext uri="{FF2B5EF4-FFF2-40B4-BE49-F238E27FC236}">
                <a16:creationId xmlns:a16="http://schemas.microsoft.com/office/drawing/2014/main" id="{71A71E51-596E-4D0D-841F-A2E9EF48A514}"/>
              </a:ext>
            </a:extLst>
          </p:cNvPr>
          <p:cNvSpPr>
            <a:spLocks xmlns:a="http://schemas.openxmlformats.org/drawingml/2006/main" noGrp="1"/>
          </p:cNvSpPr>
          <p:nvPr/>
        </p:nvSpPr>
        <p:spPr>
          <a:xfrm xmlns:a="http://schemas.openxmlformats.org/drawingml/2006/main">
            <a:off x="5143500" y="3762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6" name="환경 · 권한">
            <a:extLst xmlns:a="http://schemas.openxmlformats.org/drawingml/2006/main">
              <a:ext uri="{FF2B5EF4-FFF2-40B4-BE49-F238E27FC236}">
                <a16:creationId xmlns:a16="http://schemas.microsoft.com/office/drawing/2014/main" id="{4FAA1B81-3589-4945-BEA7-BCFA74712F96}"/>
              </a:ext>
            </a:extLst>
          </p:cNvPr>
          <p:cNvSpPr>
            <a:spLocks xmlns:a="http://schemas.openxmlformats.org/drawingml/2006/main" noGrp="1"/>
          </p:cNvSpPr>
          <p:nvPr/>
        </p:nvSpPr>
        <p:spPr>
          <a:xfrm xmlns:a="http://schemas.openxmlformats.org/drawingml/2006/main">
            <a:off x="5143500" y="3876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환경 · 권한</a:t>
            </a:r>
          </a:p>
        </p:txBody>
      </p:sp>
      <p:sp>
        <p:nvSpPr>
          <p:cNvPr id="17" name="명령·허용 범위·실행 조건">
            <a:extLst xmlns:a="http://schemas.openxmlformats.org/drawingml/2006/main">
              <a:ext uri="{FF2B5EF4-FFF2-40B4-BE49-F238E27FC236}">
                <a16:creationId xmlns:a16="http://schemas.microsoft.com/office/drawing/2014/main" id="{243002A0-0DFE-4676-91C7-94CD16A83022}"/>
              </a:ext>
            </a:extLst>
          </p:cNvPr>
          <p:cNvSpPr>
            <a:spLocks xmlns:a="http://schemas.openxmlformats.org/drawingml/2006/main" noGrp="1"/>
          </p:cNvSpPr>
          <p:nvPr/>
        </p:nvSpPr>
        <p:spPr>
          <a:xfrm xmlns:a="http://schemas.openxmlformats.org/drawingml/2006/main">
            <a:off x="7524750" y="3876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명령·허용 범위·실행 조건</a:t>
            </a:r>
          </a:p>
        </p:txBody>
      </p:sp>
      <p:sp>
        <p:nvSpPr>
          <p:cNvPr id="18" name="">
            <a:extLst xmlns:a="http://schemas.openxmlformats.org/drawingml/2006/main">
              <a:ext uri="{FF2B5EF4-FFF2-40B4-BE49-F238E27FC236}">
                <a16:creationId xmlns:a16="http://schemas.microsoft.com/office/drawing/2014/main" id="{3408EE87-7F66-4378-BB46-5D6B8C74586F}"/>
              </a:ext>
            </a:extLst>
          </p:cNvPr>
          <p:cNvSpPr>
            <a:spLocks xmlns:a="http://schemas.openxmlformats.org/drawingml/2006/main" noGrp="1"/>
          </p:cNvSpPr>
          <p:nvPr/>
        </p:nvSpPr>
        <p:spPr>
          <a:xfrm xmlns:a="http://schemas.openxmlformats.org/drawingml/2006/main">
            <a:off x="5143500" y="4524375"/>
            <a:ext cx="6438900" cy="0"/>
          </a:xfrm>
          <a:prstGeom xmlns:a="http://schemas.openxmlformats.org/drawingml/2006/main" prst="line">
            <a:avLst/>
          </a:prstGeom>
          <a:noFill xmlns:a="http://schemas.openxmlformats.org/drawingml/2006/main"/>
          <a:ln xmlns:a="http://schemas.openxmlformats.org/drawingml/2006/main" w="9525">
            <a:solidFill>
              <a:srgbClr val="805400"/>
            </a:solidFill>
            <a:prstDash val="dash"/>
          </a:ln>
        </p:spPr>
      </p:sp>
      <p:sp>
        <p:nvSpPr>
          <p:cNvPr id="19" name="제품 코드">
            <a:extLst xmlns:a="http://schemas.openxmlformats.org/drawingml/2006/main">
              <a:ext uri="{FF2B5EF4-FFF2-40B4-BE49-F238E27FC236}">
                <a16:creationId xmlns:a16="http://schemas.microsoft.com/office/drawing/2014/main" id="{5C670B4E-7147-42CF-8708-B9979025A7CA}"/>
              </a:ext>
            </a:extLst>
          </p:cNvPr>
          <p:cNvSpPr>
            <a:spLocks xmlns:a="http://schemas.openxmlformats.org/drawingml/2006/main" noGrp="1"/>
          </p:cNvSpPr>
          <p:nvPr/>
        </p:nvSpPr>
        <p:spPr>
          <a:xfrm xmlns:a="http://schemas.openxmlformats.org/drawingml/2006/main">
            <a:off x="5143500" y="4638675"/>
            <a:ext cx="2095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제품 코드</a:t>
            </a:r>
          </a:p>
        </p:txBody>
      </p:sp>
      <p:sp>
        <p:nvSpPr>
          <p:cNvPr id="20" name="변경 내용·검사 결과">
            <a:extLst xmlns:a="http://schemas.openxmlformats.org/drawingml/2006/main">
              <a:ext uri="{FF2B5EF4-FFF2-40B4-BE49-F238E27FC236}">
                <a16:creationId xmlns:a16="http://schemas.microsoft.com/office/drawing/2014/main" id="{C158ED70-E82B-4BF9-82A5-199AF42EB84F}"/>
              </a:ext>
            </a:extLst>
          </p:cNvPr>
          <p:cNvSpPr>
            <a:spLocks xmlns:a="http://schemas.openxmlformats.org/drawingml/2006/main" noGrp="1"/>
          </p:cNvSpPr>
          <p:nvPr/>
        </p:nvSpPr>
        <p:spPr>
          <a:xfrm xmlns:a="http://schemas.openxmlformats.org/drawingml/2006/main">
            <a:off x="7524750" y="4638675"/>
            <a:ext cx="4057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변경 내용·검사 결과</a:t>
            </a:r>
          </a:p>
        </p:txBody>
      </p:sp>
      <p:sp>
        <p:nvSpPr>
          <p:cNvPr id="21" name="실제 실행 경로와 현재 기준을 먼저 대조한다">
            <a:extLst xmlns:a="http://schemas.openxmlformats.org/drawingml/2006/main">
              <a:ext uri="{FF2B5EF4-FFF2-40B4-BE49-F238E27FC236}">
                <a16:creationId xmlns:a16="http://schemas.microsoft.com/office/drawing/2014/main" id="{A7E72887-6A55-40CB-A348-84447B7F299E}"/>
              </a:ext>
            </a:extLst>
          </p:cNvPr>
          <p:cNvSpPr>
            <a:spLocks xmlns:a="http://schemas.openxmlformats.org/drawingml/2006/main" noGrp="1"/>
          </p:cNvSpPr>
          <p:nvPr/>
        </p:nvSpPr>
        <p:spPr>
          <a:xfrm xmlns:a="http://schemas.openxmlformats.org/drawingml/2006/main">
            <a:off x="609600" y="539115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실제 실행 경로와 현재 기준을 먼저 대조한다</a:t>
            </a:r>
          </a:p>
        </p:txBody>
      </p:sp>
      <p:sp>
        <p:nvSpPr>
          <p:cNvPr id="22" name="Legacy module connection">
            <a:extLst xmlns:a="http://schemas.openxmlformats.org/drawingml/2006/main">
              <a:ext uri="{FF2B5EF4-FFF2-40B4-BE49-F238E27FC236}">
                <a16:creationId xmlns:a16="http://schemas.microsoft.com/office/drawing/2014/main" id="{F73282B3-541B-46FE-A679-6E373B864F1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33805165"/>
      </p:ext>
    </p:extLst>
  </p:cSld>
</p:sld>
</file>

<file path=ppt/slides/slide7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4 · CONCEPTUAL / 사실과 원인 판단의 구분">
            <a:extLst xmlns:a="http://schemas.openxmlformats.org/drawingml/2006/main">
              <a:ext uri="{FF2B5EF4-FFF2-40B4-BE49-F238E27FC236}">
                <a16:creationId xmlns:a16="http://schemas.microsoft.com/office/drawing/2014/main" id="{F6D91590-F5D8-424D-9E20-03570EB198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사실과 원인 판단의 구분</a:t>
            </a:r>
          </a:p>
        </p:txBody>
      </p:sp>
      <p:sp>
        <p:nvSpPr>
          <p:cNvPr id="2" name="S76">
            <a:extLst xmlns:a="http://schemas.openxmlformats.org/drawingml/2006/main">
              <a:ext uri="{FF2B5EF4-FFF2-40B4-BE49-F238E27FC236}">
                <a16:creationId xmlns:a16="http://schemas.microsoft.com/office/drawing/2014/main" id="{7E54F89F-DF1B-453C-AAAE-70DC94B626B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주어진 정보와 원인 가설을 나눈다">
            <a:extLst xmlns:a="http://schemas.openxmlformats.org/drawingml/2006/main">
              <a:ext uri="{FF2B5EF4-FFF2-40B4-BE49-F238E27FC236}">
                <a16:creationId xmlns:a16="http://schemas.microsoft.com/office/drawing/2014/main" id="{586B8465-80FB-48AC-9373-1D7B11D8E75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주어진 정보와 원인 가설을 나눈다</a:t>
            </a:r>
          </a:p>
        </p:txBody>
      </p:sp>
      <p:sp>
        <p:nvSpPr>
          <p:cNvPr id="4" name="">
            <a:extLst xmlns:a="http://schemas.openxmlformats.org/drawingml/2006/main">
              <a:ext uri="{FF2B5EF4-FFF2-40B4-BE49-F238E27FC236}">
                <a16:creationId xmlns:a16="http://schemas.microsoft.com/office/drawing/2014/main" id="{79C6948E-95D2-4060-B71A-47C1B8D8D72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DEMO-11 · 구성된 사례의 전제와 확인할 가설">
            <a:extLst xmlns:a="http://schemas.openxmlformats.org/drawingml/2006/main">
              <a:ext uri="{FF2B5EF4-FFF2-40B4-BE49-F238E27FC236}">
                <a16:creationId xmlns:a16="http://schemas.microsoft.com/office/drawing/2014/main" id="{E8F9D426-B83A-4550-90E3-275651B3AC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DEMO-11 · 구성된 사례의 전제와 확인할 가설</a:t>
            </a:r>
          </a:p>
        </p:txBody>
      </p:sp>
      <p:sp>
        <p:nvSpPr>
          <p:cNvPr id="6" name="가상 설정은 실제 Trial 관찰이 아님 · 실제 실행 경로와 참조 지침을 확인한 결과도 없음">
            <a:extLst xmlns:a="http://schemas.openxmlformats.org/drawingml/2006/main">
              <a:ext uri="{FF2B5EF4-FFF2-40B4-BE49-F238E27FC236}">
                <a16:creationId xmlns:a16="http://schemas.microsoft.com/office/drawing/2014/main" id="{6E035E88-8D01-4FA5-8E6F-9121EDAA42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설정은 실제 Trial 관찰이 아님 · 실제 실행 경로와 참조 지침을 확인한 결과도 없음</a:t>
            </a:r>
          </a:p>
        </p:txBody>
      </p:sp>
      <p:sp>
        <p:nvSpPr>
          <p:cNvPr id="7" name="가상 사례에 주어진 정보">
            <a:extLst xmlns:a="http://schemas.openxmlformats.org/drawingml/2006/main">
              <a:ext uri="{FF2B5EF4-FFF2-40B4-BE49-F238E27FC236}">
                <a16:creationId xmlns:a16="http://schemas.microsoft.com/office/drawing/2014/main" id="{047950F4-793B-491C-AB4F-771D815A9496}"/>
              </a:ext>
            </a:extLst>
          </p:cNvPr>
          <p:cNvSpPr>
            <a:spLocks xmlns:a="http://schemas.openxmlformats.org/drawingml/2006/main" noGrp="1"/>
          </p:cNvSpPr>
          <p:nvPr/>
        </p:nvSpPr>
        <p:spPr>
          <a:xfrm xmlns:a="http://schemas.openxmlformats.org/drawingml/2006/main">
            <a:off x="609600" y="2343150"/>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가상 사례에 주어진 정보</a:t>
            </a:r>
          </a:p>
        </p:txBody>
      </p:sp>
      <p:sp>
        <p:nvSpPr>
          <p:cNvPr id="8" name="추가로 확인할 원인 가설">
            <a:extLst xmlns:a="http://schemas.openxmlformats.org/drawingml/2006/main">
              <a:ext uri="{FF2B5EF4-FFF2-40B4-BE49-F238E27FC236}">
                <a16:creationId xmlns:a16="http://schemas.microsoft.com/office/drawing/2014/main" id="{5DB5FBBA-2FA9-4857-9599-D2A59AC4C758}"/>
              </a:ext>
            </a:extLst>
          </p:cNvPr>
          <p:cNvSpPr>
            <a:spLocks xmlns:a="http://schemas.openxmlformats.org/drawingml/2006/main" noGrp="1"/>
          </p:cNvSpPr>
          <p:nvPr/>
        </p:nvSpPr>
        <p:spPr>
          <a:xfrm xmlns:a="http://schemas.openxmlformats.org/drawingml/2006/main">
            <a:off x="6896100" y="2343150"/>
            <a:ext cx="46863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추가로 확인할 원인 가설</a:t>
            </a:r>
          </a:p>
        </p:txBody>
      </p:sp>
      <p:sp>
        <p:nvSpPr>
          <p:cNvPr id="9" name="">
            <a:extLst xmlns:a="http://schemas.openxmlformats.org/drawingml/2006/main">
              <a:ext uri="{FF2B5EF4-FFF2-40B4-BE49-F238E27FC236}">
                <a16:creationId xmlns:a16="http://schemas.microsoft.com/office/drawing/2014/main" id="{DB9846E0-A2A6-4A8E-BB81-DCB88F64B544}"/>
              </a:ext>
            </a:extLst>
          </p:cNvPr>
          <p:cNvSpPr>
            <a:spLocks xmlns:a="http://schemas.openxmlformats.org/drawingml/2006/main" noGrp="1"/>
          </p:cNvSpPr>
          <p:nvPr/>
        </p:nvSpPr>
        <p:spPr>
          <a:xfrm xmlns:a="http://schemas.openxmlformats.org/drawingml/2006/main">
            <a:off x="609600" y="29527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236A0723-8395-4E40-8F6C-FD77CABE3DCF}"/>
              </a:ext>
            </a:extLst>
          </p:cNvPr>
          <p:cNvSpPr>
            <a:spLocks xmlns:a="http://schemas.openxmlformats.org/drawingml/2006/main" noGrp="1"/>
          </p:cNvSpPr>
          <p:nvPr/>
        </p:nvSpPr>
        <p:spPr>
          <a:xfrm xmlns:a="http://schemas.openxmlformats.org/drawingml/2006/main">
            <a:off x="6896100" y="2952750"/>
            <a:ext cx="46863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1" name="현재 기준: 단위 + 통합&#10;재사용 지침: 단위만">
            <a:extLst xmlns:a="http://schemas.openxmlformats.org/drawingml/2006/main">
              <a:ext uri="{FF2B5EF4-FFF2-40B4-BE49-F238E27FC236}">
                <a16:creationId xmlns:a16="http://schemas.microsoft.com/office/drawing/2014/main" id="{C0F3DA6C-EBD4-4EC4-86BB-E10498461A0E}"/>
              </a:ext>
            </a:extLst>
          </p:cNvPr>
          <p:cNvSpPr>
            <a:spLocks xmlns:a="http://schemas.openxmlformats.org/drawingml/2006/main" noGrp="1"/>
          </p:cNvSpPr>
          <p:nvPr/>
        </p:nvSpPr>
        <p:spPr>
          <a:xfrm xmlns:a="http://schemas.openxmlformats.org/drawingml/2006/main">
            <a:off x="6096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현재 기준: 단위 + 통합</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재사용 지침: 단위만</a:t>
            </a:r>
          </a:p>
        </p:txBody>
      </p:sp>
      <p:sp>
        <p:nvSpPr>
          <p:cNvPr id="12" name="오래된 지침이&#10;원인일 수 있다">
            <a:extLst xmlns:a="http://schemas.openxmlformats.org/drawingml/2006/main">
              <a:ext uri="{FF2B5EF4-FFF2-40B4-BE49-F238E27FC236}">
                <a16:creationId xmlns:a16="http://schemas.microsoft.com/office/drawing/2014/main" id="{B582AD45-5011-497E-A39F-E51E5A26FCEB}"/>
              </a:ext>
            </a:extLst>
          </p:cNvPr>
          <p:cNvSpPr>
            <a:spLocks xmlns:a="http://schemas.openxmlformats.org/drawingml/2006/main" noGrp="1"/>
          </p:cNvSpPr>
          <p:nvPr/>
        </p:nvSpPr>
        <p:spPr>
          <a:xfrm xmlns:a="http://schemas.openxmlformats.org/drawingml/2006/main">
            <a:off x="6896100" y="3305175"/>
            <a:ext cx="46863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오래된 지침이</a:t>
            </a:r>
          </a:p>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원인일 수 있다</a:t>
            </a:r>
          </a:p>
        </p:txBody>
      </p:sp>
      <p:sp>
        <p:nvSpPr>
          <p:cNvPr id="13" name="두 지침의 차이만으로, 실제 작업의 원인이 확정되지는 않는다">
            <a:extLst xmlns:a="http://schemas.openxmlformats.org/drawingml/2006/main">
              <a:ext uri="{FF2B5EF4-FFF2-40B4-BE49-F238E27FC236}">
                <a16:creationId xmlns:a16="http://schemas.microsoft.com/office/drawing/2014/main" id="{70D9DD28-8976-40EA-B8C7-D6728456326B}"/>
              </a:ext>
            </a:extLst>
          </p:cNvPr>
          <p:cNvSpPr>
            <a:spLocks xmlns:a="http://schemas.openxmlformats.org/drawingml/2006/main" noGrp="1"/>
          </p:cNvSpPr>
          <p:nvPr/>
        </p:nvSpPr>
        <p:spPr>
          <a:xfrm xmlns:a="http://schemas.openxmlformats.org/drawingml/2006/main">
            <a:off x="609600" y="5000625"/>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두 지침의 차이만으로, 실제 작업의 원인이 확정되지는 않는다</a:t>
            </a:r>
          </a:p>
        </p:txBody>
      </p:sp>
      <p:sp>
        <p:nvSpPr>
          <p:cNvPr id="14" name="Legacy module connection">
            <a:extLst xmlns:a="http://schemas.openxmlformats.org/drawingml/2006/main">
              <a:ext uri="{FF2B5EF4-FFF2-40B4-BE49-F238E27FC236}">
                <a16:creationId xmlns:a16="http://schemas.microsoft.com/office/drawing/2014/main" id="{DC21E7BD-7AE5-45F1-AB42-758B0C67BBB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585109991"/>
      </p:ext>
    </p:extLst>
  </p:cSld>
</p:sld>
</file>

<file path=ppt/slides/slide7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4 · CONCEPTUAL / 원인 확인 뒤의 선택">
            <a:extLst xmlns:a="http://schemas.openxmlformats.org/drawingml/2006/main">
              <a:ext uri="{FF2B5EF4-FFF2-40B4-BE49-F238E27FC236}">
                <a16:creationId xmlns:a16="http://schemas.microsoft.com/office/drawing/2014/main" id="{3419E907-35E8-46D5-913C-FF0B00AC71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원인 확인 뒤의 선택</a:t>
            </a:r>
          </a:p>
        </p:txBody>
      </p:sp>
      <p:sp>
        <p:nvSpPr>
          <p:cNvPr id="2" name="S77">
            <a:extLst xmlns:a="http://schemas.openxmlformats.org/drawingml/2006/main">
              <a:ext uri="{FF2B5EF4-FFF2-40B4-BE49-F238E27FC236}">
                <a16:creationId xmlns:a16="http://schemas.microsoft.com/office/drawing/2014/main" id="{12699C12-4724-4F13-8DD5-A65BAA5675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확인한 원인에 맞춰 변경 대상을 고른다">
            <a:extLst xmlns:a="http://schemas.openxmlformats.org/drawingml/2006/main">
              <a:ext uri="{FF2B5EF4-FFF2-40B4-BE49-F238E27FC236}">
                <a16:creationId xmlns:a16="http://schemas.microsoft.com/office/drawing/2014/main" id="{909DB67F-B2A3-4D9A-A4F8-5A547D309AF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확인한 원인에 맞춰 변경 대상을 고른다</a:t>
            </a:r>
          </a:p>
        </p:txBody>
      </p:sp>
      <p:sp>
        <p:nvSpPr>
          <p:cNvPr id="4" name="">
            <a:extLst xmlns:a="http://schemas.openxmlformats.org/drawingml/2006/main">
              <a:ext uri="{FF2B5EF4-FFF2-40B4-BE49-F238E27FC236}">
                <a16:creationId xmlns:a16="http://schemas.microsoft.com/office/drawing/2014/main" id="{AE3B3B6F-1CD5-4A3F-BB68-646195DA447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원인이 확인됐다고 가정한 세 대응의 범위 비교">
            <a:extLst xmlns:a="http://schemas.openxmlformats.org/drawingml/2006/main">
              <a:ext uri="{FF2B5EF4-FFF2-40B4-BE49-F238E27FC236}">
                <a16:creationId xmlns:a16="http://schemas.microsoft.com/office/drawing/2014/main" id="{BA469F2F-7100-43AB-905C-6B85CD7C7F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원인이 확인됐다고 가정한 세 대응의 범위 비교</a:t>
            </a:r>
          </a:p>
        </p:txBody>
      </p:sp>
      <p:sp>
        <p:nvSpPr>
          <p:cNvPr id="6" name="Workflow 원인이라는 조건 안의 판단 · 일반 정답·실제 Product 변경·새 실행 결과 아님">
            <a:extLst xmlns:a="http://schemas.openxmlformats.org/drawingml/2006/main">
              <a:ext uri="{FF2B5EF4-FFF2-40B4-BE49-F238E27FC236}">
                <a16:creationId xmlns:a16="http://schemas.microsoft.com/office/drawing/2014/main" id="{F864A014-524C-473F-ACD3-0296AC5877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Workflow 원인이라는 조건 안의 판단 · 일반 정답·실제 Product 변경·새 실행 결과 아님</a:t>
            </a:r>
          </a:p>
        </p:txBody>
      </p:sp>
      <p:sp>
        <p:nvSpPr>
          <p:cNvPr id="7" name="가정: 재사용 Workflow가 원인으로 확인됐다면">
            <a:extLst xmlns:a="http://schemas.openxmlformats.org/drawingml/2006/main">
              <a:ext uri="{FF2B5EF4-FFF2-40B4-BE49-F238E27FC236}">
                <a16:creationId xmlns:a16="http://schemas.microsoft.com/office/drawing/2014/main" id="{92ECCB32-AD29-4531-8C6E-532CC5DB37A9}"/>
              </a:ext>
            </a:extLst>
          </p:cNvPr>
          <p:cNvSpPr>
            <a:spLocks xmlns:a="http://schemas.openxmlformats.org/drawingml/2006/main" noGrp="1"/>
          </p:cNvSpPr>
          <p:nvPr/>
        </p:nvSpPr>
        <p:spPr>
          <a:xfrm xmlns:a="http://schemas.openxmlformats.org/drawingml/2006/main">
            <a:off x="609600" y="17716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가정: 재사용 Workflow가 원인으로 확인됐다면</a:t>
            </a:r>
          </a:p>
        </p:txBody>
      </p:sp>
      <p:sp>
        <p:nvSpPr>
          <p:cNvPr id="8" name="">
            <a:extLst xmlns:a="http://schemas.openxmlformats.org/drawingml/2006/main">
              <a:ext uri="{FF2B5EF4-FFF2-40B4-BE49-F238E27FC236}">
                <a16:creationId xmlns:a16="http://schemas.microsoft.com/office/drawing/2014/main" id="{26033BA6-BE8E-481C-81F9-276C5BBF3CED}"/>
              </a:ext>
            </a:extLst>
          </p:cNvPr>
          <p:cNvSpPr>
            <a:spLocks xmlns:a="http://schemas.openxmlformats.org/drawingml/2006/main" noGrp="1"/>
          </p:cNvSpPr>
          <p:nvPr/>
        </p:nvSpPr>
        <p:spPr>
          <a:xfrm xmlns:a="http://schemas.openxmlformats.org/drawingml/2006/main">
            <a:off x="609600" y="2600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이번 요청 보정">
            <a:extLst xmlns:a="http://schemas.openxmlformats.org/drawingml/2006/main">
              <a:ext uri="{FF2B5EF4-FFF2-40B4-BE49-F238E27FC236}">
                <a16:creationId xmlns:a16="http://schemas.microsoft.com/office/drawing/2014/main" id="{6D03C7FF-8C8E-479D-A7FB-E3D9D6060449}"/>
              </a:ext>
            </a:extLst>
          </p:cNvPr>
          <p:cNvSpPr>
            <a:spLocks xmlns:a="http://schemas.openxmlformats.org/drawingml/2006/main" noGrp="1"/>
          </p:cNvSpPr>
          <p:nvPr/>
        </p:nvSpPr>
        <p:spPr>
          <a:xfrm xmlns:a="http://schemas.openxmlformats.org/drawingml/2006/main">
            <a:off x="762000" y="272415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요청 보정</a:t>
            </a:r>
          </a:p>
        </p:txBody>
      </p:sp>
      <p:sp>
        <p:nvSpPr>
          <p:cNvPr id="10" name="현재 Task의 요청 범위만 넓힘">
            <a:extLst xmlns:a="http://schemas.openxmlformats.org/drawingml/2006/main">
              <a:ext uri="{FF2B5EF4-FFF2-40B4-BE49-F238E27FC236}">
                <a16:creationId xmlns:a16="http://schemas.microsoft.com/office/drawing/2014/main" id="{BA637B9C-4653-444B-8941-DAAB8286333D}"/>
              </a:ext>
            </a:extLst>
          </p:cNvPr>
          <p:cNvSpPr>
            <a:spLocks xmlns:a="http://schemas.openxmlformats.org/drawingml/2006/main" noGrp="1"/>
          </p:cNvSpPr>
          <p:nvPr/>
        </p:nvSpPr>
        <p:spPr>
          <a:xfrm xmlns:a="http://schemas.openxmlformats.org/drawingml/2006/main">
            <a:off x="4762500" y="272415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현재 Task의 요청 범위만 넓힘</a:t>
            </a:r>
          </a:p>
        </p:txBody>
      </p:sp>
      <p:sp>
        <p:nvSpPr>
          <p:cNvPr id="11" name="">
            <a:extLst xmlns:a="http://schemas.openxmlformats.org/drawingml/2006/main">
              <a:ext uri="{FF2B5EF4-FFF2-40B4-BE49-F238E27FC236}">
                <a16:creationId xmlns:a16="http://schemas.microsoft.com/office/drawing/2014/main" id="{1EE411A6-FF1A-466F-AECA-B30677F44B37}"/>
              </a:ext>
            </a:extLst>
          </p:cNvPr>
          <p:cNvSpPr>
            <a:spLocks xmlns:a="http://schemas.openxmlformats.org/drawingml/2006/main" noGrp="1"/>
          </p:cNvSpPr>
          <p:nvPr/>
        </p:nvSpPr>
        <p:spPr>
          <a:xfrm xmlns:a="http://schemas.openxmlformats.org/drawingml/2006/main">
            <a:off x="609600" y="3409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전역 규칙 추가">
            <a:extLst xmlns:a="http://schemas.openxmlformats.org/drawingml/2006/main">
              <a:ext uri="{FF2B5EF4-FFF2-40B4-BE49-F238E27FC236}">
                <a16:creationId xmlns:a16="http://schemas.microsoft.com/office/drawing/2014/main" id="{03B9AB34-46B9-4BC3-ADE5-90727BD85FC5}"/>
              </a:ext>
            </a:extLst>
          </p:cNvPr>
          <p:cNvSpPr>
            <a:spLocks xmlns:a="http://schemas.openxmlformats.org/drawingml/2006/main" noGrp="1"/>
          </p:cNvSpPr>
          <p:nvPr/>
        </p:nvSpPr>
        <p:spPr>
          <a:xfrm xmlns:a="http://schemas.openxmlformats.org/drawingml/2006/main">
            <a:off x="762000" y="3533775"/>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전역 규칙 추가</a:t>
            </a:r>
          </a:p>
        </p:txBody>
      </p:sp>
      <p:sp>
        <p:nvSpPr>
          <p:cNvPr id="13" name="다른 지침과 중복·충돌 가능">
            <a:extLst xmlns:a="http://schemas.openxmlformats.org/drawingml/2006/main">
              <a:ext uri="{FF2B5EF4-FFF2-40B4-BE49-F238E27FC236}">
                <a16:creationId xmlns:a16="http://schemas.microsoft.com/office/drawing/2014/main" id="{67496D97-663C-4114-A1AD-D030A64C01EB}"/>
              </a:ext>
            </a:extLst>
          </p:cNvPr>
          <p:cNvSpPr>
            <a:spLocks xmlns:a="http://schemas.openxmlformats.org/drawingml/2006/main" noGrp="1"/>
          </p:cNvSpPr>
          <p:nvPr/>
        </p:nvSpPr>
        <p:spPr>
          <a:xfrm xmlns:a="http://schemas.openxmlformats.org/drawingml/2006/main">
            <a:off x="4762500" y="3533775"/>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다른 지침과 중복·충돌 가능</a:t>
            </a:r>
          </a:p>
        </p:txBody>
      </p:sp>
      <p:sp>
        <p:nvSpPr>
          <p:cNvPr id="14" name="">
            <a:extLst xmlns:a="http://schemas.openxmlformats.org/drawingml/2006/main">
              <a:ext uri="{FF2B5EF4-FFF2-40B4-BE49-F238E27FC236}">
                <a16:creationId xmlns:a16="http://schemas.microsoft.com/office/drawing/2014/main" id="{FCA4194F-77AE-4D44-AC97-76D4287A2E54}"/>
              </a:ext>
            </a:extLst>
          </p:cNvPr>
          <p:cNvSpPr>
            <a:spLocks xmlns:a="http://schemas.openxmlformats.org/drawingml/2006/main" noGrp="1"/>
          </p:cNvSpPr>
          <p:nvPr/>
        </p:nvSpPr>
        <p:spPr>
          <a:xfrm xmlns:a="http://schemas.openxmlformats.org/drawingml/2006/main">
            <a:off x="609600" y="4219575"/>
            <a:ext cx="109728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931C579E-7D08-4D8D-B76E-CA579BCF6D8F}"/>
              </a:ext>
            </a:extLst>
          </p:cNvPr>
          <p:cNvSpPr>
            <a:spLocks xmlns:a="http://schemas.openxmlformats.org/drawingml/2006/main" noGrp="1"/>
          </p:cNvSpPr>
          <p:nvPr/>
        </p:nvSpPr>
        <p:spPr>
          <a:xfrm xmlns:a="http://schemas.openxmlformats.org/drawingml/2006/main">
            <a:off x="609600" y="42195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원인인 Workflow 갱신">
            <a:extLst xmlns:a="http://schemas.openxmlformats.org/drawingml/2006/main">
              <a:ext uri="{FF2B5EF4-FFF2-40B4-BE49-F238E27FC236}">
                <a16:creationId xmlns:a16="http://schemas.microsoft.com/office/drawing/2014/main" id="{8F709155-2736-49EB-A0F5-5E8ED31359AE}"/>
              </a:ext>
            </a:extLst>
          </p:cNvPr>
          <p:cNvSpPr>
            <a:spLocks xmlns:a="http://schemas.openxmlformats.org/drawingml/2006/main" noGrp="1"/>
          </p:cNvSpPr>
          <p:nvPr/>
        </p:nvSpPr>
        <p:spPr>
          <a:xfrm xmlns:a="http://schemas.openxmlformats.org/drawingml/2006/main">
            <a:off x="762000" y="4343400"/>
            <a:ext cx="3714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원인인 Workflow 갱신</a:t>
            </a:r>
          </a:p>
        </p:txBody>
      </p:sp>
      <p:sp>
        <p:nvSpPr>
          <p:cNvPr id="17" name="다음 작업이 읽는 절차를 변경">
            <a:extLst xmlns:a="http://schemas.openxmlformats.org/drawingml/2006/main">
              <a:ext uri="{FF2B5EF4-FFF2-40B4-BE49-F238E27FC236}">
                <a16:creationId xmlns:a16="http://schemas.microsoft.com/office/drawing/2014/main" id="{B3363BF4-BEA9-4FD5-B984-C63EF41D6806}"/>
              </a:ext>
            </a:extLst>
          </p:cNvPr>
          <p:cNvSpPr>
            <a:spLocks xmlns:a="http://schemas.openxmlformats.org/drawingml/2006/main" noGrp="1"/>
          </p:cNvSpPr>
          <p:nvPr/>
        </p:nvSpPr>
        <p:spPr>
          <a:xfrm xmlns:a="http://schemas.openxmlformats.org/drawingml/2006/main">
            <a:off x="4762500" y="4343400"/>
            <a:ext cx="6629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다음 작업이 읽는 절차를 변경</a:t>
            </a:r>
          </a:p>
        </p:txBody>
      </p:sp>
      <p:sp>
        <p:nvSpPr>
          <p:cNvPr id="18" name="검토 담당: 확인한 원인과 변경할 위치가 맞는지 판단">
            <a:extLst xmlns:a="http://schemas.openxmlformats.org/drawingml/2006/main">
              <a:ext uri="{FF2B5EF4-FFF2-40B4-BE49-F238E27FC236}">
                <a16:creationId xmlns:a16="http://schemas.microsoft.com/office/drawing/2014/main" id="{65C8702C-F48A-4F54-9A45-C6B0233E43FC}"/>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검토 담당: 확인한 원인과 변경할 위치가 맞는지 판단</a:t>
            </a:r>
          </a:p>
        </p:txBody>
      </p:sp>
      <p:sp>
        <p:nvSpPr>
          <p:cNvPr id="19" name="Legacy module connection">
            <a:extLst xmlns:a="http://schemas.openxmlformats.org/drawingml/2006/main">
              <a:ext uri="{FF2B5EF4-FFF2-40B4-BE49-F238E27FC236}">
                <a16:creationId xmlns:a16="http://schemas.microsoft.com/office/drawing/2014/main" id="{0B6E39CB-B48A-4CEE-A983-4C7F3420B6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856831930"/>
      </p:ext>
    </p:extLst>
  </p:cSld>
</p:sld>
</file>

<file path=ppt/slides/slide7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4 · CONCEPTUAL / 유지 책임과 최소 변경">
            <a:extLst xmlns:a="http://schemas.openxmlformats.org/drawingml/2006/main">
              <a:ext uri="{FF2B5EF4-FFF2-40B4-BE49-F238E27FC236}">
                <a16:creationId xmlns:a16="http://schemas.microsoft.com/office/drawing/2014/main" id="{60B82ED4-593E-499C-A3BB-BCDE8E9982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유지 책임과 최소 변경</a:t>
            </a:r>
          </a:p>
        </p:txBody>
      </p:sp>
      <p:sp>
        <p:nvSpPr>
          <p:cNvPr id="2" name="S78">
            <a:extLst xmlns:a="http://schemas.openxmlformats.org/drawingml/2006/main">
              <a:ext uri="{FF2B5EF4-FFF2-40B4-BE49-F238E27FC236}">
                <a16:creationId xmlns:a16="http://schemas.microsoft.com/office/drawing/2014/main" id="{394BD6FA-3176-4FF2-8248-A91CADFD1B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확인된 범위만 검토하고 갱신한다">
            <a:extLst xmlns:a="http://schemas.openxmlformats.org/drawingml/2006/main">
              <a:ext uri="{FF2B5EF4-FFF2-40B4-BE49-F238E27FC236}">
                <a16:creationId xmlns:a16="http://schemas.microsoft.com/office/drawing/2014/main" id="{98AA35B6-37C7-4697-8343-E9F786CB032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확인된 범위만 검토하고 갱신한다</a:t>
            </a:r>
          </a:p>
        </p:txBody>
      </p:sp>
      <p:sp>
        <p:nvSpPr>
          <p:cNvPr id="4" name="">
            <a:extLst xmlns:a="http://schemas.openxmlformats.org/drawingml/2006/main">
              <a:ext uri="{FF2B5EF4-FFF2-40B4-BE49-F238E27FC236}">
                <a16:creationId xmlns:a16="http://schemas.microsoft.com/office/drawing/2014/main" id="{2A48FBBA-38B4-4B7F-BF1E-B158BF0FC27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Workflow 원인이 확인됐다는 가정에서의 변경 설계">
            <a:extLst xmlns:a="http://schemas.openxmlformats.org/drawingml/2006/main">
              <a:ext uri="{FF2B5EF4-FFF2-40B4-BE49-F238E27FC236}">
                <a16:creationId xmlns:a16="http://schemas.microsoft.com/office/drawing/2014/main" id="{77DDE669-022A-43E9-9B4F-1155C85BBEF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Workflow 원인이 확인됐다는 가정에서의 변경 설계</a:t>
            </a:r>
          </a:p>
        </p:txBody>
      </p:sp>
      <p:sp>
        <p:nvSpPr>
          <p:cNvPr id="6" name="역할의 교육용 예 · 실제 담당 배정·지침 수정·재평가 결과 아님 · 관련 없는 규칙은 유지">
            <a:extLst xmlns:a="http://schemas.openxmlformats.org/drawingml/2006/main">
              <a:ext uri="{FF2B5EF4-FFF2-40B4-BE49-F238E27FC236}">
                <a16:creationId xmlns:a16="http://schemas.microsoft.com/office/drawing/2014/main" id="{4A9E232E-E775-4672-BA95-46D5DCDC999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역할의 교육용 예 · 실제 담당 배정·지침 수정·재평가 결과 아님 · 관련 없는 규칙은 유지</a:t>
            </a:r>
          </a:p>
        </p:txBody>
      </p:sp>
      <p:sp>
        <p:nvSpPr>
          <p:cNvPr id="7" name="원인이 뒷받침하는 지침을 갱신한다">
            <a:extLst xmlns:a="http://schemas.openxmlformats.org/drawingml/2006/main">
              <a:ext uri="{FF2B5EF4-FFF2-40B4-BE49-F238E27FC236}">
                <a16:creationId xmlns:a16="http://schemas.microsoft.com/office/drawing/2014/main" id="{60CA8C94-B79A-4F47-8A2C-0D8751C56858}"/>
              </a:ext>
            </a:extLst>
          </p:cNvPr>
          <p:cNvSpPr>
            <a:spLocks xmlns:a="http://schemas.openxmlformats.org/drawingml/2006/main" noGrp="1"/>
          </p:cNvSpPr>
          <p:nvPr/>
        </p:nvSpPr>
        <p:spPr>
          <a:xfrm xmlns:a="http://schemas.openxmlformats.org/drawingml/2006/main">
            <a:off x="609600" y="17907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원인이 뒷받침하는 지침을 갱신한다</a:t>
            </a:r>
          </a:p>
        </p:txBody>
      </p:sp>
      <p:sp>
        <p:nvSpPr>
          <p:cNvPr id="8" name="기존 재사용 지침">
            <a:extLst xmlns:a="http://schemas.openxmlformats.org/drawingml/2006/main">
              <a:ext uri="{FF2B5EF4-FFF2-40B4-BE49-F238E27FC236}">
                <a16:creationId xmlns:a16="http://schemas.microsoft.com/office/drawing/2014/main" id="{3A5B5D93-26B0-457A-8E33-D1AFB092439C}"/>
              </a:ext>
            </a:extLst>
          </p:cNvPr>
          <p:cNvSpPr>
            <a:spLocks xmlns:a="http://schemas.openxmlformats.org/drawingml/2006/main" noGrp="1"/>
          </p:cNvSpPr>
          <p:nvPr/>
        </p:nvSpPr>
        <p:spPr>
          <a:xfrm xmlns:a="http://schemas.openxmlformats.org/drawingml/2006/main">
            <a:off x="6096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기존 재사용 지침</a:t>
            </a:r>
          </a:p>
        </p:txBody>
      </p:sp>
      <p:sp>
        <p:nvSpPr>
          <p:cNvPr id="9" name="">
            <a:extLst xmlns:a="http://schemas.openxmlformats.org/drawingml/2006/main">
              <a:ext uri="{FF2B5EF4-FFF2-40B4-BE49-F238E27FC236}">
                <a16:creationId xmlns:a16="http://schemas.microsoft.com/office/drawing/2014/main" id="{4318DA20-CBC9-40C3-B825-1E687E23E0C6}"/>
              </a:ext>
            </a:extLst>
          </p:cNvPr>
          <p:cNvSpPr>
            <a:spLocks xmlns:a="http://schemas.openxmlformats.org/drawingml/2006/main" noGrp="1"/>
          </p:cNvSpPr>
          <p:nvPr/>
        </p:nvSpPr>
        <p:spPr>
          <a:xfrm xmlns:a="http://schemas.openxmlformats.org/drawingml/2006/main">
            <a:off x="609600" y="3105150"/>
            <a:ext cx="46863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단위 테스트 확인">
            <a:extLst xmlns:a="http://schemas.openxmlformats.org/drawingml/2006/main">
              <a:ext uri="{FF2B5EF4-FFF2-40B4-BE49-F238E27FC236}">
                <a16:creationId xmlns:a16="http://schemas.microsoft.com/office/drawing/2014/main" id="{3E01199C-24CA-4034-8C2C-AD244CD4E7AB}"/>
              </a:ext>
            </a:extLst>
          </p:cNvPr>
          <p:cNvSpPr>
            <a:spLocks xmlns:a="http://schemas.openxmlformats.org/drawingml/2006/main" noGrp="1"/>
          </p:cNvSpPr>
          <p:nvPr/>
        </p:nvSpPr>
        <p:spPr>
          <a:xfrm xmlns:a="http://schemas.openxmlformats.org/drawingml/2006/main">
            <a:off x="6096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단위 테스트 확인</a:t>
            </a:r>
          </a:p>
        </p:txBody>
      </p:sp>
      <p:sp>
        <p:nvSpPr>
          <p:cNvPr id="11" name="갱신할 지침">
            <a:extLst xmlns:a="http://schemas.openxmlformats.org/drawingml/2006/main">
              <a:ext uri="{FF2B5EF4-FFF2-40B4-BE49-F238E27FC236}">
                <a16:creationId xmlns:a16="http://schemas.microsoft.com/office/drawing/2014/main" id="{92CD8336-4F5D-4C48-8752-258775550858}"/>
              </a:ext>
            </a:extLst>
          </p:cNvPr>
          <p:cNvSpPr>
            <a:spLocks xmlns:a="http://schemas.openxmlformats.org/drawingml/2006/main" noGrp="1"/>
          </p:cNvSpPr>
          <p:nvPr/>
        </p:nvSpPr>
        <p:spPr>
          <a:xfrm xmlns:a="http://schemas.openxmlformats.org/drawingml/2006/main">
            <a:off x="6896100" y="2619375"/>
            <a:ext cx="46863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갱신할 지침</a:t>
            </a:r>
          </a:p>
        </p:txBody>
      </p:sp>
      <p:sp>
        <p:nvSpPr>
          <p:cNvPr id="12" name="">
            <a:extLst xmlns:a="http://schemas.openxmlformats.org/drawingml/2006/main">
              <a:ext uri="{FF2B5EF4-FFF2-40B4-BE49-F238E27FC236}">
                <a16:creationId xmlns:a16="http://schemas.microsoft.com/office/drawing/2014/main" id="{B7F860F6-DECA-4C9C-90A4-F4A8437714B9}"/>
              </a:ext>
            </a:extLst>
          </p:cNvPr>
          <p:cNvSpPr>
            <a:spLocks xmlns:a="http://schemas.openxmlformats.org/drawingml/2006/main" noGrp="1"/>
          </p:cNvSpPr>
          <p:nvPr/>
        </p:nvSpPr>
        <p:spPr>
          <a:xfrm xmlns:a="http://schemas.openxmlformats.org/drawingml/2006/main">
            <a:off x="6896100" y="3105150"/>
            <a:ext cx="46863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단위 + 통합 테스트 확인">
            <a:extLst xmlns:a="http://schemas.openxmlformats.org/drawingml/2006/main">
              <a:ext uri="{FF2B5EF4-FFF2-40B4-BE49-F238E27FC236}">
                <a16:creationId xmlns:a16="http://schemas.microsoft.com/office/drawing/2014/main" id="{C189E0D2-E9B1-457E-BBBA-816145C33059}"/>
              </a:ext>
            </a:extLst>
          </p:cNvPr>
          <p:cNvSpPr>
            <a:spLocks xmlns:a="http://schemas.openxmlformats.org/drawingml/2006/main" noGrp="1"/>
          </p:cNvSpPr>
          <p:nvPr/>
        </p:nvSpPr>
        <p:spPr>
          <a:xfrm xmlns:a="http://schemas.openxmlformats.org/drawingml/2006/main">
            <a:off x="6896100" y="3305175"/>
            <a:ext cx="46863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단위 + 통합 테스트 확인</a:t>
            </a:r>
          </a:p>
        </p:txBody>
      </p:sp>
      <p:cxnSp>
        <p:nvCxnSpPr>
          <p:cNvPr id="14" name="">
            <a:extLst xmlns:a="http://schemas.openxmlformats.org/drawingml/2006/main">
              <a:ext uri="{FF2B5EF4-FFF2-40B4-BE49-F238E27FC236}">
                <a16:creationId xmlns:a16="http://schemas.microsoft.com/office/drawing/2014/main" id="{9233BCE2-C21C-4410-B233-505875FA4FE8}"/>
              </a:ext>
            </a:extLst>
          </p:cNvPr>
          <p:cNvCxnSpPr/>
          <p:nvPr/>
        </p:nvCxnSpPr>
        <p:spPr>
          <a:xfrm xmlns:a="http://schemas.openxmlformats.org/drawingml/2006/main">
            <a:off x="5562600" y="3581400"/>
            <a:ext cx="9525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8A9971C5-4EB7-4ED0-B9F7-A9A06F5E6FA7}"/>
              </a:ext>
            </a:extLst>
          </p:cNvPr>
          <p:cNvSpPr>
            <a:spLocks xmlns:a="http://schemas.openxmlformats.org/drawingml/2006/main" noGrp="1"/>
          </p:cNvSpPr>
          <p:nvPr/>
        </p:nvSpPr>
        <p:spPr>
          <a:xfrm xmlns:a="http://schemas.openxmlformats.org/drawingml/2006/main">
            <a:off x="60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6" name="갱신 담당">
            <a:extLst xmlns:a="http://schemas.openxmlformats.org/drawingml/2006/main">
              <a:ext uri="{FF2B5EF4-FFF2-40B4-BE49-F238E27FC236}">
                <a16:creationId xmlns:a16="http://schemas.microsoft.com/office/drawing/2014/main" id="{50DA31AD-CC64-4C0E-B65E-DFCCCA762417}"/>
              </a:ext>
            </a:extLst>
          </p:cNvPr>
          <p:cNvSpPr>
            <a:spLocks xmlns:a="http://schemas.openxmlformats.org/drawingml/2006/main" noGrp="1"/>
          </p:cNvSpPr>
          <p:nvPr/>
        </p:nvSpPr>
        <p:spPr>
          <a:xfrm xmlns:a="http://schemas.openxmlformats.org/drawingml/2006/main">
            <a:off x="60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갱신 담당</a:t>
            </a:r>
          </a:p>
        </p:txBody>
      </p:sp>
      <p:sp>
        <p:nvSpPr>
          <p:cNvPr id="17" name="확인된 지침 수정">
            <a:extLst xmlns:a="http://schemas.openxmlformats.org/drawingml/2006/main">
              <a:ext uri="{FF2B5EF4-FFF2-40B4-BE49-F238E27FC236}">
                <a16:creationId xmlns:a16="http://schemas.microsoft.com/office/drawing/2014/main" id="{7A2A4C31-0607-41FC-90B8-E40FCE97A32D}"/>
              </a:ext>
            </a:extLst>
          </p:cNvPr>
          <p:cNvSpPr>
            <a:spLocks xmlns:a="http://schemas.openxmlformats.org/drawingml/2006/main" noGrp="1"/>
          </p:cNvSpPr>
          <p:nvPr/>
        </p:nvSpPr>
        <p:spPr>
          <a:xfrm xmlns:a="http://schemas.openxmlformats.org/drawingml/2006/main">
            <a:off x="60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확인된 지침 수정</a:t>
            </a:r>
          </a:p>
        </p:txBody>
      </p:sp>
      <p:sp>
        <p:nvSpPr>
          <p:cNvPr id="18" name="">
            <a:extLst xmlns:a="http://schemas.openxmlformats.org/drawingml/2006/main">
              <a:ext uri="{FF2B5EF4-FFF2-40B4-BE49-F238E27FC236}">
                <a16:creationId xmlns:a16="http://schemas.microsoft.com/office/drawing/2014/main" id="{1E820245-EB5C-49C9-8113-B05D343A6854}"/>
              </a:ext>
            </a:extLst>
          </p:cNvPr>
          <p:cNvSpPr>
            <a:spLocks xmlns:a="http://schemas.openxmlformats.org/drawingml/2006/main" noGrp="1"/>
          </p:cNvSpPr>
          <p:nvPr/>
        </p:nvSpPr>
        <p:spPr>
          <a:xfrm xmlns:a="http://schemas.openxmlformats.org/drawingml/2006/main">
            <a:off x="441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9" name="검토 담당">
            <a:extLst xmlns:a="http://schemas.openxmlformats.org/drawingml/2006/main">
              <a:ext uri="{FF2B5EF4-FFF2-40B4-BE49-F238E27FC236}">
                <a16:creationId xmlns:a16="http://schemas.microsoft.com/office/drawing/2014/main" id="{EB4BDC7A-9703-4DE5-BC3E-362FB7D98D40}"/>
              </a:ext>
            </a:extLst>
          </p:cNvPr>
          <p:cNvSpPr>
            <a:spLocks xmlns:a="http://schemas.openxmlformats.org/drawingml/2006/main" noGrp="1"/>
          </p:cNvSpPr>
          <p:nvPr/>
        </p:nvSpPr>
        <p:spPr>
          <a:xfrm xmlns:a="http://schemas.openxmlformats.org/drawingml/2006/main">
            <a:off x="441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검토 담당</a:t>
            </a:r>
          </a:p>
        </p:txBody>
      </p:sp>
      <p:sp>
        <p:nvSpPr>
          <p:cNvPr id="20" name="현재 기준·변경 범위 확인">
            <a:extLst xmlns:a="http://schemas.openxmlformats.org/drawingml/2006/main">
              <a:ext uri="{FF2B5EF4-FFF2-40B4-BE49-F238E27FC236}">
                <a16:creationId xmlns:a16="http://schemas.microsoft.com/office/drawing/2014/main" id="{863C122C-CDC0-45EF-B1F4-27DFAEB6DC06}"/>
              </a:ext>
            </a:extLst>
          </p:cNvPr>
          <p:cNvSpPr>
            <a:spLocks xmlns:a="http://schemas.openxmlformats.org/drawingml/2006/main" noGrp="1"/>
          </p:cNvSpPr>
          <p:nvPr/>
        </p:nvSpPr>
        <p:spPr>
          <a:xfrm xmlns:a="http://schemas.openxmlformats.org/drawingml/2006/main">
            <a:off x="441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현재 기준·변경 범위 확인</a:t>
            </a:r>
          </a:p>
        </p:txBody>
      </p:sp>
      <p:sp>
        <p:nvSpPr>
          <p:cNvPr id="21" name="">
            <a:extLst xmlns:a="http://schemas.openxmlformats.org/drawingml/2006/main">
              <a:ext uri="{FF2B5EF4-FFF2-40B4-BE49-F238E27FC236}">
                <a16:creationId xmlns:a16="http://schemas.microsoft.com/office/drawing/2014/main" id="{BD7ED694-DA59-49B1-A939-9A1895B2FC6B}"/>
              </a:ext>
            </a:extLst>
          </p:cNvPr>
          <p:cNvSpPr>
            <a:spLocks xmlns:a="http://schemas.openxmlformats.org/drawingml/2006/main" noGrp="1"/>
          </p:cNvSpPr>
          <p:nvPr/>
        </p:nvSpPr>
        <p:spPr>
          <a:xfrm xmlns:a="http://schemas.openxmlformats.org/drawingml/2006/main">
            <a:off x="8229600" y="4352925"/>
            <a:ext cx="335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2" name="다음 확인">
            <a:extLst xmlns:a="http://schemas.openxmlformats.org/drawingml/2006/main">
              <a:ext uri="{FF2B5EF4-FFF2-40B4-BE49-F238E27FC236}">
                <a16:creationId xmlns:a16="http://schemas.microsoft.com/office/drawing/2014/main" id="{C10BB350-95A1-48B9-A74F-C4D46F4717C3}"/>
              </a:ext>
            </a:extLst>
          </p:cNvPr>
          <p:cNvSpPr>
            <a:spLocks xmlns:a="http://schemas.openxmlformats.org/drawingml/2006/main" noGrp="1"/>
          </p:cNvSpPr>
          <p:nvPr/>
        </p:nvSpPr>
        <p:spPr>
          <a:xfrm xmlns:a="http://schemas.openxmlformats.org/drawingml/2006/main">
            <a:off x="8229600" y="446722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확인</a:t>
            </a:r>
          </a:p>
        </p:txBody>
      </p:sp>
      <p:sp>
        <p:nvSpPr>
          <p:cNvPr id="23" name="같은 작업·대표 작업 평가">
            <a:extLst xmlns:a="http://schemas.openxmlformats.org/drawingml/2006/main">
              <a:ext uri="{FF2B5EF4-FFF2-40B4-BE49-F238E27FC236}">
                <a16:creationId xmlns:a16="http://schemas.microsoft.com/office/drawing/2014/main" id="{25831CE1-55C9-4B87-B382-149B1E31CEEB}"/>
              </a:ext>
            </a:extLst>
          </p:cNvPr>
          <p:cNvSpPr>
            <a:spLocks xmlns:a="http://schemas.openxmlformats.org/drawingml/2006/main" noGrp="1"/>
          </p:cNvSpPr>
          <p:nvPr/>
        </p:nvSpPr>
        <p:spPr>
          <a:xfrm xmlns:a="http://schemas.openxmlformats.org/drawingml/2006/main">
            <a:off x="8229600" y="4905375"/>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작업·대표 작업 평가</a:t>
            </a:r>
          </a:p>
        </p:txBody>
      </p:sp>
      <p:sp>
        <p:nvSpPr>
          <p:cNvPr id="24" name="검토·갱신은 같은 사람이 맡을 수도 있다">
            <a:extLst xmlns:a="http://schemas.openxmlformats.org/drawingml/2006/main">
              <a:ext uri="{FF2B5EF4-FFF2-40B4-BE49-F238E27FC236}">
                <a16:creationId xmlns:a16="http://schemas.microsoft.com/office/drawing/2014/main" id="{C76FF84A-1D7E-4B55-9CF5-2FE68A94BB64}"/>
              </a:ext>
            </a:extLst>
          </p:cNvPr>
          <p:cNvSpPr>
            <a:spLocks xmlns:a="http://schemas.openxmlformats.org/drawingml/2006/main" noGrp="1"/>
          </p:cNvSpPr>
          <p:nvPr/>
        </p:nvSpPr>
        <p:spPr>
          <a:xfrm xmlns:a="http://schemas.openxmlformats.org/drawingml/2006/main">
            <a:off x="609600" y="54292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검토·갱신은 같은 사람이 맡을 수도 있다</a:t>
            </a:r>
          </a:p>
        </p:txBody>
      </p:sp>
      <p:sp>
        <p:nvSpPr>
          <p:cNvPr id="25" name="Legacy module connection">
            <a:extLst xmlns:a="http://schemas.openxmlformats.org/drawingml/2006/main">
              <a:ext uri="{FF2B5EF4-FFF2-40B4-BE49-F238E27FC236}">
                <a16:creationId xmlns:a16="http://schemas.microsoft.com/office/drawing/2014/main" id="{AF212287-9352-45C2-84BF-3A760AB13C8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328503622"/>
      </p:ext>
    </p:extLst>
  </p:cSld>
</p:sld>
</file>

<file path=ppt/slides/slide7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4 · CONCEPTUAL / 평가 범위">
            <a:extLst xmlns:a="http://schemas.openxmlformats.org/drawingml/2006/main">
              <a:ext uri="{FF2B5EF4-FFF2-40B4-BE49-F238E27FC236}">
                <a16:creationId xmlns:a16="http://schemas.microsoft.com/office/drawing/2014/main" id="{65713540-8545-4C93-830F-E6566F1E8DD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범위</a:t>
            </a:r>
          </a:p>
        </p:txBody>
      </p:sp>
      <p:sp>
        <p:nvSpPr>
          <p:cNvPr id="2" name="S79">
            <a:extLst xmlns:a="http://schemas.openxmlformats.org/drawingml/2006/main">
              <a:ext uri="{FF2B5EF4-FFF2-40B4-BE49-F238E27FC236}">
                <a16:creationId xmlns:a16="http://schemas.microsoft.com/office/drawing/2014/main" id="{ED3001AA-D194-4C2C-8D57-EC9777A7836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지침을 고친 뒤, 무엇을 다시 확인할까?">
            <a:extLst xmlns:a="http://schemas.openxmlformats.org/drawingml/2006/main">
              <a:ext uri="{FF2B5EF4-FFF2-40B4-BE49-F238E27FC236}">
                <a16:creationId xmlns:a16="http://schemas.microsoft.com/office/drawing/2014/main" id="{A8A3AACB-5FC1-4C44-B0EA-5D721E310EE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지침을 고친 뒤, 무엇을 다시 확인할까?</a:t>
            </a:r>
          </a:p>
        </p:txBody>
      </p:sp>
      <p:sp>
        <p:nvSpPr>
          <p:cNvPr id="4" name="">
            <a:extLst xmlns:a="http://schemas.openxmlformats.org/drawingml/2006/main">
              <a:ext uri="{FF2B5EF4-FFF2-40B4-BE49-F238E27FC236}">
                <a16:creationId xmlns:a16="http://schemas.microsoft.com/office/drawing/2014/main" id="{FB18E588-43EE-4EBB-A6FD-7421C0F0CF4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지침 변경 뒤 확인할 질문을 설계한 도식">
            <a:extLst xmlns:a="http://schemas.openxmlformats.org/drawingml/2006/main">
              <a:ext uri="{FF2B5EF4-FFF2-40B4-BE49-F238E27FC236}">
                <a16:creationId xmlns:a16="http://schemas.microsoft.com/office/drawing/2014/main" id="{58E72257-83BB-4636-BD00-B9EC23E763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지침 변경 뒤 확인할 질문을 설계한 도식</a:t>
            </a:r>
          </a:p>
        </p:txBody>
      </p:sp>
      <p:sp>
        <p:nvSpPr>
          <p:cNvPr id="6" name="가상 사례 · 실제 변경·재실행·회귀 검증 결과는 없음">
            <a:extLst xmlns:a="http://schemas.openxmlformats.org/drawingml/2006/main">
              <a:ext uri="{FF2B5EF4-FFF2-40B4-BE49-F238E27FC236}">
                <a16:creationId xmlns:a16="http://schemas.microsoft.com/office/drawing/2014/main" id="{A8EF544D-2FB0-464D-AE8C-7098C2D92B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가상 사례 · 실제 변경·재실행·회귀 검증 결과는 없음</a:t>
            </a:r>
          </a:p>
        </p:txBody>
      </p:sp>
      <p:sp>
        <p:nvSpPr>
          <p:cNvPr id="7" name="가정: 단위 테스트 지침을 단위 + 통합 테스트로 갱신했다면">
            <a:extLst xmlns:a="http://schemas.openxmlformats.org/drawingml/2006/main">
              <a:ext uri="{FF2B5EF4-FFF2-40B4-BE49-F238E27FC236}">
                <a16:creationId xmlns:a16="http://schemas.microsoft.com/office/drawing/2014/main" id="{83F38298-E2B1-4CDE-9D86-6D0CF8180FB6}"/>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가정: 단위 테스트 지침을 단위 + 통합 테스트로 갱신했다면</a:t>
            </a:r>
          </a:p>
        </p:txBody>
      </p:sp>
      <p:sp>
        <p:nvSpPr>
          <p:cNvPr id="8" name="같은 작업 다시 확인">
            <a:extLst xmlns:a="http://schemas.openxmlformats.org/drawingml/2006/main">
              <a:ext uri="{FF2B5EF4-FFF2-40B4-BE49-F238E27FC236}">
                <a16:creationId xmlns:a16="http://schemas.microsoft.com/office/drawing/2014/main" id="{868A6CF5-3B06-4113-99B6-DF01531F6AE4}"/>
              </a:ext>
            </a:extLst>
          </p:cNvPr>
          <p:cNvSpPr>
            <a:spLocks xmlns:a="http://schemas.openxmlformats.org/drawingml/2006/main" noGrp="1"/>
          </p:cNvSpPr>
          <p:nvPr/>
        </p:nvSpPr>
        <p:spPr>
          <a:xfrm xmlns:a="http://schemas.openxmlformats.org/drawingml/2006/main">
            <a:off x="609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같은 작업 다시 확인</a:t>
            </a:r>
          </a:p>
        </p:txBody>
      </p:sp>
      <p:sp>
        <p:nvSpPr>
          <p:cNvPr id="9" name="">
            <a:extLst xmlns:a="http://schemas.openxmlformats.org/drawingml/2006/main">
              <a:ext uri="{FF2B5EF4-FFF2-40B4-BE49-F238E27FC236}">
                <a16:creationId xmlns:a16="http://schemas.microsoft.com/office/drawing/2014/main" id="{3A440FFF-AA35-43C9-8B08-77CC159F4AC9}"/>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필요한 단위·통합 검증을&#10;이제 다루는가?">
            <a:extLst xmlns:a="http://schemas.openxmlformats.org/drawingml/2006/main">
              <a:ext uri="{FF2B5EF4-FFF2-40B4-BE49-F238E27FC236}">
                <a16:creationId xmlns:a16="http://schemas.microsoft.com/office/drawing/2014/main" id="{AD8DF746-2227-44A6-A455-D54411AEBC0B}"/>
              </a:ext>
            </a:extLst>
          </p:cNvPr>
          <p:cNvSpPr>
            <a:spLocks xmlns:a="http://schemas.openxmlformats.org/drawingml/2006/main" noGrp="1"/>
          </p:cNvSpPr>
          <p:nvPr/>
        </p:nvSpPr>
        <p:spPr>
          <a:xfrm xmlns:a="http://schemas.openxmlformats.org/drawingml/2006/main">
            <a:off x="609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필요한 단위·통합 검증을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이제 다루는가?</a:t>
            </a:r>
          </a:p>
        </p:txBody>
      </p:sp>
      <p:sp>
        <p:nvSpPr>
          <p:cNvPr id="11" name="이번 변경이 문제를 다루는지">
            <a:extLst xmlns:a="http://schemas.openxmlformats.org/drawingml/2006/main">
              <a:ext uri="{FF2B5EF4-FFF2-40B4-BE49-F238E27FC236}">
                <a16:creationId xmlns:a16="http://schemas.microsoft.com/office/drawing/2014/main" id="{3241A8A5-486F-4973-BA8E-4094FE60DD93}"/>
              </a:ext>
            </a:extLst>
          </p:cNvPr>
          <p:cNvSpPr>
            <a:spLocks xmlns:a="http://schemas.openxmlformats.org/drawingml/2006/main" noGrp="1"/>
          </p:cNvSpPr>
          <p:nvPr/>
        </p:nvSpPr>
        <p:spPr>
          <a:xfrm xmlns:a="http://schemas.openxmlformats.org/drawingml/2006/main">
            <a:off x="609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이번 변경이 문제를 다루는지</a:t>
            </a:r>
          </a:p>
        </p:txBody>
      </p:sp>
      <p:sp>
        <p:nvSpPr>
          <p:cNvPr id="12" name="다른 작업에 적용">
            <a:extLst xmlns:a="http://schemas.openxmlformats.org/drawingml/2006/main">
              <a:ext uri="{FF2B5EF4-FFF2-40B4-BE49-F238E27FC236}">
                <a16:creationId xmlns:a16="http://schemas.microsoft.com/office/drawing/2014/main" id="{1CE7D86F-5CC6-46C8-87E7-FC2A8A9233A9}"/>
              </a:ext>
            </a:extLst>
          </p:cNvPr>
          <p:cNvSpPr>
            <a:spLocks xmlns:a="http://schemas.openxmlformats.org/drawingml/2006/main" noGrp="1"/>
          </p:cNvSpPr>
          <p:nvPr/>
        </p:nvSpPr>
        <p:spPr>
          <a:xfrm xmlns:a="http://schemas.openxmlformats.org/drawingml/2006/main">
            <a:off x="6705600" y="2714625"/>
            <a:ext cx="4876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다른 작업에 적용</a:t>
            </a:r>
          </a:p>
        </p:txBody>
      </p:sp>
      <p:sp>
        <p:nvSpPr>
          <p:cNvPr id="13" name="">
            <a:extLst xmlns:a="http://schemas.openxmlformats.org/drawingml/2006/main">
              <a:ext uri="{FF2B5EF4-FFF2-40B4-BE49-F238E27FC236}">
                <a16:creationId xmlns:a16="http://schemas.microsoft.com/office/drawing/2014/main" id="{6534C7DC-7188-4B99-BECE-A771F1F1401D}"/>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dash"/>
          </a:ln>
        </p:spPr>
      </p:sp>
      <p:sp>
        <p:nvSpPr>
          <p:cNvPr id="14" name="문서만 고치는 작업에도&#10;불필요한 검증을 강요하나?">
            <a:extLst xmlns:a="http://schemas.openxmlformats.org/drawingml/2006/main">
              <a:ext uri="{FF2B5EF4-FFF2-40B4-BE49-F238E27FC236}">
                <a16:creationId xmlns:a16="http://schemas.microsoft.com/office/drawing/2014/main" id="{8FE56B2E-3552-4F0D-A5AD-A0E8B1D18B78}"/>
              </a:ext>
            </a:extLst>
          </p:cNvPr>
          <p:cNvSpPr>
            <a:spLocks xmlns:a="http://schemas.openxmlformats.org/drawingml/2006/main" noGrp="1"/>
          </p:cNvSpPr>
          <p:nvPr/>
        </p:nvSpPr>
        <p:spPr>
          <a:xfrm xmlns:a="http://schemas.openxmlformats.org/drawingml/2006/main">
            <a:off x="6705600" y="3562350"/>
            <a:ext cx="4876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문서만 고치는 작업에도</a:t>
            </a:r>
          </a:p>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불필요한 검증을 강요하나?</a:t>
            </a:r>
          </a:p>
        </p:txBody>
      </p:sp>
      <p:sp>
        <p:nvSpPr>
          <p:cNvPr id="15" name="주변 작업을 방해하지 않는지">
            <a:extLst xmlns:a="http://schemas.openxmlformats.org/drawingml/2006/main">
              <a:ext uri="{FF2B5EF4-FFF2-40B4-BE49-F238E27FC236}">
                <a16:creationId xmlns:a16="http://schemas.microsoft.com/office/drawing/2014/main" id="{3057CE7F-388D-4A5E-8C7A-5B5E00FCE6A6}"/>
              </a:ext>
            </a:extLst>
          </p:cNvPr>
          <p:cNvSpPr>
            <a:spLocks xmlns:a="http://schemas.openxmlformats.org/drawingml/2006/main" noGrp="1"/>
          </p:cNvSpPr>
          <p:nvPr/>
        </p:nvSpPr>
        <p:spPr>
          <a:xfrm xmlns:a="http://schemas.openxmlformats.org/drawingml/2006/main">
            <a:off x="6705600" y="48006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주변 작업을 방해하지 않는지</a:t>
            </a:r>
          </a:p>
        </p:txBody>
      </p:sp>
      <p:sp>
        <p:nvSpPr>
          <p:cNvPr id="16" name="같은 작업의 재확인과, 다른 대표 작업의 영향 평가">
            <a:extLst xmlns:a="http://schemas.openxmlformats.org/drawingml/2006/main">
              <a:ext uri="{FF2B5EF4-FFF2-40B4-BE49-F238E27FC236}">
                <a16:creationId xmlns:a16="http://schemas.microsoft.com/office/drawing/2014/main" id="{444D5DB0-50DD-426A-B83A-C284F882CE7E}"/>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작업의 재확인과, 다른 대표 작업의 영향 평가</a:t>
            </a:r>
          </a:p>
        </p:txBody>
      </p:sp>
      <p:sp>
        <p:nvSpPr>
          <p:cNvPr id="17" name="Legacy module connection">
            <a:extLst xmlns:a="http://schemas.openxmlformats.org/drawingml/2006/main">
              <a:ext uri="{FF2B5EF4-FFF2-40B4-BE49-F238E27FC236}">
                <a16:creationId xmlns:a16="http://schemas.microsoft.com/office/drawing/2014/main" id="{3244BEFC-F510-4999-89F9-4484E9F76C4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33353977"/>
      </p:ext>
    </p:extLst>
  </p:cSld>
</p:sld>
</file>

<file path=ppt/slides/slide8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0" name="ACT 4 · CONCEPTUAL / 평가 작업의 선정">
            <a:extLst xmlns:a="http://schemas.openxmlformats.org/drawingml/2006/main">
              <a:ext uri="{FF2B5EF4-FFF2-40B4-BE49-F238E27FC236}">
                <a16:creationId xmlns:a16="http://schemas.microsoft.com/office/drawing/2014/main" id="{4C79CD14-C54C-434D-B715-9684F41D91A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평가 작업의 선정</a:t>
            </a:r>
          </a:p>
        </p:txBody>
      </p:sp>
      <p:sp>
        <p:nvSpPr>
          <p:cNvPr id="2" name="S80">
            <a:extLst xmlns:a="http://schemas.openxmlformats.org/drawingml/2006/main">
              <a:ext uri="{FF2B5EF4-FFF2-40B4-BE49-F238E27FC236}">
                <a16:creationId xmlns:a16="http://schemas.microsoft.com/office/drawing/2014/main" id="{8E651215-6CE8-497B-8231-8E455E51F80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대표 작업은 서로 다른 위험을 확인한다">
            <a:extLst xmlns:a="http://schemas.openxmlformats.org/drawingml/2006/main">
              <a:ext uri="{FF2B5EF4-FFF2-40B4-BE49-F238E27FC236}">
                <a16:creationId xmlns:a16="http://schemas.microsoft.com/office/drawing/2014/main" id="{4805AEC4-3770-4AC2-B022-EF658D1944E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대표 작업은 서로 다른 위험을 확인한다</a:t>
            </a:r>
          </a:p>
        </p:txBody>
      </p:sp>
      <p:sp>
        <p:nvSpPr>
          <p:cNvPr id="4" name="">
            <a:extLst xmlns:a="http://schemas.openxmlformats.org/drawingml/2006/main">
              <a:ext uri="{FF2B5EF4-FFF2-40B4-BE49-F238E27FC236}">
                <a16:creationId xmlns:a16="http://schemas.microsoft.com/office/drawing/2014/main" id="{49639215-5586-4CD1-8AB8-0B0D34CEAD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10 · EVAL-01~04 평가 설계 · 네 작업 모두 변경 후 실행 결과 없음">
            <a:extLst xmlns:a="http://schemas.openxmlformats.org/drawingml/2006/main">
              <a:ext uri="{FF2B5EF4-FFF2-40B4-BE49-F238E27FC236}">
                <a16:creationId xmlns:a16="http://schemas.microsoft.com/office/drawing/2014/main" id="{E94C86B1-C4CB-441C-B13A-AE3A3DAC33A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DEMO-10 · EVAL-01~04 평가 설계 · 네 작업 모두 변경 후 실행 결과 없음</a:t>
            </a:r>
          </a:p>
        </p:txBody>
      </p:sp>
      <p:sp>
        <p:nvSpPr>
          <p:cNvPr id="6" name="버그·성능은 별도 과거 사례 참고 · 문서·리팩터링은 설계만 있음 · 새 실행·PASS/FAIL 없음">
            <a:extLst xmlns:a="http://schemas.openxmlformats.org/drawingml/2006/main">
              <a:ext uri="{FF2B5EF4-FFF2-40B4-BE49-F238E27FC236}">
                <a16:creationId xmlns:a16="http://schemas.microsoft.com/office/drawing/2014/main" id="{A04D69F2-9630-42F4-8BE3-C7435149043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버그·성능은 별도 과거 사례 참고 · 문서·리팩터링은 설계만 있음 · 새 실행·PASS/FAIL 없음</a:t>
            </a:r>
          </a:p>
        </p:txBody>
      </p:sp>
      <p:sp>
        <p:nvSpPr>
          <p:cNvPr id="7" name="지침을 바꿨다면, 서로 다른 작업에도 적용해 본다">
            <a:extLst xmlns:a="http://schemas.openxmlformats.org/drawingml/2006/main">
              <a:ext uri="{FF2B5EF4-FFF2-40B4-BE49-F238E27FC236}">
                <a16:creationId xmlns:a16="http://schemas.microsoft.com/office/drawing/2014/main" id="{7857F54E-F967-45A7-B1EB-85AFFB35B21F}"/>
              </a:ext>
            </a:extLst>
          </p:cNvPr>
          <p:cNvSpPr>
            <a:spLocks xmlns:a="http://schemas.openxmlformats.org/drawingml/2006/main" noGrp="1"/>
          </p:cNvSpPr>
          <p:nvPr/>
        </p:nvSpPr>
        <p:spPr>
          <a:xfrm xmlns:a="http://schemas.openxmlformats.org/drawingml/2006/main">
            <a:off x="609600" y="180975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지침을 바꿨다면, 서로 다른 작업에도 적용해 본다</a:t>
            </a:r>
          </a:p>
        </p:txBody>
      </p:sp>
      <p:graphicFrame>
        <p:nvGraphicFramePr>
          <p:cNvPr id="8" name="">
            <a:extLst xmlns:a="http://schemas.openxmlformats.org/drawingml/2006/main">
              <a:ext uri="{FF2B5EF4-FFF2-40B4-BE49-F238E27FC236}">
                <a16:creationId xmlns:a16="http://schemas.microsoft.com/office/drawing/2014/main" id="{9521EBDB-1B08-4787-ADC8-502702B17540}"/>
              </a:ext>
            </a:extLst>
          </p:cNvPr>
          <p:cNvGraphicFramePr/>
          <p:nvPr/>
        </p:nvGraphicFramePr>
        <p:xfrm>
          <a:off xmlns:a="http://schemas.openxmlformats.org/drawingml/2006/main" x="609600" y="2514600"/>
          <a:ext xmlns:a="http://schemas.openxmlformats.org/drawingml/2006/main" cx="10972800" cy="2857500"/>
        </p:xfrm>
        <a:graphic xmlns:a="http://schemas.openxmlformats.org/drawingml/2006/main">
          <a:graphicData uri="http://schemas.openxmlformats.org/drawingml/2006/table">
            <a:tbl>
              <a:tblPr firstRow="0" bandRow="0"/>
              <a:tblGrid>
                <a:gridCol w="2286000"/>
                <a:gridCol w="5943600"/>
                <a:gridCol w="2743200"/>
              </a:tblGrid>
              <a:tr h="457200">
                <a:tc>
                  <a:txBody>
                    <a:bodyPr wrap="none">
                      <a:noAutofit/>
                    </a:bodyPr>
                    <a:lstStyle/>
                    <a:p>
                      <a:pPr algn="l"/>
                      <a:r>
                        <a:rPr sz="1875" b="1">
                          <a:solidFill>
                            <a:srgbClr val="0B6172"/>
                          </a:solidFill>
                          <a:latin typeface="Malgun Gothic"/>
                          <a:ea typeface="Malgun Gothic"/>
                          <a:cs typeface="Malgun Gothic"/>
                        </a:rPr>
                        <a:t>작업 종류</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확인하려는 위험</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기존 근거</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600075">
                <a:tc>
                  <a:txBody>
                    <a:bodyPr wrap="none">
                      <a:noAutofit/>
                    </a:bodyPr>
                    <a:lstStyle/>
                    <a:p>
                      <a:pPr algn="l"/>
                      <a:r>
                        <a:rPr sz="1950" b="1">
                          <a:solidFill>
                            <a:srgbClr val="17212B"/>
                          </a:solidFill>
                          <a:latin typeface="Malgun Gothic"/>
                          <a:ea typeface="Malgun Gothic"/>
                          <a:cs typeface="Malgun Gothic"/>
                        </a:rPr>
                        <a:t>버그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동작 명세를 놓치지 않는가?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성능 변경</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측정·검증 범위를 지키는가?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0B6172"/>
                          </a:solidFill>
                          <a:latin typeface="Malgun Gothic"/>
                          <a:ea typeface="Malgun Gothic"/>
                          <a:cs typeface="Malgun Gothic"/>
                        </a:rPr>
                        <a:t>과거 사례 참고</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문서만 수정</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불필요한 절차를 강요하는가?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r h="600075">
                <a:tc>
                  <a:txBody>
                    <a:bodyPr wrap="none">
                      <a:noAutofit/>
                    </a:bodyPr>
                    <a:lstStyle/>
                    <a:p>
                      <a:pPr algn="l"/>
                      <a:r>
                        <a:rPr sz="1950" b="1">
                          <a:solidFill>
                            <a:srgbClr val="17212B"/>
                          </a:solidFill>
                          <a:latin typeface="Malgun Gothic"/>
                          <a:ea typeface="Malgun Gothic"/>
                          <a:cs typeface="Malgun Gothic"/>
                        </a:rPr>
                        <a:t>작은 리팩터링</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950" b="0">
                          <a:solidFill>
                            <a:srgbClr val="17212B"/>
                          </a:solidFill>
                          <a:latin typeface="Malgun Gothic"/>
                          <a:ea typeface="Malgun Gothic"/>
                          <a:cs typeface="Malgun Gothic"/>
                        </a:rPr>
                        <a:t>다른 유효한 작업을 방해하는가?</a:t>
                      </a:r>
                    </a:p>
                  </a:txBody>
                  <a:tcPr marL="91440" marR="91440" marT="45720" marB="45720" anchor="ctr">
                    <a:lnR w="7620">
                      <a:solidFill>
                        <a:srgbClr val="C7D0DA"/>
                      </a:solidFill>
                      <a:prstDash val="solid"/>
                    </a:lnR>
                    <a:lnB w="7620">
                      <a:solidFill>
                        <a:srgbClr val="C7D0DA"/>
                      </a:solidFill>
                      <a:prstDash val="solid"/>
                    </a:lnB>
                    <a:solidFill>
                      <a:srgbClr val="F4F6F8"/>
                    </a:solidFill>
                  </a:tcPr>
                </a:tc>
                <a:tc>
                  <a:txBody>
                    <a:bodyPr wrap="none">
                      <a:noAutofit/>
                    </a:bodyPr>
                    <a:lstStyle/>
                    <a:p>
                      <a:pPr algn="l"/>
                      <a:r>
                        <a:rPr sz="1800" b="0">
                          <a:solidFill>
                            <a:srgbClr val="805400"/>
                          </a:solidFill>
                          <a:latin typeface="Malgun Gothic"/>
                          <a:ea typeface="Malgun Gothic"/>
                          <a:cs typeface="Malgun Gothic"/>
                        </a:rPr>
                        <a:t>평가 설계만 있음</a:t>
                      </a:r>
                    </a:p>
                  </a:txBody>
                  <a:tcPr marL="91440" marR="91440" marT="45720" marB="45720" anchor="ctr">
                    <a:lnR w="7620">
                      <a:solidFill>
                        <a:srgbClr val="C7D0DA"/>
                      </a:solidFill>
                      <a:prstDash val="solid"/>
                    </a:lnR>
                    <a:lnB w="7620">
                      <a:solidFill>
                        <a:srgbClr val="C7D0DA"/>
                      </a:solidFill>
                      <a:prstDash val="solid"/>
                    </a:lnB>
                    <a:solidFill>
                      <a:srgbClr val="F4F6F8"/>
                    </a:solidFill>
                  </a:tcPr>
                </a:tc>
              </a:tr>
            </a:tbl>
          </a:graphicData>
        </a:graphic>
      </p:graphicFrame>
      <p:sp>
        <p:nvSpPr>
          <p:cNvPr id="9" name="Legacy module connection">
            <a:extLst xmlns:a="http://schemas.openxmlformats.org/drawingml/2006/main">
              <a:ext uri="{FF2B5EF4-FFF2-40B4-BE49-F238E27FC236}">
                <a16:creationId xmlns:a16="http://schemas.microsoft.com/office/drawing/2014/main" id="{E11CA256-1A04-4EC8-8EA7-FBD5400D26F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692764417"/>
      </p:ext>
    </p:extLst>
  </p:cSld>
</p:sld>
</file>

<file path=ppt/slides/slide8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CONCEPTUAL / 규칙의 영향과 유지 비용">
            <a:extLst xmlns:a="http://schemas.openxmlformats.org/drawingml/2006/main">
              <a:ext uri="{FF2B5EF4-FFF2-40B4-BE49-F238E27FC236}">
                <a16:creationId xmlns:a16="http://schemas.microsoft.com/office/drawing/2014/main" id="{917BC45A-E6CF-4FA7-B39B-AEC46D96FD6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CONCEPTUAL / 규칙의 영향과 유지 비용</a:t>
            </a:r>
          </a:p>
        </p:txBody>
      </p:sp>
      <p:sp>
        <p:nvSpPr>
          <p:cNvPr id="2" name="S81">
            <a:extLst xmlns:a="http://schemas.openxmlformats.org/drawingml/2006/main">
              <a:ext uri="{FF2B5EF4-FFF2-40B4-BE49-F238E27FC236}">
                <a16:creationId xmlns:a16="http://schemas.microsoft.com/office/drawing/2014/main" id="{E3C60DE1-B9EE-4801-95F8-23C1FC4C9E2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한 작업에 맞춘 규칙,&#10;다른 작업에도 맞을까?">
            <a:extLst xmlns:a="http://schemas.openxmlformats.org/drawingml/2006/main">
              <a:ext uri="{FF2B5EF4-FFF2-40B4-BE49-F238E27FC236}">
                <a16:creationId xmlns:a16="http://schemas.microsoft.com/office/drawing/2014/main" id="{D059CB9C-29A6-41DD-883E-79AA568C1178}"/>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한 작업에 맞춘 규칙,</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다른 작업에도 맞을까?</a:t>
            </a:r>
          </a:p>
        </p:txBody>
      </p:sp>
      <p:sp>
        <p:nvSpPr>
          <p:cNvPr id="4" name="">
            <a:extLst xmlns:a="http://schemas.openxmlformats.org/drawingml/2006/main">
              <a:ext uri="{FF2B5EF4-FFF2-40B4-BE49-F238E27FC236}">
                <a16:creationId xmlns:a16="http://schemas.microsoft.com/office/drawing/2014/main" id="{C7C0CD0F-A0AB-4889-BBE2-4ECAF8F15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DEMO-04A · 특정 작업에만 맞추는 과적합은 교육용 비유">
            <a:extLst xmlns:a="http://schemas.openxmlformats.org/drawingml/2006/main">
              <a:ext uri="{FF2B5EF4-FFF2-40B4-BE49-F238E27FC236}">
                <a16:creationId xmlns:a16="http://schemas.microsoft.com/office/drawing/2014/main" id="{8DB92261-B703-4543-83DC-D61167C649E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DEMO-04A · 특정 작업에만 맞추는 과적합은 교육용 비유</a:t>
            </a:r>
          </a:p>
        </p:txBody>
      </p:sp>
      <p:sp>
        <p:nvSpPr>
          <p:cNvPr id="6" name="아래는 가정의 비교 · 실제 실행·비용 측정 아님 · ML의 통계적 과적합과 동일시하지 않음">
            <a:extLst xmlns:a="http://schemas.openxmlformats.org/drawingml/2006/main">
              <a:ext uri="{FF2B5EF4-FFF2-40B4-BE49-F238E27FC236}">
                <a16:creationId xmlns:a16="http://schemas.microsoft.com/office/drawing/2014/main" id="{6BED213E-01F6-4035-862C-2CF00CFDBE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아래는 가정의 비교 · 실제 실행·비용 측정 아님 · ML의 통계적 과적합과 동일시하지 않음</a:t>
            </a:r>
          </a:p>
        </p:txBody>
      </p:sp>
      <p:sp>
        <p:nvSpPr>
          <p:cNvPr id="7" name="가정: 모든 작업에 통합 테스트를 요구하도록 넓힌다면">
            <a:extLst xmlns:a="http://schemas.openxmlformats.org/drawingml/2006/main">
              <a:ext uri="{FF2B5EF4-FFF2-40B4-BE49-F238E27FC236}">
                <a16:creationId xmlns:a16="http://schemas.microsoft.com/office/drawing/2014/main" id="{CCAF5B5B-844F-41CF-BDD8-3EA93BCD8351}"/>
              </a:ext>
            </a:extLst>
          </p:cNvPr>
          <p:cNvSpPr>
            <a:spLocks xmlns:a="http://schemas.openxmlformats.org/drawingml/2006/main" noGrp="1"/>
          </p:cNvSpPr>
          <p:nvPr/>
        </p:nvSpPr>
        <p:spPr>
          <a:xfrm xmlns:a="http://schemas.openxmlformats.org/drawingml/2006/main">
            <a:off x="609600" y="20574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가정: 모든 작업에 통합 테스트를 요구하도록 넓힌다면</a:t>
            </a:r>
          </a:p>
        </p:txBody>
      </p:sp>
      <p:sp>
        <p:nvSpPr>
          <p:cNvPr id="8" name="전역 지침">
            <a:extLst xmlns:a="http://schemas.openxmlformats.org/drawingml/2006/main">
              <a:ext uri="{FF2B5EF4-FFF2-40B4-BE49-F238E27FC236}">
                <a16:creationId xmlns:a16="http://schemas.microsoft.com/office/drawing/2014/main" id="{31B88D4B-61FF-4DC5-ABDF-DFEB62FC4845}"/>
              </a:ext>
            </a:extLst>
          </p:cNvPr>
          <p:cNvSpPr>
            <a:spLocks xmlns:a="http://schemas.openxmlformats.org/drawingml/2006/main" noGrp="1"/>
          </p:cNvSpPr>
          <p:nvPr/>
        </p:nvSpPr>
        <p:spPr>
          <a:xfrm xmlns:a="http://schemas.openxmlformats.org/drawingml/2006/main">
            <a:off x="609600" y="2914650"/>
            <a:ext cx="335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전역 지침</a:t>
            </a:r>
          </a:p>
        </p:txBody>
      </p:sp>
      <p:sp>
        <p:nvSpPr>
          <p:cNvPr id="9" name="">
            <a:extLst xmlns:a="http://schemas.openxmlformats.org/drawingml/2006/main">
              <a:ext uri="{FF2B5EF4-FFF2-40B4-BE49-F238E27FC236}">
                <a16:creationId xmlns:a16="http://schemas.microsoft.com/office/drawing/2014/main" id="{AD8D32CE-FDDB-4F23-8CB9-4B8B7AC055FC}"/>
              </a:ext>
            </a:extLst>
          </p:cNvPr>
          <p:cNvSpPr>
            <a:spLocks xmlns:a="http://schemas.openxmlformats.org/drawingml/2006/main" noGrp="1"/>
          </p:cNvSpPr>
          <p:nvPr/>
        </p:nvSpPr>
        <p:spPr>
          <a:xfrm xmlns:a="http://schemas.openxmlformats.org/drawingml/2006/main">
            <a:off x="609600" y="3390900"/>
            <a:ext cx="335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10" name="모든 작업에&#10;통합 테스트">
            <a:extLst xmlns:a="http://schemas.openxmlformats.org/drawingml/2006/main">
              <a:ext uri="{FF2B5EF4-FFF2-40B4-BE49-F238E27FC236}">
                <a16:creationId xmlns:a16="http://schemas.microsoft.com/office/drawing/2014/main" id="{2984383B-2742-45A8-9258-EFBB204DFEC5}"/>
              </a:ext>
            </a:extLst>
          </p:cNvPr>
          <p:cNvSpPr>
            <a:spLocks xmlns:a="http://schemas.openxmlformats.org/drawingml/2006/main" noGrp="1"/>
          </p:cNvSpPr>
          <p:nvPr/>
        </p:nvSpPr>
        <p:spPr>
          <a:xfrm xmlns:a="http://schemas.openxmlformats.org/drawingml/2006/main">
            <a:off x="609600" y="3629025"/>
            <a:ext cx="33528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모든 작업에</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통합 테스트</a:t>
            </a:r>
          </a:p>
        </p:txBody>
      </p:sp>
      <p:cxnSp>
        <p:nvCxnSpPr>
          <p:cNvPr id="11" name="">
            <a:extLst xmlns:a="http://schemas.openxmlformats.org/drawingml/2006/main">
              <a:ext uri="{FF2B5EF4-FFF2-40B4-BE49-F238E27FC236}">
                <a16:creationId xmlns:a16="http://schemas.microsoft.com/office/drawing/2014/main" id="{78E57941-72FB-4AA8-9F80-8A86DCE913EC}"/>
              </a:ext>
            </a:extLst>
          </p:cNvPr>
          <p:cNvCxnSpPr/>
          <p:nvPr/>
        </p:nvCxnSpPr>
        <p:spPr>
          <a:xfrm xmlns:a="http://schemas.openxmlformats.org/drawingml/2006/main">
            <a:off x="4171950" y="3933825"/>
            <a:ext cx="11811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
            <a:extLst xmlns:a="http://schemas.openxmlformats.org/drawingml/2006/main">
              <a:ext uri="{FF2B5EF4-FFF2-40B4-BE49-F238E27FC236}">
                <a16:creationId xmlns:a16="http://schemas.microsoft.com/office/drawing/2014/main" id="{9BD465E9-EE0B-42A4-8262-8FE5A1E567AD}"/>
              </a:ext>
            </a:extLst>
          </p:cNvPr>
          <p:cNvSpPr>
            <a:spLocks xmlns:a="http://schemas.openxmlformats.org/drawingml/2006/main" noGrp="1"/>
          </p:cNvSpPr>
          <p:nvPr/>
        </p:nvSpPr>
        <p:spPr>
          <a:xfrm xmlns:a="http://schemas.openxmlformats.org/drawingml/2006/main">
            <a:off x="5353050" y="3171825"/>
            <a:ext cx="0" cy="15240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1A79D7B8-6074-41C0-AE62-5A7DC5CF3F80}"/>
              </a:ext>
            </a:extLst>
          </p:cNvPr>
          <p:cNvCxnSpPr/>
          <p:nvPr/>
        </p:nvCxnSpPr>
        <p:spPr>
          <a:xfrm xmlns:a="http://schemas.openxmlformats.org/drawingml/2006/main">
            <a:off x="5353050" y="3171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5A896101-C7EE-4477-9C56-941F6D5AA322}"/>
              </a:ext>
            </a:extLst>
          </p:cNvPr>
          <p:cNvCxnSpPr/>
          <p:nvPr/>
        </p:nvCxnSpPr>
        <p:spPr>
          <a:xfrm xmlns:a="http://schemas.openxmlformats.org/drawingml/2006/main">
            <a:off x="5353050" y="4695825"/>
            <a:ext cx="971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코드 변경">
            <a:extLst xmlns:a="http://schemas.openxmlformats.org/drawingml/2006/main">
              <a:ext uri="{FF2B5EF4-FFF2-40B4-BE49-F238E27FC236}">
                <a16:creationId xmlns:a16="http://schemas.microsoft.com/office/drawing/2014/main" id="{D6B7A776-F856-429D-83BC-056D9D6C9015}"/>
              </a:ext>
            </a:extLst>
          </p:cNvPr>
          <p:cNvSpPr>
            <a:spLocks xmlns:a="http://schemas.openxmlformats.org/drawingml/2006/main" noGrp="1"/>
          </p:cNvSpPr>
          <p:nvPr/>
        </p:nvSpPr>
        <p:spPr>
          <a:xfrm xmlns:a="http://schemas.openxmlformats.org/drawingml/2006/main">
            <a:off x="6705600" y="2733675"/>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코드 변경</a:t>
            </a:r>
          </a:p>
        </p:txBody>
      </p:sp>
      <p:sp>
        <p:nvSpPr>
          <p:cNvPr id="16" name="필요한 검증 범위를 확인">
            <a:extLst xmlns:a="http://schemas.openxmlformats.org/drawingml/2006/main">
              <a:ext uri="{FF2B5EF4-FFF2-40B4-BE49-F238E27FC236}">
                <a16:creationId xmlns:a16="http://schemas.microsoft.com/office/drawing/2014/main" id="{28211B43-A5E0-4C82-A309-74F1C31E9442}"/>
              </a:ext>
            </a:extLst>
          </p:cNvPr>
          <p:cNvSpPr>
            <a:spLocks xmlns:a="http://schemas.openxmlformats.org/drawingml/2006/main" noGrp="1"/>
          </p:cNvSpPr>
          <p:nvPr/>
        </p:nvSpPr>
        <p:spPr>
          <a:xfrm xmlns:a="http://schemas.openxmlformats.org/drawingml/2006/main">
            <a:off x="6705600" y="319087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필요한 검증 범위를 확인</a:t>
            </a:r>
          </a:p>
        </p:txBody>
      </p:sp>
      <p:sp>
        <p:nvSpPr>
          <p:cNvPr id="17" name="문서만 수정">
            <a:extLst xmlns:a="http://schemas.openxmlformats.org/drawingml/2006/main">
              <a:ext uri="{FF2B5EF4-FFF2-40B4-BE49-F238E27FC236}">
                <a16:creationId xmlns:a16="http://schemas.microsoft.com/office/drawing/2014/main" id="{B674897F-1C64-4935-A49C-E7313E5FA791}"/>
              </a:ext>
            </a:extLst>
          </p:cNvPr>
          <p:cNvSpPr>
            <a:spLocks xmlns:a="http://schemas.openxmlformats.org/drawingml/2006/main" noGrp="1"/>
          </p:cNvSpPr>
          <p:nvPr/>
        </p:nvSpPr>
        <p:spPr>
          <a:xfrm xmlns:a="http://schemas.openxmlformats.org/drawingml/2006/main">
            <a:off x="6705600" y="4191000"/>
            <a:ext cx="4876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문서만 수정</a:t>
            </a:r>
          </a:p>
        </p:txBody>
      </p:sp>
      <p:sp>
        <p:nvSpPr>
          <p:cNvPr id="18" name="불필요한 절차가 될 수 있음">
            <a:extLst xmlns:a="http://schemas.openxmlformats.org/drawingml/2006/main">
              <a:ext uri="{FF2B5EF4-FFF2-40B4-BE49-F238E27FC236}">
                <a16:creationId xmlns:a16="http://schemas.microsoft.com/office/drawing/2014/main" id="{E247610F-B5ED-4839-8326-346CB08F46B1}"/>
              </a:ext>
            </a:extLst>
          </p:cNvPr>
          <p:cNvSpPr>
            <a:spLocks xmlns:a="http://schemas.openxmlformats.org/drawingml/2006/main" noGrp="1"/>
          </p:cNvSpPr>
          <p:nvPr/>
        </p:nvSpPr>
        <p:spPr>
          <a:xfrm xmlns:a="http://schemas.openxmlformats.org/drawingml/2006/main">
            <a:off x="6705600" y="4648200"/>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불필요한 절차가 될 수 있음</a:t>
            </a:r>
          </a:p>
        </p:txBody>
      </p:sp>
      <p:sp>
        <p:nvSpPr>
          <p:cNvPr id="19" name="규칙 누적·충돌·특정 작업 편중을 보고, 원인과 범위에 맞춰 정리">
            <a:extLst xmlns:a="http://schemas.openxmlformats.org/drawingml/2006/main">
              <a:ext uri="{FF2B5EF4-FFF2-40B4-BE49-F238E27FC236}">
                <a16:creationId xmlns:a16="http://schemas.microsoft.com/office/drawing/2014/main" id="{A5322F4F-01EC-4425-8890-0E010EBF2528}"/>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규칙 누적·충돌·특정 작업 편중을 보고, 원인과 범위에 맞춰 정리</a:t>
            </a:r>
          </a:p>
        </p:txBody>
      </p:sp>
      <p:sp>
        <p:nvSpPr>
          <p:cNvPr id="20" name="Legacy module connection">
            <a:extLst xmlns:a="http://schemas.openxmlformats.org/drawingml/2006/main">
              <a:ext uri="{FF2B5EF4-FFF2-40B4-BE49-F238E27FC236}">
                <a16:creationId xmlns:a16="http://schemas.microsoft.com/office/drawing/2014/main" id="{B7D54273-7ABE-4D54-9BF4-697DB29245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250676125"/>
      </p:ext>
    </p:extLst>
  </p:cSld>
</p:sld>
</file>

<file path=ppt/slides/slide8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7" name="ACT 4 · 이 교육의 Loop 운영 모델">
            <a:extLst xmlns:a="http://schemas.openxmlformats.org/drawingml/2006/main">
              <a:ext uri="{FF2B5EF4-FFF2-40B4-BE49-F238E27FC236}">
                <a16:creationId xmlns:a16="http://schemas.microsoft.com/office/drawing/2014/main" id="{2C65C695-EDE1-4704-820D-3ACE82995C0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이 교육의 Loop 운영 모델</a:t>
            </a:r>
          </a:p>
        </p:txBody>
      </p:sp>
      <p:sp>
        <p:nvSpPr>
          <p:cNvPr id="2" name="S82">
            <a:extLst xmlns:a="http://schemas.openxmlformats.org/drawingml/2006/main">
              <a:ext uri="{FF2B5EF4-FFF2-40B4-BE49-F238E27FC236}">
                <a16:creationId xmlns:a16="http://schemas.microsoft.com/office/drawing/2014/main" id="{D6FC7B04-F6DC-4C8B-BAA6-27AF378F03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관찰을 시스템 개선으로 잇는 Loop">
            <a:extLst xmlns:a="http://schemas.openxmlformats.org/drawingml/2006/main">
              <a:ext uri="{FF2B5EF4-FFF2-40B4-BE49-F238E27FC236}">
                <a16:creationId xmlns:a16="http://schemas.microsoft.com/office/drawing/2014/main" id="{1DE1CF06-3C7D-4358-9E9F-DD88A25871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관찰을 시스템 개선으로 잇는 Loop</a:t>
            </a:r>
          </a:p>
        </p:txBody>
      </p:sp>
      <p:sp>
        <p:nvSpPr>
          <p:cNvPr id="4" name="">
            <a:extLst xmlns:a="http://schemas.openxmlformats.org/drawingml/2006/main">
              <a:ext uri="{FF2B5EF4-FFF2-40B4-BE49-F238E27FC236}">
                <a16:creationId xmlns:a16="http://schemas.microsoft.com/office/drawing/2014/main" id="{14BEFA72-D156-48D2-9AD0-5DC55279263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앞선 가상 사례를 정리한 운영 모델">
            <a:extLst xmlns:a="http://schemas.openxmlformats.org/drawingml/2006/main">
              <a:ext uri="{FF2B5EF4-FFF2-40B4-BE49-F238E27FC236}">
                <a16:creationId xmlns:a16="http://schemas.microsoft.com/office/drawing/2014/main" id="{DD3B8EC7-F4DC-4DDC-9768-1EF5498009A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앞선 가상 사례를 정리한 운영 모델</a:t>
            </a:r>
          </a:p>
        </p:txBody>
      </p:sp>
      <p:sp>
        <p:nvSpPr>
          <p:cNvPr id="6" name="실제 실행·수정·평가 결과 없음 · 자동 학습이나 관찰된 Product Loop가 아님">
            <a:extLst xmlns:a="http://schemas.openxmlformats.org/drawingml/2006/main">
              <a:ext uri="{FF2B5EF4-FFF2-40B4-BE49-F238E27FC236}">
                <a16:creationId xmlns:a16="http://schemas.microsoft.com/office/drawing/2014/main" id="{26B0FFD6-68CB-4FAF-A4EC-D12201102CD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실행·수정·평가 결과 없음 · 자동 학습이나 관찰된 Product Loop가 아님</a:t>
            </a:r>
          </a:p>
        </p:txBody>
      </p:sp>
      <p:sp>
        <p:nvSpPr>
          <p:cNvPr id="7" name="앞 단계에서 얻은 근거로, 다음 단계의 판단을 한다">
            <a:extLst xmlns:a="http://schemas.openxmlformats.org/drawingml/2006/main">
              <a:ext uri="{FF2B5EF4-FFF2-40B4-BE49-F238E27FC236}">
                <a16:creationId xmlns:a16="http://schemas.microsoft.com/office/drawing/2014/main" id="{9C582446-DC08-4063-8FA5-1E5B1675297D}"/>
              </a:ext>
            </a:extLst>
          </p:cNvPr>
          <p:cNvSpPr>
            <a:spLocks xmlns:a="http://schemas.openxmlformats.org/drawingml/2006/main" noGrp="1"/>
          </p:cNvSpPr>
          <p:nvPr/>
        </p:nvSpPr>
        <p:spPr>
          <a:xfrm xmlns:a="http://schemas.openxmlformats.org/drawingml/2006/main">
            <a:off x="609600" y="178117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앞 단계에서 얻은 근거로, 다음 단계의 판단을 한다</a:t>
            </a:r>
          </a:p>
        </p:txBody>
      </p:sp>
      <p:sp>
        <p:nvSpPr>
          <p:cNvPr id="8" name="01">
            <a:extLst xmlns:a="http://schemas.openxmlformats.org/drawingml/2006/main">
              <a:ext uri="{FF2B5EF4-FFF2-40B4-BE49-F238E27FC236}">
                <a16:creationId xmlns:a16="http://schemas.microsoft.com/office/drawing/2014/main" id="{AD58E8E2-614A-4E90-9FB1-65EB8DD3D58F}"/>
              </a:ext>
            </a:extLst>
          </p:cNvPr>
          <p:cNvSpPr>
            <a:spLocks xmlns:a="http://schemas.openxmlformats.org/drawingml/2006/main" noGrp="1"/>
          </p:cNvSpPr>
          <p:nvPr/>
        </p:nvSpPr>
        <p:spPr>
          <a:xfrm xmlns:a="http://schemas.openxmlformats.org/drawingml/2006/main">
            <a:off x="6096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9" name="">
            <a:extLst xmlns:a="http://schemas.openxmlformats.org/drawingml/2006/main">
              <a:ext uri="{FF2B5EF4-FFF2-40B4-BE49-F238E27FC236}">
                <a16:creationId xmlns:a16="http://schemas.microsoft.com/office/drawing/2014/main" id="{E35E3EF5-CCBD-459D-ABAD-B64315B0F0EE}"/>
              </a:ext>
            </a:extLst>
          </p:cNvPr>
          <p:cNvSpPr>
            <a:spLocks xmlns:a="http://schemas.openxmlformats.org/drawingml/2006/main" noGrp="1"/>
          </p:cNvSpPr>
          <p:nvPr/>
        </p:nvSpPr>
        <p:spPr>
          <a:xfrm xmlns:a="http://schemas.openxmlformats.org/drawingml/2006/main">
            <a:off x="6096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실행">
            <a:extLst xmlns:a="http://schemas.openxmlformats.org/drawingml/2006/main">
              <a:ext uri="{FF2B5EF4-FFF2-40B4-BE49-F238E27FC236}">
                <a16:creationId xmlns:a16="http://schemas.microsoft.com/office/drawing/2014/main" id="{FBD7A6D0-C613-411C-B691-C54182A9DCB6}"/>
              </a:ext>
            </a:extLst>
          </p:cNvPr>
          <p:cNvSpPr>
            <a:spLocks xmlns:a="http://schemas.openxmlformats.org/drawingml/2006/main" noGrp="1"/>
          </p:cNvSpPr>
          <p:nvPr/>
        </p:nvSpPr>
        <p:spPr>
          <a:xfrm xmlns:a="http://schemas.openxmlformats.org/drawingml/2006/main">
            <a:off x="6096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1" name="요청·지침대로&#10;무엇을 했나?">
            <a:extLst xmlns:a="http://schemas.openxmlformats.org/drawingml/2006/main">
              <a:ext uri="{FF2B5EF4-FFF2-40B4-BE49-F238E27FC236}">
                <a16:creationId xmlns:a16="http://schemas.microsoft.com/office/drawing/2014/main" id="{1291BB24-7CAF-429B-9B26-F97CE93F15FE}"/>
              </a:ext>
            </a:extLst>
          </p:cNvPr>
          <p:cNvSpPr>
            <a:spLocks xmlns:a="http://schemas.openxmlformats.org/drawingml/2006/main" noGrp="1"/>
          </p:cNvSpPr>
          <p:nvPr/>
        </p:nvSpPr>
        <p:spPr>
          <a:xfrm xmlns:a="http://schemas.openxmlformats.org/drawingml/2006/main">
            <a:off x="6096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요청·지침대로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무엇을 했나?</a:t>
            </a:r>
          </a:p>
        </p:txBody>
      </p:sp>
      <p:sp>
        <p:nvSpPr>
          <p:cNvPr id="12" name="">
            <a:extLst xmlns:a="http://schemas.openxmlformats.org/drawingml/2006/main">
              <a:ext uri="{FF2B5EF4-FFF2-40B4-BE49-F238E27FC236}">
                <a16:creationId xmlns:a16="http://schemas.microsoft.com/office/drawing/2014/main" id="{C4FB575F-9EEB-41D1-A17F-2E7AEE2453D3}"/>
              </a:ext>
            </a:extLst>
          </p:cNvPr>
          <p:cNvSpPr>
            <a:spLocks xmlns:a="http://schemas.openxmlformats.org/drawingml/2006/main" noGrp="1"/>
          </p:cNvSpPr>
          <p:nvPr/>
        </p:nvSpPr>
        <p:spPr>
          <a:xfrm xmlns:a="http://schemas.openxmlformats.org/drawingml/2006/main">
            <a:off x="6096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수행한 작업의&#10;기록">
            <a:extLst xmlns:a="http://schemas.openxmlformats.org/drawingml/2006/main">
              <a:ext uri="{FF2B5EF4-FFF2-40B4-BE49-F238E27FC236}">
                <a16:creationId xmlns:a16="http://schemas.microsoft.com/office/drawing/2014/main" id="{445E3847-074D-4144-B4D9-6443F7C5612B}"/>
              </a:ext>
            </a:extLst>
          </p:cNvPr>
          <p:cNvSpPr>
            <a:spLocks xmlns:a="http://schemas.openxmlformats.org/drawingml/2006/main" noGrp="1"/>
          </p:cNvSpPr>
          <p:nvPr/>
        </p:nvSpPr>
        <p:spPr>
          <a:xfrm xmlns:a="http://schemas.openxmlformats.org/drawingml/2006/main">
            <a:off x="7048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수행한 작업의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기록</a:t>
            </a:r>
          </a:p>
        </p:txBody>
      </p:sp>
      <p:cxnSp>
        <p:nvCxnSpPr>
          <p:cNvPr id="14" name="">
            <a:extLst xmlns:a="http://schemas.openxmlformats.org/drawingml/2006/main">
              <a:ext uri="{FF2B5EF4-FFF2-40B4-BE49-F238E27FC236}">
                <a16:creationId xmlns:a16="http://schemas.microsoft.com/office/drawing/2014/main" id="{C2ACCA8F-C335-4D09-8D2C-BF2E294AC4C9}"/>
              </a:ext>
            </a:extLst>
          </p:cNvPr>
          <p:cNvCxnSpPr/>
          <p:nvPr/>
        </p:nvCxnSpPr>
        <p:spPr>
          <a:xfrm xmlns:a="http://schemas.openxmlformats.org/drawingml/2006/main">
            <a:off x="26479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02">
            <a:extLst xmlns:a="http://schemas.openxmlformats.org/drawingml/2006/main">
              <a:ext uri="{FF2B5EF4-FFF2-40B4-BE49-F238E27FC236}">
                <a16:creationId xmlns:a16="http://schemas.microsoft.com/office/drawing/2014/main" id="{E84D4C6D-E769-4683-B1E4-B9AE6CF0C888}"/>
              </a:ext>
            </a:extLst>
          </p:cNvPr>
          <p:cNvSpPr>
            <a:spLocks xmlns:a="http://schemas.openxmlformats.org/drawingml/2006/main" noGrp="1"/>
          </p:cNvSpPr>
          <p:nvPr/>
        </p:nvSpPr>
        <p:spPr>
          <a:xfrm xmlns:a="http://schemas.openxmlformats.org/drawingml/2006/main">
            <a:off x="28575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6" name="">
            <a:extLst xmlns:a="http://schemas.openxmlformats.org/drawingml/2006/main">
              <a:ext uri="{FF2B5EF4-FFF2-40B4-BE49-F238E27FC236}">
                <a16:creationId xmlns:a16="http://schemas.microsoft.com/office/drawing/2014/main" id="{AE00CE27-854A-44B4-8F5C-8371FA84794A}"/>
              </a:ext>
            </a:extLst>
          </p:cNvPr>
          <p:cNvSpPr>
            <a:spLocks xmlns:a="http://schemas.openxmlformats.org/drawingml/2006/main" noGrp="1"/>
          </p:cNvSpPr>
          <p:nvPr/>
        </p:nvSpPr>
        <p:spPr>
          <a:xfrm xmlns:a="http://schemas.openxmlformats.org/drawingml/2006/main">
            <a:off x="28575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7" name="관찰">
            <a:extLst xmlns:a="http://schemas.openxmlformats.org/drawingml/2006/main">
              <a:ext uri="{FF2B5EF4-FFF2-40B4-BE49-F238E27FC236}">
                <a16:creationId xmlns:a16="http://schemas.microsoft.com/office/drawing/2014/main" id="{4AC406E4-5E7E-4338-BD9B-C0B736E308F6}"/>
              </a:ext>
            </a:extLst>
          </p:cNvPr>
          <p:cNvSpPr>
            <a:spLocks xmlns:a="http://schemas.openxmlformats.org/drawingml/2006/main" noGrp="1"/>
          </p:cNvSpPr>
          <p:nvPr/>
        </p:nvSpPr>
        <p:spPr>
          <a:xfrm xmlns:a="http://schemas.openxmlformats.org/drawingml/2006/main">
            <a:off x="28575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8" name="기준과 무엇이&#10;달랐나?">
            <a:extLst xmlns:a="http://schemas.openxmlformats.org/drawingml/2006/main">
              <a:ext uri="{FF2B5EF4-FFF2-40B4-BE49-F238E27FC236}">
                <a16:creationId xmlns:a16="http://schemas.microsoft.com/office/drawing/2014/main" id="{8D2FA8AB-2611-4B91-B30D-3CF089015783}"/>
              </a:ext>
            </a:extLst>
          </p:cNvPr>
          <p:cNvSpPr>
            <a:spLocks xmlns:a="http://schemas.openxmlformats.org/drawingml/2006/main" noGrp="1"/>
          </p:cNvSpPr>
          <p:nvPr/>
        </p:nvSpPr>
        <p:spPr>
          <a:xfrm xmlns:a="http://schemas.openxmlformats.org/drawingml/2006/main">
            <a:off x="28575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기준과 무엇이</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달랐나?</a:t>
            </a:r>
          </a:p>
        </p:txBody>
      </p:sp>
      <p:sp>
        <p:nvSpPr>
          <p:cNvPr id="19" name="">
            <a:extLst xmlns:a="http://schemas.openxmlformats.org/drawingml/2006/main">
              <a:ext uri="{FF2B5EF4-FFF2-40B4-BE49-F238E27FC236}">
                <a16:creationId xmlns:a16="http://schemas.microsoft.com/office/drawing/2014/main" id="{B2D83BE8-978E-4A83-ADCD-24E28A3620F2}"/>
              </a:ext>
            </a:extLst>
          </p:cNvPr>
          <p:cNvSpPr>
            <a:spLocks xmlns:a="http://schemas.openxmlformats.org/drawingml/2006/main" noGrp="1"/>
          </p:cNvSpPr>
          <p:nvPr/>
        </p:nvSpPr>
        <p:spPr>
          <a:xfrm xmlns:a="http://schemas.openxmlformats.org/drawingml/2006/main">
            <a:off x="28575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현재 기준과의&#10;차이">
            <a:extLst xmlns:a="http://schemas.openxmlformats.org/drawingml/2006/main">
              <a:ext uri="{FF2B5EF4-FFF2-40B4-BE49-F238E27FC236}">
                <a16:creationId xmlns:a16="http://schemas.microsoft.com/office/drawing/2014/main" id="{1595BAE3-3CDE-4BB3-83BF-BC1C143A512B}"/>
              </a:ext>
            </a:extLst>
          </p:cNvPr>
          <p:cNvSpPr>
            <a:spLocks xmlns:a="http://schemas.openxmlformats.org/drawingml/2006/main" noGrp="1"/>
          </p:cNvSpPr>
          <p:nvPr/>
        </p:nvSpPr>
        <p:spPr>
          <a:xfrm xmlns:a="http://schemas.openxmlformats.org/drawingml/2006/main">
            <a:off x="29527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현재 기준과의</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차이</a:t>
            </a:r>
          </a:p>
        </p:txBody>
      </p:sp>
      <p:cxnSp>
        <p:nvCxnSpPr>
          <p:cNvPr id="21" name="">
            <a:extLst xmlns:a="http://schemas.openxmlformats.org/drawingml/2006/main">
              <a:ext uri="{FF2B5EF4-FFF2-40B4-BE49-F238E27FC236}">
                <a16:creationId xmlns:a16="http://schemas.microsoft.com/office/drawing/2014/main" id="{DF81606C-3E54-464C-BBE2-43F2CC2AE42B}"/>
              </a:ext>
            </a:extLst>
          </p:cNvPr>
          <p:cNvCxnSpPr/>
          <p:nvPr/>
        </p:nvCxnSpPr>
        <p:spPr>
          <a:xfrm xmlns:a="http://schemas.openxmlformats.org/drawingml/2006/main">
            <a:off x="48958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03">
            <a:extLst xmlns:a="http://schemas.openxmlformats.org/drawingml/2006/main">
              <a:ext uri="{FF2B5EF4-FFF2-40B4-BE49-F238E27FC236}">
                <a16:creationId xmlns:a16="http://schemas.microsoft.com/office/drawing/2014/main" id="{462B9CD5-9E85-4C20-BB05-F1683828A8C7}"/>
              </a:ext>
            </a:extLst>
          </p:cNvPr>
          <p:cNvSpPr>
            <a:spLocks xmlns:a="http://schemas.openxmlformats.org/drawingml/2006/main" noGrp="1"/>
          </p:cNvSpPr>
          <p:nvPr/>
        </p:nvSpPr>
        <p:spPr>
          <a:xfrm xmlns:a="http://schemas.openxmlformats.org/drawingml/2006/main">
            <a:off x="51054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3" name="">
            <a:extLst xmlns:a="http://schemas.openxmlformats.org/drawingml/2006/main">
              <a:ext uri="{FF2B5EF4-FFF2-40B4-BE49-F238E27FC236}">
                <a16:creationId xmlns:a16="http://schemas.microsoft.com/office/drawing/2014/main" id="{C01EAB10-AA68-4D93-8A54-9E02F1C6BE05}"/>
              </a:ext>
            </a:extLst>
          </p:cNvPr>
          <p:cNvSpPr>
            <a:spLocks xmlns:a="http://schemas.openxmlformats.org/drawingml/2006/main" noGrp="1"/>
          </p:cNvSpPr>
          <p:nvPr/>
        </p:nvSpPr>
        <p:spPr>
          <a:xfrm xmlns:a="http://schemas.openxmlformats.org/drawingml/2006/main">
            <a:off x="51054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4" name="원인 판단">
            <a:extLst xmlns:a="http://schemas.openxmlformats.org/drawingml/2006/main">
              <a:ext uri="{FF2B5EF4-FFF2-40B4-BE49-F238E27FC236}">
                <a16:creationId xmlns:a16="http://schemas.microsoft.com/office/drawing/2014/main" id="{60EF3134-D593-41A7-ACE8-AF4132B4CA0C}"/>
              </a:ext>
            </a:extLst>
          </p:cNvPr>
          <p:cNvSpPr>
            <a:spLocks xmlns:a="http://schemas.openxmlformats.org/drawingml/2006/main" noGrp="1"/>
          </p:cNvSpPr>
          <p:nvPr/>
        </p:nvSpPr>
        <p:spPr>
          <a:xfrm xmlns:a="http://schemas.openxmlformats.org/drawingml/2006/main">
            <a:off x="51054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5" name="무슨 근거로&#10;판단하나?">
            <a:extLst xmlns:a="http://schemas.openxmlformats.org/drawingml/2006/main">
              <a:ext uri="{FF2B5EF4-FFF2-40B4-BE49-F238E27FC236}">
                <a16:creationId xmlns:a16="http://schemas.microsoft.com/office/drawing/2014/main" id="{5FBDDE4D-3890-4DBB-8506-F166CAFA5206}"/>
              </a:ext>
            </a:extLst>
          </p:cNvPr>
          <p:cNvSpPr>
            <a:spLocks xmlns:a="http://schemas.openxmlformats.org/drawingml/2006/main" noGrp="1"/>
          </p:cNvSpPr>
          <p:nvPr/>
        </p:nvSpPr>
        <p:spPr>
          <a:xfrm xmlns:a="http://schemas.openxmlformats.org/drawingml/2006/main">
            <a:off x="51054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무슨 근거로</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판단하나?</a:t>
            </a:r>
          </a:p>
        </p:txBody>
      </p:sp>
      <p:sp>
        <p:nvSpPr>
          <p:cNvPr id="26" name="">
            <a:extLst xmlns:a="http://schemas.openxmlformats.org/drawingml/2006/main">
              <a:ext uri="{FF2B5EF4-FFF2-40B4-BE49-F238E27FC236}">
                <a16:creationId xmlns:a16="http://schemas.microsoft.com/office/drawing/2014/main" id="{792A3644-6612-41C8-A4A1-E3BAC4FF49C6}"/>
              </a:ext>
            </a:extLst>
          </p:cNvPr>
          <p:cNvSpPr>
            <a:spLocks xmlns:a="http://schemas.openxmlformats.org/drawingml/2006/main" noGrp="1"/>
          </p:cNvSpPr>
          <p:nvPr/>
        </p:nvSpPr>
        <p:spPr>
          <a:xfrm xmlns:a="http://schemas.openxmlformats.org/drawingml/2006/main">
            <a:off x="51054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확인한 원인과&#10;남은 가설">
            <a:extLst xmlns:a="http://schemas.openxmlformats.org/drawingml/2006/main">
              <a:ext uri="{FF2B5EF4-FFF2-40B4-BE49-F238E27FC236}">
                <a16:creationId xmlns:a16="http://schemas.microsoft.com/office/drawing/2014/main" id="{1FDC3B06-232A-4877-A09A-8039C9D1A955}"/>
              </a:ext>
            </a:extLst>
          </p:cNvPr>
          <p:cNvSpPr>
            <a:spLocks xmlns:a="http://schemas.openxmlformats.org/drawingml/2006/main" noGrp="1"/>
          </p:cNvSpPr>
          <p:nvPr/>
        </p:nvSpPr>
        <p:spPr>
          <a:xfrm xmlns:a="http://schemas.openxmlformats.org/drawingml/2006/main">
            <a:off x="52006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원인과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가설</a:t>
            </a:r>
          </a:p>
        </p:txBody>
      </p:sp>
      <p:cxnSp>
        <p:nvCxnSpPr>
          <p:cNvPr id="28" name="">
            <a:extLst xmlns:a="http://schemas.openxmlformats.org/drawingml/2006/main">
              <a:ext uri="{FF2B5EF4-FFF2-40B4-BE49-F238E27FC236}">
                <a16:creationId xmlns:a16="http://schemas.microsoft.com/office/drawing/2014/main" id="{EA0A9889-311C-4F0B-8B4D-AE00B3ED0C4E}"/>
              </a:ext>
            </a:extLst>
          </p:cNvPr>
          <p:cNvCxnSpPr/>
          <p:nvPr/>
        </p:nvCxnSpPr>
        <p:spPr>
          <a:xfrm xmlns:a="http://schemas.openxmlformats.org/drawingml/2006/main">
            <a:off x="71437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4">
            <a:extLst xmlns:a="http://schemas.openxmlformats.org/drawingml/2006/main">
              <a:ext uri="{FF2B5EF4-FFF2-40B4-BE49-F238E27FC236}">
                <a16:creationId xmlns:a16="http://schemas.microsoft.com/office/drawing/2014/main" id="{C6578546-6DED-4681-8674-AF0E4A3E399A}"/>
              </a:ext>
            </a:extLst>
          </p:cNvPr>
          <p:cNvSpPr>
            <a:spLocks xmlns:a="http://schemas.openxmlformats.org/drawingml/2006/main" noGrp="1"/>
          </p:cNvSpPr>
          <p:nvPr/>
        </p:nvSpPr>
        <p:spPr>
          <a:xfrm xmlns:a="http://schemas.openxmlformats.org/drawingml/2006/main">
            <a:off x="73533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30" name="">
            <a:extLst xmlns:a="http://schemas.openxmlformats.org/drawingml/2006/main">
              <a:ext uri="{FF2B5EF4-FFF2-40B4-BE49-F238E27FC236}">
                <a16:creationId xmlns:a16="http://schemas.microsoft.com/office/drawing/2014/main" id="{C4869BC3-DDE2-4352-AE80-A5B7EE41CBC0}"/>
              </a:ext>
            </a:extLst>
          </p:cNvPr>
          <p:cNvSpPr>
            <a:spLocks xmlns:a="http://schemas.openxmlformats.org/drawingml/2006/main" noGrp="1"/>
          </p:cNvSpPr>
          <p:nvPr/>
        </p:nvSpPr>
        <p:spPr>
          <a:xfrm xmlns:a="http://schemas.openxmlformats.org/drawingml/2006/main">
            <a:off x="73533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시스템 변경">
            <a:extLst xmlns:a="http://schemas.openxmlformats.org/drawingml/2006/main">
              <a:ext uri="{FF2B5EF4-FFF2-40B4-BE49-F238E27FC236}">
                <a16:creationId xmlns:a16="http://schemas.microsoft.com/office/drawing/2014/main" id="{1D61F4E8-77F2-4926-869B-2C751F3A4DC6}"/>
              </a:ext>
            </a:extLst>
          </p:cNvPr>
          <p:cNvSpPr>
            <a:spLocks xmlns:a="http://schemas.openxmlformats.org/drawingml/2006/main" noGrp="1"/>
          </p:cNvSpPr>
          <p:nvPr/>
        </p:nvSpPr>
        <p:spPr>
          <a:xfrm xmlns:a="http://schemas.openxmlformats.org/drawingml/2006/main">
            <a:off x="73533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32" name="어느 출처를&#10;얼마나 바꾸나?">
            <a:extLst xmlns:a="http://schemas.openxmlformats.org/drawingml/2006/main">
              <a:ext uri="{FF2B5EF4-FFF2-40B4-BE49-F238E27FC236}">
                <a16:creationId xmlns:a16="http://schemas.microsoft.com/office/drawing/2014/main" id="{D78AB016-AF3D-447E-AFB2-E96ED5E67D3B}"/>
              </a:ext>
            </a:extLst>
          </p:cNvPr>
          <p:cNvSpPr>
            <a:spLocks xmlns:a="http://schemas.openxmlformats.org/drawingml/2006/main" noGrp="1"/>
          </p:cNvSpPr>
          <p:nvPr/>
        </p:nvSpPr>
        <p:spPr>
          <a:xfrm xmlns:a="http://schemas.openxmlformats.org/drawingml/2006/main">
            <a:off x="73533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어느 출처를</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얼마나 바꾸나?</a:t>
            </a:r>
          </a:p>
        </p:txBody>
      </p:sp>
      <p:sp>
        <p:nvSpPr>
          <p:cNvPr id="33" name="">
            <a:extLst xmlns:a="http://schemas.openxmlformats.org/drawingml/2006/main">
              <a:ext uri="{FF2B5EF4-FFF2-40B4-BE49-F238E27FC236}">
                <a16:creationId xmlns:a16="http://schemas.microsoft.com/office/drawing/2014/main" id="{AC5FF63B-D2A0-4707-938C-E0BCC92BC9B4}"/>
              </a:ext>
            </a:extLst>
          </p:cNvPr>
          <p:cNvSpPr>
            <a:spLocks xmlns:a="http://schemas.openxmlformats.org/drawingml/2006/main" noGrp="1"/>
          </p:cNvSpPr>
          <p:nvPr/>
        </p:nvSpPr>
        <p:spPr>
          <a:xfrm xmlns:a="http://schemas.openxmlformats.org/drawingml/2006/main">
            <a:off x="73533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4" name="사람이 검토한&#10;출처·변경 범위">
            <a:extLst xmlns:a="http://schemas.openxmlformats.org/drawingml/2006/main">
              <a:ext uri="{FF2B5EF4-FFF2-40B4-BE49-F238E27FC236}">
                <a16:creationId xmlns:a16="http://schemas.microsoft.com/office/drawing/2014/main" id="{F20DFF4B-8B67-48F9-8EB1-5F394BCACA43}"/>
              </a:ext>
            </a:extLst>
          </p:cNvPr>
          <p:cNvSpPr>
            <a:spLocks xmlns:a="http://schemas.openxmlformats.org/drawingml/2006/main" noGrp="1"/>
          </p:cNvSpPr>
          <p:nvPr/>
        </p:nvSpPr>
        <p:spPr>
          <a:xfrm xmlns:a="http://schemas.openxmlformats.org/drawingml/2006/main">
            <a:off x="74485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사람이 검토한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출처·변경 범위</a:t>
            </a:r>
          </a:p>
        </p:txBody>
      </p:sp>
      <p:cxnSp>
        <p:nvCxnSpPr>
          <p:cNvPr id="35" name="">
            <a:extLst xmlns:a="http://schemas.openxmlformats.org/drawingml/2006/main">
              <a:ext uri="{FF2B5EF4-FFF2-40B4-BE49-F238E27FC236}">
                <a16:creationId xmlns:a16="http://schemas.microsoft.com/office/drawing/2014/main" id="{2D75F2A7-4FF7-431A-AE12-9EC0A044138D}"/>
              </a:ext>
            </a:extLst>
          </p:cNvPr>
          <p:cNvCxnSpPr/>
          <p:nvPr/>
        </p:nvCxnSpPr>
        <p:spPr>
          <a:xfrm xmlns:a="http://schemas.openxmlformats.org/drawingml/2006/main">
            <a:off x="9391650" y="31718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6" name="05">
            <a:extLst xmlns:a="http://schemas.openxmlformats.org/drawingml/2006/main">
              <a:ext uri="{FF2B5EF4-FFF2-40B4-BE49-F238E27FC236}">
                <a16:creationId xmlns:a16="http://schemas.microsoft.com/office/drawing/2014/main" id="{54DB0DBE-B814-4A2D-9486-0E060DA35CD2}"/>
              </a:ext>
            </a:extLst>
          </p:cNvPr>
          <p:cNvSpPr>
            <a:spLocks xmlns:a="http://schemas.openxmlformats.org/drawingml/2006/main" noGrp="1"/>
          </p:cNvSpPr>
          <p:nvPr/>
        </p:nvSpPr>
        <p:spPr>
          <a:xfrm xmlns:a="http://schemas.openxmlformats.org/drawingml/2006/main">
            <a:off x="9601200" y="2409825"/>
            <a:ext cx="1981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7" name="">
            <a:extLst xmlns:a="http://schemas.openxmlformats.org/drawingml/2006/main">
              <a:ext uri="{FF2B5EF4-FFF2-40B4-BE49-F238E27FC236}">
                <a16:creationId xmlns:a16="http://schemas.microsoft.com/office/drawing/2014/main" id="{032AF888-DA21-4D43-9901-301282699349}"/>
              </a:ext>
            </a:extLst>
          </p:cNvPr>
          <p:cNvSpPr>
            <a:spLocks xmlns:a="http://schemas.openxmlformats.org/drawingml/2006/main" noGrp="1"/>
          </p:cNvSpPr>
          <p:nvPr/>
        </p:nvSpPr>
        <p:spPr>
          <a:xfrm xmlns:a="http://schemas.openxmlformats.org/drawingml/2006/main">
            <a:off x="9601200" y="282892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8" name="재평가">
            <a:extLst xmlns:a="http://schemas.openxmlformats.org/drawingml/2006/main">
              <a:ext uri="{FF2B5EF4-FFF2-40B4-BE49-F238E27FC236}">
                <a16:creationId xmlns:a16="http://schemas.microsoft.com/office/drawing/2014/main" id="{B95024C8-A544-4103-8ADD-D1522DE0C644}"/>
              </a:ext>
            </a:extLst>
          </p:cNvPr>
          <p:cNvSpPr>
            <a:spLocks xmlns:a="http://schemas.openxmlformats.org/drawingml/2006/main" noGrp="1"/>
          </p:cNvSpPr>
          <p:nvPr/>
        </p:nvSpPr>
        <p:spPr>
          <a:xfrm xmlns:a="http://schemas.openxmlformats.org/drawingml/2006/main">
            <a:off x="9601200" y="2971800"/>
            <a:ext cx="19812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9" name="다른 작업에도&#10;괜찮나?">
            <a:extLst xmlns:a="http://schemas.openxmlformats.org/drawingml/2006/main">
              <a:ext uri="{FF2B5EF4-FFF2-40B4-BE49-F238E27FC236}">
                <a16:creationId xmlns:a16="http://schemas.microsoft.com/office/drawing/2014/main" id="{7A941F83-BC26-4257-AC83-8399B6D6B90F}"/>
              </a:ext>
            </a:extLst>
          </p:cNvPr>
          <p:cNvSpPr>
            <a:spLocks xmlns:a="http://schemas.openxmlformats.org/drawingml/2006/main" noGrp="1"/>
          </p:cNvSpPr>
          <p:nvPr/>
        </p:nvSpPr>
        <p:spPr>
          <a:xfrm xmlns:a="http://schemas.openxmlformats.org/drawingml/2006/main">
            <a:off x="9601200" y="3457575"/>
            <a:ext cx="19812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다른 작업에도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괜찮나?</a:t>
            </a:r>
          </a:p>
        </p:txBody>
      </p:sp>
      <p:sp>
        <p:nvSpPr>
          <p:cNvPr id="40" name="">
            <a:extLst xmlns:a="http://schemas.openxmlformats.org/drawingml/2006/main">
              <a:ext uri="{FF2B5EF4-FFF2-40B4-BE49-F238E27FC236}">
                <a16:creationId xmlns:a16="http://schemas.microsoft.com/office/drawing/2014/main" id="{5C5B5D9B-D1ED-4119-905E-78D253CCD49B}"/>
              </a:ext>
            </a:extLst>
          </p:cNvPr>
          <p:cNvSpPr>
            <a:spLocks xmlns:a="http://schemas.openxmlformats.org/drawingml/2006/main" noGrp="1"/>
          </p:cNvSpPr>
          <p:nvPr/>
        </p:nvSpPr>
        <p:spPr>
          <a:xfrm xmlns:a="http://schemas.openxmlformats.org/drawingml/2006/main">
            <a:off x="9601200" y="4371975"/>
            <a:ext cx="1981200" cy="7143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41" name="확인한 영향과&#10;남은 한계">
            <a:extLst xmlns:a="http://schemas.openxmlformats.org/drawingml/2006/main">
              <a:ext uri="{FF2B5EF4-FFF2-40B4-BE49-F238E27FC236}">
                <a16:creationId xmlns:a16="http://schemas.microsoft.com/office/drawing/2014/main" id="{D523CD81-101E-4CA3-AF94-FCB135AE8F59}"/>
              </a:ext>
            </a:extLst>
          </p:cNvPr>
          <p:cNvSpPr>
            <a:spLocks xmlns:a="http://schemas.openxmlformats.org/drawingml/2006/main" noGrp="1"/>
          </p:cNvSpPr>
          <p:nvPr/>
        </p:nvSpPr>
        <p:spPr>
          <a:xfrm xmlns:a="http://schemas.openxmlformats.org/drawingml/2006/main">
            <a:off x="9696450" y="4438650"/>
            <a:ext cx="17907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확인한 영향과</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남은 한계</a:t>
            </a:r>
          </a:p>
        </p:txBody>
      </p:sp>
      <p:sp>
        <p:nvSpPr>
          <p:cNvPr id="42" name="">
            <a:extLst xmlns:a="http://schemas.openxmlformats.org/drawingml/2006/main">
              <a:ext uri="{FF2B5EF4-FFF2-40B4-BE49-F238E27FC236}">
                <a16:creationId xmlns:a16="http://schemas.microsoft.com/office/drawing/2014/main" id="{83C18B7D-A21C-4078-B357-47BE45FC012E}"/>
              </a:ext>
            </a:extLst>
          </p:cNvPr>
          <p:cNvSpPr>
            <a:spLocks xmlns:a="http://schemas.openxmlformats.org/drawingml/2006/main" noGrp="1"/>
          </p:cNvSpPr>
          <p:nvPr/>
        </p:nvSpPr>
        <p:spPr>
          <a:xfrm xmlns:a="http://schemas.openxmlformats.org/drawingml/2006/main">
            <a:off x="10591800" y="5133975"/>
            <a:ext cx="0" cy="142875"/>
          </a:xfrm>
          <a:prstGeom xmlns:a="http://schemas.openxmlformats.org/drawingml/2006/main" prst="line">
            <a:avLst/>
          </a:prstGeom>
          <a:ln xmlns:a="http://schemas.openxmlformats.org/drawingml/2006/main" w="23813">
            <a:solidFill>
              <a:srgbClr val="0B6172"/>
            </a:solidFill>
          </a:ln>
        </p:spPr>
      </p:sp>
      <p:sp>
        <p:nvSpPr>
          <p:cNvPr id="43" name="">
            <a:extLst xmlns:a="http://schemas.openxmlformats.org/drawingml/2006/main">
              <a:ext uri="{FF2B5EF4-FFF2-40B4-BE49-F238E27FC236}">
                <a16:creationId xmlns:a16="http://schemas.microsoft.com/office/drawing/2014/main" id="{F29970C8-10B8-46D8-B425-E338A2968C41}"/>
              </a:ext>
            </a:extLst>
          </p:cNvPr>
          <p:cNvSpPr>
            <a:spLocks xmlns:a="http://schemas.openxmlformats.org/drawingml/2006/main" noGrp="1"/>
          </p:cNvSpPr>
          <p:nvPr/>
        </p:nvSpPr>
        <p:spPr>
          <a:xfrm xmlns:a="http://schemas.openxmlformats.org/drawingml/2006/main">
            <a:off x="1600200" y="5276850"/>
            <a:ext cx="89916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4" name="">
            <a:extLst xmlns:a="http://schemas.openxmlformats.org/drawingml/2006/main">
              <a:ext uri="{FF2B5EF4-FFF2-40B4-BE49-F238E27FC236}">
                <a16:creationId xmlns:a16="http://schemas.microsoft.com/office/drawing/2014/main" id="{9856A15A-CAED-475F-B04A-26AA502102BC}"/>
              </a:ext>
            </a:extLst>
          </p:cNvPr>
          <p:cNvCxnSpPr/>
          <p:nvPr/>
        </p:nvCxnSpPr>
        <p:spPr>
          <a:xfrm xmlns:a="http://schemas.openxmlformats.org/drawingml/2006/main">
            <a:off x="1600200" y="5133975"/>
            <a:ext cx="0" cy="142875"/>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45" name="다음 작업에서도, 기록과 근거로 다시 확인">
            <a:extLst xmlns:a="http://schemas.openxmlformats.org/drawingml/2006/main">
              <a:ext uri="{FF2B5EF4-FFF2-40B4-BE49-F238E27FC236}">
                <a16:creationId xmlns:a16="http://schemas.microsoft.com/office/drawing/2014/main" id="{5EF42372-E773-4A3A-8916-BD86D89D5EBF}"/>
              </a:ext>
            </a:extLst>
          </p:cNvPr>
          <p:cNvSpPr>
            <a:spLocks xmlns:a="http://schemas.openxmlformats.org/drawingml/2006/main" noGrp="1"/>
          </p:cNvSpPr>
          <p:nvPr/>
        </p:nvSpPr>
        <p:spPr>
          <a:xfrm xmlns:a="http://schemas.openxmlformats.org/drawingml/2006/main">
            <a:off x="609600" y="5400675"/>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다음 작업에서도, 기록과 근거로 다시 확인</a:t>
            </a:r>
          </a:p>
        </p:txBody>
      </p:sp>
      <p:sp>
        <p:nvSpPr>
          <p:cNvPr id="46" name="Legacy module connection">
            <a:extLst xmlns:a="http://schemas.openxmlformats.org/drawingml/2006/main">
              <a:ext uri="{FF2B5EF4-FFF2-40B4-BE49-F238E27FC236}">
                <a16:creationId xmlns:a16="http://schemas.microsoft.com/office/drawing/2014/main" id="{AB09DD27-24EC-40B1-9B9B-EEF7474B89F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259693529"/>
      </p:ext>
    </p:extLst>
  </p:cSld>
</p:sld>
</file>

<file path=ppt/slides/slide8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교육 Demo 제작 기록 / OBSERVED_META">
            <a:extLst xmlns:a="http://schemas.openxmlformats.org/drawingml/2006/main">
              <a:ext uri="{FF2B5EF4-FFF2-40B4-BE49-F238E27FC236}">
                <a16:creationId xmlns:a16="http://schemas.microsoft.com/office/drawing/2014/main" id="{6BD999EE-2673-4226-AA4A-200B7EF540D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교육 Demo 제작 기록 / OBSERVED_META</a:t>
            </a:r>
          </a:p>
        </p:txBody>
      </p:sp>
      <p:sp>
        <p:nvSpPr>
          <p:cNvPr id="2" name="S83">
            <a:extLst xmlns:a="http://schemas.openxmlformats.org/drawingml/2006/main">
              <a:ext uri="{FF2B5EF4-FFF2-40B4-BE49-F238E27FC236}">
                <a16:creationId xmlns:a16="http://schemas.microsoft.com/office/drawing/2014/main" id="{2F0F4BCC-D9A3-44DA-8A8B-4B3B8EB5E52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S83</a:t>
            </a:r>
          </a:p>
        </p:txBody>
      </p:sp>
      <p:sp>
        <p:nvSpPr>
          <p:cNvPr id="3" name="평가·보고 기준도 개선 대상이다">
            <a:extLst xmlns:a="http://schemas.openxmlformats.org/drawingml/2006/main">
              <a:ext uri="{FF2B5EF4-FFF2-40B4-BE49-F238E27FC236}">
                <a16:creationId xmlns:a16="http://schemas.microsoft.com/office/drawing/2014/main" id="{92A8A706-8520-49BE-B194-DA6332E0CF3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평가·보고 기준도 개선 대상이다</a:t>
            </a:r>
          </a:p>
        </p:txBody>
      </p:sp>
      <p:sp>
        <p:nvSpPr>
          <p:cNvPr id="4" name="">
            <a:extLst xmlns:a="http://schemas.openxmlformats.org/drawingml/2006/main">
              <a:ext uri="{FF2B5EF4-FFF2-40B4-BE49-F238E27FC236}">
                <a16:creationId xmlns:a16="http://schemas.microsoft.com/office/drawing/2014/main" id="{58970179-F480-4B6F-84EB-31BC7FB982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206B2BB4-325B-4049-AF9C-93D60748ABA0}"/>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과거 Codex CLI의 Resize 성능 조사 · 기록 재구성">
            <a:extLst xmlns:a="http://schemas.openxmlformats.org/drawingml/2006/main">
              <a:ext uri="{FF2B5EF4-FFF2-40B4-BE49-F238E27FC236}">
                <a16:creationId xmlns:a16="http://schemas.microsoft.com/office/drawing/2014/main" id="{41E9B99F-E0C3-4BE4-8F47-C45BC03D8D3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과거 Codex CLI의 Resize 성능 조사 · 기록 재구성</a:t>
            </a:r>
          </a:p>
        </p:txBody>
      </p:sp>
      <p:sp>
        <p:nvSpPr>
          <p:cNvPr id="7" name="앞의 가상 지침과 별개 사건 · 개선 대상은 평가·보고 기준 · 제품 코드·Demo Skill 복구 아님">
            <a:extLst xmlns:a="http://schemas.openxmlformats.org/drawingml/2006/main">
              <a:ext uri="{FF2B5EF4-FFF2-40B4-BE49-F238E27FC236}">
                <a16:creationId xmlns:a16="http://schemas.microsoft.com/office/drawing/2014/main" id="{306A4E76-8903-4A27-96CF-63805B393A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가상 지침과 별개 사건 · 개선 대상은 평가·보고 기준 · 제품 코드·Demo Skill 복구 아님</a:t>
            </a:r>
          </a:p>
        </p:txBody>
      </p:sp>
      <p:sp>
        <p:nvSpPr>
          <p:cNvPr id="8" name="이번에는 성능 조사 결과를 평가·보고하던 방식을 본다">
            <a:extLst xmlns:a="http://schemas.openxmlformats.org/drawingml/2006/main">
              <a:ext uri="{FF2B5EF4-FFF2-40B4-BE49-F238E27FC236}">
                <a16:creationId xmlns:a16="http://schemas.microsoft.com/office/drawing/2014/main" id="{6678BB5B-96ED-4100-9936-9A3410AB73F0}"/>
              </a:ext>
            </a:extLst>
          </p:cNvPr>
          <p:cNvSpPr>
            <a:spLocks xmlns:a="http://schemas.openxmlformats.org/drawingml/2006/main" noGrp="1"/>
          </p:cNvSpPr>
          <p:nvPr/>
        </p:nvSpPr>
        <p:spPr>
          <a:xfrm xmlns:a="http://schemas.openxmlformats.org/drawingml/2006/main">
            <a:off x="609600" y="17811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이번에는 성능 조사 결과를 평가·보고하던 방식을 본다</a:t>
            </a:r>
          </a:p>
        </p:txBody>
      </p:sp>
      <p:sp>
        <p:nvSpPr>
          <p:cNvPr id="9" name="당시 작업: 이미지 크기 변경 성능 조사 (Resize)">
            <a:extLst xmlns:a="http://schemas.openxmlformats.org/drawingml/2006/main">
              <a:ext uri="{FF2B5EF4-FFF2-40B4-BE49-F238E27FC236}">
                <a16:creationId xmlns:a16="http://schemas.microsoft.com/office/drawing/2014/main" id="{1C55AACF-118F-4940-BB04-FDC1FE1FD007}"/>
              </a:ext>
            </a:extLst>
          </p:cNvPr>
          <p:cNvSpPr>
            <a:spLocks xmlns:a="http://schemas.openxmlformats.org/drawingml/2006/main" noGrp="1"/>
          </p:cNvSpPr>
          <p:nvPr/>
        </p:nvSpPr>
        <p:spPr>
          <a:xfrm xmlns:a="http://schemas.openxmlformats.org/drawingml/2006/main">
            <a:off x="609600" y="24003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당시 작업: 이미지 크기 변경 성능 조사 (Resize)</a:t>
            </a:r>
          </a:p>
        </p:txBody>
      </p:sp>
      <p:sp>
        <p:nvSpPr>
          <p:cNvPr id="10" name="관찰한 조건">
            <a:extLst xmlns:a="http://schemas.openxmlformats.org/drawingml/2006/main">
              <a:ext uri="{FF2B5EF4-FFF2-40B4-BE49-F238E27FC236}">
                <a16:creationId xmlns:a16="http://schemas.microsoft.com/office/drawing/2014/main" id="{D252333E-CE0C-43C7-BC3D-DADBD675BDFC}"/>
              </a:ext>
            </a:extLst>
          </p:cNvPr>
          <p:cNvSpPr>
            <a:spLocks xmlns:a="http://schemas.openxmlformats.org/drawingml/2006/main" noGrp="1"/>
          </p:cNvSpPr>
          <p:nvPr/>
        </p:nvSpPr>
        <p:spPr>
          <a:xfrm xmlns:a="http://schemas.openxmlformats.org/drawingml/2006/main">
            <a:off x="60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관찰한 조건</a:t>
            </a:r>
          </a:p>
        </p:txBody>
      </p:sp>
      <p:sp>
        <p:nvSpPr>
          <p:cNvPr id="11" name="">
            <a:extLst xmlns:a="http://schemas.openxmlformats.org/drawingml/2006/main">
              <a:ext uri="{FF2B5EF4-FFF2-40B4-BE49-F238E27FC236}">
                <a16:creationId xmlns:a16="http://schemas.microsoft.com/office/drawing/2014/main" id="{4A8BC3AC-802A-45AC-BEAF-E391F3B50F13}"/>
              </a:ext>
            </a:extLst>
          </p:cNvPr>
          <p:cNvSpPr>
            <a:spLocks xmlns:a="http://schemas.openxmlformats.org/drawingml/2006/main" noGrp="1"/>
          </p:cNvSpPr>
          <p:nvPr/>
        </p:nvSpPr>
        <p:spPr>
          <a:xfrm xmlns:a="http://schemas.openxmlformats.org/drawingml/2006/main">
            <a:off x="60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전역 Skill 포함&#10;시작 단계 경고">
            <a:extLst xmlns:a="http://schemas.openxmlformats.org/drawingml/2006/main">
              <a:ext uri="{FF2B5EF4-FFF2-40B4-BE49-F238E27FC236}">
                <a16:creationId xmlns:a16="http://schemas.microsoft.com/office/drawing/2014/main" id="{2FDE023B-9788-4CDA-87BB-DF97D9C0B647}"/>
              </a:ext>
            </a:extLst>
          </p:cNvPr>
          <p:cNvSpPr>
            <a:spLocks xmlns:a="http://schemas.openxmlformats.org/drawingml/2006/main" noGrp="1"/>
          </p:cNvSpPr>
          <p:nvPr/>
        </p:nvSpPr>
        <p:spPr>
          <a:xfrm xmlns:a="http://schemas.openxmlformats.org/drawingml/2006/main">
            <a:off x="60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전역 Skill 포함</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시작 단계 경고</a:t>
            </a:r>
          </a:p>
        </p:txBody>
      </p:sp>
      <p:cxnSp>
        <p:nvCxnSpPr>
          <p:cNvPr id="13" name="">
            <a:extLst xmlns:a="http://schemas.openxmlformats.org/drawingml/2006/main">
              <a:ext uri="{FF2B5EF4-FFF2-40B4-BE49-F238E27FC236}">
                <a16:creationId xmlns:a16="http://schemas.microsoft.com/office/drawing/2014/main" id="{A62FEFAC-A17C-4E59-B86E-A6207ECF7727}"/>
              </a:ext>
            </a:extLst>
          </p:cNvPr>
          <p:cNvCxnSpPr/>
          <p:nvPr/>
        </p:nvCxnSpPr>
        <p:spPr>
          <a:xfrm xmlns:a="http://schemas.openxmlformats.org/drawingml/2006/main">
            <a:off x="403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판단의 한계">
            <a:extLst xmlns:a="http://schemas.openxmlformats.org/drawingml/2006/main">
              <a:ext uri="{FF2B5EF4-FFF2-40B4-BE49-F238E27FC236}">
                <a16:creationId xmlns:a16="http://schemas.microsoft.com/office/drawing/2014/main" id="{58810951-BA9C-49BB-A3BD-254730A7698A}"/>
              </a:ext>
            </a:extLst>
          </p:cNvPr>
          <p:cNvSpPr>
            <a:spLocks xmlns:a="http://schemas.openxmlformats.org/drawingml/2006/main" noGrp="1"/>
          </p:cNvSpPr>
          <p:nvPr/>
        </p:nvSpPr>
        <p:spPr>
          <a:xfrm xmlns:a="http://schemas.openxmlformats.org/drawingml/2006/main">
            <a:off x="441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판단의 한계</a:t>
            </a:r>
          </a:p>
        </p:txBody>
      </p:sp>
      <p:sp>
        <p:nvSpPr>
          <p:cNvPr id="15" name="">
            <a:extLst xmlns:a="http://schemas.openxmlformats.org/drawingml/2006/main">
              <a:ext uri="{FF2B5EF4-FFF2-40B4-BE49-F238E27FC236}">
                <a16:creationId xmlns:a16="http://schemas.microsoft.com/office/drawing/2014/main" id="{A8BC66F4-2843-4A37-A6BA-B33CF4206C72}"/>
              </a:ext>
            </a:extLst>
          </p:cNvPr>
          <p:cNvSpPr>
            <a:spLocks xmlns:a="http://schemas.openxmlformats.org/drawingml/2006/main" noGrp="1"/>
          </p:cNvSpPr>
          <p:nvPr/>
        </p:nvSpPr>
        <p:spPr>
          <a:xfrm xmlns:a="http://schemas.openxmlformats.org/drawingml/2006/main">
            <a:off x="441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결과 전체를 Prompt의&#10;효과로 분리 못함">
            <a:extLst xmlns:a="http://schemas.openxmlformats.org/drawingml/2006/main">
              <a:ext uri="{FF2B5EF4-FFF2-40B4-BE49-F238E27FC236}">
                <a16:creationId xmlns:a16="http://schemas.microsoft.com/office/drawing/2014/main" id="{6832A09B-605B-46FE-9109-C35121EFF172}"/>
              </a:ext>
            </a:extLst>
          </p:cNvPr>
          <p:cNvSpPr>
            <a:spLocks xmlns:a="http://schemas.openxmlformats.org/drawingml/2006/main" noGrp="1"/>
          </p:cNvSpPr>
          <p:nvPr/>
        </p:nvSpPr>
        <p:spPr>
          <a:xfrm xmlns:a="http://schemas.openxmlformats.org/drawingml/2006/main">
            <a:off x="441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결과 전체를 Prompt의</a:t>
            </a:r>
          </a:p>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효과로 분리 못함</a:t>
            </a:r>
          </a:p>
        </p:txBody>
      </p:sp>
      <p:cxnSp>
        <p:nvCxnSpPr>
          <p:cNvPr id="17" name="">
            <a:extLst xmlns:a="http://schemas.openxmlformats.org/drawingml/2006/main">
              <a:ext uri="{FF2B5EF4-FFF2-40B4-BE49-F238E27FC236}">
                <a16:creationId xmlns:a16="http://schemas.microsoft.com/office/drawing/2014/main" id="{A5495EED-64F8-480C-BEAD-C05CF3CCE300}"/>
              </a:ext>
            </a:extLst>
          </p:cNvPr>
          <p:cNvCxnSpPr/>
          <p:nvPr/>
        </p:nvCxnSpPr>
        <p:spPr>
          <a:xfrm xmlns:a="http://schemas.openxmlformats.org/drawingml/2006/main">
            <a:off x="7848600" y="3552825"/>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바꿀 대상">
            <a:extLst xmlns:a="http://schemas.openxmlformats.org/drawingml/2006/main">
              <a:ext uri="{FF2B5EF4-FFF2-40B4-BE49-F238E27FC236}">
                <a16:creationId xmlns:a16="http://schemas.microsoft.com/office/drawing/2014/main" id="{A793D537-9C04-4611-87F8-82D33B1A5930}"/>
              </a:ext>
            </a:extLst>
          </p:cNvPr>
          <p:cNvSpPr>
            <a:spLocks xmlns:a="http://schemas.openxmlformats.org/drawingml/2006/main" noGrp="1"/>
          </p:cNvSpPr>
          <p:nvPr/>
        </p:nvSpPr>
        <p:spPr>
          <a:xfrm xmlns:a="http://schemas.openxmlformats.org/drawingml/2006/main">
            <a:off x="8229600" y="3257550"/>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바꿀 대상</a:t>
            </a:r>
          </a:p>
        </p:txBody>
      </p:sp>
      <p:sp>
        <p:nvSpPr>
          <p:cNvPr id="19" name="">
            <a:extLst xmlns:a="http://schemas.openxmlformats.org/drawingml/2006/main">
              <a:ext uri="{FF2B5EF4-FFF2-40B4-BE49-F238E27FC236}">
                <a16:creationId xmlns:a16="http://schemas.microsoft.com/office/drawing/2014/main" id="{86FD5567-8B48-403D-9DAE-22B666624B66}"/>
              </a:ext>
            </a:extLst>
          </p:cNvPr>
          <p:cNvSpPr>
            <a:spLocks xmlns:a="http://schemas.openxmlformats.org/drawingml/2006/main" noGrp="1"/>
          </p:cNvSpPr>
          <p:nvPr/>
        </p:nvSpPr>
        <p:spPr>
          <a:xfrm xmlns:a="http://schemas.openxmlformats.org/drawingml/2006/main">
            <a:off x="8229600" y="382905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평가·보고에&#10;무엇을 남길까?">
            <a:extLst xmlns:a="http://schemas.openxmlformats.org/drawingml/2006/main">
              <a:ext uri="{FF2B5EF4-FFF2-40B4-BE49-F238E27FC236}">
                <a16:creationId xmlns:a16="http://schemas.microsoft.com/office/drawing/2014/main" id="{9DAA1757-2F95-4876-954C-DD69489416D9}"/>
              </a:ext>
            </a:extLst>
          </p:cNvPr>
          <p:cNvSpPr>
            <a:spLocks xmlns:a="http://schemas.openxmlformats.org/drawingml/2006/main" noGrp="1"/>
          </p:cNvSpPr>
          <p:nvPr/>
        </p:nvSpPr>
        <p:spPr>
          <a:xfrm xmlns:a="http://schemas.openxmlformats.org/drawingml/2006/main">
            <a:off x="8229600" y="40576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평가·보고에</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남길까?</a:t>
            </a:r>
          </a:p>
        </p:txBody>
      </p:sp>
      <p:sp>
        <p:nvSpPr>
          <p:cNvPr id="21" name="지침의 유지에서, 결과를 판단·보고하는 기준의 유지로">
            <a:extLst xmlns:a="http://schemas.openxmlformats.org/drawingml/2006/main">
              <a:ext uri="{FF2B5EF4-FFF2-40B4-BE49-F238E27FC236}">
                <a16:creationId xmlns:a16="http://schemas.microsoft.com/office/drawing/2014/main" id="{7E374402-4789-4FB1-B639-FA2A128F3923}"/>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지침의 유지에서, 결과를 판단·보고하는 기준의 유지로</a:t>
            </a:r>
          </a:p>
        </p:txBody>
      </p:sp>
      <p:sp>
        <p:nvSpPr>
          <p:cNvPr id="22" name="Legacy module connection">
            <a:extLst xmlns:a="http://schemas.openxmlformats.org/drawingml/2006/main">
              <a:ext uri="{FF2B5EF4-FFF2-40B4-BE49-F238E27FC236}">
                <a16:creationId xmlns:a16="http://schemas.microsoft.com/office/drawing/2014/main" id="{DDE9C030-B643-468B-BB07-43426F2DF24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64921164"/>
      </p:ext>
    </p:extLst>
  </p:cSld>
</p:sld>
</file>

<file path=ppt/slides/slide8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4 · 실제 제작 기록 / 확인 범위와 해석의 한계">
            <a:extLst xmlns:a="http://schemas.openxmlformats.org/drawingml/2006/main">
              <a:ext uri="{FF2B5EF4-FFF2-40B4-BE49-F238E27FC236}">
                <a16:creationId xmlns:a16="http://schemas.microsoft.com/office/drawing/2014/main" id="{E6F8CE9D-C268-479D-B00A-D9736560B6C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확인 범위와 해석의 한계</a:t>
            </a:r>
          </a:p>
        </p:txBody>
      </p:sp>
      <p:sp>
        <p:nvSpPr>
          <p:cNvPr id="2" name="S84">
            <a:extLst xmlns:a="http://schemas.openxmlformats.org/drawingml/2006/main">
              <a:ext uri="{FF2B5EF4-FFF2-40B4-BE49-F238E27FC236}">
                <a16:creationId xmlns:a16="http://schemas.microsoft.com/office/drawing/2014/main" id="{7215D59F-6EDF-4AE5-91C3-0307350A41E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S84</a:t>
            </a:r>
          </a:p>
        </p:txBody>
      </p:sp>
      <p:sp>
        <p:nvSpPr>
          <p:cNvPr id="3" name="결과 확인과 원인 해석을 따로 기록한다">
            <a:extLst xmlns:a="http://schemas.openxmlformats.org/drawingml/2006/main">
              <a:ext uri="{FF2B5EF4-FFF2-40B4-BE49-F238E27FC236}">
                <a16:creationId xmlns:a16="http://schemas.microsoft.com/office/drawing/2014/main" id="{3078069E-9145-4055-BA84-979DCF2A3D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 확인과 원인 해석을 따로 기록한다</a:t>
            </a:r>
          </a:p>
        </p:txBody>
      </p:sp>
      <p:sp>
        <p:nvSpPr>
          <p:cNvPr id="4" name="">
            <a:extLst xmlns:a="http://schemas.openxmlformats.org/drawingml/2006/main">
              <a:ext uri="{FF2B5EF4-FFF2-40B4-BE49-F238E27FC236}">
                <a16:creationId xmlns:a16="http://schemas.microsoft.com/office/drawing/2014/main" id="{E5C2BC8D-5675-401E-A083-A249510E98B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C1CE189B-B9E1-4889-8170-A0F32327AF2C}"/>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resize_nearest · 같은 조건의 7 one-call samples · 기록 ">
            <a:extLst xmlns:a="http://schemas.openxmlformats.org/drawingml/2006/main">
              <a:ext uri="{FF2B5EF4-FFF2-40B4-BE49-F238E27FC236}">
                <a16:creationId xmlns:a16="http://schemas.microsoft.com/office/drawing/2014/main" id="{02718A31-B69C-4568-8561-1FBF286B05C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resize_nearest · 같은 조건의 7 one-call samples · 기록 재구성</a:t>
            </a:r>
          </a:p>
        </p:txBody>
      </p:sp>
      <p:sp>
        <p:nvSpPr>
          <p:cNvPr id="7" name="기록된 합성 입력·CPython 3.9.6·macOS arm64 범위 · 현재 Desktop·일반 효과로 확">
            <a:extLst xmlns:a="http://schemas.openxmlformats.org/drawingml/2006/main">
              <a:ext uri="{FF2B5EF4-FFF2-40B4-BE49-F238E27FC236}">
                <a16:creationId xmlns:a16="http://schemas.microsoft.com/office/drawing/2014/main" id="{3B341119-E6EC-4B02-8B2A-AC987B5B92B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합성 입력·CPython 3.9.6·macOS arm64 범위 · 현재 Desktop·일반 효과로 확대하지 않음</a:t>
            </a:r>
          </a:p>
        </p:txBody>
      </p:sp>
      <p:sp>
        <p:nvSpPr>
          <p:cNvPr id="8" name="Resize 성능 조사 · 앞의 밝기 통계 Benchmark와 별도 기록">
            <a:extLst xmlns:a="http://schemas.openxmlformats.org/drawingml/2006/main">
              <a:ext uri="{FF2B5EF4-FFF2-40B4-BE49-F238E27FC236}">
                <a16:creationId xmlns:a16="http://schemas.microsoft.com/office/drawing/2014/main" id="{FB43B6DB-E8BD-4E89-A770-D0B500709C71}"/>
              </a:ext>
            </a:extLst>
          </p:cNvPr>
          <p:cNvSpPr>
            <a:spLocks xmlns:a="http://schemas.openxmlformats.org/drawingml/2006/main" noGrp="1"/>
          </p:cNvSpPr>
          <p:nvPr/>
        </p:nvSpPr>
        <p:spPr>
          <a:xfrm xmlns:a="http://schemas.openxmlformats.org/drawingml/2006/main">
            <a:off x="609600" y="18097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Resize 성능 조사 · 앞의 밝기 통계 Benchmark와 별도 기록</a:t>
            </a:r>
          </a:p>
        </p:txBody>
      </p:sp>
      <p:sp>
        <p:nvSpPr>
          <p:cNvPr id="9" name="측정 결과를 확인했나?">
            <a:extLst xmlns:a="http://schemas.openxmlformats.org/drawingml/2006/main">
              <a:ext uri="{FF2B5EF4-FFF2-40B4-BE49-F238E27FC236}">
                <a16:creationId xmlns:a16="http://schemas.microsoft.com/office/drawing/2014/main" id="{B4613A4D-E1EB-4376-BC2E-03BA421B3C72}"/>
              </a:ext>
            </a:extLst>
          </p:cNvPr>
          <p:cNvSpPr>
            <a:spLocks xmlns:a="http://schemas.openxmlformats.org/drawingml/2006/main" noGrp="1"/>
          </p:cNvSpPr>
          <p:nvPr/>
        </p:nvSpPr>
        <p:spPr>
          <a:xfrm xmlns:a="http://schemas.openxmlformats.org/drawingml/2006/main">
            <a:off x="609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측정 결과를 확인했나?</a:t>
            </a:r>
          </a:p>
        </p:txBody>
      </p:sp>
      <p:sp>
        <p:nvSpPr>
          <p:cNvPr id="10" name="무엇의 효과인지 아는가?">
            <a:extLst xmlns:a="http://schemas.openxmlformats.org/drawingml/2006/main">
              <a:ext uri="{FF2B5EF4-FFF2-40B4-BE49-F238E27FC236}">
                <a16:creationId xmlns:a16="http://schemas.microsoft.com/office/drawing/2014/main" id="{2F02CB88-A177-4AEB-8EFE-2391F7F6F191}"/>
              </a:ext>
            </a:extLst>
          </p:cNvPr>
          <p:cNvSpPr>
            <a:spLocks xmlns:a="http://schemas.openxmlformats.org/drawingml/2006/main" noGrp="1"/>
          </p:cNvSpPr>
          <p:nvPr/>
        </p:nvSpPr>
        <p:spPr>
          <a:xfrm xmlns:a="http://schemas.openxmlformats.org/drawingml/2006/main">
            <a:off x="6705600" y="2638425"/>
            <a:ext cx="4876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805400"/>
                </a:solidFill>
                <a:latin typeface="Malgun Gothic"/>
                <a:ea typeface="Malgun Gothic"/>
                <a:cs typeface="Malgun Gothic"/>
              </a:defRPr>
            </a:defPPr>
            <a:lvl1pPr algn="l">
              <a:defRPr sz="2400" b="1">
                <a:solidFill>
                  <a:srgbClr val="805400"/>
                </a:solidFill>
                <a:latin typeface="Malgun Gothic"/>
                <a:ea typeface="Malgun Gothic"/>
                <a:cs typeface="Malgun Gothic"/>
              </a:defRPr>
            </a:lvl1pPr>
            <a:lvl2pPr algn="l">
              <a:defRPr sz="2400" b="1">
                <a:solidFill>
                  <a:srgbClr val="805400"/>
                </a:solidFill>
                <a:latin typeface="Malgun Gothic"/>
                <a:ea typeface="Malgun Gothic"/>
                <a:cs typeface="Malgun Gothic"/>
              </a:defRPr>
            </a:lvl2pPr>
            <a:lvl3pPr algn="l">
              <a:defRPr sz="2400" b="1">
                <a:solidFill>
                  <a:srgbClr val="805400"/>
                </a:solidFill>
                <a:latin typeface="Malgun Gothic"/>
                <a:ea typeface="Malgun Gothic"/>
                <a:cs typeface="Malgun Gothic"/>
              </a:defRPr>
            </a:lvl3pPr>
            <a:lvl4pPr algn="l">
              <a:defRPr sz="2400" b="1">
                <a:solidFill>
                  <a:srgbClr val="805400"/>
                </a:solidFill>
                <a:latin typeface="Malgun Gothic"/>
                <a:ea typeface="Malgun Gothic"/>
                <a:cs typeface="Malgun Gothic"/>
              </a:defRPr>
            </a:lvl4pPr>
            <a:lvl5pPr algn="l">
              <a:defRPr sz="2400" b="1">
                <a:solidFill>
                  <a:srgbClr val="805400"/>
                </a:solidFill>
                <a:latin typeface="Malgun Gothic"/>
                <a:ea typeface="Malgun Gothic"/>
                <a:cs typeface="Malgun Gothic"/>
              </a:defRPr>
            </a:lvl5pPr>
            <a:lvl6pPr algn="l">
              <a:defRPr sz="2400" b="1">
                <a:solidFill>
                  <a:srgbClr val="805400"/>
                </a:solidFill>
                <a:latin typeface="Malgun Gothic"/>
                <a:ea typeface="Malgun Gothic"/>
                <a:cs typeface="Malgun Gothic"/>
              </a:defRPr>
            </a:lvl6pPr>
            <a:lvl7pPr algn="l">
              <a:defRPr sz="2400" b="1">
                <a:solidFill>
                  <a:srgbClr val="805400"/>
                </a:solidFill>
                <a:latin typeface="Malgun Gothic"/>
                <a:ea typeface="Malgun Gothic"/>
                <a:cs typeface="Malgun Gothic"/>
              </a:defRPr>
            </a:lvl7pPr>
            <a:lvl8pPr algn="l">
              <a:defRPr sz="2400" b="1">
                <a:solidFill>
                  <a:srgbClr val="805400"/>
                </a:solidFill>
                <a:latin typeface="Malgun Gothic"/>
                <a:ea typeface="Malgun Gothic"/>
                <a:cs typeface="Malgun Gothic"/>
              </a:defRPr>
            </a:lvl8pPr>
            <a:lvl9pPr algn="l">
              <a:defRPr sz="2400" b="1">
                <a:solidFill>
                  <a:srgbClr val="805400"/>
                </a:solidFill>
                <a:latin typeface="Malgun Gothic"/>
                <a:ea typeface="Malgun Gothic"/>
                <a:cs typeface="Malgun Gothic"/>
              </a:defRPr>
            </a:lvl9pPr>
          </a:lstStyle>
          <a:p xmlns:a="http://schemas.openxmlformats.org/drawingml/2006/main">
            <a:pPr algn="l">
              <a:defRPr sz="2400" b="1">
                <a:solidFill>
                  <a:srgbClr val="805400"/>
                </a:solidFill>
                <a:latin typeface="Malgun Gothic"/>
                <a:ea typeface="Malgun Gothic"/>
                <a:cs typeface="Malgun Gothic"/>
              </a:defRPr>
            </a:pPr>
            <a:r>
              <a:rPr sz="2400" b="1">
                <a:solidFill>
                  <a:srgbClr val="805400"/>
                </a:solidFill>
                <a:latin typeface="Malgun Gothic"/>
                <a:ea typeface="Malgun Gothic"/>
                <a:cs typeface="Malgun Gothic"/>
              </a:rPr>
              <a:t>무엇의 효과인지 아는가?</a:t>
            </a:r>
          </a:p>
        </p:txBody>
      </p:sp>
      <p:sp>
        <p:nvSpPr>
          <p:cNvPr id="11" name="">
            <a:extLst xmlns:a="http://schemas.openxmlformats.org/drawingml/2006/main">
              <a:ext uri="{FF2B5EF4-FFF2-40B4-BE49-F238E27FC236}">
                <a16:creationId xmlns:a16="http://schemas.microsoft.com/office/drawing/2014/main" id="{7747E1C8-110D-4F1C-BCF4-85907CC2B202}"/>
              </a:ext>
            </a:extLst>
          </p:cNvPr>
          <p:cNvSpPr>
            <a:spLocks xmlns:a="http://schemas.openxmlformats.org/drawingml/2006/main" noGrp="1"/>
          </p:cNvSpPr>
          <p:nvPr/>
        </p:nvSpPr>
        <p:spPr>
          <a:xfrm xmlns:a="http://schemas.openxmlformats.org/drawingml/2006/main">
            <a:off x="609600" y="33051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
            <a:extLst xmlns:a="http://schemas.openxmlformats.org/drawingml/2006/main">
              <a:ext uri="{FF2B5EF4-FFF2-40B4-BE49-F238E27FC236}">
                <a16:creationId xmlns:a16="http://schemas.microsoft.com/office/drawing/2014/main" id="{6DEAB511-2F7D-40AE-A910-2CF4E66423AE}"/>
              </a:ext>
            </a:extLst>
          </p:cNvPr>
          <p:cNvSpPr>
            <a:spLocks xmlns:a="http://schemas.openxmlformats.org/drawingml/2006/main" noGrp="1"/>
          </p:cNvSpPr>
          <p:nvPr/>
        </p:nvSpPr>
        <p:spPr>
          <a:xfrm xmlns:a="http://schemas.openxmlformats.org/drawingml/2006/main">
            <a:off x="6705600" y="3305175"/>
            <a:ext cx="4876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3" name="입력·출력 hash 일치&#10;같은 조건의 7회 측정">
            <a:extLst xmlns:a="http://schemas.openxmlformats.org/drawingml/2006/main">
              <a:ext uri="{FF2B5EF4-FFF2-40B4-BE49-F238E27FC236}">
                <a16:creationId xmlns:a16="http://schemas.microsoft.com/office/drawing/2014/main" id="{B447F96A-F47D-4A94-A55C-C942EF74A0F6}"/>
              </a:ext>
            </a:extLst>
          </p:cNvPr>
          <p:cNvSpPr>
            <a:spLocks xmlns:a="http://schemas.openxmlformats.org/drawingml/2006/main" noGrp="1"/>
          </p:cNvSpPr>
          <p:nvPr/>
        </p:nvSpPr>
        <p:spPr>
          <a:xfrm xmlns:a="http://schemas.openxmlformats.org/drawingml/2006/main">
            <a:off x="609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입력·출력 hash 일치</a:t>
            </a:r>
          </a:p>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같은 조건의 7회 측정</a:t>
            </a:r>
          </a:p>
        </p:txBody>
      </p:sp>
      <p:sp>
        <p:nvSpPr>
          <p:cNvPr id="14" name="전역 Skill이 평가 절차에 관여&#10;Prompt만의 효과는 분리 못함">
            <a:extLst xmlns:a="http://schemas.openxmlformats.org/drawingml/2006/main">
              <a:ext uri="{FF2B5EF4-FFF2-40B4-BE49-F238E27FC236}">
                <a16:creationId xmlns:a16="http://schemas.microsoft.com/office/drawing/2014/main" id="{35F5FBF8-F240-430E-8F55-58DBAD6EE373}"/>
              </a:ext>
            </a:extLst>
          </p:cNvPr>
          <p:cNvSpPr>
            <a:spLocks xmlns:a="http://schemas.openxmlformats.org/drawingml/2006/main" noGrp="1"/>
          </p:cNvSpPr>
          <p:nvPr/>
        </p:nvSpPr>
        <p:spPr>
          <a:xfrm xmlns:a="http://schemas.openxmlformats.org/drawingml/2006/main">
            <a:off x="6705600" y="3552825"/>
            <a:ext cx="48768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전역 Skill이 평가 절차에 관여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Prompt만의 효과는 분리 못함</a:t>
            </a:r>
          </a:p>
        </p:txBody>
      </p:sp>
      <p:sp>
        <p:nvSpPr>
          <p:cNvPr id="15" name="144.2 → 33.5 ms/call median">
            <a:extLst xmlns:a="http://schemas.openxmlformats.org/drawingml/2006/main">
              <a:ext uri="{FF2B5EF4-FFF2-40B4-BE49-F238E27FC236}">
                <a16:creationId xmlns:a16="http://schemas.microsoft.com/office/drawing/2014/main" id="{3523EF4D-5366-4EF1-8EB2-416160A19350}"/>
              </a:ext>
            </a:extLst>
          </p:cNvPr>
          <p:cNvSpPr>
            <a:spLocks xmlns:a="http://schemas.openxmlformats.org/drawingml/2006/main" noGrp="1"/>
          </p:cNvSpPr>
          <p:nvPr/>
        </p:nvSpPr>
        <p:spPr>
          <a:xfrm xmlns:a="http://schemas.openxmlformats.org/drawingml/2006/main">
            <a:off x="609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144.2 → 33.5 ms/call median</a:t>
            </a:r>
          </a:p>
        </p:txBody>
      </p:sp>
      <p:sp>
        <p:nvSpPr>
          <p:cNvPr id="16" name="원인 해석: PARTIAL">
            <a:extLst xmlns:a="http://schemas.openxmlformats.org/drawingml/2006/main">
              <a:ext uri="{FF2B5EF4-FFF2-40B4-BE49-F238E27FC236}">
                <a16:creationId xmlns:a16="http://schemas.microsoft.com/office/drawing/2014/main" id="{EF7A3623-F589-4A80-94D1-B3969ABC4C83}"/>
              </a:ext>
            </a:extLst>
          </p:cNvPr>
          <p:cNvSpPr>
            <a:spLocks xmlns:a="http://schemas.openxmlformats.org/drawingml/2006/main" noGrp="1"/>
          </p:cNvSpPr>
          <p:nvPr/>
        </p:nvSpPr>
        <p:spPr>
          <a:xfrm xmlns:a="http://schemas.openxmlformats.org/drawingml/2006/main">
            <a:off x="6705600" y="4648200"/>
            <a:ext cx="4876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805400"/>
                </a:solidFill>
                <a:latin typeface="Malgun Gothic"/>
                <a:ea typeface="Malgun Gothic"/>
                <a:cs typeface="Malgun Gothic"/>
              </a:defRPr>
            </a:defPPr>
            <a:lvl1pPr algn="l">
              <a:defRPr sz="2175" b="1">
                <a:solidFill>
                  <a:srgbClr val="805400"/>
                </a:solidFill>
                <a:latin typeface="Malgun Gothic"/>
                <a:ea typeface="Malgun Gothic"/>
                <a:cs typeface="Malgun Gothic"/>
              </a:defRPr>
            </a:lvl1pPr>
            <a:lvl2pPr algn="l">
              <a:defRPr sz="2175" b="1">
                <a:solidFill>
                  <a:srgbClr val="805400"/>
                </a:solidFill>
                <a:latin typeface="Malgun Gothic"/>
                <a:ea typeface="Malgun Gothic"/>
                <a:cs typeface="Malgun Gothic"/>
              </a:defRPr>
            </a:lvl2pPr>
            <a:lvl3pPr algn="l">
              <a:defRPr sz="2175" b="1">
                <a:solidFill>
                  <a:srgbClr val="805400"/>
                </a:solidFill>
                <a:latin typeface="Malgun Gothic"/>
                <a:ea typeface="Malgun Gothic"/>
                <a:cs typeface="Malgun Gothic"/>
              </a:defRPr>
            </a:lvl3pPr>
            <a:lvl4pPr algn="l">
              <a:defRPr sz="2175" b="1">
                <a:solidFill>
                  <a:srgbClr val="805400"/>
                </a:solidFill>
                <a:latin typeface="Malgun Gothic"/>
                <a:ea typeface="Malgun Gothic"/>
                <a:cs typeface="Malgun Gothic"/>
              </a:defRPr>
            </a:lvl4pPr>
            <a:lvl5pPr algn="l">
              <a:defRPr sz="2175" b="1">
                <a:solidFill>
                  <a:srgbClr val="805400"/>
                </a:solidFill>
                <a:latin typeface="Malgun Gothic"/>
                <a:ea typeface="Malgun Gothic"/>
                <a:cs typeface="Malgun Gothic"/>
              </a:defRPr>
            </a:lvl5pPr>
            <a:lvl6pPr algn="l">
              <a:defRPr sz="2175" b="1">
                <a:solidFill>
                  <a:srgbClr val="805400"/>
                </a:solidFill>
                <a:latin typeface="Malgun Gothic"/>
                <a:ea typeface="Malgun Gothic"/>
                <a:cs typeface="Malgun Gothic"/>
              </a:defRPr>
            </a:lvl6pPr>
            <a:lvl7pPr algn="l">
              <a:defRPr sz="2175" b="1">
                <a:solidFill>
                  <a:srgbClr val="805400"/>
                </a:solidFill>
                <a:latin typeface="Malgun Gothic"/>
                <a:ea typeface="Malgun Gothic"/>
                <a:cs typeface="Malgun Gothic"/>
              </a:defRPr>
            </a:lvl7pPr>
            <a:lvl8pPr algn="l">
              <a:defRPr sz="2175" b="1">
                <a:solidFill>
                  <a:srgbClr val="805400"/>
                </a:solidFill>
                <a:latin typeface="Malgun Gothic"/>
                <a:ea typeface="Malgun Gothic"/>
                <a:cs typeface="Malgun Gothic"/>
              </a:defRPr>
            </a:lvl8pPr>
            <a:lvl9pPr algn="l">
              <a:defRPr sz="2175" b="1">
                <a:solidFill>
                  <a:srgbClr val="805400"/>
                </a:solidFill>
                <a:latin typeface="Malgun Gothic"/>
                <a:ea typeface="Malgun Gothic"/>
                <a:cs typeface="Malgun Gothic"/>
              </a:defRPr>
            </a:lvl9pPr>
          </a:lstStyle>
          <a:p xmlns:a="http://schemas.openxmlformats.org/drawingml/2006/main">
            <a:pPr algn="l">
              <a:defRPr sz="2175" b="1">
                <a:solidFill>
                  <a:srgbClr val="805400"/>
                </a:solidFill>
                <a:latin typeface="Malgun Gothic"/>
                <a:ea typeface="Malgun Gothic"/>
                <a:cs typeface="Malgun Gothic"/>
              </a:defRPr>
            </a:pPr>
            <a:r>
              <a:rPr sz="2175" b="1">
                <a:solidFill>
                  <a:srgbClr val="805400"/>
                </a:solidFill>
                <a:latin typeface="Malgun Gothic"/>
                <a:ea typeface="Malgun Gothic"/>
                <a:cs typeface="Malgun Gothic"/>
              </a:rPr>
              <a:t>원인 해석: PARTIAL</a:t>
            </a:r>
          </a:p>
        </p:txBody>
      </p:sp>
      <p:sp>
        <p:nvSpPr>
          <p:cNvPr id="17" name="수치의 확인 범위와, 원인 해석의 한계를 함께 남긴다">
            <a:extLst xmlns:a="http://schemas.openxmlformats.org/drawingml/2006/main">
              <a:ext uri="{FF2B5EF4-FFF2-40B4-BE49-F238E27FC236}">
                <a16:creationId xmlns:a16="http://schemas.microsoft.com/office/drawing/2014/main" id="{066B4153-AA95-43F1-B464-FF56E39BE4BC}"/>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수치의 확인 범위와, 원인 해석의 한계를 함께 남긴다</a:t>
            </a:r>
          </a:p>
        </p:txBody>
      </p:sp>
      <p:sp>
        <p:nvSpPr>
          <p:cNvPr id="18" name="Legacy module connection">
            <a:extLst xmlns:a="http://schemas.openxmlformats.org/drawingml/2006/main">
              <a:ext uri="{FF2B5EF4-FFF2-40B4-BE49-F238E27FC236}">
                <a16:creationId xmlns:a16="http://schemas.microsoft.com/office/drawing/2014/main" id="{FD8F312A-B31E-4402-BBCD-18BCC1D1CE2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33037290"/>
      </p:ext>
    </p:extLst>
  </p:cSld>
</p:sld>
</file>

<file path=ppt/slides/slide8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1" name="ACT 4 · 실제 제작 기록 / 평가·보고 기준의 변경">
            <a:extLst xmlns:a="http://schemas.openxmlformats.org/drawingml/2006/main">
              <a:ext uri="{FF2B5EF4-FFF2-40B4-BE49-F238E27FC236}">
                <a16:creationId xmlns:a16="http://schemas.microsoft.com/office/drawing/2014/main" id="{C6A1DA97-C6E6-46F0-92DD-53520D97C79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평가·보고 기준의 변경</a:t>
            </a:r>
          </a:p>
        </p:txBody>
      </p:sp>
      <p:sp>
        <p:nvSpPr>
          <p:cNvPr id="2" name="S85">
            <a:extLst xmlns:a="http://schemas.openxmlformats.org/drawingml/2006/main">
              <a:ext uri="{FF2B5EF4-FFF2-40B4-BE49-F238E27FC236}">
                <a16:creationId xmlns:a16="http://schemas.microsoft.com/office/drawing/2014/main" id="{2EBC32E5-DEE9-4D3A-9B0E-AE88457067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S85</a:t>
            </a:r>
          </a:p>
        </p:txBody>
      </p:sp>
      <p:sp>
        <p:nvSpPr>
          <p:cNvPr id="3" name="다음 조사에 남길 기록을 바꿨다">
            <a:extLst xmlns:a="http://schemas.openxmlformats.org/drawingml/2006/main">
              <a:ext uri="{FF2B5EF4-FFF2-40B4-BE49-F238E27FC236}">
                <a16:creationId xmlns:a16="http://schemas.microsoft.com/office/drawing/2014/main" id="{F7543E19-49FC-4921-945F-FDE8D43011E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조사에 남길 기록을 바꿨다</a:t>
            </a:r>
          </a:p>
        </p:txBody>
      </p:sp>
      <p:sp>
        <p:nvSpPr>
          <p:cNvPr id="4" name="">
            <a:extLst xmlns:a="http://schemas.openxmlformats.org/drawingml/2006/main">
              <a:ext uri="{FF2B5EF4-FFF2-40B4-BE49-F238E27FC236}">
                <a16:creationId xmlns:a16="http://schemas.microsoft.com/office/drawing/2014/main" id="{685309AB-C638-4C6A-887C-267FCB60BA73}"/>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F0AE0ED6-B08E-4E7D-A9BF-1CC758BCC2F1}"/>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DEC-0016 · TRIAL-006 판정 보존과 후속 기록 기준 변경 · 의미 요약">
            <a:extLst xmlns:a="http://schemas.openxmlformats.org/drawingml/2006/main">
              <a:ext uri="{FF2B5EF4-FFF2-40B4-BE49-F238E27FC236}">
                <a16:creationId xmlns:a16="http://schemas.microsoft.com/office/drawing/2014/main" id="{66BEC794-B97F-4163-9463-B0C84794DA6F}"/>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DEC-0016 · TRIAL-006 판정 보존과 후속 기록 기준 변경 · 의미 요약</a:t>
            </a:r>
          </a:p>
        </p:txBody>
      </p:sp>
      <p:sp>
        <p:nvSpPr>
          <p:cNvPr id="7" name="제품 코드·Demo Skill 수정 아님 · 격리 실험이나 Prompt 인과 검증을 완료한 것도 아님">
            <a:extLst xmlns:a="http://schemas.openxmlformats.org/drawingml/2006/main">
              <a:ext uri="{FF2B5EF4-FFF2-40B4-BE49-F238E27FC236}">
                <a16:creationId xmlns:a16="http://schemas.microsoft.com/office/drawing/2014/main" id="{B07F6E1F-6B44-4825-871A-5D1C958C29A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제품 코드·Demo Skill 수정 아님 · 격리 실험이나 Prompt 인과 검증을 완료한 것도 아님</a:t>
            </a:r>
          </a:p>
        </p:txBody>
      </p:sp>
      <p:sp>
        <p:nvSpPr>
          <p:cNvPr id="8" name="기존: 작업·저장소 중심의 보고">
            <a:extLst xmlns:a="http://schemas.openxmlformats.org/drawingml/2006/main">
              <a:ext uri="{FF2B5EF4-FFF2-40B4-BE49-F238E27FC236}">
                <a16:creationId xmlns:a16="http://schemas.microsoft.com/office/drawing/2014/main" id="{8D6AC5B2-B5E8-4519-8881-1FF09C86D441}"/>
              </a:ext>
            </a:extLst>
          </p:cNvPr>
          <p:cNvSpPr>
            <a:spLocks xmlns:a="http://schemas.openxmlformats.org/drawingml/2006/main" noGrp="1"/>
          </p:cNvSpPr>
          <p:nvPr/>
        </p:nvSpPr>
        <p:spPr>
          <a:xfrm xmlns:a="http://schemas.openxmlformats.org/drawingml/2006/main">
            <a:off x="609600" y="18192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기존: 작업·저장소 중심의 보고</a:t>
            </a:r>
          </a:p>
        </p:txBody>
      </p:sp>
      <p:sp>
        <p:nvSpPr>
          <p:cNvPr id="9" name="변경: 실행 조건과 결과의 해석 범위도 함께 기록">
            <a:extLst xmlns:a="http://schemas.openxmlformats.org/drawingml/2006/main">
              <a:ext uri="{FF2B5EF4-FFF2-40B4-BE49-F238E27FC236}">
                <a16:creationId xmlns:a16="http://schemas.microsoft.com/office/drawing/2014/main" id="{6B6B329E-14FA-4CE2-B878-0B9C847DB307}"/>
              </a:ext>
            </a:extLst>
          </p:cNvPr>
          <p:cNvSpPr>
            <a:spLocks xmlns:a="http://schemas.openxmlformats.org/drawingml/2006/main" noGrp="1"/>
          </p:cNvSpPr>
          <p:nvPr/>
        </p:nvSpPr>
        <p:spPr>
          <a:xfrm xmlns:a="http://schemas.openxmlformats.org/drawingml/2006/main">
            <a:off x="609600" y="23526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 실행 조건과 결과의 해석 범위도 함께 기록</a:t>
            </a:r>
          </a:p>
        </p:txBody>
      </p:sp>
      <p:sp>
        <p:nvSpPr>
          <p:cNvPr id="10" name="">
            <a:extLst xmlns:a="http://schemas.openxmlformats.org/drawingml/2006/main">
              <a:ext uri="{FF2B5EF4-FFF2-40B4-BE49-F238E27FC236}">
                <a16:creationId xmlns:a16="http://schemas.microsoft.com/office/drawing/2014/main" id="{0D9B6283-9B75-4504-ACDB-7DCF1F349FD9}"/>
              </a:ext>
            </a:extLst>
          </p:cNvPr>
          <p:cNvSpPr>
            <a:spLocks xmlns:a="http://schemas.openxmlformats.org/drawingml/2006/main" noGrp="1"/>
          </p:cNvSpPr>
          <p:nvPr/>
        </p:nvSpPr>
        <p:spPr>
          <a:xfrm xmlns:a="http://schemas.openxmlformats.org/drawingml/2006/main">
            <a:off x="609600" y="30003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적용된 지침">
            <a:extLst xmlns:a="http://schemas.openxmlformats.org/drawingml/2006/main">
              <a:ext uri="{FF2B5EF4-FFF2-40B4-BE49-F238E27FC236}">
                <a16:creationId xmlns:a16="http://schemas.microsoft.com/office/drawing/2014/main" id="{9AD3AB71-457A-4BD4-8AC6-4AE7F992AE35}"/>
              </a:ext>
            </a:extLst>
          </p:cNvPr>
          <p:cNvSpPr>
            <a:spLocks xmlns:a="http://schemas.openxmlformats.org/drawingml/2006/main" noGrp="1"/>
          </p:cNvSpPr>
          <p:nvPr/>
        </p:nvSpPr>
        <p:spPr>
          <a:xfrm xmlns:a="http://schemas.openxmlformats.org/drawingml/2006/main">
            <a:off x="609600" y="311467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적용된 지침</a:t>
            </a:r>
          </a:p>
        </p:txBody>
      </p:sp>
      <p:sp>
        <p:nvSpPr>
          <p:cNvPr id="12" name="어떤 Skill·환경 조건이 관찰됐나?">
            <a:extLst xmlns:a="http://schemas.openxmlformats.org/drawingml/2006/main">
              <a:ext uri="{FF2B5EF4-FFF2-40B4-BE49-F238E27FC236}">
                <a16:creationId xmlns:a16="http://schemas.microsoft.com/office/drawing/2014/main" id="{ABBD2D85-57AB-46C4-8AF9-0E593F05E857}"/>
              </a:ext>
            </a:extLst>
          </p:cNvPr>
          <p:cNvSpPr>
            <a:spLocks xmlns:a="http://schemas.openxmlformats.org/drawingml/2006/main" noGrp="1"/>
          </p:cNvSpPr>
          <p:nvPr/>
        </p:nvSpPr>
        <p:spPr>
          <a:xfrm xmlns:a="http://schemas.openxmlformats.org/drawingml/2006/main">
            <a:off x="3848100" y="311467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어떤 Skill·환경 조건이 관찰됐나?</a:t>
            </a:r>
          </a:p>
        </p:txBody>
      </p:sp>
      <p:sp>
        <p:nvSpPr>
          <p:cNvPr id="13" name="">
            <a:extLst xmlns:a="http://schemas.openxmlformats.org/drawingml/2006/main">
              <a:ext uri="{FF2B5EF4-FFF2-40B4-BE49-F238E27FC236}">
                <a16:creationId xmlns:a16="http://schemas.microsoft.com/office/drawing/2014/main" id="{159591B2-8BB7-4437-8416-E70849E89EF2}"/>
              </a:ext>
            </a:extLst>
          </p:cNvPr>
          <p:cNvSpPr>
            <a:spLocks xmlns:a="http://schemas.openxmlformats.org/drawingml/2006/main" noGrp="1"/>
          </p:cNvSpPr>
          <p:nvPr/>
        </p:nvSpPr>
        <p:spPr>
          <a:xfrm xmlns:a="http://schemas.openxmlformats.org/drawingml/2006/main">
            <a:off x="609600" y="3695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경고와 실제 사용">
            <a:extLst xmlns:a="http://schemas.openxmlformats.org/drawingml/2006/main">
              <a:ext uri="{FF2B5EF4-FFF2-40B4-BE49-F238E27FC236}">
                <a16:creationId xmlns:a16="http://schemas.microsoft.com/office/drawing/2014/main" id="{481FD2DC-546B-4C53-AE75-BE420547A27E}"/>
              </a:ext>
            </a:extLst>
          </p:cNvPr>
          <p:cNvSpPr>
            <a:spLocks xmlns:a="http://schemas.openxmlformats.org/drawingml/2006/main" noGrp="1"/>
          </p:cNvSpPr>
          <p:nvPr/>
        </p:nvSpPr>
        <p:spPr>
          <a:xfrm xmlns:a="http://schemas.openxmlformats.org/drawingml/2006/main">
            <a:off x="609600" y="3810000"/>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경고와 실제 사용</a:t>
            </a:r>
          </a:p>
        </p:txBody>
      </p:sp>
      <p:sp>
        <p:nvSpPr>
          <p:cNvPr id="15" name="시작 경고와 도구의 실제 실행·결과를 구분">
            <a:extLst xmlns:a="http://schemas.openxmlformats.org/drawingml/2006/main">
              <a:ext uri="{FF2B5EF4-FFF2-40B4-BE49-F238E27FC236}">
                <a16:creationId xmlns:a16="http://schemas.microsoft.com/office/drawing/2014/main" id="{0B018D03-DADD-43EF-8B47-35F0E05F3052}"/>
              </a:ext>
            </a:extLst>
          </p:cNvPr>
          <p:cNvSpPr>
            <a:spLocks xmlns:a="http://schemas.openxmlformats.org/drawingml/2006/main" noGrp="1"/>
          </p:cNvSpPr>
          <p:nvPr/>
        </p:nvSpPr>
        <p:spPr>
          <a:xfrm xmlns:a="http://schemas.openxmlformats.org/drawingml/2006/main">
            <a:off x="3848100" y="3810000"/>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시작 경고와 도구의 실제 실행·결과를 구분</a:t>
            </a:r>
          </a:p>
        </p:txBody>
      </p:sp>
      <p:sp>
        <p:nvSpPr>
          <p:cNvPr id="16" name="">
            <a:extLst xmlns:a="http://schemas.openxmlformats.org/drawingml/2006/main">
              <a:ext uri="{FF2B5EF4-FFF2-40B4-BE49-F238E27FC236}">
                <a16:creationId xmlns:a16="http://schemas.microsoft.com/office/drawing/2014/main" id="{795C6049-4506-4115-A31F-8090AA7C9902}"/>
              </a:ext>
            </a:extLst>
          </p:cNvPr>
          <p:cNvSpPr>
            <a:spLocks xmlns:a="http://schemas.openxmlformats.org/drawingml/2006/main" noGrp="1"/>
          </p:cNvSpPr>
          <p:nvPr/>
        </p:nvSpPr>
        <p:spPr>
          <a:xfrm xmlns:a="http://schemas.openxmlformats.org/drawingml/2006/main">
            <a:off x="609600" y="4391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해석 가능한 범위">
            <a:extLst xmlns:a="http://schemas.openxmlformats.org/drawingml/2006/main">
              <a:ext uri="{FF2B5EF4-FFF2-40B4-BE49-F238E27FC236}">
                <a16:creationId xmlns:a16="http://schemas.microsoft.com/office/drawing/2014/main" id="{1D35B41B-E93D-402C-8A2C-091FC4DAF518}"/>
              </a:ext>
            </a:extLst>
          </p:cNvPr>
          <p:cNvSpPr>
            <a:spLocks xmlns:a="http://schemas.openxmlformats.org/drawingml/2006/main" noGrp="1"/>
          </p:cNvSpPr>
          <p:nvPr/>
        </p:nvSpPr>
        <p:spPr>
          <a:xfrm xmlns:a="http://schemas.openxmlformats.org/drawingml/2006/main">
            <a:off x="609600" y="4505325"/>
            <a:ext cx="2895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해석 가능한 범위</a:t>
            </a:r>
          </a:p>
        </p:txBody>
      </p:sp>
      <p:sp>
        <p:nvSpPr>
          <p:cNvPr id="18" name="확인된 결과와 원인 불확실성을 구분">
            <a:extLst xmlns:a="http://schemas.openxmlformats.org/drawingml/2006/main">
              <a:ext uri="{FF2B5EF4-FFF2-40B4-BE49-F238E27FC236}">
                <a16:creationId xmlns:a16="http://schemas.microsoft.com/office/drawing/2014/main" id="{4064B91E-6F53-4F5C-BF03-78564C0383DF}"/>
              </a:ext>
            </a:extLst>
          </p:cNvPr>
          <p:cNvSpPr>
            <a:spLocks xmlns:a="http://schemas.openxmlformats.org/drawingml/2006/main" noGrp="1"/>
          </p:cNvSpPr>
          <p:nvPr/>
        </p:nvSpPr>
        <p:spPr>
          <a:xfrm xmlns:a="http://schemas.openxmlformats.org/drawingml/2006/main">
            <a:off x="3848100" y="4505325"/>
            <a:ext cx="77343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확인된 결과와 원인 불확실성을 구분</a:t>
            </a:r>
          </a:p>
        </p:txBody>
      </p:sp>
      <p:sp>
        <p:nvSpPr>
          <p:cNvPr id="19" name="당시 결정: PARTIAL 보존 · 환경 격리를 진행 조건으로 두지 않음">
            <a:extLst xmlns:a="http://schemas.openxmlformats.org/drawingml/2006/main">
              <a:ext uri="{FF2B5EF4-FFF2-40B4-BE49-F238E27FC236}">
                <a16:creationId xmlns:a16="http://schemas.microsoft.com/office/drawing/2014/main" id="{E281A67A-5876-40D4-8266-FA62D5C95D8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당시 결정: PARTIAL 보존 · 환경 격리를 진행 조건으로 두지 않음</a:t>
            </a:r>
          </a:p>
        </p:txBody>
      </p:sp>
      <p:sp>
        <p:nvSpPr>
          <p:cNvPr id="20" name="Legacy module connection">
            <a:extLst xmlns:a="http://schemas.openxmlformats.org/drawingml/2006/main">
              <a:ext uri="{FF2B5EF4-FFF2-40B4-BE49-F238E27FC236}">
                <a16:creationId xmlns:a16="http://schemas.microsoft.com/office/drawing/2014/main" id="{F62C34D7-6338-4C51-96C3-23C84BC69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499060686"/>
      </p:ext>
    </p:extLst>
  </p:cSld>
</p:sld>
</file>

<file path=ppt/slides/slide8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4 · 실제 제작 기록 / 후속 적용과 남은 불일치">
            <a:extLst xmlns:a="http://schemas.openxmlformats.org/drawingml/2006/main">
              <a:ext uri="{FF2B5EF4-FFF2-40B4-BE49-F238E27FC236}">
                <a16:creationId xmlns:a16="http://schemas.microsoft.com/office/drawing/2014/main" id="{A800F598-4DBF-4BB7-A4E0-9926E156569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후속 적용과 남은 불일치</a:t>
            </a:r>
          </a:p>
        </p:txBody>
      </p:sp>
      <p:sp>
        <p:nvSpPr>
          <p:cNvPr id="2" name="S86">
            <a:extLst xmlns:a="http://schemas.openxmlformats.org/drawingml/2006/main">
              <a:ext uri="{FF2B5EF4-FFF2-40B4-BE49-F238E27FC236}">
                <a16:creationId xmlns:a16="http://schemas.microsoft.com/office/drawing/2014/main" id="{995614B2-9971-4711-8F67-CCF3226B53C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S86</a:t>
            </a:r>
          </a:p>
        </p:txBody>
      </p:sp>
      <p:sp>
        <p:nvSpPr>
          <p:cNvPr id="3" name="후속 기록도 원문과 다시 대조했다">
            <a:extLst xmlns:a="http://schemas.openxmlformats.org/drawingml/2006/main">
              <a:ext uri="{FF2B5EF4-FFF2-40B4-BE49-F238E27FC236}">
                <a16:creationId xmlns:a16="http://schemas.microsoft.com/office/drawing/2014/main" id="{D7808932-ABA5-4784-A2DB-C76A3B668AF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후속 기록도 원문과 다시 대조했다</a:t>
            </a:r>
          </a:p>
        </p:txBody>
      </p:sp>
      <p:sp>
        <p:nvSpPr>
          <p:cNvPr id="4" name="">
            <a:extLst xmlns:a="http://schemas.openxmlformats.org/drawingml/2006/main">
              <a:ext uri="{FF2B5EF4-FFF2-40B4-BE49-F238E27FC236}">
                <a16:creationId xmlns:a16="http://schemas.microsoft.com/office/drawing/2014/main" id="{4B3428DA-C814-468A-8578-4B7F9CB6740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3B4CE099-8535-419C-AF03-352E13CE76C9}"/>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7/008 · 보고·원문 대조와 지침 사용 경로를 요약한 도식">
            <a:extLst xmlns:a="http://schemas.openxmlformats.org/drawingml/2006/main">
              <a:ext uri="{FF2B5EF4-FFF2-40B4-BE49-F238E27FC236}">
                <a16:creationId xmlns:a16="http://schemas.microsoft.com/office/drawing/2014/main" id="{6DECD51B-C6A3-46E6-9CAF-D2569814183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TRIAL-007/008 · 보고·원문 대조와 지침 사용 경로를 요약한 도식</a:t>
            </a:r>
          </a:p>
        </p:txBody>
      </p:sp>
      <p:sp>
        <p:nvSpPr>
          <p:cNvPr id="7" name="MCP 작업 결과 없음 · 두 기록의 서로 다른 확인 내용 · 완전한 환경 목록·품질 향상 미입증">
            <a:extLst xmlns:a="http://schemas.openxmlformats.org/drawingml/2006/main">
              <a:ext uri="{FF2B5EF4-FFF2-40B4-BE49-F238E27FC236}">
                <a16:creationId xmlns:a16="http://schemas.microsoft.com/office/drawing/2014/main" id="{60DB697D-FB72-40B7-9350-6E695818367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MCP 작업 결과 없음 · 두 기록의 서로 다른 확인 내용 · 완전한 환경 목록·품질 향상 미입증</a:t>
            </a:r>
          </a:p>
        </p:txBody>
      </p:sp>
      <p:sp>
        <p:nvSpPr>
          <p:cNvPr id="8" name="보고와 원문에 남은 차이">
            <a:extLst xmlns:a="http://schemas.openxmlformats.org/drawingml/2006/main">
              <a:ext uri="{FF2B5EF4-FFF2-40B4-BE49-F238E27FC236}">
                <a16:creationId xmlns:a16="http://schemas.microsoft.com/office/drawing/2014/main" id="{F463C3BF-2CE0-4094-95FE-36E769EB9D63}"/>
              </a:ext>
            </a:extLst>
          </p:cNvPr>
          <p:cNvSpPr>
            <a:spLocks xmlns:a="http://schemas.openxmlformats.org/drawingml/2006/main" noGrp="1"/>
          </p:cNvSpPr>
          <p:nvPr/>
        </p:nvSpPr>
        <p:spPr>
          <a:xfrm xmlns:a="http://schemas.openxmlformats.org/drawingml/2006/main">
            <a:off x="609600" y="21050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보고와 원문에 남은 차이</a:t>
            </a:r>
          </a:p>
        </p:txBody>
      </p:sp>
      <p:sp>
        <p:nvSpPr>
          <p:cNvPr id="9" name="구분해서 남긴 사용 경로">
            <a:extLst xmlns:a="http://schemas.openxmlformats.org/drawingml/2006/main">
              <a:ext uri="{FF2B5EF4-FFF2-40B4-BE49-F238E27FC236}">
                <a16:creationId xmlns:a16="http://schemas.microsoft.com/office/drawing/2014/main" id="{EFA9CAC7-C218-4094-A28A-799802C69CAA}"/>
              </a:ext>
            </a:extLst>
          </p:cNvPr>
          <p:cNvSpPr>
            <a:spLocks xmlns:a="http://schemas.openxmlformats.org/drawingml/2006/main" noGrp="1"/>
          </p:cNvSpPr>
          <p:nvPr/>
        </p:nvSpPr>
        <p:spPr>
          <a:xfrm xmlns:a="http://schemas.openxmlformats.org/drawingml/2006/main">
            <a:off x="6705600" y="21050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구분해서 남긴 사용 경로</a:t>
            </a:r>
          </a:p>
        </p:txBody>
      </p:sp>
      <p:sp>
        <p:nvSpPr>
          <p:cNvPr id="10" name="후속 기록 · TRIAL-007">
            <a:extLst xmlns:a="http://schemas.openxmlformats.org/drawingml/2006/main">
              <a:ext uri="{FF2B5EF4-FFF2-40B4-BE49-F238E27FC236}">
                <a16:creationId xmlns:a16="http://schemas.microsoft.com/office/drawing/2014/main" id="{343BEC1B-7F23-4AE8-9B1A-6979345C613E}"/>
              </a:ext>
            </a:extLst>
          </p:cNvPr>
          <p:cNvSpPr>
            <a:spLocks xmlns:a="http://schemas.openxmlformats.org/drawingml/2006/main" noGrp="1"/>
          </p:cNvSpPr>
          <p:nvPr/>
        </p:nvSpPr>
        <p:spPr>
          <a:xfrm xmlns:a="http://schemas.openxmlformats.org/drawingml/2006/main">
            <a:off x="609600" y="2619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TRIAL-007</a:t>
            </a:r>
          </a:p>
        </p:txBody>
      </p:sp>
      <p:sp>
        <p:nvSpPr>
          <p:cNvPr id="11" name="후속 기록 · TRIAL-008">
            <a:extLst xmlns:a="http://schemas.openxmlformats.org/drawingml/2006/main">
              <a:ext uri="{FF2B5EF4-FFF2-40B4-BE49-F238E27FC236}">
                <a16:creationId xmlns:a16="http://schemas.microsoft.com/office/drawing/2014/main" id="{186371B0-FD3F-41EC-ADF5-C6186E1BDB69}"/>
              </a:ext>
            </a:extLst>
          </p:cNvPr>
          <p:cNvSpPr>
            <a:spLocks xmlns:a="http://schemas.openxmlformats.org/drawingml/2006/main" noGrp="1"/>
          </p:cNvSpPr>
          <p:nvPr/>
        </p:nvSpPr>
        <p:spPr>
          <a:xfrm xmlns:a="http://schemas.openxmlformats.org/drawingml/2006/main">
            <a:off x="6705600" y="2619375"/>
            <a:ext cx="4876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후속 기록 · TRIAL-008</a:t>
            </a:r>
          </a:p>
        </p:txBody>
      </p:sp>
      <p:sp>
        <p:nvSpPr>
          <p:cNvPr id="12" name="">
            <a:extLst xmlns:a="http://schemas.openxmlformats.org/drawingml/2006/main">
              <a:ext uri="{FF2B5EF4-FFF2-40B4-BE49-F238E27FC236}">
                <a16:creationId xmlns:a16="http://schemas.microsoft.com/office/drawing/2014/main" id="{0AC24979-ABB9-44D0-A24C-D029B2B0295E}"/>
              </a:ext>
            </a:extLst>
          </p:cNvPr>
          <p:cNvSpPr>
            <a:spLocks xmlns:a="http://schemas.openxmlformats.org/drawingml/2006/main" noGrp="1"/>
          </p:cNvSpPr>
          <p:nvPr/>
        </p:nvSpPr>
        <p:spPr>
          <a:xfrm xmlns:a="http://schemas.openxmlformats.org/drawingml/2006/main">
            <a:off x="609600" y="3076575"/>
            <a:ext cx="51816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
            <a:extLst xmlns:a="http://schemas.openxmlformats.org/drawingml/2006/main">
              <a:ext uri="{FF2B5EF4-FFF2-40B4-BE49-F238E27FC236}">
                <a16:creationId xmlns:a16="http://schemas.microsoft.com/office/drawing/2014/main" id="{0ED1B54F-CA20-49B8-B080-16C9A0A02290}"/>
              </a:ext>
            </a:extLst>
          </p:cNvPr>
          <p:cNvSpPr>
            <a:spLocks xmlns:a="http://schemas.openxmlformats.org/drawingml/2006/main" noGrp="1"/>
          </p:cNvSpPr>
          <p:nvPr/>
        </p:nvSpPr>
        <p:spPr>
          <a:xfrm xmlns:a="http://schemas.openxmlformats.org/drawingml/2006/main">
            <a:off x="6705600" y="3076575"/>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보고서">
            <a:extLst xmlns:a="http://schemas.openxmlformats.org/drawingml/2006/main">
              <a:ext uri="{FF2B5EF4-FFF2-40B4-BE49-F238E27FC236}">
                <a16:creationId xmlns:a16="http://schemas.microsoft.com/office/drawing/2014/main" id="{E5503F66-2E6B-45DB-907A-EBDCA3D1AC07}"/>
              </a:ext>
            </a:extLst>
          </p:cNvPr>
          <p:cNvSpPr>
            <a:spLocks xmlns:a="http://schemas.openxmlformats.org/drawingml/2006/main" noGrp="1"/>
          </p:cNvSpPr>
          <p:nvPr/>
        </p:nvSpPr>
        <p:spPr>
          <a:xfrm xmlns:a="http://schemas.openxmlformats.org/drawingml/2006/main">
            <a:off x="609600" y="329565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보고서</a:t>
            </a:r>
          </a:p>
        </p:txBody>
      </p:sp>
      <p:sp>
        <p:nvSpPr>
          <p:cNvPr id="15" name="MCP 경고 없음">
            <a:extLst xmlns:a="http://schemas.openxmlformats.org/drawingml/2006/main">
              <a:ext uri="{FF2B5EF4-FFF2-40B4-BE49-F238E27FC236}">
                <a16:creationId xmlns:a16="http://schemas.microsoft.com/office/drawing/2014/main" id="{FBCDD8E8-7F45-4783-A696-B861F095DE1C}"/>
              </a:ext>
            </a:extLst>
          </p:cNvPr>
          <p:cNvSpPr>
            <a:spLocks xmlns:a="http://schemas.openxmlformats.org/drawingml/2006/main" noGrp="1"/>
          </p:cNvSpPr>
          <p:nvPr/>
        </p:nvSpPr>
        <p:spPr>
          <a:xfrm xmlns:a="http://schemas.openxmlformats.org/drawingml/2006/main">
            <a:off x="609600" y="3705225"/>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MCP 경고 없음</a:t>
            </a:r>
          </a:p>
        </p:txBody>
      </p:sp>
      <p:sp>
        <p:nvSpPr>
          <p:cNvPr id="16" name="원문 진단 기록">
            <a:extLst xmlns:a="http://schemas.openxmlformats.org/drawingml/2006/main">
              <a:ext uri="{FF2B5EF4-FFF2-40B4-BE49-F238E27FC236}">
                <a16:creationId xmlns:a16="http://schemas.microsoft.com/office/drawing/2014/main" id="{8DAD54ED-F9C1-4573-914E-44F08F42F9EA}"/>
              </a:ext>
            </a:extLst>
          </p:cNvPr>
          <p:cNvSpPr>
            <a:spLocks xmlns:a="http://schemas.openxmlformats.org/drawingml/2006/main" noGrp="1"/>
          </p:cNvSpPr>
          <p:nvPr/>
        </p:nvSpPr>
        <p:spPr>
          <a:xfrm xmlns:a="http://schemas.openxmlformats.org/drawingml/2006/main">
            <a:off x="609600" y="4343400"/>
            <a:ext cx="5181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원문 진단 기록</a:t>
            </a:r>
          </a:p>
        </p:txBody>
      </p:sp>
      <p:sp>
        <p:nvSpPr>
          <p:cNvPr id="17" name="인증 필요 경고가 남음">
            <a:extLst xmlns:a="http://schemas.openxmlformats.org/drawingml/2006/main">
              <a:ext uri="{FF2B5EF4-FFF2-40B4-BE49-F238E27FC236}">
                <a16:creationId xmlns:a16="http://schemas.microsoft.com/office/drawing/2014/main" id="{4C16EAC0-9D9E-48AD-8A12-5ECA216FBD1E}"/>
              </a:ext>
            </a:extLst>
          </p:cNvPr>
          <p:cNvSpPr>
            <a:spLocks xmlns:a="http://schemas.openxmlformats.org/drawingml/2006/main" noGrp="1"/>
          </p:cNvSpPr>
          <p:nvPr/>
        </p:nvSpPr>
        <p:spPr>
          <a:xfrm xmlns:a="http://schemas.openxmlformats.org/drawingml/2006/main">
            <a:off x="609600" y="4762500"/>
            <a:ext cx="51816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인증 필요 경고가 남음</a:t>
            </a:r>
          </a:p>
        </p:txBody>
      </p:sp>
      <p:sp>
        <p:nvSpPr>
          <p:cNvPr id="18" name="원문: Nimble AuthRequired">
            <a:extLst xmlns:a="http://schemas.openxmlformats.org/drawingml/2006/main">
              <a:ext uri="{FF2B5EF4-FFF2-40B4-BE49-F238E27FC236}">
                <a16:creationId xmlns:a16="http://schemas.microsoft.com/office/drawing/2014/main" id="{C2A738BD-16B3-44E0-B0AE-05DABD7A7A9F}"/>
              </a:ext>
            </a:extLst>
          </p:cNvPr>
          <p:cNvSpPr>
            <a:spLocks xmlns:a="http://schemas.openxmlformats.org/drawingml/2006/main" noGrp="1"/>
          </p:cNvSpPr>
          <p:nvPr/>
        </p:nvSpPr>
        <p:spPr>
          <a:xfrm xmlns:a="http://schemas.openxmlformats.org/drawingml/2006/main">
            <a:off x="609600" y="5286375"/>
            <a:ext cx="5181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Consolas"/>
                <a:ea typeface="Consolas"/>
                <a:cs typeface="Consolas"/>
              </a:defRPr>
            </a:defPPr>
            <a:lvl1pPr algn="l">
              <a:defRPr sz="1650" b="0">
                <a:solidFill>
                  <a:srgbClr val="4D5A68"/>
                </a:solidFill>
                <a:latin typeface="Consolas"/>
                <a:ea typeface="Consolas"/>
                <a:cs typeface="Consolas"/>
              </a:defRPr>
            </a:lvl1pPr>
            <a:lvl2pPr algn="l">
              <a:defRPr sz="1650" b="0">
                <a:solidFill>
                  <a:srgbClr val="4D5A68"/>
                </a:solidFill>
                <a:latin typeface="Consolas"/>
                <a:ea typeface="Consolas"/>
                <a:cs typeface="Consolas"/>
              </a:defRPr>
            </a:lvl2pPr>
            <a:lvl3pPr algn="l">
              <a:defRPr sz="1650" b="0">
                <a:solidFill>
                  <a:srgbClr val="4D5A68"/>
                </a:solidFill>
                <a:latin typeface="Consolas"/>
                <a:ea typeface="Consolas"/>
                <a:cs typeface="Consolas"/>
              </a:defRPr>
            </a:lvl3pPr>
            <a:lvl4pPr algn="l">
              <a:defRPr sz="1650" b="0">
                <a:solidFill>
                  <a:srgbClr val="4D5A68"/>
                </a:solidFill>
                <a:latin typeface="Consolas"/>
                <a:ea typeface="Consolas"/>
                <a:cs typeface="Consolas"/>
              </a:defRPr>
            </a:lvl4pPr>
            <a:lvl5pPr algn="l">
              <a:defRPr sz="1650" b="0">
                <a:solidFill>
                  <a:srgbClr val="4D5A68"/>
                </a:solidFill>
                <a:latin typeface="Consolas"/>
                <a:ea typeface="Consolas"/>
                <a:cs typeface="Consolas"/>
              </a:defRPr>
            </a:lvl5pPr>
            <a:lvl6pPr algn="l">
              <a:defRPr sz="1650" b="0">
                <a:solidFill>
                  <a:srgbClr val="4D5A68"/>
                </a:solidFill>
                <a:latin typeface="Consolas"/>
                <a:ea typeface="Consolas"/>
                <a:cs typeface="Consolas"/>
              </a:defRPr>
            </a:lvl6pPr>
            <a:lvl7pPr algn="l">
              <a:defRPr sz="1650" b="0">
                <a:solidFill>
                  <a:srgbClr val="4D5A68"/>
                </a:solidFill>
                <a:latin typeface="Consolas"/>
                <a:ea typeface="Consolas"/>
                <a:cs typeface="Consolas"/>
              </a:defRPr>
            </a:lvl7pPr>
            <a:lvl8pPr algn="l">
              <a:defRPr sz="1650" b="0">
                <a:solidFill>
                  <a:srgbClr val="4D5A68"/>
                </a:solidFill>
                <a:latin typeface="Consolas"/>
                <a:ea typeface="Consolas"/>
                <a:cs typeface="Consolas"/>
              </a:defRPr>
            </a:lvl8pPr>
            <a:lvl9pPr algn="l">
              <a:defRPr sz="1650" b="0">
                <a:solidFill>
                  <a:srgbClr val="4D5A68"/>
                </a:solidFill>
                <a:latin typeface="Consolas"/>
                <a:ea typeface="Consolas"/>
                <a:cs typeface="Consolas"/>
              </a:defRPr>
            </a:lvl9pPr>
          </a:lstStyle>
          <a:p xmlns:a="http://schemas.openxmlformats.org/drawingml/2006/main">
            <a:pPr algn="l">
              <a:defRPr sz="1650" b="0">
                <a:solidFill>
                  <a:srgbClr val="4D5A68"/>
                </a:solidFill>
                <a:latin typeface="Consolas"/>
                <a:ea typeface="Consolas"/>
                <a:cs typeface="Consolas"/>
              </a:defRPr>
            </a:pPr>
            <a:r>
              <a:rPr sz="1650" b="0">
                <a:solidFill>
                  <a:srgbClr val="4D5A68"/>
                </a:solidFill>
                <a:latin typeface="Consolas"/>
                <a:ea typeface="Consolas"/>
                <a:cs typeface="Consolas"/>
              </a:rPr>
              <a:t>원문: Nimble AuthRequired</a:t>
            </a:r>
          </a:p>
        </p:txBody>
      </p:sp>
      <p:sp>
        <p:nvSpPr>
          <p:cNvPr id="19" name="저장소 Skill의 명시 호출">
            <a:extLst xmlns:a="http://schemas.openxmlformats.org/drawingml/2006/main">
              <a:ext uri="{FF2B5EF4-FFF2-40B4-BE49-F238E27FC236}">
                <a16:creationId xmlns:a16="http://schemas.microsoft.com/office/drawing/2014/main" id="{63FE6AD8-AF18-4D3D-8704-892253F9C6CE}"/>
              </a:ext>
            </a:extLst>
          </p:cNvPr>
          <p:cNvSpPr>
            <a:spLocks xmlns:a="http://schemas.openxmlformats.org/drawingml/2006/main" noGrp="1"/>
          </p:cNvSpPr>
          <p:nvPr/>
        </p:nvSpPr>
        <p:spPr>
          <a:xfrm xmlns:a="http://schemas.openxmlformats.org/drawingml/2006/main">
            <a:off x="6705600" y="3476625"/>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저장소 Skill의 명시 호출</a:t>
            </a:r>
          </a:p>
        </p:txBody>
      </p:sp>
      <p:sp>
        <p:nvSpPr>
          <p:cNvPr id="20" name="서로 구분해 기록">
            <a:extLst xmlns:a="http://schemas.openxmlformats.org/drawingml/2006/main">
              <a:ext uri="{FF2B5EF4-FFF2-40B4-BE49-F238E27FC236}">
                <a16:creationId xmlns:a16="http://schemas.microsoft.com/office/drawing/2014/main" id="{474F2719-6885-47E3-8CED-86AFB7D9A980}"/>
              </a:ext>
            </a:extLst>
          </p:cNvPr>
          <p:cNvSpPr>
            <a:spLocks xmlns:a="http://schemas.openxmlformats.org/drawingml/2006/main" noGrp="1"/>
          </p:cNvSpPr>
          <p:nvPr/>
        </p:nvSpPr>
        <p:spPr>
          <a:xfrm xmlns:a="http://schemas.openxmlformats.org/drawingml/2006/main">
            <a:off x="6705600" y="4219575"/>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서로 구분해 기록</a:t>
            </a:r>
          </a:p>
        </p:txBody>
      </p:sp>
      <p:sp>
        <p:nvSpPr>
          <p:cNvPr id="21" name="전역 지침·Skill의 영향">
            <a:extLst xmlns:a="http://schemas.openxmlformats.org/drawingml/2006/main">
              <a:ext uri="{FF2B5EF4-FFF2-40B4-BE49-F238E27FC236}">
                <a16:creationId xmlns:a16="http://schemas.microsoft.com/office/drawing/2014/main" id="{651EE1E3-97A0-40EA-AF4F-300F9032AD4F}"/>
              </a:ext>
            </a:extLst>
          </p:cNvPr>
          <p:cNvSpPr>
            <a:spLocks xmlns:a="http://schemas.openxmlformats.org/drawingml/2006/main" noGrp="1"/>
          </p:cNvSpPr>
          <p:nvPr/>
        </p:nvSpPr>
        <p:spPr>
          <a:xfrm xmlns:a="http://schemas.openxmlformats.org/drawingml/2006/main">
            <a:off x="6705600" y="4819650"/>
            <a:ext cx="4876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전역 지침·Skill의 영향</a:t>
            </a:r>
          </a:p>
        </p:txBody>
      </p:sp>
      <p:sp>
        <p:nvSpPr>
          <p:cNvPr id="22" name="Legacy module connection">
            <a:extLst xmlns:a="http://schemas.openxmlformats.org/drawingml/2006/main">
              <a:ext uri="{FF2B5EF4-FFF2-40B4-BE49-F238E27FC236}">
                <a16:creationId xmlns:a16="http://schemas.microsoft.com/office/drawing/2014/main" id="{64855B26-D25C-4748-B52E-A612F292FCC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1188379"/>
      </p:ext>
    </p:extLst>
  </p:cSld>
</p:sld>
</file>

<file path=ppt/slides/slide8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4 · 실제 제작 기록 / 운영 모델과의 대응">
            <a:extLst xmlns:a="http://schemas.openxmlformats.org/drawingml/2006/main">
              <a:ext uri="{FF2B5EF4-FFF2-40B4-BE49-F238E27FC236}">
                <a16:creationId xmlns:a16="http://schemas.microsoft.com/office/drawing/2014/main" id="{6221F9F2-C27B-42DE-A536-4EC907C3F1E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실제 제작 기록 / 운영 모델과의 대응</a:t>
            </a:r>
          </a:p>
        </p:txBody>
      </p:sp>
      <p:sp>
        <p:nvSpPr>
          <p:cNvPr id="2" name="S87">
            <a:extLst xmlns:a="http://schemas.openxmlformats.org/drawingml/2006/main">
              <a:ext uri="{FF2B5EF4-FFF2-40B4-BE49-F238E27FC236}">
                <a16:creationId xmlns:a16="http://schemas.microsoft.com/office/drawing/2014/main" id="{26B5894D-71C5-47F5-A894-53F8AB67D5B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S87</a:t>
            </a:r>
          </a:p>
        </p:txBody>
      </p:sp>
      <p:sp>
        <p:nvSpPr>
          <p:cNvPr id="3" name="실제 기록을 Loop의 단계에 대응하면">
            <a:extLst xmlns:a="http://schemas.openxmlformats.org/drawingml/2006/main">
              <a:ext uri="{FF2B5EF4-FFF2-40B4-BE49-F238E27FC236}">
                <a16:creationId xmlns:a16="http://schemas.microsoft.com/office/drawing/2014/main" id="{D82FE32B-6AAE-4D67-9AFF-E0F697A6F6C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기록을 Loop의 단계에 대응하면</a:t>
            </a:r>
          </a:p>
        </p:txBody>
      </p:sp>
      <p:sp>
        <p:nvSpPr>
          <p:cNvPr id="4" name="">
            <a:extLst xmlns:a="http://schemas.openxmlformats.org/drawingml/2006/main">
              <a:ext uri="{FF2B5EF4-FFF2-40B4-BE49-F238E27FC236}">
                <a16:creationId xmlns:a16="http://schemas.microsoft.com/office/drawing/2014/main" id="{F2120529-786C-496F-845D-BDE1529ABE9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5" name="">
            <a:extLst xmlns:a="http://schemas.openxmlformats.org/drawingml/2006/main">
              <a:ext uri="{FF2B5EF4-FFF2-40B4-BE49-F238E27FC236}">
                <a16:creationId xmlns:a16="http://schemas.microsoft.com/office/drawing/2014/main" id="{80424FB3-0CA5-4699-90F9-E7AE51FB561E}"/>
              </a:ext>
            </a:extLst>
          </p:cNvPr>
          <p:cNvSpPr>
            <a:spLocks xmlns:a="http://schemas.openxmlformats.org/drawingml/2006/main" noGrp="1"/>
          </p:cNvSpPr>
          <p:nvPr/>
        </p:nvSpPr>
        <p:spPr>
          <a:xfrm xmlns:a="http://schemas.openxmlformats.org/drawingml/2006/main">
            <a:off x="609600" y="5695950"/>
            <a:ext cx="10972800" cy="0"/>
          </a:xfrm>
          <a:prstGeom xmlns:a="http://schemas.openxmlformats.org/drawingml/2006/main" prst="line">
            <a:avLst/>
          </a:prstGeom>
          <a:noFill xmlns:a="http://schemas.openxmlformats.org/drawingml/2006/main"/>
          <a:ln xmlns:a="http://schemas.openxmlformats.org/drawingml/2006/main" w="9525">
            <a:solidFill>
              <a:srgbClr val="0B6172"/>
            </a:solidFill>
            <a:prstDash val="solid"/>
          </a:ln>
        </p:spPr>
      </p:sp>
      <p:sp>
        <p:nvSpPr>
          <p:cNvPr id="6" name="TRIAL-006 → DEC-0016 → TRIAL-007/008 · 보존된 평가·보고 기록">
            <a:extLst xmlns:a="http://schemas.openxmlformats.org/drawingml/2006/main">
              <a:ext uri="{FF2B5EF4-FFF2-40B4-BE49-F238E27FC236}">
                <a16:creationId xmlns:a16="http://schemas.microsoft.com/office/drawing/2014/main" id="{22399C18-762F-40C8-8113-77618817F08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 DEC-0016 → TRIAL-007/008 · 보존된 평가·보고 기록</a:t>
            </a:r>
          </a:p>
        </p:txBody>
      </p:sp>
      <p:sp>
        <p:nvSpPr>
          <p:cNvPr id="7" name="후속 대조는 부분적 확인 · 제품 코드·가상 Workflow 복구 아님 · 품질 향상은 미측정">
            <a:extLst xmlns:a="http://schemas.openxmlformats.org/drawingml/2006/main">
              <a:ext uri="{FF2B5EF4-FFF2-40B4-BE49-F238E27FC236}">
                <a16:creationId xmlns:a16="http://schemas.microsoft.com/office/drawing/2014/main" id="{3B6D008F-955D-41EF-9B42-3F0F43606CF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후속 대조는 부분적 확인 · 제품 코드·가상 Workflow 복구 아님 · 품질 향상은 미측정</a:t>
            </a:r>
          </a:p>
        </p:txBody>
      </p:sp>
      <p:sp>
        <p:nvSpPr>
          <p:cNvPr id="8" name="성능 조사에서 얻은 관찰이 평가·보고 기준을 바꿨다">
            <a:extLst xmlns:a="http://schemas.openxmlformats.org/drawingml/2006/main">
              <a:ext uri="{FF2B5EF4-FFF2-40B4-BE49-F238E27FC236}">
                <a16:creationId xmlns:a16="http://schemas.microsoft.com/office/drawing/2014/main" id="{22EA0A63-01DE-437E-A214-D580C59F578B}"/>
              </a:ext>
            </a:extLst>
          </p:cNvPr>
          <p:cNvSpPr>
            <a:spLocks xmlns:a="http://schemas.openxmlformats.org/drawingml/2006/main" noGrp="1"/>
          </p:cNvSpPr>
          <p:nvPr/>
        </p:nvSpPr>
        <p:spPr>
          <a:xfrm xmlns:a="http://schemas.openxmlformats.org/drawingml/2006/main">
            <a:off x="609600" y="180022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 조사에서 얻은 관찰이 평가·보고 기준을 바꿨다</a:t>
            </a:r>
          </a:p>
        </p:txBody>
      </p:sp>
      <p:sp>
        <p:nvSpPr>
          <p:cNvPr id="9" name="01">
            <a:extLst xmlns:a="http://schemas.openxmlformats.org/drawingml/2006/main">
              <a:ext uri="{FF2B5EF4-FFF2-40B4-BE49-F238E27FC236}">
                <a16:creationId xmlns:a16="http://schemas.microsoft.com/office/drawing/2014/main" id="{DCD9FA4B-C6A2-43F3-B1F6-6F50424E87CD}"/>
              </a:ext>
            </a:extLst>
          </p:cNvPr>
          <p:cNvSpPr>
            <a:spLocks xmlns:a="http://schemas.openxmlformats.org/drawingml/2006/main" noGrp="1"/>
          </p:cNvSpPr>
          <p:nvPr/>
        </p:nvSpPr>
        <p:spPr>
          <a:xfrm xmlns:a="http://schemas.openxmlformats.org/drawingml/2006/main">
            <a:off x="6096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01</a:t>
            </a:r>
          </a:p>
        </p:txBody>
      </p:sp>
      <p:sp>
        <p:nvSpPr>
          <p:cNvPr id="10" name="">
            <a:extLst xmlns:a="http://schemas.openxmlformats.org/drawingml/2006/main">
              <a:ext uri="{FF2B5EF4-FFF2-40B4-BE49-F238E27FC236}">
                <a16:creationId xmlns:a16="http://schemas.microsoft.com/office/drawing/2014/main" id="{AD9A7310-1DF4-4E8C-A707-253B6F4134F0}"/>
              </a:ext>
            </a:extLst>
          </p:cNvPr>
          <p:cNvSpPr>
            <a:spLocks xmlns:a="http://schemas.openxmlformats.org/drawingml/2006/main" noGrp="1"/>
          </p:cNvSpPr>
          <p:nvPr/>
        </p:nvSpPr>
        <p:spPr>
          <a:xfrm xmlns:a="http://schemas.openxmlformats.org/drawingml/2006/main">
            <a:off x="6096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실행">
            <a:extLst xmlns:a="http://schemas.openxmlformats.org/drawingml/2006/main">
              <a:ext uri="{FF2B5EF4-FFF2-40B4-BE49-F238E27FC236}">
                <a16:creationId xmlns:a16="http://schemas.microsoft.com/office/drawing/2014/main" id="{C465FF32-F9BE-4BBC-9CDC-10FDB87583B9}"/>
              </a:ext>
            </a:extLst>
          </p:cNvPr>
          <p:cNvSpPr>
            <a:spLocks xmlns:a="http://schemas.openxmlformats.org/drawingml/2006/main" noGrp="1"/>
          </p:cNvSpPr>
          <p:nvPr/>
        </p:nvSpPr>
        <p:spPr>
          <a:xfrm xmlns:a="http://schemas.openxmlformats.org/drawingml/2006/main">
            <a:off x="6096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a:t>
            </a:r>
          </a:p>
        </p:txBody>
      </p:sp>
      <p:sp>
        <p:nvSpPr>
          <p:cNvPr id="12" name="Resize 성능&#10;조사">
            <a:extLst xmlns:a="http://schemas.openxmlformats.org/drawingml/2006/main">
              <a:ext uri="{FF2B5EF4-FFF2-40B4-BE49-F238E27FC236}">
                <a16:creationId xmlns:a16="http://schemas.microsoft.com/office/drawing/2014/main" id="{9BE194F3-BE11-4BA8-9DE4-F3FD4A952061}"/>
              </a:ext>
            </a:extLst>
          </p:cNvPr>
          <p:cNvSpPr>
            <a:spLocks xmlns:a="http://schemas.openxmlformats.org/drawingml/2006/main" noGrp="1"/>
          </p:cNvSpPr>
          <p:nvPr/>
        </p:nvSpPr>
        <p:spPr>
          <a:xfrm xmlns:a="http://schemas.openxmlformats.org/drawingml/2006/main">
            <a:off x="6096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Resize 성능</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조사</a:t>
            </a:r>
          </a:p>
        </p:txBody>
      </p:sp>
      <p:cxnSp>
        <p:nvCxnSpPr>
          <p:cNvPr id="13" name="">
            <a:extLst xmlns:a="http://schemas.openxmlformats.org/drawingml/2006/main">
              <a:ext uri="{FF2B5EF4-FFF2-40B4-BE49-F238E27FC236}">
                <a16:creationId xmlns:a16="http://schemas.microsoft.com/office/drawing/2014/main" id="{27B92864-922D-4BE1-8C52-6A0AFAF95410}"/>
              </a:ext>
            </a:extLst>
          </p:cNvPr>
          <p:cNvCxnSpPr/>
          <p:nvPr/>
        </p:nvCxnSpPr>
        <p:spPr>
          <a:xfrm xmlns:a="http://schemas.openxmlformats.org/drawingml/2006/main">
            <a:off x="26479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02">
            <a:extLst xmlns:a="http://schemas.openxmlformats.org/drawingml/2006/main">
              <a:ext uri="{FF2B5EF4-FFF2-40B4-BE49-F238E27FC236}">
                <a16:creationId xmlns:a16="http://schemas.microsoft.com/office/drawing/2014/main" id="{1F57CB39-B593-4877-9741-0559709FD755}"/>
              </a:ext>
            </a:extLst>
          </p:cNvPr>
          <p:cNvSpPr>
            <a:spLocks xmlns:a="http://schemas.openxmlformats.org/drawingml/2006/main" noGrp="1"/>
          </p:cNvSpPr>
          <p:nvPr/>
        </p:nvSpPr>
        <p:spPr>
          <a:xfrm xmlns:a="http://schemas.openxmlformats.org/drawingml/2006/main">
            <a:off x="28575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02</a:t>
            </a:r>
          </a:p>
        </p:txBody>
      </p:sp>
      <p:sp>
        <p:nvSpPr>
          <p:cNvPr id="15" name="">
            <a:extLst xmlns:a="http://schemas.openxmlformats.org/drawingml/2006/main">
              <a:ext uri="{FF2B5EF4-FFF2-40B4-BE49-F238E27FC236}">
                <a16:creationId xmlns:a16="http://schemas.microsoft.com/office/drawing/2014/main" id="{6621AA51-C704-4F71-AD02-9B6A0E54EC69}"/>
              </a:ext>
            </a:extLst>
          </p:cNvPr>
          <p:cNvSpPr>
            <a:spLocks xmlns:a="http://schemas.openxmlformats.org/drawingml/2006/main" noGrp="1"/>
          </p:cNvSpPr>
          <p:nvPr/>
        </p:nvSpPr>
        <p:spPr>
          <a:xfrm xmlns:a="http://schemas.openxmlformats.org/drawingml/2006/main">
            <a:off x="28575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6" name="관찰">
            <a:extLst xmlns:a="http://schemas.openxmlformats.org/drawingml/2006/main">
              <a:ext uri="{FF2B5EF4-FFF2-40B4-BE49-F238E27FC236}">
                <a16:creationId xmlns:a16="http://schemas.microsoft.com/office/drawing/2014/main" id="{5875B0AA-38F2-477B-B6A5-1CB2E2BBA24B}"/>
              </a:ext>
            </a:extLst>
          </p:cNvPr>
          <p:cNvSpPr>
            <a:spLocks xmlns:a="http://schemas.openxmlformats.org/drawingml/2006/main" noGrp="1"/>
          </p:cNvSpPr>
          <p:nvPr/>
        </p:nvSpPr>
        <p:spPr>
          <a:xfrm xmlns:a="http://schemas.openxmlformats.org/drawingml/2006/main">
            <a:off x="28575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관찰</a:t>
            </a:r>
          </a:p>
        </p:txBody>
      </p:sp>
      <p:sp>
        <p:nvSpPr>
          <p:cNvPr id="17" name="전역 Skill과&#10;시작 경고">
            <a:extLst xmlns:a="http://schemas.openxmlformats.org/drawingml/2006/main">
              <a:ext uri="{FF2B5EF4-FFF2-40B4-BE49-F238E27FC236}">
                <a16:creationId xmlns:a16="http://schemas.microsoft.com/office/drawing/2014/main" id="{E5825EB8-D813-4B35-AA03-229658FC064D}"/>
              </a:ext>
            </a:extLst>
          </p:cNvPr>
          <p:cNvSpPr>
            <a:spLocks xmlns:a="http://schemas.openxmlformats.org/drawingml/2006/main" noGrp="1"/>
          </p:cNvSpPr>
          <p:nvPr/>
        </p:nvSpPr>
        <p:spPr>
          <a:xfrm xmlns:a="http://schemas.openxmlformats.org/drawingml/2006/main">
            <a:off x="28575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전역 Skill과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시작 경고</a:t>
            </a:r>
          </a:p>
        </p:txBody>
      </p:sp>
      <p:cxnSp>
        <p:nvCxnSpPr>
          <p:cNvPr id="18" name="">
            <a:extLst xmlns:a="http://schemas.openxmlformats.org/drawingml/2006/main">
              <a:ext uri="{FF2B5EF4-FFF2-40B4-BE49-F238E27FC236}">
                <a16:creationId xmlns:a16="http://schemas.microsoft.com/office/drawing/2014/main" id="{DA1050A3-C912-4F42-93DC-733890CA23D5}"/>
              </a:ext>
            </a:extLst>
          </p:cNvPr>
          <p:cNvCxnSpPr/>
          <p:nvPr/>
        </p:nvCxnSpPr>
        <p:spPr>
          <a:xfrm xmlns:a="http://schemas.openxmlformats.org/drawingml/2006/main">
            <a:off x="48958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03">
            <a:extLst xmlns:a="http://schemas.openxmlformats.org/drawingml/2006/main">
              <a:ext uri="{FF2B5EF4-FFF2-40B4-BE49-F238E27FC236}">
                <a16:creationId xmlns:a16="http://schemas.microsoft.com/office/drawing/2014/main" id="{68D535AD-BA30-4FEC-9453-69906622F930}"/>
              </a:ext>
            </a:extLst>
          </p:cNvPr>
          <p:cNvSpPr>
            <a:spLocks xmlns:a="http://schemas.openxmlformats.org/drawingml/2006/main" noGrp="1"/>
          </p:cNvSpPr>
          <p:nvPr/>
        </p:nvSpPr>
        <p:spPr>
          <a:xfrm xmlns:a="http://schemas.openxmlformats.org/drawingml/2006/main">
            <a:off x="51054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03</a:t>
            </a:r>
          </a:p>
        </p:txBody>
      </p:sp>
      <p:sp>
        <p:nvSpPr>
          <p:cNvPr id="20" name="">
            <a:extLst xmlns:a="http://schemas.openxmlformats.org/drawingml/2006/main">
              <a:ext uri="{FF2B5EF4-FFF2-40B4-BE49-F238E27FC236}">
                <a16:creationId xmlns:a16="http://schemas.microsoft.com/office/drawing/2014/main" id="{F70CEDF3-0567-463D-BC1C-AFEA3E918286}"/>
              </a:ext>
            </a:extLst>
          </p:cNvPr>
          <p:cNvSpPr>
            <a:spLocks xmlns:a="http://schemas.openxmlformats.org/drawingml/2006/main" noGrp="1"/>
          </p:cNvSpPr>
          <p:nvPr/>
        </p:nvSpPr>
        <p:spPr>
          <a:xfrm xmlns:a="http://schemas.openxmlformats.org/drawingml/2006/main">
            <a:off x="51054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1" name="원인 판단">
            <a:extLst xmlns:a="http://schemas.openxmlformats.org/drawingml/2006/main">
              <a:ext uri="{FF2B5EF4-FFF2-40B4-BE49-F238E27FC236}">
                <a16:creationId xmlns:a16="http://schemas.microsoft.com/office/drawing/2014/main" id="{0A42C2FF-EBF0-4381-ACAE-C2B78A397D8F}"/>
              </a:ext>
            </a:extLst>
          </p:cNvPr>
          <p:cNvSpPr>
            <a:spLocks xmlns:a="http://schemas.openxmlformats.org/drawingml/2006/main" noGrp="1"/>
          </p:cNvSpPr>
          <p:nvPr/>
        </p:nvSpPr>
        <p:spPr>
          <a:xfrm xmlns:a="http://schemas.openxmlformats.org/drawingml/2006/main">
            <a:off x="51054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원인 판단</a:t>
            </a:r>
          </a:p>
        </p:txBody>
      </p:sp>
      <p:sp>
        <p:nvSpPr>
          <p:cNvPr id="22" name="Prompt만의&#10;효과 분리 불가">
            <a:extLst xmlns:a="http://schemas.openxmlformats.org/drawingml/2006/main">
              <a:ext uri="{FF2B5EF4-FFF2-40B4-BE49-F238E27FC236}">
                <a16:creationId xmlns:a16="http://schemas.microsoft.com/office/drawing/2014/main" id="{A547F384-6862-4610-9FCB-75074BF16004}"/>
              </a:ext>
            </a:extLst>
          </p:cNvPr>
          <p:cNvSpPr>
            <a:spLocks xmlns:a="http://schemas.openxmlformats.org/drawingml/2006/main" noGrp="1"/>
          </p:cNvSpPr>
          <p:nvPr/>
        </p:nvSpPr>
        <p:spPr>
          <a:xfrm xmlns:a="http://schemas.openxmlformats.org/drawingml/2006/main">
            <a:off x="51054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Prompt만의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효과 분리 불가</a:t>
            </a:r>
          </a:p>
        </p:txBody>
      </p:sp>
      <p:cxnSp>
        <p:nvCxnSpPr>
          <p:cNvPr id="23" name="">
            <a:extLst xmlns:a="http://schemas.openxmlformats.org/drawingml/2006/main">
              <a:ext uri="{FF2B5EF4-FFF2-40B4-BE49-F238E27FC236}">
                <a16:creationId xmlns:a16="http://schemas.microsoft.com/office/drawing/2014/main" id="{4AADC048-F37E-4F32-90CD-6195FA6EA93E}"/>
              </a:ext>
            </a:extLst>
          </p:cNvPr>
          <p:cNvCxnSpPr/>
          <p:nvPr/>
        </p:nvCxnSpPr>
        <p:spPr>
          <a:xfrm xmlns:a="http://schemas.openxmlformats.org/drawingml/2006/main">
            <a:off x="71437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4" name="04">
            <a:extLst xmlns:a="http://schemas.openxmlformats.org/drawingml/2006/main">
              <a:ext uri="{FF2B5EF4-FFF2-40B4-BE49-F238E27FC236}">
                <a16:creationId xmlns:a16="http://schemas.microsoft.com/office/drawing/2014/main" id="{EA621BDE-9CD3-4EF3-9FF8-2B2E9FD48656}"/>
              </a:ext>
            </a:extLst>
          </p:cNvPr>
          <p:cNvSpPr>
            <a:spLocks xmlns:a="http://schemas.openxmlformats.org/drawingml/2006/main" noGrp="1"/>
          </p:cNvSpPr>
          <p:nvPr/>
        </p:nvSpPr>
        <p:spPr>
          <a:xfrm xmlns:a="http://schemas.openxmlformats.org/drawingml/2006/main">
            <a:off x="73533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04</a:t>
            </a:r>
          </a:p>
        </p:txBody>
      </p:sp>
      <p:sp>
        <p:nvSpPr>
          <p:cNvPr id="25" name="">
            <a:extLst xmlns:a="http://schemas.openxmlformats.org/drawingml/2006/main">
              <a:ext uri="{FF2B5EF4-FFF2-40B4-BE49-F238E27FC236}">
                <a16:creationId xmlns:a16="http://schemas.microsoft.com/office/drawing/2014/main" id="{08B4336A-9A05-4445-8331-B4C9FD2E5E69}"/>
              </a:ext>
            </a:extLst>
          </p:cNvPr>
          <p:cNvSpPr>
            <a:spLocks xmlns:a="http://schemas.openxmlformats.org/drawingml/2006/main" noGrp="1"/>
          </p:cNvSpPr>
          <p:nvPr/>
        </p:nvSpPr>
        <p:spPr>
          <a:xfrm xmlns:a="http://schemas.openxmlformats.org/drawingml/2006/main">
            <a:off x="73533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6" name="시스템 변경">
            <a:extLst xmlns:a="http://schemas.openxmlformats.org/drawingml/2006/main">
              <a:ext uri="{FF2B5EF4-FFF2-40B4-BE49-F238E27FC236}">
                <a16:creationId xmlns:a16="http://schemas.microsoft.com/office/drawing/2014/main" id="{C5205B8F-5051-441F-98EB-4A9B4F4A5841}"/>
              </a:ext>
            </a:extLst>
          </p:cNvPr>
          <p:cNvSpPr>
            <a:spLocks xmlns:a="http://schemas.openxmlformats.org/drawingml/2006/main" noGrp="1"/>
          </p:cNvSpPr>
          <p:nvPr/>
        </p:nvSpPr>
        <p:spPr>
          <a:xfrm xmlns:a="http://schemas.openxmlformats.org/drawingml/2006/main">
            <a:off x="73533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 변경</a:t>
            </a:r>
          </a:p>
        </p:txBody>
      </p:sp>
      <p:sp>
        <p:nvSpPr>
          <p:cNvPr id="27" name="평가·보고&#10;기준 변경">
            <a:extLst xmlns:a="http://schemas.openxmlformats.org/drawingml/2006/main">
              <a:ext uri="{FF2B5EF4-FFF2-40B4-BE49-F238E27FC236}">
                <a16:creationId xmlns:a16="http://schemas.microsoft.com/office/drawing/2014/main" id="{79A4DFFD-FB59-4248-84B5-BE503FEE528A}"/>
              </a:ext>
            </a:extLst>
          </p:cNvPr>
          <p:cNvSpPr>
            <a:spLocks xmlns:a="http://schemas.openxmlformats.org/drawingml/2006/main" noGrp="1"/>
          </p:cNvSpPr>
          <p:nvPr/>
        </p:nvSpPr>
        <p:spPr>
          <a:xfrm xmlns:a="http://schemas.openxmlformats.org/drawingml/2006/main">
            <a:off x="73533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평가·보고</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기준 변경</a:t>
            </a:r>
          </a:p>
        </p:txBody>
      </p:sp>
      <p:cxnSp>
        <p:nvCxnSpPr>
          <p:cNvPr id="28" name="">
            <a:extLst xmlns:a="http://schemas.openxmlformats.org/drawingml/2006/main">
              <a:ext uri="{FF2B5EF4-FFF2-40B4-BE49-F238E27FC236}">
                <a16:creationId xmlns:a16="http://schemas.microsoft.com/office/drawing/2014/main" id="{609FE0E2-5308-48CC-AF37-B4C4921144D5}"/>
              </a:ext>
            </a:extLst>
          </p:cNvPr>
          <p:cNvCxnSpPr/>
          <p:nvPr/>
        </p:nvCxnSpPr>
        <p:spPr>
          <a:xfrm xmlns:a="http://schemas.openxmlformats.org/drawingml/2006/main">
            <a:off x="9391650" y="3324225"/>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05">
            <a:extLst xmlns:a="http://schemas.openxmlformats.org/drawingml/2006/main">
              <a:ext uri="{FF2B5EF4-FFF2-40B4-BE49-F238E27FC236}">
                <a16:creationId xmlns:a16="http://schemas.microsoft.com/office/drawing/2014/main" id="{1E06D95E-8EEC-4E6E-BD7C-245CA085FA02}"/>
              </a:ext>
            </a:extLst>
          </p:cNvPr>
          <p:cNvSpPr>
            <a:spLocks xmlns:a="http://schemas.openxmlformats.org/drawingml/2006/main" noGrp="1"/>
          </p:cNvSpPr>
          <p:nvPr/>
        </p:nvSpPr>
        <p:spPr>
          <a:xfrm xmlns:a="http://schemas.openxmlformats.org/drawingml/2006/main">
            <a:off x="9601200" y="2571750"/>
            <a:ext cx="19812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05</a:t>
            </a:r>
          </a:p>
        </p:txBody>
      </p:sp>
      <p:sp>
        <p:nvSpPr>
          <p:cNvPr id="30" name="">
            <a:extLst xmlns:a="http://schemas.openxmlformats.org/drawingml/2006/main">
              <a:ext uri="{FF2B5EF4-FFF2-40B4-BE49-F238E27FC236}">
                <a16:creationId xmlns:a16="http://schemas.microsoft.com/office/drawing/2014/main" id="{FBCFC2D4-9FE8-4BF9-A7F7-246B57408931}"/>
              </a:ext>
            </a:extLst>
          </p:cNvPr>
          <p:cNvSpPr>
            <a:spLocks xmlns:a="http://schemas.openxmlformats.org/drawingml/2006/main" noGrp="1"/>
          </p:cNvSpPr>
          <p:nvPr/>
        </p:nvSpPr>
        <p:spPr>
          <a:xfrm xmlns:a="http://schemas.openxmlformats.org/drawingml/2006/main">
            <a:off x="9601200" y="30003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1" name="재평가">
            <a:extLst xmlns:a="http://schemas.openxmlformats.org/drawingml/2006/main">
              <a:ext uri="{FF2B5EF4-FFF2-40B4-BE49-F238E27FC236}">
                <a16:creationId xmlns:a16="http://schemas.microsoft.com/office/drawing/2014/main" id="{564F5DD3-A4D6-4733-A4AD-AFBD4C955AD4}"/>
              </a:ext>
            </a:extLst>
          </p:cNvPr>
          <p:cNvSpPr>
            <a:spLocks xmlns:a="http://schemas.openxmlformats.org/drawingml/2006/main" noGrp="1"/>
          </p:cNvSpPr>
          <p:nvPr/>
        </p:nvSpPr>
        <p:spPr>
          <a:xfrm xmlns:a="http://schemas.openxmlformats.org/drawingml/2006/main">
            <a:off x="9601200" y="3143250"/>
            <a:ext cx="1981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재평가</a:t>
            </a:r>
          </a:p>
        </p:txBody>
      </p:sp>
      <p:sp>
        <p:nvSpPr>
          <p:cNvPr id="32" name="후속 기록 대조&#10;불일치도 남음">
            <a:extLst xmlns:a="http://schemas.openxmlformats.org/drawingml/2006/main">
              <a:ext uri="{FF2B5EF4-FFF2-40B4-BE49-F238E27FC236}">
                <a16:creationId xmlns:a16="http://schemas.microsoft.com/office/drawing/2014/main" id="{945FC66E-8237-45C0-8499-8B38C499FDCD}"/>
              </a:ext>
            </a:extLst>
          </p:cNvPr>
          <p:cNvSpPr>
            <a:spLocks xmlns:a="http://schemas.openxmlformats.org/drawingml/2006/main" noGrp="1"/>
          </p:cNvSpPr>
          <p:nvPr/>
        </p:nvSpPr>
        <p:spPr>
          <a:xfrm xmlns:a="http://schemas.openxmlformats.org/drawingml/2006/main">
            <a:off x="9601200" y="3714750"/>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후속 기록 대조</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불일치도 남음</a:t>
            </a:r>
          </a:p>
        </p:txBody>
      </p:sp>
      <p:sp>
        <p:nvSpPr>
          <p:cNvPr id="33" name="바뀐 것: 평가·보고 기준">
            <a:extLst xmlns:a="http://schemas.openxmlformats.org/drawingml/2006/main">
              <a:ext uri="{FF2B5EF4-FFF2-40B4-BE49-F238E27FC236}">
                <a16:creationId xmlns:a16="http://schemas.microsoft.com/office/drawing/2014/main" id="{FD99D3E4-ADAA-4BFA-99DF-ECEBF021A597}"/>
              </a:ext>
            </a:extLst>
          </p:cNvPr>
          <p:cNvSpPr>
            <a:spLocks xmlns:a="http://schemas.openxmlformats.org/drawingml/2006/main" noGrp="1"/>
          </p:cNvSpPr>
          <p:nvPr/>
        </p:nvSpPr>
        <p:spPr>
          <a:xfrm xmlns:a="http://schemas.openxmlformats.org/drawingml/2006/main">
            <a:off x="609600" y="48291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바뀐 것: 평가·보고 기준</a:t>
            </a:r>
          </a:p>
        </p:txBody>
      </p:sp>
      <p:sp>
        <p:nvSpPr>
          <p:cNvPr id="34" name="미확인: 원인별 효과 · 환경 목록의 완전성 · Trial 품질 향상">
            <a:extLst xmlns:a="http://schemas.openxmlformats.org/drawingml/2006/main">
              <a:ext uri="{FF2B5EF4-FFF2-40B4-BE49-F238E27FC236}">
                <a16:creationId xmlns:a16="http://schemas.microsoft.com/office/drawing/2014/main" id="{6F4E1BD1-44C2-40AA-B159-91FE7C1ECB69}"/>
              </a:ext>
            </a:extLst>
          </p:cNvPr>
          <p:cNvSpPr>
            <a:spLocks xmlns:a="http://schemas.openxmlformats.org/drawingml/2006/main" noGrp="1"/>
          </p:cNvSpPr>
          <p:nvPr/>
        </p:nvSpPr>
        <p:spPr>
          <a:xfrm xmlns:a="http://schemas.openxmlformats.org/drawingml/2006/main">
            <a:off x="609600" y="53435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미확인: 원인별 효과 · 환경 목록의 완전성 · Trial 품질 향상</a:t>
            </a:r>
          </a:p>
        </p:txBody>
      </p:sp>
      <p:sp>
        <p:nvSpPr>
          <p:cNvPr id="35" name="Legacy module connection">
            <a:extLst xmlns:a="http://schemas.openxmlformats.org/drawingml/2006/main">
              <a:ext uri="{FF2B5EF4-FFF2-40B4-BE49-F238E27FC236}">
                <a16:creationId xmlns:a16="http://schemas.microsoft.com/office/drawing/2014/main" id="{F7A67D2C-20C5-45BC-A07B-73CEE611B49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904727242"/>
      </p:ext>
    </p:extLst>
  </p:cSld>
</p:sld>
</file>

<file path=ppt/slides/slide8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4 · C++ VISION / 적용을 위한 가상 질문">
            <a:extLst xmlns:a="http://schemas.openxmlformats.org/drawingml/2006/main">
              <a:ext uri="{FF2B5EF4-FFF2-40B4-BE49-F238E27FC236}">
                <a16:creationId xmlns:a16="http://schemas.microsoft.com/office/drawing/2014/main" id="{4849272F-EC2E-4691-AD7B-A5ABFFCDD93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4 · C++ VISION / 적용을 위한 가상 질문</a:t>
            </a:r>
          </a:p>
        </p:txBody>
      </p:sp>
      <p:sp>
        <p:nvSpPr>
          <p:cNvPr id="2" name="S88">
            <a:extLst xmlns:a="http://schemas.openxmlformats.org/drawingml/2006/main">
              <a:ext uri="{FF2B5EF4-FFF2-40B4-BE49-F238E27FC236}">
                <a16:creationId xmlns:a16="http://schemas.microsoft.com/office/drawing/2014/main" id="{92E905B7-C2AB-4B5E-B2C3-92684F1EB20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S88</a:t>
            </a:r>
          </a:p>
        </p:txBody>
      </p:sp>
      <p:sp>
        <p:nvSpPr>
          <p:cNvPr id="3" name="Project와 환경이 바뀌면&#10;검증도 다시 본다">
            <a:extLst xmlns:a="http://schemas.openxmlformats.org/drawingml/2006/main">
              <a:ext uri="{FF2B5EF4-FFF2-40B4-BE49-F238E27FC236}">
                <a16:creationId xmlns:a16="http://schemas.microsoft.com/office/drawing/2014/main" id="{D23FD8F8-40D3-4300-AD30-7103093AFCE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GPU 변경 뒤, 검증 조건을 다시 본다</a:t>
            </a:r>
          </a:p>
        </p:txBody>
      </p:sp>
      <p:sp>
        <p:nvSpPr>
          <p:cNvPr id="4" name="">
            <a:extLst xmlns:a="http://schemas.openxmlformats.org/drawingml/2006/main">
              <a:ext uri="{FF2B5EF4-FFF2-40B4-BE49-F238E27FC236}">
                <a16:creationId xmlns:a16="http://schemas.microsoft.com/office/drawing/2014/main" id="{CAF8B74F-1A3F-4CAF-BC2E-64FCB38CD17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BEAT-059 · TRANS-012 · 교육용 전이 모델 · AI 생성 설명용 삽화">
            <a:extLst xmlns:a="http://schemas.openxmlformats.org/drawingml/2006/main">
              <a:ext uri="{FF2B5EF4-FFF2-40B4-BE49-F238E27FC236}">
                <a16:creationId xmlns:a16="http://schemas.microsoft.com/office/drawing/2014/main" id="{C9082143-052D-4854-9BA5-987FBFA58B3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BEAT-059 · TRANS-012 · 교육용 전이 모델 · AI 생성 설명용 삽화</a:t>
            </a:r>
          </a:p>
        </p:txBody>
      </p:sp>
      <p:sp>
        <p:nvSpPr>
          <p:cNvPr id="6" name="실제 C++ 사건·성능 결과가 아닙니다. 변경 표시는 확인할 조건을 뜻하며 원인이나 결과를 단정하지 않습니다">
            <a:extLst xmlns:a="http://schemas.openxmlformats.org/drawingml/2006/main">
              <a:ext uri="{FF2B5EF4-FFF2-40B4-BE49-F238E27FC236}">
                <a16:creationId xmlns:a16="http://schemas.microsoft.com/office/drawing/2014/main" id="{3583B3D0-C120-48A5-8EF7-71DE0F35B20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C++ 사건·성능 결과가 아닙니다. 변경 표시는 확인할 조건을 뜻하며 원인이나 결과를 단정하지 않습니다.</a:t>
            </a:r>
          </a:p>
        </p:txBody>
      </p:sp>
      <p:sp>
        <p:nvSpPr>
          <p:cNvPr id="7" name="GPU · 빌드 · 측정 조건이 달라졌다면?">
            <a:extLst xmlns:a="http://schemas.openxmlformats.org/drawingml/2006/main">
              <a:ext uri="{FF2B5EF4-FFF2-40B4-BE49-F238E27FC236}">
                <a16:creationId xmlns:a16="http://schemas.microsoft.com/office/drawing/2014/main" id="{AA5FC9B7-63DC-4FD2-A851-98D9FD351528}"/>
              </a:ext>
            </a:extLst>
          </p:cNvPr>
          <p:cNvSpPr>
            <a:spLocks xmlns:a="http://schemas.openxmlformats.org/drawingml/2006/main" noGrp="1"/>
          </p:cNvSpPr>
          <p:nvPr/>
        </p:nvSpPr>
        <p:spPr>
          <a:xfrm xmlns:a="http://schemas.openxmlformats.org/drawingml/2006/main">
            <a:off x="609600" y="19526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같은 검사 코드가 새 GPU에서 실행된다</a:t>
            </a:r>
          </a:p>
        </p:txBody>
      </p:sp>
      <p:pic>
        <p:nvPicPr>
          <p:cNvPr id="8" name="">
            <a:extLst xmlns:a="http://schemas.openxmlformats.org/drawingml/2006/main">
              <a:ext uri="{FF2B5EF4-FFF2-40B4-BE49-F238E27FC236}">
                <a16:creationId xmlns:a16="http://schemas.microsoft.com/office/drawing/2014/main" id="{ABFE5247-AD65-4F3C-A108-2C12EE46743C}"/>
              </a:ext>
            </a:extLst>
          </p:cNvPr>
          <p:cNvPicPr>
            <a:picLocks xmlns:a="http://schemas.openxmlformats.org/drawingml/2006/main" noChangeAspect="1"/>
          </p:cNvPicPr>
          <p:nvPr/>
        </p:nvPicPr>
        <p:blipFill>
          <a:blip xmlns:r="http://schemas.openxmlformats.org/officeDocument/2006/relationships" xmlns:a="http://schemas.openxmlformats.org/drawingml/2006/main" r:embed="Ra69382f0fb964042"/>
          <a:srcRect xmlns:a="http://schemas.openxmlformats.org/drawingml/2006/main" l="0" t="6000" r="0" b="10000"/>
          <a:stretch xmlns:a="http://schemas.openxmlformats.org/drawingml/2006/main"/>
        </p:blipFill>
        <p:spPr>
          <a:xfrm xmlns:a="http://schemas.openxmlformats.org/drawingml/2006/main">
            <a:off x="609600" y="2676525"/>
            <a:ext cx="6858000" cy="1924050"/>
          </a:xfrm>
          <a:prstGeom xmlns:a="http://schemas.openxmlformats.org/drawingml/2006/main" prst="rect">
            <a:avLst/>
          </a:prstGeom>
        </p:spPr>
      </p:pic>
      <p:sp>
        <p:nvSpPr>
          <p:cNvPr id="9" name="입력">
            <a:extLst xmlns:a="http://schemas.openxmlformats.org/drawingml/2006/main">
              <a:ext uri="{FF2B5EF4-FFF2-40B4-BE49-F238E27FC236}">
                <a16:creationId xmlns:a16="http://schemas.microsoft.com/office/drawing/2014/main" id="{F5EFA1EE-3E4F-487D-9E10-03477583AD29}"/>
              </a:ext>
            </a:extLst>
          </p:cNvPr>
          <p:cNvSpPr>
            <a:spLocks xmlns:a="http://schemas.openxmlformats.org/drawingml/2006/main" noGrp="1"/>
          </p:cNvSpPr>
          <p:nvPr/>
        </p:nvSpPr>
        <p:spPr>
          <a:xfrm xmlns:a="http://schemas.openxmlformats.org/drawingml/2006/main">
            <a:off x="609600" y="4676775"/>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입력</a:t>
            </a:r>
          </a:p>
        </p:txBody>
      </p:sp>
      <p:sp>
        <p:nvSpPr>
          <p:cNvPr id="10" name="처리 코드">
            <a:extLst xmlns:a="http://schemas.openxmlformats.org/drawingml/2006/main">
              <a:ext uri="{FF2B5EF4-FFF2-40B4-BE49-F238E27FC236}">
                <a16:creationId xmlns:a16="http://schemas.microsoft.com/office/drawing/2014/main" id="{D55E5AD3-C17D-4662-90AF-910DEC6BD243}"/>
              </a:ext>
            </a:extLst>
          </p:cNvPr>
          <p:cNvSpPr>
            <a:spLocks xmlns:a="http://schemas.openxmlformats.org/drawingml/2006/main" noGrp="1"/>
          </p:cNvSpPr>
          <p:nvPr/>
        </p:nvSpPr>
        <p:spPr>
          <a:xfrm xmlns:a="http://schemas.openxmlformats.org/drawingml/2006/main">
            <a:off x="2324100" y="4676775"/>
            <a:ext cx="1714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처리 코드</a:t>
            </a:r>
          </a:p>
        </p:txBody>
      </p:sp>
      <p:sp>
        <p:nvSpPr>
          <p:cNvPr id="11" name="실행 장치 · 변경 조건">
            <a:extLst xmlns:a="http://schemas.openxmlformats.org/drawingml/2006/main">
              <a:ext uri="{FF2B5EF4-FFF2-40B4-BE49-F238E27FC236}">
                <a16:creationId xmlns:a16="http://schemas.microsoft.com/office/drawing/2014/main" id="{7A10FA87-B83D-41F5-884F-21566BAE70A0}"/>
              </a:ext>
            </a:extLst>
          </p:cNvPr>
          <p:cNvSpPr>
            <a:spLocks xmlns:a="http://schemas.openxmlformats.org/drawingml/2006/main" noGrp="1"/>
          </p:cNvSpPr>
          <p:nvPr/>
        </p:nvSpPr>
        <p:spPr>
          <a:xfrm xmlns:a="http://schemas.openxmlformats.org/drawingml/2006/main">
            <a:off x="4038600" y="467677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실행 장치 · 변경 조건</a:t>
            </a:r>
          </a:p>
        </p:txBody>
      </p:sp>
      <p:sp>
        <p:nvSpPr>
          <p:cNvPr id="12" name="출력">
            <a:extLst xmlns:a="http://schemas.openxmlformats.org/drawingml/2006/main">
              <a:ext uri="{FF2B5EF4-FFF2-40B4-BE49-F238E27FC236}">
                <a16:creationId xmlns:a16="http://schemas.microsoft.com/office/drawing/2014/main" id="{88A51ECE-9277-49DD-BD43-172926106E9A}"/>
              </a:ext>
            </a:extLst>
          </p:cNvPr>
          <p:cNvSpPr>
            <a:spLocks xmlns:a="http://schemas.openxmlformats.org/drawingml/2006/main" noGrp="1"/>
          </p:cNvSpPr>
          <p:nvPr/>
        </p:nvSpPr>
        <p:spPr>
          <a:xfrm xmlns:a="http://schemas.openxmlformats.org/drawingml/2006/main">
            <a:off x="6419850" y="4676775"/>
            <a:ext cx="104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1">
                <a:solidFill>
                  <a:srgbClr val="4D5A68"/>
                </a:solidFill>
                <a:latin typeface="Malgun Gothic"/>
                <a:ea typeface="Malgun Gothic"/>
                <a:cs typeface="Malgun Gothic"/>
              </a:defRPr>
            </a:defPPr>
            <a:lvl1pPr algn="ctr">
              <a:defRPr sz="1500" b="1">
                <a:solidFill>
                  <a:srgbClr val="4D5A68"/>
                </a:solidFill>
                <a:latin typeface="Malgun Gothic"/>
                <a:ea typeface="Malgun Gothic"/>
                <a:cs typeface="Malgun Gothic"/>
              </a:defRPr>
            </a:lvl1pPr>
            <a:lvl2pPr algn="ctr">
              <a:defRPr sz="1500" b="1">
                <a:solidFill>
                  <a:srgbClr val="4D5A68"/>
                </a:solidFill>
                <a:latin typeface="Malgun Gothic"/>
                <a:ea typeface="Malgun Gothic"/>
                <a:cs typeface="Malgun Gothic"/>
              </a:defRPr>
            </a:lvl2pPr>
            <a:lvl3pPr algn="ctr">
              <a:defRPr sz="1500" b="1">
                <a:solidFill>
                  <a:srgbClr val="4D5A68"/>
                </a:solidFill>
                <a:latin typeface="Malgun Gothic"/>
                <a:ea typeface="Malgun Gothic"/>
                <a:cs typeface="Malgun Gothic"/>
              </a:defRPr>
            </a:lvl3pPr>
            <a:lvl4pPr algn="ctr">
              <a:defRPr sz="1500" b="1">
                <a:solidFill>
                  <a:srgbClr val="4D5A68"/>
                </a:solidFill>
                <a:latin typeface="Malgun Gothic"/>
                <a:ea typeface="Malgun Gothic"/>
                <a:cs typeface="Malgun Gothic"/>
              </a:defRPr>
            </a:lvl4pPr>
            <a:lvl5pPr algn="ctr">
              <a:defRPr sz="1500" b="1">
                <a:solidFill>
                  <a:srgbClr val="4D5A68"/>
                </a:solidFill>
                <a:latin typeface="Malgun Gothic"/>
                <a:ea typeface="Malgun Gothic"/>
                <a:cs typeface="Malgun Gothic"/>
              </a:defRPr>
            </a:lvl5pPr>
            <a:lvl6pPr algn="ctr">
              <a:defRPr sz="1500" b="1">
                <a:solidFill>
                  <a:srgbClr val="4D5A68"/>
                </a:solidFill>
                <a:latin typeface="Malgun Gothic"/>
                <a:ea typeface="Malgun Gothic"/>
                <a:cs typeface="Malgun Gothic"/>
              </a:defRPr>
            </a:lvl6pPr>
            <a:lvl7pPr algn="ctr">
              <a:defRPr sz="1500" b="1">
                <a:solidFill>
                  <a:srgbClr val="4D5A68"/>
                </a:solidFill>
                <a:latin typeface="Malgun Gothic"/>
                <a:ea typeface="Malgun Gothic"/>
                <a:cs typeface="Malgun Gothic"/>
              </a:defRPr>
            </a:lvl7pPr>
            <a:lvl8pPr algn="ctr">
              <a:defRPr sz="1500" b="1">
                <a:solidFill>
                  <a:srgbClr val="4D5A68"/>
                </a:solidFill>
                <a:latin typeface="Malgun Gothic"/>
                <a:ea typeface="Malgun Gothic"/>
                <a:cs typeface="Malgun Gothic"/>
              </a:defRPr>
            </a:lvl8pPr>
            <a:lvl9pPr algn="ctr">
              <a:defRPr sz="1500" b="1">
                <a:solidFill>
                  <a:srgbClr val="4D5A68"/>
                </a:solidFill>
                <a:latin typeface="Malgun Gothic"/>
                <a:ea typeface="Malgun Gothic"/>
                <a:cs typeface="Malgun Gothic"/>
              </a:defRPr>
            </a:lvl9pPr>
          </a:lstStyle>
          <a:p xmlns:a="http://schemas.openxmlformats.org/drawingml/2006/main">
            <a:pPr algn="ctr">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출력</a:t>
            </a:r>
          </a:p>
        </p:txBody>
      </p:sp>
      <p:sp>
        <p:nvSpPr>
          <p:cNvPr id="13" name="01">
            <a:extLst xmlns:a="http://schemas.openxmlformats.org/drawingml/2006/main">
              <a:ext uri="{FF2B5EF4-FFF2-40B4-BE49-F238E27FC236}">
                <a16:creationId xmlns:a16="http://schemas.microsoft.com/office/drawing/2014/main" id="{E245F6CE-AFE4-46F1-B887-5D07A3C18CD8}"/>
              </a:ext>
            </a:extLst>
          </p:cNvPr>
          <p:cNvSpPr>
            <a:spLocks xmlns:a="http://schemas.openxmlformats.org/drawingml/2006/main" noGrp="1"/>
          </p:cNvSpPr>
          <p:nvPr/>
        </p:nvSpPr>
        <p:spPr>
          <a:xfrm xmlns:a="http://schemas.openxmlformats.org/drawingml/2006/main">
            <a:off x="7620000" y="239077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01</a:t>
            </a:r>
          </a:p>
        </p:txBody>
      </p:sp>
      <p:sp>
        <p:nvSpPr>
          <p:cNvPr id="14" name="기존 가정">
            <a:extLst xmlns:a="http://schemas.openxmlformats.org/drawingml/2006/main">
              <a:ext uri="{FF2B5EF4-FFF2-40B4-BE49-F238E27FC236}">
                <a16:creationId xmlns:a16="http://schemas.microsoft.com/office/drawing/2014/main" id="{E1D573BC-BD13-46EC-9A5D-53FEC3C5A8FB}"/>
              </a:ext>
            </a:extLst>
          </p:cNvPr>
          <p:cNvSpPr>
            <a:spLocks xmlns:a="http://schemas.openxmlformats.org/drawingml/2006/main" noGrp="1"/>
          </p:cNvSpPr>
          <p:nvPr/>
        </p:nvSpPr>
        <p:spPr>
          <a:xfrm xmlns:a="http://schemas.openxmlformats.org/drawingml/2006/main">
            <a:off x="8077200" y="239077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기존 가정</a:t>
            </a:r>
          </a:p>
        </p:txBody>
      </p:sp>
      <p:sp>
        <p:nvSpPr>
          <p:cNvPr id="15" name="어떤 조건에서&#10;맞던 판단인가?">
            <a:extLst xmlns:a="http://schemas.openxmlformats.org/drawingml/2006/main">
              <a:ext uri="{FF2B5EF4-FFF2-40B4-BE49-F238E27FC236}">
                <a16:creationId xmlns:a16="http://schemas.microsoft.com/office/drawing/2014/main" id="{99908158-B73A-4083-A57C-A1BB9ECD3BCE}"/>
              </a:ext>
            </a:extLst>
          </p:cNvPr>
          <p:cNvSpPr>
            <a:spLocks xmlns:a="http://schemas.openxmlformats.org/drawingml/2006/main" noGrp="1"/>
          </p:cNvSpPr>
          <p:nvPr/>
        </p:nvSpPr>
        <p:spPr>
          <a:xfrm xmlns:a="http://schemas.openxmlformats.org/drawingml/2006/main">
            <a:off x="8077200" y="271462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예전 판단은 어떤</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장치·조건에서 유효했나?</a:t>
            </a:r>
          </a:p>
        </p:txBody>
      </p:sp>
      <p:sp>
        <p:nvSpPr>
          <p:cNvPr id="16" name="02">
            <a:extLst xmlns:a="http://schemas.openxmlformats.org/drawingml/2006/main">
              <a:ext uri="{FF2B5EF4-FFF2-40B4-BE49-F238E27FC236}">
                <a16:creationId xmlns:a16="http://schemas.microsoft.com/office/drawing/2014/main" id="{E485702B-BAF0-4E09-9737-AE1320344C5F}"/>
              </a:ext>
            </a:extLst>
          </p:cNvPr>
          <p:cNvSpPr>
            <a:spLocks xmlns:a="http://schemas.openxmlformats.org/drawingml/2006/main" noGrp="1"/>
          </p:cNvSpPr>
          <p:nvPr/>
        </p:nvSpPr>
        <p:spPr>
          <a:xfrm xmlns:a="http://schemas.openxmlformats.org/drawingml/2006/main">
            <a:off x="7620000" y="3352800"/>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02</a:t>
            </a:r>
          </a:p>
        </p:txBody>
      </p:sp>
      <p:sp>
        <p:nvSpPr>
          <p:cNvPr id="17" name="측정 조건">
            <a:extLst xmlns:a="http://schemas.openxmlformats.org/drawingml/2006/main">
              <a:ext uri="{FF2B5EF4-FFF2-40B4-BE49-F238E27FC236}">
                <a16:creationId xmlns:a16="http://schemas.microsoft.com/office/drawing/2014/main" id="{3A08CC0B-5EB7-4528-A80B-925E1B50711F}"/>
              </a:ext>
            </a:extLst>
          </p:cNvPr>
          <p:cNvSpPr>
            <a:spLocks xmlns:a="http://schemas.openxmlformats.org/drawingml/2006/main" noGrp="1"/>
          </p:cNvSpPr>
          <p:nvPr/>
        </p:nvSpPr>
        <p:spPr>
          <a:xfrm xmlns:a="http://schemas.openxmlformats.org/drawingml/2006/main">
            <a:off x="8077200" y="3352800"/>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측정 조건</a:t>
            </a:r>
          </a:p>
        </p:txBody>
      </p:sp>
      <p:sp>
        <p:nvSpPr>
          <p:cNvPr id="18" name="입력과 실행 조건은&#10;비교 가능한가?">
            <a:extLst xmlns:a="http://schemas.openxmlformats.org/drawingml/2006/main">
              <a:ext uri="{FF2B5EF4-FFF2-40B4-BE49-F238E27FC236}">
                <a16:creationId xmlns:a16="http://schemas.microsoft.com/office/drawing/2014/main" id="{B723123F-432E-4991-AAE2-A58DF2EB66E3}"/>
              </a:ext>
            </a:extLst>
          </p:cNvPr>
          <p:cNvSpPr>
            <a:spLocks xmlns:a="http://schemas.openxmlformats.org/drawingml/2006/main" noGrp="1"/>
          </p:cNvSpPr>
          <p:nvPr/>
        </p:nvSpPr>
        <p:spPr>
          <a:xfrm xmlns:a="http://schemas.openxmlformats.org/drawingml/2006/main">
            <a:off x="8077200" y="3676650"/>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입력·빌드·측정 조건을</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다시 맞췄나?</a:t>
            </a:r>
          </a:p>
        </p:txBody>
      </p:sp>
      <p:sp>
        <p:nvSpPr>
          <p:cNvPr id="19" name="03">
            <a:extLst xmlns:a="http://schemas.openxmlformats.org/drawingml/2006/main">
              <a:ext uri="{FF2B5EF4-FFF2-40B4-BE49-F238E27FC236}">
                <a16:creationId xmlns:a16="http://schemas.microsoft.com/office/drawing/2014/main" id="{1C2898FC-0B02-45F2-87C3-DD3FD631199B}"/>
              </a:ext>
            </a:extLst>
          </p:cNvPr>
          <p:cNvSpPr>
            <a:spLocks xmlns:a="http://schemas.openxmlformats.org/drawingml/2006/main" noGrp="1"/>
          </p:cNvSpPr>
          <p:nvPr/>
        </p:nvSpPr>
        <p:spPr>
          <a:xfrm xmlns:a="http://schemas.openxmlformats.org/drawingml/2006/main">
            <a:off x="7620000" y="4314825"/>
            <a:ext cx="381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805400"/>
                </a:solidFill>
                <a:latin typeface="Consolas"/>
                <a:ea typeface="Consolas"/>
                <a:cs typeface="Consolas"/>
              </a:defRPr>
            </a:defPPr>
            <a:lvl1pPr algn="l">
              <a:defRPr sz="1650" b="1">
                <a:solidFill>
                  <a:srgbClr val="805400"/>
                </a:solidFill>
                <a:latin typeface="Consolas"/>
                <a:ea typeface="Consolas"/>
                <a:cs typeface="Consolas"/>
              </a:defRPr>
            </a:lvl1pPr>
            <a:lvl2pPr algn="l">
              <a:defRPr sz="1650" b="1">
                <a:solidFill>
                  <a:srgbClr val="805400"/>
                </a:solidFill>
                <a:latin typeface="Consolas"/>
                <a:ea typeface="Consolas"/>
                <a:cs typeface="Consolas"/>
              </a:defRPr>
            </a:lvl2pPr>
            <a:lvl3pPr algn="l">
              <a:defRPr sz="1650" b="1">
                <a:solidFill>
                  <a:srgbClr val="805400"/>
                </a:solidFill>
                <a:latin typeface="Consolas"/>
                <a:ea typeface="Consolas"/>
                <a:cs typeface="Consolas"/>
              </a:defRPr>
            </a:lvl3pPr>
            <a:lvl4pPr algn="l">
              <a:defRPr sz="1650" b="1">
                <a:solidFill>
                  <a:srgbClr val="805400"/>
                </a:solidFill>
                <a:latin typeface="Consolas"/>
                <a:ea typeface="Consolas"/>
                <a:cs typeface="Consolas"/>
              </a:defRPr>
            </a:lvl4pPr>
            <a:lvl5pPr algn="l">
              <a:defRPr sz="1650" b="1">
                <a:solidFill>
                  <a:srgbClr val="805400"/>
                </a:solidFill>
                <a:latin typeface="Consolas"/>
                <a:ea typeface="Consolas"/>
                <a:cs typeface="Consolas"/>
              </a:defRPr>
            </a:lvl5pPr>
            <a:lvl6pPr algn="l">
              <a:defRPr sz="1650" b="1">
                <a:solidFill>
                  <a:srgbClr val="805400"/>
                </a:solidFill>
                <a:latin typeface="Consolas"/>
                <a:ea typeface="Consolas"/>
                <a:cs typeface="Consolas"/>
              </a:defRPr>
            </a:lvl6pPr>
            <a:lvl7pPr algn="l">
              <a:defRPr sz="1650" b="1">
                <a:solidFill>
                  <a:srgbClr val="805400"/>
                </a:solidFill>
                <a:latin typeface="Consolas"/>
                <a:ea typeface="Consolas"/>
                <a:cs typeface="Consolas"/>
              </a:defRPr>
            </a:lvl7pPr>
            <a:lvl8pPr algn="l">
              <a:defRPr sz="1650" b="1">
                <a:solidFill>
                  <a:srgbClr val="805400"/>
                </a:solidFill>
                <a:latin typeface="Consolas"/>
                <a:ea typeface="Consolas"/>
                <a:cs typeface="Consolas"/>
              </a:defRPr>
            </a:lvl8pPr>
            <a:lvl9pPr algn="l">
              <a:defRPr sz="1650" b="1">
                <a:solidFill>
                  <a:srgbClr val="805400"/>
                </a:solidFill>
                <a:latin typeface="Consolas"/>
                <a:ea typeface="Consolas"/>
                <a:cs typeface="Consolas"/>
              </a:defRPr>
            </a:lvl9pPr>
          </a:lstStyle>
          <a:p xmlns:a="http://schemas.openxmlformats.org/drawingml/2006/main">
            <a:pPr algn="l">
              <a:defRPr sz="1650" b="1">
                <a:solidFill>
                  <a:srgbClr val="805400"/>
                </a:solidFill>
                <a:latin typeface="Consolas"/>
                <a:ea typeface="Consolas"/>
                <a:cs typeface="Consolas"/>
              </a:defRPr>
            </a:pPr>
            <a:r>
              <a:rPr sz="1650" b="1">
                <a:solidFill>
                  <a:srgbClr val="805400"/>
                </a:solidFill>
                <a:latin typeface="Consolas"/>
                <a:ea typeface="Consolas"/>
                <a:cs typeface="Consolas"/>
              </a:rPr>
              <a:t>03</a:t>
            </a:r>
          </a:p>
        </p:txBody>
      </p:sp>
      <p:sp>
        <p:nvSpPr>
          <p:cNvPr id="20" name="기능 계약">
            <a:extLst xmlns:a="http://schemas.openxmlformats.org/drawingml/2006/main">
              <a:ext uri="{FF2B5EF4-FFF2-40B4-BE49-F238E27FC236}">
                <a16:creationId xmlns:a16="http://schemas.microsoft.com/office/drawing/2014/main" id="{F5F2FBDE-6700-4FE1-8300-1605747397AE}"/>
              </a:ext>
            </a:extLst>
          </p:cNvPr>
          <p:cNvSpPr>
            <a:spLocks xmlns:a="http://schemas.openxmlformats.org/drawingml/2006/main" noGrp="1"/>
          </p:cNvSpPr>
          <p:nvPr/>
        </p:nvSpPr>
        <p:spPr>
          <a:xfrm xmlns:a="http://schemas.openxmlformats.org/drawingml/2006/main">
            <a:off x="8077200" y="4314825"/>
            <a:ext cx="35052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동작 명세</a:t>
            </a:r>
          </a:p>
        </p:txBody>
      </p:sp>
      <p:sp>
        <p:nvSpPr>
          <p:cNvPr id="21" name="함께 다시 확인할&#10;동작은?">
            <a:extLst xmlns:a="http://schemas.openxmlformats.org/drawingml/2006/main">
              <a:ext uri="{FF2B5EF4-FFF2-40B4-BE49-F238E27FC236}">
                <a16:creationId xmlns:a16="http://schemas.microsoft.com/office/drawing/2014/main" id="{4D1F0427-191B-49F7-8B8C-C3ADCF1CBA7F}"/>
              </a:ext>
            </a:extLst>
          </p:cNvPr>
          <p:cNvSpPr>
            <a:spLocks xmlns:a="http://schemas.openxmlformats.org/drawingml/2006/main" noGrp="1"/>
          </p:cNvSpPr>
          <p:nvPr/>
        </p:nvSpPr>
        <p:spPr>
          <a:xfrm xmlns:a="http://schemas.openxmlformats.org/drawingml/2006/main">
            <a:off x="8077200" y="4638675"/>
            <a:ext cx="3505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장치가 달라도 지킬</a:t>
            </a:r>
          </a:p>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출력·동작은 무엇인가?</a:t>
            </a:r>
          </a:p>
        </p:txBody>
      </p:sp>
      <p:sp>
        <p:nvSpPr>
          <p:cNvPr id="22" name="같은 문제가 반복될 때, 어느 Layer를 먼저 살펴볼까?">
            <a:extLst xmlns:a="http://schemas.openxmlformats.org/drawingml/2006/main">
              <a:ext uri="{FF2B5EF4-FFF2-40B4-BE49-F238E27FC236}">
                <a16:creationId xmlns:a16="http://schemas.microsoft.com/office/drawing/2014/main" id="{B86550A6-4278-4F85-87CB-2A66766BDBFB}"/>
              </a:ext>
            </a:extLst>
          </p:cNvPr>
          <p:cNvSpPr>
            <a:spLocks xmlns:a="http://schemas.openxmlformats.org/drawingml/2006/main" noGrp="1"/>
          </p:cNvSpPr>
          <p:nvPr/>
        </p:nvSpPr>
        <p:spPr>
          <a:xfrm xmlns:a="http://schemas.openxmlformats.org/drawingml/2006/main">
            <a:off x="609600" y="534352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근거를 확인한 뒤, 어떤 지침·검증 기준을 다시 볼까?</a:t>
            </a:r>
          </a:p>
        </p:txBody>
      </p:sp>
      <p:sp>
        <p:nvSpPr>
          <p:cNvPr id="23" name="Legacy module connection">
            <a:extLst xmlns:a="http://schemas.openxmlformats.org/drawingml/2006/main">
              <a:ext uri="{FF2B5EF4-FFF2-40B4-BE49-F238E27FC236}">
                <a16:creationId xmlns:a16="http://schemas.microsoft.com/office/drawing/2014/main" id="{F3D4DD0A-B588-4DEC-9EBD-47EFFD4458B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174287844"/>
      </p:ext>
    </p:extLst>
  </p:cSld>
</p:sld>
</file>

<file path=ppt/slides/slide8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전체 여정 회수">
            <a:extLst xmlns:a="http://schemas.openxmlformats.org/drawingml/2006/main">
              <a:ext uri="{FF2B5EF4-FFF2-40B4-BE49-F238E27FC236}">
                <a16:creationId xmlns:a16="http://schemas.microsoft.com/office/drawing/2014/main" id="{E3BE151D-8E83-4C86-860F-F09C03CBF0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전체 여정 회수</a:t>
            </a:r>
          </a:p>
        </p:txBody>
      </p:sp>
      <p:sp>
        <p:nvSpPr>
          <p:cNvPr id="2" name="S89">
            <a:extLst xmlns:a="http://schemas.openxmlformats.org/drawingml/2006/main">
              <a:ext uri="{FF2B5EF4-FFF2-40B4-BE49-F238E27FC236}">
                <a16:creationId xmlns:a16="http://schemas.microsoft.com/office/drawing/2014/main" id="{E332A1CC-E6AC-4D0D-813B-1687121A08B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S89</a:t>
            </a:r>
          </a:p>
        </p:txBody>
      </p:sp>
      <p:sp>
        <p:nvSpPr>
          <p:cNvPr id="3" name="문제에 맞춰, 일하는 방식을 넓혔다">
            <a:extLst xmlns:a="http://schemas.openxmlformats.org/drawingml/2006/main">
              <a:ext uri="{FF2B5EF4-FFF2-40B4-BE49-F238E27FC236}">
                <a16:creationId xmlns:a16="http://schemas.microsoft.com/office/drawing/2014/main" id="{33D6567D-87CC-4C02-BD9D-CFE6FD6C76A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문제에 맞춰, 일하는 방식을 넓혔다</a:t>
            </a:r>
          </a:p>
        </p:txBody>
      </p:sp>
      <p:sp>
        <p:nvSpPr>
          <p:cNvPr id="4" name="">
            <a:extLst xmlns:a="http://schemas.openxmlformats.org/drawingml/2006/main">
              <a:ext uri="{FF2B5EF4-FFF2-40B4-BE49-F238E27FC236}">
                <a16:creationId xmlns:a16="http://schemas.microsoft.com/office/drawing/2014/main" id="{467FB920-7A52-4BC8-906F-1FCE02B81B3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0 · 이 교육의 문제 중심 진화 모델">
            <a:extLst xmlns:a="http://schemas.openxmlformats.org/drawingml/2006/main">
              <a:ext uri="{FF2B5EF4-FFF2-40B4-BE49-F238E27FC236}">
                <a16:creationId xmlns:a16="http://schemas.microsoft.com/office/drawing/2014/main" id="{24061256-1127-4645-A1AF-EB913384FA7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BEAT-060 · 이 교육의 문제 중심 진화 모델</a:t>
            </a:r>
          </a:p>
        </p:txBody>
      </p:sp>
      <p:sp>
        <p:nvSpPr>
          <p:cNvPr id="6" name="앞의 방식을 버리거나, 모든 프로젝트가 같은 순서로 발전해야 한다는 뜻은 아니다.">
            <a:extLst xmlns:a="http://schemas.openxmlformats.org/drawingml/2006/main">
              <a:ext uri="{FF2B5EF4-FFF2-40B4-BE49-F238E27FC236}">
                <a16:creationId xmlns:a16="http://schemas.microsoft.com/office/drawing/2014/main" id="{D54C9A83-3CE1-4D88-A654-3AEBC4A871A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방식을 버리거나, 모든 프로젝트가 같은 순서로 발전해야 한다는 뜻은 아니다.</a:t>
            </a:r>
          </a:p>
        </p:txBody>
      </p:sp>
      <p:sp>
        <p:nvSpPr>
          <p:cNvPr id="7" name="필요한 대응을 더하며, 여기까지 왔다">
            <a:extLst xmlns:a="http://schemas.openxmlformats.org/drawingml/2006/main">
              <a:ext uri="{FF2B5EF4-FFF2-40B4-BE49-F238E27FC236}">
                <a16:creationId xmlns:a16="http://schemas.microsoft.com/office/drawing/2014/main" id="{60AC285F-7F6E-486C-AF44-1066689F4DCB}"/>
              </a:ext>
            </a:extLst>
          </p:cNvPr>
          <p:cNvSpPr>
            <a:spLocks xmlns:a="http://schemas.openxmlformats.org/drawingml/2006/main" noGrp="1"/>
          </p:cNvSpPr>
          <p:nvPr/>
        </p:nvSpPr>
        <p:spPr>
          <a:xfrm xmlns:a="http://schemas.openxmlformats.org/drawingml/2006/main">
            <a:off x="609600" y="184785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필요한 대응을 더하며, 여기까지 왔다</a:t>
            </a:r>
          </a:p>
        </p:txBody>
      </p:sp>
      <p:sp>
        <p:nvSpPr>
          <p:cNvPr id="8" name="답을 구하던 출발점">
            <a:extLst xmlns:a="http://schemas.openxmlformats.org/drawingml/2006/main">
              <a:ext uri="{FF2B5EF4-FFF2-40B4-BE49-F238E27FC236}">
                <a16:creationId xmlns:a16="http://schemas.microsoft.com/office/drawing/2014/main" id="{B7715215-ECDF-4B52-9FB1-789437BA05FD}"/>
              </a:ext>
            </a:extLst>
          </p:cNvPr>
          <p:cNvSpPr>
            <a:spLocks xmlns:a="http://schemas.openxmlformats.org/drawingml/2006/main" noGrp="1"/>
          </p:cNvSpPr>
          <p:nvPr/>
        </p:nvSpPr>
        <p:spPr>
          <a:xfrm xmlns:a="http://schemas.openxmlformats.org/drawingml/2006/main">
            <a:off x="6096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답을 구하던 출발점</a:t>
            </a:r>
          </a:p>
        </p:txBody>
      </p:sp>
      <p:sp>
        <p:nvSpPr>
          <p:cNvPr id="9" name="">
            <a:extLst xmlns:a="http://schemas.openxmlformats.org/drawingml/2006/main">
              <a:ext uri="{FF2B5EF4-FFF2-40B4-BE49-F238E27FC236}">
                <a16:creationId xmlns:a16="http://schemas.microsoft.com/office/drawing/2014/main" id="{C1E14D37-5771-43CD-BCB1-BACD19DE4B68}"/>
              </a:ext>
            </a:extLst>
          </p:cNvPr>
          <p:cNvSpPr>
            <a:spLocks xmlns:a="http://schemas.openxmlformats.org/drawingml/2006/main" noGrp="1"/>
          </p:cNvSpPr>
          <p:nvPr/>
        </p:nvSpPr>
        <p:spPr>
          <a:xfrm xmlns:a="http://schemas.openxmlformats.org/drawingml/2006/main">
            <a:off x="6096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Chatbot">
            <a:extLst xmlns:a="http://schemas.openxmlformats.org/drawingml/2006/main">
              <a:ext uri="{FF2B5EF4-FFF2-40B4-BE49-F238E27FC236}">
                <a16:creationId xmlns:a16="http://schemas.microsoft.com/office/drawing/2014/main" id="{CAB2A5A7-EFB2-4DD2-A489-3B1978BB4740}"/>
              </a:ext>
            </a:extLst>
          </p:cNvPr>
          <p:cNvSpPr>
            <a:spLocks xmlns:a="http://schemas.openxmlformats.org/drawingml/2006/main" noGrp="1"/>
          </p:cNvSpPr>
          <p:nvPr/>
        </p:nvSpPr>
        <p:spPr>
          <a:xfrm xmlns:a="http://schemas.openxmlformats.org/drawingml/2006/main">
            <a:off x="6096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Chatbot</a:t>
            </a:r>
          </a:p>
        </p:txBody>
      </p:sp>
      <p:sp>
        <p:nvSpPr>
          <p:cNvPr id="11" name="질문하고&#10;답을 받는다">
            <a:extLst xmlns:a="http://schemas.openxmlformats.org/drawingml/2006/main">
              <a:ext uri="{FF2B5EF4-FFF2-40B4-BE49-F238E27FC236}">
                <a16:creationId xmlns:a16="http://schemas.microsoft.com/office/drawing/2014/main" id="{AA241978-F1DA-46AE-A2E9-6263627C06FE}"/>
              </a:ext>
            </a:extLst>
          </p:cNvPr>
          <p:cNvSpPr>
            <a:spLocks xmlns:a="http://schemas.openxmlformats.org/drawingml/2006/main" noGrp="1"/>
          </p:cNvSpPr>
          <p:nvPr/>
        </p:nvSpPr>
        <p:spPr>
          <a:xfrm xmlns:a="http://schemas.openxmlformats.org/drawingml/2006/main">
            <a:off x="6096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질문하고</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답을 받는다</a:t>
            </a:r>
          </a:p>
        </p:txBody>
      </p:sp>
      <p:cxnSp>
        <p:nvCxnSpPr>
          <p:cNvPr id="12" name="">
            <a:extLst xmlns:a="http://schemas.openxmlformats.org/drawingml/2006/main">
              <a:ext uri="{FF2B5EF4-FFF2-40B4-BE49-F238E27FC236}">
                <a16:creationId xmlns:a16="http://schemas.microsoft.com/office/drawing/2014/main" id="{A3896128-D0EC-4221-8B6E-6CA7488311B3}"/>
              </a:ext>
            </a:extLst>
          </p:cNvPr>
          <p:cNvCxnSpPr/>
          <p:nvPr/>
        </p:nvCxnSpPr>
        <p:spPr>
          <a:xfrm xmlns:a="http://schemas.openxmlformats.org/drawingml/2006/main">
            <a:off x="26479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요청이 모호하면">
            <a:extLst xmlns:a="http://schemas.openxmlformats.org/drawingml/2006/main">
              <a:ext uri="{FF2B5EF4-FFF2-40B4-BE49-F238E27FC236}">
                <a16:creationId xmlns:a16="http://schemas.microsoft.com/office/drawing/2014/main" id="{6F0D7C91-EC1B-471B-93AF-5CEE00D85469}"/>
              </a:ext>
            </a:extLst>
          </p:cNvPr>
          <p:cNvSpPr>
            <a:spLocks xmlns:a="http://schemas.openxmlformats.org/drawingml/2006/main" noGrp="1"/>
          </p:cNvSpPr>
          <p:nvPr/>
        </p:nvSpPr>
        <p:spPr>
          <a:xfrm xmlns:a="http://schemas.openxmlformats.org/drawingml/2006/main">
            <a:off x="28575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요청이 모호하면</a:t>
            </a:r>
          </a:p>
        </p:txBody>
      </p:sp>
      <p:sp>
        <p:nvSpPr>
          <p:cNvPr id="14" name="">
            <a:extLst xmlns:a="http://schemas.openxmlformats.org/drawingml/2006/main">
              <a:ext uri="{FF2B5EF4-FFF2-40B4-BE49-F238E27FC236}">
                <a16:creationId xmlns:a16="http://schemas.microsoft.com/office/drawing/2014/main" id="{28A848B7-A248-4382-AFC3-9F3EA679FFC4}"/>
              </a:ext>
            </a:extLst>
          </p:cNvPr>
          <p:cNvSpPr>
            <a:spLocks xmlns:a="http://schemas.openxmlformats.org/drawingml/2006/main" noGrp="1"/>
          </p:cNvSpPr>
          <p:nvPr/>
        </p:nvSpPr>
        <p:spPr>
          <a:xfrm xmlns:a="http://schemas.openxmlformats.org/drawingml/2006/main">
            <a:off x="28575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5" name="Prompt">
            <a:extLst xmlns:a="http://schemas.openxmlformats.org/drawingml/2006/main">
              <a:ext uri="{FF2B5EF4-FFF2-40B4-BE49-F238E27FC236}">
                <a16:creationId xmlns:a16="http://schemas.microsoft.com/office/drawing/2014/main" id="{021D44D2-0D37-4723-B4E1-CC02D4E5E325}"/>
              </a:ext>
            </a:extLst>
          </p:cNvPr>
          <p:cNvSpPr>
            <a:spLocks xmlns:a="http://schemas.openxmlformats.org/drawingml/2006/main" noGrp="1"/>
          </p:cNvSpPr>
          <p:nvPr/>
        </p:nvSpPr>
        <p:spPr>
          <a:xfrm xmlns:a="http://schemas.openxmlformats.org/drawingml/2006/main">
            <a:off x="28575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a:t>
            </a:r>
          </a:p>
        </p:txBody>
      </p:sp>
      <p:sp>
        <p:nvSpPr>
          <p:cNvPr id="16" name="이번 작업을&#10;구체화한다">
            <a:extLst xmlns:a="http://schemas.openxmlformats.org/drawingml/2006/main">
              <a:ext uri="{FF2B5EF4-FFF2-40B4-BE49-F238E27FC236}">
                <a16:creationId xmlns:a16="http://schemas.microsoft.com/office/drawing/2014/main" id="{165CF8AA-C18B-4659-9E21-6E7E2723C7EF}"/>
              </a:ext>
            </a:extLst>
          </p:cNvPr>
          <p:cNvSpPr>
            <a:spLocks xmlns:a="http://schemas.openxmlformats.org/drawingml/2006/main" noGrp="1"/>
          </p:cNvSpPr>
          <p:nvPr/>
        </p:nvSpPr>
        <p:spPr>
          <a:xfrm xmlns:a="http://schemas.openxmlformats.org/drawingml/2006/main">
            <a:off x="28575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이번 작업을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구체화한다</a:t>
            </a:r>
          </a:p>
        </p:txBody>
      </p:sp>
      <p:cxnSp>
        <p:nvCxnSpPr>
          <p:cNvPr id="17" name="">
            <a:extLst xmlns:a="http://schemas.openxmlformats.org/drawingml/2006/main">
              <a:ext uri="{FF2B5EF4-FFF2-40B4-BE49-F238E27FC236}">
                <a16:creationId xmlns:a16="http://schemas.microsoft.com/office/drawing/2014/main" id="{534988B7-2EE7-456A-9824-5AA9F230EED5}"/>
              </a:ext>
            </a:extLst>
          </p:cNvPr>
          <p:cNvCxnSpPr/>
          <p:nvPr/>
        </p:nvCxnSpPr>
        <p:spPr>
          <a:xfrm xmlns:a="http://schemas.openxmlformats.org/drawingml/2006/main">
            <a:off x="48958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설명을 반복하면">
            <a:extLst xmlns:a="http://schemas.openxmlformats.org/drawingml/2006/main">
              <a:ext uri="{FF2B5EF4-FFF2-40B4-BE49-F238E27FC236}">
                <a16:creationId xmlns:a16="http://schemas.microsoft.com/office/drawing/2014/main" id="{BFDB0ED3-A2E3-4E01-A2A6-601BEA73A23F}"/>
              </a:ext>
            </a:extLst>
          </p:cNvPr>
          <p:cNvSpPr>
            <a:spLocks xmlns:a="http://schemas.openxmlformats.org/drawingml/2006/main" noGrp="1"/>
          </p:cNvSpPr>
          <p:nvPr/>
        </p:nvSpPr>
        <p:spPr>
          <a:xfrm xmlns:a="http://schemas.openxmlformats.org/drawingml/2006/main">
            <a:off x="51054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설명을 반복하면</a:t>
            </a:r>
          </a:p>
        </p:txBody>
      </p:sp>
      <p:sp>
        <p:nvSpPr>
          <p:cNvPr id="19" name="">
            <a:extLst xmlns:a="http://schemas.openxmlformats.org/drawingml/2006/main">
              <a:ext uri="{FF2B5EF4-FFF2-40B4-BE49-F238E27FC236}">
                <a16:creationId xmlns:a16="http://schemas.microsoft.com/office/drawing/2014/main" id="{A8EAB295-68A5-4804-8478-D1F1B667060D}"/>
              </a:ext>
            </a:extLst>
          </p:cNvPr>
          <p:cNvSpPr>
            <a:spLocks xmlns:a="http://schemas.openxmlformats.org/drawingml/2006/main" noGrp="1"/>
          </p:cNvSpPr>
          <p:nvPr/>
        </p:nvSpPr>
        <p:spPr>
          <a:xfrm xmlns:a="http://schemas.openxmlformats.org/drawingml/2006/main">
            <a:off x="51054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0" name="Context">
            <a:extLst xmlns:a="http://schemas.openxmlformats.org/drawingml/2006/main">
              <a:ext uri="{FF2B5EF4-FFF2-40B4-BE49-F238E27FC236}">
                <a16:creationId xmlns:a16="http://schemas.microsoft.com/office/drawing/2014/main" id="{C24D2E55-2201-4F00-A9A0-BE6B4207F5B4}"/>
              </a:ext>
            </a:extLst>
          </p:cNvPr>
          <p:cNvSpPr>
            <a:spLocks xmlns:a="http://schemas.openxmlformats.org/drawingml/2006/main" noGrp="1"/>
          </p:cNvSpPr>
          <p:nvPr/>
        </p:nvSpPr>
        <p:spPr>
          <a:xfrm xmlns:a="http://schemas.openxmlformats.org/drawingml/2006/main">
            <a:off x="51054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Context</a:t>
            </a:r>
          </a:p>
        </p:txBody>
      </p:sp>
      <p:sp>
        <p:nvSpPr>
          <p:cNvPr id="21" name="프로젝트 지식의&#10;출처를 둔다">
            <a:extLst xmlns:a="http://schemas.openxmlformats.org/drawingml/2006/main">
              <a:ext uri="{FF2B5EF4-FFF2-40B4-BE49-F238E27FC236}">
                <a16:creationId xmlns:a16="http://schemas.microsoft.com/office/drawing/2014/main" id="{2BBB0A07-D699-432D-9785-F0ABE4CF588C}"/>
              </a:ext>
            </a:extLst>
          </p:cNvPr>
          <p:cNvSpPr>
            <a:spLocks xmlns:a="http://schemas.openxmlformats.org/drawingml/2006/main" noGrp="1"/>
          </p:cNvSpPr>
          <p:nvPr/>
        </p:nvSpPr>
        <p:spPr>
          <a:xfrm xmlns:a="http://schemas.openxmlformats.org/drawingml/2006/main">
            <a:off x="51054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프로젝트 지식의</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출처를 둔다</a:t>
            </a:r>
          </a:p>
        </p:txBody>
      </p:sp>
      <p:cxnSp>
        <p:nvCxnSpPr>
          <p:cNvPr id="22" name="">
            <a:extLst xmlns:a="http://schemas.openxmlformats.org/drawingml/2006/main">
              <a:ext uri="{FF2B5EF4-FFF2-40B4-BE49-F238E27FC236}">
                <a16:creationId xmlns:a16="http://schemas.microsoft.com/office/drawing/2014/main" id="{14680D6B-7799-44B2-A562-AD6438414772}"/>
              </a:ext>
            </a:extLst>
          </p:cNvPr>
          <p:cNvCxnSpPr/>
          <p:nvPr/>
        </p:nvCxnSpPr>
        <p:spPr>
          <a:xfrm xmlns:a="http://schemas.openxmlformats.org/drawingml/2006/main">
            <a:off x="71437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절차를 반복하면">
            <a:extLst xmlns:a="http://schemas.openxmlformats.org/drawingml/2006/main">
              <a:ext uri="{FF2B5EF4-FFF2-40B4-BE49-F238E27FC236}">
                <a16:creationId xmlns:a16="http://schemas.microsoft.com/office/drawing/2014/main" id="{43D578B2-4C2C-4ED3-BF88-3A77B2D77496}"/>
              </a:ext>
            </a:extLst>
          </p:cNvPr>
          <p:cNvSpPr>
            <a:spLocks xmlns:a="http://schemas.openxmlformats.org/drawingml/2006/main" noGrp="1"/>
          </p:cNvSpPr>
          <p:nvPr/>
        </p:nvSpPr>
        <p:spPr>
          <a:xfrm xmlns:a="http://schemas.openxmlformats.org/drawingml/2006/main">
            <a:off x="73533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절차를 반복하면</a:t>
            </a:r>
          </a:p>
        </p:txBody>
      </p:sp>
      <p:sp>
        <p:nvSpPr>
          <p:cNvPr id="24" name="">
            <a:extLst xmlns:a="http://schemas.openxmlformats.org/drawingml/2006/main">
              <a:ext uri="{FF2B5EF4-FFF2-40B4-BE49-F238E27FC236}">
                <a16:creationId xmlns:a16="http://schemas.microsoft.com/office/drawing/2014/main" id="{7ADAB0BF-5C72-437E-9050-9587D1BE319F}"/>
              </a:ext>
            </a:extLst>
          </p:cNvPr>
          <p:cNvSpPr>
            <a:spLocks xmlns:a="http://schemas.openxmlformats.org/drawingml/2006/main" noGrp="1"/>
          </p:cNvSpPr>
          <p:nvPr/>
        </p:nvSpPr>
        <p:spPr>
          <a:xfrm xmlns:a="http://schemas.openxmlformats.org/drawingml/2006/main">
            <a:off x="73533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25" name="Harness">
            <a:extLst xmlns:a="http://schemas.openxmlformats.org/drawingml/2006/main">
              <a:ext uri="{FF2B5EF4-FFF2-40B4-BE49-F238E27FC236}">
                <a16:creationId xmlns:a16="http://schemas.microsoft.com/office/drawing/2014/main" id="{62EAC6BC-3B6C-441A-9FC2-00870E05A737}"/>
              </a:ext>
            </a:extLst>
          </p:cNvPr>
          <p:cNvSpPr>
            <a:spLocks xmlns:a="http://schemas.openxmlformats.org/drawingml/2006/main" noGrp="1"/>
          </p:cNvSpPr>
          <p:nvPr/>
        </p:nvSpPr>
        <p:spPr>
          <a:xfrm xmlns:a="http://schemas.openxmlformats.org/drawingml/2006/main">
            <a:off x="73533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Harness</a:t>
            </a:r>
          </a:p>
        </p:txBody>
      </p:sp>
      <p:sp>
        <p:nvSpPr>
          <p:cNvPr id="26" name="일하는 환경을&#10;설계한다">
            <a:extLst xmlns:a="http://schemas.openxmlformats.org/drawingml/2006/main">
              <a:ext uri="{FF2B5EF4-FFF2-40B4-BE49-F238E27FC236}">
                <a16:creationId xmlns:a16="http://schemas.microsoft.com/office/drawing/2014/main" id="{E85C5342-63D8-442B-86D5-6FA9993ED27E}"/>
              </a:ext>
            </a:extLst>
          </p:cNvPr>
          <p:cNvSpPr>
            <a:spLocks xmlns:a="http://schemas.openxmlformats.org/drawingml/2006/main" noGrp="1"/>
          </p:cNvSpPr>
          <p:nvPr/>
        </p:nvSpPr>
        <p:spPr>
          <a:xfrm xmlns:a="http://schemas.openxmlformats.org/drawingml/2006/main">
            <a:off x="73533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일하는 환경을</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설계한다</a:t>
            </a:r>
          </a:p>
        </p:txBody>
      </p:sp>
      <p:cxnSp>
        <p:nvCxnSpPr>
          <p:cNvPr id="27" name="">
            <a:extLst xmlns:a="http://schemas.openxmlformats.org/drawingml/2006/main">
              <a:ext uri="{FF2B5EF4-FFF2-40B4-BE49-F238E27FC236}">
                <a16:creationId xmlns:a16="http://schemas.microsoft.com/office/drawing/2014/main" id="{40782A1D-81C1-4A84-8C8E-70EBA511AF96}"/>
              </a:ext>
            </a:extLst>
          </p:cNvPr>
          <p:cNvCxnSpPr/>
          <p:nvPr/>
        </p:nvCxnSpPr>
        <p:spPr>
          <a:xfrm xmlns:a="http://schemas.openxmlformats.org/drawingml/2006/main">
            <a:off x="9391650" y="3752850"/>
            <a:ext cx="1524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조건이 달라지면">
            <a:extLst xmlns:a="http://schemas.openxmlformats.org/drawingml/2006/main">
              <a:ext uri="{FF2B5EF4-FFF2-40B4-BE49-F238E27FC236}">
                <a16:creationId xmlns:a16="http://schemas.microsoft.com/office/drawing/2014/main" id="{A4D87429-8931-408D-B5B5-F56135797C35}"/>
              </a:ext>
            </a:extLst>
          </p:cNvPr>
          <p:cNvSpPr>
            <a:spLocks xmlns:a="http://schemas.openxmlformats.org/drawingml/2006/main" noGrp="1"/>
          </p:cNvSpPr>
          <p:nvPr/>
        </p:nvSpPr>
        <p:spPr>
          <a:xfrm xmlns:a="http://schemas.openxmlformats.org/drawingml/2006/main">
            <a:off x="9601200" y="2781300"/>
            <a:ext cx="19812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조건이 달라지면</a:t>
            </a:r>
          </a:p>
        </p:txBody>
      </p:sp>
      <p:sp>
        <p:nvSpPr>
          <p:cNvPr id="29" name="">
            <a:extLst xmlns:a="http://schemas.openxmlformats.org/drawingml/2006/main">
              <a:ext uri="{FF2B5EF4-FFF2-40B4-BE49-F238E27FC236}">
                <a16:creationId xmlns:a16="http://schemas.microsoft.com/office/drawing/2014/main" id="{4D8691CE-9E54-459E-B9E1-DFB37E7713BC}"/>
              </a:ext>
            </a:extLst>
          </p:cNvPr>
          <p:cNvSpPr>
            <a:spLocks xmlns:a="http://schemas.openxmlformats.org/drawingml/2006/main" noGrp="1"/>
          </p:cNvSpPr>
          <p:nvPr/>
        </p:nvSpPr>
        <p:spPr>
          <a:xfrm xmlns:a="http://schemas.openxmlformats.org/drawingml/2006/main">
            <a:off x="9601200" y="3343275"/>
            <a:ext cx="1981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30" name="Loop">
            <a:extLst xmlns:a="http://schemas.openxmlformats.org/drawingml/2006/main">
              <a:ext uri="{FF2B5EF4-FFF2-40B4-BE49-F238E27FC236}">
                <a16:creationId xmlns:a16="http://schemas.microsoft.com/office/drawing/2014/main" id="{0837529E-5B66-4459-BFA6-9C7905DE9317}"/>
              </a:ext>
            </a:extLst>
          </p:cNvPr>
          <p:cNvSpPr>
            <a:spLocks xmlns:a="http://schemas.openxmlformats.org/drawingml/2006/main" noGrp="1"/>
          </p:cNvSpPr>
          <p:nvPr/>
        </p:nvSpPr>
        <p:spPr>
          <a:xfrm xmlns:a="http://schemas.openxmlformats.org/drawingml/2006/main">
            <a:off x="9601200" y="3524250"/>
            <a:ext cx="19812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Loop</a:t>
            </a:r>
          </a:p>
        </p:txBody>
      </p:sp>
      <p:sp>
        <p:nvSpPr>
          <p:cNvPr id="31" name="근거를 확인해&#10;시스템을 고친다">
            <a:extLst xmlns:a="http://schemas.openxmlformats.org/drawingml/2006/main">
              <a:ext uri="{FF2B5EF4-FFF2-40B4-BE49-F238E27FC236}">
                <a16:creationId xmlns:a16="http://schemas.microsoft.com/office/drawing/2014/main" id="{79CA5F8D-0810-4D20-9603-D542B460D02B}"/>
              </a:ext>
            </a:extLst>
          </p:cNvPr>
          <p:cNvSpPr>
            <a:spLocks xmlns:a="http://schemas.openxmlformats.org/drawingml/2006/main" noGrp="1"/>
          </p:cNvSpPr>
          <p:nvPr/>
        </p:nvSpPr>
        <p:spPr>
          <a:xfrm xmlns:a="http://schemas.openxmlformats.org/drawingml/2006/main">
            <a:off x="9601200" y="4219575"/>
            <a:ext cx="19812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근거를 확인해</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시스템을 고친다</a:t>
            </a:r>
          </a:p>
        </p:txBody>
      </p:sp>
      <p:sp>
        <p:nvSpPr>
          <p:cNvPr id="32" name="문제에 따라 더해진 대응이지, 기능을 모두 갖추는 순서는 아니다">
            <a:extLst xmlns:a="http://schemas.openxmlformats.org/drawingml/2006/main">
              <a:ext uri="{FF2B5EF4-FFF2-40B4-BE49-F238E27FC236}">
                <a16:creationId xmlns:a16="http://schemas.microsoft.com/office/drawing/2014/main" id="{8EB1CC7D-1163-455D-91B1-F6209460F151}"/>
              </a:ext>
            </a:extLst>
          </p:cNvPr>
          <p:cNvSpPr>
            <a:spLocks xmlns:a="http://schemas.openxmlformats.org/drawingml/2006/main" noGrp="1"/>
          </p:cNvSpPr>
          <p:nvPr/>
        </p:nvSpPr>
        <p:spPr>
          <a:xfrm xmlns:a="http://schemas.openxmlformats.org/drawingml/2006/main">
            <a:off x="609600" y="536257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문제에 따라 더해진 대응이지, 기능을 모두 갖추는 순서는 아니다</a:t>
            </a:r>
          </a:p>
        </p:txBody>
      </p:sp>
      <p:sp>
        <p:nvSpPr>
          <p:cNvPr id="33" name="Legacy module connection">
            <a:extLst xmlns:a="http://schemas.openxmlformats.org/drawingml/2006/main">
              <a:ext uri="{FF2B5EF4-FFF2-40B4-BE49-F238E27FC236}">
                <a16:creationId xmlns:a16="http://schemas.microsoft.com/office/drawing/2014/main" id="{B37FDC39-A067-4089-8A5E-1B1DF2F3C78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a:t>
            </a:r>
          </a:p>
        </p:txBody>
      </p:sp>
    </p:spTree>
    <p:extLst>
      <p:ext uri="{BB962C8B-B14F-4D97-AF65-F5344CB8AC3E}">
        <p14:creationId xmlns:p14="http://schemas.microsoft.com/office/powerpoint/2010/main" val="1379011155"/>
      </p:ext>
    </p:extLst>
  </p:cSld>
</p:sld>
</file>

<file path=ppt/slides/slide9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5 · OBSERVED PRODUCT / 제품 저장소의 변경 이력">
            <a:extLst xmlns:a="http://schemas.openxmlformats.org/drawingml/2006/main">
              <a:ext uri="{FF2B5EF4-FFF2-40B4-BE49-F238E27FC236}">
                <a16:creationId xmlns:a16="http://schemas.microsoft.com/office/drawing/2014/main" id="{7E93FBD5-CCC5-4642-B37C-FBDA18322F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OBSERVED PRODUCT / 제품 저장소의 변경 이력</a:t>
            </a:r>
          </a:p>
        </p:txBody>
      </p:sp>
      <p:sp>
        <p:nvSpPr>
          <p:cNvPr id="2" name="S90">
            <a:extLst xmlns:a="http://schemas.openxmlformats.org/drawingml/2006/main">
              <a:ext uri="{FF2B5EF4-FFF2-40B4-BE49-F238E27FC236}">
                <a16:creationId xmlns:a16="http://schemas.microsoft.com/office/drawing/2014/main" id="{3F926300-5F42-4164-BB5C-D9271647712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S90</a:t>
            </a:r>
          </a:p>
        </p:txBody>
      </p:sp>
      <p:sp>
        <p:nvSpPr>
          <p:cNvPr id="3" name="실제 Demo는 문제에 맞춰 바뀌었다">
            <a:extLst xmlns:a="http://schemas.openxmlformats.org/drawingml/2006/main">
              <a:ext uri="{FF2B5EF4-FFF2-40B4-BE49-F238E27FC236}">
                <a16:creationId xmlns:a16="http://schemas.microsoft.com/office/drawing/2014/main" id="{20539202-DD21-4C94-8A3B-E6782C8E237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Demo는 문제에 맞춰 바뀌었다</a:t>
            </a:r>
          </a:p>
        </p:txBody>
      </p:sp>
      <p:sp>
        <p:nvSpPr>
          <p:cNvPr id="4" name="">
            <a:extLst xmlns:a="http://schemas.openxmlformats.org/drawingml/2006/main">
              <a:ext uri="{FF2B5EF4-FFF2-40B4-BE49-F238E27FC236}">
                <a16:creationId xmlns:a16="http://schemas.microsoft.com/office/drawing/2014/main" id="{8EB5F04B-95FE-4A52-95B4-CBFFEB4AE01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MO-12 · 실제 Git State 이력 · TRIAL-002 / TRIAL-005 / STATE-04">
            <a:extLst xmlns:a="http://schemas.openxmlformats.org/drawingml/2006/main">
              <a:ext uri="{FF2B5EF4-FFF2-40B4-BE49-F238E27FC236}">
                <a16:creationId xmlns:a16="http://schemas.microsoft.com/office/drawing/2014/main" id="{289F65E3-BD1A-4D47-A067-32E6363BD05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DEMO-12 · 실제 Git State 이력 · TRIAL-002 / TRIAL-005 / STATE-04-PERF</a:t>
            </a:r>
          </a:p>
        </p:txBody>
      </p:sp>
      <p:sp>
        <p:nvSpPr>
          <p:cNvPr id="6" name="기록을 요약한 도식 · State는 성숙도 등급이 아님 · 성능은 해당 코드·입력·환경 범위">
            <a:extLst xmlns:a="http://schemas.openxmlformats.org/drawingml/2006/main">
              <a:ext uri="{FF2B5EF4-FFF2-40B4-BE49-F238E27FC236}">
                <a16:creationId xmlns:a16="http://schemas.microsoft.com/office/drawing/2014/main" id="{63B52B1A-17B5-4421-9991-D155005BB2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기록을 요약한 도식 · State는 성숙도 등급이 아님 · 성능은 해당 코드·입력·환경 범위</a:t>
            </a:r>
          </a:p>
        </p:txBody>
      </p:sp>
      <p:sp>
        <p:nvSpPr>
          <p:cNvPr id="7" name="전체 교육 모델 중, 제품 저장소에서 확인한 변화만">
            <a:extLst xmlns:a="http://schemas.openxmlformats.org/drawingml/2006/main">
              <a:ext uri="{FF2B5EF4-FFF2-40B4-BE49-F238E27FC236}">
                <a16:creationId xmlns:a16="http://schemas.microsoft.com/office/drawing/2014/main" id="{9351ED48-4368-427C-89E8-BA6A8C5A2EEB}"/>
              </a:ext>
            </a:extLst>
          </p:cNvPr>
          <p:cNvSpPr>
            <a:spLocks xmlns:a="http://schemas.openxmlformats.org/drawingml/2006/main" noGrp="1"/>
          </p:cNvSpPr>
          <p:nvPr/>
        </p:nvSpPr>
        <p:spPr>
          <a:xfrm xmlns:a="http://schemas.openxmlformats.org/drawingml/2006/main">
            <a:off x="609600" y="17907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전체 교육 모델 중, 제품 저장소에서 확인한 변화만</a:t>
            </a:r>
          </a:p>
        </p:txBody>
      </p:sp>
      <p:sp>
        <p:nvSpPr>
          <p:cNvPr id="8" name="마주친 문제">
            <a:extLst xmlns:a="http://schemas.openxmlformats.org/drawingml/2006/main">
              <a:ext uri="{FF2B5EF4-FFF2-40B4-BE49-F238E27FC236}">
                <a16:creationId xmlns:a16="http://schemas.microsoft.com/office/drawing/2014/main" id="{D5DDD854-F9A9-462C-9275-CD8860D81A40}"/>
              </a:ext>
            </a:extLst>
          </p:cNvPr>
          <p:cNvSpPr>
            <a:spLocks xmlns:a="http://schemas.openxmlformats.org/drawingml/2006/main" noGrp="1"/>
          </p:cNvSpPr>
          <p:nvPr/>
        </p:nvSpPr>
        <p:spPr>
          <a:xfrm xmlns:a="http://schemas.openxmlformats.org/drawingml/2006/main">
            <a:off x="609600" y="2409825"/>
            <a:ext cx="295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마주친 문제</a:t>
            </a:r>
          </a:p>
        </p:txBody>
      </p:sp>
      <p:sp>
        <p:nvSpPr>
          <p:cNvPr id="9" name="실제로 바꾼 것">
            <a:extLst xmlns:a="http://schemas.openxmlformats.org/drawingml/2006/main">
              <a:ext uri="{FF2B5EF4-FFF2-40B4-BE49-F238E27FC236}">
                <a16:creationId xmlns:a16="http://schemas.microsoft.com/office/drawing/2014/main" id="{8039A831-627A-4023-BA52-0410E52C7EC2}"/>
              </a:ext>
            </a:extLst>
          </p:cNvPr>
          <p:cNvSpPr>
            <a:spLocks xmlns:a="http://schemas.openxmlformats.org/drawingml/2006/main" noGrp="1"/>
          </p:cNvSpPr>
          <p:nvPr/>
        </p:nvSpPr>
        <p:spPr>
          <a:xfrm xmlns:a="http://schemas.openxmlformats.org/drawingml/2006/main">
            <a:off x="4143375" y="2409825"/>
            <a:ext cx="74390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실제로 바꾼 것</a:t>
            </a:r>
          </a:p>
        </p:txBody>
      </p:sp>
      <p:sp>
        <p:nvSpPr>
          <p:cNvPr id="10" name="">
            <a:extLst xmlns:a="http://schemas.openxmlformats.org/drawingml/2006/main">
              <a:ext uri="{FF2B5EF4-FFF2-40B4-BE49-F238E27FC236}">
                <a16:creationId xmlns:a16="http://schemas.microsoft.com/office/drawing/2014/main" id="{85A451F5-997B-42E7-9D17-36B7B2F6CAC4}"/>
              </a:ext>
            </a:extLst>
          </p:cNvPr>
          <p:cNvSpPr>
            <a:spLocks xmlns:a="http://schemas.openxmlformats.org/drawingml/2006/main" noGrp="1"/>
          </p:cNvSpPr>
          <p:nvPr/>
        </p:nvSpPr>
        <p:spPr>
          <a:xfrm xmlns:a="http://schemas.openxmlformats.org/drawingml/2006/main">
            <a:off x="609600" y="28575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경계 오류">
            <a:extLst xmlns:a="http://schemas.openxmlformats.org/drawingml/2006/main">
              <a:ext uri="{FF2B5EF4-FFF2-40B4-BE49-F238E27FC236}">
                <a16:creationId xmlns:a16="http://schemas.microsoft.com/office/drawing/2014/main" id="{340DE069-8295-409B-B635-E37FCD6B7FB6}"/>
              </a:ext>
            </a:extLst>
          </p:cNvPr>
          <p:cNvSpPr>
            <a:spLocks xmlns:a="http://schemas.openxmlformats.org/drawingml/2006/main" noGrp="1"/>
          </p:cNvSpPr>
          <p:nvPr/>
        </p:nvSpPr>
        <p:spPr>
          <a:xfrm xmlns:a="http://schemas.openxmlformats.org/drawingml/2006/main">
            <a:off x="609600" y="29432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경계 오류</a:t>
            </a:r>
          </a:p>
        </p:txBody>
      </p:sp>
      <p:cxnSp>
        <p:nvCxnSpPr>
          <p:cNvPr id="12" name="">
            <a:extLst xmlns:a="http://schemas.openxmlformats.org/drawingml/2006/main">
              <a:ext uri="{FF2B5EF4-FFF2-40B4-BE49-F238E27FC236}">
                <a16:creationId xmlns:a16="http://schemas.microsoft.com/office/drawing/2014/main" id="{B5952DFD-9497-4473-A06F-2D9A3D2BA21A}"/>
              </a:ext>
            </a:extLst>
          </p:cNvPr>
          <p:cNvCxnSpPr/>
          <p:nvPr/>
        </p:nvCxnSpPr>
        <p:spPr>
          <a:xfrm xmlns:a="http://schemas.openxmlformats.org/drawingml/2006/main">
            <a:off x="3667125" y="32099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끝 좌표 제외 명세에 맞춰 구현 수정">
            <a:extLst xmlns:a="http://schemas.openxmlformats.org/drawingml/2006/main">
              <a:ext uri="{FF2B5EF4-FFF2-40B4-BE49-F238E27FC236}">
                <a16:creationId xmlns:a16="http://schemas.microsoft.com/office/drawing/2014/main" id="{1F9E0F2F-FCED-4C6D-B56C-046228ED2023}"/>
              </a:ext>
            </a:extLst>
          </p:cNvPr>
          <p:cNvSpPr>
            <a:spLocks xmlns:a="http://schemas.openxmlformats.org/drawingml/2006/main" noGrp="1"/>
          </p:cNvSpPr>
          <p:nvPr/>
        </p:nvSpPr>
        <p:spPr>
          <a:xfrm xmlns:a="http://schemas.openxmlformats.org/drawingml/2006/main">
            <a:off x="4143375" y="29241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끝 좌표 제외 명세에 맞춰 구현 수정</a:t>
            </a:r>
          </a:p>
        </p:txBody>
      </p:sp>
      <p:sp>
        <p:nvSpPr>
          <p:cNvPr id="14" name="STATE-00  →  STATE-00-FIXED">
            <a:extLst xmlns:a="http://schemas.openxmlformats.org/drawingml/2006/main">
              <a:ext uri="{FF2B5EF4-FFF2-40B4-BE49-F238E27FC236}">
                <a16:creationId xmlns:a16="http://schemas.microsoft.com/office/drawing/2014/main" id="{C0CA1680-EAF0-4D2B-ADE2-E1A9E3926383}"/>
              </a:ext>
            </a:extLst>
          </p:cNvPr>
          <p:cNvSpPr>
            <a:spLocks xmlns:a="http://schemas.openxmlformats.org/drawingml/2006/main" noGrp="1"/>
          </p:cNvSpPr>
          <p:nvPr/>
        </p:nvSpPr>
        <p:spPr>
          <a:xfrm xmlns:a="http://schemas.openxmlformats.org/drawingml/2006/main">
            <a:off x="4143375" y="33147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STATE-00  →  STATE-00-FIXED</a:t>
            </a:r>
          </a:p>
        </p:txBody>
      </p:sp>
      <p:sp>
        <p:nvSpPr>
          <p:cNvPr id="15" name="">
            <a:extLst xmlns:a="http://schemas.openxmlformats.org/drawingml/2006/main">
              <a:ext uri="{FF2B5EF4-FFF2-40B4-BE49-F238E27FC236}">
                <a16:creationId xmlns:a16="http://schemas.microsoft.com/office/drawing/2014/main" id="{867F0720-BB7A-4BCD-9E63-5B151A8DAD48}"/>
              </a:ext>
            </a:extLst>
          </p:cNvPr>
          <p:cNvSpPr>
            <a:spLocks xmlns:a="http://schemas.openxmlformats.org/drawingml/2006/main" noGrp="1"/>
          </p:cNvSpPr>
          <p:nvPr/>
        </p:nvSpPr>
        <p:spPr>
          <a:xfrm xmlns:a="http://schemas.openxmlformats.org/drawingml/2006/main">
            <a:off x="609600" y="36576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프로젝트 지침의&#10;반복·증가">
            <a:extLst xmlns:a="http://schemas.openxmlformats.org/drawingml/2006/main">
              <a:ext uri="{FF2B5EF4-FFF2-40B4-BE49-F238E27FC236}">
                <a16:creationId xmlns:a16="http://schemas.microsoft.com/office/drawing/2014/main" id="{ADB2565B-64AD-4580-8BC0-F98FDF6927FA}"/>
              </a:ext>
            </a:extLst>
          </p:cNvPr>
          <p:cNvSpPr>
            <a:spLocks xmlns:a="http://schemas.openxmlformats.org/drawingml/2006/main" noGrp="1"/>
          </p:cNvSpPr>
          <p:nvPr/>
        </p:nvSpPr>
        <p:spPr>
          <a:xfrm xmlns:a="http://schemas.openxmlformats.org/drawingml/2006/main">
            <a:off x="609600" y="37433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프로젝트 지침의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반복·증가</a:t>
            </a:r>
          </a:p>
        </p:txBody>
      </p:sp>
      <p:cxnSp>
        <p:nvCxnSpPr>
          <p:cNvPr id="17" name="">
            <a:extLst xmlns:a="http://schemas.openxmlformats.org/drawingml/2006/main">
              <a:ext uri="{FF2B5EF4-FFF2-40B4-BE49-F238E27FC236}">
                <a16:creationId xmlns:a16="http://schemas.microsoft.com/office/drawing/2014/main" id="{EE145E7D-DE70-489A-B123-1A18A70A3E5E}"/>
              </a:ext>
            </a:extLst>
          </p:cNvPr>
          <p:cNvCxnSpPr/>
          <p:nvPr/>
        </p:nvCxnSpPr>
        <p:spPr>
          <a:xfrm xmlns:a="http://schemas.openxmlformats.org/drawingml/2006/main">
            <a:off x="3667125" y="40100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기본 안내와 필요한 상세 문서로 정리">
            <a:extLst xmlns:a="http://schemas.openxmlformats.org/drawingml/2006/main">
              <a:ext uri="{FF2B5EF4-FFF2-40B4-BE49-F238E27FC236}">
                <a16:creationId xmlns:a16="http://schemas.microsoft.com/office/drawing/2014/main" id="{93EB83FD-F812-45F7-987E-CA9FC2B2D0FB}"/>
              </a:ext>
            </a:extLst>
          </p:cNvPr>
          <p:cNvSpPr>
            <a:spLocks xmlns:a="http://schemas.openxmlformats.org/drawingml/2006/main" noGrp="1"/>
          </p:cNvSpPr>
          <p:nvPr/>
        </p:nvSpPr>
        <p:spPr>
          <a:xfrm xmlns:a="http://schemas.openxmlformats.org/drawingml/2006/main">
            <a:off x="4143375" y="37242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기본 안내와 필요한 상세 문서로 정리</a:t>
            </a:r>
          </a:p>
        </p:txBody>
      </p:sp>
      <p:sp>
        <p:nvSpPr>
          <p:cNvPr id="19" name="STATE-01  →  STATE-02  →  STATE-03">
            <a:extLst xmlns:a="http://schemas.openxmlformats.org/drawingml/2006/main">
              <a:ext uri="{FF2B5EF4-FFF2-40B4-BE49-F238E27FC236}">
                <a16:creationId xmlns:a16="http://schemas.microsoft.com/office/drawing/2014/main" id="{2EB8EBB2-2187-4E95-866B-6B7FF19B92D5}"/>
              </a:ext>
            </a:extLst>
          </p:cNvPr>
          <p:cNvSpPr>
            <a:spLocks xmlns:a="http://schemas.openxmlformats.org/drawingml/2006/main" noGrp="1"/>
          </p:cNvSpPr>
          <p:nvPr/>
        </p:nvSpPr>
        <p:spPr>
          <a:xfrm xmlns:a="http://schemas.openxmlformats.org/drawingml/2006/main">
            <a:off x="4143375" y="41148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STATE-01  →  STATE-02  →  STATE-03</a:t>
            </a:r>
          </a:p>
        </p:txBody>
      </p:sp>
      <p:sp>
        <p:nvSpPr>
          <p:cNvPr id="20" name="">
            <a:extLst xmlns:a="http://schemas.openxmlformats.org/drawingml/2006/main">
              <a:ext uri="{FF2B5EF4-FFF2-40B4-BE49-F238E27FC236}">
                <a16:creationId xmlns:a16="http://schemas.microsoft.com/office/drawing/2014/main" id="{B5E633F5-4A02-45F7-A474-930C413CF93D}"/>
              </a:ext>
            </a:extLst>
          </p:cNvPr>
          <p:cNvSpPr>
            <a:spLocks xmlns:a="http://schemas.openxmlformats.org/drawingml/2006/main" noGrp="1"/>
          </p:cNvSpPr>
          <p:nvPr/>
        </p:nvSpPr>
        <p:spPr>
          <a:xfrm xmlns:a="http://schemas.openxmlformats.org/drawingml/2006/main">
            <a:off x="609600" y="44577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같은 조사·검증&#10;절차 반복">
            <a:extLst xmlns:a="http://schemas.openxmlformats.org/drawingml/2006/main">
              <a:ext uri="{FF2B5EF4-FFF2-40B4-BE49-F238E27FC236}">
                <a16:creationId xmlns:a16="http://schemas.microsoft.com/office/drawing/2014/main" id="{466B013B-CCD5-458C-B524-F60131A158C7}"/>
              </a:ext>
            </a:extLst>
          </p:cNvPr>
          <p:cNvSpPr>
            <a:spLocks xmlns:a="http://schemas.openxmlformats.org/drawingml/2006/main" noGrp="1"/>
          </p:cNvSpPr>
          <p:nvPr/>
        </p:nvSpPr>
        <p:spPr>
          <a:xfrm xmlns:a="http://schemas.openxmlformats.org/drawingml/2006/main">
            <a:off x="609600" y="4543425"/>
            <a:ext cx="2952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조사·검증</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 반복</a:t>
            </a:r>
          </a:p>
        </p:txBody>
      </p:sp>
      <p:cxnSp>
        <p:nvCxnSpPr>
          <p:cNvPr id="22" name="">
            <a:extLst xmlns:a="http://schemas.openxmlformats.org/drawingml/2006/main">
              <a:ext uri="{FF2B5EF4-FFF2-40B4-BE49-F238E27FC236}">
                <a16:creationId xmlns:a16="http://schemas.microsoft.com/office/drawing/2014/main" id="{DD29FA99-70D8-488D-8FE7-1128F4DC87E9}"/>
              </a:ext>
            </a:extLst>
          </p:cNvPr>
          <p:cNvCxnSpPr/>
          <p:nvPr/>
        </p:nvCxnSpPr>
        <p:spPr>
          <a:xfrm xmlns:a="http://schemas.openxmlformats.org/drawingml/2006/main">
            <a:off x="3667125" y="4810125"/>
            <a:ext cx="2762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Skill을 재사용하고 제품 변경을 검증">
            <a:extLst xmlns:a="http://schemas.openxmlformats.org/drawingml/2006/main">
              <a:ext uri="{FF2B5EF4-FFF2-40B4-BE49-F238E27FC236}">
                <a16:creationId xmlns:a16="http://schemas.microsoft.com/office/drawing/2014/main" id="{784CC01E-3208-4ACF-91B9-AD881D20D1CE}"/>
              </a:ext>
            </a:extLst>
          </p:cNvPr>
          <p:cNvSpPr>
            <a:spLocks xmlns:a="http://schemas.openxmlformats.org/drawingml/2006/main" noGrp="1"/>
          </p:cNvSpPr>
          <p:nvPr/>
        </p:nvSpPr>
        <p:spPr>
          <a:xfrm xmlns:a="http://schemas.openxmlformats.org/drawingml/2006/main">
            <a:off x="4143375" y="4524375"/>
            <a:ext cx="74390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Skill을 재사용하고 제품 변경을 검증</a:t>
            </a:r>
          </a:p>
        </p:txBody>
      </p:sp>
      <p:sp>
        <p:nvSpPr>
          <p:cNvPr id="24" name="STATE-04  →  STATE-04-PERF">
            <a:extLst xmlns:a="http://schemas.openxmlformats.org/drawingml/2006/main">
              <a:ext uri="{FF2B5EF4-FFF2-40B4-BE49-F238E27FC236}">
                <a16:creationId xmlns:a16="http://schemas.microsoft.com/office/drawing/2014/main" id="{4F4F43DE-2C8F-41EC-BD4C-476C15A573DF}"/>
              </a:ext>
            </a:extLst>
          </p:cNvPr>
          <p:cNvSpPr>
            <a:spLocks xmlns:a="http://schemas.openxmlformats.org/drawingml/2006/main" noGrp="1"/>
          </p:cNvSpPr>
          <p:nvPr/>
        </p:nvSpPr>
        <p:spPr>
          <a:xfrm xmlns:a="http://schemas.openxmlformats.org/drawingml/2006/main">
            <a:off x="4143375" y="4914900"/>
            <a:ext cx="743902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Consolas"/>
                <a:ea typeface="Consolas"/>
                <a:cs typeface="Consolas"/>
              </a:defRPr>
            </a:defPPr>
            <a:lvl1pPr algn="l">
              <a:defRPr sz="1575" b="0">
                <a:solidFill>
                  <a:srgbClr val="4D5A68"/>
                </a:solidFill>
                <a:latin typeface="Consolas"/>
                <a:ea typeface="Consolas"/>
                <a:cs typeface="Consolas"/>
              </a:defRPr>
            </a:lvl1pPr>
            <a:lvl2pPr algn="l">
              <a:defRPr sz="1575" b="0">
                <a:solidFill>
                  <a:srgbClr val="4D5A68"/>
                </a:solidFill>
                <a:latin typeface="Consolas"/>
                <a:ea typeface="Consolas"/>
                <a:cs typeface="Consolas"/>
              </a:defRPr>
            </a:lvl2pPr>
            <a:lvl3pPr algn="l">
              <a:defRPr sz="1575" b="0">
                <a:solidFill>
                  <a:srgbClr val="4D5A68"/>
                </a:solidFill>
                <a:latin typeface="Consolas"/>
                <a:ea typeface="Consolas"/>
                <a:cs typeface="Consolas"/>
              </a:defRPr>
            </a:lvl3pPr>
            <a:lvl4pPr algn="l">
              <a:defRPr sz="1575" b="0">
                <a:solidFill>
                  <a:srgbClr val="4D5A68"/>
                </a:solidFill>
                <a:latin typeface="Consolas"/>
                <a:ea typeface="Consolas"/>
                <a:cs typeface="Consolas"/>
              </a:defRPr>
            </a:lvl4pPr>
            <a:lvl5pPr algn="l">
              <a:defRPr sz="1575" b="0">
                <a:solidFill>
                  <a:srgbClr val="4D5A68"/>
                </a:solidFill>
                <a:latin typeface="Consolas"/>
                <a:ea typeface="Consolas"/>
                <a:cs typeface="Consolas"/>
              </a:defRPr>
            </a:lvl5pPr>
            <a:lvl6pPr algn="l">
              <a:defRPr sz="1575" b="0">
                <a:solidFill>
                  <a:srgbClr val="4D5A68"/>
                </a:solidFill>
                <a:latin typeface="Consolas"/>
                <a:ea typeface="Consolas"/>
                <a:cs typeface="Consolas"/>
              </a:defRPr>
            </a:lvl6pPr>
            <a:lvl7pPr algn="l">
              <a:defRPr sz="1575" b="0">
                <a:solidFill>
                  <a:srgbClr val="4D5A68"/>
                </a:solidFill>
                <a:latin typeface="Consolas"/>
                <a:ea typeface="Consolas"/>
                <a:cs typeface="Consolas"/>
              </a:defRPr>
            </a:lvl7pPr>
            <a:lvl8pPr algn="l">
              <a:defRPr sz="1575" b="0">
                <a:solidFill>
                  <a:srgbClr val="4D5A68"/>
                </a:solidFill>
                <a:latin typeface="Consolas"/>
                <a:ea typeface="Consolas"/>
                <a:cs typeface="Consolas"/>
              </a:defRPr>
            </a:lvl8pPr>
            <a:lvl9pPr algn="l">
              <a:defRPr sz="1575" b="0">
                <a:solidFill>
                  <a:srgbClr val="4D5A68"/>
                </a:solidFill>
                <a:latin typeface="Consolas"/>
                <a:ea typeface="Consolas"/>
                <a:cs typeface="Consolas"/>
              </a:defRPr>
            </a:lvl9pPr>
          </a:lstStyle>
          <a:p xmlns:a="http://schemas.openxmlformats.org/drawingml/2006/main">
            <a:pPr algn="l">
              <a:defRPr sz="1575" b="0">
                <a:solidFill>
                  <a:srgbClr val="4D5A68"/>
                </a:solidFill>
                <a:latin typeface="Consolas"/>
                <a:ea typeface="Consolas"/>
                <a:cs typeface="Consolas"/>
              </a:defRPr>
            </a:pPr>
            <a:r>
              <a:rPr sz="1575" b="0">
                <a:solidFill>
                  <a:srgbClr val="4D5A68"/>
                </a:solidFill>
                <a:latin typeface="Consolas"/>
                <a:ea typeface="Consolas"/>
                <a:cs typeface="Consolas"/>
              </a:rPr>
              <a:t>STATE-04  →  STATE-04-PERF</a:t>
            </a:r>
          </a:p>
        </p:txBody>
      </p:sp>
      <p:sp>
        <p:nvSpPr>
          <p:cNvPr id="25" name="Loop는 앞 ACT의 가상 사례·실제 제작 기록에서 따로 살펴봤다">
            <a:extLst xmlns:a="http://schemas.openxmlformats.org/drawingml/2006/main">
              <a:ext uri="{FF2B5EF4-FFF2-40B4-BE49-F238E27FC236}">
                <a16:creationId xmlns:a16="http://schemas.microsoft.com/office/drawing/2014/main" id="{47AE48B7-F5B4-4A62-8348-5CC5F4D14EDE}"/>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Loop는 앞 ACT의 가상 사례·실제 제작 기록에서 따로 살펴봤다</a:t>
            </a:r>
          </a:p>
        </p:txBody>
      </p:sp>
      <p:sp>
        <p:nvSpPr>
          <p:cNvPr id="26" name="Legacy module connection">
            <a:extLst xmlns:a="http://schemas.openxmlformats.org/drawingml/2006/main">
              <a:ext uri="{FF2B5EF4-FFF2-40B4-BE49-F238E27FC236}">
                <a16:creationId xmlns:a16="http://schemas.microsoft.com/office/drawing/2014/main" id="{88BDBA9B-4C6D-4C15-A97F-5FED1CF1FBF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 · M6</a:t>
            </a:r>
          </a:p>
        </p:txBody>
      </p:sp>
    </p:spTree>
    <p:extLst>
      <p:ext uri="{BB962C8B-B14F-4D97-AF65-F5344CB8AC3E}">
        <p14:creationId xmlns:p14="http://schemas.microsoft.com/office/powerpoint/2010/main" val="42381237"/>
      </p:ext>
    </p:extLst>
  </p:cSld>
</p:sld>
</file>

<file path=ppt/slides/slide9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5 · 이번 Demo의 선택 기준">
            <a:extLst xmlns:a="http://schemas.openxmlformats.org/drawingml/2006/main">
              <a:ext uri="{FF2B5EF4-FFF2-40B4-BE49-F238E27FC236}">
                <a16:creationId xmlns:a16="http://schemas.microsoft.com/office/drawing/2014/main" id="{AE8F86F7-4F2F-4659-AAE0-453FE6D64B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이번 Demo의 선택 기준</a:t>
            </a:r>
          </a:p>
        </p:txBody>
      </p:sp>
      <p:sp>
        <p:nvSpPr>
          <p:cNvPr id="2" name="S91">
            <a:extLst xmlns:a="http://schemas.openxmlformats.org/drawingml/2006/main">
              <a:ext uri="{FF2B5EF4-FFF2-40B4-BE49-F238E27FC236}">
                <a16:creationId xmlns:a16="http://schemas.microsoft.com/office/drawing/2014/main" id="{6AB4429F-3656-4DA5-8473-83A01EBB192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S91</a:t>
            </a:r>
          </a:p>
        </p:txBody>
      </p:sp>
      <p:sp>
        <p:nvSpPr>
          <p:cNvPr id="3" name="이번 문제에 필요한 구성만 선택했다">
            <a:extLst xmlns:a="http://schemas.openxmlformats.org/drawingml/2006/main">
              <a:ext uri="{FF2B5EF4-FFF2-40B4-BE49-F238E27FC236}">
                <a16:creationId xmlns:a16="http://schemas.microsoft.com/office/drawing/2014/main" id="{4534BF93-68B1-4398-918A-76728FCDA96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문제에 필요한 구성만 선택했다</a:t>
            </a:r>
          </a:p>
        </p:txBody>
      </p:sp>
      <p:sp>
        <p:nvSpPr>
          <p:cNvPr id="4" name="">
            <a:extLst xmlns:a="http://schemas.openxmlformats.org/drawingml/2006/main">
              <a:ext uri="{FF2B5EF4-FFF2-40B4-BE49-F238E27FC236}">
                <a16:creationId xmlns:a16="http://schemas.microsoft.com/office/drawing/2014/main" id="{CE9ADE4B-97C4-4173-918E-CB551ECEF07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DEC-0018 · 현재 작업의 구성·지식 출처 감사">
            <a:extLst xmlns:a="http://schemas.openxmlformats.org/drawingml/2006/main">
              <a:ext uri="{FF2B5EF4-FFF2-40B4-BE49-F238E27FC236}">
                <a16:creationId xmlns:a16="http://schemas.microsoft.com/office/drawing/2014/main" id="{2379EA2B-31B4-45F3-BC44-FE8994F3219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DEC-0018 · 현재 작업의 구성·지식 출처 감사</a:t>
            </a:r>
          </a:p>
        </p:txBody>
      </p:sp>
      <p:sp>
        <p:nvSpPr>
          <p:cNvPr id="6" name="비교 실험 결과가 아님 · 모든 프로젝트에 Subagent·Memory가 불필요하거나 적을수록 좋다는 뜻은 ">
            <a:extLst xmlns:a="http://schemas.openxmlformats.org/drawingml/2006/main">
              <a:ext uri="{FF2B5EF4-FFF2-40B4-BE49-F238E27FC236}">
                <a16:creationId xmlns:a16="http://schemas.microsoft.com/office/drawing/2014/main" id="{7CE71F66-EA3B-4965-B419-0BEBE4878C1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비교 실험 결과가 아님 · 모든 프로젝트에 Subagent·Memory가 불필요하거나 적을수록 좋다는 뜻은 아님</a:t>
            </a:r>
          </a:p>
        </p:txBody>
      </p:sp>
      <p:sp>
        <p:nvSpPr>
          <p:cNvPr id="7" name="도구 수보다, 현재 문제에서 필요한 이유를 본다">
            <a:extLst xmlns:a="http://schemas.openxmlformats.org/drawingml/2006/main">
              <a:ext uri="{FF2B5EF4-FFF2-40B4-BE49-F238E27FC236}">
                <a16:creationId xmlns:a16="http://schemas.microsoft.com/office/drawing/2014/main" id="{DBE2AD22-3CE5-4BF1-83D3-2DE405A3FDCA}"/>
              </a:ext>
            </a:extLst>
          </p:cNvPr>
          <p:cNvSpPr>
            <a:spLocks xmlns:a="http://schemas.openxmlformats.org/drawingml/2006/main" noGrp="1"/>
          </p:cNvSpPr>
          <p:nvPr/>
        </p:nvSpPr>
        <p:spPr>
          <a:xfrm xmlns:a="http://schemas.openxmlformats.org/drawingml/2006/main">
            <a:off x="609600" y="18192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도구 수보다, 현재 문제에서 필요한 이유를 본다</a:t>
            </a:r>
          </a:p>
        </p:txBody>
      </p:sp>
      <p:sp>
        <p:nvSpPr>
          <p:cNvPr id="8" name="사용한 구성">
            <a:extLst xmlns:a="http://schemas.openxmlformats.org/drawingml/2006/main">
              <a:ext uri="{FF2B5EF4-FFF2-40B4-BE49-F238E27FC236}">
                <a16:creationId xmlns:a16="http://schemas.microsoft.com/office/drawing/2014/main" id="{B0C3C8DA-1712-4FEE-A4A2-4B17CB7BC8E4}"/>
              </a:ext>
            </a:extLst>
          </p:cNvPr>
          <p:cNvSpPr>
            <a:spLocks xmlns:a="http://schemas.openxmlformats.org/drawingml/2006/main" noGrp="1"/>
          </p:cNvSpPr>
          <p:nvPr/>
        </p:nvSpPr>
        <p:spPr>
          <a:xfrm xmlns:a="http://schemas.openxmlformats.org/drawingml/2006/main">
            <a:off x="609600" y="2628900"/>
            <a:ext cx="3810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사용한 구성</a:t>
            </a:r>
          </a:p>
        </p:txBody>
      </p:sp>
      <p:sp>
        <p:nvSpPr>
          <p:cNvPr id="9" name="">
            <a:extLst xmlns:a="http://schemas.openxmlformats.org/drawingml/2006/main">
              <a:ext uri="{FF2B5EF4-FFF2-40B4-BE49-F238E27FC236}">
                <a16:creationId xmlns:a16="http://schemas.microsoft.com/office/drawing/2014/main" id="{860F8ADA-D9E1-4E16-9996-842E9FF1325D}"/>
              </a:ext>
            </a:extLst>
          </p:cNvPr>
          <p:cNvSpPr>
            <a:spLocks xmlns:a="http://schemas.openxmlformats.org/drawingml/2006/main" noGrp="1"/>
          </p:cNvSpPr>
          <p:nvPr/>
        </p:nvSpPr>
        <p:spPr>
          <a:xfrm xmlns:a="http://schemas.openxmlformats.org/drawingml/2006/main">
            <a:off x="609600" y="3143250"/>
            <a:ext cx="38100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작업 요청&#10;Context와 Routing&#10;재사용 Skill&#10;테스트와 Benchmark">
            <a:extLst xmlns:a="http://schemas.openxmlformats.org/drawingml/2006/main">
              <a:ext uri="{FF2B5EF4-FFF2-40B4-BE49-F238E27FC236}">
                <a16:creationId xmlns:a16="http://schemas.microsoft.com/office/drawing/2014/main" id="{EC2EE4E8-6077-4F7D-B6D3-A505DF0DD47C}"/>
              </a:ext>
            </a:extLst>
          </p:cNvPr>
          <p:cNvSpPr>
            <a:spLocks xmlns:a="http://schemas.openxmlformats.org/drawingml/2006/main" noGrp="1"/>
          </p:cNvSpPr>
          <p:nvPr/>
        </p:nvSpPr>
        <p:spPr>
          <a:xfrm xmlns:a="http://schemas.openxmlformats.org/drawingml/2006/main">
            <a:off x="609600" y="3352800"/>
            <a:ext cx="3810000"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작업 요청</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Context와 Routing</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 Skill</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테스트와 Benchmark</a:t>
            </a:r>
          </a:p>
        </p:txBody>
      </p:sp>
      <p:sp>
        <p:nvSpPr>
          <p:cNvPr id="11" name="이번에는 보류한 이유">
            <a:extLst xmlns:a="http://schemas.openxmlformats.org/drawingml/2006/main">
              <a:ext uri="{FF2B5EF4-FFF2-40B4-BE49-F238E27FC236}">
                <a16:creationId xmlns:a16="http://schemas.microsoft.com/office/drawing/2014/main" id="{AC469151-DAFB-445C-9092-9FE0C2DAE58D}"/>
              </a:ext>
            </a:extLst>
          </p:cNvPr>
          <p:cNvSpPr>
            <a:spLocks xmlns:a="http://schemas.openxmlformats.org/drawingml/2006/main" noGrp="1"/>
          </p:cNvSpPr>
          <p:nvPr/>
        </p:nvSpPr>
        <p:spPr>
          <a:xfrm xmlns:a="http://schemas.openxmlformats.org/drawingml/2006/main">
            <a:off x="5334000" y="2628900"/>
            <a:ext cx="6248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이번에는 보류한 이유</a:t>
            </a:r>
          </a:p>
        </p:txBody>
      </p:sp>
      <p:sp>
        <p:nvSpPr>
          <p:cNvPr id="12" name="">
            <a:extLst xmlns:a="http://schemas.openxmlformats.org/drawingml/2006/main">
              <a:ext uri="{FF2B5EF4-FFF2-40B4-BE49-F238E27FC236}">
                <a16:creationId xmlns:a16="http://schemas.microsoft.com/office/drawing/2014/main" id="{13710AAB-3248-4915-A000-86F2C88D1F8F}"/>
              </a:ext>
            </a:extLst>
          </p:cNvPr>
          <p:cNvSpPr>
            <a:spLocks xmlns:a="http://schemas.openxmlformats.org/drawingml/2006/main" noGrp="1"/>
          </p:cNvSpPr>
          <p:nvPr/>
        </p:nvSpPr>
        <p:spPr>
          <a:xfrm xmlns:a="http://schemas.openxmlformats.org/drawingml/2006/main">
            <a:off x="5334000" y="3143250"/>
            <a:ext cx="6248400" cy="0"/>
          </a:xfrm>
          <a:prstGeom xmlns:a="http://schemas.openxmlformats.org/drawingml/2006/main" prst="line">
            <a:avLst/>
          </a:prstGeom>
          <a:noFill xmlns:a="http://schemas.openxmlformats.org/drawingml/2006/main"/>
          <a:ln xmlns:a="http://schemas.openxmlformats.org/drawingml/2006/main" w="19050">
            <a:solidFill>
              <a:srgbClr val="805400"/>
            </a:solidFill>
            <a:prstDash val="solid"/>
          </a:ln>
        </p:spPr>
      </p:sp>
      <p:sp>
        <p:nvSpPr>
          <p:cNvPr id="13" name="Subagent">
            <a:extLst xmlns:a="http://schemas.openxmlformats.org/drawingml/2006/main">
              <a:ext uri="{FF2B5EF4-FFF2-40B4-BE49-F238E27FC236}">
                <a16:creationId xmlns:a16="http://schemas.microsoft.com/office/drawing/2014/main" id="{0A114F86-A35F-4052-A3E3-C95C544BA5CD}"/>
              </a:ext>
            </a:extLst>
          </p:cNvPr>
          <p:cNvSpPr>
            <a:spLocks xmlns:a="http://schemas.openxmlformats.org/drawingml/2006/main" noGrp="1"/>
          </p:cNvSpPr>
          <p:nvPr/>
        </p:nvSpPr>
        <p:spPr>
          <a:xfrm xmlns:a="http://schemas.openxmlformats.org/drawingml/2006/main">
            <a:off x="5334000" y="3333750"/>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Subagent</a:t>
            </a:r>
          </a:p>
        </p:txBody>
      </p:sp>
      <p:sp>
        <p:nvSpPr>
          <p:cNvPr id="14" name="같은 코드의 조사 → 변경 → 검증이 이어짐">
            <a:extLst xmlns:a="http://schemas.openxmlformats.org/drawingml/2006/main">
              <a:ext uri="{FF2B5EF4-FFF2-40B4-BE49-F238E27FC236}">
                <a16:creationId xmlns:a16="http://schemas.microsoft.com/office/drawing/2014/main" id="{D5033B73-F28E-423E-A6C6-BA1DEC12E4B1}"/>
              </a:ext>
            </a:extLst>
          </p:cNvPr>
          <p:cNvSpPr>
            <a:spLocks xmlns:a="http://schemas.openxmlformats.org/drawingml/2006/main" noGrp="1"/>
          </p:cNvSpPr>
          <p:nvPr/>
        </p:nvSpPr>
        <p:spPr>
          <a:xfrm xmlns:a="http://schemas.openxmlformats.org/drawingml/2006/main">
            <a:off x="5334000" y="3743325"/>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같은 코드의 조사 → 변경 → 검증이 이어짐</a:t>
            </a:r>
          </a:p>
        </p:txBody>
      </p:sp>
      <p:sp>
        <p:nvSpPr>
          <p:cNvPr id="15" name="Memory">
            <a:extLst xmlns:a="http://schemas.openxmlformats.org/drawingml/2006/main">
              <a:ext uri="{FF2B5EF4-FFF2-40B4-BE49-F238E27FC236}">
                <a16:creationId xmlns:a16="http://schemas.microsoft.com/office/drawing/2014/main" id="{3D98963E-184D-4162-A26E-4351ABE0185F}"/>
              </a:ext>
            </a:extLst>
          </p:cNvPr>
          <p:cNvSpPr>
            <a:spLocks xmlns:a="http://schemas.openxmlformats.org/drawingml/2006/main" noGrp="1"/>
          </p:cNvSpPr>
          <p:nvPr/>
        </p:nvSpPr>
        <p:spPr>
          <a:xfrm xmlns:a="http://schemas.openxmlformats.org/drawingml/2006/main">
            <a:off x="5334000" y="4429125"/>
            <a:ext cx="1905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Memory</a:t>
            </a:r>
          </a:p>
        </p:txBody>
      </p:sp>
      <p:sp>
        <p:nvSpPr>
          <p:cNvPr id="16" name="필요한 지식이 기존 출처에 이미 있었음">
            <a:extLst xmlns:a="http://schemas.openxmlformats.org/drawingml/2006/main">
              <a:ext uri="{FF2B5EF4-FFF2-40B4-BE49-F238E27FC236}">
                <a16:creationId xmlns:a16="http://schemas.microsoft.com/office/drawing/2014/main" id="{49291F48-F5C3-432E-B6FA-CE16D4639CD2}"/>
              </a:ext>
            </a:extLst>
          </p:cNvPr>
          <p:cNvSpPr>
            <a:spLocks xmlns:a="http://schemas.openxmlformats.org/drawingml/2006/main" noGrp="1"/>
          </p:cNvSpPr>
          <p:nvPr/>
        </p:nvSpPr>
        <p:spPr>
          <a:xfrm xmlns:a="http://schemas.openxmlformats.org/drawingml/2006/main">
            <a:off x="5334000" y="4838700"/>
            <a:ext cx="62484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필요한 지식이 기존 출처에 이미 있었음</a:t>
            </a:r>
          </a:p>
        </p:txBody>
      </p:sp>
      <p:sp>
        <p:nvSpPr>
          <p:cNvPr id="17" name="현재 문제가 필요로 하는 만큼 설계한다">
            <a:extLst xmlns:a="http://schemas.openxmlformats.org/drawingml/2006/main">
              <a:ext uri="{FF2B5EF4-FFF2-40B4-BE49-F238E27FC236}">
                <a16:creationId xmlns:a16="http://schemas.microsoft.com/office/drawing/2014/main" id="{0DAE196D-EFB8-4A5A-A5D1-53A6A54DD04B}"/>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현재 문제가 필요로 하는 만큼 설계한다</a:t>
            </a:r>
          </a:p>
        </p:txBody>
      </p:sp>
      <p:sp>
        <p:nvSpPr>
          <p:cNvPr id="18" name="Legacy module connection">
            <a:extLst xmlns:a="http://schemas.openxmlformats.org/drawingml/2006/main">
              <a:ext uri="{FF2B5EF4-FFF2-40B4-BE49-F238E27FC236}">
                <a16:creationId xmlns:a16="http://schemas.microsoft.com/office/drawing/2014/main" id="{CEA37387-DEE2-4721-8879-A86E3C89FAF2}"/>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 · M9</a:t>
            </a:r>
          </a:p>
        </p:txBody>
      </p:sp>
    </p:spTree>
    <p:extLst>
      <p:ext uri="{BB962C8B-B14F-4D97-AF65-F5344CB8AC3E}">
        <p14:creationId xmlns:p14="http://schemas.microsoft.com/office/powerpoint/2010/main" val="807796160"/>
      </p:ext>
    </p:extLst>
  </p:cSld>
</p:sld>
</file>

<file path=ppt/slides/slide9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5 · 개발자에게 남는 판단과 책임">
            <a:extLst xmlns:a="http://schemas.openxmlformats.org/drawingml/2006/main">
              <a:ext uri="{FF2B5EF4-FFF2-40B4-BE49-F238E27FC236}">
                <a16:creationId xmlns:a16="http://schemas.microsoft.com/office/drawing/2014/main" id="{604AC19B-B7A6-44D8-83E3-6D69D190694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개발자에게 남는 판단과 책임</a:t>
            </a:r>
          </a:p>
        </p:txBody>
      </p:sp>
      <p:sp>
        <p:nvSpPr>
          <p:cNvPr id="2" name="S92">
            <a:extLst xmlns:a="http://schemas.openxmlformats.org/drawingml/2006/main">
              <a:ext uri="{FF2B5EF4-FFF2-40B4-BE49-F238E27FC236}">
                <a16:creationId xmlns:a16="http://schemas.microsoft.com/office/drawing/2014/main" id="{65B137E4-00EF-4521-9373-0C37C9FB6BB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S92</a:t>
            </a:r>
          </a:p>
        </p:txBody>
      </p:sp>
      <p:sp>
        <p:nvSpPr>
          <p:cNvPr id="3" name="결과를 수용할지는 사람이 판단한다">
            <a:extLst xmlns:a="http://schemas.openxmlformats.org/drawingml/2006/main">
              <a:ext uri="{FF2B5EF4-FFF2-40B4-BE49-F238E27FC236}">
                <a16:creationId xmlns:a16="http://schemas.microsoft.com/office/drawing/2014/main" id="{54C4AD69-8606-4674-BDBA-5076730BA9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결과를 수용할지는 사람이 판단한다</a:t>
            </a:r>
          </a:p>
        </p:txBody>
      </p:sp>
      <p:sp>
        <p:nvSpPr>
          <p:cNvPr id="4" name="">
            <a:extLst xmlns:a="http://schemas.openxmlformats.org/drawingml/2006/main">
              <a:ext uri="{FF2B5EF4-FFF2-40B4-BE49-F238E27FC236}">
                <a16:creationId xmlns:a16="http://schemas.microsoft.com/office/drawing/2014/main" id="{F7674C7A-3BB5-48A9-9F7B-4025F32F9EA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1–062 · 이 교육의 책임 원칙">
            <a:extLst xmlns:a="http://schemas.openxmlformats.org/drawingml/2006/main">
              <a:ext uri="{FF2B5EF4-FFF2-40B4-BE49-F238E27FC236}">
                <a16:creationId xmlns:a16="http://schemas.microsoft.com/office/drawing/2014/main" id="{3FCB2CE6-D18E-4AE3-BB8A-4A50B7D1F0D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BEAT-061–062 · 이 교육의 책임 원칙</a:t>
            </a:r>
          </a:p>
        </p:txBody>
      </p:sp>
      <p:sp>
        <p:nvSpPr>
          <p:cNvPr id="6" name="Agent와 개발자의 역할을 고정된 분업표로 제시하는 것은 아니다.">
            <a:extLst xmlns:a="http://schemas.openxmlformats.org/drawingml/2006/main">
              <a:ext uri="{FF2B5EF4-FFF2-40B4-BE49-F238E27FC236}">
                <a16:creationId xmlns:a16="http://schemas.microsoft.com/office/drawing/2014/main" id="{F32450B0-C791-4C40-B9D5-69403CE868B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Agent와 개발자의 역할을 고정된 분업표로 제시하는 것은 아니다.</a:t>
            </a:r>
          </a:p>
        </p:txBody>
      </p:sp>
      <p:sp>
        <p:nvSpPr>
          <p:cNvPr id="7" name="AI가 조사·생성·변경·실행·비교를 도와도">
            <a:extLst xmlns:a="http://schemas.openxmlformats.org/drawingml/2006/main">
              <a:ext uri="{FF2B5EF4-FFF2-40B4-BE49-F238E27FC236}">
                <a16:creationId xmlns:a16="http://schemas.microsoft.com/office/drawing/2014/main" id="{FA9268AD-7FB5-4F03-8DD3-50527D6BA388}"/>
              </a:ext>
            </a:extLst>
          </p:cNvPr>
          <p:cNvSpPr>
            <a:spLocks xmlns:a="http://schemas.openxmlformats.org/drawingml/2006/main" noGrp="1"/>
          </p:cNvSpPr>
          <p:nvPr/>
        </p:nvSpPr>
        <p:spPr>
          <a:xfrm xmlns:a="http://schemas.openxmlformats.org/drawingml/2006/main">
            <a:off x="609600" y="1847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4D5A68"/>
                </a:solidFill>
                <a:latin typeface="Malgun Gothic"/>
                <a:ea typeface="Malgun Gothic"/>
                <a:cs typeface="Malgun Gothic"/>
              </a:defRPr>
            </a:defPPr>
            <a:lvl1pPr algn="l">
              <a:defRPr sz="2175" b="0">
                <a:solidFill>
                  <a:srgbClr val="4D5A68"/>
                </a:solidFill>
                <a:latin typeface="Malgun Gothic"/>
                <a:ea typeface="Malgun Gothic"/>
                <a:cs typeface="Malgun Gothic"/>
              </a:defRPr>
            </a:lvl1pPr>
            <a:lvl2pPr algn="l">
              <a:defRPr sz="2175" b="0">
                <a:solidFill>
                  <a:srgbClr val="4D5A68"/>
                </a:solidFill>
                <a:latin typeface="Malgun Gothic"/>
                <a:ea typeface="Malgun Gothic"/>
                <a:cs typeface="Malgun Gothic"/>
              </a:defRPr>
            </a:lvl2pPr>
            <a:lvl3pPr algn="l">
              <a:defRPr sz="2175" b="0">
                <a:solidFill>
                  <a:srgbClr val="4D5A68"/>
                </a:solidFill>
                <a:latin typeface="Malgun Gothic"/>
                <a:ea typeface="Malgun Gothic"/>
                <a:cs typeface="Malgun Gothic"/>
              </a:defRPr>
            </a:lvl3pPr>
            <a:lvl4pPr algn="l">
              <a:defRPr sz="2175" b="0">
                <a:solidFill>
                  <a:srgbClr val="4D5A68"/>
                </a:solidFill>
                <a:latin typeface="Malgun Gothic"/>
                <a:ea typeface="Malgun Gothic"/>
                <a:cs typeface="Malgun Gothic"/>
              </a:defRPr>
            </a:lvl4pPr>
            <a:lvl5pPr algn="l">
              <a:defRPr sz="2175" b="0">
                <a:solidFill>
                  <a:srgbClr val="4D5A68"/>
                </a:solidFill>
                <a:latin typeface="Malgun Gothic"/>
                <a:ea typeface="Malgun Gothic"/>
                <a:cs typeface="Malgun Gothic"/>
              </a:defRPr>
            </a:lvl5pPr>
            <a:lvl6pPr algn="l">
              <a:defRPr sz="2175" b="0">
                <a:solidFill>
                  <a:srgbClr val="4D5A68"/>
                </a:solidFill>
                <a:latin typeface="Malgun Gothic"/>
                <a:ea typeface="Malgun Gothic"/>
                <a:cs typeface="Malgun Gothic"/>
              </a:defRPr>
            </a:lvl6pPr>
            <a:lvl7pPr algn="l">
              <a:defRPr sz="2175" b="0">
                <a:solidFill>
                  <a:srgbClr val="4D5A68"/>
                </a:solidFill>
                <a:latin typeface="Malgun Gothic"/>
                <a:ea typeface="Malgun Gothic"/>
                <a:cs typeface="Malgun Gothic"/>
              </a:defRPr>
            </a:lvl7pPr>
            <a:lvl8pPr algn="l">
              <a:defRPr sz="2175" b="0">
                <a:solidFill>
                  <a:srgbClr val="4D5A68"/>
                </a:solidFill>
                <a:latin typeface="Malgun Gothic"/>
                <a:ea typeface="Malgun Gothic"/>
                <a:cs typeface="Malgun Gothic"/>
              </a:defRPr>
            </a:lvl8pPr>
            <a:lvl9pPr algn="l">
              <a:defRPr sz="2175" b="0">
                <a:solidFill>
                  <a:srgbClr val="4D5A68"/>
                </a:solidFill>
                <a:latin typeface="Malgun Gothic"/>
                <a:ea typeface="Malgun Gothic"/>
                <a:cs typeface="Malgun Gothic"/>
              </a:defRPr>
            </a:lvl9pPr>
          </a:lstStyle>
          <a:p xmlns:a="http://schemas.openxmlformats.org/drawingml/2006/main">
            <a:pPr algn="l">
              <a:defRPr sz="2175" b="0">
                <a:solidFill>
                  <a:srgbClr val="4D5A68"/>
                </a:solidFill>
                <a:latin typeface="Malgun Gothic"/>
                <a:ea typeface="Malgun Gothic"/>
                <a:cs typeface="Malgun Gothic"/>
              </a:defRPr>
            </a:pPr>
            <a:r>
              <a:rPr sz="2175" b="0">
                <a:solidFill>
                  <a:srgbClr val="4D5A68"/>
                </a:solidFill>
                <a:latin typeface="Malgun Gothic"/>
                <a:ea typeface="Malgun Gothic"/>
                <a:cs typeface="Malgun Gothic"/>
              </a:rPr>
              <a:t>AI가 조사·생성·변경·실행·비교를 도와도</a:t>
            </a:r>
          </a:p>
        </p:txBody>
      </p:sp>
      <p:sp>
        <p:nvSpPr>
          <p:cNvPr id="8" name="AI의 작업 결과">
            <a:extLst xmlns:a="http://schemas.openxmlformats.org/drawingml/2006/main">
              <a:ext uri="{FF2B5EF4-FFF2-40B4-BE49-F238E27FC236}">
                <a16:creationId xmlns:a16="http://schemas.microsoft.com/office/drawing/2014/main" id="{8B1D099E-20CF-4FB9-90B0-8638CBAFEE11}"/>
              </a:ext>
            </a:extLst>
          </p:cNvPr>
          <p:cNvSpPr>
            <a:spLocks xmlns:a="http://schemas.openxmlformats.org/drawingml/2006/main" noGrp="1"/>
          </p:cNvSpPr>
          <p:nvPr/>
        </p:nvSpPr>
        <p:spPr>
          <a:xfrm xmlns:a="http://schemas.openxmlformats.org/drawingml/2006/main">
            <a:off x="609600" y="287655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AI의 작업 결과</a:t>
            </a:r>
          </a:p>
        </p:txBody>
      </p:sp>
      <p:sp>
        <p:nvSpPr>
          <p:cNvPr id="9" name="">
            <a:extLst xmlns:a="http://schemas.openxmlformats.org/drawingml/2006/main">
              <a:ext uri="{FF2B5EF4-FFF2-40B4-BE49-F238E27FC236}">
                <a16:creationId xmlns:a16="http://schemas.microsoft.com/office/drawing/2014/main" id="{743D7BA0-B246-4F45-885C-3C2E3E2EB4E5}"/>
              </a:ext>
            </a:extLst>
          </p:cNvPr>
          <p:cNvSpPr>
            <a:spLocks xmlns:a="http://schemas.openxmlformats.org/drawingml/2006/main" noGrp="1"/>
          </p:cNvSpPr>
          <p:nvPr/>
        </p:nvSpPr>
        <p:spPr>
          <a:xfrm xmlns:a="http://schemas.openxmlformats.org/drawingml/2006/main">
            <a:off x="609600" y="3457575"/>
            <a:ext cx="2952750" cy="12668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변경 내용&#10;실행·검사·비교 기록">
            <a:extLst xmlns:a="http://schemas.openxmlformats.org/drawingml/2006/main">
              <a:ext uri="{FF2B5EF4-FFF2-40B4-BE49-F238E27FC236}">
                <a16:creationId xmlns:a16="http://schemas.microsoft.com/office/drawing/2014/main" id="{AB134F53-C270-420B-B656-118DC6E5F127}"/>
              </a:ext>
            </a:extLst>
          </p:cNvPr>
          <p:cNvSpPr>
            <a:spLocks xmlns:a="http://schemas.openxmlformats.org/drawingml/2006/main" noGrp="1"/>
          </p:cNvSpPr>
          <p:nvPr/>
        </p:nvSpPr>
        <p:spPr>
          <a:xfrm xmlns:a="http://schemas.openxmlformats.org/drawingml/2006/main">
            <a:off x="781050" y="3657600"/>
            <a:ext cx="26098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변경 내용</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실행·검사·비교 기록</a:t>
            </a:r>
          </a:p>
        </p:txBody>
      </p:sp>
      <p:cxnSp>
        <p:nvCxnSpPr>
          <p:cNvPr id="11" name="">
            <a:extLst xmlns:a="http://schemas.openxmlformats.org/drawingml/2006/main">
              <a:ext uri="{FF2B5EF4-FFF2-40B4-BE49-F238E27FC236}">
                <a16:creationId xmlns:a16="http://schemas.microsoft.com/office/drawing/2014/main" id="{84F5BC44-3530-4F52-B919-808DACC50306}"/>
              </a:ext>
            </a:extLst>
          </p:cNvPr>
          <p:cNvCxnSpPr/>
          <p:nvPr/>
        </p:nvCxnSpPr>
        <p:spPr>
          <a:xfrm xmlns:a="http://schemas.openxmlformats.org/drawingml/2006/main">
            <a:off x="3781425" y="4095750"/>
            <a:ext cx="666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2" name="사람의 수용 판단">
            <a:extLst xmlns:a="http://schemas.openxmlformats.org/drawingml/2006/main">
              <a:ext uri="{FF2B5EF4-FFF2-40B4-BE49-F238E27FC236}">
                <a16:creationId xmlns:a16="http://schemas.microsoft.com/office/drawing/2014/main" id="{6FB9B3FE-B740-405F-A6F0-6ABF51F1836F}"/>
              </a:ext>
            </a:extLst>
          </p:cNvPr>
          <p:cNvSpPr>
            <a:spLocks xmlns:a="http://schemas.openxmlformats.org/drawingml/2006/main" noGrp="1"/>
          </p:cNvSpPr>
          <p:nvPr/>
        </p:nvSpPr>
        <p:spPr>
          <a:xfrm xmlns:a="http://schemas.openxmlformats.org/drawingml/2006/main">
            <a:off x="4857750" y="2571750"/>
            <a:ext cx="6724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사람의 수용 판단</a:t>
            </a:r>
          </a:p>
        </p:txBody>
      </p:sp>
      <p:sp>
        <p:nvSpPr>
          <p:cNvPr id="13" name="">
            <a:extLst xmlns:a="http://schemas.openxmlformats.org/drawingml/2006/main">
              <a:ext uri="{FF2B5EF4-FFF2-40B4-BE49-F238E27FC236}">
                <a16:creationId xmlns:a16="http://schemas.microsoft.com/office/drawing/2014/main" id="{61260760-A2BA-4025-AD1E-26B6D68107D1}"/>
              </a:ext>
            </a:extLst>
          </p:cNvPr>
          <p:cNvSpPr>
            <a:spLocks xmlns:a="http://schemas.openxmlformats.org/drawingml/2006/main" noGrp="1"/>
          </p:cNvSpPr>
          <p:nvPr/>
        </p:nvSpPr>
        <p:spPr>
          <a:xfrm xmlns:a="http://schemas.openxmlformats.org/drawingml/2006/main">
            <a:off x="48577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4" name="목표">
            <a:extLst xmlns:a="http://schemas.openxmlformats.org/drawingml/2006/main">
              <a:ext uri="{FF2B5EF4-FFF2-40B4-BE49-F238E27FC236}">
                <a16:creationId xmlns:a16="http://schemas.microsoft.com/office/drawing/2014/main" id="{F4DB3E6F-A533-49E4-81FD-CA6C67B38954}"/>
              </a:ext>
            </a:extLst>
          </p:cNvPr>
          <p:cNvSpPr>
            <a:spLocks xmlns:a="http://schemas.openxmlformats.org/drawingml/2006/main" noGrp="1"/>
          </p:cNvSpPr>
          <p:nvPr/>
        </p:nvSpPr>
        <p:spPr>
          <a:xfrm xmlns:a="http://schemas.openxmlformats.org/drawingml/2006/main">
            <a:off x="48577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목표</a:t>
            </a:r>
          </a:p>
        </p:txBody>
      </p:sp>
      <p:sp>
        <p:nvSpPr>
          <p:cNvPr id="15" name="목표·제약에 맞나?">
            <a:extLst xmlns:a="http://schemas.openxmlformats.org/drawingml/2006/main">
              <a:ext uri="{FF2B5EF4-FFF2-40B4-BE49-F238E27FC236}">
                <a16:creationId xmlns:a16="http://schemas.microsoft.com/office/drawing/2014/main" id="{E2D5D961-6FA4-4478-AE0B-0FC16BA7C48F}"/>
              </a:ext>
            </a:extLst>
          </p:cNvPr>
          <p:cNvSpPr>
            <a:spLocks xmlns:a="http://schemas.openxmlformats.org/drawingml/2006/main" noGrp="1"/>
          </p:cNvSpPr>
          <p:nvPr/>
        </p:nvSpPr>
        <p:spPr>
          <a:xfrm xmlns:a="http://schemas.openxmlformats.org/drawingml/2006/main">
            <a:off x="48577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목표·제약에 맞나?</a:t>
            </a:r>
          </a:p>
        </p:txBody>
      </p:sp>
      <p:sp>
        <p:nvSpPr>
          <p:cNvPr id="16" name="">
            <a:extLst xmlns:a="http://schemas.openxmlformats.org/drawingml/2006/main">
              <a:ext uri="{FF2B5EF4-FFF2-40B4-BE49-F238E27FC236}">
                <a16:creationId xmlns:a16="http://schemas.microsoft.com/office/drawing/2014/main" id="{A4E9040C-A88B-420F-A5AC-029B5F7B06BD}"/>
              </a:ext>
            </a:extLst>
          </p:cNvPr>
          <p:cNvSpPr>
            <a:spLocks xmlns:a="http://schemas.openxmlformats.org/drawingml/2006/main" noGrp="1"/>
          </p:cNvSpPr>
          <p:nvPr/>
        </p:nvSpPr>
        <p:spPr>
          <a:xfrm xmlns:a="http://schemas.openxmlformats.org/drawingml/2006/main">
            <a:off x="8591550" y="31432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판단">
            <a:extLst xmlns:a="http://schemas.openxmlformats.org/drawingml/2006/main">
              <a:ext uri="{FF2B5EF4-FFF2-40B4-BE49-F238E27FC236}">
                <a16:creationId xmlns:a16="http://schemas.microsoft.com/office/drawing/2014/main" id="{C7204E81-9631-4CA2-B28C-D128658A45C4}"/>
              </a:ext>
            </a:extLst>
          </p:cNvPr>
          <p:cNvSpPr>
            <a:spLocks xmlns:a="http://schemas.openxmlformats.org/drawingml/2006/main" noGrp="1"/>
          </p:cNvSpPr>
          <p:nvPr/>
        </p:nvSpPr>
        <p:spPr>
          <a:xfrm xmlns:a="http://schemas.openxmlformats.org/drawingml/2006/main">
            <a:off x="8591550" y="32575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판단</a:t>
            </a:r>
          </a:p>
        </p:txBody>
      </p:sp>
      <p:sp>
        <p:nvSpPr>
          <p:cNvPr id="18" name="선택이 적절한가?">
            <a:extLst xmlns:a="http://schemas.openxmlformats.org/drawingml/2006/main">
              <a:ext uri="{FF2B5EF4-FFF2-40B4-BE49-F238E27FC236}">
                <a16:creationId xmlns:a16="http://schemas.microsoft.com/office/drawing/2014/main" id="{F5BEE1C7-82A6-45D7-9380-974C012A0F2A}"/>
              </a:ext>
            </a:extLst>
          </p:cNvPr>
          <p:cNvSpPr>
            <a:spLocks xmlns:a="http://schemas.openxmlformats.org/drawingml/2006/main" noGrp="1"/>
          </p:cNvSpPr>
          <p:nvPr/>
        </p:nvSpPr>
        <p:spPr>
          <a:xfrm xmlns:a="http://schemas.openxmlformats.org/drawingml/2006/main">
            <a:off x="8591550" y="36861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선택이 적절한가?</a:t>
            </a:r>
          </a:p>
        </p:txBody>
      </p:sp>
      <p:sp>
        <p:nvSpPr>
          <p:cNvPr id="19" name="">
            <a:extLst xmlns:a="http://schemas.openxmlformats.org/drawingml/2006/main">
              <a:ext uri="{FF2B5EF4-FFF2-40B4-BE49-F238E27FC236}">
                <a16:creationId xmlns:a16="http://schemas.microsoft.com/office/drawing/2014/main" id="{8ADEFAAE-A82A-49B4-97BB-43193BF6BEFC}"/>
              </a:ext>
            </a:extLst>
          </p:cNvPr>
          <p:cNvSpPr>
            <a:spLocks xmlns:a="http://schemas.openxmlformats.org/drawingml/2006/main" noGrp="1"/>
          </p:cNvSpPr>
          <p:nvPr/>
        </p:nvSpPr>
        <p:spPr>
          <a:xfrm xmlns:a="http://schemas.openxmlformats.org/drawingml/2006/main">
            <a:off x="48577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0" name="검증">
            <a:extLst xmlns:a="http://schemas.openxmlformats.org/drawingml/2006/main">
              <a:ext uri="{FF2B5EF4-FFF2-40B4-BE49-F238E27FC236}">
                <a16:creationId xmlns:a16="http://schemas.microsoft.com/office/drawing/2014/main" id="{9B1FD562-0C16-439B-9D55-86A0BBEA45B0}"/>
              </a:ext>
            </a:extLst>
          </p:cNvPr>
          <p:cNvSpPr>
            <a:spLocks xmlns:a="http://schemas.openxmlformats.org/drawingml/2006/main" noGrp="1"/>
          </p:cNvSpPr>
          <p:nvPr/>
        </p:nvSpPr>
        <p:spPr>
          <a:xfrm xmlns:a="http://schemas.openxmlformats.org/drawingml/2006/main">
            <a:off x="48577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검증</a:t>
            </a:r>
          </a:p>
        </p:txBody>
      </p:sp>
      <p:sp>
        <p:nvSpPr>
          <p:cNvPr id="21" name="근거로 확인했나?">
            <a:extLst xmlns:a="http://schemas.openxmlformats.org/drawingml/2006/main">
              <a:ext uri="{FF2B5EF4-FFF2-40B4-BE49-F238E27FC236}">
                <a16:creationId xmlns:a16="http://schemas.microsoft.com/office/drawing/2014/main" id="{130C26ED-2179-408F-BD42-D87B58FF69BD}"/>
              </a:ext>
            </a:extLst>
          </p:cNvPr>
          <p:cNvSpPr>
            <a:spLocks xmlns:a="http://schemas.openxmlformats.org/drawingml/2006/main" noGrp="1"/>
          </p:cNvSpPr>
          <p:nvPr/>
        </p:nvSpPr>
        <p:spPr>
          <a:xfrm xmlns:a="http://schemas.openxmlformats.org/drawingml/2006/main">
            <a:off x="48577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근거로 확인했나?</a:t>
            </a:r>
          </a:p>
        </p:txBody>
      </p:sp>
      <p:sp>
        <p:nvSpPr>
          <p:cNvPr id="22" name="">
            <a:extLst xmlns:a="http://schemas.openxmlformats.org/drawingml/2006/main">
              <a:ext uri="{FF2B5EF4-FFF2-40B4-BE49-F238E27FC236}">
                <a16:creationId xmlns:a16="http://schemas.microsoft.com/office/drawing/2014/main" id="{CA5A4FC3-3FD7-4F71-8D9B-50AC94949F4A}"/>
              </a:ext>
            </a:extLst>
          </p:cNvPr>
          <p:cNvSpPr>
            <a:spLocks xmlns:a="http://schemas.openxmlformats.org/drawingml/2006/main" noGrp="1"/>
          </p:cNvSpPr>
          <p:nvPr/>
        </p:nvSpPr>
        <p:spPr>
          <a:xfrm xmlns:a="http://schemas.openxmlformats.org/drawingml/2006/main">
            <a:off x="8591550" y="4362450"/>
            <a:ext cx="299085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책임">
            <a:extLst xmlns:a="http://schemas.openxmlformats.org/drawingml/2006/main">
              <a:ext uri="{FF2B5EF4-FFF2-40B4-BE49-F238E27FC236}">
                <a16:creationId xmlns:a16="http://schemas.microsoft.com/office/drawing/2014/main" id="{6ECE137A-4D80-4288-9256-3DAB6813BFB3}"/>
              </a:ext>
            </a:extLst>
          </p:cNvPr>
          <p:cNvSpPr>
            <a:spLocks xmlns:a="http://schemas.openxmlformats.org/drawingml/2006/main" noGrp="1"/>
          </p:cNvSpPr>
          <p:nvPr/>
        </p:nvSpPr>
        <p:spPr>
          <a:xfrm xmlns:a="http://schemas.openxmlformats.org/drawingml/2006/main">
            <a:off x="8591550" y="4476750"/>
            <a:ext cx="29908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책임</a:t>
            </a:r>
          </a:p>
        </p:txBody>
      </p:sp>
      <p:sp>
        <p:nvSpPr>
          <p:cNvPr id="24" name="남은 위험을 수용할까?">
            <a:extLst xmlns:a="http://schemas.openxmlformats.org/drawingml/2006/main">
              <a:ext uri="{FF2B5EF4-FFF2-40B4-BE49-F238E27FC236}">
                <a16:creationId xmlns:a16="http://schemas.microsoft.com/office/drawing/2014/main" id="{3F6458F8-ADB3-4186-A728-3B19796FD9D9}"/>
              </a:ext>
            </a:extLst>
          </p:cNvPr>
          <p:cNvSpPr>
            <a:spLocks xmlns:a="http://schemas.openxmlformats.org/drawingml/2006/main" noGrp="1"/>
          </p:cNvSpPr>
          <p:nvPr/>
        </p:nvSpPr>
        <p:spPr>
          <a:xfrm xmlns:a="http://schemas.openxmlformats.org/drawingml/2006/main">
            <a:off x="8591550" y="4905375"/>
            <a:ext cx="29908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남은 위험을 수용할까?</a:t>
            </a:r>
          </a:p>
        </p:txBody>
      </p:sp>
      <p:sp>
        <p:nvSpPr>
          <p:cNvPr id="25" name="Legacy module connection">
            <a:extLst xmlns:a="http://schemas.openxmlformats.org/drawingml/2006/main">
              <a:ext uri="{FF2B5EF4-FFF2-40B4-BE49-F238E27FC236}">
                <a16:creationId xmlns:a16="http://schemas.microsoft.com/office/drawing/2014/main" id="{183010AF-4F35-4D78-8A0A-C8010B818EF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M2 · M4 · M5 · M6 · M9</a:t>
            </a:r>
          </a:p>
        </p:txBody>
      </p:sp>
    </p:spTree>
    <p:extLst>
      <p:ext uri="{BB962C8B-B14F-4D97-AF65-F5344CB8AC3E}">
        <p14:creationId xmlns:p14="http://schemas.microsoft.com/office/powerpoint/2010/main" val="2140179609"/>
      </p:ext>
    </p:extLst>
  </p:cSld>
</p:sld>
</file>

<file path=ppt/slides/slide9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5 · AI-Native Development / 이 교육의 운영 모델">
            <a:extLst xmlns:a="http://schemas.openxmlformats.org/drawingml/2006/main">
              <a:ext uri="{FF2B5EF4-FFF2-40B4-BE49-F238E27FC236}">
                <a16:creationId xmlns:a16="http://schemas.microsoft.com/office/drawing/2014/main" id="{951A6C6D-99BB-49D7-B48C-85525644F77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AI-Native Development / 이 교육의 운영 모델</a:t>
            </a:r>
          </a:p>
        </p:txBody>
      </p:sp>
      <p:sp>
        <p:nvSpPr>
          <p:cNvPr id="2" name="S93">
            <a:extLst xmlns:a="http://schemas.openxmlformats.org/drawingml/2006/main">
              <a:ext uri="{FF2B5EF4-FFF2-40B4-BE49-F238E27FC236}">
                <a16:creationId xmlns:a16="http://schemas.microsoft.com/office/drawing/2014/main" id="{6B908B23-ED8B-4177-9B5E-2606D90D8E0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S93</a:t>
            </a:r>
          </a:p>
        </p:txBody>
      </p:sp>
      <p:sp>
        <p:nvSpPr>
          <p:cNvPr id="3" name="AI가 일할 조건과 확인 경로를 설계한다">
            <a:extLst xmlns:a="http://schemas.openxmlformats.org/drawingml/2006/main">
              <a:ext uri="{FF2B5EF4-FFF2-40B4-BE49-F238E27FC236}">
                <a16:creationId xmlns:a16="http://schemas.microsoft.com/office/drawing/2014/main" id="{E53F0FA3-663B-41C7-BDDB-2BD9A422B5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AI가 일할 조건과 확인 경로를 설계한다</a:t>
            </a:r>
          </a:p>
        </p:txBody>
      </p:sp>
      <p:sp>
        <p:nvSpPr>
          <p:cNvPr id="4" name="">
            <a:extLst xmlns:a="http://schemas.openxmlformats.org/drawingml/2006/main">
              <a:ext uri="{FF2B5EF4-FFF2-40B4-BE49-F238E27FC236}">
                <a16:creationId xmlns:a16="http://schemas.microsoft.com/office/drawing/2014/main" id="{70243779-B47E-49A0-952A-E0A432094E1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23 · 과정에서 사용하는 운영 모델">
            <a:extLst xmlns:a="http://schemas.openxmlformats.org/drawingml/2006/main">
              <a:ext uri="{FF2B5EF4-FFF2-40B4-BE49-F238E27FC236}">
                <a16:creationId xmlns:a16="http://schemas.microsoft.com/office/drawing/2014/main" id="{CC80D5BF-02DE-43E3-ADF3-FC9DA038F0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DEC-0023 · 과정에서 사용하는 운영 모델</a:t>
            </a:r>
          </a:p>
        </p:txBody>
      </p:sp>
      <p:sp>
        <p:nvSpPr>
          <p:cNvPr id="6" name="공식·보편 정의가 아니며, 모든 Task에 모든 구성요소를 넣으라는 뜻은 아니다.">
            <a:extLst xmlns:a="http://schemas.openxmlformats.org/drawingml/2006/main">
              <a:ext uri="{FF2B5EF4-FFF2-40B4-BE49-F238E27FC236}">
                <a16:creationId xmlns:a16="http://schemas.microsoft.com/office/drawing/2014/main" id="{8EE2C32E-C5E9-49F5-9AB0-D46C6D254AD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공식·보편 정의가 아니며, 모든 Task에 모든 구성요소를 넣으라는 뜻은 아니다.</a:t>
            </a:r>
          </a:p>
        </p:txBody>
      </p:sp>
      <p:sp>
        <p:nvSpPr>
          <p:cNvPr id="7" name="판단할 근거가 나오도록, 작업 환경을 준비한다">
            <a:extLst xmlns:a="http://schemas.openxmlformats.org/drawingml/2006/main">
              <a:ext uri="{FF2B5EF4-FFF2-40B4-BE49-F238E27FC236}">
                <a16:creationId xmlns:a16="http://schemas.microsoft.com/office/drawing/2014/main" id="{D181AB24-3BB3-4680-86C5-1CC34B63CE83}"/>
              </a:ext>
            </a:extLst>
          </p:cNvPr>
          <p:cNvSpPr>
            <a:spLocks xmlns:a="http://schemas.openxmlformats.org/drawingml/2006/main" noGrp="1"/>
          </p:cNvSpPr>
          <p:nvPr/>
        </p:nvSpPr>
        <p:spPr>
          <a:xfrm xmlns:a="http://schemas.openxmlformats.org/drawingml/2006/main">
            <a:off x="609600" y="18383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판단할 근거가 나오도록, 작업 환경을 준비한다</a:t>
            </a:r>
          </a:p>
        </p:txBody>
      </p:sp>
      <p:sp>
        <p:nvSpPr>
          <p:cNvPr id="8" name="">
            <a:extLst xmlns:a="http://schemas.openxmlformats.org/drawingml/2006/main">
              <a:ext uri="{FF2B5EF4-FFF2-40B4-BE49-F238E27FC236}">
                <a16:creationId xmlns:a16="http://schemas.microsoft.com/office/drawing/2014/main" id="{912878F1-BDA2-4201-95CD-1657D9CC3B4A}"/>
              </a:ext>
            </a:extLst>
          </p:cNvPr>
          <p:cNvSpPr>
            <a:spLocks xmlns:a="http://schemas.openxmlformats.org/drawingml/2006/main" noGrp="1"/>
          </p:cNvSpPr>
          <p:nvPr/>
        </p:nvSpPr>
        <p:spPr>
          <a:xfrm xmlns:a="http://schemas.openxmlformats.org/drawingml/2006/main">
            <a:off x="60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맡길 범위">
            <a:extLst xmlns:a="http://schemas.openxmlformats.org/drawingml/2006/main">
              <a:ext uri="{FF2B5EF4-FFF2-40B4-BE49-F238E27FC236}">
                <a16:creationId xmlns:a16="http://schemas.microsoft.com/office/drawing/2014/main" id="{DB8554A6-94EE-4E70-A858-C1A0F5E4F535}"/>
              </a:ext>
            </a:extLst>
          </p:cNvPr>
          <p:cNvSpPr>
            <a:spLocks xmlns:a="http://schemas.openxmlformats.org/drawingml/2006/main" noGrp="1"/>
          </p:cNvSpPr>
          <p:nvPr/>
        </p:nvSpPr>
        <p:spPr>
          <a:xfrm xmlns:a="http://schemas.openxmlformats.org/drawingml/2006/main">
            <a:off x="60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맡길 범위</a:t>
            </a:r>
          </a:p>
        </p:txBody>
      </p:sp>
      <p:sp>
        <p:nvSpPr>
          <p:cNvPr id="10" name="목표·제약·변경 범위">
            <a:extLst xmlns:a="http://schemas.openxmlformats.org/drawingml/2006/main">
              <a:ext uri="{FF2B5EF4-FFF2-40B4-BE49-F238E27FC236}">
                <a16:creationId xmlns:a16="http://schemas.microsoft.com/office/drawing/2014/main" id="{1BBC0FE9-3A23-46A1-9C6E-454F36D6DB86}"/>
              </a:ext>
            </a:extLst>
          </p:cNvPr>
          <p:cNvSpPr>
            <a:spLocks xmlns:a="http://schemas.openxmlformats.org/drawingml/2006/main" noGrp="1"/>
          </p:cNvSpPr>
          <p:nvPr/>
        </p:nvSpPr>
        <p:spPr>
          <a:xfrm xmlns:a="http://schemas.openxmlformats.org/drawingml/2006/main">
            <a:off x="60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목표·제약·변경 범위</a:t>
            </a:r>
          </a:p>
        </p:txBody>
      </p:sp>
      <p:sp>
        <p:nvSpPr>
          <p:cNvPr id="11" name="Task boundary">
            <a:extLst xmlns:a="http://schemas.openxmlformats.org/drawingml/2006/main">
              <a:ext uri="{FF2B5EF4-FFF2-40B4-BE49-F238E27FC236}">
                <a16:creationId xmlns:a16="http://schemas.microsoft.com/office/drawing/2014/main" id="{98D7C480-87FC-4D0A-B468-E661E7F4DF09}"/>
              </a:ext>
            </a:extLst>
          </p:cNvPr>
          <p:cNvSpPr>
            <a:spLocks xmlns:a="http://schemas.openxmlformats.org/drawingml/2006/main" noGrp="1"/>
          </p:cNvSpPr>
          <p:nvPr/>
        </p:nvSpPr>
        <p:spPr>
          <a:xfrm xmlns:a="http://schemas.openxmlformats.org/drawingml/2006/main">
            <a:off x="60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Task boundary</a:t>
            </a:r>
          </a:p>
        </p:txBody>
      </p:sp>
      <p:cxnSp>
        <p:nvCxnSpPr>
          <p:cNvPr id="12" name="">
            <a:extLst xmlns:a="http://schemas.openxmlformats.org/drawingml/2006/main">
              <a:ext uri="{FF2B5EF4-FFF2-40B4-BE49-F238E27FC236}">
                <a16:creationId xmlns:a16="http://schemas.microsoft.com/office/drawing/2014/main" id="{AEA9019F-60DD-49CC-802C-73A555502983}"/>
              </a:ext>
            </a:extLst>
          </p:cNvPr>
          <p:cNvCxnSpPr/>
          <p:nvPr/>
        </p:nvCxnSpPr>
        <p:spPr>
          <a:xfrm xmlns:a="http://schemas.openxmlformats.org/drawingml/2006/main">
            <a:off x="404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D0C1B509-B600-44DD-8681-B527D6344A67}"/>
              </a:ext>
            </a:extLst>
          </p:cNvPr>
          <p:cNvSpPr>
            <a:spLocks xmlns:a="http://schemas.openxmlformats.org/drawingml/2006/main" noGrp="1"/>
          </p:cNvSpPr>
          <p:nvPr/>
        </p:nvSpPr>
        <p:spPr>
          <a:xfrm xmlns:a="http://schemas.openxmlformats.org/drawingml/2006/main">
            <a:off x="441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4" name="일할 조건">
            <a:extLst xmlns:a="http://schemas.openxmlformats.org/drawingml/2006/main">
              <a:ext uri="{FF2B5EF4-FFF2-40B4-BE49-F238E27FC236}">
                <a16:creationId xmlns:a16="http://schemas.microsoft.com/office/drawing/2014/main" id="{533622C2-C5D0-40FD-9DAA-4759BF8EB170}"/>
              </a:ext>
            </a:extLst>
          </p:cNvPr>
          <p:cNvSpPr>
            <a:spLocks xmlns:a="http://schemas.openxmlformats.org/drawingml/2006/main" noGrp="1"/>
          </p:cNvSpPr>
          <p:nvPr/>
        </p:nvSpPr>
        <p:spPr>
          <a:xfrm xmlns:a="http://schemas.openxmlformats.org/drawingml/2006/main">
            <a:off x="441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일할 조건</a:t>
            </a:r>
          </a:p>
        </p:txBody>
      </p:sp>
      <p:sp>
        <p:nvSpPr>
          <p:cNvPr id="15" name="프로젝트 지식&#10;재사용할 수행 방법">
            <a:extLst xmlns:a="http://schemas.openxmlformats.org/drawingml/2006/main">
              <a:ext uri="{FF2B5EF4-FFF2-40B4-BE49-F238E27FC236}">
                <a16:creationId xmlns:a16="http://schemas.microsoft.com/office/drawing/2014/main" id="{8F4EE79F-462E-45EE-B140-13037C7DD77A}"/>
              </a:ext>
            </a:extLst>
          </p:cNvPr>
          <p:cNvSpPr>
            <a:spLocks xmlns:a="http://schemas.openxmlformats.org/drawingml/2006/main" noGrp="1"/>
          </p:cNvSpPr>
          <p:nvPr/>
        </p:nvSpPr>
        <p:spPr>
          <a:xfrm xmlns:a="http://schemas.openxmlformats.org/drawingml/2006/main">
            <a:off x="441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프로젝트 지식</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재사용할 수행 방법</a:t>
            </a:r>
          </a:p>
        </p:txBody>
      </p:sp>
      <p:sp>
        <p:nvSpPr>
          <p:cNvPr id="16" name="Context · Workflow">
            <a:extLst xmlns:a="http://schemas.openxmlformats.org/drawingml/2006/main">
              <a:ext uri="{FF2B5EF4-FFF2-40B4-BE49-F238E27FC236}">
                <a16:creationId xmlns:a16="http://schemas.microsoft.com/office/drawing/2014/main" id="{3F55E6B0-0C5E-4EC0-961C-FF8B86EE2061}"/>
              </a:ext>
            </a:extLst>
          </p:cNvPr>
          <p:cNvSpPr>
            <a:spLocks xmlns:a="http://schemas.openxmlformats.org/drawingml/2006/main" noGrp="1"/>
          </p:cNvSpPr>
          <p:nvPr/>
        </p:nvSpPr>
        <p:spPr>
          <a:xfrm xmlns:a="http://schemas.openxmlformats.org/drawingml/2006/main">
            <a:off x="441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Context · Workflow</a:t>
            </a:r>
          </a:p>
        </p:txBody>
      </p:sp>
      <p:cxnSp>
        <p:nvCxnSpPr>
          <p:cNvPr id="17" name="">
            <a:extLst xmlns:a="http://schemas.openxmlformats.org/drawingml/2006/main">
              <a:ext uri="{FF2B5EF4-FFF2-40B4-BE49-F238E27FC236}">
                <a16:creationId xmlns:a16="http://schemas.microsoft.com/office/drawing/2014/main" id="{C633A123-B789-4398-B124-92E30CDACC7F}"/>
              </a:ext>
            </a:extLst>
          </p:cNvPr>
          <p:cNvCxnSpPr/>
          <p:nvPr/>
        </p:nvCxnSpPr>
        <p:spPr>
          <a:xfrm xmlns:a="http://schemas.openxmlformats.org/drawingml/2006/main">
            <a:off x="7858125" y="4114800"/>
            <a:ext cx="2857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A9A62E8E-DF40-4701-BB14-AA3D789C8E83}"/>
              </a:ext>
            </a:extLst>
          </p:cNvPr>
          <p:cNvSpPr>
            <a:spLocks xmlns:a="http://schemas.openxmlformats.org/drawingml/2006/main" noGrp="1"/>
          </p:cNvSpPr>
          <p:nvPr/>
        </p:nvSpPr>
        <p:spPr>
          <a:xfrm xmlns:a="http://schemas.openxmlformats.org/drawingml/2006/main">
            <a:off x="8229600" y="2895600"/>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9" name="확인과 피드백">
            <a:extLst xmlns:a="http://schemas.openxmlformats.org/drawingml/2006/main">
              <a:ext uri="{FF2B5EF4-FFF2-40B4-BE49-F238E27FC236}">
                <a16:creationId xmlns:a16="http://schemas.microsoft.com/office/drawing/2014/main" id="{2A2B11B9-1EFD-4EF0-A3E7-29A6B1F54415}"/>
              </a:ext>
            </a:extLst>
          </p:cNvPr>
          <p:cNvSpPr>
            <a:spLocks xmlns:a="http://schemas.openxmlformats.org/drawingml/2006/main" noGrp="1"/>
          </p:cNvSpPr>
          <p:nvPr/>
        </p:nvSpPr>
        <p:spPr>
          <a:xfrm xmlns:a="http://schemas.openxmlformats.org/drawingml/2006/main">
            <a:off x="8229600" y="3105150"/>
            <a:ext cx="335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확인과 피드백</a:t>
            </a:r>
          </a:p>
        </p:txBody>
      </p:sp>
      <p:sp>
        <p:nvSpPr>
          <p:cNvPr id="20" name="검증 근거&#10;다음 작업의 개선">
            <a:extLst xmlns:a="http://schemas.openxmlformats.org/drawingml/2006/main">
              <a:ext uri="{FF2B5EF4-FFF2-40B4-BE49-F238E27FC236}">
                <a16:creationId xmlns:a16="http://schemas.microsoft.com/office/drawing/2014/main" id="{03C1018B-71F5-4E7D-BE7C-5271B5C68659}"/>
              </a:ext>
            </a:extLst>
          </p:cNvPr>
          <p:cNvSpPr>
            <a:spLocks xmlns:a="http://schemas.openxmlformats.org/drawingml/2006/main" noGrp="1"/>
          </p:cNvSpPr>
          <p:nvPr/>
        </p:nvSpPr>
        <p:spPr>
          <a:xfrm xmlns:a="http://schemas.openxmlformats.org/drawingml/2006/main">
            <a:off x="8229600" y="3829050"/>
            <a:ext cx="335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근거</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다음 작업의 개선</a:t>
            </a:r>
          </a:p>
        </p:txBody>
      </p:sp>
      <p:sp>
        <p:nvSpPr>
          <p:cNvPr id="21" name="Verification · Feedback Loop">
            <a:extLst xmlns:a="http://schemas.openxmlformats.org/drawingml/2006/main">
              <a:ext uri="{FF2B5EF4-FFF2-40B4-BE49-F238E27FC236}">
                <a16:creationId xmlns:a16="http://schemas.microsoft.com/office/drawing/2014/main" id="{96200565-8B3A-4973-8B87-AC4F9D206790}"/>
              </a:ext>
            </a:extLst>
          </p:cNvPr>
          <p:cNvSpPr>
            <a:spLocks xmlns:a="http://schemas.openxmlformats.org/drawingml/2006/main" noGrp="1"/>
          </p:cNvSpPr>
          <p:nvPr/>
        </p:nvSpPr>
        <p:spPr>
          <a:xfrm xmlns:a="http://schemas.openxmlformats.org/drawingml/2006/main">
            <a:off x="8229600" y="4848225"/>
            <a:ext cx="335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Verification · Feedback Loop</a:t>
            </a:r>
          </a:p>
        </p:txBody>
      </p:sp>
      <p:sp>
        <p:nvSpPr>
          <p:cNvPr id="22" name="이 설계·운영 방식을, 이 교육에서는 AI-Native Development로 부른다">
            <a:extLst xmlns:a="http://schemas.openxmlformats.org/drawingml/2006/main">
              <a:ext uri="{FF2B5EF4-FFF2-40B4-BE49-F238E27FC236}">
                <a16:creationId xmlns:a16="http://schemas.microsoft.com/office/drawing/2014/main" id="{AE583002-A3A3-424B-BE4D-6E170676FA03}"/>
              </a:ext>
            </a:extLst>
          </p:cNvPr>
          <p:cNvSpPr>
            <a:spLocks xmlns:a="http://schemas.openxmlformats.org/drawingml/2006/main" noGrp="1"/>
          </p:cNvSpPr>
          <p:nvPr/>
        </p:nvSpPr>
        <p:spPr>
          <a:xfrm xmlns:a="http://schemas.openxmlformats.org/drawingml/2006/main">
            <a:off x="609600" y="54197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 설계·운영 방식을, 이 교육에서는 AI-Native Development로 부른다</a:t>
            </a:r>
          </a:p>
        </p:txBody>
      </p:sp>
      <p:sp>
        <p:nvSpPr>
          <p:cNvPr id="23" name="Legacy module connection">
            <a:extLst xmlns:a="http://schemas.openxmlformats.org/drawingml/2006/main">
              <a:ext uri="{FF2B5EF4-FFF2-40B4-BE49-F238E27FC236}">
                <a16:creationId xmlns:a16="http://schemas.microsoft.com/office/drawing/2014/main" id="{18D2F878-778E-4B49-9E0C-D98F740F247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63767872"/>
      </p:ext>
    </p:extLst>
  </p:cSld>
</p:sld>
</file>

<file path=ppt/slides/slide9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재평가 1/3 · 공개 사례 + 교육용 구조 도식">
            <a:extLst xmlns:a="http://schemas.openxmlformats.org/drawingml/2006/main">
              <a:ext uri="{FF2B5EF4-FFF2-40B4-BE49-F238E27FC236}">
                <a16:creationId xmlns:a16="http://schemas.microsoft.com/office/drawing/2014/main" id="{4CD8D40A-9741-4875-BC45-B8B6F69DC88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1/3 · 공개 사례 + 교육용 구조 도식</a:t>
            </a:r>
          </a:p>
        </p:txBody>
      </p:sp>
      <p:sp>
        <p:nvSpPr>
          <p:cNvPr id="2" name="S94">
            <a:extLst xmlns:a="http://schemas.openxmlformats.org/drawingml/2006/main">
              <a:ext uri="{FF2B5EF4-FFF2-40B4-BE49-F238E27FC236}">
                <a16:creationId xmlns:a16="http://schemas.microsoft.com/office/drawing/2014/main" id="{2CE91C62-2FE1-45D6-912C-AF090900FD5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S94</a:t>
            </a:r>
          </a:p>
        </p:txBody>
      </p:sp>
      <p:sp>
        <p:nvSpPr>
          <p:cNvPr id="3" name="모델·플랫폼이 바뀌면 Harness도 다시 본다">
            <a:extLst xmlns:a="http://schemas.openxmlformats.org/drawingml/2006/main">
              <a:ext uri="{FF2B5EF4-FFF2-40B4-BE49-F238E27FC236}">
                <a16:creationId xmlns:a16="http://schemas.microsoft.com/office/drawing/2014/main" id="{73D9BB98-D083-4780-AF44-F1B8B8BB567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모델·플랫폼이 바뀌면 Harness도 다시 본다</a:t>
            </a:r>
          </a:p>
        </p:txBody>
      </p:sp>
      <p:sp>
        <p:nvSpPr>
          <p:cNvPr id="4" name="">
            <a:extLst xmlns:a="http://schemas.openxmlformats.org/drawingml/2006/main">
              <a:ext uri="{FF2B5EF4-FFF2-40B4-BE49-F238E27FC236}">
                <a16:creationId xmlns:a16="http://schemas.microsoft.com/office/drawing/2014/main" id="{D3422271-7661-4324-B20A-DBEB8BC9E70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RC-0236 · Anthropic, 2026-10-22 · 일부 기업 Agent의 통합 사례를 각색">
            <a:extLst xmlns:a="http://schemas.openxmlformats.org/drawingml/2006/main">
              <a:ext uri="{FF2B5EF4-FFF2-40B4-BE49-F238E27FC236}">
                <a16:creationId xmlns:a16="http://schemas.microsoft.com/office/drawing/2014/main" id="{ED6BE7BC-24BD-4072-9365-F37D6A70A03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SRC-0236 · Anthropic, 2026-10-22 · 일부 기업 Agent의 통합 사례를 각색</a:t>
            </a:r>
          </a:p>
        </p:txBody>
      </p:sp>
      <p:sp>
        <p:nvSpPr>
          <p:cNvPr id="6" name="우리 Demo의 관찰·효과 측정이 아님 · 새 모델이면 무조건 통합한다는 뜻은 아님">
            <a:extLst xmlns:a="http://schemas.openxmlformats.org/drawingml/2006/main">
              <a:ext uri="{FF2B5EF4-FFF2-40B4-BE49-F238E27FC236}">
                <a16:creationId xmlns:a16="http://schemas.microsoft.com/office/drawing/2014/main" id="{A4506651-1FC2-4B26-9237-70D99CEB47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우리 Demo의 관찰·효과 측정이 아님 · 새 모델이면 무조건 통합한다는 뜻은 아님</a:t>
            </a:r>
          </a:p>
        </p:txBody>
      </p:sp>
      <p:sp>
        <p:nvSpPr>
          <p:cNvPr id="7" name="그때 필요했던 보조 장치가, 지금도 필요할까?">
            <a:extLst xmlns:a="http://schemas.openxmlformats.org/drawingml/2006/main">
              <a:ext uri="{FF2B5EF4-FFF2-40B4-BE49-F238E27FC236}">
                <a16:creationId xmlns:a16="http://schemas.microsoft.com/office/drawing/2014/main" id="{3E9156E2-6147-4AF8-ADCC-7C1CBD985A30}"/>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그때 필요했던 보조 장치가, 지금도 필요할까?</a:t>
            </a:r>
          </a:p>
        </p:txBody>
      </p:sp>
      <p:sp>
        <p:nvSpPr>
          <p:cNvPr id="8" name="">
            <a:extLst xmlns:a="http://schemas.openxmlformats.org/drawingml/2006/main">
              <a:ext uri="{FF2B5EF4-FFF2-40B4-BE49-F238E27FC236}">
                <a16:creationId xmlns:a16="http://schemas.microsoft.com/office/drawing/2014/main" id="{08C039C4-0F17-4610-BBE4-11013CE51B9B}"/>
              </a:ext>
            </a:extLst>
          </p:cNvPr>
          <p:cNvSpPr>
            <a:spLocks xmlns:a="http://schemas.openxmlformats.org/drawingml/2006/main" noGrp="1"/>
          </p:cNvSpPr>
          <p:nvPr/>
        </p:nvSpPr>
        <p:spPr>
          <a:xfrm xmlns:a="http://schemas.openxmlformats.org/drawingml/2006/main">
            <a:off x="609600" y="2581275"/>
            <a:ext cx="47625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9" name="">
            <a:extLst xmlns:a="http://schemas.openxmlformats.org/drawingml/2006/main">
              <a:ext uri="{FF2B5EF4-FFF2-40B4-BE49-F238E27FC236}">
                <a16:creationId xmlns:a16="http://schemas.microsoft.com/office/drawing/2014/main" id="{7C2F3089-5FD1-41CB-B46B-AAC216CF3DC5}"/>
              </a:ext>
            </a:extLst>
          </p:cNvPr>
          <p:cNvSpPr>
            <a:spLocks xmlns:a="http://schemas.openxmlformats.org/drawingml/2006/main" noGrp="1"/>
          </p:cNvSpPr>
          <p:nvPr/>
        </p:nvSpPr>
        <p:spPr>
          <a:xfrm xmlns:a="http://schemas.openxmlformats.org/drawingml/2006/main">
            <a:off x="6819900" y="2581275"/>
            <a:ext cx="47625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이전 구성">
            <a:extLst xmlns:a="http://schemas.openxmlformats.org/drawingml/2006/main">
              <a:ext uri="{FF2B5EF4-FFF2-40B4-BE49-F238E27FC236}">
                <a16:creationId xmlns:a16="http://schemas.microsoft.com/office/drawing/2014/main" id="{2EAB7993-1FDF-479E-B578-4449C5890C1E}"/>
              </a:ext>
            </a:extLst>
          </p:cNvPr>
          <p:cNvSpPr>
            <a:spLocks xmlns:a="http://schemas.openxmlformats.org/drawingml/2006/main" noGrp="1"/>
          </p:cNvSpPr>
          <p:nvPr/>
        </p:nvSpPr>
        <p:spPr>
          <a:xfrm xmlns:a="http://schemas.openxmlformats.org/drawingml/2006/main">
            <a:off x="6096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이전 구성</a:t>
            </a:r>
          </a:p>
        </p:txBody>
      </p:sp>
      <p:sp>
        <p:nvSpPr>
          <p:cNvPr id="11" name="통합을 검토할 후보">
            <a:extLst xmlns:a="http://schemas.openxmlformats.org/drawingml/2006/main">
              <a:ext uri="{FF2B5EF4-FFF2-40B4-BE49-F238E27FC236}">
                <a16:creationId xmlns:a16="http://schemas.microsoft.com/office/drawing/2014/main" id="{A71315E7-C908-479A-BD8B-C55BC41AB499}"/>
              </a:ext>
            </a:extLst>
          </p:cNvPr>
          <p:cNvSpPr>
            <a:spLocks xmlns:a="http://schemas.openxmlformats.org/drawingml/2006/main" noGrp="1"/>
          </p:cNvSpPr>
          <p:nvPr/>
        </p:nvSpPr>
        <p:spPr>
          <a:xfrm xmlns:a="http://schemas.openxmlformats.org/drawingml/2006/main">
            <a:off x="6819900" y="2752725"/>
            <a:ext cx="4762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통합을 검토할 후보</a:t>
            </a:r>
          </a:p>
        </p:txBody>
      </p:sp>
      <p:sp>
        <p:nvSpPr>
          <p:cNvPr id="12" name="">
            <a:extLst xmlns:a="http://schemas.openxmlformats.org/drawingml/2006/main">
              <a:ext uri="{FF2B5EF4-FFF2-40B4-BE49-F238E27FC236}">
                <a16:creationId xmlns:a16="http://schemas.microsoft.com/office/drawing/2014/main" id="{DD2789D7-134E-4B97-91E8-656F9AE296F7}"/>
              </a:ext>
            </a:extLst>
          </p:cNvPr>
          <p:cNvSpPr>
            <a:spLocks xmlns:a="http://schemas.openxmlformats.org/drawingml/2006/main" noGrp="1"/>
          </p:cNvSpPr>
          <p:nvPr/>
        </p:nvSpPr>
        <p:spPr>
          <a:xfrm xmlns:a="http://schemas.openxmlformats.org/drawingml/2006/main">
            <a:off x="762000" y="3476625"/>
            <a:ext cx="4457700" cy="6191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요청을 조율하는 Agent">
            <a:extLst xmlns:a="http://schemas.openxmlformats.org/drawingml/2006/main">
              <a:ext uri="{FF2B5EF4-FFF2-40B4-BE49-F238E27FC236}">
                <a16:creationId xmlns:a16="http://schemas.microsoft.com/office/drawing/2014/main" id="{BBB508B5-3729-4FFB-9B13-8A8809BB6B92}"/>
              </a:ext>
            </a:extLst>
          </p:cNvPr>
          <p:cNvSpPr>
            <a:spLocks xmlns:a="http://schemas.openxmlformats.org/drawingml/2006/main" noGrp="1"/>
          </p:cNvSpPr>
          <p:nvPr/>
        </p:nvSpPr>
        <p:spPr>
          <a:xfrm xmlns:a="http://schemas.openxmlformats.org/drawingml/2006/main">
            <a:off x="914400" y="3581400"/>
            <a:ext cx="4152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요청을 조율하는 Agent</a:t>
            </a:r>
          </a:p>
        </p:txBody>
      </p:sp>
      <p:cxnSp>
        <p:nvCxnSpPr>
          <p:cNvPr id="14" name="">
            <a:extLst xmlns:a="http://schemas.openxmlformats.org/drawingml/2006/main">
              <a:ext uri="{FF2B5EF4-FFF2-40B4-BE49-F238E27FC236}">
                <a16:creationId xmlns:a16="http://schemas.microsoft.com/office/drawing/2014/main" id="{1A89029D-4287-4EDB-A4A4-1A575A5667AB}"/>
              </a:ext>
            </a:extLst>
          </p:cNvPr>
          <p:cNvCxnSpPr/>
          <p:nvPr/>
        </p:nvCxnSpPr>
        <p:spPr>
          <a:xfrm xmlns:a="http://schemas.openxmlformats.org/drawingml/2006/main">
            <a:off x="2990850" y="4124325"/>
            <a:ext cx="0" cy="228600"/>
          </a:xfrm>
          <a:prstGeom xmlns:a="http://schemas.openxmlformats.org/drawingml/2006/main" prst="straightConnector1">
            <a:avLst/>
          </a:prstGeom>
          <a:ln xmlns:a="http://schemas.openxmlformats.org/drawingml/2006/main" w="23813">
            <a:solidFill>
              <a:srgbClr val="0B6172"/>
            </a:solidFill>
          </a:ln>
        </p:spPr>
      </p:cxnSp>
      <p:cxnSp>
        <p:nvCxnSpPr>
          <p:cNvPr id="15" name="">
            <a:extLst xmlns:a="http://schemas.openxmlformats.org/drawingml/2006/main">
              <a:ext uri="{FF2B5EF4-FFF2-40B4-BE49-F238E27FC236}">
                <a16:creationId xmlns:a16="http://schemas.microsoft.com/office/drawing/2014/main" id="{80ECDD7D-C0C6-47E7-B98A-651FD6FD8150}"/>
              </a:ext>
            </a:extLst>
          </p:cNvPr>
          <p:cNvCxnSpPr/>
          <p:nvPr/>
        </p:nvCxnSpPr>
        <p:spPr>
          <a:xfrm xmlns:a="http://schemas.openxmlformats.org/drawingml/2006/main">
            <a:off x="1333500" y="4352925"/>
            <a:ext cx="3314700" cy="0"/>
          </a:xfrm>
          <a:prstGeom xmlns:a="http://schemas.openxmlformats.org/drawingml/2006/main" prst="straightConnector1">
            <a:avLst/>
          </a:prstGeom>
          <a:ln xmlns:a="http://schemas.openxmlformats.org/drawingml/2006/main" w="23813">
            <a:solidFill>
              <a:srgbClr val="0B6172"/>
            </a:solidFill>
          </a:ln>
        </p:spPr>
      </p:cxnSp>
      <p:cxnSp>
        <p:nvCxnSpPr>
          <p:cNvPr id="16" name="">
            <a:extLst xmlns:a="http://schemas.openxmlformats.org/drawingml/2006/main">
              <a:ext uri="{FF2B5EF4-FFF2-40B4-BE49-F238E27FC236}">
                <a16:creationId xmlns:a16="http://schemas.microsoft.com/office/drawing/2014/main" id="{42DED8D5-93EA-4A5D-AEBD-74EFD55251F0}"/>
              </a:ext>
            </a:extLst>
          </p:cNvPr>
          <p:cNvCxnSpPr/>
          <p:nvPr/>
        </p:nvCxnSpPr>
        <p:spPr>
          <a:xfrm xmlns:a="http://schemas.openxmlformats.org/drawingml/2006/main">
            <a:off x="13335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
            <a:extLst xmlns:a="http://schemas.openxmlformats.org/drawingml/2006/main">
              <a:ext uri="{FF2B5EF4-FFF2-40B4-BE49-F238E27FC236}">
                <a16:creationId xmlns:a16="http://schemas.microsoft.com/office/drawing/2014/main" id="{4647B8E2-2385-4EA1-94CE-49404BF3A598}"/>
              </a:ext>
            </a:extLst>
          </p:cNvPr>
          <p:cNvSpPr>
            <a:spLocks xmlns:a="http://schemas.openxmlformats.org/drawingml/2006/main" noGrp="1"/>
          </p:cNvSpPr>
          <p:nvPr/>
        </p:nvSpPr>
        <p:spPr>
          <a:xfrm xmlns:a="http://schemas.openxmlformats.org/drawingml/2006/main">
            <a:off x="6096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Router">
            <a:extLst xmlns:a="http://schemas.openxmlformats.org/drawingml/2006/main">
              <a:ext uri="{FF2B5EF4-FFF2-40B4-BE49-F238E27FC236}">
                <a16:creationId xmlns:a16="http://schemas.microsoft.com/office/drawing/2014/main" id="{7FD06756-C8A8-40E7-8DC8-D889532FB941}"/>
              </a:ext>
            </a:extLst>
          </p:cNvPr>
          <p:cNvSpPr>
            <a:spLocks xmlns:a="http://schemas.openxmlformats.org/drawingml/2006/main" noGrp="1"/>
          </p:cNvSpPr>
          <p:nvPr/>
        </p:nvSpPr>
        <p:spPr>
          <a:xfrm xmlns:a="http://schemas.openxmlformats.org/drawingml/2006/main">
            <a:off x="6572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Router</a:t>
            </a:r>
          </a:p>
        </p:txBody>
      </p:sp>
      <p:cxnSp>
        <p:nvCxnSpPr>
          <p:cNvPr id="19" name="">
            <a:extLst xmlns:a="http://schemas.openxmlformats.org/drawingml/2006/main">
              <a:ext uri="{FF2B5EF4-FFF2-40B4-BE49-F238E27FC236}">
                <a16:creationId xmlns:a16="http://schemas.microsoft.com/office/drawing/2014/main" id="{83ABF2C3-A61C-4CE6-A259-5BA9A8003B0C}"/>
              </a:ext>
            </a:extLst>
          </p:cNvPr>
          <p:cNvCxnSpPr/>
          <p:nvPr/>
        </p:nvCxnSpPr>
        <p:spPr>
          <a:xfrm xmlns:a="http://schemas.openxmlformats.org/drawingml/2006/main">
            <a:off x="299085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0" name="">
            <a:extLst xmlns:a="http://schemas.openxmlformats.org/drawingml/2006/main">
              <a:ext uri="{FF2B5EF4-FFF2-40B4-BE49-F238E27FC236}">
                <a16:creationId xmlns:a16="http://schemas.microsoft.com/office/drawing/2014/main" id="{3DFE7F9C-FFD0-4559-8837-94E15333FBBA}"/>
              </a:ext>
            </a:extLst>
          </p:cNvPr>
          <p:cNvSpPr>
            <a:spLocks xmlns:a="http://schemas.openxmlformats.org/drawingml/2006/main" noGrp="1"/>
          </p:cNvSpPr>
          <p:nvPr/>
        </p:nvSpPr>
        <p:spPr>
          <a:xfrm xmlns:a="http://schemas.openxmlformats.org/drawingml/2006/main">
            <a:off x="226695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Planner">
            <a:extLst xmlns:a="http://schemas.openxmlformats.org/drawingml/2006/main">
              <a:ext uri="{FF2B5EF4-FFF2-40B4-BE49-F238E27FC236}">
                <a16:creationId xmlns:a16="http://schemas.microsoft.com/office/drawing/2014/main" id="{79893DAF-0522-4FD9-9363-8312EBDCDFBF}"/>
              </a:ext>
            </a:extLst>
          </p:cNvPr>
          <p:cNvSpPr>
            <a:spLocks xmlns:a="http://schemas.openxmlformats.org/drawingml/2006/main" noGrp="1"/>
          </p:cNvSpPr>
          <p:nvPr/>
        </p:nvSpPr>
        <p:spPr>
          <a:xfrm xmlns:a="http://schemas.openxmlformats.org/drawingml/2006/main">
            <a:off x="231457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Planner</a:t>
            </a:r>
          </a:p>
        </p:txBody>
      </p:sp>
      <p:cxnSp>
        <p:nvCxnSpPr>
          <p:cNvPr id="22" name="">
            <a:extLst xmlns:a="http://schemas.openxmlformats.org/drawingml/2006/main">
              <a:ext uri="{FF2B5EF4-FFF2-40B4-BE49-F238E27FC236}">
                <a16:creationId xmlns:a16="http://schemas.microsoft.com/office/drawing/2014/main" id="{67FD3F4A-2D04-4662-A779-2C06A7DCC28B}"/>
              </a:ext>
            </a:extLst>
          </p:cNvPr>
          <p:cNvCxnSpPr/>
          <p:nvPr/>
        </p:nvCxnSpPr>
        <p:spPr>
          <a:xfrm xmlns:a="http://schemas.openxmlformats.org/drawingml/2006/main">
            <a:off x="4648200" y="435292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3" name="">
            <a:extLst xmlns:a="http://schemas.openxmlformats.org/drawingml/2006/main">
              <a:ext uri="{FF2B5EF4-FFF2-40B4-BE49-F238E27FC236}">
                <a16:creationId xmlns:a16="http://schemas.microsoft.com/office/drawing/2014/main" id="{A235A120-3A41-44FD-BB0B-6789C7D9B233}"/>
              </a:ext>
            </a:extLst>
          </p:cNvPr>
          <p:cNvSpPr>
            <a:spLocks xmlns:a="http://schemas.openxmlformats.org/drawingml/2006/main" noGrp="1"/>
          </p:cNvSpPr>
          <p:nvPr/>
        </p:nvSpPr>
        <p:spPr>
          <a:xfrm xmlns:a="http://schemas.openxmlformats.org/drawingml/2006/main">
            <a:off x="3924300" y="4562475"/>
            <a:ext cx="1447800" cy="6381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4" name="담당 Subagent">
            <a:extLst xmlns:a="http://schemas.openxmlformats.org/drawingml/2006/main">
              <a:ext uri="{FF2B5EF4-FFF2-40B4-BE49-F238E27FC236}">
                <a16:creationId xmlns:a16="http://schemas.microsoft.com/office/drawing/2014/main" id="{629B1C03-F0B0-40FF-9EA6-BE9C397FC2B4}"/>
              </a:ext>
            </a:extLst>
          </p:cNvPr>
          <p:cNvSpPr>
            <a:spLocks xmlns:a="http://schemas.openxmlformats.org/drawingml/2006/main" noGrp="1"/>
          </p:cNvSpPr>
          <p:nvPr/>
        </p:nvSpPr>
        <p:spPr>
          <a:xfrm xmlns:a="http://schemas.openxmlformats.org/drawingml/2006/main">
            <a:off x="3971925" y="4667250"/>
            <a:ext cx="13525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담당 Subagent</a:t>
            </a:r>
          </a:p>
        </p:txBody>
      </p:sp>
      <p:cxnSp>
        <p:nvCxnSpPr>
          <p:cNvPr id="25" name="">
            <a:extLst xmlns:a="http://schemas.openxmlformats.org/drawingml/2006/main">
              <a:ext uri="{FF2B5EF4-FFF2-40B4-BE49-F238E27FC236}">
                <a16:creationId xmlns:a16="http://schemas.microsoft.com/office/drawing/2014/main" id="{AA07F647-9D20-47E4-BA00-D92DFBDF5F87}"/>
              </a:ext>
            </a:extLst>
          </p:cNvPr>
          <p:cNvCxnSpPr/>
          <p:nvPr/>
        </p:nvCxnSpPr>
        <p:spPr>
          <a:xfrm xmlns:a="http://schemas.openxmlformats.org/drawingml/2006/main">
            <a:off x="5686425" y="3990975"/>
            <a:ext cx="6762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D767317-AA0F-4A6D-AE53-A137CD75F145}"/>
              </a:ext>
            </a:extLst>
          </p:cNvPr>
          <p:cNvSpPr>
            <a:spLocks xmlns:a="http://schemas.openxmlformats.org/drawingml/2006/main" noGrp="1"/>
          </p:cNvSpPr>
          <p:nvPr/>
        </p:nvSpPr>
        <p:spPr>
          <a:xfrm xmlns:a="http://schemas.openxmlformats.org/drawingml/2006/main">
            <a:off x="7010400" y="3390900"/>
            <a:ext cx="4381500" cy="8953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7" name="하나의 Agent Loop">
            <a:extLst xmlns:a="http://schemas.openxmlformats.org/drawingml/2006/main">
              <a:ext uri="{FF2B5EF4-FFF2-40B4-BE49-F238E27FC236}">
                <a16:creationId xmlns:a16="http://schemas.microsoft.com/office/drawing/2014/main" id="{8C6757D7-332D-4C47-A07A-F57F8FB785F1}"/>
              </a:ext>
            </a:extLst>
          </p:cNvPr>
          <p:cNvSpPr>
            <a:spLocks xmlns:a="http://schemas.openxmlformats.org/drawingml/2006/main" noGrp="1"/>
          </p:cNvSpPr>
          <p:nvPr/>
        </p:nvSpPr>
        <p:spPr>
          <a:xfrm xmlns:a="http://schemas.openxmlformats.org/drawingml/2006/main">
            <a:off x="7162800" y="3619500"/>
            <a:ext cx="40767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하나의 Agent Loop</a:t>
            </a:r>
          </a:p>
        </p:txBody>
      </p:sp>
      <p:cxnSp>
        <p:nvCxnSpPr>
          <p:cNvPr id="28" name="">
            <a:extLst xmlns:a="http://schemas.openxmlformats.org/drawingml/2006/main">
              <a:ext uri="{FF2B5EF4-FFF2-40B4-BE49-F238E27FC236}">
                <a16:creationId xmlns:a16="http://schemas.microsoft.com/office/drawing/2014/main" id="{C082AF6D-FB80-4A35-88A0-94B9172A1172}"/>
              </a:ext>
            </a:extLst>
          </p:cNvPr>
          <p:cNvCxnSpPr/>
          <p:nvPr/>
        </p:nvCxnSpPr>
        <p:spPr>
          <a:xfrm xmlns:a="http://schemas.openxmlformats.org/drawingml/2006/main">
            <a:off x="9201150" y="4324350"/>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9" name="필요한 Skill · Tool을 사용">
            <a:extLst xmlns:a="http://schemas.openxmlformats.org/drawingml/2006/main">
              <a:ext uri="{FF2B5EF4-FFF2-40B4-BE49-F238E27FC236}">
                <a16:creationId xmlns:a16="http://schemas.microsoft.com/office/drawing/2014/main" id="{7BFC51BC-0ABD-46BA-9E33-138716834B48}"/>
              </a:ext>
            </a:extLst>
          </p:cNvPr>
          <p:cNvSpPr>
            <a:spLocks xmlns:a="http://schemas.openxmlformats.org/drawingml/2006/main" noGrp="1"/>
          </p:cNvSpPr>
          <p:nvPr/>
        </p:nvSpPr>
        <p:spPr>
          <a:xfrm xmlns:a="http://schemas.openxmlformats.org/drawingml/2006/main">
            <a:off x="7010400" y="4752975"/>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필요한 Skill · Tool을 사용</a:t>
            </a:r>
          </a:p>
        </p:txBody>
      </p:sp>
      <p:sp>
        <p:nvSpPr>
          <p:cNvPr id="30" name="모델이 맡을 수 있는 범위·플랫폼 제공 기능이 달라졌다면, 기존 역할을 재평가한다">
            <a:extLst xmlns:a="http://schemas.openxmlformats.org/drawingml/2006/main">
              <a:ext uri="{FF2B5EF4-FFF2-40B4-BE49-F238E27FC236}">
                <a16:creationId xmlns:a16="http://schemas.microsoft.com/office/drawing/2014/main" id="{C0C05424-DD15-4183-BE2A-291A6DDC4616}"/>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모델이 맡을 수 있는 범위·플랫폼 제공 기능이 달라졌다면, 기존 역할을 재평가한다</a:t>
            </a:r>
          </a:p>
        </p:txBody>
      </p:sp>
      <p:sp>
        <p:nvSpPr>
          <p:cNvPr id="31" name="Legacy module connection">
            <a:extLst xmlns:a="http://schemas.openxmlformats.org/drawingml/2006/main">
              <a:ext uri="{FF2B5EF4-FFF2-40B4-BE49-F238E27FC236}">
                <a16:creationId xmlns:a16="http://schemas.microsoft.com/office/drawing/2014/main" id="{E573D6CA-DCB2-447B-9B43-FFBFD4BCB40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94043891"/>
      </p:ext>
    </p:extLst>
  </p:cSld>
</p:sld>
</file>

<file path=ppt/slides/slide9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5 · 재평가 2/3 · 이 교육의 판단 기준">
            <a:extLst xmlns:a="http://schemas.openxmlformats.org/drawingml/2006/main">
              <a:ext uri="{FF2B5EF4-FFF2-40B4-BE49-F238E27FC236}">
                <a16:creationId xmlns:a16="http://schemas.microsoft.com/office/drawing/2014/main" id="{B2FB5F14-82DB-41E1-A15B-2AEE468D318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2/3 · 이 교육의 판단 기준</a:t>
            </a:r>
          </a:p>
        </p:txBody>
      </p:sp>
      <p:sp>
        <p:nvSpPr>
          <p:cNvPr id="2" name="S95">
            <a:extLst xmlns:a="http://schemas.openxmlformats.org/drawingml/2006/main">
              <a:ext uri="{FF2B5EF4-FFF2-40B4-BE49-F238E27FC236}">
                <a16:creationId xmlns:a16="http://schemas.microsoft.com/office/drawing/2014/main" id="{A25C83D4-294F-488B-B36E-3DC0BA21ECD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S95</a:t>
            </a:r>
          </a:p>
        </p:txBody>
      </p:sp>
      <p:sp>
        <p:nvSpPr>
          <p:cNvPr id="3" name="무엇을 남기고, 무엇을 덜어낼까?">
            <a:extLst xmlns:a="http://schemas.openxmlformats.org/drawingml/2006/main">
              <a:ext uri="{FF2B5EF4-FFF2-40B4-BE49-F238E27FC236}">
                <a16:creationId xmlns:a16="http://schemas.microsoft.com/office/drawing/2014/main" id="{15EDA975-51F5-4E05-B7EE-2DDF75A27743}"/>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무엇을 남기고, 무엇을 덜어낼까?</a:t>
            </a:r>
          </a:p>
        </p:txBody>
      </p:sp>
      <p:sp>
        <p:nvSpPr>
          <p:cNvPr id="4" name="">
            <a:extLst xmlns:a="http://schemas.openxmlformats.org/drawingml/2006/main">
              <a:ext uri="{FF2B5EF4-FFF2-40B4-BE49-F238E27FC236}">
                <a16:creationId xmlns:a16="http://schemas.microsoft.com/office/drawing/2014/main" id="{53CB274F-9FB4-4B68-84CF-F57FF0B9393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BEAT-057 / 061 / 069 · CLM-0022 · DEC-0083">
            <a:extLst xmlns:a="http://schemas.openxmlformats.org/drawingml/2006/main">
              <a:ext uri="{FF2B5EF4-FFF2-40B4-BE49-F238E27FC236}">
                <a16:creationId xmlns:a16="http://schemas.microsoft.com/office/drawing/2014/main" id="{24E52E3F-899A-4244-AF7E-D5091E93096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BEAT-057 / 061 / 069 · CLM-0022 · DEC-0083</a:t>
            </a:r>
          </a:p>
        </p:txBody>
      </p:sp>
      <p:sp>
        <p:nvSpPr>
          <p:cNvPr id="6" name="통합·제거는 후보 판단 · 안전·권한·명세·검증 요구를 없애는 처방이 아님">
            <a:extLst xmlns:a="http://schemas.openxmlformats.org/drawingml/2006/main">
              <a:ext uri="{FF2B5EF4-FFF2-40B4-BE49-F238E27FC236}">
                <a16:creationId xmlns:a16="http://schemas.microsoft.com/office/drawing/2014/main" id="{890DB085-7FE7-41B0-975E-AADE71549BD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통합·제거는 후보 판단 · 안전·권한·명세·검증 요구를 없애는 처방이 아님</a:t>
            </a:r>
          </a:p>
        </p:txBody>
      </p:sp>
      <p:sp>
        <p:nvSpPr>
          <p:cNvPr id="7" name="없애기 전에, 각 요소가 맡은 이유부터 확인한다">
            <a:extLst xmlns:a="http://schemas.openxmlformats.org/drawingml/2006/main">
              <a:ext uri="{FF2B5EF4-FFF2-40B4-BE49-F238E27FC236}">
                <a16:creationId xmlns:a16="http://schemas.microsoft.com/office/drawing/2014/main" id="{E12F893E-67F5-43D3-A110-357FFEE489B3}"/>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없애기 전에, 각 요소가 맡은 이유부터 확인한다</a:t>
            </a:r>
          </a:p>
        </p:txBody>
      </p:sp>
      <p:sp>
        <p:nvSpPr>
          <p:cNvPr id="8" name="">
            <a:extLst xmlns:a="http://schemas.openxmlformats.org/drawingml/2006/main">
              <a:ext uri="{FF2B5EF4-FFF2-40B4-BE49-F238E27FC236}">
                <a16:creationId xmlns:a16="http://schemas.microsoft.com/office/drawing/2014/main" id="{56DE085B-4058-4633-A853-53B764FA8B40}"/>
              </a:ext>
            </a:extLst>
          </p:cNvPr>
          <p:cNvSpPr>
            <a:spLocks xmlns:a="http://schemas.openxmlformats.org/drawingml/2006/main" noGrp="1"/>
          </p:cNvSpPr>
          <p:nvPr/>
        </p:nvSpPr>
        <p:spPr>
          <a:xfrm xmlns:a="http://schemas.openxmlformats.org/drawingml/2006/main">
            <a:off x="60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9" name="유지">
            <a:extLst xmlns:a="http://schemas.openxmlformats.org/drawingml/2006/main">
              <a:ext uri="{FF2B5EF4-FFF2-40B4-BE49-F238E27FC236}">
                <a16:creationId xmlns:a16="http://schemas.microsoft.com/office/drawing/2014/main" id="{AE2FA22B-7E6F-4B5A-8C29-528B8F4FBE34}"/>
              </a:ext>
            </a:extLst>
          </p:cNvPr>
          <p:cNvSpPr>
            <a:spLocks xmlns:a="http://schemas.openxmlformats.org/drawingml/2006/main" noGrp="1"/>
          </p:cNvSpPr>
          <p:nvPr/>
        </p:nvSpPr>
        <p:spPr>
          <a:xfrm xmlns:a="http://schemas.openxmlformats.org/drawingml/2006/main">
            <a:off x="60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유지</a:t>
            </a:r>
          </a:p>
        </p:txBody>
      </p:sp>
      <p:sp>
        <p:nvSpPr>
          <p:cNvPr id="10" name="목표 · 명세&#10;검증 기준">
            <a:extLst xmlns:a="http://schemas.openxmlformats.org/drawingml/2006/main">
              <a:ext uri="{FF2B5EF4-FFF2-40B4-BE49-F238E27FC236}">
                <a16:creationId xmlns:a16="http://schemas.microsoft.com/office/drawing/2014/main" id="{3CD44D6D-1995-487D-B40A-4B3D6BCAD285}"/>
              </a:ext>
            </a:extLst>
          </p:cNvPr>
          <p:cNvSpPr>
            <a:spLocks xmlns:a="http://schemas.openxmlformats.org/drawingml/2006/main" noGrp="1"/>
          </p:cNvSpPr>
          <p:nvPr/>
        </p:nvSpPr>
        <p:spPr>
          <a:xfrm xmlns:a="http://schemas.openxmlformats.org/drawingml/2006/main">
            <a:off x="60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목표 · 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 기준</a:t>
            </a:r>
          </a:p>
        </p:txBody>
      </p:sp>
      <p:sp>
        <p:nvSpPr>
          <p:cNvPr id="11" name="필요한 요구는 계속 보존">
            <a:extLst xmlns:a="http://schemas.openxmlformats.org/drawingml/2006/main">
              <a:ext uri="{FF2B5EF4-FFF2-40B4-BE49-F238E27FC236}">
                <a16:creationId xmlns:a16="http://schemas.microsoft.com/office/drawing/2014/main" id="{D8378D15-BA75-4007-A838-BB4BCA3350EC}"/>
              </a:ext>
            </a:extLst>
          </p:cNvPr>
          <p:cNvSpPr>
            <a:spLocks xmlns:a="http://schemas.openxmlformats.org/drawingml/2006/main" noGrp="1"/>
          </p:cNvSpPr>
          <p:nvPr/>
        </p:nvSpPr>
        <p:spPr>
          <a:xfrm xmlns:a="http://schemas.openxmlformats.org/drawingml/2006/main">
            <a:off x="60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요구는 계속 보존</a:t>
            </a:r>
          </a:p>
        </p:txBody>
      </p:sp>
      <p:sp>
        <p:nvSpPr>
          <p:cNvPr id="12" name="">
            <a:extLst xmlns:a="http://schemas.openxmlformats.org/drawingml/2006/main">
              <a:ext uri="{FF2B5EF4-FFF2-40B4-BE49-F238E27FC236}">
                <a16:creationId xmlns:a16="http://schemas.microsoft.com/office/drawing/2014/main" id="{F6D5291C-5D1C-4F2D-A9FA-536C0027A419}"/>
              </a:ext>
            </a:extLst>
          </p:cNvPr>
          <p:cNvSpPr>
            <a:spLocks xmlns:a="http://schemas.openxmlformats.org/drawingml/2006/main" noGrp="1"/>
          </p:cNvSpPr>
          <p:nvPr/>
        </p:nvSpPr>
        <p:spPr>
          <a:xfrm xmlns:a="http://schemas.openxmlformats.org/drawingml/2006/main">
            <a:off x="4419600" y="2638425"/>
            <a:ext cx="3352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3" name="통합">
            <a:extLst xmlns:a="http://schemas.openxmlformats.org/drawingml/2006/main">
              <a:ext uri="{FF2B5EF4-FFF2-40B4-BE49-F238E27FC236}">
                <a16:creationId xmlns:a16="http://schemas.microsoft.com/office/drawing/2014/main" id="{44B808BA-D2AA-42B0-A087-51C9C2D41758}"/>
              </a:ext>
            </a:extLst>
          </p:cNvPr>
          <p:cNvSpPr>
            <a:spLocks xmlns:a="http://schemas.openxmlformats.org/drawingml/2006/main" noGrp="1"/>
          </p:cNvSpPr>
          <p:nvPr/>
        </p:nvSpPr>
        <p:spPr>
          <a:xfrm xmlns:a="http://schemas.openxmlformats.org/drawingml/2006/main">
            <a:off x="441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통합</a:t>
            </a:r>
          </a:p>
        </p:txBody>
      </p:sp>
      <p:sp>
        <p:nvSpPr>
          <p:cNvPr id="14" name="겹치는 지침 · 역할">
            <a:extLst xmlns:a="http://schemas.openxmlformats.org/drawingml/2006/main">
              <a:ext uri="{FF2B5EF4-FFF2-40B4-BE49-F238E27FC236}">
                <a16:creationId xmlns:a16="http://schemas.microsoft.com/office/drawing/2014/main" id="{B64CCA14-3D0E-4CB2-9D23-108666B41D37}"/>
              </a:ext>
            </a:extLst>
          </p:cNvPr>
          <p:cNvSpPr>
            <a:spLocks xmlns:a="http://schemas.openxmlformats.org/drawingml/2006/main" noGrp="1"/>
          </p:cNvSpPr>
          <p:nvPr/>
        </p:nvSpPr>
        <p:spPr>
          <a:xfrm xmlns:a="http://schemas.openxmlformats.org/drawingml/2006/main">
            <a:off x="441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겹치는 지침 · 역할</a:t>
            </a:r>
          </a:p>
        </p:txBody>
      </p:sp>
      <p:sp>
        <p:nvSpPr>
          <p:cNvPr id="15" name="한 출처 · 명확한 책임으로">
            <a:extLst xmlns:a="http://schemas.openxmlformats.org/drawingml/2006/main">
              <a:ext uri="{FF2B5EF4-FFF2-40B4-BE49-F238E27FC236}">
                <a16:creationId xmlns:a16="http://schemas.microsoft.com/office/drawing/2014/main" id="{CD828BA3-4688-4063-B363-50E7E3E244D4}"/>
              </a:ext>
            </a:extLst>
          </p:cNvPr>
          <p:cNvSpPr>
            <a:spLocks xmlns:a="http://schemas.openxmlformats.org/drawingml/2006/main" noGrp="1"/>
          </p:cNvSpPr>
          <p:nvPr/>
        </p:nvSpPr>
        <p:spPr>
          <a:xfrm xmlns:a="http://schemas.openxmlformats.org/drawingml/2006/main">
            <a:off x="441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한 출처 · 명확한 책임으로</a:t>
            </a:r>
          </a:p>
        </p:txBody>
      </p:sp>
      <p:sp>
        <p:nvSpPr>
          <p:cNvPr id="16" name="">
            <a:extLst xmlns:a="http://schemas.openxmlformats.org/drawingml/2006/main">
              <a:ext uri="{FF2B5EF4-FFF2-40B4-BE49-F238E27FC236}">
                <a16:creationId xmlns:a16="http://schemas.microsoft.com/office/drawing/2014/main" id="{E099AF25-164F-4352-936C-93C4A5E6A86F}"/>
              </a:ext>
            </a:extLst>
          </p:cNvPr>
          <p:cNvSpPr>
            <a:spLocks xmlns:a="http://schemas.openxmlformats.org/drawingml/2006/main" noGrp="1"/>
          </p:cNvSpPr>
          <p:nvPr/>
        </p:nvSpPr>
        <p:spPr>
          <a:xfrm xmlns:a="http://schemas.openxmlformats.org/drawingml/2006/main">
            <a:off x="8229600" y="2638425"/>
            <a:ext cx="3352800" cy="0"/>
          </a:xfrm>
          <a:prstGeom xmlns:a="http://schemas.openxmlformats.org/drawingml/2006/main" prst="line">
            <a:avLst/>
          </a:prstGeom>
          <a:noFill xmlns:a="http://schemas.openxmlformats.org/drawingml/2006/main"/>
          <a:ln xmlns:a="http://schemas.openxmlformats.org/drawingml/2006/main" w="28575">
            <a:solidFill>
              <a:srgbClr val="805400"/>
            </a:solidFill>
            <a:prstDash val="solid"/>
          </a:ln>
        </p:spPr>
      </p:sp>
      <p:sp>
        <p:nvSpPr>
          <p:cNvPr id="17" name="제거 후보">
            <a:extLst xmlns:a="http://schemas.openxmlformats.org/drawingml/2006/main">
              <a:ext uri="{FF2B5EF4-FFF2-40B4-BE49-F238E27FC236}">
                <a16:creationId xmlns:a16="http://schemas.microsoft.com/office/drawing/2014/main" id="{B35B7F17-DACA-4835-92EC-C9A7C0E04379}"/>
              </a:ext>
            </a:extLst>
          </p:cNvPr>
          <p:cNvSpPr>
            <a:spLocks xmlns:a="http://schemas.openxmlformats.org/drawingml/2006/main" noGrp="1"/>
          </p:cNvSpPr>
          <p:nvPr/>
        </p:nvSpPr>
        <p:spPr>
          <a:xfrm xmlns:a="http://schemas.openxmlformats.org/drawingml/2006/main">
            <a:off x="8229600" y="2838450"/>
            <a:ext cx="335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805400"/>
                </a:solidFill>
                <a:latin typeface="Malgun Gothic"/>
                <a:ea typeface="Malgun Gothic"/>
                <a:cs typeface="Malgun Gothic"/>
              </a:defRPr>
            </a:defPPr>
            <a:lvl1pPr algn="l">
              <a:defRPr sz="2700" b="1">
                <a:solidFill>
                  <a:srgbClr val="805400"/>
                </a:solidFill>
                <a:latin typeface="Malgun Gothic"/>
                <a:ea typeface="Malgun Gothic"/>
                <a:cs typeface="Malgun Gothic"/>
              </a:defRPr>
            </a:lvl1pPr>
            <a:lvl2pPr algn="l">
              <a:defRPr sz="2700" b="1">
                <a:solidFill>
                  <a:srgbClr val="805400"/>
                </a:solidFill>
                <a:latin typeface="Malgun Gothic"/>
                <a:ea typeface="Malgun Gothic"/>
                <a:cs typeface="Malgun Gothic"/>
              </a:defRPr>
            </a:lvl2pPr>
            <a:lvl3pPr algn="l">
              <a:defRPr sz="2700" b="1">
                <a:solidFill>
                  <a:srgbClr val="805400"/>
                </a:solidFill>
                <a:latin typeface="Malgun Gothic"/>
                <a:ea typeface="Malgun Gothic"/>
                <a:cs typeface="Malgun Gothic"/>
              </a:defRPr>
            </a:lvl3pPr>
            <a:lvl4pPr algn="l">
              <a:defRPr sz="2700" b="1">
                <a:solidFill>
                  <a:srgbClr val="805400"/>
                </a:solidFill>
                <a:latin typeface="Malgun Gothic"/>
                <a:ea typeface="Malgun Gothic"/>
                <a:cs typeface="Malgun Gothic"/>
              </a:defRPr>
            </a:lvl4pPr>
            <a:lvl5pPr algn="l">
              <a:defRPr sz="2700" b="1">
                <a:solidFill>
                  <a:srgbClr val="805400"/>
                </a:solidFill>
                <a:latin typeface="Malgun Gothic"/>
                <a:ea typeface="Malgun Gothic"/>
                <a:cs typeface="Malgun Gothic"/>
              </a:defRPr>
            </a:lvl5pPr>
            <a:lvl6pPr algn="l">
              <a:defRPr sz="2700" b="1">
                <a:solidFill>
                  <a:srgbClr val="805400"/>
                </a:solidFill>
                <a:latin typeface="Malgun Gothic"/>
                <a:ea typeface="Malgun Gothic"/>
                <a:cs typeface="Malgun Gothic"/>
              </a:defRPr>
            </a:lvl6pPr>
            <a:lvl7pPr algn="l">
              <a:defRPr sz="2700" b="1">
                <a:solidFill>
                  <a:srgbClr val="805400"/>
                </a:solidFill>
                <a:latin typeface="Malgun Gothic"/>
                <a:ea typeface="Malgun Gothic"/>
                <a:cs typeface="Malgun Gothic"/>
              </a:defRPr>
            </a:lvl7pPr>
            <a:lvl8pPr algn="l">
              <a:defRPr sz="2700" b="1">
                <a:solidFill>
                  <a:srgbClr val="805400"/>
                </a:solidFill>
                <a:latin typeface="Malgun Gothic"/>
                <a:ea typeface="Malgun Gothic"/>
                <a:cs typeface="Malgun Gothic"/>
              </a:defRPr>
            </a:lvl8pPr>
            <a:lvl9pPr algn="l">
              <a:defRPr sz="2700" b="1">
                <a:solidFill>
                  <a:srgbClr val="805400"/>
                </a:solidFill>
                <a:latin typeface="Malgun Gothic"/>
                <a:ea typeface="Malgun Gothic"/>
                <a:cs typeface="Malgun Gothic"/>
              </a:defRPr>
            </a:lvl9pPr>
          </a:lstStyle>
          <a:p xmlns:a="http://schemas.openxmlformats.org/drawingml/2006/main">
            <a:pPr algn="l">
              <a:defRPr sz="2700" b="1">
                <a:solidFill>
                  <a:srgbClr val="805400"/>
                </a:solidFill>
                <a:latin typeface="Malgun Gothic"/>
                <a:ea typeface="Malgun Gothic"/>
                <a:cs typeface="Malgun Gothic"/>
              </a:defRPr>
            </a:pPr>
            <a:r>
              <a:rPr sz="2700" b="1">
                <a:solidFill>
                  <a:srgbClr val="805400"/>
                </a:solidFill>
                <a:latin typeface="Malgun Gothic"/>
                <a:ea typeface="Malgun Gothic"/>
                <a:cs typeface="Malgun Gothic"/>
              </a:rPr>
              <a:t>제거 후보</a:t>
            </a:r>
          </a:p>
        </p:txBody>
      </p:sp>
      <p:sp>
        <p:nvSpPr>
          <p:cNvPr id="18" name="효용이 사라진&#10;우회 절차">
            <a:extLst xmlns:a="http://schemas.openxmlformats.org/drawingml/2006/main">
              <a:ext uri="{FF2B5EF4-FFF2-40B4-BE49-F238E27FC236}">
                <a16:creationId xmlns:a16="http://schemas.microsoft.com/office/drawing/2014/main" id="{AB1DD928-328D-4871-964D-77EB6179AAF2}"/>
              </a:ext>
            </a:extLst>
          </p:cNvPr>
          <p:cNvSpPr>
            <a:spLocks xmlns:a="http://schemas.openxmlformats.org/drawingml/2006/main" noGrp="1"/>
          </p:cNvSpPr>
          <p:nvPr/>
        </p:nvSpPr>
        <p:spPr>
          <a:xfrm xmlns:a="http://schemas.openxmlformats.org/drawingml/2006/main">
            <a:off x="8229600" y="3638550"/>
            <a:ext cx="33528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효용이 사라진</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우회 절차</a:t>
            </a:r>
          </a:p>
        </p:txBody>
      </p:sp>
      <p:sp>
        <p:nvSpPr>
          <p:cNvPr id="19" name="현재도 필요한지 근거 확인">
            <a:extLst xmlns:a="http://schemas.openxmlformats.org/drawingml/2006/main">
              <a:ext uri="{FF2B5EF4-FFF2-40B4-BE49-F238E27FC236}">
                <a16:creationId xmlns:a16="http://schemas.microsoft.com/office/drawing/2014/main" id="{7F6BA0A5-F58C-4613-BCDE-921DE5747DB4}"/>
              </a:ext>
            </a:extLst>
          </p:cNvPr>
          <p:cNvSpPr>
            <a:spLocks xmlns:a="http://schemas.openxmlformats.org/drawingml/2006/main" noGrp="1"/>
          </p:cNvSpPr>
          <p:nvPr/>
        </p:nvSpPr>
        <p:spPr>
          <a:xfrm xmlns:a="http://schemas.openxmlformats.org/drawingml/2006/main">
            <a:off x="8229600" y="4857750"/>
            <a:ext cx="335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현재도 필요한지 근거 확인</a:t>
            </a:r>
          </a:p>
        </p:txBody>
      </p:sp>
      <p:sp>
        <p:nvSpPr>
          <p:cNvPr id="20" name="독립 병렬 조사·권한 분리가 필요하다면, Subagent를 유지할 수 있다">
            <a:extLst xmlns:a="http://schemas.openxmlformats.org/drawingml/2006/main">
              <a:ext uri="{FF2B5EF4-FFF2-40B4-BE49-F238E27FC236}">
                <a16:creationId xmlns:a16="http://schemas.microsoft.com/office/drawing/2014/main" id="{C538484A-4172-49F4-88D6-5D205320CB9E}"/>
              </a:ext>
            </a:extLst>
          </p:cNvPr>
          <p:cNvSpPr>
            <a:spLocks xmlns:a="http://schemas.openxmlformats.org/drawingml/2006/main" noGrp="1"/>
          </p:cNvSpPr>
          <p:nvPr/>
        </p:nvSpPr>
        <p:spPr>
          <a:xfrm xmlns:a="http://schemas.openxmlformats.org/drawingml/2006/main">
            <a:off x="609600" y="5381625"/>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독립 병렬 조사·권한 분리가 필요하다면, Subagent를 유지할 수 있다</a:t>
            </a:r>
          </a:p>
        </p:txBody>
      </p:sp>
      <p:sp>
        <p:nvSpPr>
          <p:cNvPr id="21" name="Legacy module connection">
            <a:extLst xmlns:a="http://schemas.openxmlformats.org/drawingml/2006/main">
              <a:ext uri="{FF2B5EF4-FFF2-40B4-BE49-F238E27FC236}">
                <a16:creationId xmlns:a16="http://schemas.microsoft.com/office/drawing/2014/main" id="{80E18B05-22C0-48D8-82F8-4AEE854EE99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8974792"/>
      </p:ext>
    </p:extLst>
  </p:cSld>
</p:sld>
</file>

<file path=ppt/slides/slide9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5 · 재평가 3/3 · 평가 설계 / 실제 실행 결과 아님">
            <a:extLst xmlns:a="http://schemas.openxmlformats.org/drawingml/2006/main">
              <a:ext uri="{FF2B5EF4-FFF2-40B4-BE49-F238E27FC236}">
                <a16:creationId xmlns:a16="http://schemas.microsoft.com/office/drawing/2014/main" id="{DB55D5DA-4106-4172-AAC6-583252E9E1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재평가 3/3 · 평가 설계 / 실제 실행 결과 아님</a:t>
            </a:r>
          </a:p>
        </p:txBody>
      </p:sp>
      <p:sp>
        <p:nvSpPr>
          <p:cNvPr id="2" name="S96">
            <a:extLst xmlns:a="http://schemas.openxmlformats.org/drawingml/2006/main">
              <a:ext uri="{FF2B5EF4-FFF2-40B4-BE49-F238E27FC236}">
                <a16:creationId xmlns:a16="http://schemas.microsoft.com/office/drawing/2014/main" id="{922B491D-F351-4F52-B07E-D73BA0938BA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S96</a:t>
            </a:r>
          </a:p>
        </p:txBody>
      </p:sp>
      <p:sp>
        <p:nvSpPr>
          <p:cNvPr id="3" name="덜어낸 뒤에도 필요한 일을 하는가?">
            <a:extLst xmlns:a="http://schemas.openxmlformats.org/drawingml/2006/main">
              <a:ext uri="{FF2B5EF4-FFF2-40B4-BE49-F238E27FC236}">
                <a16:creationId xmlns:a16="http://schemas.microsoft.com/office/drawing/2014/main" id="{838B4B49-18E8-4639-A221-4C91321B200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덜어낸 뒤에도 필요한 일을 하는가?</a:t>
            </a:r>
          </a:p>
        </p:txBody>
      </p:sp>
      <p:sp>
        <p:nvSpPr>
          <p:cNvPr id="4" name="">
            <a:extLst xmlns:a="http://schemas.openxmlformats.org/drawingml/2006/main">
              <a:ext uri="{FF2B5EF4-FFF2-40B4-BE49-F238E27FC236}">
                <a16:creationId xmlns:a16="http://schemas.microsoft.com/office/drawing/2014/main" id="{3C4B1FA9-1418-4F6D-9879-FFA03632FC7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 MODEL · SRC-0236의 평가 권고를 각색 · CLM-0040 · DEC-0083">
            <a:extLst xmlns:a="http://schemas.openxmlformats.org/drawingml/2006/main">
              <a:ext uri="{FF2B5EF4-FFF2-40B4-BE49-F238E27FC236}">
                <a16:creationId xmlns:a16="http://schemas.microsoft.com/office/drawing/2014/main" id="{A2B933F2-1926-441C-B4F1-93FA4A1ADED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 MODEL · SRC-0236의 평가 권고를 각색 · CLM-0040 · DEC-0083</a:t>
            </a:r>
          </a:p>
        </p:txBody>
      </p:sp>
      <p:sp>
        <p:nvSpPr>
          <p:cNvPr id="6" name="새 비교 실험·측정 결과 없음 · 시간·비용만으로 채택하지 않음">
            <a:extLst xmlns:a="http://schemas.openxmlformats.org/drawingml/2006/main">
              <a:ext uri="{FF2B5EF4-FFF2-40B4-BE49-F238E27FC236}">
                <a16:creationId xmlns:a16="http://schemas.microsoft.com/office/drawing/2014/main" id="{A559C78A-B0F6-45A9-B818-A87C1F903F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새 비교 실험·측정 결과 없음 · 시간·비용만으로 채택하지 않음</a:t>
            </a:r>
          </a:p>
        </p:txBody>
      </p:sp>
      <p:sp>
        <p:nvSpPr>
          <p:cNvPr id="7" name="같은 대표 작업에서, 결과와 회귀부터 확인한다">
            <a:extLst xmlns:a="http://schemas.openxmlformats.org/drawingml/2006/main">
              <a:ext uri="{FF2B5EF4-FFF2-40B4-BE49-F238E27FC236}">
                <a16:creationId xmlns:a16="http://schemas.microsoft.com/office/drawing/2014/main" id="{ACD8B87A-EE2E-498F-A2A4-1800F13B67F7}"/>
              </a:ext>
            </a:extLst>
          </p:cNvPr>
          <p:cNvSpPr>
            <a:spLocks xmlns:a="http://schemas.openxmlformats.org/drawingml/2006/main" noGrp="1"/>
          </p:cNvSpPr>
          <p:nvPr/>
        </p:nvSpPr>
        <p:spPr>
          <a:xfrm xmlns:a="http://schemas.openxmlformats.org/drawingml/2006/main">
            <a:off x="609600" y="17621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같은 대표 작업에서, 결과와 회귀부터 확인한다</a:t>
            </a:r>
          </a:p>
        </p:txBody>
      </p:sp>
      <p:sp>
        <p:nvSpPr>
          <p:cNvPr id="8" name="">
            <a:extLst xmlns:a="http://schemas.openxmlformats.org/drawingml/2006/main">
              <a:ext uri="{FF2B5EF4-FFF2-40B4-BE49-F238E27FC236}">
                <a16:creationId xmlns:a16="http://schemas.microsoft.com/office/drawing/2014/main" id="{BEEA7DF7-8BDA-4265-85D7-AE669767A1B1}"/>
              </a:ext>
            </a:extLst>
          </p:cNvPr>
          <p:cNvSpPr>
            <a:spLocks xmlns:a="http://schemas.openxmlformats.org/drawingml/2006/main" noGrp="1"/>
          </p:cNvSpPr>
          <p:nvPr/>
        </p:nvSpPr>
        <p:spPr>
          <a:xfrm xmlns:a="http://schemas.openxmlformats.org/drawingml/2006/main">
            <a:off x="609600" y="3381375"/>
            <a:ext cx="1924050" cy="9334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같은 대표&#10;작업·입력">
            <a:extLst xmlns:a="http://schemas.openxmlformats.org/drawingml/2006/main">
              <a:ext uri="{FF2B5EF4-FFF2-40B4-BE49-F238E27FC236}">
                <a16:creationId xmlns:a16="http://schemas.microsoft.com/office/drawing/2014/main" id="{BB3D39E1-80E8-4ED4-94E3-64EE863F0BA3}"/>
              </a:ext>
            </a:extLst>
          </p:cNvPr>
          <p:cNvSpPr>
            <a:spLocks xmlns:a="http://schemas.openxmlformats.org/drawingml/2006/main" noGrp="1"/>
          </p:cNvSpPr>
          <p:nvPr/>
        </p:nvSpPr>
        <p:spPr>
          <a:xfrm xmlns:a="http://schemas.openxmlformats.org/drawingml/2006/main">
            <a:off x="762000" y="3486150"/>
            <a:ext cx="16192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대표</a:t>
            </a:r>
          </a:p>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작업·입력</a:t>
            </a:r>
          </a:p>
        </p:txBody>
      </p:sp>
      <p:cxnSp>
        <p:nvCxnSpPr>
          <p:cNvPr id="10" name="">
            <a:extLst xmlns:a="http://schemas.openxmlformats.org/drawingml/2006/main">
              <a:ext uri="{FF2B5EF4-FFF2-40B4-BE49-F238E27FC236}">
                <a16:creationId xmlns:a16="http://schemas.microsoft.com/office/drawing/2014/main" id="{396CB781-2C55-4108-B804-9717E9DA21A3}"/>
              </a:ext>
            </a:extLst>
          </p:cNvPr>
          <p:cNvCxnSpPr/>
          <p:nvPr/>
        </p:nvCxnSpPr>
        <p:spPr>
          <a:xfrm xmlns:a="http://schemas.openxmlformats.org/drawingml/2006/main">
            <a:off x="2628900" y="38481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1" name="">
            <a:extLst xmlns:a="http://schemas.openxmlformats.org/drawingml/2006/main">
              <a:ext uri="{FF2B5EF4-FFF2-40B4-BE49-F238E27FC236}">
                <a16:creationId xmlns:a16="http://schemas.microsoft.com/office/drawing/2014/main" id="{0C89EF11-6D18-43DF-B082-1C0A21A58FF8}"/>
              </a:ext>
            </a:extLst>
          </p:cNvPr>
          <p:cNvCxnSpPr/>
          <p:nvPr/>
        </p:nvCxnSpPr>
        <p:spPr>
          <a:xfrm xmlns:a="http://schemas.openxmlformats.org/drawingml/2006/main">
            <a:off x="2895600"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2" name="">
            <a:extLst xmlns:a="http://schemas.openxmlformats.org/drawingml/2006/main">
              <a:ext uri="{FF2B5EF4-FFF2-40B4-BE49-F238E27FC236}">
                <a16:creationId xmlns:a16="http://schemas.microsoft.com/office/drawing/2014/main" id="{F6792AB0-4FBF-4761-ADFC-62106063B4A3}"/>
              </a:ext>
            </a:extLst>
          </p:cNvPr>
          <p:cNvCxnSpPr/>
          <p:nvPr/>
        </p:nvCxnSpPr>
        <p:spPr>
          <a:xfrm xmlns:a="http://schemas.openxmlformats.org/drawingml/2006/main">
            <a:off x="7439025" y="3133725"/>
            <a:ext cx="0" cy="1447800"/>
          </a:xfrm>
          <a:prstGeom xmlns:a="http://schemas.openxmlformats.org/drawingml/2006/main" prst="straightConnector1">
            <a:avLst/>
          </a:prstGeom>
          <a:ln xmlns:a="http://schemas.openxmlformats.org/drawingml/2006/main" w="23813">
            <a:solidFill>
              <a:srgbClr val="0B6172"/>
            </a:solidFill>
          </a:ln>
        </p:spPr>
      </p:cxnSp>
      <p:cxnSp>
        <p:nvCxnSpPr>
          <p:cNvPr id="13" name="">
            <a:extLst xmlns:a="http://schemas.openxmlformats.org/drawingml/2006/main">
              <a:ext uri="{FF2B5EF4-FFF2-40B4-BE49-F238E27FC236}">
                <a16:creationId xmlns:a16="http://schemas.microsoft.com/office/drawing/2014/main" id="{9582BBCC-926A-4976-89CF-B99FEE4E15A6}"/>
              </a:ext>
            </a:extLst>
          </p:cNvPr>
          <p:cNvCxnSpPr/>
          <p:nvPr/>
        </p:nvCxnSpPr>
        <p:spPr>
          <a:xfrm xmlns:a="http://schemas.openxmlformats.org/drawingml/2006/main">
            <a:off x="7439025" y="3829050"/>
            <a:ext cx="114300"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4" name="">
            <a:extLst xmlns:a="http://schemas.openxmlformats.org/drawingml/2006/main">
              <a:ext uri="{FF2B5EF4-FFF2-40B4-BE49-F238E27FC236}">
                <a16:creationId xmlns:a16="http://schemas.microsoft.com/office/drawing/2014/main" id="{48D00608-30C7-4600-BFBE-79D58090C9B6}"/>
              </a:ext>
            </a:extLst>
          </p:cNvPr>
          <p:cNvCxnSpPr/>
          <p:nvPr/>
        </p:nvCxnSpPr>
        <p:spPr>
          <a:xfrm xmlns:a="http://schemas.openxmlformats.org/drawingml/2006/main">
            <a:off x="2895600" y="31337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5AE7CFAE-DCA5-46D0-97A2-E541A772F750}"/>
              </a:ext>
            </a:extLst>
          </p:cNvPr>
          <p:cNvSpPr>
            <a:spLocks xmlns:a="http://schemas.openxmlformats.org/drawingml/2006/main" noGrp="1"/>
          </p:cNvSpPr>
          <p:nvPr/>
        </p:nvSpPr>
        <p:spPr>
          <a:xfrm xmlns:a="http://schemas.openxmlformats.org/drawingml/2006/main">
            <a:off x="3476625" y="2762250"/>
            <a:ext cx="3295650" cy="7429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기존 구성">
            <a:extLst xmlns:a="http://schemas.openxmlformats.org/drawingml/2006/main">
              <a:ext uri="{FF2B5EF4-FFF2-40B4-BE49-F238E27FC236}">
                <a16:creationId xmlns:a16="http://schemas.microsoft.com/office/drawing/2014/main" id="{29C3F9CA-4691-461F-A1B9-F59F8B04BCCD}"/>
              </a:ext>
            </a:extLst>
          </p:cNvPr>
          <p:cNvSpPr>
            <a:spLocks xmlns:a="http://schemas.openxmlformats.org/drawingml/2006/main" noGrp="1"/>
          </p:cNvSpPr>
          <p:nvPr/>
        </p:nvSpPr>
        <p:spPr>
          <a:xfrm xmlns:a="http://schemas.openxmlformats.org/drawingml/2006/main">
            <a:off x="3629025" y="28860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기존 구성</a:t>
            </a:r>
          </a:p>
        </p:txBody>
      </p:sp>
      <p:cxnSp>
        <p:nvCxnSpPr>
          <p:cNvPr id="17" name="">
            <a:extLst xmlns:a="http://schemas.openxmlformats.org/drawingml/2006/main">
              <a:ext uri="{FF2B5EF4-FFF2-40B4-BE49-F238E27FC236}">
                <a16:creationId xmlns:a16="http://schemas.microsoft.com/office/drawing/2014/main" id="{3DBC1381-8E0E-41C5-8D4F-F532E6A47C57}"/>
              </a:ext>
            </a:extLst>
          </p:cNvPr>
          <p:cNvCxnSpPr/>
          <p:nvPr/>
        </p:nvCxnSpPr>
        <p:spPr>
          <a:xfrm xmlns:a="http://schemas.openxmlformats.org/drawingml/2006/main">
            <a:off x="6858000" y="31337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cxnSp>
        <p:nvCxnSpPr>
          <p:cNvPr id="18" name="">
            <a:extLst xmlns:a="http://schemas.openxmlformats.org/drawingml/2006/main">
              <a:ext uri="{FF2B5EF4-FFF2-40B4-BE49-F238E27FC236}">
                <a16:creationId xmlns:a16="http://schemas.microsoft.com/office/drawing/2014/main" id="{1940FA3E-514E-4873-A5D0-D2EF8B9A72A7}"/>
              </a:ext>
            </a:extLst>
          </p:cNvPr>
          <p:cNvCxnSpPr/>
          <p:nvPr/>
        </p:nvCxnSpPr>
        <p:spPr>
          <a:xfrm xmlns:a="http://schemas.openxmlformats.org/drawingml/2006/main">
            <a:off x="2895600" y="4581525"/>
            <a:ext cx="48577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932A2DE3-627C-480D-9F33-7243DCA59916}"/>
              </a:ext>
            </a:extLst>
          </p:cNvPr>
          <p:cNvSpPr>
            <a:spLocks xmlns:a="http://schemas.openxmlformats.org/drawingml/2006/main" noGrp="1"/>
          </p:cNvSpPr>
          <p:nvPr/>
        </p:nvSpPr>
        <p:spPr>
          <a:xfrm xmlns:a="http://schemas.openxmlformats.org/drawingml/2006/main">
            <a:off x="3476625" y="4210050"/>
            <a:ext cx="329565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0" name="통합·제거 후보">
            <a:extLst xmlns:a="http://schemas.openxmlformats.org/drawingml/2006/main">
              <a:ext uri="{FF2B5EF4-FFF2-40B4-BE49-F238E27FC236}">
                <a16:creationId xmlns:a16="http://schemas.microsoft.com/office/drawing/2014/main" id="{1B79B3F9-7009-424E-B579-8724804E3183}"/>
              </a:ext>
            </a:extLst>
          </p:cNvPr>
          <p:cNvSpPr>
            <a:spLocks xmlns:a="http://schemas.openxmlformats.org/drawingml/2006/main" noGrp="1"/>
          </p:cNvSpPr>
          <p:nvPr/>
        </p:nvSpPr>
        <p:spPr>
          <a:xfrm xmlns:a="http://schemas.openxmlformats.org/drawingml/2006/main">
            <a:off x="3629025" y="4333875"/>
            <a:ext cx="29908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250" b="1">
                <a:solidFill>
                  <a:srgbClr val="17212B"/>
                </a:solidFill>
                <a:latin typeface="Malgun Gothic"/>
                <a:ea typeface="Malgun Gothic"/>
                <a:cs typeface="Malgun Gothic"/>
              </a:defRPr>
            </a:defPPr>
            <a:lvl1pPr algn="ctr">
              <a:defRPr sz="2250" b="1">
                <a:solidFill>
                  <a:srgbClr val="17212B"/>
                </a:solidFill>
                <a:latin typeface="Malgun Gothic"/>
                <a:ea typeface="Malgun Gothic"/>
                <a:cs typeface="Malgun Gothic"/>
              </a:defRPr>
            </a:lvl1pPr>
            <a:lvl2pPr algn="ctr">
              <a:defRPr sz="2250" b="1">
                <a:solidFill>
                  <a:srgbClr val="17212B"/>
                </a:solidFill>
                <a:latin typeface="Malgun Gothic"/>
                <a:ea typeface="Malgun Gothic"/>
                <a:cs typeface="Malgun Gothic"/>
              </a:defRPr>
            </a:lvl2pPr>
            <a:lvl3pPr algn="ctr">
              <a:defRPr sz="2250" b="1">
                <a:solidFill>
                  <a:srgbClr val="17212B"/>
                </a:solidFill>
                <a:latin typeface="Malgun Gothic"/>
                <a:ea typeface="Malgun Gothic"/>
                <a:cs typeface="Malgun Gothic"/>
              </a:defRPr>
            </a:lvl3pPr>
            <a:lvl4pPr algn="ctr">
              <a:defRPr sz="2250" b="1">
                <a:solidFill>
                  <a:srgbClr val="17212B"/>
                </a:solidFill>
                <a:latin typeface="Malgun Gothic"/>
                <a:ea typeface="Malgun Gothic"/>
                <a:cs typeface="Malgun Gothic"/>
              </a:defRPr>
            </a:lvl4pPr>
            <a:lvl5pPr algn="ctr">
              <a:defRPr sz="2250" b="1">
                <a:solidFill>
                  <a:srgbClr val="17212B"/>
                </a:solidFill>
                <a:latin typeface="Malgun Gothic"/>
                <a:ea typeface="Malgun Gothic"/>
                <a:cs typeface="Malgun Gothic"/>
              </a:defRPr>
            </a:lvl5pPr>
            <a:lvl6pPr algn="ctr">
              <a:defRPr sz="2250" b="1">
                <a:solidFill>
                  <a:srgbClr val="17212B"/>
                </a:solidFill>
                <a:latin typeface="Malgun Gothic"/>
                <a:ea typeface="Malgun Gothic"/>
                <a:cs typeface="Malgun Gothic"/>
              </a:defRPr>
            </a:lvl6pPr>
            <a:lvl7pPr algn="ctr">
              <a:defRPr sz="2250" b="1">
                <a:solidFill>
                  <a:srgbClr val="17212B"/>
                </a:solidFill>
                <a:latin typeface="Malgun Gothic"/>
                <a:ea typeface="Malgun Gothic"/>
                <a:cs typeface="Malgun Gothic"/>
              </a:defRPr>
            </a:lvl7pPr>
            <a:lvl8pPr algn="ctr">
              <a:defRPr sz="2250" b="1">
                <a:solidFill>
                  <a:srgbClr val="17212B"/>
                </a:solidFill>
                <a:latin typeface="Malgun Gothic"/>
                <a:ea typeface="Malgun Gothic"/>
                <a:cs typeface="Malgun Gothic"/>
              </a:defRPr>
            </a:lvl8pPr>
            <a:lvl9pPr algn="ctr">
              <a:defRPr sz="2250" b="1">
                <a:solidFill>
                  <a:srgbClr val="17212B"/>
                </a:solidFill>
                <a:latin typeface="Malgun Gothic"/>
                <a:ea typeface="Malgun Gothic"/>
                <a:cs typeface="Malgun Gothic"/>
              </a:defRPr>
            </a:lvl9pPr>
          </a:lstStyle>
          <a:p xmlns:a="http://schemas.openxmlformats.org/drawingml/2006/main">
            <a:pPr algn="ctr">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통합·제거 후보</a:t>
            </a:r>
          </a:p>
        </p:txBody>
      </p:sp>
      <p:cxnSp>
        <p:nvCxnSpPr>
          <p:cNvPr id="21" name="">
            <a:extLst xmlns:a="http://schemas.openxmlformats.org/drawingml/2006/main">
              <a:ext uri="{FF2B5EF4-FFF2-40B4-BE49-F238E27FC236}">
                <a16:creationId xmlns:a16="http://schemas.microsoft.com/office/drawing/2014/main" id="{51BEB94A-0FA3-47B4-8F31-5BFA26F6C0FD}"/>
              </a:ext>
            </a:extLst>
          </p:cNvPr>
          <p:cNvCxnSpPr/>
          <p:nvPr/>
        </p:nvCxnSpPr>
        <p:spPr>
          <a:xfrm xmlns:a="http://schemas.openxmlformats.org/drawingml/2006/main">
            <a:off x="6858000" y="4581525"/>
            <a:ext cx="581025"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같은 기준으로 비교">
            <a:extLst xmlns:a="http://schemas.openxmlformats.org/drawingml/2006/main">
              <a:ext uri="{FF2B5EF4-FFF2-40B4-BE49-F238E27FC236}">
                <a16:creationId xmlns:a16="http://schemas.microsoft.com/office/drawing/2014/main" id="{B86A14F8-F706-4B5B-9B18-B6D422CD7682}"/>
              </a:ext>
            </a:extLst>
          </p:cNvPr>
          <p:cNvSpPr>
            <a:spLocks xmlns:a="http://schemas.openxmlformats.org/drawingml/2006/main" noGrp="1"/>
          </p:cNvSpPr>
          <p:nvPr/>
        </p:nvSpPr>
        <p:spPr>
          <a:xfrm xmlns:a="http://schemas.openxmlformats.org/drawingml/2006/main">
            <a:off x="7648575" y="2590800"/>
            <a:ext cx="39338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기준으로 비교</a:t>
            </a:r>
          </a:p>
        </p:txBody>
      </p:sp>
      <p:sp>
        <p:nvSpPr>
          <p:cNvPr id="23" name="">
            <a:extLst xmlns:a="http://schemas.openxmlformats.org/drawingml/2006/main">
              <a:ext uri="{FF2B5EF4-FFF2-40B4-BE49-F238E27FC236}">
                <a16:creationId xmlns:a16="http://schemas.microsoft.com/office/drawing/2014/main" id="{5D9EE96F-108B-477D-9284-214DD8455DAE}"/>
              </a:ext>
            </a:extLst>
          </p:cNvPr>
          <p:cNvSpPr>
            <a:spLocks xmlns:a="http://schemas.openxmlformats.org/drawingml/2006/main" noGrp="1"/>
          </p:cNvSpPr>
          <p:nvPr/>
        </p:nvSpPr>
        <p:spPr>
          <a:xfrm xmlns:a="http://schemas.openxmlformats.org/drawingml/2006/main">
            <a:off x="7648575" y="31146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결과 · 회귀">
            <a:extLst xmlns:a="http://schemas.openxmlformats.org/drawingml/2006/main">
              <a:ext uri="{FF2B5EF4-FFF2-40B4-BE49-F238E27FC236}">
                <a16:creationId xmlns:a16="http://schemas.microsoft.com/office/drawing/2014/main" id="{695FDB03-DBC5-41A5-BEAD-42D4C91672EC}"/>
              </a:ext>
            </a:extLst>
          </p:cNvPr>
          <p:cNvSpPr>
            <a:spLocks xmlns:a="http://schemas.openxmlformats.org/drawingml/2006/main" noGrp="1"/>
          </p:cNvSpPr>
          <p:nvPr/>
        </p:nvSpPr>
        <p:spPr>
          <a:xfrm xmlns:a="http://schemas.openxmlformats.org/drawingml/2006/main">
            <a:off x="7648575" y="31623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결과 · 회귀</a:t>
            </a:r>
          </a:p>
        </p:txBody>
      </p:sp>
      <p:sp>
        <p:nvSpPr>
          <p:cNvPr id="25" name="명세와 기존 동작을 지키나?">
            <a:extLst xmlns:a="http://schemas.openxmlformats.org/drawingml/2006/main">
              <a:ext uri="{FF2B5EF4-FFF2-40B4-BE49-F238E27FC236}">
                <a16:creationId xmlns:a16="http://schemas.microsoft.com/office/drawing/2014/main" id="{29ACE375-4A58-424D-981C-398A17E285BF}"/>
              </a:ext>
            </a:extLst>
          </p:cNvPr>
          <p:cNvSpPr>
            <a:spLocks xmlns:a="http://schemas.openxmlformats.org/drawingml/2006/main" noGrp="1"/>
          </p:cNvSpPr>
          <p:nvPr/>
        </p:nvSpPr>
        <p:spPr>
          <a:xfrm xmlns:a="http://schemas.openxmlformats.org/drawingml/2006/main">
            <a:off x="7648575" y="34671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명세와 기존 동작을 지키나?</a:t>
            </a:r>
          </a:p>
        </p:txBody>
      </p:sp>
      <p:sp>
        <p:nvSpPr>
          <p:cNvPr id="26" name="">
            <a:extLst xmlns:a="http://schemas.openxmlformats.org/drawingml/2006/main">
              <a:ext uri="{FF2B5EF4-FFF2-40B4-BE49-F238E27FC236}">
                <a16:creationId xmlns:a16="http://schemas.microsoft.com/office/drawing/2014/main" id="{F5C41998-7E35-442E-99C8-AFC6F8E9AD73}"/>
              </a:ext>
            </a:extLst>
          </p:cNvPr>
          <p:cNvSpPr>
            <a:spLocks xmlns:a="http://schemas.openxmlformats.org/drawingml/2006/main" noGrp="1"/>
          </p:cNvSpPr>
          <p:nvPr/>
        </p:nvSpPr>
        <p:spPr>
          <a:xfrm xmlns:a="http://schemas.openxmlformats.org/drawingml/2006/main">
            <a:off x="7648575" y="378142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7" name="시간 · 비용">
            <a:extLst xmlns:a="http://schemas.openxmlformats.org/drawingml/2006/main">
              <a:ext uri="{FF2B5EF4-FFF2-40B4-BE49-F238E27FC236}">
                <a16:creationId xmlns:a16="http://schemas.microsoft.com/office/drawing/2014/main" id="{D1FF153D-BDDE-4D01-8978-DED28395BE14}"/>
              </a:ext>
            </a:extLst>
          </p:cNvPr>
          <p:cNvSpPr>
            <a:spLocks xmlns:a="http://schemas.openxmlformats.org/drawingml/2006/main" noGrp="1"/>
          </p:cNvSpPr>
          <p:nvPr/>
        </p:nvSpPr>
        <p:spPr>
          <a:xfrm xmlns:a="http://schemas.openxmlformats.org/drawingml/2006/main">
            <a:off x="7648575" y="38290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시간 · 비용</a:t>
            </a:r>
          </a:p>
        </p:txBody>
      </p:sp>
      <p:sp>
        <p:nvSpPr>
          <p:cNvPr id="28" name="기록으로 달라진 점을 보나?">
            <a:extLst xmlns:a="http://schemas.openxmlformats.org/drawingml/2006/main">
              <a:ext uri="{FF2B5EF4-FFF2-40B4-BE49-F238E27FC236}">
                <a16:creationId xmlns:a16="http://schemas.microsoft.com/office/drawing/2014/main" id="{7E3DB457-6190-4CFA-B616-FB669C917343}"/>
              </a:ext>
            </a:extLst>
          </p:cNvPr>
          <p:cNvSpPr>
            <a:spLocks xmlns:a="http://schemas.openxmlformats.org/drawingml/2006/main" noGrp="1"/>
          </p:cNvSpPr>
          <p:nvPr/>
        </p:nvSpPr>
        <p:spPr>
          <a:xfrm xmlns:a="http://schemas.openxmlformats.org/drawingml/2006/main">
            <a:off x="7648575" y="413385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기록으로 달라진 점을 보나?</a:t>
            </a:r>
          </a:p>
        </p:txBody>
      </p:sp>
      <p:sp>
        <p:nvSpPr>
          <p:cNvPr id="29" name="">
            <a:extLst xmlns:a="http://schemas.openxmlformats.org/drawingml/2006/main">
              <a:ext uri="{FF2B5EF4-FFF2-40B4-BE49-F238E27FC236}">
                <a16:creationId xmlns:a16="http://schemas.microsoft.com/office/drawing/2014/main" id="{9FADB3FA-2FF3-4A63-86E3-D2059EAE58C1}"/>
              </a:ext>
            </a:extLst>
          </p:cNvPr>
          <p:cNvSpPr>
            <a:spLocks xmlns:a="http://schemas.openxmlformats.org/drawingml/2006/main" noGrp="1"/>
          </p:cNvSpPr>
          <p:nvPr/>
        </p:nvSpPr>
        <p:spPr>
          <a:xfrm xmlns:a="http://schemas.openxmlformats.org/drawingml/2006/main">
            <a:off x="7648575" y="4448175"/>
            <a:ext cx="3933825"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0" name="남은 위험">
            <a:extLst xmlns:a="http://schemas.openxmlformats.org/drawingml/2006/main">
              <a:ext uri="{FF2B5EF4-FFF2-40B4-BE49-F238E27FC236}">
                <a16:creationId xmlns:a16="http://schemas.microsoft.com/office/drawing/2014/main" id="{1D0D22F9-A558-46EF-9462-63EA7D9FBEE5}"/>
              </a:ext>
            </a:extLst>
          </p:cNvPr>
          <p:cNvSpPr>
            <a:spLocks xmlns:a="http://schemas.openxmlformats.org/drawingml/2006/main" noGrp="1"/>
          </p:cNvSpPr>
          <p:nvPr/>
        </p:nvSpPr>
        <p:spPr>
          <a:xfrm xmlns:a="http://schemas.openxmlformats.org/drawingml/2006/main">
            <a:off x="7648575" y="44958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남은 위험</a:t>
            </a:r>
          </a:p>
        </p:txBody>
      </p:sp>
      <p:sp>
        <p:nvSpPr>
          <p:cNvPr id="31" name="놓친 작업·권한 조건은 없나?">
            <a:extLst xmlns:a="http://schemas.openxmlformats.org/drawingml/2006/main">
              <a:ext uri="{FF2B5EF4-FFF2-40B4-BE49-F238E27FC236}">
                <a16:creationId xmlns:a16="http://schemas.microsoft.com/office/drawing/2014/main" id="{2CB6CDA7-357B-476B-953F-D945089D2149}"/>
              </a:ext>
            </a:extLst>
          </p:cNvPr>
          <p:cNvSpPr>
            <a:spLocks xmlns:a="http://schemas.openxmlformats.org/drawingml/2006/main" noGrp="1"/>
          </p:cNvSpPr>
          <p:nvPr/>
        </p:nvSpPr>
        <p:spPr>
          <a:xfrm xmlns:a="http://schemas.openxmlformats.org/drawingml/2006/main">
            <a:off x="7648575" y="4800600"/>
            <a:ext cx="393382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17212B"/>
                </a:solidFill>
                <a:latin typeface="Malgun Gothic"/>
                <a:ea typeface="Malgun Gothic"/>
                <a:cs typeface="Malgun Gothic"/>
              </a:defRPr>
            </a:defPPr>
            <a:lvl1pPr algn="l">
              <a:defRPr sz="1725" b="0">
                <a:solidFill>
                  <a:srgbClr val="17212B"/>
                </a:solidFill>
                <a:latin typeface="Malgun Gothic"/>
                <a:ea typeface="Malgun Gothic"/>
                <a:cs typeface="Malgun Gothic"/>
              </a:defRPr>
            </a:lvl1pPr>
            <a:lvl2pPr algn="l">
              <a:defRPr sz="1725" b="0">
                <a:solidFill>
                  <a:srgbClr val="17212B"/>
                </a:solidFill>
                <a:latin typeface="Malgun Gothic"/>
                <a:ea typeface="Malgun Gothic"/>
                <a:cs typeface="Malgun Gothic"/>
              </a:defRPr>
            </a:lvl2pPr>
            <a:lvl3pPr algn="l">
              <a:defRPr sz="1725" b="0">
                <a:solidFill>
                  <a:srgbClr val="17212B"/>
                </a:solidFill>
                <a:latin typeface="Malgun Gothic"/>
                <a:ea typeface="Malgun Gothic"/>
                <a:cs typeface="Malgun Gothic"/>
              </a:defRPr>
            </a:lvl3pPr>
            <a:lvl4pPr algn="l">
              <a:defRPr sz="1725" b="0">
                <a:solidFill>
                  <a:srgbClr val="17212B"/>
                </a:solidFill>
                <a:latin typeface="Malgun Gothic"/>
                <a:ea typeface="Malgun Gothic"/>
                <a:cs typeface="Malgun Gothic"/>
              </a:defRPr>
            </a:lvl4pPr>
            <a:lvl5pPr algn="l">
              <a:defRPr sz="1725" b="0">
                <a:solidFill>
                  <a:srgbClr val="17212B"/>
                </a:solidFill>
                <a:latin typeface="Malgun Gothic"/>
                <a:ea typeface="Malgun Gothic"/>
                <a:cs typeface="Malgun Gothic"/>
              </a:defRPr>
            </a:lvl5pPr>
            <a:lvl6pPr algn="l">
              <a:defRPr sz="1725" b="0">
                <a:solidFill>
                  <a:srgbClr val="17212B"/>
                </a:solidFill>
                <a:latin typeface="Malgun Gothic"/>
                <a:ea typeface="Malgun Gothic"/>
                <a:cs typeface="Malgun Gothic"/>
              </a:defRPr>
            </a:lvl6pPr>
            <a:lvl7pPr algn="l">
              <a:defRPr sz="1725" b="0">
                <a:solidFill>
                  <a:srgbClr val="17212B"/>
                </a:solidFill>
                <a:latin typeface="Malgun Gothic"/>
                <a:ea typeface="Malgun Gothic"/>
                <a:cs typeface="Malgun Gothic"/>
              </a:defRPr>
            </a:lvl7pPr>
            <a:lvl8pPr algn="l">
              <a:defRPr sz="1725" b="0">
                <a:solidFill>
                  <a:srgbClr val="17212B"/>
                </a:solidFill>
                <a:latin typeface="Malgun Gothic"/>
                <a:ea typeface="Malgun Gothic"/>
                <a:cs typeface="Malgun Gothic"/>
              </a:defRPr>
            </a:lvl8pPr>
            <a:lvl9pPr algn="l">
              <a:defRPr sz="1725" b="0">
                <a:solidFill>
                  <a:srgbClr val="17212B"/>
                </a:solidFill>
                <a:latin typeface="Malgun Gothic"/>
                <a:ea typeface="Malgun Gothic"/>
                <a:cs typeface="Malgun Gothic"/>
              </a:defRPr>
            </a:lvl9pPr>
          </a:lstStyle>
          <a:p xmlns:a="http://schemas.openxmlformats.org/drawingml/2006/main">
            <a:pPr algn="l">
              <a:defRPr sz="1725" b="0">
                <a:solidFill>
                  <a:srgbClr val="17212B"/>
                </a:solidFill>
                <a:latin typeface="Malgun Gothic"/>
                <a:ea typeface="Malgun Gothic"/>
                <a:cs typeface="Malgun Gothic"/>
              </a:defRPr>
            </a:pPr>
            <a:r>
              <a:rPr sz="1725" b="0">
                <a:solidFill>
                  <a:srgbClr val="17212B"/>
                </a:solidFill>
                <a:latin typeface="Malgun Gothic"/>
                <a:ea typeface="Malgun Gothic"/>
                <a:cs typeface="Malgun Gothic"/>
              </a:rPr>
              <a:t>놓친 작업·권한 조건은 없나?</a:t>
            </a:r>
          </a:p>
        </p:txBody>
      </p:sp>
      <p:sp>
        <p:nvSpPr>
          <p:cNvPr id="32" name="확인한 범위만 채택한다">
            <a:extLst xmlns:a="http://schemas.openxmlformats.org/drawingml/2006/main">
              <a:ext uri="{FF2B5EF4-FFF2-40B4-BE49-F238E27FC236}">
                <a16:creationId xmlns:a16="http://schemas.microsoft.com/office/drawing/2014/main" id="{B9710D7E-8BB6-43A2-A382-758E9932BB5E}"/>
              </a:ext>
            </a:extLst>
          </p:cNvPr>
          <p:cNvSpPr>
            <a:spLocks xmlns:a="http://schemas.openxmlformats.org/drawingml/2006/main" noGrp="1"/>
          </p:cNvSpPr>
          <p:nvPr/>
        </p:nvSpPr>
        <p:spPr>
          <a:xfrm xmlns:a="http://schemas.openxmlformats.org/drawingml/2006/main">
            <a:off x="609600" y="5362575"/>
            <a:ext cx="52197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확인한 범위만 채택한다</a:t>
            </a:r>
          </a:p>
        </p:txBody>
      </p:sp>
      <p:sp>
        <p:nvSpPr>
          <p:cNvPr id="33" name="나빠지면 되돌리고, 이유를 남긴다">
            <a:extLst xmlns:a="http://schemas.openxmlformats.org/drawingml/2006/main">
              <a:ext uri="{FF2B5EF4-FFF2-40B4-BE49-F238E27FC236}">
                <a16:creationId xmlns:a16="http://schemas.microsoft.com/office/drawing/2014/main" id="{78118689-9381-4E86-A0D5-832D4C0CFFC5}"/>
              </a:ext>
            </a:extLst>
          </p:cNvPr>
          <p:cNvSpPr>
            <a:spLocks xmlns:a="http://schemas.openxmlformats.org/drawingml/2006/main" noGrp="1"/>
          </p:cNvSpPr>
          <p:nvPr/>
        </p:nvSpPr>
        <p:spPr>
          <a:xfrm xmlns:a="http://schemas.openxmlformats.org/drawingml/2006/main">
            <a:off x="6334125" y="5362575"/>
            <a:ext cx="5248275"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나빠지면 되돌리고, 이유를 남긴다</a:t>
            </a:r>
          </a:p>
        </p:txBody>
      </p:sp>
      <p:sp>
        <p:nvSpPr>
          <p:cNvPr id="34" name="Legacy module connection">
            <a:extLst xmlns:a="http://schemas.openxmlformats.org/drawingml/2006/main">
              <a:ext uri="{FF2B5EF4-FFF2-40B4-BE49-F238E27FC236}">
                <a16:creationId xmlns:a16="http://schemas.microsoft.com/office/drawing/2014/main" id="{7C406B38-BC48-417D-9F07-26D88FE71F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41645415"/>
      </p:ext>
    </p:extLst>
  </p:cSld>
</p:sld>
</file>

<file path=ppt/slides/slide9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5 · C++ VISION / 문제 하나 고르기">
            <a:extLst xmlns:a="http://schemas.openxmlformats.org/drawingml/2006/main">
              <a:ext uri="{FF2B5EF4-FFF2-40B4-BE49-F238E27FC236}">
                <a16:creationId xmlns:a16="http://schemas.microsoft.com/office/drawing/2014/main" id="{3D05B9EE-6769-4833-A2C8-A207F78F91B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C++ VISION / 문제 하나 고르기</a:t>
            </a:r>
          </a:p>
        </p:txBody>
      </p:sp>
      <p:sp>
        <p:nvSpPr>
          <p:cNvPr id="2" name="S97">
            <a:extLst xmlns:a="http://schemas.openxmlformats.org/drawingml/2006/main">
              <a:ext uri="{FF2B5EF4-FFF2-40B4-BE49-F238E27FC236}">
                <a16:creationId xmlns:a16="http://schemas.microsoft.com/office/drawing/2014/main" id="{3760EBF6-8958-4946-B530-6F2BB850B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S97</a:t>
            </a:r>
          </a:p>
        </p:txBody>
      </p:sp>
      <p:sp>
        <p:nvSpPr>
          <p:cNvPr id="3" name="내 업무에서는 무엇이 반복해서 막힐까?">
            <a:extLst xmlns:a="http://schemas.openxmlformats.org/drawingml/2006/main">
              <a:ext uri="{FF2B5EF4-FFF2-40B4-BE49-F238E27FC236}">
                <a16:creationId xmlns:a16="http://schemas.microsoft.com/office/drawing/2014/main" id="{F4A127D7-A349-4EF8-B1A4-08D67C4EF5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 업무에서는 무엇이 반복해서 막힐까?</a:t>
            </a:r>
          </a:p>
        </p:txBody>
      </p:sp>
      <p:sp>
        <p:nvSpPr>
          <p:cNvPr id="4" name="">
            <a:extLst xmlns:a="http://schemas.openxmlformats.org/drawingml/2006/main">
              <a:ext uri="{FF2B5EF4-FFF2-40B4-BE49-F238E27FC236}">
                <a16:creationId xmlns:a16="http://schemas.microsoft.com/office/drawing/2014/main" id="{6B16C978-1C38-4AA9-A521-AD20BC7F3E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68–069 · 업무 적용을 위한 교육용 질문">
            <a:extLst xmlns:a="http://schemas.openxmlformats.org/drawingml/2006/main">
              <a:ext uri="{FF2B5EF4-FFF2-40B4-BE49-F238E27FC236}">
                <a16:creationId xmlns:a16="http://schemas.microsoft.com/office/drawing/2014/main" id="{11F2FAD5-0393-4473-B3C1-28E54F07849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BEAT-068–069 · 업무 적용을 위한 교육용 질문</a:t>
            </a:r>
          </a:p>
        </p:txBody>
      </p:sp>
      <p:sp>
        <p:nvSpPr>
          <p:cNvPr id="6" name="A–E는 같은 수준의 선택지 · 필수 도입 순서나 검증된 C++ 프로젝트 절차가 아님">
            <a:extLst xmlns:a="http://schemas.openxmlformats.org/drawingml/2006/main">
              <a:ext uri="{FF2B5EF4-FFF2-40B4-BE49-F238E27FC236}">
                <a16:creationId xmlns:a16="http://schemas.microsoft.com/office/drawing/2014/main" id="{58938FE2-337E-46CA-A713-3DC30291481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A–E는 같은 수준의 선택지 · 필수 도입 순서나 검증된 C++ 프로젝트 절차가 아님</a:t>
            </a:r>
          </a:p>
        </p:txBody>
      </p:sp>
      <p:sp>
        <p:nvSpPr>
          <p:cNvPr id="7" name="부족한 기준과 겹쳐 쌓인 구성 중, 가까운 문제 하나만">
            <a:extLst xmlns:a="http://schemas.openxmlformats.org/drawingml/2006/main">
              <a:ext uri="{FF2B5EF4-FFF2-40B4-BE49-F238E27FC236}">
                <a16:creationId xmlns:a16="http://schemas.microsoft.com/office/drawing/2014/main" id="{9E077ED6-9563-48D2-9AFC-1559053FA3EE}"/>
              </a:ext>
            </a:extLst>
          </p:cNvPr>
          <p:cNvSpPr>
            <a:spLocks xmlns:a="http://schemas.openxmlformats.org/drawingml/2006/main" noGrp="1"/>
          </p:cNvSpPr>
          <p:nvPr/>
        </p:nvSpPr>
        <p:spPr>
          <a:xfrm xmlns:a="http://schemas.openxmlformats.org/drawingml/2006/main">
            <a:off x="609600" y="1762125"/>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부족한 기준과 겹쳐 쌓인 구성 중, 가까운 문제 하나만</a:t>
            </a:r>
          </a:p>
        </p:txBody>
      </p:sp>
      <p:sp>
        <p:nvSpPr>
          <p:cNvPr id="8" name="">
            <a:extLst xmlns:a="http://schemas.openxmlformats.org/drawingml/2006/main">
              <a:ext uri="{FF2B5EF4-FFF2-40B4-BE49-F238E27FC236}">
                <a16:creationId xmlns:a16="http://schemas.microsoft.com/office/drawing/2014/main" id="{BB16B65B-80A0-47FD-8A9A-22F030D32C47}"/>
              </a:ext>
            </a:extLst>
          </p:cNvPr>
          <p:cNvSpPr>
            <a:spLocks xmlns:a="http://schemas.openxmlformats.org/drawingml/2006/main" noGrp="1"/>
          </p:cNvSpPr>
          <p:nvPr/>
        </p:nvSpPr>
        <p:spPr>
          <a:xfrm xmlns:a="http://schemas.openxmlformats.org/drawingml/2006/main">
            <a:off x="609600" y="24098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9CA05FBA-CE7B-4DD5-B15D-42A2D10C6E8E}"/>
              </a:ext>
            </a:extLst>
          </p:cNvPr>
          <p:cNvSpPr>
            <a:spLocks xmlns:a="http://schemas.openxmlformats.org/drawingml/2006/main" noGrp="1"/>
          </p:cNvSpPr>
          <p:nvPr/>
        </p:nvSpPr>
        <p:spPr>
          <a:xfrm xmlns:a="http://schemas.openxmlformats.org/drawingml/2006/main">
            <a:off x="609600" y="25336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5D3EDE6B-6BBB-4121-9CF0-8349EA4716CE}"/>
              </a:ext>
            </a:extLst>
          </p:cNvPr>
          <p:cNvSpPr>
            <a:spLocks xmlns:a="http://schemas.openxmlformats.org/drawingml/2006/main" noGrp="1"/>
          </p:cNvSpPr>
          <p:nvPr/>
        </p:nvSpPr>
        <p:spPr>
          <a:xfrm xmlns:a="http://schemas.openxmlformats.org/drawingml/2006/main">
            <a:off x="609600" y="25431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성능 조사 범위가 모호하다">
            <a:extLst xmlns:a="http://schemas.openxmlformats.org/drawingml/2006/main">
              <a:ext uri="{FF2B5EF4-FFF2-40B4-BE49-F238E27FC236}">
                <a16:creationId xmlns:a16="http://schemas.microsoft.com/office/drawing/2014/main" id="{00F0334F-14D4-43F7-AC71-2CA6C797B089}"/>
              </a:ext>
            </a:extLst>
          </p:cNvPr>
          <p:cNvSpPr>
            <a:spLocks xmlns:a="http://schemas.openxmlformats.org/drawingml/2006/main" noGrp="1"/>
          </p:cNvSpPr>
          <p:nvPr/>
        </p:nvSpPr>
        <p:spPr>
          <a:xfrm xmlns:a="http://schemas.openxmlformats.org/drawingml/2006/main">
            <a:off x="1200150" y="25050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 범위가 모호하다</a:t>
            </a:r>
          </a:p>
        </p:txBody>
      </p:sp>
      <p:sp>
        <p:nvSpPr>
          <p:cNvPr id="12" name="요청 · Task">
            <a:extLst xmlns:a="http://schemas.openxmlformats.org/drawingml/2006/main">
              <a:ext uri="{FF2B5EF4-FFF2-40B4-BE49-F238E27FC236}">
                <a16:creationId xmlns:a16="http://schemas.microsoft.com/office/drawing/2014/main" id="{76CB3738-6233-4103-84F6-56D51FA38A81}"/>
              </a:ext>
            </a:extLst>
          </p:cNvPr>
          <p:cNvSpPr>
            <a:spLocks xmlns:a="http://schemas.openxmlformats.org/drawingml/2006/main" noGrp="1"/>
          </p:cNvSpPr>
          <p:nvPr/>
        </p:nvSpPr>
        <p:spPr>
          <a:xfrm xmlns:a="http://schemas.openxmlformats.org/drawingml/2006/main">
            <a:off x="8401050" y="25050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요청 · Task</a:t>
            </a:r>
          </a:p>
        </p:txBody>
      </p:sp>
      <p:sp>
        <p:nvSpPr>
          <p:cNvPr id="13" name="">
            <a:extLst xmlns:a="http://schemas.openxmlformats.org/drawingml/2006/main">
              <a:ext uri="{FF2B5EF4-FFF2-40B4-BE49-F238E27FC236}">
                <a16:creationId xmlns:a16="http://schemas.microsoft.com/office/drawing/2014/main" id="{50EA61AE-8C0D-45FA-8103-F0A1DEE11345}"/>
              </a:ext>
            </a:extLst>
          </p:cNvPr>
          <p:cNvSpPr>
            <a:spLocks xmlns:a="http://schemas.openxmlformats.org/drawingml/2006/main" noGrp="1"/>
          </p:cNvSpPr>
          <p:nvPr/>
        </p:nvSpPr>
        <p:spPr>
          <a:xfrm xmlns:a="http://schemas.openxmlformats.org/drawingml/2006/main">
            <a:off x="609600" y="3028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7C45ACDD-C538-44E4-BACD-9DDF1C194446}"/>
              </a:ext>
            </a:extLst>
          </p:cNvPr>
          <p:cNvSpPr>
            <a:spLocks xmlns:a="http://schemas.openxmlformats.org/drawingml/2006/main" noGrp="1"/>
          </p:cNvSpPr>
          <p:nvPr/>
        </p:nvSpPr>
        <p:spPr>
          <a:xfrm xmlns:a="http://schemas.openxmlformats.org/drawingml/2006/main">
            <a:off x="609600" y="315277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B">
            <a:extLst xmlns:a="http://schemas.openxmlformats.org/drawingml/2006/main">
              <a:ext uri="{FF2B5EF4-FFF2-40B4-BE49-F238E27FC236}">
                <a16:creationId xmlns:a16="http://schemas.microsoft.com/office/drawing/2014/main" id="{958C0555-D19F-4F0F-A222-E610F9CC32DD}"/>
              </a:ext>
            </a:extLst>
          </p:cNvPr>
          <p:cNvSpPr>
            <a:spLocks xmlns:a="http://schemas.openxmlformats.org/drawingml/2006/main" noGrp="1"/>
          </p:cNvSpPr>
          <p:nvPr/>
        </p:nvSpPr>
        <p:spPr>
          <a:xfrm xmlns:a="http://schemas.openxmlformats.org/drawingml/2006/main">
            <a:off x="609600" y="316230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6" name="조건 설명과 지침이 반복·중복된다">
            <a:extLst xmlns:a="http://schemas.openxmlformats.org/drawingml/2006/main">
              <a:ext uri="{FF2B5EF4-FFF2-40B4-BE49-F238E27FC236}">
                <a16:creationId xmlns:a16="http://schemas.microsoft.com/office/drawing/2014/main" id="{CF32F605-159A-4761-8297-B782410A7FDA}"/>
              </a:ext>
            </a:extLst>
          </p:cNvPr>
          <p:cNvSpPr>
            <a:spLocks xmlns:a="http://schemas.openxmlformats.org/drawingml/2006/main" noGrp="1"/>
          </p:cNvSpPr>
          <p:nvPr/>
        </p:nvSpPr>
        <p:spPr>
          <a:xfrm xmlns:a="http://schemas.openxmlformats.org/drawingml/2006/main">
            <a:off x="1200150" y="312420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조건 설명과 지침이 반복·중복된다</a:t>
            </a:r>
          </a:p>
        </p:txBody>
      </p:sp>
      <p:sp>
        <p:nvSpPr>
          <p:cNvPr id="17" name="지식 · Context">
            <a:extLst xmlns:a="http://schemas.openxmlformats.org/drawingml/2006/main">
              <a:ext uri="{FF2B5EF4-FFF2-40B4-BE49-F238E27FC236}">
                <a16:creationId xmlns:a16="http://schemas.microsoft.com/office/drawing/2014/main" id="{2BA43916-A342-4249-B8CE-32FC83B54B54}"/>
              </a:ext>
            </a:extLst>
          </p:cNvPr>
          <p:cNvSpPr>
            <a:spLocks xmlns:a="http://schemas.openxmlformats.org/drawingml/2006/main" noGrp="1"/>
          </p:cNvSpPr>
          <p:nvPr/>
        </p:nvSpPr>
        <p:spPr>
          <a:xfrm xmlns:a="http://schemas.openxmlformats.org/drawingml/2006/main">
            <a:off x="8401050" y="312420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지식 · Context</a:t>
            </a:r>
          </a:p>
        </p:txBody>
      </p:sp>
      <p:sp>
        <p:nvSpPr>
          <p:cNvPr id="18" name="">
            <a:extLst xmlns:a="http://schemas.openxmlformats.org/drawingml/2006/main">
              <a:ext uri="{FF2B5EF4-FFF2-40B4-BE49-F238E27FC236}">
                <a16:creationId xmlns:a16="http://schemas.microsoft.com/office/drawing/2014/main" id="{3E53C7AA-3296-42CA-BC67-8E251F9977C4}"/>
              </a:ext>
            </a:extLst>
          </p:cNvPr>
          <p:cNvSpPr>
            <a:spLocks xmlns:a="http://schemas.openxmlformats.org/drawingml/2006/main" noGrp="1"/>
          </p:cNvSpPr>
          <p:nvPr/>
        </p:nvSpPr>
        <p:spPr>
          <a:xfrm xmlns:a="http://schemas.openxmlformats.org/drawingml/2006/main">
            <a:off x="609600" y="36480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CAB056FE-B7F9-45C1-A9AF-DBB5E13ABEF9}"/>
              </a:ext>
            </a:extLst>
          </p:cNvPr>
          <p:cNvSpPr>
            <a:spLocks xmlns:a="http://schemas.openxmlformats.org/drawingml/2006/main" noGrp="1"/>
          </p:cNvSpPr>
          <p:nvPr/>
        </p:nvSpPr>
        <p:spPr>
          <a:xfrm xmlns:a="http://schemas.openxmlformats.org/drawingml/2006/main">
            <a:off x="609600" y="377190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C">
            <a:extLst xmlns:a="http://schemas.openxmlformats.org/drawingml/2006/main">
              <a:ext uri="{FF2B5EF4-FFF2-40B4-BE49-F238E27FC236}">
                <a16:creationId xmlns:a16="http://schemas.microsoft.com/office/drawing/2014/main" id="{B5E8CE75-1122-4FDD-B4BA-FD2DBAA4F354}"/>
              </a:ext>
            </a:extLst>
          </p:cNvPr>
          <p:cNvSpPr>
            <a:spLocks xmlns:a="http://schemas.openxmlformats.org/drawingml/2006/main" noGrp="1"/>
          </p:cNvSpPr>
          <p:nvPr/>
        </p:nvSpPr>
        <p:spPr>
          <a:xfrm xmlns:a="http://schemas.openxmlformats.org/drawingml/2006/main">
            <a:off x="609600" y="378142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21" name="수행 절차·역할이 반복되거나 겹친다">
            <a:extLst xmlns:a="http://schemas.openxmlformats.org/drawingml/2006/main">
              <a:ext uri="{FF2B5EF4-FFF2-40B4-BE49-F238E27FC236}">
                <a16:creationId xmlns:a16="http://schemas.microsoft.com/office/drawing/2014/main" id="{14D968F6-F26F-45F3-BF7E-2390212D0C88}"/>
              </a:ext>
            </a:extLst>
          </p:cNvPr>
          <p:cNvSpPr>
            <a:spLocks xmlns:a="http://schemas.openxmlformats.org/drawingml/2006/main" noGrp="1"/>
          </p:cNvSpPr>
          <p:nvPr/>
        </p:nvSpPr>
        <p:spPr>
          <a:xfrm xmlns:a="http://schemas.openxmlformats.org/drawingml/2006/main">
            <a:off x="1200150" y="374332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수행 절차·역할이 반복되거나 겹친다</a:t>
            </a:r>
          </a:p>
        </p:txBody>
      </p:sp>
      <p:sp>
        <p:nvSpPr>
          <p:cNvPr id="22" name="수행 방법 · Workflow">
            <a:extLst xmlns:a="http://schemas.openxmlformats.org/drawingml/2006/main">
              <a:ext uri="{FF2B5EF4-FFF2-40B4-BE49-F238E27FC236}">
                <a16:creationId xmlns:a16="http://schemas.microsoft.com/office/drawing/2014/main" id="{7622DF9C-CD79-4479-9D5E-F470F4546984}"/>
              </a:ext>
            </a:extLst>
          </p:cNvPr>
          <p:cNvSpPr>
            <a:spLocks xmlns:a="http://schemas.openxmlformats.org/drawingml/2006/main" noGrp="1"/>
          </p:cNvSpPr>
          <p:nvPr/>
        </p:nvSpPr>
        <p:spPr>
          <a:xfrm xmlns:a="http://schemas.openxmlformats.org/drawingml/2006/main">
            <a:off x="8401050" y="374332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수행 방법 · Workflow</a:t>
            </a:r>
          </a:p>
        </p:txBody>
      </p:sp>
      <p:sp>
        <p:nvSpPr>
          <p:cNvPr id="23" name="">
            <a:extLst xmlns:a="http://schemas.openxmlformats.org/drawingml/2006/main">
              <a:ext uri="{FF2B5EF4-FFF2-40B4-BE49-F238E27FC236}">
                <a16:creationId xmlns:a16="http://schemas.microsoft.com/office/drawing/2014/main" id="{4B317F09-7C6E-4893-A61D-B677DA84A657}"/>
              </a:ext>
            </a:extLst>
          </p:cNvPr>
          <p:cNvSpPr>
            <a:spLocks xmlns:a="http://schemas.openxmlformats.org/drawingml/2006/main" noGrp="1"/>
          </p:cNvSpPr>
          <p:nvPr/>
        </p:nvSpPr>
        <p:spPr>
          <a:xfrm xmlns:a="http://schemas.openxmlformats.org/drawingml/2006/main">
            <a:off x="609600" y="42672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4" name="">
            <a:extLst xmlns:a="http://schemas.openxmlformats.org/drawingml/2006/main">
              <a:ext uri="{FF2B5EF4-FFF2-40B4-BE49-F238E27FC236}">
                <a16:creationId xmlns:a16="http://schemas.microsoft.com/office/drawing/2014/main" id="{75A4565A-43B9-43CE-83AC-C9CC0BB66D07}"/>
              </a:ext>
            </a:extLst>
          </p:cNvPr>
          <p:cNvSpPr>
            <a:spLocks xmlns:a="http://schemas.openxmlformats.org/drawingml/2006/main" noGrp="1"/>
          </p:cNvSpPr>
          <p:nvPr/>
        </p:nvSpPr>
        <p:spPr>
          <a:xfrm xmlns:a="http://schemas.openxmlformats.org/drawingml/2006/main">
            <a:off x="609600" y="4391025"/>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D">
            <a:extLst xmlns:a="http://schemas.openxmlformats.org/drawingml/2006/main">
              <a:ext uri="{FF2B5EF4-FFF2-40B4-BE49-F238E27FC236}">
                <a16:creationId xmlns:a16="http://schemas.microsoft.com/office/drawing/2014/main" id="{1C76BE93-C0CB-4478-B8D5-C53834DFE57F}"/>
              </a:ext>
            </a:extLst>
          </p:cNvPr>
          <p:cNvSpPr>
            <a:spLocks xmlns:a="http://schemas.openxmlformats.org/drawingml/2006/main" noGrp="1"/>
          </p:cNvSpPr>
          <p:nvPr/>
        </p:nvSpPr>
        <p:spPr>
          <a:xfrm xmlns:a="http://schemas.openxmlformats.org/drawingml/2006/main">
            <a:off x="609600" y="4400550"/>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6" name="테스트·측정의 확인 기준이 모호하다">
            <a:extLst xmlns:a="http://schemas.openxmlformats.org/drawingml/2006/main">
              <a:ext uri="{FF2B5EF4-FFF2-40B4-BE49-F238E27FC236}">
                <a16:creationId xmlns:a16="http://schemas.microsoft.com/office/drawing/2014/main" id="{86A309FC-28E9-400B-B3C7-FBC7521073ED}"/>
              </a:ext>
            </a:extLst>
          </p:cNvPr>
          <p:cNvSpPr>
            <a:spLocks xmlns:a="http://schemas.openxmlformats.org/drawingml/2006/main" noGrp="1"/>
          </p:cNvSpPr>
          <p:nvPr/>
        </p:nvSpPr>
        <p:spPr>
          <a:xfrm xmlns:a="http://schemas.openxmlformats.org/drawingml/2006/main">
            <a:off x="1200150" y="4362450"/>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테스트·측정의 확인 기준이 모호하다</a:t>
            </a:r>
          </a:p>
        </p:txBody>
      </p:sp>
      <p:sp>
        <p:nvSpPr>
          <p:cNvPr id="27" name="검증 · Verification">
            <a:extLst xmlns:a="http://schemas.openxmlformats.org/drawingml/2006/main">
              <a:ext uri="{FF2B5EF4-FFF2-40B4-BE49-F238E27FC236}">
                <a16:creationId xmlns:a16="http://schemas.microsoft.com/office/drawing/2014/main" id="{F081A629-1B33-44F9-BF20-1FEC04C289A2}"/>
              </a:ext>
            </a:extLst>
          </p:cNvPr>
          <p:cNvSpPr>
            <a:spLocks xmlns:a="http://schemas.openxmlformats.org/drawingml/2006/main" noGrp="1"/>
          </p:cNvSpPr>
          <p:nvPr/>
        </p:nvSpPr>
        <p:spPr>
          <a:xfrm xmlns:a="http://schemas.openxmlformats.org/drawingml/2006/main">
            <a:off x="8401050" y="4362450"/>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검증 · Verification</a:t>
            </a:r>
          </a:p>
        </p:txBody>
      </p:sp>
      <p:sp>
        <p:nvSpPr>
          <p:cNvPr id="28" name="">
            <a:extLst xmlns:a="http://schemas.openxmlformats.org/drawingml/2006/main">
              <a:ext uri="{FF2B5EF4-FFF2-40B4-BE49-F238E27FC236}">
                <a16:creationId xmlns:a16="http://schemas.microsoft.com/office/drawing/2014/main" id="{C92E81DF-BD27-4A22-A405-DE835686D15D}"/>
              </a:ext>
            </a:extLst>
          </p:cNvPr>
          <p:cNvSpPr>
            <a:spLocks xmlns:a="http://schemas.openxmlformats.org/drawingml/2006/main" noGrp="1"/>
          </p:cNvSpPr>
          <p:nvPr/>
        </p:nvSpPr>
        <p:spPr>
          <a:xfrm xmlns:a="http://schemas.openxmlformats.org/drawingml/2006/main">
            <a:off x="609600" y="48863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909BDE5F-9725-4C34-9FFF-D23FD9DE8D3F}"/>
              </a:ext>
            </a:extLst>
          </p:cNvPr>
          <p:cNvSpPr>
            <a:spLocks xmlns:a="http://schemas.openxmlformats.org/drawingml/2006/main" noGrp="1"/>
          </p:cNvSpPr>
          <p:nvPr/>
        </p:nvSpPr>
        <p:spPr>
          <a:xfrm xmlns:a="http://schemas.openxmlformats.org/drawingml/2006/main">
            <a:off x="609600" y="5010150"/>
            <a:ext cx="361950" cy="3619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E">
            <a:extLst xmlns:a="http://schemas.openxmlformats.org/drawingml/2006/main">
              <a:ext uri="{FF2B5EF4-FFF2-40B4-BE49-F238E27FC236}">
                <a16:creationId xmlns:a16="http://schemas.microsoft.com/office/drawing/2014/main" id="{ABBCC347-AC57-4062-9182-6B411860E974}"/>
              </a:ext>
            </a:extLst>
          </p:cNvPr>
          <p:cNvSpPr>
            <a:spLocks xmlns:a="http://schemas.openxmlformats.org/drawingml/2006/main" noGrp="1"/>
          </p:cNvSpPr>
          <p:nvPr/>
        </p:nvSpPr>
        <p:spPr>
          <a:xfrm xmlns:a="http://schemas.openxmlformats.org/drawingml/2006/main">
            <a:off x="609600" y="5019675"/>
            <a:ext cx="3619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31" name="같은 실패 뒤에도 원인·기준을 다시 안 본다">
            <a:extLst xmlns:a="http://schemas.openxmlformats.org/drawingml/2006/main">
              <a:ext uri="{FF2B5EF4-FFF2-40B4-BE49-F238E27FC236}">
                <a16:creationId xmlns:a16="http://schemas.microsoft.com/office/drawing/2014/main" id="{10C58AB3-7382-4127-BD58-CBF05F6D4C63}"/>
              </a:ext>
            </a:extLst>
          </p:cNvPr>
          <p:cNvSpPr>
            <a:spLocks xmlns:a="http://schemas.openxmlformats.org/drawingml/2006/main" noGrp="1"/>
          </p:cNvSpPr>
          <p:nvPr/>
        </p:nvSpPr>
        <p:spPr>
          <a:xfrm xmlns:a="http://schemas.openxmlformats.org/drawingml/2006/main">
            <a:off x="1200150" y="4981575"/>
            <a:ext cx="6953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같은 실패 뒤에도 원인·기준을 다시 안 본다</a:t>
            </a:r>
          </a:p>
        </p:txBody>
      </p:sp>
      <p:sp>
        <p:nvSpPr>
          <p:cNvPr id="32" name="개선 · Feedback Loop">
            <a:extLst xmlns:a="http://schemas.openxmlformats.org/drawingml/2006/main">
              <a:ext uri="{FF2B5EF4-FFF2-40B4-BE49-F238E27FC236}">
                <a16:creationId xmlns:a16="http://schemas.microsoft.com/office/drawing/2014/main" id="{45F4B63A-5704-45BC-9588-A267D7EDEBB7}"/>
              </a:ext>
            </a:extLst>
          </p:cNvPr>
          <p:cNvSpPr>
            <a:spLocks xmlns:a="http://schemas.openxmlformats.org/drawingml/2006/main" noGrp="1"/>
          </p:cNvSpPr>
          <p:nvPr/>
        </p:nvSpPr>
        <p:spPr>
          <a:xfrm xmlns:a="http://schemas.openxmlformats.org/drawingml/2006/main">
            <a:off x="8401050" y="4981575"/>
            <a:ext cx="31813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0B6172"/>
                </a:solidFill>
                <a:latin typeface="Malgun Gothic"/>
                <a:ea typeface="Malgun Gothic"/>
                <a:cs typeface="Malgun Gothic"/>
              </a:defRPr>
            </a:defPPr>
            <a:lvl1pPr algn="l">
              <a:defRPr sz="1800" b="0">
                <a:solidFill>
                  <a:srgbClr val="0B6172"/>
                </a:solidFill>
                <a:latin typeface="Malgun Gothic"/>
                <a:ea typeface="Malgun Gothic"/>
                <a:cs typeface="Malgun Gothic"/>
              </a:defRPr>
            </a:lvl1pPr>
            <a:lvl2pPr algn="l">
              <a:defRPr sz="1800" b="0">
                <a:solidFill>
                  <a:srgbClr val="0B6172"/>
                </a:solidFill>
                <a:latin typeface="Malgun Gothic"/>
                <a:ea typeface="Malgun Gothic"/>
                <a:cs typeface="Malgun Gothic"/>
              </a:defRPr>
            </a:lvl2pPr>
            <a:lvl3pPr algn="l">
              <a:defRPr sz="1800" b="0">
                <a:solidFill>
                  <a:srgbClr val="0B6172"/>
                </a:solidFill>
                <a:latin typeface="Malgun Gothic"/>
                <a:ea typeface="Malgun Gothic"/>
                <a:cs typeface="Malgun Gothic"/>
              </a:defRPr>
            </a:lvl3pPr>
            <a:lvl4pPr algn="l">
              <a:defRPr sz="1800" b="0">
                <a:solidFill>
                  <a:srgbClr val="0B6172"/>
                </a:solidFill>
                <a:latin typeface="Malgun Gothic"/>
                <a:ea typeface="Malgun Gothic"/>
                <a:cs typeface="Malgun Gothic"/>
              </a:defRPr>
            </a:lvl4pPr>
            <a:lvl5pPr algn="l">
              <a:defRPr sz="1800" b="0">
                <a:solidFill>
                  <a:srgbClr val="0B6172"/>
                </a:solidFill>
                <a:latin typeface="Malgun Gothic"/>
                <a:ea typeface="Malgun Gothic"/>
                <a:cs typeface="Malgun Gothic"/>
              </a:defRPr>
            </a:lvl5pPr>
            <a:lvl6pPr algn="l">
              <a:defRPr sz="1800" b="0">
                <a:solidFill>
                  <a:srgbClr val="0B6172"/>
                </a:solidFill>
                <a:latin typeface="Malgun Gothic"/>
                <a:ea typeface="Malgun Gothic"/>
                <a:cs typeface="Malgun Gothic"/>
              </a:defRPr>
            </a:lvl6pPr>
            <a:lvl7pPr algn="l">
              <a:defRPr sz="1800" b="0">
                <a:solidFill>
                  <a:srgbClr val="0B6172"/>
                </a:solidFill>
                <a:latin typeface="Malgun Gothic"/>
                <a:ea typeface="Malgun Gothic"/>
                <a:cs typeface="Malgun Gothic"/>
              </a:defRPr>
            </a:lvl7pPr>
            <a:lvl8pPr algn="l">
              <a:defRPr sz="1800" b="0">
                <a:solidFill>
                  <a:srgbClr val="0B6172"/>
                </a:solidFill>
                <a:latin typeface="Malgun Gothic"/>
                <a:ea typeface="Malgun Gothic"/>
                <a:cs typeface="Malgun Gothic"/>
              </a:defRPr>
            </a:lvl8pPr>
            <a:lvl9pPr algn="l">
              <a:defRPr sz="1800" b="0">
                <a:solidFill>
                  <a:srgbClr val="0B6172"/>
                </a:solidFill>
                <a:latin typeface="Malgun Gothic"/>
                <a:ea typeface="Malgun Gothic"/>
                <a:cs typeface="Malgun Gothic"/>
              </a:defRPr>
            </a:lvl9pPr>
          </a:lstStyle>
          <a:p xmlns:a="http://schemas.openxmlformats.org/drawingml/2006/main">
            <a:pPr algn="l">
              <a:defRPr sz="1800" b="0">
                <a:solidFill>
                  <a:srgbClr val="0B6172"/>
                </a:solidFill>
                <a:latin typeface="Malgun Gothic"/>
                <a:ea typeface="Malgun Gothic"/>
                <a:cs typeface="Malgun Gothic"/>
              </a:defRPr>
            </a:pPr>
            <a:r>
              <a:rPr sz="1800" b="0">
                <a:solidFill>
                  <a:srgbClr val="0B6172"/>
                </a:solidFill>
                <a:latin typeface="Malgun Gothic"/>
                <a:ea typeface="Malgun Gothic"/>
                <a:cs typeface="Malgun Gothic"/>
              </a:rPr>
              <a:t>개선 · Feedback Loop</a:t>
            </a:r>
          </a:p>
        </p:txBody>
      </p:sp>
      <p:sp>
        <p:nvSpPr>
          <p:cNvPr id="33" name="Legacy module connection">
            <a:extLst xmlns:a="http://schemas.openxmlformats.org/drawingml/2006/main">
              <a:ext uri="{FF2B5EF4-FFF2-40B4-BE49-F238E27FC236}">
                <a16:creationId xmlns:a16="http://schemas.microsoft.com/office/drawing/2014/main" id="{F4A1B9A2-F9ED-497C-AEFD-5CA82165612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967956160"/>
      </p:ext>
    </p:extLst>
  </p:cSld>
</p:sld>
</file>

<file path=ppt/slides/slide9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5 · 개인 성찰 / 같은 글자로 이어 보기">
            <a:extLst xmlns:a="http://schemas.openxmlformats.org/drawingml/2006/main">
              <a:ext uri="{FF2B5EF4-FFF2-40B4-BE49-F238E27FC236}">
                <a16:creationId xmlns:a16="http://schemas.microsoft.com/office/drawing/2014/main" id="{580E38C4-43BC-499A-B6DE-EA914C0D929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개인 성찰 / 같은 글자로 이어 보기</a:t>
            </a:r>
          </a:p>
        </p:txBody>
      </p:sp>
      <p:sp>
        <p:nvSpPr>
          <p:cNvPr id="2" name="S98">
            <a:extLst xmlns:a="http://schemas.openxmlformats.org/drawingml/2006/main">
              <a:ext uri="{FF2B5EF4-FFF2-40B4-BE49-F238E27FC236}">
                <a16:creationId xmlns:a16="http://schemas.microsoft.com/office/drawing/2014/main" id="{D0F7DFC9-99F9-4B5F-B7D8-AD910632645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S98</a:t>
            </a:r>
          </a:p>
        </p:txBody>
      </p:sp>
      <p:sp>
        <p:nvSpPr>
          <p:cNvPr id="3" name="고른 문제에서, 다음 행동 하나로">
            <a:extLst xmlns:a="http://schemas.openxmlformats.org/drawingml/2006/main">
              <a:ext uri="{FF2B5EF4-FFF2-40B4-BE49-F238E27FC236}">
                <a16:creationId xmlns:a16="http://schemas.microsoft.com/office/drawing/2014/main" id="{6D826E27-D9B5-4ED2-8970-D5DB7C95A96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고른 문제에서, 다음 행동 하나로</a:t>
            </a:r>
          </a:p>
        </p:txBody>
      </p:sp>
      <p:sp>
        <p:nvSpPr>
          <p:cNvPr id="4" name="">
            <a:extLst xmlns:a="http://schemas.openxmlformats.org/drawingml/2006/main">
              <a:ext uri="{FF2B5EF4-FFF2-40B4-BE49-F238E27FC236}">
                <a16:creationId xmlns:a16="http://schemas.microsoft.com/office/drawing/2014/main" id="{2F900FD4-CE5A-49EB-9991-D8DB5880A13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다음 행동과 확인 근거를 떠올리는 개인 성찰">
            <a:extLst xmlns:a="http://schemas.openxmlformats.org/drawingml/2006/main">
              <a:ext uri="{FF2B5EF4-FFF2-40B4-BE49-F238E27FC236}">
                <a16:creationId xmlns:a16="http://schemas.microsoft.com/office/drawing/2014/main" id="{C040E655-D0D8-4061-A54A-0A47874130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다음 행동과 확인 근거를 떠올리는 개인 성찰</a:t>
            </a:r>
          </a:p>
        </p:txBody>
      </p:sp>
      <p:sp>
        <p:nvSpPr>
          <p:cNvPr id="6" name="마음속으로 떠올리는 시간 · 기록·발표·제출·실천 약속은 요구하지 않음">
            <a:extLst xmlns:a="http://schemas.openxmlformats.org/drawingml/2006/main">
              <a:ext uri="{FF2B5EF4-FFF2-40B4-BE49-F238E27FC236}">
                <a16:creationId xmlns:a16="http://schemas.microsoft.com/office/drawing/2014/main" id="{9442E3AF-3CFE-41E6-A8A0-3780F904585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마음속으로 떠올리는 시간 · 기록·발표·제출·실천 약속은 요구하지 않음</a:t>
            </a:r>
          </a:p>
        </p:txBody>
      </p:sp>
      <p:sp>
        <p:nvSpPr>
          <p:cNvPr id="7" name="방금 고른 A–E에서, 다음 작업의 작은 행동 하나만">
            <a:extLst xmlns:a="http://schemas.openxmlformats.org/drawingml/2006/main">
              <a:ext uri="{FF2B5EF4-FFF2-40B4-BE49-F238E27FC236}">
                <a16:creationId xmlns:a16="http://schemas.microsoft.com/office/drawing/2014/main" id="{655C67A4-D7D4-4B3F-9E8E-00CF3453E942}"/>
              </a:ext>
            </a:extLst>
          </p:cNvPr>
          <p:cNvSpPr>
            <a:spLocks xmlns:a="http://schemas.openxmlformats.org/drawingml/2006/main" noGrp="1"/>
          </p:cNvSpPr>
          <p:nvPr/>
        </p:nvSpPr>
        <p:spPr>
          <a:xfrm xmlns:a="http://schemas.openxmlformats.org/drawingml/2006/main">
            <a:off x="609600" y="17526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방금 고른 A–E에서, 다음 작업의 작은 행동 하나만</a:t>
            </a:r>
          </a:p>
        </p:txBody>
      </p:sp>
      <p:sp>
        <p:nvSpPr>
          <p:cNvPr id="8" name="">
            <a:extLst xmlns:a="http://schemas.openxmlformats.org/drawingml/2006/main">
              <a:ext uri="{FF2B5EF4-FFF2-40B4-BE49-F238E27FC236}">
                <a16:creationId xmlns:a16="http://schemas.microsoft.com/office/drawing/2014/main" id="{697B278D-DF1B-4924-A045-AB890BA81CC1}"/>
              </a:ext>
            </a:extLst>
          </p:cNvPr>
          <p:cNvSpPr>
            <a:spLocks xmlns:a="http://schemas.openxmlformats.org/drawingml/2006/main" noGrp="1"/>
          </p:cNvSpPr>
          <p:nvPr/>
        </p:nvSpPr>
        <p:spPr>
          <a:xfrm xmlns:a="http://schemas.openxmlformats.org/drawingml/2006/main">
            <a:off x="609600" y="25527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9" name="">
            <a:extLst xmlns:a="http://schemas.openxmlformats.org/drawingml/2006/main">
              <a:ext uri="{FF2B5EF4-FFF2-40B4-BE49-F238E27FC236}">
                <a16:creationId xmlns:a16="http://schemas.microsoft.com/office/drawing/2014/main" id="{ADA07DAD-0DB6-4236-9B20-4235927F866C}"/>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0" name="A">
            <a:extLst xmlns:a="http://schemas.openxmlformats.org/drawingml/2006/main">
              <a:ext uri="{FF2B5EF4-FFF2-40B4-BE49-F238E27FC236}">
                <a16:creationId xmlns:a16="http://schemas.microsoft.com/office/drawing/2014/main" id="{6850919D-7D8E-4ED9-B95F-97A614F1664D}"/>
              </a:ext>
            </a:extLst>
          </p:cNvPr>
          <p:cNvSpPr>
            <a:spLocks xmlns:a="http://schemas.openxmlformats.org/drawingml/2006/main" noGrp="1"/>
          </p:cNvSpPr>
          <p:nvPr/>
        </p:nvSpPr>
        <p:spPr>
          <a:xfrm xmlns:a="http://schemas.openxmlformats.org/drawingml/2006/main">
            <a:off x="609600" y="26574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A</a:t>
            </a:r>
          </a:p>
        </p:txBody>
      </p:sp>
      <p:sp>
        <p:nvSpPr>
          <p:cNvPr id="11" name="목표·변경 범위를 요청에 적어 본다">
            <a:extLst xmlns:a="http://schemas.openxmlformats.org/drawingml/2006/main">
              <a:ext uri="{FF2B5EF4-FFF2-40B4-BE49-F238E27FC236}">
                <a16:creationId xmlns:a16="http://schemas.microsoft.com/office/drawing/2014/main" id="{C86FC408-DE19-4E10-ACFD-DF13F1EBC20F}"/>
              </a:ext>
            </a:extLst>
          </p:cNvPr>
          <p:cNvSpPr>
            <a:spLocks xmlns:a="http://schemas.openxmlformats.org/drawingml/2006/main" noGrp="1"/>
          </p:cNvSpPr>
          <p:nvPr/>
        </p:nvSpPr>
        <p:spPr>
          <a:xfrm xmlns:a="http://schemas.openxmlformats.org/drawingml/2006/main">
            <a:off x="1171575" y="26003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목표·변경 범위를 요청에 적어 본다</a:t>
            </a:r>
          </a:p>
        </p:txBody>
      </p:sp>
      <p:sp>
        <p:nvSpPr>
          <p:cNvPr id="12" name="">
            <a:extLst xmlns:a="http://schemas.openxmlformats.org/drawingml/2006/main">
              <a:ext uri="{FF2B5EF4-FFF2-40B4-BE49-F238E27FC236}">
                <a16:creationId xmlns:a16="http://schemas.microsoft.com/office/drawing/2014/main" id="{92BCBF1F-1B13-4BF2-9D37-7B851CAB3A19}"/>
              </a:ext>
            </a:extLst>
          </p:cNvPr>
          <p:cNvSpPr>
            <a:spLocks xmlns:a="http://schemas.openxmlformats.org/drawingml/2006/main" noGrp="1"/>
          </p:cNvSpPr>
          <p:nvPr/>
        </p:nvSpPr>
        <p:spPr>
          <a:xfrm xmlns:a="http://schemas.openxmlformats.org/drawingml/2006/main">
            <a:off x="609600" y="311467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F549CD38-9AEA-4B1D-A106-C076AEBC8FDD}"/>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B">
            <a:extLst xmlns:a="http://schemas.openxmlformats.org/drawingml/2006/main">
              <a:ext uri="{FF2B5EF4-FFF2-40B4-BE49-F238E27FC236}">
                <a16:creationId xmlns:a16="http://schemas.microsoft.com/office/drawing/2014/main" id="{016DE67B-1128-40AE-B810-1076364E2A67}"/>
              </a:ext>
            </a:extLst>
          </p:cNvPr>
          <p:cNvSpPr>
            <a:spLocks xmlns:a="http://schemas.openxmlformats.org/drawingml/2006/main" noGrp="1"/>
          </p:cNvSpPr>
          <p:nvPr/>
        </p:nvSpPr>
        <p:spPr>
          <a:xfrm xmlns:a="http://schemas.openxmlformats.org/drawingml/2006/main">
            <a:off x="609600" y="321945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B</a:t>
            </a:r>
          </a:p>
        </p:txBody>
      </p:sp>
      <p:sp>
        <p:nvSpPr>
          <p:cNvPr id="15" name="출처·검토자를 정하고 중복 지침을 합친다">
            <a:extLst xmlns:a="http://schemas.openxmlformats.org/drawingml/2006/main">
              <a:ext uri="{FF2B5EF4-FFF2-40B4-BE49-F238E27FC236}">
                <a16:creationId xmlns:a16="http://schemas.microsoft.com/office/drawing/2014/main" id="{48025820-37CB-47CD-8F6B-090B09CDAEEA}"/>
              </a:ext>
            </a:extLst>
          </p:cNvPr>
          <p:cNvSpPr>
            <a:spLocks xmlns:a="http://schemas.openxmlformats.org/drawingml/2006/main" noGrp="1"/>
          </p:cNvSpPr>
          <p:nvPr/>
        </p:nvSpPr>
        <p:spPr>
          <a:xfrm xmlns:a="http://schemas.openxmlformats.org/drawingml/2006/main">
            <a:off x="1171575" y="316230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출처·검토자를 정하고 중복 지침을 합친다</a:t>
            </a:r>
          </a:p>
        </p:txBody>
      </p:sp>
      <p:sp>
        <p:nvSpPr>
          <p:cNvPr id="16" name="">
            <a:extLst xmlns:a="http://schemas.openxmlformats.org/drawingml/2006/main">
              <a:ext uri="{FF2B5EF4-FFF2-40B4-BE49-F238E27FC236}">
                <a16:creationId xmlns:a16="http://schemas.microsoft.com/office/drawing/2014/main" id="{F6150F80-BB8C-45F8-8FB9-5B72EFC39A02}"/>
              </a:ext>
            </a:extLst>
          </p:cNvPr>
          <p:cNvSpPr>
            <a:spLocks xmlns:a="http://schemas.openxmlformats.org/drawingml/2006/main" noGrp="1"/>
          </p:cNvSpPr>
          <p:nvPr/>
        </p:nvSpPr>
        <p:spPr>
          <a:xfrm xmlns:a="http://schemas.openxmlformats.org/drawingml/2006/main">
            <a:off x="609600" y="367665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
            <a:extLst xmlns:a="http://schemas.openxmlformats.org/drawingml/2006/main">
              <a:ext uri="{FF2B5EF4-FFF2-40B4-BE49-F238E27FC236}">
                <a16:creationId xmlns:a16="http://schemas.microsoft.com/office/drawing/2014/main" id="{24287B04-F176-455B-9B66-94BF92337E96}"/>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8" name="C">
            <a:extLst xmlns:a="http://schemas.openxmlformats.org/drawingml/2006/main">
              <a:ext uri="{FF2B5EF4-FFF2-40B4-BE49-F238E27FC236}">
                <a16:creationId xmlns:a16="http://schemas.microsoft.com/office/drawing/2014/main" id="{F94E9468-D419-49D6-9E2F-2B1A3D3872D6}"/>
              </a:ext>
            </a:extLst>
          </p:cNvPr>
          <p:cNvSpPr>
            <a:spLocks xmlns:a="http://schemas.openxmlformats.org/drawingml/2006/main" noGrp="1"/>
          </p:cNvSpPr>
          <p:nvPr/>
        </p:nvSpPr>
        <p:spPr>
          <a:xfrm xmlns:a="http://schemas.openxmlformats.org/drawingml/2006/main">
            <a:off x="609600" y="378142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C</a:t>
            </a:r>
          </a:p>
        </p:txBody>
      </p:sp>
      <p:sp>
        <p:nvSpPr>
          <p:cNvPr id="19" name="절차·역할의 통합·제거 후보를 고른다">
            <a:extLst xmlns:a="http://schemas.openxmlformats.org/drawingml/2006/main">
              <a:ext uri="{FF2B5EF4-FFF2-40B4-BE49-F238E27FC236}">
                <a16:creationId xmlns:a16="http://schemas.microsoft.com/office/drawing/2014/main" id="{B0366B65-5862-4B05-93E5-6BE042D56212}"/>
              </a:ext>
            </a:extLst>
          </p:cNvPr>
          <p:cNvSpPr>
            <a:spLocks xmlns:a="http://schemas.openxmlformats.org/drawingml/2006/main" noGrp="1"/>
          </p:cNvSpPr>
          <p:nvPr/>
        </p:nvSpPr>
        <p:spPr>
          <a:xfrm xmlns:a="http://schemas.openxmlformats.org/drawingml/2006/main">
            <a:off x="1171575" y="372427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절차·역할의 통합·제거 후보를 고른다</a:t>
            </a:r>
          </a:p>
        </p:txBody>
      </p:sp>
      <p:sp>
        <p:nvSpPr>
          <p:cNvPr id="20" name="">
            <a:extLst xmlns:a="http://schemas.openxmlformats.org/drawingml/2006/main">
              <a:ext uri="{FF2B5EF4-FFF2-40B4-BE49-F238E27FC236}">
                <a16:creationId xmlns:a16="http://schemas.microsoft.com/office/drawing/2014/main" id="{1F7B992A-BDD2-4A92-B6D7-67BD9D492964}"/>
              </a:ext>
            </a:extLst>
          </p:cNvPr>
          <p:cNvSpPr>
            <a:spLocks xmlns:a="http://schemas.openxmlformats.org/drawingml/2006/main" noGrp="1"/>
          </p:cNvSpPr>
          <p:nvPr/>
        </p:nvSpPr>
        <p:spPr>
          <a:xfrm xmlns:a="http://schemas.openxmlformats.org/drawingml/2006/main">
            <a:off x="609600" y="4238625"/>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859FD99F-B094-4D0A-BFF7-79EE38BFC9FD}"/>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2" name="D">
            <a:extLst xmlns:a="http://schemas.openxmlformats.org/drawingml/2006/main">
              <a:ext uri="{FF2B5EF4-FFF2-40B4-BE49-F238E27FC236}">
                <a16:creationId xmlns:a16="http://schemas.microsoft.com/office/drawing/2014/main" id="{544B1444-F9E1-470F-B38C-EA4646B0E9D9}"/>
              </a:ext>
            </a:extLst>
          </p:cNvPr>
          <p:cNvSpPr>
            <a:spLocks xmlns:a="http://schemas.openxmlformats.org/drawingml/2006/main" noGrp="1"/>
          </p:cNvSpPr>
          <p:nvPr/>
        </p:nvSpPr>
        <p:spPr>
          <a:xfrm xmlns:a="http://schemas.openxmlformats.org/drawingml/2006/main">
            <a:off x="609600" y="4343400"/>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D</a:t>
            </a:r>
          </a:p>
        </p:txBody>
      </p:sp>
      <p:sp>
        <p:nvSpPr>
          <p:cNvPr id="23" name="완료 판단에 필요한 검사를 정해 본다">
            <a:extLst xmlns:a="http://schemas.openxmlformats.org/drawingml/2006/main">
              <a:ext uri="{FF2B5EF4-FFF2-40B4-BE49-F238E27FC236}">
                <a16:creationId xmlns:a16="http://schemas.microsoft.com/office/drawing/2014/main" id="{C13ABCA7-BF6A-41A2-AADE-51C67D6F8B70}"/>
              </a:ext>
            </a:extLst>
          </p:cNvPr>
          <p:cNvSpPr>
            <a:spLocks xmlns:a="http://schemas.openxmlformats.org/drawingml/2006/main" noGrp="1"/>
          </p:cNvSpPr>
          <p:nvPr/>
        </p:nvSpPr>
        <p:spPr>
          <a:xfrm xmlns:a="http://schemas.openxmlformats.org/drawingml/2006/main">
            <a:off x="1171575" y="4286250"/>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완료 판단에 필요한 검사를 정해 본다</a:t>
            </a:r>
          </a:p>
        </p:txBody>
      </p:sp>
      <p:sp>
        <p:nvSpPr>
          <p:cNvPr id="24" name="">
            <a:extLst xmlns:a="http://schemas.openxmlformats.org/drawingml/2006/main">
              <a:ext uri="{FF2B5EF4-FFF2-40B4-BE49-F238E27FC236}">
                <a16:creationId xmlns:a16="http://schemas.microsoft.com/office/drawing/2014/main" id="{8F64640A-936E-4801-A5BD-BF3AF12B8D61}"/>
              </a:ext>
            </a:extLst>
          </p:cNvPr>
          <p:cNvSpPr>
            <a:spLocks xmlns:a="http://schemas.openxmlformats.org/drawingml/2006/main" noGrp="1"/>
          </p:cNvSpPr>
          <p:nvPr/>
        </p:nvSpPr>
        <p:spPr>
          <a:xfrm xmlns:a="http://schemas.openxmlformats.org/drawingml/2006/main">
            <a:off x="609600" y="4800600"/>
            <a:ext cx="7143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55B464C-2622-4F8C-9F4E-69A003E48689}"/>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E">
            <a:extLst xmlns:a="http://schemas.openxmlformats.org/drawingml/2006/main">
              <a:ext uri="{FF2B5EF4-FFF2-40B4-BE49-F238E27FC236}">
                <a16:creationId xmlns:a16="http://schemas.microsoft.com/office/drawing/2014/main" id="{BE98574E-DB2E-4ED0-9F5B-F2BA76203FD0}"/>
              </a:ext>
            </a:extLst>
          </p:cNvPr>
          <p:cNvSpPr>
            <a:spLocks xmlns:a="http://schemas.openxmlformats.org/drawingml/2006/main" noGrp="1"/>
          </p:cNvSpPr>
          <p:nvPr/>
        </p:nvSpPr>
        <p:spPr>
          <a:xfrm xmlns:a="http://schemas.openxmlformats.org/drawingml/2006/main">
            <a:off x="609600" y="4905375"/>
            <a:ext cx="342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E</a:t>
            </a:r>
          </a:p>
        </p:txBody>
      </p:sp>
      <p:sp>
        <p:nvSpPr>
          <p:cNvPr id="27" name="반복 실패의 기록·원인부터 대조한다">
            <a:extLst xmlns:a="http://schemas.openxmlformats.org/drawingml/2006/main">
              <a:ext uri="{FF2B5EF4-FFF2-40B4-BE49-F238E27FC236}">
                <a16:creationId xmlns:a16="http://schemas.microsoft.com/office/drawing/2014/main" id="{F332FB5A-DAD3-4C8F-98C8-7277960D7883}"/>
              </a:ext>
            </a:extLst>
          </p:cNvPr>
          <p:cNvSpPr>
            <a:spLocks xmlns:a="http://schemas.openxmlformats.org/drawingml/2006/main" noGrp="1"/>
          </p:cNvSpPr>
          <p:nvPr/>
        </p:nvSpPr>
        <p:spPr>
          <a:xfrm xmlns:a="http://schemas.openxmlformats.org/drawingml/2006/main">
            <a:off x="1171575" y="4848225"/>
            <a:ext cx="658177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반복 실패의 기록·원인부터 대조한다</a:t>
            </a:r>
          </a:p>
        </p:txBody>
      </p:sp>
      <p:sp>
        <p:nvSpPr>
          <p:cNvPr id="28" name="그리고,&#10;확인할 근거 하나">
            <a:extLst xmlns:a="http://schemas.openxmlformats.org/drawingml/2006/main">
              <a:ext uri="{FF2B5EF4-FFF2-40B4-BE49-F238E27FC236}">
                <a16:creationId xmlns:a16="http://schemas.microsoft.com/office/drawing/2014/main" id="{2756C583-D916-4422-A6A8-09DB27EC99F2}"/>
              </a:ext>
            </a:extLst>
          </p:cNvPr>
          <p:cNvSpPr>
            <a:spLocks xmlns:a="http://schemas.openxmlformats.org/drawingml/2006/main" noGrp="1"/>
          </p:cNvSpPr>
          <p:nvPr/>
        </p:nvSpPr>
        <p:spPr>
          <a:xfrm xmlns:a="http://schemas.openxmlformats.org/drawingml/2006/main">
            <a:off x="8172450" y="2867025"/>
            <a:ext cx="34099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그리고,</a:t>
            </a:r>
          </a:p>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확인할 근거 하나</a:t>
            </a:r>
          </a:p>
        </p:txBody>
      </p:sp>
      <p:sp>
        <p:nvSpPr>
          <p:cNvPr id="29" name="무엇이 달라졌는지&#10;어떤 기록으로 볼까?">
            <a:extLst xmlns:a="http://schemas.openxmlformats.org/drawingml/2006/main">
              <a:ext uri="{FF2B5EF4-FFF2-40B4-BE49-F238E27FC236}">
                <a16:creationId xmlns:a16="http://schemas.microsoft.com/office/drawing/2014/main" id="{D99D2733-CB50-4C20-9EF3-1C55CFE6194C}"/>
              </a:ext>
            </a:extLst>
          </p:cNvPr>
          <p:cNvSpPr>
            <a:spLocks xmlns:a="http://schemas.openxmlformats.org/drawingml/2006/main" noGrp="1"/>
          </p:cNvSpPr>
          <p:nvPr/>
        </p:nvSpPr>
        <p:spPr>
          <a:xfrm xmlns:a="http://schemas.openxmlformats.org/drawingml/2006/main">
            <a:off x="8172450" y="3895725"/>
            <a:ext cx="34099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무엇이 달라졌는지</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어떤 기록으로 볼까?</a:t>
            </a:r>
          </a:p>
        </p:txBody>
      </p:sp>
      <p:sp>
        <p:nvSpPr>
          <p:cNvPr id="30" name="출처·검토·갱신 책임도 함께">
            <a:extLst xmlns:a="http://schemas.openxmlformats.org/drawingml/2006/main">
              <a:ext uri="{FF2B5EF4-FFF2-40B4-BE49-F238E27FC236}">
                <a16:creationId xmlns:a16="http://schemas.microsoft.com/office/drawing/2014/main" id="{25067B69-F4FD-482E-8A72-40445DE01745}"/>
              </a:ext>
            </a:extLst>
          </p:cNvPr>
          <p:cNvSpPr>
            <a:spLocks xmlns:a="http://schemas.openxmlformats.org/drawingml/2006/main" noGrp="1"/>
          </p:cNvSpPr>
          <p:nvPr/>
        </p:nvSpPr>
        <p:spPr>
          <a:xfrm xmlns:a="http://schemas.openxmlformats.org/drawingml/2006/main">
            <a:off x="8172450" y="5133975"/>
            <a:ext cx="3409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출처·검토·갱신 책임도 함께</a:t>
            </a:r>
          </a:p>
        </p:txBody>
      </p:sp>
      <p:sp>
        <p:nvSpPr>
          <p:cNvPr id="31" name="Legacy module connection">
            <a:extLst xmlns:a="http://schemas.openxmlformats.org/drawingml/2006/main">
              <a:ext uri="{FF2B5EF4-FFF2-40B4-BE49-F238E27FC236}">
                <a16:creationId xmlns:a16="http://schemas.microsoft.com/office/drawing/2014/main" id="{1FB39072-7469-4885-BDE4-66027A1A43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 · M8</a:t>
            </a:r>
          </a:p>
        </p:txBody>
      </p:sp>
    </p:spTree>
    <p:extLst>
      <p:ext uri="{BB962C8B-B14F-4D97-AF65-F5344CB8AC3E}">
        <p14:creationId xmlns:p14="http://schemas.microsoft.com/office/powerpoint/2010/main" val="2099723000"/>
      </p:ext>
    </p:extLst>
  </p:cSld>
</p:sld>
</file>

<file path=ppt/slides/slide9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2" name="ACT 5 · 남은 질문과 마지막 한 문장">
            <a:extLst xmlns:a="http://schemas.openxmlformats.org/drawingml/2006/main">
              <a:ext uri="{FF2B5EF4-FFF2-40B4-BE49-F238E27FC236}">
                <a16:creationId xmlns:a16="http://schemas.microsoft.com/office/drawing/2014/main" id="{68E07762-AEC8-4CB4-9763-4116C12590D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5 · 남은 질문과 마지막 한 문장</a:t>
            </a:r>
          </a:p>
        </p:txBody>
      </p:sp>
      <p:sp>
        <p:nvSpPr>
          <p:cNvPr id="2" name="S99">
            <a:extLst xmlns:a="http://schemas.openxmlformats.org/drawingml/2006/main">
              <a:ext uri="{FF2B5EF4-FFF2-40B4-BE49-F238E27FC236}">
                <a16:creationId xmlns:a16="http://schemas.microsoft.com/office/drawing/2014/main" id="{844E0A29-25CC-4BBB-9103-2288F8EC34A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S99</a:t>
            </a:r>
          </a:p>
        </p:txBody>
      </p:sp>
      <p:sp>
        <p:nvSpPr>
          <p:cNvPr id="3" name="Q&amp;A와 교육 마무리">
            <a:extLst xmlns:a="http://schemas.openxmlformats.org/drawingml/2006/main">
              <a:ext uri="{FF2B5EF4-FFF2-40B4-BE49-F238E27FC236}">
                <a16:creationId xmlns:a16="http://schemas.microsoft.com/office/drawing/2014/main" id="{48EECD4D-5EC9-4624-90E9-386048707C0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Q&amp;A와 교육 마무리</a:t>
            </a:r>
          </a:p>
        </p:txBody>
      </p:sp>
      <p:sp>
        <p:nvSpPr>
          <p:cNvPr id="4" name="">
            <a:extLst xmlns:a="http://schemas.openxmlformats.org/drawingml/2006/main">
              <a:ext uri="{FF2B5EF4-FFF2-40B4-BE49-F238E27FC236}">
                <a16:creationId xmlns:a16="http://schemas.microsoft.com/office/drawing/2014/main" id="{CAF4E420-C14E-4053-B217-3C4A221A339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BEAT-070–071 · 이 교육의 마무리">
            <a:extLst xmlns:a="http://schemas.openxmlformats.org/drawingml/2006/main">
              <a:ext uri="{FF2B5EF4-FFF2-40B4-BE49-F238E27FC236}">
                <a16:creationId xmlns:a16="http://schemas.microsoft.com/office/drawing/2014/main" id="{F547F8A2-3F1A-43D0-9C5C-867C36A326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BEAT-070–071 · 이 교육의 마무리</a:t>
            </a:r>
          </a:p>
        </p:txBody>
      </p:sp>
      <p:sp>
        <p:nvSpPr>
          <p:cNvPr id="6" name="목표 · 판단 · 검증 · 책임은 개발자에게 남는다.">
            <a:extLst xmlns:a="http://schemas.openxmlformats.org/drawingml/2006/main">
              <a:ext uri="{FF2B5EF4-FFF2-40B4-BE49-F238E27FC236}">
                <a16:creationId xmlns:a16="http://schemas.microsoft.com/office/drawing/2014/main" id="{56569D9A-2A1F-4FDC-9A8A-FC0DB33E43D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목표 · 판단 · 검증 · 책임은 개발자에게 남는다.</a:t>
            </a:r>
          </a:p>
        </p:txBody>
      </p:sp>
      <p:sp>
        <p:nvSpPr>
          <p:cNvPr id="7" name="남은 질문은 무엇인가요?">
            <a:extLst xmlns:a="http://schemas.openxmlformats.org/drawingml/2006/main">
              <a:ext uri="{FF2B5EF4-FFF2-40B4-BE49-F238E27FC236}">
                <a16:creationId xmlns:a16="http://schemas.microsoft.com/office/drawing/2014/main" id="{59254840-5F79-4EAE-9411-0F2341DF5438}"/>
              </a:ext>
            </a:extLst>
          </p:cNvPr>
          <p:cNvSpPr>
            <a:spLocks xmlns:a="http://schemas.openxmlformats.org/drawingml/2006/main" noGrp="1"/>
          </p:cNvSpPr>
          <p:nvPr/>
        </p:nvSpPr>
        <p:spPr>
          <a:xfrm xmlns:a="http://schemas.openxmlformats.org/drawingml/2006/main">
            <a:off x="609600" y="2066925"/>
            <a:ext cx="109728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남은 질문은 무엇인가요?</a:t>
            </a:r>
          </a:p>
        </p:txBody>
      </p:sp>
      <p:sp>
        <p:nvSpPr>
          <p:cNvPr id="8" name="">
            <a:extLst xmlns:a="http://schemas.openxmlformats.org/drawingml/2006/main">
              <a:ext uri="{FF2B5EF4-FFF2-40B4-BE49-F238E27FC236}">
                <a16:creationId xmlns:a16="http://schemas.microsoft.com/office/drawing/2014/main" id="{F3839C7B-1C4B-455E-80C8-307E0AC493CE}"/>
              </a:ext>
            </a:extLst>
          </p:cNvPr>
          <p:cNvSpPr>
            <a:spLocks xmlns:a="http://schemas.openxmlformats.org/drawingml/2006/main" noGrp="1"/>
          </p:cNvSpPr>
          <p:nvPr/>
        </p:nvSpPr>
        <p:spPr>
          <a:xfrm xmlns:a="http://schemas.openxmlformats.org/drawingml/2006/main">
            <a:off x="609600" y="3181350"/>
            <a:ext cx="109728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9" name="AI가 잘 일할 환경을&#10;설계한다.">
            <a:extLst xmlns:a="http://schemas.openxmlformats.org/drawingml/2006/main">
              <a:ext uri="{FF2B5EF4-FFF2-40B4-BE49-F238E27FC236}">
                <a16:creationId xmlns:a16="http://schemas.microsoft.com/office/drawing/2014/main" id="{DA67CD56-39FF-48E3-A05D-CB6D8C93548A}"/>
              </a:ext>
            </a:extLst>
          </p:cNvPr>
          <p:cNvSpPr>
            <a:spLocks xmlns:a="http://schemas.openxmlformats.org/drawingml/2006/main" noGrp="1"/>
          </p:cNvSpPr>
          <p:nvPr/>
        </p:nvSpPr>
        <p:spPr>
          <a:xfrm xmlns:a="http://schemas.openxmlformats.org/drawingml/2006/main">
            <a:off x="609600" y="3533775"/>
            <a:ext cx="109728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200" b="1">
                <a:solidFill>
                  <a:srgbClr val="17212B"/>
                </a:solidFill>
                <a:latin typeface="Malgun Gothic"/>
                <a:ea typeface="Malgun Gothic"/>
                <a:cs typeface="Malgun Gothic"/>
              </a:defRPr>
            </a:defPPr>
            <a:lvl1pPr algn="l">
              <a:defRPr sz="4200" b="1">
                <a:solidFill>
                  <a:srgbClr val="17212B"/>
                </a:solidFill>
                <a:latin typeface="Malgun Gothic"/>
                <a:ea typeface="Malgun Gothic"/>
                <a:cs typeface="Malgun Gothic"/>
              </a:defRPr>
            </a:lvl1pPr>
            <a:lvl2pPr algn="l">
              <a:defRPr sz="4200" b="1">
                <a:solidFill>
                  <a:srgbClr val="17212B"/>
                </a:solidFill>
                <a:latin typeface="Malgun Gothic"/>
                <a:ea typeface="Malgun Gothic"/>
                <a:cs typeface="Malgun Gothic"/>
              </a:defRPr>
            </a:lvl2pPr>
            <a:lvl3pPr algn="l">
              <a:defRPr sz="4200" b="1">
                <a:solidFill>
                  <a:srgbClr val="17212B"/>
                </a:solidFill>
                <a:latin typeface="Malgun Gothic"/>
                <a:ea typeface="Malgun Gothic"/>
                <a:cs typeface="Malgun Gothic"/>
              </a:defRPr>
            </a:lvl3pPr>
            <a:lvl4pPr algn="l">
              <a:defRPr sz="4200" b="1">
                <a:solidFill>
                  <a:srgbClr val="17212B"/>
                </a:solidFill>
                <a:latin typeface="Malgun Gothic"/>
                <a:ea typeface="Malgun Gothic"/>
                <a:cs typeface="Malgun Gothic"/>
              </a:defRPr>
            </a:lvl4pPr>
            <a:lvl5pPr algn="l">
              <a:defRPr sz="4200" b="1">
                <a:solidFill>
                  <a:srgbClr val="17212B"/>
                </a:solidFill>
                <a:latin typeface="Malgun Gothic"/>
                <a:ea typeface="Malgun Gothic"/>
                <a:cs typeface="Malgun Gothic"/>
              </a:defRPr>
            </a:lvl5pPr>
            <a:lvl6pPr algn="l">
              <a:defRPr sz="4200" b="1">
                <a:solidFill>
                  <a:srgbClr val="17212B"/>
                </a:solidFill>
                <a:latin typeface="Malgun Gothic"/>
                <a:ea typeface="Malgun Gothic"/>
                <a:cs typeface="Malgun Gothic"/>
              </a:defRPr>
            </a:lvl6pPr>
            <a:lvl7pPr algn="l">
              <a:defRPr sz="4200" b="1">
                <a:solidFill>
                  <a:srgbClr val="17212B"/>
                </a:solidFill>
                <a:latin typeface="Malgun Gothic"/>
                <a:ea typeface="Malgun Gothic"/>
                <a:cs typeface="Malgun Gothic"/>
              </a:defRPr>
            </a:lvl7pPr>
            <a:lvl8pPr algn="l">
              <a:defRPr sz="4200" b="1">
                <a:solidFill>
                  <a:srgbClr val="17212B"/>
                </a:solidFill>
                <a:latin typeface="Malgun Gothic"/>
                <a:ea typeface="Malgun Gothic"/>
                <a:cs typeface="Malgun Gothic"/>
              </a:defRPr>
            </a:lvl8pPr>
            <a:lvl9pPr algn="l">
              <a:defRPr sz="4200" b="1">
                <a:solidFill>
                  <a:srgbClr val="17212B"/>
                </a:solidFill>
                <a:latin typeface="Malgun Gothic"/>
                <a:ea typeface="Malgun Gothic"/>
                <a:cs typeface="Malgun Gothic"/>
              </a:defRPr>
            </a:lvl9pPr>
          </a:lstStyle>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AI가 잘 일할 환경을</a:t>
            </a:r>
          </a:p>
          <a:p xmlns:a="http://schemas.openxmlformats.org/drawingml/2006/main">
            <a:pPr algn="l">
              <a:defRPr sz="4200" b="1">
                <a:solidFill>
                  <a:srgbClr val="17212B"/>
                </a:solidFill>
                <a:latin typeface="Malgun Gothic"/>
                <a:ea typeface="Malgun Gothic"/>
                <a:cs typeface="Malgun Gothic"/>
              </a:defRPr>
            </a:pPr>
            <a:r>
              <a:rPr sz="4200" b="1">
                <a:solidFill>
                  <a:srgbClr val="17212B"/>
                </a:solidFill>
                <a:latin typeface="Malgun Gothic"/>
                <a:ea typeface="Malgun Gothic"/>
                <a:cs typeface="Malgun Gothic"/>
              </a:rPr>
              <a:t>설계한다.</a:t>
            </a:r>
          </a:p>
        </p:txBody>
      </p:sp>
      <p:sp>
        <p:nvSpPr>
          <p:cNvPr id="10" name="Chatbot  →  Prompt  →  Context  →  Harness  →  Loop">
            <a:extLst xmlns:a="http://schemas.openxmlformats.org/drawingml/2006/main">
              <a:ext uri="{FF2B5EF4-FFF2-40B4-BE49-F238E27FC236}">
                <a16:creationId xmlns:a16="http://schemas.microsoft.com/office/drawing/2014/main" id="{B04BF516-D0A1-492B-A272-140FA133773E}"/>
              </a:ext>
            </a:extLst>
          </p:cNvPr>
          <p:cNvSpPr>
            <a:spLocks xmlns:a="http://schemas.openxmlformats.org/drawingml/2006/main" noGrp="1"/>
          </p:cNvSpPr>
          <p:nvPr/>
        </p:nvSpPr>
        <p:spPr>
          <a:xfrm xmlns:a="http://schemas.openxmlformats.org/drawingml/2006/main">
            <a:off x="609600" y="534352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Chatbot  →  Prompt  →  Context  →  Harness  →  Loop</a:t>
            </a:r>
          </a:p>
        </p:txBody>
      </p:sp>
      <p:sp>
        <p:nvSpPr>
          <p:cNvPr id="11" name="Legacy module connection">
            <a:extLst xmlns:a="http://schemas.openxmlformats.org/drawingml/2006/main">
              <a:ext uri="{FF2B5EF4-FFF2-40B4-BE49-F238E27FC236}">
                <a16:creationId xmlns:a16="http://schemas.microsoft.com/office/drawing/2014/main" id="{6C0F1D5C-F318-41DB-9AF6-5273CAB63B2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M1</a:t>
            </a:r>
          </a:p>
        </p:txBody>
      </p:sp>
    </p:spTree>
    <p:extLst>
      <p:ext uri="{BB962C8B-B14F-4D97-AF65-F5344CB8AC3E}">
        <p14:creationId xmlns:p14="http://schemas.microsoft.com/office/powerpoint/2010/main" val="16971720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2026-10-25T02:05:10.9550000Z</dcterms:created>
  <dcterms:modified xsi:type="dcterms:W3CDTF">2026-10-25T02:05:10.9550000Z</dcterms:modified>
</coreProperties>
</file>