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ef29c3f7e904b93" /><Relationship Type="http://schemas.openxmlformats.org/officeDocument/2006/relationships/extended-properties" Target="/docProps/app.xml" Id="Raaccd010458e44b3" /><Relationship Type="http://schemas.openxmlformats.org/officeDocument/2006/relationships/officeDocument" Target="/ppt/presentation.xml" Id="R11db8439c5c74a05" /></Relationships>
</file>

<file path=ppt/presentation.xml><?xml version="1.0" encoding="utf-8"?>
<p:presentation xmlns:p="http://schemas.openxmlformats.org/presentationml/2006/main">
  <p:sldMasterIdLst>
    <p:sldMasterId xmlns:r="http://schemas.openxmlformats.org/officeDocument/2006/relationships" id="2147483648" r:id="Re7969bf3461c407a"/>
  </p:sldMasterIdLst>
  <p:notesMasterIdLst>
    <p:notesMasterId xmlns:r="http://schemas.openxmlformats.org/officeDocument/2006/relationships" r:id="R6faaa13f697148d5"/>
  </p:notesMasterIdLst>
  <p:sldIdLst>
    <p:sldId xmlns:r="http://schemas.openxmlformats.org/officeDocument/2006/relationships" id="256" r:id="R3e9ca58c5c7444f6"/>
    <p:sldId xmlns:r="http://schemas.openxmlformats.org/officeDocument/2006/relationships" id="257" r:id="Rba7972b044434158"/>
    <p:sldId xmlns:r="http://schemas.openxmlformats.org/officeDocument/2006/relationships" id="258" r:id="R92cf827ef5014ff4"/>
    <p:sldId xmlns:r="http://schemas.openxmlformats.org/officeDocument/2006/relationships" id="259" r:id="R03910dc366d9456b"/>
    <p:sldId xmlns:r="http://schemas.openxmlformats.org/officeDocument/2006/relationships" id="260" r:id="R9ee1876fe9b04dca"/>
    <p:sldId xmlns:r="http://schemas.openxmlformats.org/officeDocument/2006/relationships" id="261" r:id="R1a0d81c0ecc64f64"/>
    <p:sldId xmlns:r="http://schemas.openxmlformats.org/officeDocument/2006/relationships" id="262" r:id="Ra0891679d02b4a87"/>
    <p:sldId xmlns:r="http://schemas.openxmlformats.org/officeDocument/2006/relationships" id="263" r:id="Rf53b4c31b9984f6f"/>
    <p:sldId xmlns:r="http://schemas.openxmlformats.org/officeDocument/2006/relationships" id="264" r:id="R7190ed9a93244201"/>
    <p:sldId xmlns:r="http://schemas.openxmlformats.org/officeDocument/2006/relationships" id="265" r:id="R8275fdeb57964e37"/>
    <p:sldId xmlns:r="http://schemas.openxmlformats.org/officeDocument/2006/relationships" id="266" r:id="R879bc6bde5c24aa8"/>
    <p:sldId xmlns:r="http://schemas.openxmlformats.org/officeDocument/2006/relationships" id="267" r:id="Re1976c989f3549e7"/>
    <p:sldId xmlns:r="http://schemas.openxmlformats.org/officeDocument/2006/relationships" id="268" r:id="R3a04f76ee0db426a"/>
    <p:sldId xmlns:r="http://schemas.openxmlformats.org/officeDocument/2006/relationships" id="269" r:id="R56efb94ff59c4679"/>
    <p:sldId xmlns:r="http://schemas.openxmlformats.org/officeDocument/2006/relationships" id="270" r:id="R6c93db7583834829"/>
    <p:sldId xmlns:r="http://schemas.openxmlformats.org/officeDocument/2006/relationships" id="271" r:id="R7b2aa41635a44117"/>
    <p:sldId xmlns:r="http://schemas.openxmlformats.org/officeDocument/2006/relationships" id="272" r:id="Ra10f1bd472c647b5"/>
    <p:sldId xmlns:r="http://schemas.openxmlformats.org/officeDocument/2006/relationships" id="273" r:id="Re65c8b5a0c5c48fe"/>
    <p:sldId xmlns:r="http://schemas.openxmlformats.org/officeDocument/2006/relationships" id="274" r:id="Rbb362355f9cf409a"/>
    <p:sldId xmlns:r="http://schemas.openxmlformats.org/officeDocument/2006/relationships" id="275" r:id="R2c1a5a4dfec14d83"/>
    <p:sldId xmlns:r="http://schemas.openxmlformats.org/officeDocument/2006/relationships" id="276" r:id="Ra3d431bdf28144fa"/>
    <p:sldId xmlns:r="http://schemas.openxmlformats.org/officeDocument/2006/relationships" id="277" r:id="R0bcd84863f5e4390"/>
    <p:sldId xmlns:r="http://schemas.openxmlformats.org/officeDocument/2006/relationships" id="278" r:id="Ra8e415483ced46eb"/>
    <p:sldId xmlns:r="http://schemas.openxmlformats.org/officeDocument/2006/relationships" id="279" r:id="R315489913f8e4680"/>
    <p:sldId xmlns:r="http://schemas.openxmlformats.org/officeDocument/2006/relationships" id="280" r:id="R353840fda2214f2a"/>
    <p:sldId xmlns:r="http://schemas.openxmlformats.org/officeDocument/2006/relationships" id="281" r:id="R9c09ba7f4ec2436b"/>
    <p:sldId xmlns:r="http://schemas.openxmlformats.org/officeDocument/2006/relationships" id="282" r:id="R8f2f2a5e28354c8f"/>
    <p:sldId xmlns:r="http://schemas.openxmlformats.org/officeDocument/2006/relationships" id="283" r:id="R94ef1725ed074f41"/>
    <p:sldId xmlns:r="http://schemas.openxmlformats.org/officeDocument/2006/relationships" id="284" r:id="Rc87bdd227d0f477a"/>
    <p:sldId xmlns:r="http://schemas.openxmlformats.org/officeDocument/2006/relationships" id="285" r:id="R3b02edc9db7e42c7"/>
    <p:sldId xmlns:r="http://schemas.openxmlformats.org/officeDocument/2006/relationships" id="286" r:id="R0b0b68e29c9242f8"/>
    <p:sldId xmlns:r="http://schemas.openxmlformats.org/officeDocument/2006/relationships" id="287" r:id="R856453ea70a947a0"/>
    <p:sldId xmlns:r="http://schemas.openxmlformats.org/officeDocument/2006/relationships" id="288" r:id="R68bca91428354cfc"/>
    <p:sldId xmlns:r="http://schemas.openxmlformats.org/officeDocument/2006/relationships" id="289" r:id="R4d452541e2c34001"/>
    <p:sldId xmlns:r="http://schemas.openxmlformats.org/officeDocument/2006/relationships" id="290" r:id="R897a1e0b240b465d"/>
    <p:sldId xmlns:r="http://schemas.openxmlformats.org/officeDocument/2006/relationships" id="291" r:id="R07b923d8df034d0b"/>
    <p:sldId xmlns:r="http://schemas.openxmlformats.org/officeDocument/2006/relationships" id="292" r:id="R7a072fcf87d142ef"/>
    <p:sldId xmlns:r="http://schemas.openxmlformats.org/officeDocument/2006/relationships" id="293" r:id="R4cae2ee81d594a5f"/>
    <p:sldId xmlns:r="http://schemas.openxmlformats.org/officeDocument/2006/relationships" id="294" r:id="R2492f0cd0ffc49ac"/>
    <p:sldId xmlns:r="http://schemas.openxmlformats.org/officeDocument/2006/relationships" id="295" r:id="R72a99ef567124993"/>
    <p:sldId xmlns:r="http://schemas.openxmlformats.org/officeDocument/2006/relationships" id="296" r:id="R7a15d172c53f4d54"/>
    <p:sldId xmlns:r="http://schemas.openxmlformats.org/officeDocument/2006/relationships" id="297" r:id="R9ba27c915ca947ff"/>
    <p:sldId xmlns:r="http://schemas.openxmlformats.org/officeDocument/2006/relationships" id="298" r:id="Rf0c6d6df214c441b"/>
    <p:sldId xmlns:r="http://schemas.openxmlformats.org/officeDocument/2006/relationships" id="299" r:id="R9274d538a946415f"/>
    <p:sldId xmlns:r="http://schemas.openxmlformats.org/officeDocument/2006/relationships" id="300" r:id="R53f7ed46466545d9"/>
    <p:sldId xmlns:r="http://schemas.openxmlformats.org/officeDocument/2006/relationships" id="301" r:id="R28a903dd30ac41b9"/>
    <p:sldId xmlns:r="http://schemas.openxmlformats.org/officeDocument/2006/relationships" id="302" r:id="R136ad27fb6734d6c"/>
    <p:sldId xmlns:r="http://schemas.openxmlformats.org/officeDocument/2006/relationships" id="303" r:id="Rb65884641eb142f7"/>
    <p:sldId xmlns:r="http://schemas.openxmlformats.org/officeDocument/2006/relationships" id="304" r:id="R643466a5485b4f5f"/>
    <p:sldId xmlns:r="http://schemas.openxmlformats.org/officeDocument/2006/relationships" id="305" r:id="Ra878a1ab9e2247ce"/>
    <p:sldId xmlns:r="http://schemas.openxmlformats.org/officeDocument/2006/relationships" id="306" r:id="R6bb995e834314a3f"/>
    <p:sldId xmlns:r="http://schemas.openxmlformats.org/officeDocument/2006/relationships" id="307" r:id="R36f220db7aa6499b"/>
    <p:sldId xmlns:r="http://schemas.openxmlformats.org/officeDocument/2006/relationships" id="308" r:id="Rb2ff49a5ef854876"/>
    <p:sldId xmlns:r="http://schemas.openxmlformats.org/officeDocument/2006/relationships" id="309" r:id="R6c5c572b02dd4de3"/>
    <p:sldId xmlns:r="http://schemas.openxmlformats.org/officeDocument/2006/relationships" id="310" r:id="R7bb46a132a40478c"/>
    <p:sldId xmlns:r="http://schemas.openxmlformats.org/officeDocument/2006/relationships" id="311" r:id="R7d7c9381a6ee4d66"/>
    <p:sldId xmlns:r="http://schemas.openxmlformats.org/officeDocument/2006/relationships" id="312" r:id="R59e6e0458d6a499f"/>
    <p:sldId xmlns:r="http://schemas.openxmlformats.org/officeDocument/2006/relationships" id="313" r:id="Re4a6829a0d7e417c"/>
    <p:sldId xmlns:r="http://schemas.openxmlformats.org/officeDocument/2006/relationships" id="314" r:id="Re9cd43341c32403b"/>
    <p:sldId xmlns:r="http://schemas.openxmlformats.org/officeDocument/2006/relationships" id="315" r:id="Rf36c457c81b244ab"/>
    <p:sldId xmlns:r="http://schemas.openxmlformats.org/officeDocument/2006/relationships" id="316" r:id="R6699b9d506854605"/>
    <p:sldId xmlns:r="http://schemas.openxmlformats.org/officeDocument/2006/relationships" id="317" r:id="R17c47386339746b1"/>
    <p:sldId xmlns:r="http://schemas.openxmlformats.org/officeDocument/2006/relationships" id="318" r:id="Rddf50d5bf34e4175"/>
    <p:sldId xmlns:r="http://schemas.openxmlformats.org/officeDocument/2006/relationships" id="319" r:id="Redf1dbfce9fe4441"/>
    <p:sldId xmlns:r="http://schemas.openxmlformats.org/officeDocument/2006/relationships" id="320" r:id="R8cf831442e564531"/>
    <p:sldId xmlns:r="http://schemas.openxmlformats.org/officeDocument/2006/relationships" id="321" r:id="R6468810f0cdf4011"/>
    <p:sldId xmlns:r="http://schemas.openxmlformats.org/officeDocument/2006/relationships" id="322" r:id="R6e7bd960adf043a2"/>
    <p:sldId xmlns:r="http://schemas.openxmlformats.org/officeDocument/2006/relationships" id="323" r:id="Re1b207668f434e58"/>
    <p:sldId xmlns:r="http://schemas.openxmlformats.org/officeDocument/2006/relationships" id="324" r:id="R4128cabbe98347c9"/>
    <p:sldId xmlns:r="http://schemas.openxmlformats.org/officeDocument/2006/relationships" id="325" r:id="Rf54020ff5b5b4bf4"/>
    <p:sldId xmlns:r="http://schemas.openxmlformats.org/officeDocument/2006/relationships" id="326" r:id="R2772cf6e89d54eee"/>
    <p:sldId xmlns:r="http://schemas.openxmlformats.org/officeDocument/2006/relationships" id="327" r:id="Rfb3e49efafd2425f"/>
    <p:sldId xmlns:r="http://schemas.openxmlformats.org/officeDocument/2006/relationships" id="328" r:id="R78878c282f6240f5"/>
    <p:sldId xmlns:r="http://schemas.openxmlformats.org/officeDocument/2006/relationships" id="329" r:id="Ra01a4881323e4f65"/>
    <p:sldId xmlns:r="http://schemas.openxmlformats.org/officeDocument/2006/relationships" id="330" r:id="R0127b738ecd541c5"/>
    <p:sldId xmlns:r="http://schemas.openxmlformats.org/officeDocument/2006/relationships" id="331" r:id="R277e0ee5ef934220"/>
    <p:sldId xmlns:r="http://schemas.openxmlformats.org/officeDocument/2006/relationships" id="332" r:id="R9288a523715047c0"/>
    <p:sldId xmlns:r="http://schemas.openxmlformats.org/officeDocument/2006/relationships" id="333" r:id="Rc5c8cd6693cb45da"/>
    <p:sldId xmlns:r="http://schemas.openxmlformats.org/officeDocument/2006/relationships" id="334" r:id="Rd61a144f5f2a41b7"/>
    <p:sldId xmlns:r="http://schemas.openxmlformats.org/officeDocument/2006/relationships" id="335" r:id="R58ba7ebd82a545b7"/>
    <p:sldId xmlns:r="http://schemas.openxmlformats.org/officeDocument/2006/relationships" id="336" r:id="R28d464adaabc4a25"/>
    <p:sldId xmlns:r="http://schemas.openxmlformats.org/officeDocument/2006/relationships" id="337" r:id="Rd3b94d790c784a68"/>
    <p:sldId xmlns:r="http://schemas.openxmlformats.org/officeDocument/2006/relationships" id="338" r:id="R8589e5ed18dc46a3"/>
    <p:sldId xmlns:r="http://schemas.openxmlformats.org/officeDocument/2006/relationships" id="339" r:id="Ra78a0f05c87e4b46"/>
    <p:sldId xmlns:r="http://schemas.openxmlformats.org/officeDocument/2006/relationships" id="340" r:id="R05e8bec8c6cc434a"/>
    <p:sldId xmlns:r="http://schemas.openxmlformats.org/officeDocument/2006/relationships" id="341" r:id="Red86eca49af24466"/>
    <p:sldId xmlns:r="http://schemas.openxmlformats.org/officeDocument/2006/relationships" id="342" r:id="R2b2ec17c382d4acb"/>
    <p:sldId xmlns:r="http://schemas.openxmlformats.org/officeDocument/2006/relationships" id="343" r:id="R854afe70a9c24b42"/>
    <p:sldId xmlns:r="http://schemas.openxmlformats.org/officeDocument/2006/relationships" id="344" r:id="R4a730031f65f4851"/>
    <p:sldId xmlns:r="http://schemas.openxmlformats.org/officeDocument/2006/relationships" id="345" r:id="R8ec66765f90743bb"/>
    <p:sldId xmlns:r="http://schemas.openxmlformats.org/officeDocument/2006/relationships" id="346" r:id="Rfb5dc845d98a44da"/>
    <p:sldId xmlns:r="http://schemas.openxmlformats.org/officeDocument/2006/relationships" id="347" r:id="R5625b5c5165e49f1"/>
    <p:sldId xmlns:r="http://schemas.openxmlformats.org/officeDocument/2006/relationships" id="348" r:id="R5289cc89b59847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5718d8f95240b8" /><Relationship Type="http://schemas.openxmlformats.org/officeDocument/2006/relationships/slideMaster" Target="/ppt/slideMasters/slideMaster1.xml" Id="Re7969bf3461c407a" /><Relationship Type="http://schemas.openxmlformats.org/officeDocument/2006/relationships/notesMaster" Target="/ppt/notesMasters/notesMaster1.xml" Id="R6faaa13f697148d5" /><Relationship Type="http://schemas.openxmlformats.org/officeDocument/2006/relationships/presProps" Target="/ppt/presProps.xml" Id="R84657a26879f4e56" /><Relationship Type="http://schemas.openxmlformats.org/officeDocument/2006/relationships/tableStyles" Target="/ppt/tableStyles.xml" Id="Ra8458204f6384bf7" /><Relationship Type="http://schemas.openxmlformats.org/officeDocument/2006/relationships/slide" Target="/ppt/slides/slide1.xml" Id="R3e9ca58c5c7444f6" /><Relationship Type="http://schemas.openxmlformats.org/officeDocument/2006/relationships/slide" Target="/ppt/slides/slide2.xml" Id="Rba7972b044434158" /><Relationship Type="http://schemas.openxmlformats.org/officeDocument/2006/relationships/slide" Target="/ppt/slides/slide3.xml" Id="R92cf827ef5014ff4" /><Relationship Type="http://schemas.openxmlformats.org/officeDocument/2006/relationships/slide" Target="/ppt/slides/slide4.xml" Id="R03910dc366d9456b" /><Relationship Type="http://schemas.openxmlformats.org/officeDocument/2006/relationships/slide" Target="/ppt/slides/slide5.xml" Id="R9ee1876fe9b04dca" /><Relationship Type="http://schemas.openxmlformats.org/officeDocument/2006/relationships/slide" Target="/ppt/slides/slide6.xml" Id="R1a0d81c0ecc64f64" /><Relationship Type="http://schemas.openxmlformats.org/officeDocument/2006/relationships/slide" Target="/ppt/slides/slide7.xml" Id="Ra0891679d02b4a87" /><Relationship Type="http://schemas.openxmlformats.org/officeDocument/2006/relationships/slide" Target="/ppt/slides/slide8.xml" Id="Rf53b4c31b9984f6f" /><Relationship Type="http://schemas.openxmlformats.org/officeDocument/2006/relationships/slide" Target="/ppt/slides/slide9.xml" Id="R7190ed9a93244201" /><Relationship Type="http://schemas.openxmlformats.org/officeDocument/2006/relationships/slide" Target="/ppt/slides/slide10.xml" Id="R8275fdeb57964e37" /><Relationship Type="http://schemas.openxmlformats.org/officeDocument/2006/relationships/slide" Target="/ppt/slides/slide11.xml" Id="R879bc6bde5c24aa8" /><Relationship Type="http://schemas.openxmlformats.org/officeDocument/2006/relationships/slide" Target="/ppt/slides/slide12.xml" Id="Re1976c989f3549e7" /><Relationship Type="http://schemas.openxmlformats.org/officeDocument/2006/relationships/slide" Target="/ppt/slides/slide13.xml" Id="R3a04f76ee0db426a" /><Relationship Type="http://schemas.openxmlformats.org/officeDocument/2006/relationships/slide" Target="/ppt/slides/slide14.xml" Id="R56efb94ff59c4679" /><Relationship Type="http://schemas.openxmlformats.org/officeDocument/2006/relationships/slide" Target="/ppt/slides/slide15.xml" Id="R6c93db7583834829" /><Relationship Type="http://schemas.openxmlformats.org/officeDocument/2006/relationships/slide" Target="/ppt/slides/slide16.xml" Id="R7b2aa41635a44117" /><Relationship Type="http://schemas.openxmlformats.org/officeDocument/2006/relationships/slide" Target="/ppt/slides/slide17.xml" Id="Ra10f1bd472c647b5" /><Relationship Type="http://schemas.openxmlformats.org/officeDocument/2006/relationships/slide" Target="/ppt/slides/slide18.xml" Id="Re65c8b5a0c5c48fe" /><Relationship Type="http://schemas.openxmlformats.org/officeDocument/2006/relationships/slide" Target="/ppt/slides/slide19.xml" Id="Rbb362355f9cf409a" /><Relationship Type="http://schemas.openxmlformats.org/officeDocument/2006/relationships/slide" Target="/ppt/slides/slide20.xml" Id="R2c1a5a4dfec14d83" /><Relationship Type="http://schemas.openxmlformats.org/officeDocument/2006/relationships/slide" Target="/ppt/slides/slide21.xml" Id="Ra3d431bdf28144fa" /><Relationship Type="http://schemas.openxmlformats.org/officeDocument/2006/relationships/slide" Target="/ppt/slides/slide22.xml" Id="R0bcd84863f5e4390" /><Relationship Type="http://schemas.openxmlformats.org/officeDocument/2006/relationships/slide" Target="/ppt/slides/slide23.xml" Id="Ra8e415483ced46eb" /><Relationship Type="http://schemas.openxmlformats.org/officeDocument/2006/relationships/slide" Target="/ppt/slides/slide24.xml" Id="R315489913f8e4680" /><Relationship Type="http://schemas.openxmlformats.org/officeDocument/2006/relationships/slide" Target="/ppt/slides/slide25.xml" Id="R353840fda2214f2a" /><Relationship Type="http://schemas.openxmlformats.org/officeDocument/2006/relationships/slide" Target="/ppt/slides/slide26.xml" Id="R9c09ba7f4ec2436b" /><Relationship Type="http://schemas.openxmlformats.org/officeDocument/2006/relationships/slide" Target="/ppt/slides/slide27.xml" Id="R8f2f2a5e28354c8f" /><Relationship Type="http://schemas.openxmlformats.org/officeDocument/2006/relationships/slide" Target="/ppt/slides/slide28.xml" Id="R94ef1725ed074f41" /><Relationship Type="http://schemas.openxmlformats.org/officeDocument/2006/relationships/slide" Target="/ppt/slides/slide29.xml" Id="Rc87bdd227d0f477a" /><Relationship Type="http://schemas.openxmlformats.org/officeDocument/2006/relationships/slide" Target="/ppt/slides/slide30.xml" Id="R3b02edc9db7e42c7" /><Relationship Type="http://schemas.openxmlformats.org/officeDocument/2006/relationships/slide" Target="/ppt/slides/slide31.xml" Id="R0b0b68e29c9242f8" /><Relationship Type="http://schemas.openxmlformats.org/officeDocument/2006/relationships/slide" Target="/ppt/slides/slide32.xml" Id="R856453ea70a947a0" /><Relationship Type="http://schemas.openxmlformats.org/officeDocument/2006/relationships/slide" Target="/ppt/slides/slide33.xml" Id="R68bca91428354cfc" /><Relationship Type="http://schemas.openxmlformats.org/officeDocument/2006/relationships/slide" Target="/ppt/slides/slide34.xml" Id="R4d452541e2c34001" /><Relationship Type="http://schemas.openxmlformats.org/officeDocument/2006/relationships/slide" Target="/ppt/slides/slide35.xml" Id="R897a1e0b240b465d" /><Relationship Type="http://schemas.openxmlformats.org/officeDocument/2006/relationships/slide" Target="/ppt/slides/slide36.xml" Id="R07b923d8df034d0b" /><Relationship Type="http://schemas.openxmlformats.org/officeDocument/2006/relationships/slide" Target="/ppt/slides/slide37.xml" Id="R7a072fcf87d142ef" /><Relationship Type="http://schemas.openxmlformats.org/officeDocument/2006/relationships/slide" Target="/ppt/slides/slide38.xml" Id="R4cae2ee81d594a5f" /><Relationship Type="http://schemas.openxmlformats.org/officeDocument/2006/relationships/slide" Target="/ppt/slides/slide39.xml" Id="R2492f0cd0ffc49ac" /><Relationship Type="http://schemas.openxmlformats.org/officeDocument/2006/relationships/slide" Target="/ppt/slides/slide40.xml" Id="R72a99ef567124993" /><Relationship Type="http://schemas.openxmlformats.org/officeDocument/2006/relationships/slide" Target="/ppt/slides/slide41.xml" Id="R7a15d172c53f4d54" /><Relationship Type="http://schemas.openxmlformats.org/officeDocument/2006/relationships/slide" Target="/ppt/slides/slide42.xml" Id="R9ba27c915ca947ff" /><Relationship Type="http://schemas.openxmlformats.org/officeDocument/2006/relationships/slide" Target="/ppt/slides/slide43.xml" Id="Rf0c6d6df214c441b" /><Relationship Type="http://schemas.openxmlformats.org/officeDocument/2006/relationships/slide" Target="/ppt/slides/slide44.xml" Id="R9274d538a946415f" /><Relationship Type="http://schemas.openxmlformats.org/officeDocument/2006/relationships/slide" Target="/ppt/slides/slide45.xml" Id="R53f7ed46466545d9" /><Relationship Type="http://schemas.openxmlformats.org/officeDocument/2006/relationships/slide" Target="/ppt/slides/slide46.xml" Id="R28a903dd30ac41b9" /><Relationship Type="http://schemas.openxmlformats.org/officeDocument/2006/relationships/slide" Target="/ppt/slides/slide47.xml" Id="R136ad27fb6734d6c" /><Relationship Type="http://schemas.openxmlformats.org/officeDocument/2006/relationships/slide" Target="/ppt/slides/slide48.xml" Id="Rb65884641eb142f7" /><Relationship Type="http://schemas.openxmlformats.org/officeDocument/2006/relationships/slide" Target="/ppt/slides/slide49.xml" Id="R643466a5485b4f5f" /><Relationship Type="http://schemas.openxmlformats.org/officeDocument/2006/relationships/slide" Target="/ppt/slides/slide50.xml" Id="Ra878a1ab9e2247ce" /><Relationship Type="http://schemas.openxmlformats.org/officeDocument/2006/relationships/slide" Target="/ppt/slides/slide51.xml" Id="R6bb995e834314a3f" /><Relationship Type="http://schemas.openxmlformats.org/officeDocument/2006/relationships/slide" Target="/ppt/slides/slide52.xml" Id="R36f220db7aa6499b" /><Relationship Type="http://schemas.openxmlformats.org/officeDocument/2006/relationships/slide" Target="/ppt/slides/slide53.xml" Id="Rb2ff49a5ef854876" /><Relationship Type="http://schemas.openxmlformats.org/officeDocument/2006/relationships/slide" Target="/ppt/slides/slide54.xml" Id="R6c5c572b02dd4de3" /><Relationship Type="http://schemas.openxmlformats.org/officeDocument/2006/relationships/slide" Target="/ppt/slides/slide55.xml" Id="R7bb46a132a40478c" /><Relationship Type="http://schemas.openxmlformats.org/officeDocument/2006/relationships/slide" Target="/ppt/slides/slide56.xml" Id="R7d7c9381a6ee4d66" /><Relationship Type="http://schemas.openxmlformats.org/officeDocument/2006/relationships/slide" Target="/ppt/slides/slide57.xml" Id="R59e6e0458d6a499f" /><Relationship Type="http://schemas.openxmlformats.org/officeDocument/2006/relationships/slide" Target="/ppt/slides/slide58.xml" Id="Re4a6829a0d7e417c" /><Relationship Type="http://schemas.openxmlformats.org/officeDocument/2006/relationships/slide" Target="/ppt/slides/slide59.xml" Id="Re9cd43341c32403b" /><Relationship Type="http://schemas.openxmlformats.org/officeDocument/2006/relationships/slide" Target="/ppt/slides/slide60.xml" Id="Rf36c457c81b244ab" /><Relationship Type="http://schemas.openxmlformats.org/officeDocument/2006/relationships/slide" Target="/ppt/slides/slide61.xml" Id="R6699b9d506854605" /><Relationship Type="http://schemas.openxmlformats.org/officeDocument/2006/relationships/slide" Target="/ppt/slides/slide62.xml" Id="R17c47386339746b1" /><Relationship Type="http://schemas.openxmlformats.org/officeDocument/2006/relationships/slide" Target="/ppt/slides/slide63.xml" Id="Rddf50d5bf34e4175" /><Relationship Type="http://schemas.openxmlformats.org/officeDocument/2006/relationships/slide" Target="/ppt/slides/slide64.xml" Id="Redf1dbfce9fe4441" /><Relationship Type="http://schemas.openxmlformats.org/officeDocument/2006/relationships/slide" Target="/ppt/slides/slide65.xml" Id="R8cf831442e564531" /><Relationship Type="http://schemas.openxmlformats.org/officeDocument/2006/relationships/slide" Target="/ppt/slides/slide66.xml" Id="R6468810f0cdf4011" /><Relationship Type="http://schemas.openxmlformats.org/officeDocument/2006/relationships/slide" Target="/ppt/slides/slide67.xml" Id="R6e7bd960adf043a2" /><Relationship Type="http://schemas.openxmlformats.org/officeDocument/2006/relationships/slide" Target="/ppt/slides/slide68.xml" Id="Re1b207668f434e58" /><Relationship Type="http://schemas.openxmlformats.org/officeDocument/2006/relationships/slide" Target="/ppt/slides/slide69.xml" Id="R4128cabbe98347c9" /><Relationship Type="http://schemas.openxmlformats.org/officeDocument/2006/relationships/slide" Target="/ppt/slides/slide70.xml" Id="Rf54020ff5b5b4bf4" /><Relationship Type="http://schemas.openxmlformats.org/officeDocument/2006/relationships/slide" Target="/ppt/slides/slide71.xml" Id="R2772cf6e89d54eee" /><Relationship Type="http://schemas.openxmlformats.org/officeDocument/2006/relationships/slide" Target="/ppt/slides/slide72.xml" Id="Rfb3e49efafd2425f" /><Relationship Type="http://schemas.openxmlformats.org/officeDocument/2006/relationships/slide" Target="/ppt/slides/slide73.xml" Id="R78878c282f6240f5" /><Relationship Type="http://schemas.openxmlformats.org/officeDocument/2006/relationships/slide" Target="/ppt/slides/slide74.xml" Id="Ra01a4881323e4f65" /><Relationship Type="http://schemas.openxmlformats.org/officeDocument/2006/relationships/slide" Target="/ppt/slides/slide75.xml" Id="R0127b738ecd541c5" /><Relationship Type="http://schemas.openxmlformats.org/officeDocument/2006/relationships/slide" Target="/ppt/slides/slide76.xml" Id="R277e0ee5ef934220" /><Relationship Type="http://schemas.openxmlformats.org/officeDocument/2006/relationships/slide" Target="/ppt/slides/slide77.xml" Id="R9288a523715047c0" /><Relationship Type="http://schemas.openxmlformats.org/officeDocument/2006/relationships/slide" Target="/ppt/slides/slide78.xml" Id="Rc5c8cd6693cb45da" /><Relationship Type="http://schemas.openxmlformats.org/officeDocument/2006/relationships/slide" Target="/ppt/slides/slide79.xml" Id="Rd61a144f5f2a41b7" /><Relationship Type="http://schemas.openxmlformats.org/officeDocument/2006/relationships/slide" Target="/ppt/slides/slide80.xml" Id="R58ba7ebd82a545b7" /><Relationship Type="http://schemas.openxmlformats.org/officeDocument/2006/relationships/slide" Target="/ppt/slides/slide81.xml" Id="R28d464adaabc4a25" /><Relationship Type="http://schemas.openxmlformats.org/officeDocument/2006/relationships/slide" Target="/ppt/slides/slide82.xml" Id="Rd3b94d790c784a68" /><Relationship Type="http://schemas.openxmlformats.org/officeDocument/2006/relationships/slide" Target="/ppt/slides/slide83.xml" Id="R8589e5ed18dc46a3" /><Relationship Type="http://schemas.openxmlformats.org/officeDocument/2006/relationships/slide" Target="/ppt/slides/slide84.xml" Id="Ra78a0f05c87e4b46" /><Relationship Type="http://schemas.openxmlformats.org/officeDocument/2006/relationships/slide" Target="/ppt/slides/slide85.xml" Id="R05e8bec8c6cc434a" /><Relationship Type="http://schemas.openxmlformats.org/officeDocument/2006/relationships/slide" Target="/ppt/slides/slide86.xml" Id="Red86eca49af24466" /><Relationship Type="http://schemas.openxmlformats.org/officeDocument/2006/relationships/slide" Target="/ppt/slides/slide87.xml" Id="R2b2ec17c382d4acb" /><Relationship Type="http://schemas.openxmlformats.org/officeDocument/2006/relationships/slide" Target="/ppt/slides/slide88.xml" Id="R854afe70a9c24b42" /><Relationship Type="http://schemas.openxmlformats.org/officeDocument/2006/relationships/slide" Target="/ppt/slides/slide89.xml" Id="R4a730031f65f4851" /><Relationship Type="http://schemas.openxmlformats.org/officeDocument/2006/relationships/slide" Target="/ppt/slides/slide90.xml" Id="R8ec66765f90743bb" /><Relationship Type="http://schemas.openxmlformats.org/officeDocument/2006/relationships/slide" Target="/ppt/slides/slide91.xml" Id="Rfb5dc845d98a44da" /><Relationship Type="http://schemas.openxmlformats.org/officeDocument/2006/relationships/slide" Target="/ppt/slides/slide92.xml" Id="R5625b5c5165e49f1" /><Relationship Type="http://schemas.openxmlformats.org/officeDocument/2006/relationships/slide" Target="/ppt/slides/slide93.xml" Id="R5289cc89b59847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398900fdb2c47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2be6fb256d477b" /><Relationship Type="http://schemas.openxmlformats.org/officeDocument/2006/relationships/notesMaster" Target="/ppt/notesMasters/notesMaster1.xml" Id="R7b606ea9b49a49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71264cdc0648e6" /><Relationship Type="http://schemas.openxmlformats.org/officeDocument/2006/relationships/notesMaster" Target="/ppt/notesMasters/notesMaster1.xml" Id="R24a334ddeb7942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e29e21ae994cf0" /><Relationship Type="http://schemas.openxmlformats.org/officeDocument/2006/relationships/notesMaster" Target="/ppt/notesMasters/notesMaster1.xml" Id="R6a7a7b7bf3b44f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8d2418e92a4a13" /><Relationship Type="http://schemas.openxmlformats.org/officeDocument/2006/relationships/notesMaster" Target="/ppt/notesMasters/notesMaster1.xml" Id="Rf8c7a47297404c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28ee69fd244e82" /><Relationship Type="http://schemas.openxmlformats.org/officeDocument/2006/relationships/notesMaster" Target="/ppt/notesMasters/notesMaster1.xml" Id="Re24fa216647642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5aa01469c4482b" /><Relationship Type="http://schemas.openxmlformats.org/officeDocument/2006/relationships/notesMaster" Target="/ppt/notesMasters/notesMaster1.xml" Id="R1a61b98c9e8547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6935737ce84b21" /><Relationship Type="http://schemas.openxmlformats.org/officeDocument/2006/relationships/notesMaster" Target="/ppt/notesMasters/notesMaster1.xml" Id="R59f8ed8a35b346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80e4b82f4c4bb3" /><Relationship Type="http://schemas.openxmlformats.org/officeDocument/2006/relationships/notesMaster" Target="/ppt/notesMasters/notesMaster1.xml" Id="Rc536705edd5344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6006c619ce434b" /><Relationship Type="http://schemas.openxmlformats.org/officeDocument/2006/relationships/notesMaster" Target="/ppt/notesMasters/notesMaster1.xml" Id="Rfe7ad5ff1927462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44c811cf2e74b87" /><Relationship Type="http://schemas.openxmlformats.org/officeDocument/2006/relationships/notesMaster" Target="/ppt/notesMasters/notesMaster1.xml" Id="R1a296bb91954460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a21da4df45541be" /><Relationship Type="http://schemas.openxmlformats.org/officeDocument/2006/relationships/notesMaster" Target="/ppt/notesMasters/notesMaster1.xml" Id="R8ee9cceb76f240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2f41a3b9ce41ac" /><Relationship Type="http://schemas.openxmlformats.org/officeDocument/2006/relationships/notesMaster" Target="/ppt/notesMasters/notesMaster1.xml" Id="Re5b11461eac34a0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78b62f584f848a8" /><Relationship Type="http://schemas.openxmlformats.org/officeDocument/2006/relationships/notesMaster" Target="/ppt/notesMasters/notesMaster1.xml" Id="R07094535edfd42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daa447ad6a4664" /><Relationship Type="http://schemas.openxmlformats.org/officeDocument/2006/relationships/notesMaster" Target="/ppt/notesMasters/notesMaster1.xml" Id="R6a515e2f0b774a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473be8ba274e6a" /><Relationship Type="http://schemas.openxmlformats.org/officeDocument/2006/relationships/notesMaster" Target="/ppt/notesMasters/notesMaster1.xml" Id="Rc27d15f1161546f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9f54c5bd4994d8d" /><Relationship Type="http://schemas.openxmlformats.org/officeDocument/2006/relationships/notesMaster" Target="/ppt/notesMasters/notesMaster1.xml" Id="Rfe39f5a6d8ff49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121e6437b44b9d" /><Relationship Type="http://schemas.openxmlformats.org/officeDocument/2006/relationships/notesMaster" Target="/ppt/notesMasters/notesMaster1.xml" Id="Rd3b7e92868be485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16c420691fa4e8f" /><Relationship Type="http://schemas.openxmlformats.org/officeDocument/2006/relationships/notesMaster" Target="/ppt/notesMasters/notesMaster1.xml" Id="Rc165364561c542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ef8896bae74080" /><Relationship Type="http://schemas.openxmlformats.org/officeDocument/2006/relationships/notesMaster" Target="/ppt/notesMasters/notesMaster1.xml" Id="R8b6978b8bb714d7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aff0b59ae3405f" /><Relationship Type="http://schemas.openxmlformats.org/officeDocument/2006/relationships/notesMaster" Target="/ppt/notesMasters/notesMaster1.xml" Id="Re44983c486324b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255565ff168465f" /><Relationship Type="http://schemas.openxmlformats.org/officeDocument/2006/relationships/notesMaster" Target="/ppt/notesMasters/notesMaster1.xml" Id="R57f7c9a061f0466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1bb644c0b5949fb" /><Relationship Type="http://schemas.openxmlformats.org/officeDocument/2006/relationships/notesMaster" Target="/ppt/notesMasters/notesMaster1.xml" Id="Rfb4b088ddc8447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747229e44634a2d" /><Relationship Type="http://schemas.openxmlformats.org/officeDocument/2006/relationships/notesMaster" Target="/ppt/notesMasters/notesMaster1.xml" Id="Ra329fda5795743a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1f641ca17da4db6" /><Relationship Type="http://schemas.openxmlformats.org/officeDocument/2006/relationships/notesMaster" Target="/ppt/notesMasters/notesMaster1.xml" Id="R1fce1c69f0104bd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26cd5a239fc4a45" /><Relationship Type="http://schemas.openxmlformats.org/officeDocument/2006/relationships/notesMaster" Target="/ppt/notesMasters/notesMaster1.xml" Id="Rc299d925cd264a9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2041a45c8324bba" /><Relationship Type="http://schemas.openxmlformats.org/officeDocument/2006/relationships/notesMaster" Target="/ppt/notesMasters/notesMaster1.xml" Id="R3602858b15d545a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c6560567ab4ca0" /><Relationship Type="http://schemas.openxmlformats.org/officeDocument/2006/relationships/notesMaster" Target="/ppt/notesMasters/notesMaster1.xml" Id="R69cb3bac479f423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0f52e43fbe047c9" /><Relationship Type="http://schemas.openxmlformats.org/officeDocument/2006/relationships/notesMaster" Target="/ppt/notesMasters/notesMaster1.xml" Id="R22ceae0f4e90450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06570e014724f3c" /><Relationship Type="http://schemas.openxmlformats.org/officeDocument/2006/relationships/notesMaster" Target="/ppt/notesMasters/notesMaster1.xml" Id="Rc921fd2d5ad64b2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20b3098656443c7" /><Relationship Type="http://schemas.openxmlformats.org/officeDocument/2006/relationships/notesMaster" Target="/ppt/notesMasters/notesMaster1.xml" Id="R9810ce77782c42d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462710c18b941bb" /><Relationship Type="http://schemas.openxmlformats.org/officeDocument/2006/relationships/notesMaster" Target="/ppt/notesMasters/notesMaster1.xml" Id="Rbbb2bc1cda2b414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e957b513be241eb" /><Relationship Type="http://schemas.openxmlformats.org/officeDocument/2006/relationships/notesMaster" Target="/ppt/notesMasters/notesMaster1.xml" Id="Rb2670d7ac029496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a0a68c864a44622" /><Relationship Type="http://schemas.openxmlformats.org/officeDocument/2006/relationships/notesMaster" Target="/ppt/notesMasters/notesMaster1.xml" Id="R8db2a1dd71284fd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f22fb974e7e4301" /><Relationship Type="http://schemas.openxmlformats.org/officeDocument/2006/relationships/notesMaster" Target="/ppt/notesMasters/notesMaster1.xml" Id="Rbf0982a179274cc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6f34420987b4ac0" /><Relationship Type="http://schemas.openxmlformats.org/officeDocument/2006/relationships/notesMaster" Target="/ppt/notesMasters/notesMaster1.xml" Id="Ra0081332bfcb4e4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c6883f9400c418b" /><Relationship Type="http://schemas.openxmlformats.org/officeDocument/2006/relationships/notesMaster" Target="/ppt/notesMasters/notesMaster1.xml" Id="R125411bc35184f1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4189fcff7b54260" /><Relationship Type="http://schemas.openxmlformats.org/officeDocument/2006/relationships/notesMaster" Target="/ppt/notesMasters/notesMaster1.xml" Id="R9ca78125ef27407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2fdb732eb554f5f" /><Relationship Type="http://schemas.openxmlformats.org/officeDocument/2006/relationships/notesMaster" Target="/ppt/notesMasters/notesMaster1.xml" Id="R5cce5c62cb9245f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60c95a00c49433c" /><Relationship Type="http://schemas.openxmlformats.org/officeDocument/2006/relationships/notesMaster" Target="/ppt/notesMasters/notesMaster1.xml" Id="R488ce5a860d24c1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cf0a8d7e2884083" /><Relationship Type="http://schemas.openxmlformats.org/officeDocument/2006/relationships/notesMaster" Target="/ppt/notesMasters/notesMaster1.xml" Id="R68b1b429da304d5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4426cd1f3564e8a" /><Relationship Type="http://schemas.openxmlformats.org/officeDocument/2006/relationships/notesMaster" Target="/ppt/notesMasters/notesMaster1.xml" Id="R699d1c7aebb6413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b8f23ba7a004c32" /><Relationship Type="http://schemas.openxmlformats.org/officeDocument/2006/relationships/notesMaster" Target="/ppt/notesMasters/notesMaster1.xml" Id="Re9044c0945c5403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9a476bb0433418d" /><Relationship Type="http://schemas.openxmlformats.org/officeDocument/2006/relationships/notesMaster" Target="/ppt/notesMasters/notesMaster1.xml" Id="Rfcd7b4fafba544e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c455fe5970243d4" /><Relationship Type="http://schemas.openxmlformats.org/officeDocument/2006/relationships/notesMaster" Target="/ppt/notesMasters/notesMaster1.xml" Id="R9b29d38fc78e431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664785fbb9f40e4" /><Relationship Type="http://schemas.openxmlformats.org/officeDocument/2006/relationships/notesMaster" Target="/ppt/notesMasters/notesMaster1.xml" Id="R017d69a130f64a2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dd7b29cadeb4597" /><Relationship Type="http://schemas.openxmlformats.org/officeDocument/2006/relationships/notesMaster" Target="/ppt/notesMasters/notesMaster1.xml" Id="R0e9ac96ee9374f5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02dcffccabc44d5" /><Relationship Type="http://schemas.openxmlformats.org/officeDocument/2006/relationships/notesMaster" Target="/ppt/notesMasters/notesMaster1.xml" Id="R60eadde9757042f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842ee2eeed04fbf" /><Relationship Type="http://schemas.openxmlformats.org/officeDocument/2006/relationships/notesMaster" Target="/ppt/notesMasters/notesMaster1.xml" Id="Rb71484136f2f40a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d12b50963f64b5f" /><Relationship Type="http://schemas.openxmlformats.org/officeDocument/2006/relationships/notesMaster" Target="/ppt/notesMasters/notesMaster1.xml" Id="R3bd898e98a32402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ec89a34d57e4eef" /><Relationship Type="http://schemas.openxmlformats.org/officeDocument/2006/relationships/notesMaster" Target="/ppt/notesMasters/notesMaster1.xml" Id="R78c4d117494246f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563006ce23c416a" /><Relationship Type="http://schemas.openxmlformats.org/officeDocument/2006/relationships/notesMaster" Target="/ppt/notesMasters/notesMaster1.xml" Id="R79aa29afcf74471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52ef7c23b6f4ea4" /><Relationship Type="http://schemas.openxmlformats.org/officeDocument/2006/relationships/notesMaster" Target="/ppt/notesMasters/notesMaster1.xml" Id="Radeaa10226f348a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18accf38a6441b7" /><Relationship Type="http://schemas.openxmlformats.org/officeDocument/2006/relationships/notesMaster" Target="/ppt/notesMasters/notesMaster1.xml" Id="R4617f441db124f7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e3a6f92792f40e1" /><Relationship Type="http://schemas.openxmlformats.org/officeDocument/2006/relationships/notesMaster" Target="/ppt/notesMasters/notesMaster1.xml" Id="R9ca625955abb493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325026d202e41a8" /><Relationship Type="http://schemas.openxmlformats.org/officeDocument/2006/relationships/notesMaster" Target="/ppt/notesMasters/notesMaster1.xml" Id="Raf610f4ea95644e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3689398b1d445e3" /><Relationship Type="http://schemas.openxmlformats.org/officeDocument/2006/relationships/notesMaster" Target="/ppt/notesMasters/notesMaster1.xml" Id="R7a8679af50ab484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a96234440624d11" /><Relationship Type="http://schemas.openxmlformats.org/officeDocument/2006/relationships/notesMaster" Target="/ppt/notesMasters/notesMaster1.xml" Id="Rfa283916f419468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fe729a7f4b1479f" /><Relationship Type="http://schemas.openxmlformats.org/officeDocument/2006/relationships/notesMaster" Target="/ppt/notesMasters/notesMaster1.xml" Id="R2c5b85d59d6145c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5be6deb25d246be" /><Relationship Type="http://schemas.openxmlformats.org/officeDocument/2006/relationships/notesMaster" Target="/ppt/notesMasters/notesMaster1.xml" Id="Rb8d98a52f18847e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634251af5e545a6" /><Relationship Type="http://schemas.openxmlformats.org/officeDocument/2006/relationships/notesMaster" Target="/ppt/notesMasters/notesMaster1.xml" Id="Re8c55dd34735426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4cc98be9718460c" /><Relationship Type="http://schemas.openxmlformats.org/officeDocument/2006/relationships/notesMaster" Target="/ppt/notesMasters/notesMaster1.xml" Id="Rbc132ac933bb484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185f110fc594c13" /><Relationship Type="http://schemas.openxmlformats.org/officeDocument/2006/relationships/notesMaster" Target="/ppt/notesMasters/notesMaster1.xml" Id="R1953e9ba6a664e8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b99b78cf2414988" /><Relationship Type="http://schemas.openxmlformats.org/officeDocument/2006/relationships/notesMaster" Target="/ppt/notesMasters/notesMaster1.xml" Id="R08919b148f984c0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ed8f820f3794264" /><Relationship Type="http://schemas.openxmlformats.org/officeDocument/2006/relationships/notesMaster" Target="/ppt/notesMasters/notesMaster1.xml" Id="R591a66ce65024bd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cb95b5a79a54c1d" /><Relationship Type="http://schemas.openxmlformats.org/officeDocument/2006/relationships/notesMaster" Target="/ppt/notesMasters/notesMaster1.xml" Id="R14f5649cacc2403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a99291e025e4f24" /><Relationship Type="http://schemas.openxmlformats.org/officeDocument/2006/relationships/notesMaster" Target="/ppt/notesMasters/notesMaster1.xml" Id="R6268b0e9e3ce4de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e3c57f6ff184a38" /><Relationship Type="http://schemas.openxmlformats.org/officeDocument/2006/relationships/notesMaster" Target="/ppt/notesMasters/notesMaster1.xml" Id="Rd074fb185812461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d9737aace6c4a72" /><Relationship Type="http://schemas.openxmlformats.org/officeDocument/2006/relationships/notesMaster" Target="/ppt/notesMasters/notesMaster1.xml" Id="Rcae278bf9caf45f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f50c824b47a4fd3" /><Relationship Type="http://schemas.openxmlformats.org/officeDocument/2006/relationships/notesMaster" Target="/ppt/notesMasters/notesMaster1.xml" Id="R693b88636cd8483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8489851b90f4e05" /><Relationship Type="http://schemas.openxmlformats.org/officeDocument/2006/relationships/notesMaster" Target="/ppt/notesMasters/notesMaster1.xml" Id="R2a007fa55460483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72a7e4888b44c7c" /><Relationship Type="http://schemas.openxmlformats.org/officeDocument/2006/relationships/notesMaster" Target="/ppt/notesMasters/notesMaster1.xml" Id="R645cde17aa13424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1231f9f63ca4ef8" /><Relationship Type="http://schemas.openxmlformats.org/officeDocument/2006/relationships/notesMaster" Target="/ppt/notesMasters/notesMaster1.xml" Id="R2243b2465b40407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32341f3e3bd4651" /><Relationship Type="http://schemas.openxmlformats.org/officeDocument/2006/relationships/notesMaster" Target="/ppt/notesMasters/notesMaster1.xml" Id="Rfe655da479a44bc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a43631db49c4a9b" /><Relationship Type="http://schemas.openxmlformats.org/officeDocument/2006/relationships/notesMaster" Target="/ppt/notesMasters/notesMaster1.xml" Id="Rd2383b4748ff4ad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17720f1d1394604" /><Relationship Type="http://schemas.openxmlformats.org/officeDocument/2006/relationships/notesMaster" Target="/ppt/notesMasters/notesMaster1.xml" Id="Raf3512e8be834c9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0e3233816df42f3" /><Relationship Type="http://schemas.openxmlformats.org/officeDocument/2006/relationships/notesMaster" Target="/ppt/notesMasters/notesMaster1.xml" Id="R0d46319f2f0f47c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582ecdbc95a408c" /><Relationship Type="http://schemas.openxmlformats.org/officeDocument/2006/relationships/notesMaster" Target="/ppt/notesMasters/notesMaster1.xml" Id="R50bbef2c45d7445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69adca14e784481" /><Relationship Type="http://schemas.openxmlformats.org/officeDocument/2006/relationships/notesMaster" Target="/ppt/notesMasters/notesMaster1.xml" Id="R11230bcfeadd4e6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6cc6b01cd804e0e" /><Relationship Type="http://schemas.openxmlformats.org/officeDocument/2006/relationships/notesMaster" Target="/ppt/notesMasters/notesMaster1.xml" Id="R7184155e77c44f9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2edd10de69c4d29" /><Relationship Type="http://schemas.openxmlformats.org/officeDocument/2006/relationships/notesMaster" Target="/ppt/notesMasters/notesMaster1.xml" Id="R08b16378447a4f3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44b9858eefa4d1f" /><Relationship Type="http://schemas.openxmlformats.org/officeDocument/2006/relationships/notesMaster" Target="/ppt/notesMasters/notesMaster1.xml" Id="Re518e69fe1cb4be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d8ec97b0d0d4bf7" /><Relationship Type="http://schemas.openxmlformats.org/officeDocument/2006/relationships/notesMaster" Target="/ppt/notesMasters/notesMaster1.xml" Id="Re2b60359c74349c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6f4a9451e464a3a" /><Relationship Type="http://schemas.openxmlformats.org/officeDocument/2006/relationships/notesMaster" Target="/ppt/notesMasters/notesMaster1.xml" Id="R573234cd480c46f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dc69be1b0cd4e61" /><Relationship Type="http://schemas.openxmlformats.org/officeDocument/2006/relationships/notesMaster" Target="/ppt/notesMasters/notesMaster1.xml" Id="R48e3b7ecd72548b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8d5f12365be400d" /><Relationship Type="http://schemas.openxmlformats.org/officeDocument/2006/relationships/notesMaster" Target="/ppt/notesMasters/notesMaster1.xml" Id="Rae972bd67321454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71cb37f59d64204" /><Relationship Type="http://schemas.openxmlformats.org/officeDocument/2006/relationships/notesMaster" Target="/ppt/notesMasters/notesMaster1.xml" Id="Rf43ccca6833640f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615870827d14121" /><Relationship Type="http://schemas.openxmlformats.org/officeDocument/2006/relationships/notesMaster" Target="/ppt/notesMasters/notesMaster1.xml" Id="Rea4695bea23a481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8d840d450c24615" /><Relationship Type="http://schemas.openxmlformats.org/officeDocument/2006/relationships/notesMaster" Target="/ppt/notesMasters/notesMaster1.xml" Id="Rc8c0c01d44244f1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d86247966514f47" /><Relationship Type="http://schemas.openxmlformats.org/officeDocument/2006/relationships/notesMaster" Target="/ppt/notesMasters/notesMaster1.xml" Id="R2a14717a93c749c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ba22b60f82341be" /><Relationship Type="http://schemas.openxmlformats.org/officeDocument/2006/relationships/notesMaster" Target="/ppt/notesMasters/notesMaster1.xml" Id="R5b6b9d51f6264e0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d4a58b1975c463f" /><Relationship Type="http://schemas.openxmlformats.org/officeDocument/2006/relationships/notesMaster" Target="/ppt/notesMasters/notesMaster1.xml" Id="R53c7819492794db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48ab350100564926" /><Relationship Type="http://schemas.openxmlformats.org/officeDocument/2006/relationships/notesMaster" Target="/ppt/notesMasters/notesMaster1.xml" Id="Rd8a8badf6b1f4e6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9750ab9555cf48bf" /><Relationship Type="http://schemas.openxmlformats.org/officeDocument/2006/relationships/notesMaster" Target="/ppt/notesMasters/notesMaster1.xml" Id="Rb87aec09a0d442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54c403803741e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d106a532264c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189cf376524e5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88a01f7b084f4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b6cf54c9df477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90c65502cad43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5EB5B5-2CE9-417A-A8DA-EDA3C97C9C9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7684E0-A443-4F97-8179-6C7F1D36E8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AA5EB4-9DF0-495F-93EB-E6B2D89C99E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683583-6255-461E-9848-BA6423288DB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6281EB0-2860-4795-A90F-494C823B7DA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4D0FAB-0489-4179-B94C-FAD4D79A58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05D8B8-8D5D-4D72-8669-3C4C20737B2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64490D-A9B0-41E6-BC20-D69C1E09E87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5BC0ED-1284-4F6B-847E-7C4BCD4CC2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5B4211-1841-49B3-9CFC-704BFECF646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fe24d278f4491f" /><Relationship Type="http://schemas.openxmlformats.org/officeDocument/2006/relationships/slideLayout" Target="/ppt/slideLayouts/slideLayout1.xml" Id="Rc6df2eba23de4487" /><Relationship Type="http://schemas.openxmlformats.org/officeDocument/2006/relationships/slideLayout" Target="/ppt/slideLayouts/slideLayout2.xml" Id="R4252577865fd4254" /><Relationship Type="http://schemas.openxmlformats.org/officeDocument/2006/relationships/slideLayout" Target="/ppt/slideLayouts/slideLayout3.xml" Id="R77f3c533e03e4a45" /><Relationship Type="http://schemas.openxmlformats.org/officeDocument/2006/relationships/slideLayout" Target="/ppt/slideLayouts/slideLayout4.xml" Id="R62bd7b59d5b34fd2" /><Relationship Type="http://schemas.openxmlformats.org/officeDocument/2006/relationships/slideLayout" Target="/ppt/slideLayouts/slideLayout5.xml" Id="R21b9b9fbd6b24b42" /><Relationship Type="http://schemas.openxmlformats.org/officeDocument/2006/relationships/slideLayout" Target="/ppt/slideLayouts/slideLayout6.xml" Id="R8642b16e5c614f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df2eba23de4487"/>
    <p:sldLayoutId xmlns:r="http://schemas.openxmlformats.org/officeDocument/2006/relationships" id="2147483650" r:id="R4252577865fd4254"/>
    <p:sldLayoutId xmlns:r="http://schemas.openxmlformats.org/officeDocument/2006/relationships" id="2147483651" r:id="R77f3c533e03e4a45"/>
    <p:sldLayoutId xmlns:r="http://schemas.openxmlformats.org/officeDocument/2006/relationships" id="2147483652" r:id="R62bd7b59d5b34fd2"/>
    <p:sldLayoutId xmlns:r="http://schemas.openxmlformats.org/officeDocument/2006/relationships" id="2147483653" r:id="R21b9b9fbd6b24b42"/>
    <p:sldLayoutId xmlns:r="http://schemas.openxmlformats.org/officeDocument/2006/relationships" id="2147483654" r:id="R8642b16e5c614f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343dbb0e7e64af3" /><Relationship Type="http://schemas.openxmlformats.org/officeDocument/2006/relationships/image" Target="/ppt/media/image.png" Id="Rb0b3144080844d53" /><Relationship Type="http://schemas.openxmlformats.org/officeDocument/2006/relationships/notesSlide" Target="/ppt/notesSlides/notesSlide1.xml" Id="Rf5abeff7c5444a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cc0fd081e6842b8" /><Relationship Type="http://schemas.openxmlformats.org/officeDocument/2006/relationships/notesSlide" Target="/ppt/notesSlides/notesSlide2.xml" Id="R15459f4b391246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df1316f0d7d469e" /><Relationship Type="http://schemas.openxmlformats.org/officeDocument/2006/relationships/notesSlide" Target="/ppt/notesSlides/notesSlide3.xml" Id="R89d53aa0e53e48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c7d203336a24d69" /><Relationship Type="http://schemas.openxmlformats.org/officeDocument/2006/relationships/image" Target="/ppt/media/image2.png" Id="R3c8d73c40dd14d07" /><Relationship Type="http://schemas.openxmlformats.org/officeDocument/2006/relationships/notesSlide" Target="/ppt/notesSlides/notesSlide4.xml" Id="R79ea68b17bde47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199556d19b4e50" /><Relationship Type="http://schemas.openxmlformats.org/officeDocument/2006/relationships/notesSlide" Target="/ppt/notesSlides/notesSlide5.xml" Id="R647f15e90a4444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a157dfa1c784866" /><Relationship Type="http://schemas.openxmlformats.org/officeDocument/2006/relationships/notesSlide" Target="/ppt/notesSlides/notesSlide6.xml" Id="R83d3fe5f5e8740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e6b03dc443c4059" /><Relationship Type="http://schemas.openxmlformats.org/officeDocument/2006/relationships/image" Target="/ppt/media/image3.png" Id="Rcb02c27693df4de1" /><Relationship Type="http://schemas.openxmlformats.org/officeDocument/2006/relationships/notesSlide" Target="/ppt/notesSlides/notesSlide7.xml" Id="R1cd2648da66a4a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fb89bd188f4591" /><Relationship Type="http://schemas.openxmlformats.org/officeDocument/2006/relationships/notesSlide" Target="/ppt/notesSlides/notesSlide8.xml" Id="R8e495fb2d66a424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83a1309677047c2" /><Relationship Type="http://schemas.openxmlformats.org/officeDocument/2006/relationships/image" Target="/ppt/media/image4.png" Id="R82d3e01fe40c44e8" /><Relationship Type="http://schemas.openxmlformats.org/officeDocument/2006/relationships/image" Target="/ppt/media/image5.png" Id="R21966bf251e24ad9" /><Relationship Type="http://schemas.openxmlformats.org/officeDocument/2006/relationships/image" Target="/ppt/media/image6.png" Id="Rbe6cb0d8a27e4f18" /><Relationship Type="http://schemas.openxmlformats.org/officeDocument/2006/relationships/notesSlide" Target="/ppt/notesSlides/notesSlide9.xml" Id="Rb2b6fa3cb47641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7a10823ede14b7c" /><Relationship Type="http://schemas.openxmlformats.org/officeDocument/2006/relationships/notesSlide" Target="/ppt/notesSlides/notesSlide10.xml" Id="R03065b5518ee455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56db96ede74277" /><Relationship Type="http://schemas.openxmlformats.org/officeDocument/2006/relationships/image" Target="/ppt/media/image7.png" Id="Re9d7b7951d324868" /><Relationship Type="http://schemas.openxmlformats.org/officeDocument/2006/relationships/image" Target="/ppt/media/image8.png" Id="R5e5fa735e0ec4df2" /><Relationship Type="http://schemas.openxmlformats.org/officeDocument/2006/relationships/image" Target="/ppt/media/image9.png" Id="Re2e56301f1f643ab" /><Relationship Type="http://schemas.openxmlformats.org/officeDocument/2006/relationships/notesSlide" Target="/ppt/notesSlides/notesSlide11.xml" Id="R4b184c7f27af4a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7f6c60bbbb14bc4" /><Relationship Type="http://schemas.openxmlformats.org/officeDocument/2006/relationships/image" Target="/ppt/media/image10.png" Id="R47e10a7d3f314cd7" /><Relationship Type="http://schemas.openxmlformats.org/officeDocument/2006/relationships/notesSlide" Target="/ppt/notesSlides/notesSlide12.xml" Id="R78fa3f5806814a1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ce190763d70466d" /><Relationship Type="http://schemas.openxmlformats.org/officeDocument/2006/relationships/image" Target="/ppt/media/image11.png" Id="R43617e92afb34bad" /><Relationship Type="http://schemas.openxmlformats.org/officeDocument/2006/relationships/notesSlide" Target="/ppt/notesSlides/notesSlide13.xml" Id="Radc9cdad26164f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37ddc733d124905" /><Relationship Type="http://schemas.openxmlformats.org/officeDocument/2006/relationships/notesSlide" Target="/ppt/notesSlides/notesSlide14.xml" Id="Re53882cc090a416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27d74a0a63c4941" /><Relationship Type="http://schemas.openxmlformats.org/officeDocument/2006/relationships/notesSlide" Target="/ppt/notesSlides/notesSlide15.xml" Id="Rd450eec3ade94a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2bcb4da2b494a9a" /><Relationship Type="http://schemas.openxmlformats.org/officeDocument/2006/relationships/notesSlide" Target="/ppt/notesSlides/notesSlide16.xml" Id="R87f79c02ae5a42f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fa7ff8f9a5f492a" /><Relationship Type="http://schemas.openxmlformats.org/officeDocument/2006/relationships/notesSlide" Target="/ppt/notesSlides/notesSlide17.xml" Id="Rb85b8031d54042f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8353d8319d14846" /><Relationship Type="http://schemas.openxmlformats.org/officeDocument/2006/relationships/notesSlide" Target="/ppt/notesSlides/notesSlide18.xml" Id="R52050ee036be43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bdf6ef48db142f3" /><Relationship Type="http://schemas.openxmlformats.org/officeDocument/2006/relationships/notesSlide" Target="/ppt/notesSlides/notesSlide19.xml" Id="R03da4ff78d97446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97ec562dbc145a0" /><Relationship Type="http://schemas.openxmlformats.org/officeDocument/2006/relationships/notesSlide" Target="/ppt/notesSlides/notesSlide20.xml" Id="R60361121dcbd41e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b12af270f464c1e" /><Relationship Type="http://schemas.openxmlformats.org/officeDocument/2006/relationships/notesSlide" Target="/ppt/notesSlides/notesSlide21.xml" Id="R3f1f55fe07e54e7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093585319554815" /><Relationship Type="http://schemas.openxmlformats.org/officeDocument/2006/relationships/notesSlide" Target="/ppt/notesSlides/notesSlide22.xml" Id="R614b6233567b4d9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ca64ab630c14a32" /><Relationship Type="http://schemas.openxmlformats.org/officeDocument/2006/relationships/notesSlide" Target="/ppt/notesSlides/notesSlide23.xml" Id="Rfd54807ef98f489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c4dac5065a42f6" /><Relationship Type="http://schemas.openxmlformats.org/officeDocument/2006/relationships/notesSlide" Target="/ppt/notesSlides/notesSlide24.xml" Id="Rde26d53817c74e4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5f474643c50432a" /><Relationship Type="http://schemas.openxmlformats.org/officeDocument/2006/relationships/notesSlide" Target="/ppt/notesSlides/notesSlide25.xml" Id="R677d67297f1647d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8fdc81864c146b2" /><Relationship Type="http://schemas.openxmlformats.org/officeDocument/2006/relationships/notesSlide" Target="/ppt/notesSlides/notesSlide26.xml" Id="Rf4db051fdd3c4e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2144403530749a7" /><Relationship Type="http://schemas.openxmlformats.org/officeDocument/2006/relationships/notesSlide" Target="/ppt/notesSlides/notesSlide27.xml" Id="R2cf9d52c606b4b9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6abe94fbc08424d" /><Relationship Type="http://schemas.openxmlformats.org/officeDocument/2006/relationships/notesSlide" Target="/ppt/notesSlides/notesSlide28.xml" Id="Ra2528dfa83c64fa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a0d6ec7bf7c4a95" /><Relationship Type="http://schemas.openxmlformats.org/officeDocument/2006/relationships/notesSlide" Target="/ppt/notesSlides/notesSlide29.xml" Id="Rda4fd94f9ff34d2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e1de843708a4d5e" /><Relationship Type="http://schemas.openxmlformats.org/officeDocument/2006/relationships/notesSlide" Target="/ppt/notesSlides/notesSlide30.xml" Id="R4ce890f4ec6144e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2e9d9c4a84545e6" /><Relationship Type="http://schemas.openxmlformats.org/officeDocument/2006/relationships/notesSlide" Target="/ppt/notesSlides/notesSlide31.xml" Id="R9b1abba6260143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6f824dac71d4920" /><Relationship Type="http://schemas.openxmlformats.org/officeDocument/2006/relationships/notesSlide" Target="/ppt/notesSlides/notesSlide32.xml" Id="Rfce3c89df099454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a8266e54e6048f1" /><Relationship Type="http://schemas.openxmlformats.org/officeDocument/2006/relationships/notesSlide" Target="/ppt/notesSlides/notesSlide33.xml" Id="Ref753226c2204df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ccc3aa04f5c4397" /><Relationship Type="http://schemas.openxmlformats.org/officeDocument/2006/relationships/notesSlide" Target="/ppt/notesSlides/notesSlide34.xml" Id="R4b62c75c1ca24a4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ae990a7bfc04dd9" /><Relationship Type="http://schemas.openxmlformats.org/officeDocument/2006/relationships/image" Target="/ppt/media/image12.png" Id="R7fa4fafa42d746e4" /><Relationship Type="http://schemas.openxmlformats.org/officeDocument/2006/relationships/image" Target="/ppt/media/image13.png" Id="R30672cea4fe84106" /><Relationship Type="http://schemas.openxmlformats.org/officeDocument/2006/relationships/notesSlide" Target="/ppt/notesSlides/notesSlide35.xml" Id="R3eb37922dd1e470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bd3fc4edcfa449d" /><Relationship Type="http://schemas.openxmlformats.org/officeDocument/2006/relationships/image" Target="/ppt/media/image14.png" Id="Raaec8084abb24c65" /><Relationship Type="http://schemas.openxmlformats.org/officeDocument/2006/relationships/notesSlide" Target="/ppt/notesSlides/notesSlide36.xml" Id="Rd8a4edb846b8430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edbae2829124186" /><Relationship Type="http://schemas.openxmlformats.org/officeDocument/2006/relationships/notesSlide" Target="/ppt/notesSlides/notesSlide37.xml" Id="R7e758de35ace412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ce391f67bc947fe" /><Relationship Type="http://schemas.openxmlformats.org/officeDocument/2006/relationships/notesSlide" Target="/ppt/notesSlides/notesSlide38.xml" Id="R71b1787355c043c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e31ed19f53d4b4f" /><Relationship Type="http://schemas.openxmlformats.org/officeDocument/2006/relationships/notesSlide" Target="/ppt/notesSlides/notesSlide39.xml" Id="R2ffdb3a14dfb474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7fdc3e65c7c412d" /><Relationship Type="http://schemas.openxmlformats.org/officeDocument/2006/relationships/notesSlide" Target="/ppt/notesSlides/notesSlide40.xml" Id="R1fb67a25ed59415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7e9566ef7c441da" /><Relationship Type="http://schemas.openxmlformats.org/officeDocument/2006/relationships/notesSlide" Target="/ppt/notesSlides/notesSlide41.xml" Id="R9d80195d37a2465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fc7545143f6492a" /><Relationship Type="http://schemas.openxmlformats.org/officeDocument/2006/relationships/notesSlide" Target="/ppt/notesSlides/notesSlide42.xml" Id="R777b54701b264c0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52711a6c19147b1" /><Relationship Type="http://schemas.openxmlformats.org/officeDocument/2006/relationships/notesSlide" Target="/ppt/notesSlides/notesSlide43.xml" Id="R8e5a16a9e7554e0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8587f3125d0d4990" /><Relationship Type="http://schemas.openxmlformats.org/officeDocument/2006/relationships/notesSlide" Target="/ppt/notesSlides/notesSlide44.xml" Id="R8a4922182356444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e2b32d622194eb1" /><Relationship Type="http://schemas.openxmlformats.org/officeDocument/2006/relationships/notesSlide" Target="/ppt/notesSlides/notesSlide45.xml" Id="Rdbddc1e070f54ff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32d3b1f910741c0" /><Relationship Type="http://schemas.openxmlformats.org/officeDocument/2006/relationships/notesSlide" Target="/ppt/notesSlides/notesSlide46.xml" Id="R8bc7fc78af71494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00a466950c947ce" /><Relationship Type="http://schemas.openxmlformats.org/officeDocument/2006/relationships/notesSlide" Target="/ppt/notesSlides/notesSlide47.xml" Id="Rd6bb37e8d34d458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8e33f0f50094625" /><Relationship Type="http://schemas.openxmlformats.org/officeDocument/2006/relationships/notesSlide" Target="/ppt/notesSlides/notesSlide48.xml" Id="Rd4399b462f87449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8e44898646e4298" /><Relationship Type="http://schemas.openxmlformats.org/officeDocument/2006/relationships/notesSlide" Target="/ppt/notesSlides/notesSlide49.xml" Id="R92b5ded41a0f469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773bc3ad4914fd3" /><Relationship Type="http://schemas.openxmlformats.org/officeDocument/2006/relationships/image" Target="/ppt/media/image15.png" Id="Re290b1b58eca4a40" /><Relationship Type="http://schemas.openxmlformats.org/officeDocument/2006/relationships/image" Target="/ppt/media/image16.png" Id="R2bad61f14efa4845" /><Relationship Type="http://schemas.openxmlformats.org/officeDocument/2006/relationships/notesSlide" Target="/ppt/notesSlides/notesSlide50.xml" Id="R265abdd27a0940e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044f1817d7544ae" /><Relationship Type="http://schemas.openxmlformats.org/officeDocument/2006/relationships/notesSlide" Target="/ppt/notesSlides/notesSlide51.xml" Id="R2cb6bee0a7c148a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36e5f93f9f54902" /><Relationship Type="http://schemas.openxmlformats.org/officeDocument/2006/relationships/notesSlide" Target="/ppt/notesSlides/notesSlide52.xml" Id="Rb2b5e2a08f3441b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042c912db75482f" /><Relationship Type="http://schemas.openxmlformats.org/officeDocument/2006/relationships/notesSlide" Target="/ppt/notesSlides/notesSlide53.xml" Id="Rec0a19a1600b4dc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98e4b499e084381" /><Relationship Type="http://schemas.openxmlformats.org/officeDocument/2006/relationships/notesSlide" Target="/ppt/notesSlides/notesSlide54.xml" Id="Rb50b7e5c6f36425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84d615ad85a45f6" /><Relationship Type="http://schemas.openxmlformats.org/officeDocument/2006/relationships/notesSlide" Target="/ppt/notesSlides/notesSlide55.xml" Id="R07c6cb5606ad4b5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8b8d980970a4d99" /><Relationship Type="http://schemas.openxmlformats.org/officeDocument/2006/relationships/notesSlide" Target="/ppt/notesSlides/notesSlide56.xml" Id="Re016b8332b4f463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7eb8beaf42747d5" /><Relationship Type="http://schemas.openxmlformats.org/officeDocument/2006/relationships/notesSlide" Target="/ppt/notesSlides/notesSlide57.xml" Id="Rf835aa2859ea40f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50a41c1d6614d2a" /><Relationship Type="http://schemas.openxmlformats.org/officeDocument/2006/relationships/chart" Target="/ppt/slides/charts/chart1.xml" Id="Rd10d55c02f774c0d" /><Relationship Type="http://schemas.openxmlformats.org/officeDocument/2006/relationships/notesSlide" Target="/ppt/notesSlides/notesSlide58.xml" Id="Rdb808292ddd343f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60069a2423f4e7f" /><Relationship Type="http://schemas.openxmlformats.org/officeDocument/2006/relationships/notesSlide" Target="/ppt/notesSlides/notesSlide59.xml" Id="R2f6f5cb1ca2d4a3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8d96355633d488c" /><Relationship Type="http://schemas.openxmlformats.org/officeDocument/2006/relationships/notesSlide" Target="/ppt/notesSlides/notesSlide60.xml" Id="R8227673d33ee400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fa861091a06460b" /><Relationship Type="http://schemas.openxmlformats.org/officeDocument/2006/relationships/notesSlide" Target="/ppt/notesSlides/notesSlide61.xml" Id="R52dc00b69e544e1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27eec6c52aa4cd8" /><Relationship Type="http://schemas.openxmlformats.org/officeDocument/2006/relationships/notesSlide" Target="/ppt/notesSlides/notesSlide62.xml" Id="Ra2afbf628c87421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c12eea36b844267" /><Relationship Type="http://schemas.openxmlformats.org/officeDocument/2006/relationships/notesSlide" Target="/ppt/notesSlides/notesSlide63.xml" Id="R5567c55e2c0343f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f38128ff5634567" /><Relationship Type="http://schemas.openxmlformats.org/officeDocument/2006/relationships/notesSlide" Target="/ppt/notesSlides/notesSlide64.xml" Id="R744295eac2504de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f0904ddadedd4bd5" /><Relationship Type="http://schemas.openxmlformats.org/officeDocument/2006/relationships/notesSlide" Target="/ppt/notesSlides/notesSlide65.xml" Id="Rde8ec479925546f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fa027fad86c439d" /><Relationship Type="http://schemas.openxmlformats.org/officeDocument/2006/relationships/image" Target="/ppt/media/image17.png" Id="R0c9a02b039b34634" /><Relationship Type="http://schemas.openxmlformats.org/officeDocument/2006/relationships/notesSlide" Target="/ppt/notesSlides/notesSlide66.xml" Id="R67ac6ed7ae834c0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ca4d6abab9e4dfd" /><Relationship Type="http://schemas.openxmlformats.org/officeDocument/2006/relationships/notesSlide" Target="/ppt/notesSlides/notesSlide67.xml" Id="Refcd9c3f64f7437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2d990ac2a094aa4" /><Relationship Type="http://schemas.openxmlformats.org/officeDocument/2006/relationships/notesSlide" Target="/ppt/notesSlides/notesSlide68.xml" Id="R5980e3b3372f436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b1a983596cfc429d" /><Relationship Type="http://schemas.openxmlformats.org/officeDocument/2006/relationships/notesSlide" Target="/ppt/notesSlides/notesSlide69.xml" Id="Rf6055fcf35014f8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2c35d8a5b334a06" /><Relationship Type="http://schemas.openxmlformats.org/officeDocument/2006/relationships/notesSlide" Target="/ppt/notesSlides/notesSlide70.xml" Id="Re140903d19f64b2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beb3277eb51447b" /><Relationship Type="http://schemas.openxmlformats.org/officeDocument/2006/relationships/notesSlide" Target="/ppt/notesSlides/notesSlide71.xml" Id="Rc06cdb42e5e1463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d4024aa034474887" /><Relationship Type="http://schemas.openxmlformats.org/officeDocument/2006/relationships/notesSlide" Target="/ppt/notesSlides/notesSlide72.xml" Id="R8529ad2479564db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59c0f21c967453c" /><Relationship Type="http://schemas.openxmlformats.org/officeDocument/2006/relationships/notesSlide" Target="/ppt/notesSlides/notesSlide73.xml" Id="R8150533c7b0547b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5212db387e2145e2" /><Relationship Type="http://schemas.openxmlformats.org/officeDocument/2006/relationships/notesSlide" Target="/ppt/notesSlides/notesSlide74.xml" Id="R2bd96578a4c047b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088ac02fb14a4eff" /><Relationship Type="http://schemas.openxmlformats.org/officeDocument/2006/relationships/notesSlide" Target="/ppt/notesSlides/notesSlide75.xml" Id="R6e193673bb954521"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f7e653c1310488f" /><Relationship Type="http://schemas.openxmlformats.org/officeDocument/2006/relationships/notesSlide" Target="/ppt/notesSlides/notesSlide76.xml" Id="Rdcba60bd24094be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a069af842a14272" /><Relationship Type="http://schemas.openxmlformats.org/officeDocument/2006/relationships/notesSlide" Target="/ppt/notesSlides/notesSlide77.xml" Id="R5f6620cf7fd04e4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e998ae358424165" /><Relationship Type="http://schemas.openxmlformats.org/officeDocument/2006/relationships/notesSlide" Target="/ppt/notesSlides/notesSlide78.xml" Id="Rd0952fb3a4f64704"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b15cc50e73e483d" /><Relationship Type="http://schemas.openxmlformats.org/officeDocument/2006/relationships/notesSlide" Target="/ppt/notesSlides/notesSlide79.xml" Id="R7ee8f77716384b3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f08bc499b184d99" /><Relationship Type="http://schemas.openxmlformats.org/officeDocument/2006/relationships/notesSlide" Target="/ppt/notesSlides/notesSlide80.xml" Id="R15727758203e47b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4fe784948ca47c2" /><Relationship Type="http://schemas.openxmlformats.org/officeDocument/2006/relationships/notesSlide" Target="/ppt/notesSlides/notesSlide81.xml" Id="Rdb743364a373429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684c03b8c814c35" /><Relationship Type="http://schemas.openxmlformats.org/officeDocument/2006/relationships/notesSlide" Target="/ppt/notesSlides/notesSlide82.xml" Id="R4cf5b4262e444ae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70faea3cb814c74" /><Relationship Type="http://schemas.openxmlformats.org/officeDocument/2006/relationships/notesSlide" Target="/ppt/notesSlides/notesSlide83.xml" Id="Ra0628be56f744fe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7d71929de15f487f" /><Relationship Type="http://schemas.openxmlformats.org/officeDocument/2006/relationships/notesSlide" Target="/ppt/notesSlides/notesSlide84.xml" Id="R008ab3c6f53d4c1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5602e2e5dd74c6d" /><Relationship Type="http://schemas.openxmlformats.org/officeDocument/2006/relationships/image" Target="/ppt/media/image18.png" Id="R88c18fe34a4c48de" /><Relationship Type="http://schemas.openxmlformats.org/officeDocument/2006/relationships/notesSlide" Target="/ppt/notesSlides/notesSlide85.xml" Id="Re7a25914abbe405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852dfd490be64536" /><Relationship Type="http://schemas.openxmlformats.org/officeDocument/2006/relationships/notesSlide" Target="/ppt/notesSlides/notesSlide86.xml" Id="R0d060c4d7c3249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1177f2a08f474959" /><Relationship Type="http://schemas.openxmlformats.org/officeDocument/2006/relationships/image" Target="/ppt/media/image19.png" Id="R5f6e7c8a2fc843a6" /><Relationship Type="http://schemas.openxmlformats.org/officeDocument/2006/relationships/image" Target="/ppt/media/image20.png" Id="R7a75030d7d4d4801" /><Relationship Type="http://schemas.openxmlformats.org/officeDocument/2006/relationships/image" Target="/ppt/media/image21.png" Id="R8fc57b8dfb384273" /><Relationship Type="http://schemas.openxmlformats.org/officeDocument/2006/relationships/notesSlide" Target="/ppt/notesSlides/notesSlide87.xml" Id="Re0ae5b0c3b72448a"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f00cf705ce6a47c6" /><Relationship Type="http://schemas.openxmlformats.org/officeDocument/2006/relationships/notesSlide" Target="/ppt/notesSlides/notesSlide88.xml" Id="R8e4f6d807d014d1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67813e3335594630" /><Relationship Type="http://schemas.openxmlformats.org/officeDocument/2006/relationships/notesSlide" Target="/ppt/notesSlides/notesSlide89.xml" Id="Rbf6bd8fb3b4c4a5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c2541044121414a" /><Relationship Type="http://schemas.openxmlformats.org/officeDocument/2006/relationships/notesSlide" Target="/ppt/notesSlides/notesSlide90.xml" Id="Rf72427ac355c47cd"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85ec0bebab7c4047" /><Relationship Type="http://schemas.openxmlformats.org/officeDocument/2006/relationships/notesSlide" Target="/ppt/notesSlides/notesSlide91.xml" Id="R2785a6d210d44dde"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69fd8c4ad11240b7" /><Relationship Type="http://schemas.openxmlformats.org/officeDocument/2006/relationships/notesSlide" Target="/ppt/notesSlides/notesSlide92.xml" Id="Rc8228299c1aa4c4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5aeb898e059b4970" /><Relationship Type="http://schemas.openxmlformats.org/officeDocument/2006/relationships/notesSlide" Target="/ppt/notesSlides/notesSlide93.xml" Id="R7cd32eaefb2a4b7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2145D2D-6B76-4793-8E28-38AB10E08D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55AC4CBA-64F0-401D-8A16-942ABBB7C1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37EACC60-5954-4612-915C-E422BD8886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0010D60-CA69-4093-8D3D-E7DF54ADB6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4E3EEDF-B9E7-4C37-B48C-AE5E9AB9AD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A8D0C53-5C48-45B0-B4B2-9E7601BDC4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B40543B-2E7F-4F28-A953-65A167F3556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84D3886-6D14-4526-A1DA-0D6A6D274E32}"/>
              </a:ext>
            </a:extLst>
          </p:cNvPr>
          <p:cNvPicPr>
            <a:picLocks xmlns:a="http://schemas.openxmlformats.org/drawingml/2006/main" noChangeAspect="1"/>
          </p:cNvPicPr>
          <p:nvPr/>
        </p:nvPicPr>
        <p:blipFill>
          <a:blip xmlns:r="http://schemas.openxmlformats.org/officeDocument/2006/relationships" xmlns:a="http://schemas.openxmlformats.org/drawingml/2006/main" r:embed="Rb0b3144080844d5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599FE990-F813-468F-A850-20B89647F78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B3A3AE6-2A79-44CB-8F8A-C6EC4654FB6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AB0C6FEC-6A44-4139-BDF2-4FE669E1BAB8}"/>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ED251BB9-55C4-41A0-8B34-DB4DEC1138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7683234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2E299864-8F90-4B29-99E1-3A8A7FF92C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872B801D-42BE-49D1-BFED-63F813BCF8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966FF319-5271-4B47-BB48-BE439B8A2B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5008242-7F11-4E27-AE3A-9F7017DD85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155A1C1-29BF-4647-9974-A9143A076A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6133CA3B-4782-46D1-96B1-7588A26E2F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2712B19-D568-4CFE-B607-DAD627460FB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D04BC0A-8626-4642-8D85-55319F89E5FC}"/>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EFA746B-0970-4918-B771-8027CB74321A}"/>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F3958788-D79A-42BA-AB93-C9DA0E62DED3}"/>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33A3705-3B2A-4EA8-BDCB-AB89DCF3552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481A9E15-9086-40D0-8D1F-0DDD416E204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92394F5-6012-4E97-98C6-E1C58C70370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594A859-A3B3-46AA-AE21-38DBFC44F0E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2A9E3ABF-69A5-4C47-BBC1-EF9198A562C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B7DFD8E-CB3B-4052-84FC-DA4CD6A7383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A3653E9-C140-443C-B99D-7536494CBAF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F762FB7-1C1C-4653-A1AC-20DCAE5692C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D66E40F-12FE-4BA6-ADE9-B906F35BE23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73AAEF56-C803-4B48-B629-531ED88C7E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F621893-548E-41E4-AE69-720484B4451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D343176-F91F-4A76-85ED-51D4BA7A62C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AE380421-BE69-4784-931F-9518AF8D011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D2109DD-588E-4D58-B382-4F875C6AE0D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93C4C973-9AA4-4CE4-8D8A-96DAA341752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882510BC-61EE-4D56-AF8D-733871023FEC}"/>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DCCD6995-4DA3-42E3-A06B-292725E69A5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339BC17B-EB29-4B37-B696-39D7DA264B0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565927C-531F-4F20-9FED-FB5CCDF43AE4}"/>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79AB906-A071-491C-BDCD-1E7B456EFD7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B2EA904-75DC-4B21-9956-81454F8A3A4F}"/>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315796E-DDA1-4C6E-B2D5-91D5332C3D9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6C87855-3CDA-4166-BF3E-4F8FEC03C08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07CE06E4-14CC-4908-A6C8-A271F463A68D}"/>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5ABEE8D3-C51C-4DA3-A357-6F0FC83B743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F490732-716B-48E2-BAA4-E61F976F4824}"/>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7C387ED0-5730-45F9-97C2-AD1FE6D043C5}"/>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C85716E9-2D94-4376-893A-E9521C2C4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077422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E7B0D74-FC09-41B2-8041-6C3A28CF20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2C83C42A-85A8-4A49-B08A-6EAF66EA4D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9B051CE-308A-4111-BD83-A43BD210B6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D4B6496-B845-45AF-A8E5-E51AA5A156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A44694C3-BF48-42EC-AA91-1AE8F07C47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418331F-00EF-4ADB-BEC1-C34F421F11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98BA9B4-1571-4692-8E5F-297ED930385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5C7A6EC3-E05D-4D9A-BAB2-1990FA8BB31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9B307EF8-8B51-4BE0-B0C9-CE195BDBD097}"/>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3E0CA1E7-3E54-4813-9B90-F071C756C14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60E1768B-8773-42D0-BCCB-6444BA0B790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45F5524A-5A2A-4A57-B1BD-AB1F2A48244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B490D4A5-245B-4174-9E19-6535635919C8}"/>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EBC91435-6309-4C4E-8BDB-BA9050D2CF7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6EF6E083-B89E-4F97-8050-1461B11483D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9550C64-EA6A-4C18-9A98-64001F0649C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4E1B1AC-D3F7-4BE5-8E23-890A37181CE2}"/>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35CD5C7-9F3E-4C0B-AE2C-D6CD2A722D6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C10C6CB-0974-4D50-8547-08E1A12A260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7FBD668-83AF-41C8-BE00-8597E9C6AC6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A403E90-EC4C-4342-9561-437690C3DED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3C472D4-ED2B-47FE-A2F2-F36856B5D27F}"/>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6B41D808-221C-4579-967D-ACF97DE1943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5F01C3AB-C2D2-4FB6-AB28-F7D0A45ED0B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B5C5AEA-FC53-43F2-82EF-7B2203CF940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ED7EE09-8E75-449F-8A20-D15EAD82101C}"/>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F6D3745-B81A-498B-8087-3E98DCC2C75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F414E17-799A-4123-AB1B-0C077A1B3B6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4D57765D-33F0-4077-A764-A448802078C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BC50C06-DAA5-43CE-81A6-CFC5A684D97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BA36C42F-3B1D-429E-8AB4-5C6DACFC26D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8472C03-C5D2-4C1D-B3C6-3F989D49F2A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95E0CEF-01B1-4B29-9DAE-83ECDC2BC5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5419158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CD941D67-91EE-4586-AD0A-D8120A0815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BBD46032-7D56-41B5-8209-1316F8A738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D36FEC8D-CF48-4541-9740-4D7702A9EA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8B46D5F-4FC6-4554-B9D6-B20850B9A4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67F4EF2-8FC1-4CFF-9E89-C41254CF53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2797D93-E37A-4001-B634-7A2005F88B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26A843F-C438-4BCA-B0C8-CF074316E1A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DD658AB2-99BF-4B4F-8C10-A37CDF58F2B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BFE7E886-545E-4413-B52A-8A8535CC2B8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93C5690-F934-4C25-BD00-B03CB800BF5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4FCB0AE-3CA6-4F95-9383-74F791DBEE0C}"/>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D5C5CD7B-9807-4A56-BCF1-B3E26609DB3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81B59636-70E8-4831-9753-1F847F4686E8}"/>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0B588367-5C9D-49DF-808C-9DE94B2CA20B}"/>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C74ACE9-F278-4A4C-B8E0-FB9178D2802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284FD77-D052-4A84-A4F0-B8047E2C087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958E556-2285-4762-A773-908B32BAAB03}"/>
              </a:ext>
            </a:extLst>
          </p:cNvPr>
          <p:cNvPicPr>
            <a:picLocks xmlns:a="http://schemas.openxmlformats.org/drawingml/2006/main" noChangeAspect="1"/>
          </p:cNvPicPr>
          <p:nvPr/>
        </p:nvPicPr>
        <p:blipFill>
          <a:blip xmlns:r="http://schemas.openxmlformats.org/officeDocument/2006/relationships" xmlns:a="http://schemas.openxmlformats.org/drawingml/2006/main" r:embed="R3c8d73c40dd14d0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E8402104-FEEC-4CCD-8375-9984E3D718B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CD10603-C6BB-4607-BD70-0D67A2067F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049026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18BA94E-191B-4724-B1E5-EB22652C0F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E8423740-884E-4706-8661-C07AF0992A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F45DCAF9-2319-4CC0-B2FF-7628BDA407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9D244008-19CD-4488-927F-B3C5AFD129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56CFCB2B-A981-4B8A-9F2B-E0427E5F4E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C1BFC2EA-3E50-41EB-AD5C-BD43F0F739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D682B594-D3F8-4B6B-9009-610198A8AAC1}"/>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D24C2CC4-81E9-4BF5-96A4-746A2292CCF6}"/>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5DBA2BBB-76EF-4799-AB7F-8B97CDD5E91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9657873F-FBCE-4A93-8AE6-7E454D938729}"/>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7A46FFA7-8D5B-4986-8F71-A78CB2B1BCDB}"/>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43C96A69-171E-4216-A903-51F0311ADBB4}"/>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2213CF0C-E917-4C24-A20F-A6AEE1831053}"/>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417EB55-BBC1-4AA2-83D8-035048C194D2}"/>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54CA88B-E30A-4E12-9C4D-AB0677B4E30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064F7EB7-4F3F-4B28-AB37-57187779FFE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C69CDB2D-00BD-46D8-8D1C-2826B156858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F186E8E-233A-4109-8A3B-10AF07BE298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1EDE203-5A17-4DEF-9A50-08B61B28D34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E2364106-A1D7-4A16-9145-45AA9233C88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1C92CD1-3963-48BD-8F5C-A0F79AF59AA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F577628C-F570-43B7-A31D-2579CDE59FD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15C8DA3F-363F-4525-B5BB-780EFC690AD5}"/>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6A9C237E-E0D0-494A-B6AF-92FECFF87E8B}"/>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EACE999-C148-42F5-BBD4-B2AA59CD4E29}"/>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6921280F-576A-4B44-A5DE-BBB34977C26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084C7648-7E55-4C2E-86CD-D6B753B21D2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A8953DF-03A2-4858-8425-8CE81E03FBA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A02F8DDA-DF9C-4649-BFB7-FF6003743C2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E05C60F-383E-446F-B4D4-052A8F8668E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B8718B0B-9334-4932-8EDF-C618B50AAAE9}"/>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DB4D7FD2-ED6B-43B9-B1B0-70E82491A51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A1DC0FE-2AE3-4B42-94F7-EF2BE1D89E35}"/>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3F66C571-FB83-44DC-9A98-D6773DA730E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F8204419-FECA-4D09-B55C-577611FE64C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FC7B7E9-733F-48D1-A97E-3FDE5E0CEE06}"/>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8C3FE386-CAE1-491C-8059-ECF6AEA850FE}"/>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2407ABF8-B2D3-4239-B7F9-0988DDD724B0}"/>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A7246CB-7555-4E57-9973-0E810FD21CDE}"/>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33C9D1B-6C6B-4CE2-A096-89716195EC02}"/>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6460AE8A-2A65-444F-AB3E-4305CD23555D}"/>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ACE792B4-FE07-46B7-AA12-03BDBD312A15}"/>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AF9B1A6D-FCD5-43B7-AAB0-934C56260A9E}"/>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0962D9C5-9DBF-467C-AC84-4B870AD90E70}"/>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607B363C-95AB-4C14-A39F-85EF8703FE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049861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AE7C3EA-4A3F-4014-AC82-58B3922400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98ED4012-8820-46E3-81F5-6C3D43560C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DBF3D4A8-E424-40A7-8392-F02145CF3A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50B91D8C-7BE7-4909-8536-CEF4906380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0CEC0A9A-8C84-4E68-955B-8CD7D28481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981A5E59-81DF-4D27-BBE5-028334F3FA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35476414-891B-4365-B392-1B0A670F9B0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4283D5A-C369-4207-B861-D11B52CA503D}"/>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3A9C5E6B-2FDC-4985-933E-717A53671185}"/>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FFA1C56C-ED5A-4395-879C-599B3FA66D83}"/>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5DA568D-D5D3-4232-A562-B9A4EF36A94D}"/>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3E79D486-8BAB-4BF8-885B-3D1CDFB8EA16}"/>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A95003BC-EB74-4281-9A0C-6AA50DEC8EAD}"/>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AF82627-FF25-404E-9EB7-404CAC7C10E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9BFE9E3-EC44-4A27-8A78-B804E581A628}"/>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F3DEFAC-2EE1-4587-A3AE-9E4EA2D21412}"/>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9D3FA56-038F-48A8-AF49-215B6CD02479}"/>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33F57FD-2E37-4842-85F8-C5806413047E}"/>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6BC14F3E-66EF-4226-984E-CFA76241C3DC}"/>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AA1222B8-06D8-4E2A-B736-F4E84AB0FC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584558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594FF2F-D8D4-440A-8011-999753749E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1ACCE785-E4FD-4739-9693-36CAE0F18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595BAF37-D9CF-4EED-A682-C580094173F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F63A9EA1-0CBB-415E-A34F-B8671FD02A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D6D10220-0852-488F-8BE8-602CBCAFC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4DB241E4-CB6A-473F-B0BC-5EB4043776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E5A21031-3C10-49A7-A159-762E10697AE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939B833D-B160-4EA1-B1CA-F140DF8B03E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0A0836DC-A129-4AC1-94B4-B2FBAA954C5D}"/>
              </a:ext>
            </a:extLst>
          </p:cNvPr>
          <p:cNvPicPr>
            <a:picLocks xmlns:a="http://schemas.openxmlformats.org/drawingml/2006/main" noChangeAspect="1"/>
          </p:cNvPicPr>
          <p:nvPr/>
        </p:nvPicPr>
        <p:blipFill>
          <a:blip xmlns:r="http://schemas.openxmlformats.org/officeDocument/2006/relationships" xmlns:a="http://schemas.openxmlformats.org/drawingml/2006/main" r:embed="Rcb02c27693df4de1"/>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EED02C1A-10C3-4F3B-9494-9CAD9A7D6F2F}"/>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99434D08-6FC5-4C96-AA47-3DE0B84D2F4F}"/>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389E81F9-00D6-4019-92E0-2E69F6DC6C76}"/>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2B5B5337-7EAF-45E8-BEE6-4C39A31C6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0231913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657DBAE0-A8F9-49BF-9C94-36027AFB88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354F350-A5C9-4584-BC4B-4DD6522F76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C5709FBA-E0A8-48F8-9F1C-02AE4DE43F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6C9DDFFE-23DC-42B5-A6A7-1E1C8742CA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F5197234-878B-49D3-A0F8-EAC5898F55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2A77D6AC-1643-404E-9635-D1DDC37A4D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AA3D848-823D-4FBE-9974-1C30DCAFA48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3E16F9B-F1A4-47C3-9E2F-0E51E9FBC413}"/>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B24F6073-3DFE-4588-B271-B390663BED7C}"/>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B7CA9F9-7654-4063-B370-55ED958F7101}"/>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652536E-AD2B-4DE2-9165-1F74E382B4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246D636-6403-42FD-BE69-035811ED043E}"/>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B732720F-07A4-4F51-A2BE-030D28FDCB76}"/>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D087C438-CADF-404A-A80F-90EE558396E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C89E85-6580-49A5-B651-0AC751CB481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D216351-27D3-4959-AB7E-D4EBD0ACF8FA}"/>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F24FB1E0-4181-4BCB-90B7-16AC33B6A15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83AC7C3B-BE17-4998-A724-FF2D0129A6B0}"/>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898571B9-AF4C-4597-9198-73D3AE09C5F3}"/>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38280A4-C30D-4752-AE90-840F65B4CF5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29C6C80-6718-4F44-96DC-573CE4EA2F85}"/>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53063AE-9171-4FFF-9D02-361FC1C2412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9CB70FC-D5C2-4A9E-A40F-B66BCF43372A}"/>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2361B7C-0FFA-4864-8776-5CCBED1B6097}"/>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2F3B72D8-4BFC-4A64-8A35-0BD4BA126D9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B2E4888-1638-4470-8920-3F365FA90EF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0596433-4AE3-4A81-BE8A-7B7BCF0AAE11}"/>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AC27BD40-4B40-4CB1-948B-FFD21695D9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7890411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038834C5-7AB0-4F39-B7B5-0CCB81594C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38772544-0011-4AA5-8199-917A09F098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D0A4425B-4B1A-4492-8E8E-236F3E3C9A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9975FAE-B96E-45D7-84B7-E51E1DDCBD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327B22F0-35FE-482E-9039-67B7A264C3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5FAE2B78-B2B4-4F47-A513-93C79A2C6C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A23C1CF-EDF4-489B-BD86-9AD20DB6B8A9}"/>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48030CC-96AA-41F1-942E-1008CC23AB3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4B747F2-39B2-441E-B343-D8A8B6A96E39}"/>
              </a:ext>
            </a:extLst>
          </p:cNvPr>
          <p:cNvPicPr>
            <a:picLocks xmlns:a="http://schemas.openxmlformats.org/drawingml/2006/main" noChangeAspect="1"/>
          </p:cNvPicPr>
          <p:nvPr/>
        </p:nvPicPr>
        <p:blipFill>
          <a:blip xmlns:r="http://schemas.openxmlformats.org/officeDocument/2006/relationships" xmlns:a="http://schemas.openxmlformats.org/drawingml/2006/main" r:embed="R82d3e01fe40c44e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5EEA07BB-CD4E-4406-AA77-217B731DB0B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0FF996A-55DA-40F3-9A8F-64BC36AA718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3518E12A-D1C3-4B44-A76D-E6D0C3B79640}"/>
              </a:ext>
            </a:extLst>
          </p:cNvPr>
          <p:cNvPicPr>
            <a:picLocks xmlns:a="http://schemas.openxmlformats.org/drawingml/2006/main" noChangeAspect="1"/>
          </p:cNvPicPr>
          <p:nvPr/>
        </p:nvPicPr>
        <p:blipFill>
          <a:blip xmlns:r="http://schemas.openxmlformats.org/officeDocument/2006/relationships" xmlns:a="http://schemas.openxmlformats.org/drawingml/2006/main" r:embed="R21966bf251e24ad9"/>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35E1C771-30C5-414B-B80F-8ADDE78130D0}"/>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740930A0-7ADC-416A-8EDD-ECA97B505D79}"/>
              </a:ext>
            </a:extLst>
          </p:cNvPr>
          <p:cNvPicPr>
            <a:picLocks xmlns:a="http://schemas.openxmlformats.org/drawingml/2006/main" noChangeAspect="1"/>
          </p:cNvPicPr>
          <p:nvPr/>
        </p:nvPicPr>
        <p:blipFill>
          <a:blip xmlns:r="http://schemas.openxmlformats.org/officeDocument/2006/relationships" xmlns:a="http://schemas.openxmlformats.org/drawingml/2006/main" r:embed="Rbe6cb0d8a27e4f1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D5A824-B030-4C4C-8936-2DF33DC528B5}"/>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B618E8C-277D-4EC9-9BCA-AB4C8984FA8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9D72B0CB-3651-4DED-B0A2-0289C6ECDB94}"/>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520D8CCD-230B-4B08-938A-A01062331AE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4D640ABB-436B-449C-BE80-90DE4DDAE9C5}"/>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B6ADC20E-04F1-4CAE-A925-E797AE5015F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DF94F79-D15B-48B0-A145-4FE92508CBF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D6A68696-7C62-4B57-A950-16794A9EA9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333948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EEF2EFA0-76A6-4380-945F-1F95C15884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A681A2E9-03DB-4021-A858-DD43E60BB3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84FBCB23-8DA5-4F5E-B424-D044D78616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655F445-0CD4-45A3-8405-E1FDB3184B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D5FA6E6D-2132-48AD-97C4-A07ACA0630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36203F3-D43D-49DB-8FA0-758E8C40C2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12EF6EB-9C25-4F9D-9DCD-CEB0647ECC75}"/>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D590A48A-FE8F-4677-B9E7-BCFFE69E443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2243704-1A23-465E-9369-E38E96CF90D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01E41B04-DFCC-4ACA-AAC0-2EC384FE9E06}"/>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15844A90-9E55-4C56-9182-FC092653B85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3DF69703-FEF2-4777-8C11-1E8800F2FBA6}"/>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0B4C6CF-E2C1-4DA8-AD7F-52B2616A6F61}"/>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F5BC561-98C3-4446-8F0D-340F0A487AB2}"/>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79BA74EF-DE56-4999-A75B-7ED155F556CF}"/>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F3BAACA-A98B-46E6-B0CF-73DB29221BF0}"/>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A8856507-C678-492B-BECB-72292206D030}"/>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0FFC6B4-FB84-4D6A-A706-35A444B4FE6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B110B5E-A2C5-4245-93A0-E7E036E3ADD5}"/>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E436754-8943-4959-B428-F9E42FBA0F7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AF43468-3C9C-4F01-890B-FADE0C5719F4}"/>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BF793A8-FA7E-4F87-A48E-C3D01656043F}"/>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62061E06-F620-40FF-9EBA-2E7763826D51}"/>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F758ABE-2AC1-4806-A58D-B3C162E88EC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BFB154C-9C46-4A23-BDDB-B95A8CC8692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911DCA96-08DA-4F43-9893-F31F403E8EF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EBE08B3-BCBE-43EA-A1C4-F33B43DA364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C5439435-D793-403D-9BF5-6FD13639E20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D01564F-BD89-4F72-8B12-8F6F019CD595}"/>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C3CAF5D-C091-48A5-8FA2-E59C4D72D89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71055BF4-2E50-4172-B467-2317F9F6B87B}"/>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3196B0D-A044-4CF8-81CF-4899BA6FD498}"/>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7F2490E2-D292-4993-B0B1-40C3ECAF3A6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C6CC058E-6448-41F4-BCE7-C7B6967426F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82BE9171-6604-4CD7-A690-F77252AA2BF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AA1B9042-0FBE-4C89-8B2F-CEAFC6D0AB00}"/>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6FAE0D8-5581-4F0E-9407-C1C885205A7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C067347D-4182-4B38-BBBF-07B5BFFE804D}"/>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D9041CA-7DAC-4282-A011-B55661FB94DB}"/>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886DEB2-0FA0-40C6-B1F8-AC01E1A8609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4430F96-51F4-4707-9BC7-55DE2B26BD4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8A41062-C07D-4B13-A376-19A6192571B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E0D21D8-D646-4A46-BA3B-7F6ECBE10859}"/>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38AAEF3-F08F-4697-9B17-D33C7454DFF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7799355-DA70-4031-8F26-D2EAFE2DE842}"/>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880B2C2D-4211-4AD5-8049-7B2C44F2D0E3}"/>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90D0290-1C58-46D9-A040-070F836FF7E5}"/>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5805046E-950C-4F42-90DD-4D76C4597131}"/>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7AAFD479-0C27-4D4C-B988-FD9A33BC7BD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C0287E3-167B-4E12-8464-1961069A25E6}"/>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050246D-00A8-42CE-A485-66AEB26582E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A14FD3DA-7840-4A32-A745-95FF77868B3D}"/>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43F6EB2-9146-4355-8773-779C4F8CA96A}"/>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383DBBC-EDE2-4449-8621-7E8D5A7C9228}"/>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6E09BE34-F672-4249-B758-B66A4EE91FC1}"/>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B796DA0-C253-4B0F-9BD9-538C3E376A5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E6B3CCA6-1FFD-4B74-910D-03212C83AB6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7CB61CD0-10FE-4CDA-AAFF-C5E9A0D7700B}"/>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6306E096-3547-47E2-8B92-3AF40F4694E5}"/>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E9446AF2-C941-493B-BE34-772C41BA8D6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6A60CC3B-2AFF-4CF3-89BD-81DBB815CE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5027626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FA68DBBC-6729-45E9-8EC8-2B46460593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A9D54EA6-C0BD-41DA-AC40-1ABE3405E0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205237F6-7D10-432E-BA90-2DE88D8873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978BEF3-15D3-495F-93B4-4538557578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B8841E4E-B29E-4151-A873-EAFC3F2935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7C294A2-DCC7-441B-8CDA-985DCD8CB2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3BDAF03-1058-4974-97DB-42DB31AD4CC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DC947B37-CBD8-4D57-9BC0-636CD5BF0AD0}"/>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D9CCB7A-4849-4F3E-BFAE-3AC9A8F103BF}"/>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778E95D-5FF0-460A-A404-0D82577EEA83}"/>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51C48B26-EF4A-4954-9978-4FD349B39DFB}"/>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41438B88-38ED-4C27-8D4D-44E2B8ABD2E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D0BACBD-C9B0-4BCF-8AAB-EF7F34B04FBB}"/>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981599-7165-41B4-AE1C-1A4357D78659}"/>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BEC07B7-4234-47B2-A50A-7439ABC14A2C}"/>
              </a:ext>
            </a:extLst>
          </p:cNvPr>
          <p:cNvPicPr>
            <a:picLocks xmlns:a="http://schemas.openxmlformats.org/drawingml/2006/main" noChangeAspect="1"/>
          </p:cNvPicPr>
          <p:nvPr/>
        </p:nvPicPr>
        <p:blipFill>
          <a:blip xmlns:r="http://schemas.openxmlformats.org/officeDocument/2006/relationships" xmlns:a="http://schemas.openxmlformats.org/drawingml/2006/main" r:embed="Re9d7b7951d324868"/>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DCF5EBA-7D7C-4A83-9C5B-12B042D95DC6}"/>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2A518A78-04EC-4C6C-8256-59A54151E49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338AF7E-13A2-4B5C-ACAA-2E6F645A647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E39FE3F-D4F9-49B2-8EF9-16B760AFC32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F322DFC-F3BE-4802-A55A-A0D644451E5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1EA16EA-9767-4C00-A106-CF58190A608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4EEC91C-4760-483C-B83F-BB4D5B5B5FB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0BE6A450-08E5-4CD2-B362-C87E4822B16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495F011-1203-46BC-BBFA-B277626508F3}"/>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303E187-D85A-4C0B-8E30-FEC87EDA51AC}"/>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B7E94A75-B8EB-4EF7-B885-5A5D68267DCB}"/>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8A1FB51-A176-48F8-A4F8-4978B036256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DEF628B8-A8D1-4233-8AF8-79F5D676B89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0513635E-72F9-4D68-A616-95651A7877F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52C740B7-8F96-45BD-A858-2FFBBD78C142}"/>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A82579BF-AFA7-4974-BA76-715F05E616F0}"/>
              </a:ext>
            </a:extLst>
          </p:cNvPr>
          <p:cNvPicPr>
            <a:picLocks xmlns:a="http://schemas.openxmlformats.org/drawingml/2006/main" noChangeAspect="1"/>
          </p:cNvPicPr>
          <p:nvPr/>
        </p:nvPicPr>
        <p:blipFill>
          <a:blip xmlns:r="http://schemas.openxmlformats.org/officeDocument/2006/relationships" xmlns:a="http://schemas.openxmlformats.org/drawingml/2006/main" r:embed="R5e5fa735e0ec4df2"/>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CD0F4A0-F15B-43AE-BD7C-65D35F719C6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D80EAE5-5323-46CA-8E5B-B48FD0D305E3}"/>
              </a:ext>
            </a:extLst>
          </p:cNvPr>
          <p:cNvPicPr>
            <a:picLocks xmlns:a="http://schemas.openxmlformats.org/drawingml/2006/main" noChangeAspect="1"/>
          </p:cNvPicPr>
          <p:nvPr/>
        </p:nvPicPr>
        <p:blipFill>
          <a:blip xmlns:r="http://schemas.openxmlformats.org/officeDocument/2006/relationships" xmlns:a="http://schemas.openxmlformats.org/drawingml/2006/main" r:embed="Re2e56301f1f643a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D11AE5AE-1413-4199-9712-28D30A1C8F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828116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5869C722-1390-405F-BB22-7FA13FEB27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24EED215-ABC6-4E10-8D57-EBD720CD09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51684D98-CC6E-42AD-AD8C-4E69FC3E6A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355D0E8-C473-489D-B20B-5B369D0F8E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2E8CC16D-37A5-4646-9600-7E1BB2656A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F48CD181-D889-40ED-93D2-CD21A0C9E1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51C27160-D086-4C92-B6EC-D1E79F40C4A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EA2C9059-0E83-428C-928A-9204C24930F8}"/>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EAE1E43-698E-4E87-85BC-18AC77C029F0}"/>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CC153A0-D264-46B5-8735-CFC75B903BE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0D93B300-B9A8-4294-A5E7-BB0A8F1CFC8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E57C588-CBAA-46E4-AAF7-E318CF284048}"/>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F1A457B-EF04-4755-A819-DDDECD33ADB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86FD83C-44E7-42A7-9320-C2C77DA0FC4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19B7A37-7D53-4D61-9412-8C7142EBD79E}"/>
              </a:ext>
            </a:extLst>
          </p:cNvPr>
          <p:cNvPicPr>
            <a:picLocks xmlns:a="http://schemas.openxmlformats.org/drawingml/2006/main" noChangeAspect="1"/>
          </p:cNvPicPr>
          <p:nvPr/>
        </p:nvPicPr>
        <p:blipFill>
          <a:blip xmlns:r="http://schemas.openxmlformats.org/officeDocument/2006/relationships" xmlns:a="http://schemas.openxmlformats.org/drawingml/2006/main" r:embed="R47e10a7d3f314cd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FC03840-9DA9-47BC-B992-E38CA81E0A8F}"/>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8D21CBC-72BD-4AD7-9FD1-70DA4A94581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1D820EF-CA74-45F3-AC3D-77861DAF897D}"/>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FB3DC719-469C-4AEC-915A-96744A3E3EA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304CD77-7C1B-45AA-AE23-380C54D7239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8AEF52C6-2E3E-4CB3-8489-CF272E3BC655}"/>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4239D099-90E8-49F2-B1C4-9543DE5D7AA7}"/>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A351C3C8-E858-4FF4-AFFC-821EBBBA4FE7}"/>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DD544F56-532F-4F10-A36A-46F468F230B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A62C507-D605-42AE-B51E-FDB96064FB8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EA2A5686-B84A-42F1-B6EC-A749AF17CBC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05DEBCA-4ACA-4949-9071-DA010EBF1F3C}"/>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7E8FF28-1107-4826-9149-8A991084C05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EEECFA6-9C15-4373-889A-98E93CA42AC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BD688249-68B2-4E47-9CAD-69102C2FF5B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40FDF0D-0CF2-4FA2-9E05-90564B5B605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4F3603E-7E1F-4D86-B0CA-A767CCCC6CC4}"/>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B61E5592-1A11-49EB-8923-320144C4D80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BFB4495-9117-4C66-9D96-486357CD105F}"/>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523A238B-A46A-4ECF-BD7C-C6B0B382B27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E30A4B09-8C8E-4AF5-AA96-9B89F990359D}"/>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186DE48A-FF85-4041-9A23-8746D384979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93A512C1-C746-4A89-8CE6-7D9DE7C4C263}"/>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2B45C96B-4F66-422F-97CF-0BF7661362B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7ADFEC0-03CB-4A10-8FCC-3096A0F59FF7}"/>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D6778714-A956-42D3-AC09-6A717AF93D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240133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0999A447-10F3-49F7-9395-63BB203699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E41AD58A-6090-4984-9B15-DD9EFBB886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0B52FFE6-1548-4C6C-AC79-96FD5922B6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7872EB4-81F8-40EB-8402-7174B6F500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3E793CA-7830-42D8-AE91-3FB160ABF3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E3749937-6E84-41F4-AA18-42DD802F59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6800DAA-E3DB-43A9-AA3E-8062EC42D3D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00F99E1-B520-4F5A-84E6-BCAC45F7E293}"/>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4AB30D7-C6C1-4473-AA8A-797E95DDE0D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67B7797-8198-49BF-9DDD-302BFAD4D637}"/>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1D20EC07-66F3-4E72-AE65-D7F2B9A3A3E5}"/>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ECE74BE4-8034-4149-B9D9-C04830061A70}"/>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01068FA-8390-4ED2-BC79-55A453A76372}"/>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8A8ED98-E053-41C7-83E5-5C0839F1463F}"/>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161B5311-1A0F-4DD4-8BB5-7F6B93B15B2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0A0316D5-A454-432C-8211-734F2754F57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03A6296-C2EE-4736-87C0-1F6988F1C19C}"/>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9C9C2B9-50DB-43A9-8A29-64E793DF2446}"/>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BD57D42-BA17-4B00-870E-219A4AD4ACFE}"/>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13030B4-A0E1-46CC-8B40-4407C5735137}"/>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1B10438D-A8C7-4BF9-A4CD-7596465E698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59D77E5-FD5D-4996-9D50-0AD2B9AB473E}"/>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EAA39B5-1B6E-4CAA-BA87-31873AF9FA2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9349176C-3308-4EFB-AD5E-EABA34BDFA8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68E5F48-0FDC-4784-B94F-4EA387B445E0}"/>
              </a:ext>
            </a:extLst>
          </p:cNvPr>
          <p:cNvPicPr>
            <a:picLocks xmlns:a="http://schemas.openxmlformats.org/drawingml/2006/main" noChangeAspect="1"/>
          </p:cNvPicPr>
          <p:nvPr/>
        </p:nvPicPr>
        <p:blipFill>
          <a:blip xmlns:r="http://schemas.openxmlformats.org/officeDocument/2006/relationships" xmlns:a="http://schemas.openxmlformats.org/drawingml/2006/main" r:embed="R43617e92afb34ba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95AE3E5-A2D5-47AB-8EAE-EE574A9945EB}"/>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E0C3B70-342F-424D-9B2D-1E4C2A53518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2225788-2DFB-4E91-80BE-7C3222EA2D7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3F59458-DCBA-4317-B720-E86ADE4E5D90}"/>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DECED55-229F-4ACD-8303-71A60D01C54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84D7A22-1800-465A-9A78-3A3B5034F75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A43F8227-4C23-4AC0-B330-74FCECC9AD93}"/>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94C040A-5213-4585-ADF1-F37B1C57817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D134B0D-5C9C-4AB2-ADA3-E6D2D361A55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FA98573-D3CE-4396-AC56-4B5CAC629A63}"/>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D6963E0-8450-458E-92AF-C5210E9CE1F2}"/>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D9C1F24-C8F6-42A8-A451-5D5A59E3803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B58C548-0F87-480A-AB96-1B2468C61CE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21A45F3C-6F95-4E8C-8963-57385D994D5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E92A624-C3EF-4069-87A1-000C5FDC6C9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3BB1A2A0-8027-4157-834D-3A673CBA25C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8CC195DB-E4CF-45B7-A174-BDA747F9F94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05E5F30-155D-448A-918E-A7FD9D2B325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497F7BA-8B5B-425B-ADDC-DEA600EE43D6}"/>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E3F5025-914D-44EA-888D-8A83CD13A5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529547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5F6BC57-E2C3-4481-8A61-20631EC50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1564A1CD-BE86-4676-BDB7-05EFD89972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207980D-20A5-44C6-89A3-4AC88B0D34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A7B634-2E34-4757-AA6C-0478E6387A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C70A3EF-FBA2-4662-A8CC-6954C4976E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E39DDF9C-79C9-4C01-AC37-8427BBC3D3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3161CF3F-EA11-455A-BB73-00CC34E9F70D}"/>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648E39C-55A0-491E-AAF2-5428A32C5BD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58E5E7DA-A87A-4634-986D-40FE2007D39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270C5ACE-FECA-48A8-8066-FA5EE62D380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30A925F-CD1E-47ED-BA4A-DA8F25AB93C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E6C802E-AA87-425D-89FE-B5DD9CB3711B}"/>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37E5FFA4-7CDE-4481-B4F2-2F5DFBF9A181}"/>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D8DEEAE-AD9B-4A10-B586-2F0353444FE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D2F30CE0-D078-413D-9AA9-401842E39FF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96AF8FC-5BFA-4E34-9327-FB8947DE0B8A}"/>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8336101-E7B7-42C0-9B7E-B5B1B0B5B04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7D5DC12-4E3F-4C7A-A966-9B6E98D30D33}"/>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72FE475-9B09-4E55-82CB-53F71CCF57F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719004E-0BF0-4BD4-8883-9E83730EA64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AAF54D94-C6BA-4839-92E8-71556F49894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26B0472-0D1A-4E08-B703-0DC2EF1E5F19}"/>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102DB5E-A40A-48FF-8656-0FF9BE3385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334772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69A0857-70C3-4D0F-8F16-47AF1835EF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19CB12BA-12A4-4118-9B61-F075FA3412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D7695DCB-2086-4239-AC99-ED37099CED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48A72466-5720-442C-88B3-CF80EFB34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D7CA8F0-A5CE-4241-9DBD-52355B5E68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7FD4CB0-19D0-4AF5-A055-5D751A152A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581A4BDD-C01F-4ABC-B262-6B812A887DD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D5824DB6-F9BB-4B80-B0E5-6C2A3FE2C94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81E3449-E713-48A4-B667-2817C54BDA2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6FE7D75-AB37-4798-990B-C356705B8552}"/>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C4ECFA4-406A-4CF5-A23D-4E8686B74AA8}"/>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4A34F31D-D573-4F75-B29F-AE0B2EDCDE2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2681983-17E4-40E4-9C75-963CF6011F6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253CE72-D1E4-4DEA-B3EF-8260DE01D491}"/>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58DE8E35-9969-46BC-8104-EEF60E93B17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66E2043A-C48E-4866-B71A-33C6D3454D8C}"/>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A6262B4-C7E8-4B5F-BC09-F936B369B56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750A9A43-D731-4B2B-9C04-1B8FC2C6913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E98BC672-4403-44E4-94D2-330319BA4FA4}"/>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F301A80-FB47-47C5-905F-1AF7D9955C7D}"/>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2146587-F1B9-40B7-8FD2-1E69DBAB93CA}"/>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7371D52-2944-448E-B179-8EC130E1D77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B889DAF-F640-4777-B474-DD10BE88051E}"/>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57CABA-881F-4567-833B-F5AD00F329E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BB908801-B1B2-4C99-81FA-74E14DD415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209374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ED6C5FF7-FA45-4858-9EA9-35DF33F515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81AC9F58-F499-4E21-B44C-CB9C09E182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F0117BE-4023-4063-A6C0-E29DE811EA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1418A5DD-04CC-4626-98BE-B62CB5D5D6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F8A8428A-FA72-4B8C-B658-89FF2A3611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B73FAD5F-BDE2-4211-A83B-9C14DB1712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077BE84A-97C6-4243-8DA8-6F11A557FE3B}"/>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36E812F2-29F8-4DCE-B40A-4A5D6F40F25A}"/>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FAAAAEB-2427-487E-8E0C-1C7E1A6A469D}"/>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3F250BA3-D65A-4468-9E98-3C49B225A0F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03E4E06-0699-4849-BD20-CCCF12836F3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A68A51FC-33AB-46D3-9205-26A9DF53DEB1}"/>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DD0EC25-9421-4E13-A014-F3EA6E758FF4}"/>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F8FC8C08-D51E-4EDA-9564-94D99CEE1D0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D7C926C-2BC2-4B89-B192-EF73EF059EA0}"/>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A57FA4A-40DB-42F8-89F5-75005BDB69AC}"/>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51FD43F5-7553-451A-8AE2-D91ABED7441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71F69EE2-DA3C-4C16-ADF2-54454D6489C1}"/>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2616CE69-A634-4BDD-B205-A9001FD22B93}"/>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A3FF52C-0EB6-4684-8214-EE1A68957837}"/>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E8C6E17-CB61-4C5F-BBBC-FE0871BE569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73A8DFB-7FC5-434B-9E55-5388227F433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DF96AA4-4A37-4E1D-AEC8-701DAFACBD2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5872BEA-90A5-49DF-9D05-E31349FF0980}"/>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0082149-0400-4180-96E1-833AC5B0EEB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2EBDBDFC-8518-4AB3-8410-7BEF5332D91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919B2A14-B370-406E-AE71-DE201299AF1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C201191-BB56-45C3-94C8-B9063EE410A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82D34AE8-E6B2-4CAE-AB1A-84DBED753D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6353598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079121C8-5616-43BB-8577-7C570D5F8B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798CF304-DC18-48AC-8051-1E0C7F6ACD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0846EF9B-6A9A-44BC-8347-2ED77A463D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8432D1E-0F06-4AC0-9E5A-24A385BA45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74063033-CA32-483C-9BF1-42F0277FCE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9FFD9BA2-B99B-4602-BD93-660DECC6D6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C1ABCE2A-041E-4AC7-9D02-557DC270A0BA}"/>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CB0CA719-108C-46BB-87DF-4981A09855B3}"/>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A2724011-2DE9-40AA-8B62-7F176537DB1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6B751A7-6610-43D3-95A8-66BBBE93832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AA77ED6-E32A-4A28-A69F-25DC4EDF1AA1}"/>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0CD48B6-A1B3-4C2D-A949-6E42099618BA}"/>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EA9E5298-0B9D-423E-A1C6-D22964F7FBB1}"/>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0BE87599-71B2-460F-99E2-8F3B5DCCA31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57A1D885-ACAC-416D-AECB-40DED1CDFA44}"/>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E2B7C7A-3E87-46BA-92C9-CC68BECF533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420A252-02A5-44F9-AACB-ACC0B90072BF}"/>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5A404CE-3A53-41B6-87EF-B32B9754D74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9BFBC1D5-75B9-4F62-BA86-AF80A60D957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D6280C86-67AD-4AEE-948B-5F2B2F44B78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8CA748B-3318-44EC-94B8-804026F504C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6B6E878-1AB7-4FC2-9181-0F1FA69E0B5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6BCB89E7-CCB0-45AB-B199-55D31BCC57DF}"/>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CB33526-5F0E-4478-8852-32D1EB1D12D9}"/>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8ADB37C-FEB0-421C-AB78-346AB85AAE64}"/>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A901151-592C-4BCA-A313-115FC66C67A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60303760-0AEA-4C07-B489-3069187512C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073C5D41-6493-4DCC-B15C-6FEFA612401E}"/>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8FA0C499-4BC7-4921-AEEF-06C11C1BBEE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E983B14-45DD-4C4F-9197-940A9E46FB1C}"/>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0A4D0970-3239-4902-BF3D-08E1C91ADF31}"/>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3DAF6ECA-AF80-4BB7-B4BE-FC886D5A0AFF}"/>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C008F0CC-10D8-43A1-86EB-AE0F9F62312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6043A855-0382-45B8-B60D-FBCC0AE89D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6776729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4CAD8D9-7092-4C23-82EA-5D054D8329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4B6D767D-DC42-489E-8B20-B3C9656EE6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82D145C7-5D51-4308-8B72-C3FD9B5ACD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448B402-416B-4470-8733-5CB5CF1578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7D6D815-3C4D-4EB9-9F29-B13AAD8322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B396B473-4800-40BF-922F-F840E4048F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8301D66-8173-44C0-9B82-E43C6140414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9E1ED383-884E-4F90-9434-1BFE143DA3C2}"/>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14265426-37D6-4140-9FE2-6EC55E37208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C0FF45-E441-46BB-B041-368C49D04BCD}"/>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7F53AED-F4A9-44C9-8352-49E50A21119B}"/>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F90F95E8-27F8-4A36-AB5B-9C5898C4D16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161ED95-BADB-4C78-BFCC-6A105823101A}"/>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7635B55-2D08-439B-BBE0-96494FA0E0E8}"/>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1E327F9-6684-4B31-A212-A4B16F3C3F1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87E742C-2245-4303-8E21-4FE6726B6483}"/>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B87EB9F-3886-4215-B719-50FA37FE939B}"/>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493E913-11BC-4273-8E5F-E47B5475E018}"/>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DA0DC5B-DF09-44DF-9C32-5218741481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422222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2CC6503C-9C6C-4965-B751-9FA05FC8E1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F8A42346-D972-4D65-979B-AEEB2C370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196AADB-B3EB-440C-BD27-13E92A8313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81AA37F0-AFC4-480C-AEF8-8F2379B296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5AF7AC27-5021-4816-9C7B-0114DF9ECF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90B8BC2-07D0-404E-8957-45CE41F3C1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952EB39-7C7C-4D35-A518-7E8E8C2EF3F9}"/>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2B69BE6-3F58-4147-95C6-E4C38B4D559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6B802CCF-BADB-467E-A1BC-C7303FC31B4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486DA3F6-2C57-416F-A9B9-81641D02DA48}"/>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B2FEE89-6A7A-4F9E-8F58-0960B426480F}"/>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7CC62202-B78C-4F26-B77A-9C6B30772363}"/>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4E2835E6-0C74-4FE4-94D9-F7B254574FB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5D13D38B-87B1-4EFD-9E9A-4AAC457744CF}"/>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66E6687B-E0DA-4D57-8590-23FC54F9AE4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225FBFE7-635F-4763-AA5E-776EC0FFEDDE}"/>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6B8BA58-0714-4181-B06D-8F604C723E2D}"/>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D474DB4-2310-4804-A4C6-A5832AD8FAA3}"/>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EF266B1-DC63-47A6-928F-1694A07C6EB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3F69011-D166-463A-972F-F9CED180544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8E7AEFE1-2F7B-4377-8E4E-94CBFAED09A1}"/>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42B2BB92-F56B-44D0-A133-B3E0F8D28BD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144BBEF9-4478-4B71-8B3F-062A94850D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78820926"/>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FAA789F-34D9-468F-9935-3F6DF7A5DD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57938EAC-358E-46B5-B582-CEA713DEB4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EBB15511-C074-4F2F-B28B-557AB373A3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CBE3020-8959-471C-99AB-7A5A9D17B2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9F916B3-AA97-4680-B76A-3E5086E451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7C2DC3F9-E169-4D5C-9A60-787A40F0C4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4833966F-F7D3-42F6-B566-56D5C12F862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B87D87DD-973C-4FD2-B7EA-1FCBE2AD328D}"/>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AD5B39C-5EDC-4F23-A7AA-32BD4E1BF55B}"/>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BA1AABD-89A4-4914-A8AB-F478508FB1C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CA1E9E9E-0A02-4457-8863-468D2DDD2930}"/>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4458FE3B-2187-4B0E-936C-1EB0AEA731C4}"/>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6523698D-47A0-48EF-9D9D-6682D2F3C98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A8BD2FEA-4E2A-4574-A3D9-8DAB525F3BF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82D6CCC4-C361-4F6A-A2ED-776200E4CD9C}"/>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9C5BE7C-89C2-49CA-96B2-E937270A04FB}"/>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814BAE01-77B1-4159-80CB-06D82F809F14}"/>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B8C3AFDB-BA53-4967-90D2-DEC21A13F1A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7201F9B-CBC9-4C5F-8AAE-30C71B640B4B}"/>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B68DA80D-577E-46CE-9469-1FBC9E37567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FA62EDC9-C743-4C6B-97BC-254B2D6E362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3BC5DBE-26AE-4F47-8F19-4A1C4737AAB8}"/>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24C8BB9-9BE4-4024-A4D0-0601769849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5665691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204345A-8A72-4383-8DB2-E9DE4849F0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B4164503-6FE0-4283-8CE8-4521D676F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7A946B6F-B521-4D13-A7BB-16BC04F84C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9021B003-5A4D-4065-8B32-E18B1EA9F5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4ECE1B6-B87D-4305-BF02-034A221D09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B4892C2-EB84-4DD2-B273-4420673382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B1F46F9-61D0-4527-A700-8C652714207A}"/>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1D7E1AEA-299A-423B-8125-398EDFC7E89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5B9855BE-65B1-46AF-8DD5-48216B818F3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CD0AF6D6-6C57-4DD2-9CDF-EF640D6C94CA}"/>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69AFC3DD-F300-48FA-B286-FE8BB2E06C4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87FD85C3-ED13-4D4A-B869-F5C3F2D83944}"/>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1D46FCA6-8E08-4FC1-AB11-E8485A8C5105}"/>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A3B6F6CD-4DE9-443B-B852-8DAFCD0D7E67}"/>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FA4E717B-BB5F-4F7B-82D5-16419259443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DA41CA40-5090-4C40-9D5E-9E65711048B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0926981-167C-4EE7-98E7-6A2706E95B7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22E5AC7-1EE1-41AB-B559-99139BC2B3A3}"/>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67CFE07F-1E73-4160-AFBC-13930F773B9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D938E4A5-A991-4570-924A-7FE806CA435B}"/>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E73EB82-4E95-4DFB-972C-C5AA8977B9D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1A649ED-EA6A-4E77-B99C-D200DE084F65}"/>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81A97DD4-87C4-4DE3-8392-74A1E97A22F3}"/>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0B367F5E-4B13-4F28-9397-653D3A64F92A}"/>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03D08EFE-2C28-4929-9D11-61A4B58DC91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603E8C8E-4743-408D-A33F-A73DB2C85CF9}"/>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37C0E530-AAE1-4A28-86D0-E151730EFD4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0FEDF39-2108-4221-B929-195DD1478B9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F8378CA-AA0B-425E-B99D-927A24C916C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D74D4F9-B547-49FC-A0CB-1C13E628ED7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4DD8C5D1-42E1-4B36-AE5D-93B5A898086A}"/>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CB051B9-45F6-4A5F-8D91-7653C24E37E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B8FA2143-5790-4544-AC5B-7DC6EFA85CF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EA455F1-FBB2-4CA4-9AFA-A7222E2C946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7E8A03C4-906B-4730-B89A-B321610A67D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768DF8B-D955-4D63-9AEF-E0C9A1611FA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C362D96F-4382-4B4B-943D-E4EA8C5798C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68E99AFB-882F-4631-BAF8-DB2BF984FBE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C146AC3-9D8F-4E3D-AEF4-97712BFDE0D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ED09A9A4-D1F0-4DC3-8B99-4FE5F7C1EC7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08BC8CE-5D27-46ED-9D3A-A8E0849460D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9C7BEB1D-0C61-4C18-A638-B8988C8D6BD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4CA2693-1F43-4563-8563-0C40F2C4B09F}"/>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BDD02C4-D474-4948-B241-99F9C8DA2CC4}"/>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30653632-932A-4EB1-9B41-F1A589743A2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A2120652-AC13-42E9-82EC-869A9A24E0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165273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78EEEF1B-31CE-4F7A-9081-8F2A60B632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5544C173-7FDA-48DE-B3D6-6F05DB2981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5FF44D62-9F6F-4048-9716-02BCE3C391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B149D3B-6597-4D0A-85A9-691BB29603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ED79395E-68B2-4D67-9E5A-20ACF8C46B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665A5C9A-B019-424B-8C7E-5F422BA6A1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F771B379-0049-4A49-93EF-88ECBBDED1A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5C23D20-BD5F-40B2-93F8-2E500A22CCF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17F9327B-6594-4C7E-B253-56EF9463C64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6FF7830-34E6-4856-80F4-D820E2C1C8F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AC08246-4887-4C8F-8068-8509CCE7B3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7B5A24D-267A-4234-96D6-9C9AEA2FD69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A6882978-7B4D-45AC-A261-B3DFEB7F50B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0855D45E-EA65-45CA-9B8A-C2EE6BE9A5F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FD7CE298-1E4D-496C-9BE7-4E937C0ECA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F410086A-AF24-4E01-8A28-FD4F68A926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E08DEF3-E595-4A18-902A-8AA0AD59C26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E2737A30-6192-461D-915B-8EB4935EEB5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E642271E-1CD3-49E6-83B3-39E3A1A436A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49CA5B9-3096-4CC6-8769-B9DC028080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ABBCE259-2875-4929-8344-74B8E6E88E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296644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6838CA41-34D7-42BC-B7F4-FBF8BEC537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B3042C1F-0202-4A44-95A3-9A30397F55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E86EC865-4196-453F-ADC5-C044392793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CBBDCD2A-1963-4524-870F-D01F6EC2C8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C77DD86D-9445-402F-9BD0-68F14DA893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88F53547-5140-44E9-9B81-71DC068D9C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5A7608B9-9B92-4CD7-B13A-B68D65B232A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E565545-D849-4E86-9F8F-65FD6794040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DCCDEE9-16B2-4AB9-AC9A-9FC80EAF3E6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96338D4-799F-4365-AC25-2C24800C362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02157C4-CC2A-4122-8D0C-8D2187B9F90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E6CC4EB-AD64-4044-B4EF-E1CD41EF33D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6B350B5C-0F72-44E0-8792-15AE8AC8685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35A15DCC-1160-45F6-ACE0-BF05C5EF238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CF59AE3-484A-45A5-8C93-14BC60947FB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01B95FA-0CD6-4D53-9FA0-25660B62D95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A49631A-772F-444B-962B-C82254B36AD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932DC8E5-4F2C-4109-97E9-5E74507B9E2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06778B44-EE48-4DFD-BBFA-DD9E57DA612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9CDCD18-FC8A-4205-88DE-856B71AB40C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EECF3D8B-41DD-404D-BB37-E1DDA23922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237257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8F1482AE-4C21-473D-9159-9853E640DA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7A43B2A2-9226-4BD9-ADBE-36B7ACB13B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14682AF4-2CAA-457F-B6E8-898C7B941C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B94BA23-678F-4109-BAD2-0FE56395A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88484B6-16EB-453C-BE26-EBA707A2DC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45A2BB56-9DFA-4F44-AF18-3C1C940E68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DC543CB1-2FB9-41A5-9CDC-6289AF70D43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A307E74-E946-41F7-B440-51CAB38E88B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8104AA6-1FC3-4C73-A3D7-1DA00BD84E4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F15FE57D-6053-4E67-A9DE-B6859B977AE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7AD0D98-904F-4F84-8E5D-07D85DD84B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C65431F-3662-46F1-A152-1C46A6E909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E53A18E-AFAF-4D27-8687-5EA86E00DD3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328A3777-DF36-4307-8E9F-1FC2B80F798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8510C4B1-BF47-4B3F-AD02-797E65ED560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090662-7666-492B-B271-6F3D998E954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403598A4-3D95-445F-9F2F-DCD4CDAEF86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353348D0-3075-46BA-B742-4D040DE3E0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0528E51-9148-495E-A998-DC4195C4F8B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50B6A18F-0166-4F96-A21A-A2EC1F08A6D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7882E4FC-2A43-418E-BCB8-EEEE0290EE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301907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800FD099-E663-41DA-8ADB-1E0F261ADD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4F2561F8-97A5-4C1C-96DB-F8C4579D4F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832B677C-25AE-4C1A-AFD7-B9C485BC02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CEDE09C-28D3-4DF0-9128-06FF8603D9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6FB8489-D539-4D3F-8A59-FBAAFED144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E904EF96-0049-4603-B3C6-683B1B4E9E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E95DE32-EC0E-4474-93E9-6E8494563BA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60DBE4C-E31A-4C12-B9A6-F5D83B7E2F6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F7307853-2E19-4B74-AC61-CBA8C5B68D1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0D397D31-BE49-4D18-BC69-677716D59D1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667A5BE-6EC7-44C0-9DE0-8FDAFFB2A3B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33B2B55-20D8-4796-AA82-AB0103EAE9C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39D894E-0363-49DD-B649-3F0AD8FB24C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2636C13-8419-4CD7-A150-5F5956922ED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51B62170-F385-47F4-96B0-3EDAB8A9456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EA6BFF1-8D14-48A0-A842-818B35197DC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63B8D69-87ED-467C-8840-2EC78E67F75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C96DFBF-A0DC-4086-8024-EF0AE8A504E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F3968180-97A3-4BEC-A50D-8D60958F2A2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C74EFBAB-12BA-451F-B157-7A4904CFBEF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EF530347-0CA2-4680-AF75-5653E4535B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229504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37860B45-0786-46FF-9782-033AB0D55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D4252CB2-88AF-4271-8A63-C1D2698DC3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C5870F8-D3FB-43B6-8D5A-CB75255D1D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CF3BA930-DE9C-4139-BA99-E98D3FA27E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9CBF3A3-C35A-4973-9C48-BC6F797B43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9216906F-08D5-451E-A6C1-C8717C012F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ECEE106-CE93-4C1D-9CE9-FC0C75C48B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8825EB3-CE13-4F8E-B423-AE1387D850D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34CF908F-A649-4F75-8007-41D05EDE5F8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998C711-10BB-4F59-84E2-B8CFB7D4166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B199D85-DFC7-4D0F-AE6B-9684F1A6596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9FD33D1-8353-40DC-AF19-9BFD6F3E395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D1E4549-3E8A-46ED-911E-94F7C0F8592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5F2A6908-E1C6-4964-B266-7414AD4B036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606BD0F-9AA6-4F98-A6C2-682C06F62D9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6F721F1-BB94-4A78-A3A7-34247C9A21E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57C5B8D-3B3B-424D-94C0-95FBD21F531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5B2A14F-7BA8-44E2-98F1-08AEBB3E2BC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F2202312-8472-4D56-AACF-B0BCE991B34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4FBDE070-B494-4A02-A210-05F5AA547A1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5283F64E-2A23-4483-97D2-C9F4C79FC0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08264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9ED44E68-E430-4149-9C2B-ADA22E7E59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464D9CE5-18BC-4DCE-9C80-7B78C6CD5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5AE457C-08C3-4F49-81B8-614970396D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643DFCE7-80C3-4083-90D8-A045CC014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9B37A79-FAE6-4211-B83C-EFB4C8D465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525826B8-4964-49A8-87DB-708119261E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F0A5010-C2C2-445F-A6EE-B89ACEDAD57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8F3FF84-0CFA-428B-A44E-D04D916D421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82480372-D14E-4808-9F0C-ADCA56CD975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1B296D57-0F8D-4882-9C0E-B59A35B4A10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0CD13EA-7208-4927-9E29-224AD5DCFE7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31CF1D4-C243-4F8F-8B62-F9D175D8E1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D1438F33-509E-479C-B0AB-82596F8A29A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F820A5BF-A4C9-4E96-B992-6F0A710859B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9E152002-D296-48A5-9628-D595AF17080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B0A55F71-C0CE-4222-BDE5-D34C66A5F86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C1EAD231-98AC-41B2-A09F-DFFA636BB7D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3736117F-204B-4CD7-9672-B3FA33ED35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24495BD-DAD1-46E9-9F3B-36B64DD0C29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8DF793F-9782-4C6A-A9A1-0CDC037DECE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1DE262F1-4D2E-4C4E-8E9A-EE59EE5365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330472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827B306-615D-4E21-B4D7-25EF96405F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9D2EB93A-C386-4DD7-AC07-E979D1DA1D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E54F4B27-32D0-4E34-A889-FAA2BFCD16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052CC7D7-2DBD-4B9B-A4F8-499C440D2C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779F59B-3D56-4D73-ADF4-09CC4F5C15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8C09BCD-D1D9-43A3-B1A3-ABA2F11FB8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7D93EF4B-BB88-42B5-885F-FD4B1FF0150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BD2722B-4480-4FDC-ACA3-C7E876ACC77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824C5A7B-CC29-417C-9D7D-7FA8236099D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2523ACC0-E6E8-4378-8EF2-9218562432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667A064-D032-4C8D-A3D0-0B27B4163ED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1757025-3756-4689-8126-42B17978B89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58B4CE95-0A89-41C3-909D-23F0B1B0C9F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A806DB6-CC5D-4928-B041-8F451E6FD76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C2D884FD-6614-439E-A7E3-72CE08E936D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06CEAD25-1698-4704-91E2-FA50DF57F80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AB6551B8-5278-4E21-ADAC-ABEAB6AF22D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143FCD5-868F-483C-9187-3FEBBD09B4F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9BEB1F10-49C0-46BA-9A87-C1387E61281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89AC4C9D-993F-4E8F-ACF4-C637FA88BFC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70E9804C-A962-4A68-BCF2-CEEAE582A3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5965743"/>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9C915B76-C0D3-42CD-AAEB-0DACE12521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3AF42805-33BA-4AA8-AFA1-BC27A676D8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FBBDD4CD-F92F-41A5-8D6E-895EC3AF59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BC96D476-7D9B-4CEA-9C5A-CACA853E40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94E7C8AC-55DD-48E5-BD34-BD965D8782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63EC1FF-908A-4DCB-9520-F661860B7E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3A01C9A0-0D40-4771-9A70-0D5E4122177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EA4B7E6-271A-4EFB-BC00-545360B8D00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9EF3D880-92B3-44CC-B30D-D53188A15E4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AE772269-E680-480F-AF16-E357607CB81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75EC328-0EE3-4F16-9058-048B90E2824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94D4594-181B-4661-A9EA-BA890112F1C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EA782AFC-20D8-4BCB-9EB9-42E30A75325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746F7AD-5F33-46D5-8325-21F782A5EBA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E967E1DF-A50C-49F4-AE2F-E836552301A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B89A5BC6-0D9D-4CFF-BFC9-1818BAA8CA2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E45B7B1-291C-44BD-A436-03CDF4D283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EC8894F-0596-4968-A5B1-7D97B571B89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0045A370-72B4-44E2-B4E4-2BF1EB1F770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3C5837BC-5491-4DEC-8D7B-E65F145BC72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DA22230-DE61-4597-ACC4-7C72B59D1F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2832533"/>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4D55ECDB-61ED-4962-AC57-16C0BFF50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E6D69816-7E88-49AC-B0E7-FE029CA9AA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DCCAA224-73FC-4600-BE4B-BB30EA416C9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2F7C6689-388E-4E95-B52A-0DDC45EB16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EC795F4-75DD-405A-BF34-73E153095B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66534F6D-3BDA-4BF5-9703-6EC6549542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DA0AD80-2EDA-47B2-8801-00F27D050E01}"/>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1F9BB8A8-B97D-4DB0-AF05-F89589925334}"/>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D4F6399-32AD-4D96-AB95-A5612491E51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4103F8B6-460E-461F-BDFD-4E8E20441920}"/>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833158D-2A11-4249-B645-A259BA9956CE}"/>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12DA13A-E10D-4445-A254-58B56A4871E1}"/>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DAEA0266-8DAB-4D29-816C-250EAD5AC2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0128205"/>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2CDF408-2427-4FDB-A90E-5DD798C21D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F8D08944-D1E7-49D2-83F7-EC11C9A43A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3A2DB669-82D3-4B7F-B4EB-78E3ECA2D7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7F83F0AB-2851-4620-87E5-2D79A4DE17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9F1123F4-F8CF-4647-A414-BBCC42989C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A4B6EDA-2132-43C7-942E-7271FD1021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B3829D9C-94E9-49A2-A92C-D49FB3CB74B2}"/>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2C450F7-F63E-491A-9519-F2AF3514CF96}"/>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3B1012D7-7C4E-43E7-90D9-F4354440BD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A75C8681-1B20-45A0-8147-8073648ACD3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D08A086-00DB-4174-B09E-EDCD1BBE0A9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5720AC1-716F-4109-804E-E453CAFA8B2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0F124C51-76C8-4659-A99A-92A3C57F084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A5D6BBCA-50BC-477C-97DE-677AC7655C7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BFA714C1-A5B4-441A-B51B-B544C992B7BB}"/>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C9AED46-625A-43C3-8F27-25A130187D2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D9B8EA5B-E502-4B5D-AF91-FB540834D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2929972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33B0A820-FC88-448E-B94A-A60A7DE43F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7E8F860A-F14E-4C2D-90CD-7516C2F95F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E4300E20-F022-4781-ACEC-7B246E342C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BBD6FE0-623D-414A-BA47-E6E81C9B1A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04E6D96-1E90-467D-AEB8-5645FD6AEF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0B2067AA-1AA7-4BA4-BF69-CEA9BF907D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9A292EB-AE57-474F-9F10-EE2DE237C8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C894E9F7-B161-4683-8C84-43D1EE1AE0B5}"/>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A9CC3FBD-70DE-4FA3-B735-9E3F98633BF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A16ADEA-B473-42C3-9326-1BF601F0BE7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093532F-2CE0-4EE8-B947-AF4685D2527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A0D3D40-E977-408E-9C65-75E427E23B1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AA570098-442A-4676-A76A-04CE9CACFB9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0493D91-7574-4E37-901C-E68E58B34C5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6E9CA78-D2DD-4941-801B-DC22CCBD86DD}"/>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C4E2844-45A8-45DE-B990-4C8243D2BE4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3D98E641-30FF-4954-90AD-364010C0C7E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6F27762-0C24-4C66-B903-F13CC334892F}"/>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39DDD1A-25F5-4601-B057-AAFA1E98FFFB}"/>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C67B7D6-399A-4E89-B5A8-558D67CA0FE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4D27673-098C-47DD-92CF-DDB96A70B32B}"/>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B6C2C55-9DC6-4801-A71C-1A657C341A7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C8FB6F54-7367-45D7-A8DB-8520971C9A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332443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952AB12-F4B9-4F9C-B464-ADB0E7206D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8D1D60C8-A8CA-41C6-A613-6CBCE03241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90304F8C-5B8D-4B45-8EA0-6E6C8E1812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65728E0-9ABE-4BF6-937D-4AD3F2BA09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ED3CCB58-A493-4B16-B1A8-D11435871D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CBE8E37-ECE9-4DB3-A7C4-B3088D1CA1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5341C7B-F734-44DC-BA58-897076CF2D54}"/>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FBE153A-F06A-4C80-9676-0B334F9D431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C777565-C661-419C-99E6-0E39AD1B43E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23710A7-373E-497D-9D9D-325928FE694D}"/>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369E800-B032-465E-ABE6-43C852AA3C40}"/>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49E6661-0C48-42AE-84D0-325BE7A3DF81}"/>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E0D3648-81CF-45E3-AAFF-7E23647744C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BD26E5B-5F0E-464E-B58A-FC4C3575C78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C3E73EA4-7C78-457F-8EA2-61EE31435307}"/>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E41AA51-D024-4E94-B368-C291B28C50A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869C207-6ECC-42DA-A027-2FA4706B19B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D3283285-EB52-47F0-8846-61938284BF36}"/>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090CC463-C828-4C22-ADF1-6CBC81C5CFEE}"/>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7873955-DDCF-4A2D-9D94-CEAFD5D33060}"/>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A67F85C-F03C-4776-A1FC-C95DB7A7276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5E08AAB3-5697-4661-9B89-7902DCBADF9B}"/>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6C8237A-AD2F-4EAA-B443-EB794F410CFB}"/>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CCEA062-D07A-4EAF-9A1B-94ED1A3A134F}"/>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8650A13-773E-4D7E-98EE-6E2ED1034D0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6500B46-FD1B-40A9-AE65-8979596472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336992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3549E60-58CE-4897-9592-B06169D063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0643DBAC-BC50-403F-B06A-1D81430D38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8ACA994F-2740-4FB8-9200-A4B8DB4895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2929098-D34E-408F-A357-F97C5F358D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5B7BC5AE-B0CD-49DA-99F5-DF537D55ED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57735317-7482-4E4B-90E7-057A1A955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F6E017D3-BF84-463B-8207-D0392303D4B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2E3DE1BB-3DE3-47AC-8E47-D5B7202231DC}"/>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A2CB1924-A7D2-48B4-B997-5CC7294E164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2B9123A-4E71-44C0-B7E5-A7472CCB770F}"/>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A88D1FE-8587-4F15-A9AA-AD351C62DABE}"/>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E7A8C03C-9F99-4EF6-9E11-41A3CA065A5B}"/>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30C9484C-E306-45EC-BEAA-C40FD672D15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E63206BA-B810-4E88-8931-24201C135F59}"/>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5FAFBCD-3B65-4CBB-9A9F-21D2A5CFA0B8}"/>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5539B831-A56D-4CA0-B4E6-F0BBD02253B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E52D1D9-5522-410F-9A3D-C7E5DCCE0F2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FAEBD4E6-BAA1-40FF-85B9-8003535B828E}"/>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0C0EC11A-2D41-4885-BBA5-75CA59AA1730}"/>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00503600-3C3B-4706-9C7B-516DC930BC6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8DE76D7-D63A-4430-9B94-D54585CF900F}"/>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E47FCE2-E536-4EE1-B8F0-C533C9DA1664}"/>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52C0E0DE-5D2E-4F69-AF09-59E549BE4E3A}"/>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B88A3D5-38DE-4A09-B07F-87C906C3C7C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A2DE5808-8D95-46B5-B526-AEF022C30B5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362A6436-A04A-46C6-A693-66A64DD45528}"/>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A12834E5-EC1C-494E-AD77-E274F89930A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AF81FDB-3879-4A53-AD5B-C2F90D24BE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532358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03EEAF7-31C2-4495-8FC4-CE631FC075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CFAC86E9-7001-4647-96D3-00A702EE1C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4D22874A-85A1-4A77-8860-CE9E4A05A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45F0463-4AF9-42B0-A9D1-35E96FD170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EBE9F3B-D9A6-45BF-A596-492526A4DA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38D63DA-3641-40B3-85BB-C3EAD9C538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8032E3A-BFAF-4930-AD14-504B5104748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0123AF28-7C87-42DD-A0E9-9D38666B3351}"/>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10F753B-3D26-4560-BD84-2CCBB3CE075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EF9E4CF-F636-497B-9998-7225EBC7B03A}"/>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A6EAC14E-39EB-4EBF-A368-E2D88A161CD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81D6A93-77E4-43C1-B8ED-C4289BD0A61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8F32A36D-7088-4213-BA70-44D299081BB0}"/>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91579F92-ADA4-435D-95C3-A8482FF64994}"/>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63AE14B7-4645-493B-86E2-092360BC9D3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48174EC-37BA-48CC-B714-B172FE8C42BA}"/>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DEDD584B-B520-425E-8C6F-9EFC2CBA5284}"/>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129CFA1-FA5B-45F7-8C5D-8346BAD0CC14}"/>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CDD90D3-67CC-4395-8E18-55614942A5C5}"/>
              </a:ext>
            </a:extLst>
          </p:cNvPr>
          <p:cNvPicPr>
            <a:picLocks xmlns:a="http://schemas.openxmlformats.org/drawingml/2006/main" noChangeAspect="1"/>
          </p:cNvPicPr>
          <p:nvPr/>
        </p:nvPicPr>
        <p:blipFill>
          <a:blip xmlns:r="http://schemas.openxmlformats.org/officeDocument/2006/relationships" xmlns:a="http://schemas.openxmlformats.org/drawingml/2006/main" r:embed="R7fa4fafa42d746e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BB133C0F-E951-40C4-80D0-E2822212D39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31B2523E-7E1E-4743-AD2F-8EE00A0E1E10}"/>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51A82958-F88C-4DE0-92F0-6B28E50AFC66}"/>
              </a:ext>
            </a:extLst>
          </p:cNvPr>
          <p:cNvPicPr>
            <a:picLocks xmlns:a="http://schemas.openxmlformats.org/drawingml/2006/main" noChangeAspect="1"/>
          </p:cNvPicPr>
          <p:nvPr/>
        </p:nvPicPr>
        <p:blipFill>
          <a:blip xmlns:r="http://schemas.openxmlformats.org/officeDocument/2006/relationships" xmlns:a="http://schemas.openxmlformats.org/drawingml/2006/main" r:embed="R30672cea4fe84106"/>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699C8375-7F88-40EB-90B8-FC58417BEC3D}"/>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00610387-54A7-4E4C-A82E-8F5D55A1710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043973C-B9CD-4B52-A128-B847EB800978}"/>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3EFB2C91-FCA2-416E-B184-E32632868446}"/>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684BE6E-7C71-43B7-89F0-A9174DBE6A2E}"/>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E0D9C0D-EF11-4451-A735-D2CAA757B5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6624472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F2C7E4F4-9A62-4874-97B0-95BA02F56D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3F602DA8-C371-4EB5-9BE7-2400E664BA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5DD2F277-41F6-45CA-8E1F-A3581DD397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AE7629E-E78B-4568-B86D-8A170F2FE5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EDF604BE-A41C-4DFC-B7FE-D8F1F50938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ED1DD53-12CA-4599-9B67-9FBDFB9C0A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126B647D-D00D-4919-9D97-DE6565EA6CC5}"/>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40E930A-5078-48BE-8CA9-2CD3A276983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04230A2-71B6-4436-A24B-ACF863B9E18F}"/>
              </a:ext>
            </a:extLst>
          </p:cNvPr>
          <p:cNvPicPr>
            <a:picLocks xmlns:a="http://schemas.openxmlformats.org/drawingml/2006/main" noChangeAspect="1"/>
          </p:cNvPicPr>
          <p:nvPr/>
        </p:nvPicPr>
        <p:blipFill>
          <a:blip xmlns:r="http://schemas.openxmlformats.org/officeDocument/2006/relationships" xmlns:a="http://schemas.openxmlformats.org/drawingml/2006/main" r:embed="Raaec8084abb24c65"/>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C671FCD4-B4C5-4138-A39C-70459754188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85956D66-C317-4E75-8C76-B290B8B0F5B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DD72F541-7AC0-4799-A276-04094EEEA31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98E8555B-E396-42CD-8DB4-DA50A69BE872}"/>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A2600D52-7A8E-4DC9-9326-5C6C3C3C747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702F1A4-C1CF-4D94-A21E-765524548AF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E37B3745-EAC6-417A-AF39-0C247F3A822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EC1EDAD-F61C-4843-9796-6F81761101BF}"/>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252E86D-F01B-4058-8893-90B0BADEDEEE}"/>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B03CC47-B378-484C-92D5-4E17B53AEC5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E4392B3-8674-4CFB-84D1-D1FE9548A07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5B2B753-CDC4-4F30-A3A4-DE71B7125F30}"/>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97C08F98-F49B-4090-81D0-096411DDDCC9}"/>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5D9AF62B-C6BF-4E85-B994-C9322D350C3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A3453F78-D69F-4CE0-89C2-A68057CB27A4}"/>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3BA8142-FA91-4B7B-A2C4-0CB4779ED9F7}"/>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B719E03-7D59-41E7-8DAC-642725A09AEA}"/>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7ABFC408-0834-4932-BFB2-ADF6665A8520}"/>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6D69B16B-548A-4BED-BD4F-217C9E92D21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4C567402-BB7A-4090-BC22-DAC5A78609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365245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AD4971EE-03EC-4B2C-8376-9A1618DE1F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27211E04-9097-43FF-B566-9A4034289D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9867D4D3-D7F4-43CC-88B4-D0FE297BBC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D9CBDFE7-16A8-4185-B00E-1508ECB1B4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18671952-B88B-4DE2-974B-E45FC8E817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6021EA42-F000-49F4-A453-A3B3487A02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DB396A34-49C0-4A77-BA35-DBC5B7F3E2E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90F87EC-6E35-4B1A-8A2F-D7EF4E810F2E}"/>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23E5DA9-DF56-4435-A1F2-348DC9D4E9E6}"/>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8C5C638-B4D8-4BC1-ABCF-53997B0669D5}"/>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BF867DA5-FDE4-4727-BC48-3C48B209DF14}"/>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3829F9D-DD0B-41D7-806C-022B00922C4D}"/>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FC961E0-E801-4C50-9A78-0EAFFCC4D0CC}"/>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79A5DBA-7059-4D29-B453-53B548551E6A}"/>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239BC01F-4A5F-498E-97D4-50757EC8118C}"/>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38E93BF-D3FC-4D08-AFED-0A13E3C60D0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FC7E2E9-85B6-44FD-9C99-1A1487F0FF1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94D0A82-7E60-429E-8A25-0CBFE41ECF24}"/>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7B46D63A-4499-4371-AFDA-159FB7085249}"/>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8B38F96-A472-4896-9663-0A7B98E0E7C9}"/>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1A899F8F-3A1B-477E-8B93-26014535B920}"/>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D1AFCEA8-A196-4E52-920E-9C2C36974F52}"/>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E816C635-300C-4AE9-BF97-EA29C00916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101661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9EFEE09A-8D17-4EF5-8B58-1BC0309FC6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1E6DB1CB-B9E0-4008-9C5A-8A8BDBD2C1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F43D277-3851-449B-8A4D-F999DAE378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3145866-B633-4CFD-9EE6-C83FC482DB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49CF25E6-C5BA-4DD8-9351-5D4415BF87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45FCDE39-9AC0-4998-86E7-BFCE5D3ED4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B2E0183A-FC62-4019-82C6-6A660FD818A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DEC7DCDD-3877-45AA-BE01-2C74037308E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F3B0672-5A95-4B73-8BC0-2A4D8D0EE02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902D0479-CDF8-43FE-A6F3-2C52562F6D1E}"/>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BC9C7980-DBA2-4BCB-AA7C-DF3A1DCCA3F5}"/>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925ED65-9830-4136-83BC-83978BEE33FC}"/>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BBF4A6F5-CC2E-4081-BA1B-A3022AF5925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04247B94-21AB-438A-8D2D-D58526B65583}"/>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4731EF36-9C51-452B-9FF8-AEDF742839F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1F0708D2-21A7-4808-99CA-A104F8028492}"/>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D75DB66-4567-41C2-96B4-325A6D43937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0BEB834C-4F2C-41A0-BA43-1D30532D2ED8}"/>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9D3BC348-A16B-4C52-9438-02847FB4005C}"/>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7C516666-08E7-44C4-8D9C-14301FD1492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31161DA-00ED-474E-8A96-627907268D4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EE85100-55DF-4210-96BB-D512645F3851}"/>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CED0C98B-A400-401F-A5C6-9045BB8DE5F2}"/>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E620F25-367F-4093-B55C-2866434AB8C1}"/>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95D02C8-7451-48DA-ABCE-267FD53CA962}"/>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ABAD85D9-8E66-42B1-93F2-8BA30AAA57C4}"/>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E4B20E54-0D60-48C6-A2C5-997DF62A5DDB}"/>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6F3EEB95-C92A-417A-9A00-155973B09D4C}"/>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5922711-35AC-4D8D-A290-4407E1928A5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7CFF969B-2411-460C-8853-36E4F68BA9A5}"/>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AEF56E6E-F901-43CF-A953-AA0B62C0B879}"/>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01C12C5-8497-4A79-82CA-281AA76DAC2B}"/>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C545F758-7EAF-4F40-9D41-00CD9FA3B34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71B8F185-1405-49FD-A727-FF75EFC15716}"/>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0F1A9F9-66CC-46A6-91B5-A3D033E5A66E}"/>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5A0B41C6-B28A-436B-A7B8-EA0C941CAFD2}"/>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B983AEC7-530B-4632-AB5C-28AD54F74867}"/>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4FE2988-76C4-46A3-8037-F911B0720E15}"/>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556EE001-01AE-42F2-8B7C-42DD68A9C29F}"/>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A02BE8DD-4084-401B-9E2F-2490268CE2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444306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F4FEA3AD-270B-46C6-93B4-CD5AA32C36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6B84FE27-453B-46F2-A7A4-C720A1B4A8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4A03A66B-D1F1-4198-9B31-4DE67D96A0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9EE1A63B-866C-47ED-A173-FF07C7DE03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16845B09-1B80-44B1-A3B4-270AD0A023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F6D9B440-0003-490C-86AF-304AA8E964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7742BD89-BE1E-4A03-858F-5011C916EDDA}"/>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CAFE2F69-4F7B-4047-B923-2474710A043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9012B73-CF3C-47E5-9E8B-50EE867EF53B}"/>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37A2D64-CB7E-44FE-8A32-17DC5F10C491}"/>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43D48F4-585D-4781-9BB8-90707AF5111B}"/>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552AADDB-3822-4634-8D83-37BF792813A0}"/>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0AA2772-24BA-41B5-9FF2-029A3F0A365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B58F2BD-660F-4550-9012-2AE5307D7817}"/>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421A915-F044-48A5-9909-63EC9C174B1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715BC868-B515-4463-9108-4BC0A075D0BC}"/>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C095609-1E4F-41B3-BA7B-213D0C498DA1}"/>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4108BD9-ADE3-4222-A962-C46C7EF6C9C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11A0390-7A54-4560-A91B-522E6EA35026}"/>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AD9C4308-85C8-4F9B-86E6-F1694832FF8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D94F865-BB21-45BF-864A-1878CA770767}"/>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F6A5A46-0394-4C06-9EF3-3AC3B8E7FAD1}"/>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E1CBB157-C7C0-4E9B-B4B6-BE7B6EF1CCAF}"/>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B246AFEC-5152-4E6F-B871-0B42F4005773}"/>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0CB1095-218A-408D-AB3E-7374DC3C4573}"/>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98303060-8778-41EF-BD98-53B0ECC01F6C}"/>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B619D2F-DAE7-4376-B7CB-D190C6D399C0}"/>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B8D64E0-1151-4593-978C-B870C1C92231}"/>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1D8F6911-6BD3-4A87-8DD5-75C81FA3A0BC}"/>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1D5BF32-F4DF-47B6-9731-31595FD9FF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FD29EF90-1731-48E3-832A-D5C34C6DFCB4}"/>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56EC1F89-9C08-4CBA-A318-05EB06826464}"/>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B3B8AE81-8F36-4526-802D-0228E9FDD57F}"/>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90494CB-BA48-4BC6-9DE2-ED55DC04100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5E9565FE-A130-485E-BFC8-E4F2D738D21E}"/>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5B8881D-B0A4-455E-8143-64441DC202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747174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A3246F7-F3DB-451D-A994-46F7CFCB38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B1B7D491-F855-46DB-A779-DA9914F049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12213573-658D-4F3F-A38D-985C57A0106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D3A8FBEE-727D-4C4D-83B6-3F119452A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4BCE410-E97B-4E11-8F85-A4F747D92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E248CCB8-4490-437B-9579-4911591F1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C9CE1C1B-ECBC-4DD7-90EE-60FC8DD3FB57}"/>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41D6F918-8D97-4DFE-A1E7-B354C10C56A8}"/>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7B54F83D-8A79-4F8D-94AD-B68E1CBC42CE}"/>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010FBAB-E83D-46F6-863D-0F2C92A14D6C}"/>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DAF768A8-197E-4E3E-AB25-871601EA121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DFE1AA-DA7A-43C7-B70B-CF64899EBF2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C2212E67-1C4D-4B8F-8DE2-997AADA2751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F8EF014-308F-4609-A6F1-C56C2D16CEE3}"/>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A91920C2-59B4-4689-9F55-6B345776FF5F}"/>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927CAF0E-47C0-4909-806B-ADDA76644972}"/>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B165A16A-A6F9-4DA6-A64A-80B11FAA1180}"/>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DABC676-8EA6-47DE-B579-DEB5A194724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20DE6182-9ED0-4ECC-84EC-29D01A176CE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2A9D4A78-4211-4B25-8981-0D0BE08608F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8EA6390-6478-47B2-9D12-FEDD8D6580AA}"/>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6B50A16E-DBEA-4C0C-9513-F6B2FFE30F82}"/>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9A85A7E-0EC1-4951-A6B4-412D29659EE3}"/>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703180C7-3277-4290-A6DB-ABF79DD18A3C}"/>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7FD6BA11-2D61-4357-8C36-40A6D58FE524}"/>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E71E47FA-5FD5-47AC-90FB-B1ECF6FEE48C}"/>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64F549D7-8966-4FAF-B93D-7987BAAA8CE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7D3E4779-5387-4720-BC1B-C5B915232F0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CB72A24-1459-4C06-AC1F-9F244DFBE9B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2A561E8-59F9-4667-BCF6-63D3D987FDEC}"/>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451A904B-D425-49D3-A383-EB64B95CF87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C2D5AE93-4520-45A6-9EEA-8951AF9DF1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817813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C630F1-B362-4E05-8FF9-DEE088C915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E5857264-D2A9-4C89-8BD0-66E0AD79EE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526F25C5-B94D-4EB5-B3A2-158FC0223B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46507E5-C304-46A1-9F86-062B25830C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84BD5193-2C2E-4C5F-B500-A65E588C13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55AB4412-9BD3-4183-B052-EAE6499805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F02FAD2C-4395-49FC-AFED-B5F32E2EEE6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366D8F73-3884-4378-B346-85D088CE306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5E110CF-8C26-4387-AF01-1E3889092F16}"/>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6B61C602-892D-4D24-A5EA-C975F2FD86E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287B74E-D073-4154-A0F1-29ABCEC73EC5}"/>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E66DE48F-B57D-4DDE-A25F-CCA720629DDD}"/>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26EA402-B717-4997-86F1-E8C0446B9E7F}"/>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A5CFD47-8F56-447C-A4A2-D720E4533FDB}"/>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DE036178-6E30-4D48-B52B-FCFC400C9E7E}"/>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A9A79B07-C914-4297-A604-EE208A1DAB28}"/>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EAE20FF-33A1-4983-BFE0-FF36922D7F4C}"/>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2F4BC67-1594-489F-B39B-8215224E6BE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FA032D37-3A76-4429-AD2E-97FDEDCF936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E8FAB0EB-6097-4A8A-9D96-1CD47FCD54DF}"/>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055DC5E-19B3-4011-9ADA-F7070D3513E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0E46F81-088B-487A-8129-084789F46E9E}"/>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D95A9CAA-0EBB-484D-98BC-70C5EDBF95DD}"/>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E4E762D6-06EE-4516-867D-B308AB5D887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F44E794-6743-4DBA-8173-2B57968729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134008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EB660A8B-14F5-4F23-B4F3-EF5CF43258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56D214C1-AB22-4AC3-B003-ECFF622815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8674C445-89E5-4BE8-ADCF-AC3BDCC099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D2586C54-1733-427C-9A42-A6A4980E70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302AB5FA-F0BA-43A3-B13A-84B7E74018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46FC196-528E-45D4-B795-90C7B3AA32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F2A21384-FECA-43F5-A2A7-AD5F239A182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3395A8D-0F77-4F3A-BDDB-DB98A91195FA}"/>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8B50F9A-7FEE-4195-84B8-1896A10EB953}"/>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F5B2D22-3F27-49BC-8C77-B944641C31C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2169BDC6-1A0D-4AB9-AA03-D70BA2052BA7}"/>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C8958230-1B51-4A5A-BBB1-34D3646B4E8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497824B8-32A7-4CBF-8686-F1D30E85FF48}"/>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76518C8E-7A1F-40C3-B2DD-47499DE63C9F}"/>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87ACCC51-0A97-4C43-A417-F39AC6A57B2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35C649A8-6FFE-460C-8B08-698B5ADEEFBA}"/>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88CEA43-8FC4-46E0-B0AD-C89569C39E9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C04CFB8D-901D-421B-A777-7F80F7CE975C}"/>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7E20BE80-FDCB-4EA1-9505-1CCEED6E34CA}"/>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D049AE41-5168-457A-8697-D5AA4DF5D59A}"/>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2C92388A-F909-4D00-BFEB-565CB0526B9B}"/>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4857A48-B827-4475-8E65-D34425072760}"/>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D8CBD3A-6C38-426C-BF5B-5DD36F0640B6}"/>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28B90C2-D71D-45AD-BF00-C17470CAAD2E}"/>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5373F7F4-F75C-46DC-ABA0-21274AD7E101}"/>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139D4DB4-2C9D-4A95-A81A-7CB918FA4F5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11290D28-72A4-4FA5-B498-50CAEA71938B}"/>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4B8D2A5-0690-470A-A023-D83B2836A998}"/>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E93D5B81-D441-4E05-9550-16D83EA22314}"/>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C253C666-A2C2-41A3-BA75-88BC610082DD}"/>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4C4ADA0-0277-4953-AEEB-56A1A9B257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736838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2EC572A9-23E2-4202-90AB-9E4D879F72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5F74017F-320A-4766-A15D-D2AD8AF639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D72805E5-F343-4D78-96C6-7580CE2144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F9CAFE9-6B80-40D9-8CA6-DE26951C93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10EFE4E1-6594-473F-B076-F884DE41F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FF223F24-C6ED-45D2-B126-E7FE60FEEE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5689DC27-7F5F-46F6-827A-635527C3EA2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056D19C-BB60-47D8-B773-70AC37F425E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B7A06089-421D-4DD3-B496-07BF2646B28E}"/>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C5990F8-0078-44FA-95DE-E7B362E3D9E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B9EE71D-5087-4720-970E-2173AA5F8435}"/>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ADD54DFB-6D2C-498C-ABE9-77B2ABA5BC75}"/>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0C469534-869B-4384-A28F-089AF0BD037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D6F90981-F38E-4C3D-8C62-799A9138DA6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9527875D-B6FB-428E-BB84-0062CDC577DA}"/>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F3A0CE3D-1EE6-47F5-954A-185E72A6D8B7}"/>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5A500613-F863-41CB-A12F-5FE8147BDBDB}"/>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4244780-BCB3-4A50-B668-EE458023F28F}"/>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3B62194-50EC-4224-A23C-9E928475C8B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83BC5862-0834-456B-BCAC-11B399D9BC78}"/>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E5560C20-4D5F-4965-90C6-667B2246296F}"/>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5692B3F-4BB8-424C-A177-7147199088FE}"/>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73555149-906F-443D-B2E0-47A932BB8A36}"/>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64078820-253A-4381-B44D-6F22758F7E63}"/>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06E38EC-354E-49C2-AEA9-12DBB7E4A17D}"/>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89C7633E-4236-4A42-AB9E-923885A6D7D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F3DE225C-AD07-4302-B06B-7B4D456DDB2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F2D4C2A-E3A5-4375-A737-96529BD94B0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B3861AA-9E6F-4D27-A2B4-71D8DDF2C8FA}"/>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4B9FAEDA-BE39-450C-93D2-03D9FBC49F33}"/>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CDD03353-03A7-4763-BB5C-E1754289ABE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663211E-8160-47A4-844E-259AF6003F24}"/>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2D615678-3012-44A5-B094-3D6A89DDD7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4805D246-9A81-4FB9-BBD7-992A645DE6A3}"/>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5BB2744B-4B96-42DA-A054-AC84347B03A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A8B1A1A-547A-4A26-B2D5-2560508D5B0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0F4367FA-EC24-462D-BC7A-BBF6E8680B35}"/>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F522B54-BCED-49BC-AEEA-B3464E2D071B}"/>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D48C71A4-BD1E-4C58-A233-2F1241B65BC0}"/>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FE4D18D4-AB87-4F13-8709-6685E501E7B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95E3E494-BA9D-4AC4-8E4B-527A13604A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669384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24ADC2D-EA96-490F-901C-94CA8105E8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D61D20F9-9272-4FA1-B100-CB1BE781B1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5DFE01BA-67CF-423E-905B-B858AC874F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E08F425-A78F-44D8-839F-616092C209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34ACE69F-42DB-4A68-AB19-0FF5E0796E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7E5E8DB7-9BAE-4F47-AD1A-1D953C2C44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5D2F3ACF-CB7D-462A-908E-5DBAB6EE52B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9890DF74-9BE6-49C8-A9A4-20CEF1F7FA1D}"/>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167566E6-402A-4956-8425-DC0FCCA5BCFE}"/>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9EFD486-7FAF-4917-80A6-1F8AF6C2BCEB}"/>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A267B8D-C519-4F41-A5D6-188352BC79F5}"/>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CFAE03FE-7883-448A-9D4F-7A54B976D73C}"/>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FB46D8CB-F871-4B1C-90A7-D2C03C518C0D}"/>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FBE07C-5A3C-4DAE-A99C-D3757D09E889}"/>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A084D6D-D14A-4123-82D9-7C56A3BDC19E}"/>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3792DE8-EF82-43AF-85BE-8962F87DF865}"/>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E5622764-D6E5-4B99-8825-93C10FD48F9B}"/>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539C4B5D-9D75-4ADD-935A-1814C2A9315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7775B8CA-FB6E-4005-90DF-024A65B26A32}"/>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4B802D49-0BA4-48D2-B864-9ABBD53079ED}"/>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3F9114C-8B27-4D16-813B-2ECBF5C28252}"/>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2B71C884-D05F-4B23-80FC-04E835C8366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A8D290C-7E1F-4B49-AB8A-4DB12D74F1B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5521604C-3408-49C9-9B6B-5A33059037E1}"/>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67292301-E41F-4296-AE6F-885EF10F7421}"/>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148A613-623A-4BCE-A1ED-04C28D39BDAC}"/>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E1AB5F56-5AE4-4265-9D45-3EDC17F5A809}"/>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52DB5332-9571-4F4A-84BD-B40C4044F56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34BED9E3-B673-4465-9834-E9B4D8AAA9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169153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378D9B07-9EB8-4882-840B-492CFB1A30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4586CE7C-97EB-4B1E-912B-DB9022D1EE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D1F10950-01FA-4C86-BBBA-C7AAAE7308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25FC3718-DAC0-4CD7-8636-1F4D42222F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A2F08F4-CD6C-47B5-B3EB-390A96219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24741D4-9D8F-45A1-85E4-9ACCA06F4E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B9B25CA-5E49-4D87-A4B1-F1368DC038F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5A823391-6708-4EAA-A8A8-D39334AF5C3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B284F901-41B2-4C11-AC9B-97B44BA40BE0}"/>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E729A1B-F7F4-4EC8-B2BD-5DA20CD0DED1}"/>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BFB59B6-BB68-44CE-819F-F64839A9FDCF}"/>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E108D8D-B228-4130-984D-D2BE0750C4CC}"/>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3DA36612-32E6-479F-81C5-A1BD057BE60C}"/>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48EDC16F-03BE-4F80-8A33-55DFD8A85F3A}"/>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85E48B8D-C933-4E6A-A49C-8DF42B01F1E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5ED68A26-FFAF-4D3A-8E40-16FF1FC721C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BFD5E373-7C7C-46D7-870F-CB1C76208A2A}"/>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8619D508-27AB-4C0A-9906-914245F502FF}"/>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A17E260-BAD4-40C1-BF88-13CDC623EE1A}"/>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DCBADFD6-0E36-4A2A-95C3-1BD45358D77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32D10CC9-556E-49A2-B9CA-1A98F77BA3F2}"/>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B825DCE-C82A-4F42-AD2A-1B29D9818823}"/>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7C151D3C-5634-4834-A4B0-F483B2934018}"/>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29E2CC8F-51FA-4824-BC9B-DDFCD0E5C8F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1947BCA-B81A-4C78-80C3-F79802C3C1C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065D9CC7-B89E-4DF5-9572-AED0EECE6D0E}"/>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67983F78-BFA4-4E7B-9B9F-1467CB1641C1}"/>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1D08F34B-80B0-474A-8C35-CD28162BC121}"/>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61819892-6062-4C94-A011-4ED0615A47AA}"/>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C6CF773-BD9D-4449-9682-41C20257636D}"/>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2399D5BF-5CAC-4B41-84F6-4CEC9F7FD85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3B9E5B1-7EFD-4D53-9803-68D5032D6BF0}"/>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71ACB09-197D-4271-BABE-7E9931CE5284}"/>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579BFAC4-91D5-45FA-9F0C-1A086A7B596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2AF3461-11CB-4298-9D28-BAEFD937942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A3749E1-7019-4B0F-B320-E66219E07A7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A3B8BD40-A8D9-4C02-8B52-E0F2A0AACFAB}"/>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FE80A25D-C845-4385-BAE4-69A88047834E}"/>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49CB513-591F-4086-B067-4073DC0F1CB1}"/>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0E2B09C-B075-47F7-B568-E0F9C42ABAD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93B7B452-ADD0-48B7-A948-08D94D61C4C8}"/>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D2A1F0C7-EE8B-42D1-A6CC-F78791F689EC}"/>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DE094F81-D1F8-4C66-8A2A-C6A830DF3B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3106564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E93774F4-69DB-479B-AD5C-9E206E3134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949FBFDD-4822-4A4C-A85E-D5F50AC8BB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653910CE-43A3-49D7-B52F-E4BF5735BF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72C81B65-CDFA-4675-9956-A0EA040AF3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2F50F50B-AE6F-4681-8C7D-2690D60487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977CC025-FCDD-4193-ACBE-046C4CF64B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F5626955-AA92-4C2F-88F8-9D275A71B58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D3F85734-C218-49A9-ADB6-93E0A345613C}"/>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5E4F68E5-56A5-4240-B508-C5447A550927}"/>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8423A853-D08E-4AE4-A92B-60B49BB940F7}"/>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8DCAEE7B-C899-4F10-AA74-C3789F026AAE}"/>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1F5CAD72-0AAB-4F80-8BAD-3D6775203078}"/>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FE1319B8-751E-4B91-916C-AFF18E48B2EC}"/>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6319D06-4C63-483B-8842-F205DC182609}"/>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13273424-7375-474F-8C8F-2A96BA01D956}"/>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8DCDCFD1-7A99-4864-A052-24E568A088AA}"/>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E5E8B23E-D6FA-4773-A527-CA43A47668A3}"/>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E6E58515-DAAF-486D-9F48-4DE94F822E9B}"/>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6F3F7AC9-33C8-44A7-896D-944467D86C09}"/>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64A3E7D3-0675-41D8-835A-9E40E6741B3C}"/>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12C1CD1E-50DB-42C0-B303-E761C97167CF}"/>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AA06D5AC-D458-41BB-B4A2-E8265D50860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2EF90F95-2798-4E0F-AA36-C91607DAE032}"/>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B49A0286-A0CE-4E97-AB9F-A6FE83DEF280}"/>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8FDA45DE-A070-4D36-8EA0-C7A11CAD0A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486852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DFCD584C-2FA3-44B1-A1A9-00AF1828E0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A5302C55-69D4-4444-AA3E-8CB4BCBC7F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80E535E8-484C-4FE0-B20A-4A2F85646E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E0FD97EE-9E28-4F6C-9FE5-0D7AAD0220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A53F1E80-E80C-4C08-BCD6-674F9CCA2F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D065DA90-26BA-49F7-B0FB-7378089120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34ACEDA8-AD06-4925-8E66-6532164229C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499776ED-A8D4-4F0C-B61D-0A54DD94797E}"/>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53F018A2-7E38-4F81-A878-30A63FEC4654}"/>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9B100F4-55C7-4724-858B-67939E6FAB31}"/>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EC6AE72E-846C-404A-A71F-C962239C06AB}"/>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09B28DA0-B317-4AB3-8EA6-E8DF54C9AA93}"/>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8447F2C-73EA-4E90-8CFB-D3CB58FAB0BA}"/>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52660903-F8C6-4230-B881-E1F9C6756E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396133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39C832D-1129-4159-990A-D2C05150F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4D7AD149-6DEC-471E-9E5D-5CFE295928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2C1C2C2E-6C2A-4EC2-A0BA-A68584F540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8E6401C7-60F2-4196-8ECB-FD11F13B32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8709231-5AEB-4BB8-AD01-5DD05D1740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B9C08D6C-7954-4A64-B44D-B80AAD8A08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5791A4DB-E914-4249-95CA-364EF67746C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52039DB6-7077-4838-8D57-4AA79180E69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650E462E-CFFD-40DF-BB14-2401A05E6FD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301DF1B1-51FA-4A4E-848B-5C1B405C1B9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F18A7619-28D0-4FB8-A7E3-41D1ABE2D9A4}"/>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44164C5F-969B-45A7-88E1-FA694C1FEB60}"/>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5E043209-621F-4057-9DBB-59DDA219D55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DBF65D5-F15D-4A0C-B4A4-07F7CAF5B929}"/>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00C80687-0605-4C68-8C35-35FE4BF07408}"/>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D730754-0727-4071-8A1A-3615F82F5C8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8CA4DF0-3FE6-4500-B21B-D9A2908B3EF3}"/>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A5E5DCE-ECF5-44C2-8051-D7EEABCED3CE}"/>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B380316-2067-4478-8A21-ACA37FA13D23}"/>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6C593EF3-3BA2-47B0-9A3D-C4E951D258FA}"/>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34062115-DF96-40CF-BA04-E70C70202F73}"/>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E691C22D-3238-43EE-ABB8-27A682BCF0A9}"/>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528B583-13CA-4D1A-9199-2927CF2AC83B}"/>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E6A0648-3291-453C-BBB0-674438174720}"/>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50BE046A-D879-4D3C-B1D4-6C462068D369}"/>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502FFB44-5A8D-4166-82D0-6A56F11A1AD9}"/>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EB153FA-D93B-4C06-969D-9371AABD70E3}"/>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42AD2956-C4D0-4104-9E2D-A7BC116F8B3F}"/>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D3FC785B-1C0D-45D2-BE5A-9F6AAC09DAB6}"/>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6391331-39BF-4268-92EF-05521E9B1536}"/>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7E6DCF75-8517-4D5A-B573-F476973D8F6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FDE7EFE0-0783-4725-BC39-1972BA4216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0944287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83599F2D-F770-438C-8750-2DF105FC47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1C00F89E-FEF3-4C84-89B8-D38AA15ABB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CA08D2E7-847A-41CC-974B-4477129B81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E08CBC73-5D6B-45E4-BF7A-506827C49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ED77DE96-C2CB-4746-B5E7-91500B58C3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FA888403-7E16-4767-A320-2BC6F8DB2A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2F819677-9DB9-4CF1-B6E6-1098200CB27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CA1A0A68-ECFB-4C52-B54F-33690A35D16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58F940E6-BF3A-4E95-80C8-DFB655904DF8}"/>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08F43B37-A26B-49C0-9507-4E125F8AC3B7}"/>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8A27BAA3-D322-45B7-9A20-F54B8EC1ACB2}"/>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7552DC38-33BD-4372-85A3-A9E7F0906C9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28A4158A-FDFD-473C-8277-BEBDE37D16A7}"/>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8B1A8C08-CC6E-4959-884B-D037ABFEC367}"/>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A2DC2966-ADF4-4CAC-964E-C314308C5C30}"/>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9BC99968-89C4-4875-A3E5-F505F65FB0D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15D09E4F-FA53-41C1-A412-15B0951ED9B1}"/>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394F7218-C783-4E83-AC74-80B4F0DCEEC3}"/>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7202F36-876E-4164-A92E-D502F2AD052B}"/>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6B20E8A-269E-480A-85D0-7E94713FBDF6}"/>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ABE1C9E4-F5F2-461E-A73A-785B6819BE3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4ECACBF4-EF58-4C38-AD55-D157C8CBE9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3671000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B6A6441-6382-4750-A731-64002FD616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7A3B1569-5F9A-4435-B1C7-13F4C797BC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81E98D03-1EA8-4D1B-A71E-A167D8458D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BEB3B0C2-2AC3-495A-8934-A347903CDF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BA6AD270-DFFC-4003-854F-13BA8E3357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77BF006-4FAA-46CE-BD75-44EAC5775B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2F233EED-BE49-4FA1-A5D8-9ECB2EA32299}"/>
              </a:ext>
            </a:extLst>
          </p:cNvPr>
          <p:cNvPicPr>
            <a:picLocks xmlns:a="http://schemas.openxmlformats.org/drawingml/2006/main" noChangeAspect="1"/>
          </p:cNvPicPr>
          <p:nvPr/>
        </p:nvPicPr>
        <p:blipFill>
          <a:blip xmlns:r="http://schemas.openxmlformats.org/officeDocument/2006/relationships" xmlns:a="http://schemas.openxmlformats.org/drawingml/2006/main" r:embed="Re290b1b58eca4a40"/>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3E246BA-178C-41D2-83A2-2C0ACACE3F8C}"/>
              </a:ext>
            </a:extLst>
          </p:cNvPr>
          <p:cNvPicPr>
            <a:picLocks xmlns:a="http://schemas.openxmlformats.org/drawingml/2006/main" noChangeAspect="1"/>
          </p:cNvPicPr>
          <p:nvPr/>
        </p:nvPicPr>
        <p:blipFill>
          <a:blip xmlns:r="http://schemas.openxmlformats.org/officeDocument/2006/relationships" xmlns:a="http://schemas.openxmlformats.org/drawingml/2006/main" r:embed="R2bad61f14efa4845"/>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95D0E04-5440-4325-9902-47AC1A6B5E0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2A96C5CC-4B86-4530-ADED-D365E5699AB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6E62582A-1370-4919-A687-B3F37542FA3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FF6F1B56-C86B-4993-BFC7-706E37ED1D7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14A3E7C-7597-4245-87C3-0FD63D0AEB47}"/>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97A9A9DA-C9CE-4D82-87A2-08FA415826A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F2CD9361-AA2D-4ACD-B396-2EF8E298D5AC}"/>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AC2751F2-E901-4469-909F-68337D98FB2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645B0EC-FA6E-48E3-AC6D-FC341C0C3F7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352BF49-4415-4D3A-AE12-878AC08784D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DAE593AB-8A75-411C-93BA-1B85337E4EA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593186F-055C-4DF6-93DD-3053F82C472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862C764F-2AD4-4EE0-ACBC-E1EDFCA16CF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D850F388-2049-4431-8DED-0A803089C1E5}"/>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98CEB2DF-B8F6-4961-9591-055F13CB4E08}"/>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37F1A503-116A-4EA9-ABA7-44C184CF474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69E27E3F-2C13-404C-B32C-E5EAEF87D97C}"/>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E6B71AC3-EB9F-4C8B-AF7C-877901894C30}"/>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25288CA-4182-4A54-8537-5871918724E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5817CCE5-C6B2-431B-A3C0-5216C958FFB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52EFD34-C6B5-4998-AE9E-50CFE8C514BE}"/>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BA225DB2-02F0-4D10-8050-7A6249F2E1C5}"/>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C2F7BB8F-6B67-4B38-8BB9-E5E9D78B40A6}"/>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BD38CEA-D12B-485B-A2C8-CA0221CB703F}"/>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0093BD6B-B09F-4CB5-BE53-A87FC5BF112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EE427156-6102-471F-B8DE-7C782F3A26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3368260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8E6049ED-55E5-442F-A6A6-6251620EA2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377E069-20A6-4542-ACC2-2AABB5FE30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FB7BDF1C-91E6-4C3C-B764-00FF392B1D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A598139F-66AB-4BE7-B091-9C04C6D560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60EDC8F3-F160-4C14-BABE-692334713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14F6FE6-6DB0-4846-91FE-924D3720FC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252EF996-3E94-48DA-AEC1-77C35780FB53}"/>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C809CDC7-D471-46AE-9451-A50CEF0EE0C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49303D6F-AA23-43B2-BA96-73BCCADDB55C}"/>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1E7D5144-641F-466F-B442-B9762D26B1F4}"/>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C38A70F9-C8C1-4E13-9E1F-FA78E07511B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B8E2210-2E42-4FE9-9B3F-A692DE2816E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FDBCB335-CA8E-4CEF-961B-C4F196F0DF6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0C522A17-3165-4A4D-BD3E-C8F47569BEE6}"/>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DC73719-6A53-4914-9849-1BBB78A8E4A3}"/>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5FCEC9F0-86DB-4E20-AA6F-E64061B295AD}"/>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BDDF471-C00D-4C26-B197-8388CC0AB80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5401D96-C02B-4058-8758-8ED4628E804C}"/>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CCECCE3B-443F-41E5-9F31-58B20409908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E73E7A3-614B-40B3-9693-D0B5179C8360}"/>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29D4581-9565-4A3E-881C-82ED696C093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884F02C-A3E1-4AB9-99F9-86006B6F5DC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F37755CB-EA06-403B-93AD-E7451D61EF2C}"/>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78B8B0BA-73F9-40C1-B888-77F4CCA797B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366A135-27DE-413F-B283-43F4FF73A57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DF799D0-3A98-40A7-8747-A89CC3B8011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A829F31-78E1-46F2-94CC-92FE77DBF961}"/>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38229B4F-0716-49C9-A8C6-27AB6C7281EA}"/>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B07228F-0F9D-4348-B053-3B0FAF86704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9DC694E6-A865-47E3-A643-CCE7C33444A0}"/>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E55B9B1-375D-4AAA-8C2C-D95FC87E03E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8648662-CF99-4CBC-8C74-C1106E48C102}"/>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B1901E9A-4C92-44C1-A964-2C688B7F4069}"/>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0D47A8E8-E7AE-4E90-B736-6BA75D4FF99D}"/>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8636AF5-0F84-4595-B099-46B41522D3F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BD63EBB-EF13-4E39-98AD-51FB17A6225D}"/>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D372FDD0-4289-4873-A856-BB614AE700F0}"/>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39FDE90C-BF35-4367-A3CB-BA4719BE9BF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3D8B1A34-C9A5-45A4-847F-1C57FBD9047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336ABE1B-75C2-4F98-8917-57C8F155D6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9841459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8C6DE5D-C461-422B-AECD-E69FAEEF97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89F2FB6F-6397-47CB-8467-780C1DA6E6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BE1B3ED7-8E0B-44B2-B01F-318CE4D588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01A7C98-8EFF-439E-B41F-82FD568533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DCA8A462-19E5-4D67-AAF8-6D315C8C8B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0CEA484F-5FF3-4794-A3CB-C377B403F4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C37B115E-7258-498C-BF82-0DF04D5AF72F}"/>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E9182101-18C3-4151-A1D1-3BF58AB24F8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858E08A5-1B4A-4BEB-810D-18F40A615F2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69ABAFE-303C-4D78-AD71-966C6B1C7B22}"/>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6C02C7-4070-4A75-9A5B-8238F47BDE0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B20796A-2515-488C-91D5-16CE28706AD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A4FC6E6-6748-4167-86F9-2BF8D7ED042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C67E98E-5090-4CE9-8E97-D1243169C092}"/>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473CBF7E-63A3-4B8E-9D48-CD6BD18DADD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AC20DA81-5463-4527-9A2C-32F337ECC2B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CB9EAA6D-C276-4B71-908F-7597A2420BD7}"/>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E1A5E4A-8812-4CE4-A452-513D4E6957E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104683D-2DF0-4353-A093-746FE60B7F5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1FD747BF-6803-4146-9DD1-025B2483B41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C0803A38-220F-4709-9F26-4C7969FD925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47BB0FF5-DC79-4F2B-A6B0-B64A7799A122}"/>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E598D7F5-A0A7-4BED-BA56-39D20321A7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715670"/>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CFE74AE-1D5C-4167-9204-1B85DD7357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2A18F81-F4E1-4EE1-B486-A458523D74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F1BDF4EC-1347-4A01-A555-D2C62235BE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09A8A097-B85F-4223-8ADF-2A730E8774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BAE4CA5B-F158-40F4-AF65-780A139208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881FBB87-24B4-4FEF-9D9F-D21B53C852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8B2EF09D-3241-4FF0-8D04-E077622D5229}"/>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C486DB46-86D9-463A-A3D9-CCF0D552C112}"/>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000BBC1-80CF-43DD-B8F5-D37DE5D9CA44}"/>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C8E0A135-BED8-48A9-9B50-35BAED8D86DB}"/>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AADE3360-0248-4C21-AD41-746DDB7EA7D0}"/>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259F3FD-57AB-40A4-B4B8-04A958E2869D}"/>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73666B72-1388-432F-BF0D-75C5B92A88F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0B58467-13CC-44B3-96CB-C24790C9A474}"/>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56A8E62-A742-40CB-B940-DDC356B6AF9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2B8F0ED-2FBC-426F-9945-B26C59970E39}"/>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C020D339-3821-4DA9-843A-E7640531D209}"/>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8D991EDD-604B-49AC-ADFF-043761B76A8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9D430E71-07A7-45D1-97EC-1D736056BEF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9174B158-1F9A-4D2D-8539-EF2EF54774D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ECD04ECB-3848-4F96-B279-BC1908DB65A2}"/>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4B8AB322-74E9-4E30-BA35-A2A3BDABBD42}"/>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8045FFB-AD90-4A7F-937B-7F414A2B95C2}"/>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E3B73C1-6F30-4238-9E44-6DB501985B4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B4FA3942-E554-4018-9B7A-37495FDAFE3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B8E7EE2-7F02-42FD-ABD4-1F02DF64CD7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31C0668A-9F44-4FC0-BB97-E2D824EB54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75093457"/>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2C0A7AF-E69C-4DC5-B022-61E645B7A6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13CFAD4A-58E2-4505-86F5-182341F318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BC4134B3-5D3A-4D6E-9335-2CE9AFE660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205BF732-670A-459D-A80C-D143140960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CFC51EA3-19A3-4AE4-9FE5-9729813B42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0930AB0-3651-4926-BA60-124E3BE714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BB240E4A-FB89-4562-84B5-1DAF7EAB80DE}"/>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3EB20EB-27C5-4BF9-8698-DBA582CBBE5C}"/>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0B4FF6BA-1C47-4008-A126-8550AE5975BC}"/>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79472A61-2EE4-483B-8065-AF111E9C7F82}"/>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D30E5FC-6494-4D6C-8CF4-8B7AC7A3D776}"/>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285B5B3-F0BB-4417-8A2E-252C074D37E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4EC62BB-A386-4E5A-8729-35BDC1D8B53B}"/>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69753D83-3432-4D91-86CC-66C30726FB4C}"/>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6A135113-BF65-4542-B036-E0FDBB96713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56BD24FF-98E8-4C5B-84BE-D0829C12042D}"/>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4EED850-F50F-45D7-AF33-1F619C5DA3E6}"/>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CDE498EC-5C46-477D-A145-6598CFF6B5B4}"/>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17C37E8-CFC5-480E-AD93-A8CD563B9A6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674CC4B7-222B-43DD-B52A-4A2C73B9162A}"/>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805DE492-A95E-463A-978A-7CEA3E30CACE}"/>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90A6C255-F7BA-4D80-AE22-F72D8D41BA8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F6E7D76D-5110-425A-AFBF-51D786B994FB}"/>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3D564466-BFBB-404E-AAA0-5E913DE0AFFA}"/>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0FE5AB-89C4-4550-A390-A199C59E097B}"/>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CE3EC4DC-D1FB-46ED-AC2B-810AC7A125A3}"/>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CCDA3F6B-94FD-4429-990E-AA6EFA29913F}"/>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823C39D-310E-4CDA-9BCF-7EFFA6A4CAF1}"/>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8ADBEA9C-60AD-4F8B-9343-5E773B1B8952}"/>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90E04A55-CA88-4AD5-B9B6-376C9910A094}"/>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952030A-A90A-472C-A87F-D6034413B1C8}"/>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9AE38483-C26E-4359-8805-5154490EFB4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E33E22FE-46AB-4F3D-8372-04853427CD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975766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87CB57BD-635C-47F2-8B42-62BCBD29A1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765DB6D-89C3-47F8-B5C3-5981A4FA5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00EC00AD-29D4-415E-BF2D-9C35F07915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C20A04A-3F62-4BDC-8CF4-84B0B35B1A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863AD2EB-BA8C-4578-980F-8C7D6CAAC7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7AC4510-4330-4251-BA23-D416E93363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B6D8A97C-9965-4EC0-B502-C65B12CEA0C1}"/>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AC244FFF-3666-42A6-9F25-7FF84BBBDE9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D0312653-8A1C-45AC-BF97-BE918E016143}"/>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BDBB8E1-AFD6-40DC-833C-98300105A2ED}"/>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1135EF1-E233-49EB-A880-85E42FF3AD1E}"/>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C94DB61C-61F0-4308-8D9E-9095C37F7B8F}"/>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720E6929-63FB-4DCE-8801-E7567C51F491}"/>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8787B8B9-1B8F-431D-A678-51D3279574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09623032"/>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1C0F7FB0-FD47-4F53-BAD1-CBA6340E53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55518B8E-1927-47D4-8535-DA8C7DE44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383D9DFB-DA73-4D43-B122-58088A2E44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2500FF1-1F08-44E9-B524-2E98CEE1CD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92D851BE-6103-48A3-857D-5F21A5AE42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A9BE9F3F-0F12-472A-B58B-E5B7A47EE8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95B1D949-D9C2-4921-B316-B72607AE4084}"/>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5FA430B5-E162-4479-8C0E-12E7CC2B79F4}"/>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9EA6E5EB-3C43-457E-A876-EEAD968787F3}"/>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64CBCA24-B608-4E0B-9C69-390AE8E7A23F}"/>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35A40A50-3924-440F-81CB-22A0FA5AFAAA}"/>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04CFAEF4-0A77-4105-9D06-4D0FBEB76535}"/>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D84BD043-B742-4658-A2C2-02C55407418E}"/>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10BA3134-943D-4B5A-9F6B-0067565832E4}"/>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48BF7F86-24D5-48B7-8DFC-5D4DD7DB1A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0569646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CA035936-9847-4C97-A93A-F4BD739135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CBE9D6EA-339E-477B-8C94-E92927CF6A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1AB944F3-22DE-40E6-9F0C-641B055C31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3732DE35-D926-4F9A-8EFE-CC8A2AA64B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25ED4272-F61F-4F71-99C2-59CBBC29CC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8CAD090D-D980-43F5-B5CC-410352CE0C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56B9D4E5-5CF8-45B9-BF03-732F1E96248A}"/>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E54D4A7B-5EC0-46A4-B27B-A17C1377F0F8}"/>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6CF5A0E9-812C-4E3C-B807-55B25112E6DA}"/>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FA71C09E-1E97-4F72-84F8-C5326B75056E}"/>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EDD80A15-B62D-4F9A-A503-7B18D08F093F}"/>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C9EAE830-C8F2-4DB8-9061-920F87745FDB}"/>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EB61314F-721D-4EC3-A4B6-7E581EFD96F8}"/>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F0800F2D-9788-48DF-A57C-795BAA6E343C}"/>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48FD9233-E9AC-439D-967F-8F6063600DFF}"/>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B5FD7313-C8D6-4D6B-B072-BEAD375971A6}"/>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36BD9F40-1F84-4184-985D-C508BB62828B}"/>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9CCFABEE-F717-4E00-A660-E1AD8AD282FA}"/>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F4B23937-DAB6-4C1A-BB61-2B792A846DA1}"/>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AFB60293-6D08-4B85-843B-8490ED8A7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47509595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49433905-866F-4CC5-842D-497E5F71D1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2C025B74-8106-42FF-BE18-3FBD1FAE80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57E264DE-1CB4-4D8F-8587-19B6C90316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2821E8C1-80DF-4C66-8192-DDDBAB9BBE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E1B6D2C4-28DD-443D-9B12-431A150B2E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EF43534-F3A2-4C65-ADB7-05B521A97B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AF0B9DB5-51F8-4BF6-8F0D-39190FAFBBFF}"/>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ED81D7CE-FC7D-42E4-9491-889929E866F4}"/>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AA856C9D-C4CD-4FBC-B4DA-E80B01749ECF}"/>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7B67B4A9-111A-4F90-9193-894958C03FE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d10d55c02f774c0d"/>
          </a:graphicData>
        </a:graphic>
      </p:graphicFrame>
      <p:sp>
        <p:nvSpPr>
          <p:cNvPr id="11" name="">
            <a:extLst xmlns:a="http://schemas.openxmlformats.org/drawingml/2006/main">
              <a:ext uri="{FF2B5EF4-FFF2-40B4-BE49-F238E27FC236}">
                <a16:creationId xmlns:a16="http://schemas.microsoft.com/office/drawing/2014/main" id="{57D76E11-FA07-455D-BA16-BAB251E506EB}"/>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280C5357-69CE-4875-8B1B-ACF11C43889C}"/>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3583884-90A4-4776-B48A-5A9640ACBB81}"/>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562E3E43-3CA6-44E0-AF0F-95B4EE048619}"/>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9796D75A-E42F-4979-800C-1D9CF1442A18}"/>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02FCF308-6B3E-46C8-AE2B-FDB93EBA92EA}"/>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EA8BCDFF-1288-4767-9183-5F2AAE117152}"/>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19C24FC-274B-4AF0-9112-4D3D4007B95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E171AB37-3498-4476-AC2C-A72D12B9F20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00D4A677-4D78-487B-9F2F-1E64DC871C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3608939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0297D336-F65C-4E04-9D54-951223AE7C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14EE0061-055D-4C64-BE82-80A8FA0B93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A1C764F9-0FE5-4928-BC12-28013BE831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9E834406-D523-40EC-9C12-9BC46160D4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6DEAD38B-E53F-4437-A64C-EEC57C4DC0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60DE4B07-D314-4DF0-BBA3-1678041885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B57BAD91-FFEF-480C-B32C-7204E7AF4B70}"/>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DDF354A6-7915-4864-9813-51704BC831D5}"/>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A3BC43DA-04BF-4FCC-BDCC-37C54F7FBCF5}"/>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59A74720-3A87-417A-93F6-985192684CBF}"/>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94D86937-5AA8-4C3E-857A-37F1FEB2C4FA}"/>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5AA3F5A9-2EC7-4DF1-9D09-8C420E29C9BA}"/>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1AB491CC-CF13-4F53-8CF5-F2FD16735F10}"/>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3410939B-5D0C-4062-A7BC-BA95962F67B7}"/>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0C87E0DF-FA9D-481E-B8CC-C68D6E6D2A72}"/>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A4F891F1-A3D5-4BA7-A18A-2D7E2661B8F0}"/>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237A6349-A595-4482-A015-52116C6FA920}"/>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D92CF3F-096D-4FDC-9CAD-E837B362002D}"/>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9123494-E8E0-4B17-A24E-BC71F81AFFCE}"/>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0AD52E-3325-4430-AAE2-DC4D2352A481}"/>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90FE8C31-AEEA-4F9C-BC75-89AA897917EA}"/>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66F242AE-FB72-4A68-8A89-4312F6CF3F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287160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213BB387-5117-4EA1-A735-2422E2BF46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0B33FCFC-F572-486F-A652-ED3C989C67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FF5F446A-D8A0-4E30-B2CE-E6BCAEFA55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1E76F458-4BB5-432F-9692-D994390151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95618626-549F-4A97-A888-5E429C7513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B84CC7ED-046A-46C3-B640-3C9153548A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EC638DB9-9D20-47AE-B719-9CC6A715B881}"/>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4601079A-7A4C-42CB-A44A-D76BCFF911C1}"/>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531E950C-5EB8-44B3-8412-F9DB2DB993E2}"/>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21EA440C-C81B-4A9E-983E-7576B9D7AC13}"/>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B31C07-8C25-4FA9-87DB-3CA2A536D23E}"/>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A5DBB618-8552-405D-A2EA-FC1DFDE05F29}"/>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06A43465-4D2A-48CB-88F3-FF9252B6F751}"/>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ACF68D4F-6799-4669-A0B9-1865EBAAE2E0}"/>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13D58C-ACEA-4F28-BA57-78485328F278}"/>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08042CC5-4A74-4F17-B0A6-05260331D7D5}"/>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179B2CC8-A3F8-4BB4-8333-8E03ED8D5955}"/>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8BE1AFD1-3A61-4627-9032-50FDEF9BB279}"/>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C9A07FE6-2A75-495A-AFDC-EBA2338E41F8}"/>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84FB553C-3801-4EFB-BDF2-2A77F371D9ED}"/>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8C0508EE-D10B-403B-A911-5B7023723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093227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1F778EF1-B093-4766-80D1-A3D65A517C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9BAC549F-FC51-4064-8CBB-760DD180B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7D21B4BD-2EC1-4B5C-AC57-72C38B873B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A25EAC62-51ED-45BE-AAA6-536C811EFC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F3B5622C-3833-42E3-808A-4CFD94289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8DDC6778-C6D0-4B92-9EFF-1823513EAC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33DC8F4B-43F0-456B-A295-A23CA8B6F89D}"/>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7D61DE46-548C-4C42-93EB-FC96744A5886}"/>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9226D736-AB6C-4F5E-893A-043601E8EA68}"/>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870872B9-BF4E-4A9A-A3BD-2224C165D23F}"/>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56C828FB-08AF-49FA-B837-92FFE6D68783}"/>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398DFC-AE8D-4C34-81DD-C1699C6AD7AB}"/>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65D00293-4748-42C2-88EA-BFAC1BD5D466}"/>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F42B58F1-5450-4F73-8D0A-AF4F51F482F3}"/>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A910C2DA-F8C2-4A1A-8223-CEA4518BED81}"/>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98E50DD-FDE9-4205-94A6-F9145BFE84CC}"/>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B26C8C1F-F0F0-4FAB-B234-F10E67670E96}"/>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ED96AB2F-3D3D-4A12-B8B9-703237D7A205}"/>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398FCC59-03E9-4594-83AB-DE04B136AD10}"/>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D0434E6F-983B-4D47-8E1D-327D489F576E}"/>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DDDB4E38-139E-4FF8-A8DD-1F3911AF7D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754346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1C631B26-8449-4E19-90DF-706EB7E446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B61C3C18-A06C-46BA-957D-F619D90B32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7F63EC65-9129-4A6E-BE4B-DCDDF58A92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1641F2CB-2511-465E-A2A8-049745046B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A4140735-781B-4EB6-9A78-516024A1E2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D1B64D68-8AC7-43BE-9702-6F0986E0F9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7DF550EF-F7CE-4B81-9E81-992CE0E160F3}"/>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2EC75FF4-7798-40E1-BDEC-84C3FD0DAE51}"/>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AFF3FE3E-CAD8-4008-94D2-FC8E377843E4}"/>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21B3AB32-0254-439D-AE96-45F62FB48CB9}"/>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CF55E43B-3B90-47EF-9A49-EB8736105E22}"/>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8F533E19-75B6-458B-B4F4-D2B74402D834}"/>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D49F2642-D619-44F7-8DD1-F00675EC75CA}"/>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86425218-36A9-4B0D-8B23-8D50A3D6E5C7}"/>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69EA2246-E889-4FC3-AA40-7B69D7CE3043}"/>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EAC3FA03-90E0-4957-97FA-AD4533D0A6C9}"/>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FE250270-73A7-4719-92E8-5AEA23B2F4D9}"/>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AF4DEDC9-929A-4596-8132-23BC51C20EED}"/>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F9026DCE-5FE8-4EBB-8680-4C9125CA52E3}"/>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D41AC60E-090E-458C-9385-F29D152C341A}"/>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7FBED2E8-B68C-4334-B898-7A483F1F9522}"/>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CC6BDB16-B286-4A1B-866C-5E6E20EC61AF}"/>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2E9CBD05-87EE-49A3-BF31-A4B63A651EF8}"/>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2931CA39-1C4A-45DF-932B-4E5C571560C4}"/>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CA39B630-C17F-40FD-A669-0F90CADBEA5A}"/>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13D851C1-7FDD-4CD8-AF16-3D20FEDDB993}"/>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23641EAB-DEC5-4F04-8516-4F15A9676A16}"/>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044EF0BB-AF14-4FEE-BE80-6D7F34948C6B}"/>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9E8DE59D-11F8-4933-A616-0F7362E8A093}"/>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E09BB1CF-EFB4-484D-8801-0B28183414C1}"/>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18DC26D2-CA20-47C6-81D7-6A260BB62509}"/>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0459260F-DE9C-4D08-A605-B40FDCEE18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85087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A26F691F-D9FB-4A11-897E-2E16287E3F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12B259E0-E221-4FF0-B73F-67C3E931DB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D5C347FB-7FC5-4DEC-9C82-A71E03F811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39A029E8-FA61-4B16-BEC9-C976051673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FCC1F34C-6574-4695-9FE5-771D1A685F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81720B0C-DFCF-456F-9192-DB9342F12A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AC0502C7-5016-45D9-ABDA-929196A5BB34}"/>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74CD052E-E9BF-4EE5-8F85-9BCB4F901D9F}"/>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50CA4BC0-B3AA-4055-914D-EEE72A134751}"/>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E74D27AC-14CE-477F-8BA8-074DC3254FB9}"/>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F7B8D978-4DE1-421E-AA4E-D125966E7023}"/>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0D8A0F57-549A-43CB-BA08-A0FA8ECEB798}"/>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27F05DF7-B862-408A-B92B-355DB0B28098}"/>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08FD933C-A2AC-48A8-B2B3-17D74920877E}"/>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C8A96268-F9EB-4AB6-A62A-DC7B08472936}"/>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8D993C1C-785E-4BC6-87F1-5D0F00268CF2}"/>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97D23DA6-1B28-413A-ADF8-A89905360C02}"/>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443D0ECD-A965-4C3D-8415-45EB3910FD57}"/>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DE7B991C-8638-4DD3-A34F-68FA9267DD05}"/>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13CC6BE7-8741-44D7-885D-A3024E7B17A1}"/>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33A4341E-F9B3-4033-B325-702C16CF055F}"/>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C5BD0B8B-A10D-4ABA-AA9C-07C59EC9E02A}"/>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DC4B49AB-A20C-45D0-9220-8D60CCDDF899}"/>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7D55CB8E-28BE-462E-AF56-312557A4E8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0201067"/>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CF7394A6-26DA-490A-AA6F-E52039BBE0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7900050E-A7F3-466B-8160-F453F88C17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223734CC-BDBE-46CE-AE42-16E96B0B37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F3F1E0DE-9269-4323-BFA8-CE85FD079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16DD6589-4E60-44A1-9BFF-DC1D7DA132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076C068C-B09E-4DE8-A43E-6D10001914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3ED4DBCE-A16C-4A5C-8840-CE99F2AC96E2}"/>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B009822A-5AAE-4C43-A02A-234F9C23A395}"/>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52C73D67-D9D6-49D0-8E4F-26BBA2544701}"/>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7D0D796F-4344-4481-A31B-8D69FB8611B3}"/>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AE42E0D8-32FD-4E9F-9DED-BE921092819D}"/>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80922E72-4F43-4C7A-9639-AD64F1B3EB12}"/>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61A3EF-76FF-4BE7-8EA3-C782CB4DC7CE}"/>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954468B4-DF70-4019-9B90-81D04D79DFE6}"/>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5C688DC6-FDEF-4571-A3A9-6CCF593951DD}"/>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92DB5CC3-E38B-4DCA-BBFA-9F9323536D44}"/>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C09C30-5AB5-4E64-8652-459B7D87EF04}"/>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FD0DA066-8A28-4505-B1D8-8F29EB332730}"/>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143D70BC-9ABA-47D5-9AAE-EE3F42ABC7DF}"/>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BED88A0D-F817-4039-B92C-3830208C5B80}"/>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3905047B-6652-4392-89F3-AF53FD5D9EC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EFAF47EE-5C43-4BC7-AB3A-70639CDE45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993861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D8DE1336-C8F7-43EC-B45F-BB6D004135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084C6745-BDC5-4DBA-A523-3C77A4B949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D048853B-6C4A-48CC-8572-51AAB99EDA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21C37F0D-0E82-4C35-8E49-167501E1D5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4DE4387-A32F-4DC2-B9F6-26B75FCF919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A19AEF83-2BFC-4349-B2AD-A707D8752C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05059D65-22E5-4811-9224-3628CD610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FD80EA2C-F7CC-406F-9C3A-99B7AF139EED}"/>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112336E4-DD3B-4BC9-92C6-3E2945D54169}"/>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4042A9BA-CA57-4B28-9D2D-1DABD981F259}"/>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6CA02F34-E3DD-42F9-BC47-A86D1C0C0057}"/>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D8A9D473-A65D-4E38-AF34-43036EC2041E}"/>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0798934B-3576-47D8-9F5F-82DFDF0F0D03}"/>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92A9442E-8A68-43EB-963E-6F2760012BC2}"/>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11EC9481-B766-4254-82EE-E5B9EB6B64FD}"/>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D4B410FD-0310-400F-91C6-F7FE4EBB5961}"/>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CF4A1DCA-F07C-415B-B319-B1A24508D9A4}"/>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94829756-F0D2-4558-B668-0516FC717E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93321380"/>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85923A9B-119F-4340-92A6-91E12942E5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D05CB6C3-AAEC-4C0D-A702-F9F74F82A8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3F53119A-22D3-4CD3-9BDE-9F57349C8A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F2D3634E-CD3A-413B-9CBA-7FA535A015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03B84A37-990C-4B80-BC6E-E41C0D1BF6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34CDA59F-3886-4A34-8457-BAF454EAF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37127E8B-3AA3-4EC3-9A47-B579959B2349}"/>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8213FDB8-AE68-4604-94DF-76DC34E3F154}"/>
              </a:ext>
            </a:extLst>
          </p:cNvPr>
          <p:cNvPicPr>
            <a:picLocks xmlns:a="http://schemas.openxmlformats.org/drawingml/2006/main" noChangeAspect="1"/>
          </p:cNvPicPr>
          <p:nvPr/>
        </p:nvPicPr>
        <p:blipFill>
          <a:blip xmlns:r="http://schemas.openxmlformats.org/officeDocument/2006/relationships" xmlns:a="http://schemas.openxmlformats.org/drawingml/2006/main" r:embed="R0c9a02b039b34634"/>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9BF8740-C03D-48D7-8D3B-A51FD124BDF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585BDD2C-CF22-4731-9166-3A825066E6BC}"/>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7C851B80-3F3A-43D3-A9D1-3817795813AD}"/>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8A7268F-5BB5-41D0-BFA8-112466FDE543}"/>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A51FEF67-4B63-4C83-AE0B-753569A507B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8F4DDDEF-B4C3-40FD-AB31-7471EF73FFC8}"/>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2482E279-D8AA-4390-BA63-CF1B3A98BA0A}"/>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E200E267-63AB-4FC0-8466-3B4CA2E7E3F5}"/>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CFFC8F20-1ED5-4847-8B0A-EBBF5AB05E5E}"/>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9FC54E4D-9980-4E58-82E6-E799BFC48934}"/>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216652A0-CD29-41ED-9A27-C294D692D80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F167BFE3-5787-45C0-A00B-5FDF102C1859}"/>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FE759150-5FA0-4EFB-8868-7A72571D907A}"/>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DB45D8C3-2544-45B0-BF39-50B2BD972B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080497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8C39628A-1F50-4BC0-BA28-F4EFC39F68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369F69A8-83D0-4EEE-A8D3-F4BE6EB1F8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CBEEFF30-09D3-40AC-8289-6991522B60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EA6719AF-E053-4679-993B-67971AF3C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735FA812-BAB1-4959-A074-58625A2E8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EAF00F1B-49F1-4BD2-98C5-2971B050B8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2254E25B-DF08-4932-8983-60D1456DC06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111A62E9-F4AA-4082-BEBF-F265BFB6D3D5}"/>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227FB7F0-9BF1-4282-9B96-0E9C60460EA5}"/>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413A61EA-8693-4E5A-B297-DD25C3587CC8}"/>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209412A8-864E-4E76-9F8A-C93B694078F0}"/>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DBA67869-7492-4DB4-9D81-F5DFD4759377}"/>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30315188-2BA9-4353-892D-CFECB24D9A18}"/>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45397BA3-41D8-471F-B785-4E2EB8531254}"/>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578C4BA-2EF4-4703-B255-5CA962B3AF06}"/>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65555ADE-EA11-413E-9F33-28102A5C6A80}"/>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0F8B6256-07D3-4512-9D04-5649DD0CFA8E}"/>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5505071-0A1A-4073-8362-3143B35AD049}"/>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A6C9EFC7-D5D8-4805-93CC-3EAD6E1F48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6486648"/>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8012DC1D-04EC-453E-B51F-E98C9A97A3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78F2A397-49D1-42B5-879D-AA87AAA19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3A471A96-FA8B-4389-B8FE-F77F794A58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0853DD4D-6D84-4A3F-846D-D57D72AB40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7857C68E-1B58-429C-A8CD-18813DC6C2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14244122-9927-4E7C-A7BA-D335240E4E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1D5AD341-07B2-44AC-B945-267FB02553C7}"/>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DADB48EC-00AA-4148-87FD-DC6952F694C8}"/>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6122E345-55A2-4CF7-8AAB-A95B0A883A7B}"/>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80995F9B-14A6-4843-989A-1C9EAF33F47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740902A8-3266-439B-B608-345DB53C2A49}"/>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B26E6B01-A318-46B4-B11E-07DCE67A9C8C}"/>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FAD4B7B7-A32B-44B2-B5E5-BF1F00C695F2}"/>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8058F000-CF8D-4D18-86F3-99C3AC84D9A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0F58A07B-B59F-4E0D-903F-8004851B9E7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B580FD29-9BEE-41E5-ADAC-EB4DF770DB7F}"/>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E2BE7AB4-906B-40A0-B1F6-569449B39283}"/>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40B30645-EE86-4ACF-9817-D9F8F04057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6184564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F2F65ED9-6302-44B8-8A70-0B76BF4C32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6FAA355A-08BB-4125-9567-0F4B055019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2F72143A-C416-4030-AD14-993568A623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9BCD8CAD-B3AC-4B0B-B7E4-FB267F51C2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80C0EEB3-0A4D-4D13-BC60-20C4FCAD00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AA3BAF33-70A7-44F7-AB8A-73F9FBD567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6BF95197-541F-4013-A8FA-90FB27029B53}"/>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A24EEB8A-B36A-487F-AB00-F38763DF039C}"/>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863C46D2-122F-412C-B134-00ED52CA9333}"/>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BEEC10AA-B29B-444E-8119-88E5D512F63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C32A3F7-D85D-4BB3-B940-994DE392BE06}"/>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E107B52E-B71F-4D1C-8C29-17680B2211A4}"/>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05766ECB-BB47-461A-90CE-2D155611D42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4790B48D-3F17-4245-A4E5-19CFC0BD0970}"/>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747501A-1C12-47FD-9054-810E5615A5A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AF650A8-6984-40DC-8F1B-642AC037CC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3043053"/>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3AF7E1D-469C-4A49-A997-632B0475531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4D321C46-E5AA-4D28-9D36-184AAFC6DEB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FBD8368B-7871-43B7-B431-86220038C1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3A973B9D-916D-45F8-BBFD-50799B29F57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2EFC0E7-1B4C-4C58-A281-08FC1E4605A8}"/>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BBA2F5B-21F7-43A3-B42B-30C9AB57C32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9CF9086B-FCFF-49B1-A2D6-8089DE918C2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43778D1B-1A49-4618-AFC4-C3AD37A3BFF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2913794D-420A-47FE-96F2-DFDA114BD550}"/>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E82FE0F-EE5A-4D12-92AD-2853546CAA97}"/>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D4F16C6-A958-43A9-8A93-71A7CDD8AE0F}"/>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FF0B537D-BECE-4FFF-9EA5-684F834D5F2D}"/>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D18D874F-CD83-412B-987E-B8E10F0B7F5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21A8B5E-ADF4-460B-B154-1B391DB390A7}"/>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05647B73-7285-4E8D-BE1D-6E0473B903E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1760284B-DED6-42F1-BBED-49D1B07E2414}"/>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AEDD6B2D-4AA3-489D-815B-2988827D2A01}"/>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6DD975F-3D8C-461C-8BF5-5302E141631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0499D44C-8524-4768-9524-0D3D5587375B}"/>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1AAC8EA-89CE-42DF-AC57-9DCBBF89B6E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79D158D-338B-451E-B7D4-7450CD4D33AB}"/>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7809787-86B9-4E21-A525-771691102BD5}"/>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4A9F44C-330E-4A50-B336-6CACB8B4E9B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9AB04F31-469C-4AE0-9253-608420797EC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70AAB1A3-E9E1-4996-B4E2-AB37A3ED6C81}"/>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C50B35E-1F90-486D-BBA9-49614E2E15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AAC6084-48F4-498D-8E97-24A65E0FFB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1EF2C748-F26A-4CD5-B86F-228E18144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A159200-3C82-4494-B5F9-AD1F913698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049960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CA336A34-BAB0-4F37-8DE0-1ECAB4A68B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D72C4CA7-CDCE-4EF5-94CC-77E4CC7E0B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D1D884A9-DA58-40B0-A090-3AA06634EB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A87D7CE7-3ED6-4EEB-ACE7-81C44072D1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55C0ED04-45D1-4565-B5A7-914C6D0FC2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E7CEED74-3E26-4066-8206-A08D25BE68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8EE1359-2BEA-4789-B7BA-C5D83ABB762B}"/>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82CBF98C-5CEF-4EF6-86BC-2DE1462B49E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80E63B2-5952-4C59-A72D-FD0CB23D99A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C850B04-93C0-49F7-8C4E-B10EB8BEDC23}"/>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EBE0AB7-AE89-4B7F-945B-4C352FB22AD4}"/>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FB3FB2F0-3CAB-4025-A1C6-6E2AB8CCB464}"/>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F7E1600-0814-4F36-BD68-F7B93988F812}"/>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89F71E08-B5F2-4E35-85FA-E501556BF12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6D8B7801-8BCC-43F1-9BF2-299A23E452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6341702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E0D21462-5CAE-42BD-861A-2BDCBC4166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B094270A-C313-4886-B843-65F49C7FD2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2188784F-32E6-4CEB-98A3-EB8618E83F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A7EB88ED-1264-4099-BCAB-6C2394F304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B1EC47C3-7A65-4748-8C1F-3408E9551A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1DBD2BB3-719F-49CE-AB82-AAD82FB4E0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1109471F-C3F1-4EF1-A533-5275DFB74FA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F656808F-F368-4883-8FCD-3176B7D55776}"/>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30DD07C8-0B40-4246-81D7-FA3852ADA848}"/>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E3ED1267-C50D-4AB9-B4A2-A54AB761084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0A318896-D579-4DBF-B973-C5D26D75E355}"/>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73723090-B8E7-47DD-BDEC-6803CDB09A65}"/>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6531899B-C384-4E80-8DAF-C86E6B2EADFE}"/>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673E8F4F-717E-4ED6-B008-BFB90C658D1E}"/>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98527002-044B-490F-8797-F645A592274F}"/>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3BECFB31-4E42-4984-A194-783C9C08B8A5}"/>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478B232-118E-4AA2-83B8-08A8D157D77A}"/>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1CFC8CF8-F00F-41D7-8733-F36B617DB8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142331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6349EE4C-98FC-4C76-B14F-6B27A97E7B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741B83D5-8054-48F0-98F7-2A4A25052A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F444DC27-690B-4870-A393-931C8AACE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6A7B04BB-AA8F-4CBE-B27A-0DEC5C94B2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4366091E-3DAA-4D30-BB4E-69B97AE19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11B84D9C-76AE-4FD1-8F73-72DB663A91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04E9C56-3942-47FF-BAB2-2248644CB75E}"/>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6FAA678E-FC53-4F52-AED5-6790660A443D}"/>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22ECC89D-1069-493B-BC4C-124E37281D11}"/>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5A2AF5C2-2B71-4485-A4F7-22672AAA3509}"/>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BC566900-ECBB-41BD-BC3C-20A961395AB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6BCB31FE-1022-4ED6-B77B-E7E9F629650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D824ADBB-CA45-4BC9-86F8-C474BD9053C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7CC63F61-2B58-4E07-9031-74ADA061B963}"/>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50230882-E9B0-4D54-986E-19F1B82D7B32}"/>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84FDD4BD-F379-42E6-80F9-BB27B837C3E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E836027-C11B-482B-B3FC-03E0F80E8BC4}"/>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9309A90E-B3A5-4DA6-AA0B-3CDE29E1D583}"/>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1C423BF1-8FEA-4C1E-91CC-D8EE80759D83}"/>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3B7AFA43-4065-4F63-8F9F-6E1ADB6CFE97}"/>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1F9F9EED-DB00-4D53-9BCC-4B4508A07538}"/>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7F557904-1C46-4868-8290-65075E8B28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123022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737DA59-13EF-4F38-A957-C63D8D7F54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7E8027C6-FEF0-4207-BCE4-72562257CF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CD55E90D-E4CF-4DA5-8CC3-35FA9736D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3FD66F33-60D9-4DE2-B985-730BA88BF0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BD498FFC-1808-4271-9F02-ED605C6646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8243CD41-68AB-437E-BF40-C2A888041F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7540C48-3F51-45B7-AEC4-434B922025B6}"/>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92373824-53D4-4B74-BE39-C0AD7C314664}"/>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25DD56A4-0B24-48DF-AA71-EC967FCE4C0D}"/>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E9B83D1-AA93-41C6-BCDA-DF7C6D37728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A8C32431-D177-4D75-A0CA-0C411575AE12}"/>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51F0655-C48F-4A97-9C92-2FC633BC6BAA}"/>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4AD3DDB0-91C0-4C6B-BE7E-CAF3E9C62308}"/>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5E50C795-A762-4393-B198-99E3CB5052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5592556"/>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7F9FD6EB-09DE-41DC-ABDD-DEA57B366A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5D888443-E285-4669-886B-03ED894C8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1FEA402F-3D81-48F5-855D-C0198D4C55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3907AD66-3A3D-4858-84AD-EA7A406DCC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62AB9F2B-18A4-4007-BAD7-656870E32E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CB753F73-048A-440A-AF0F-1CFB564ECA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9B10AF44-CF0D-4962-94C1-21D2601DED98}"/>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B2820B45-83D7-4043-B130-C50116304FB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1DFF5645-A4BA-463A-BEA5-4A91A9ED97C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3E4565C6-C4B9-4CE7-A054-43E1587D6161}"/>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D4877CF0-7A3E-410C-8BEF-AAB34E707908}"/>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9D76FB20-500F-4D7D-A04A-CF9F468DFF09}"/>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5CD6FFBB-FBD0-4CEC-A7E6-044035EA5988}"/>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6A5080B-213A-41BB-9234-2E4F05E590E1}"/>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B226A08-D46A-4DC3-BF73-CC67811ADA2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1DC5485A-AB87-43FA-86A3-9023790D2F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6570500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D896A06-378E-4823-BFF4-FED2EAF365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4B865EE6-0C4E-47BE-AE58-99AE8FA596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13297767-0A41-48D7-B900-A6D2896EC0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CD4E72C-D094-479B-B4D0-2A8A9EC8A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22B4108-64FA-469F-B31C-F3060980F4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AC6ED1F4-7BB4-48F0-9EEC-4548330562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CC87965-936E-42DE-B889-47D0F6C5C55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390715D-3250-485E-8AC2-AA7CC82DC4A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D1358813-AE05-4D65-8808-4291D7DC6376}"/>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8EB37AD-7D84-41DC-9D8A-D8CE14B3C06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37DC288B-D757-4208-81C9-5926EEC3E45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AE988D5F-87C0-4EC9-889E-271AFD649895}"/>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081325DF-E91A-435E-A30D-54DE5EA2542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E299FF78-961A-48B5-AF42-C442AD6747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8882994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18B6C57F-8F07-49DD-BA09-C218B07C0C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93F5D95B-DB5A-46E8-B657-40103E322F0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DF1F8BB2-5600-47E1-89E2-305374431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AAB33A85-E0FA-4B8B-A6A2-79948AA5A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2EFA5373-C3DC-4561-AA32-8191DCF1C0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737CF52-7715-4D3A-88C9-D32B572B71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BCBD6667-6F18-4A99-9481-10BCEA3DF995}"/>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D3D05996-5075-4A1D-BD13-84A47A38CFD5}"/>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BCF19EE8-CE80-4B1A-90D5-9EB8BA932775}"/>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5400AE8B-ABA6-4D79-B819-91258E8C6F84}"/>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6C033EC6-92E1-4C23-AF3A-39D4C54B1EAA}"/>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BD79424B-DC18-44E0-8EEC-4A27C794C496}"/>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D5C49D2F-27D7-4071-A7F6-189AB22C5729}"/>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E8346D57-4524-45D7-A802-CDF3785E10F7}"/>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672117B8-8574-461F-B869-238A2AA83A22}"/>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294C57A4-062E-4450-BB20-0DF385FD5C09}"/>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9113A85C-00BB-4EB9-8AB9-9ECD536E3D81}"/>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8624F19-8C16-4B3A-95E9-A03326F8700B}"/>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584926BB-0191-4439-A31C-B98707F0F5B9}"/>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8992C5F8-985B-4A1C-9F82-92DBFABF3FA0}"/>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4B639E10-839A-4739-8DC7-8E470FC827B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58900D40-B01B-4D6F-B8A1-F43654D89060}"/>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9FA50FD0-C24F-4C53-A484-988D0C88AFD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FD9369C4-C8B1-4C43-A1EE-019D536461D6}"/>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0891CD0A-3A95-4A4B-817E-F01E045D1853}"/>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4CD39FC8-D8A8-4688-8C10-27962B0EF2E8}"/>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05A956AC-D338-4E9C-9723-759F371F5E3E}"/>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EFE06354-1CF0-4799-BE38-95CE07387429}"/>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8B86CF64-CEAA-47E5-A467-B66B5586D335}"/>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DA57CD94-B41D-4113-A635-44C5B80EE89E}"/>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4AC00442-7E1E-4706-A4E5-04D5C881AA1A}"/>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A0B98971-8EC1-4CFD-A4F3-02A72D0E9177}"/>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DFAEFF08-F78C-43D4-AEF4-AE12BDDF869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CAB6638-EB53-4CC5-AEAA-D8D02E1E8D0D}"/>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F0584C93-5CF5-4016-9579-1C8B93D88649}"/>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D59D4E6B-4B14-42CE-BF99-96F23B82CE42}"/>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E63CDA35-A425-4AC5-AC54-5FDD3389E4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3875961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034C0EAB-6A78-4552-95A8-15DFB14A82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ECA1162A-82C0-421B-B972-1FB29C909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4326F474-54AE-47C3-A01C-19CE02E03EA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ED51A3DC-6151-4629-BC61-3DD27C293D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2C218F40-4EB3-404F-AD28-9A1152EC9F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6EFE6837-9D21-4286-B57B-235D4FD69B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F3EBB29-0677-4F85-B14D-20900B9504E9}"/>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D4C7A81-F8C3-457E-9612-3DEC2870B0CF}"/>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8CDC4E89-B824-41BB-8BA8-3B8B48623D08}"/>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674A96B-7D34-4095-BAD8-6858429FA3AD}"/>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D9DD7607-0CAA-4C82-9D02-B8DB3733557E}"/>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45CF5548-D36E-4F3E-89ED-413EFFD69D3D}"/>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A11C1216-BCAE-469F-9DC0-09ACAEC83414}"/>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A5558358-5F04-436B-BF26-4E18C55BD5F8}"/>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74C4CA24-AADB-42E6-B447-81A925786289}"/>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C96755B-D7F5-4A22-B24C-C1EF80726820}"/>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57419FFD-37E7-4ECD-A049-9A7F7AF900F8}"/>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6516E302-132C-4667-8163-7D417B5112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235842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4A6CEA17-7F94-40DE-8B0B-0C86E9AA20C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5E27166C-62BC-4945-A58A-C0B52D61FD5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DF5E0306-9C8E-4D9A-8C21-735FE1F794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9F6F8C5-3916-404C-8E50-0CBD924CAF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4A34729-CF3B-47A5-8E2F-7DDEF57DF9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20D5A8C1-D343-45F3-943B-C462C03FC0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16921563-866B-4604-99D6-DD9BC7B6A991}"/>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32F43315-4C4C-4790-B690-33E68540B75E}"/>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EF9D84E-EFB1-4F8A-9C06-F6D013FE816F}"/>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EFD356D8-391C-4A5F-9E78-C15FAA5A0079}"/>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7C66E0E3-CED4-4FAC-B09D-D3094D12CFC6}"/>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EC196EF2-4DF2-4B60-90F5-E266E7B0D87E}"/>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84A0DD2E-26B0-4E44-A88E-11557A9A0932}"/>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7478EDC3-A697-4CFC-8A52-3DA0F7A312EF}"/>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CDA1B2FA-A14C-44BD-B37A-3430A1B7E888}"/>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1F0B9905-45F2-4EEF-AD4C-C2063758CC05}"/>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5E8AD09-6A3E-49BA-A947-57E96CBC317E}"/>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2DDC2972-F610-4588-BFC3-1039063E3BB1}"/>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9649F746-AC09-409C-950F-D8A468D109F8}"/>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D1479424-678E-48FC-A2F7-C4C9B4B35C7B}"/>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83243F8C-3112-496A-8E6C-3C85B387927A}"/>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AE45E627-2031-43CE-A2C7-D37B0BC53D1E}"/>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32242719-E530-4224-9E13-798F07835DC2}"/>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92793012-433B-496F-BAEB-80DD26B6C235}"/>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248EFFA-3623-4364-BA60-675213225257}"/>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C689D8AD-83C8-4F31-8B1A-8B2EC3BBA418}"/>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FDC6999-5D7C-4031-903F-0E2EA834C36A}"/>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9D8F46A7-0391-4C52-9B2A-E9FA574D6CBE}"/>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A6B1614A-9BFB-4D4D-AE10-04D3176CB822}"/>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821AEC4-D701-48C2-8BBA-828DCEB5B65A}"/>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9BF8BC2-D2C8-407F-8A38-DA17F00A4BFD}"/>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2BEC545-4BEA-4FA5-A2AE-BF02BCEE7A0B}"/>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A35B63DB-855A-40C7-BD75-A0D4B7E9DCD4}"/>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48050B7C-70F6-4A9C-8E78-3F69C3BCC601}"/>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498B6833-B4F3-4D78-8507-3A28FA680AD5}"/>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DF2316D5-E8C9-4B84-9F1F-0430741F067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BF102A8-0A4E-4908-A2A7-8625435B804A}"/>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F332D049-F5A5-4B31-B429-FD34CC18C866}"/>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2A6C3939-2DD8-4D70-906C-DFCBE7B38F64}"/>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3475B16C-A68C-4EF9-B105-AB96CAC3FB29}"/>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CF423556-BD35-4EA6-ACC0-B49A36BD82F1}"/>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1CE3A35-5432-4B81-B1E7-574AA15FBC38}"/>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6DD5565F-173B-4359-9EEA-3F06F6F2D9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906833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EEFE8ABB-FE81-45E7-9841-8E59D9FF91C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E57BD194-F225-4CAF-AB3B-2ED75A07E4D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25B27080-1EC5-49E6-9118-1A14C6309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42A0703-5BA8-4DD1-8FA6-94E04CA5E7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44D2241-408F-4655-B952-B89777DE526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09BE4CC4-45F1-4C6D-B31F-370A1CA2E8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DF340150-4E62-4429-82DA-7CF772E95A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8F3BEE3-1F0A-43FB-AA6E-BE98A967E64F}"/>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3489628-8FED-4100-9565-57ABAD5D985A}"/>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F8E02F06-7388-4F5B-8C9B-A8C47298EC31}"/>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6784B987-BC26-4D70-95AF-A3ED42D8C9FB}"/>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B9F1C8D4-EF8C-47FA-B2E7-56235744EC7A}"/>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1E26D803-7AD2-4FD4-B39F-F4D9F8263770}"/>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CCA8D25-5A47-4691-A11A-72F0A64E8753}"/>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8EF980C2-58B5-4BBB-BB3A-D57EC87506D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B99B097B-1E0F-44B5-87A9-E94018945DF4}"/>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844277EC-086B-40AD-AC72-3724C4556821}"/>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AD04FAC4-826E-4105-B4DA-E9AFBA8E2805}"/>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1EE0ACD1-F6B9-451D-BCB2-93FA2D14BD26}"/>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0B4C6E4-B460-4E12-B841-6D8FDFFA0AFB}"/>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3C1C3731-0EDF-4910-83AB-9C14FFF4DEF1}"/>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F2AD483A-2E6B-427D-82A8-7A5287FB8DFB}"/>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44F1D772-9F7D-4C3F-AAB8-8D3B5FE28E8B}"/>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827E41D-15C9-484E-BC02-39C4608968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4874166"/>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87460544-7E6D-4CD2-B062-80DE3ED9C70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1B84F5B9-0EBA-47C3-887D-A0CF11EF17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B990186A-205B-45AD-8759-C67CD056B7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A5B6378-5324-4317-8451-CD73BC3893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1DA844F-5C08-4FD8-A35C-CF9D49EC779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24CC8000-B973-4E3D-BB60-FBF1B75946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610A8FC-A017-4420-A593-1473FD8649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C7406888-B9BA-46B1-BD26-8A09BD480F5A}"/>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E991F1DF-07CF-4696-90F1-C01C64F59C6B}"/>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93F44CD2-DFB7-4BD7-A656-D66424CB806D}"/>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32D8CCF-8139-4042-9A64-1A69987096B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3A896CC8-E926-4E4A-8DB6-85B164BFC0D6}"/>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1F94EA34-FD56-423F-8C36-F97AA2A10A96}"/>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70DB01E9-D244-4266-AAC4-5B3499594AED}"/>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5870A18F-088F-4A91-AC23-2ED87B6A1DF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708E84E9-269C-410C-83A1-4D9C7CD9FDBF}"/>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0B8A18F0-5609-4E81-8EB7-47420C262527}"/>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AE5A3169-7CA7-4261-97DF-AC082BF0DBD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FC0CA30A-88C3-40E6-9336-7B89F28EA7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2523818"/>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07E23F5F-B053-48EE-B85A-C56F7C5F0FC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BCA452DE-A0C2-4BD1-9125-AA013F11181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159AD2B4-B540-41EF-BCFB-78562AF8D5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DFE8FB59-71D7-4F74-9EC2-71194B8FF9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88793D9-6ACC-4E4C-ADCB-52648F45B80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A280AB2-7416-410C-818D-372192DA15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75BDF779-1738-44E7-A6D3-41D41E7E75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24A56593-3F18-4D83-8B57-02EA4ACC42C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52A99D6B-1ABA-4480-AD32-D604E5B5142C}"/>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D1FE187B-240E-44FD-9873-DEC681A111F6}"/>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8C38AAA6-7C07-4D86-986A-93D6A5C2BBC3}"/>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FEE6985F-BD88-4B4E-AD45-9B38233F453A}"/>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0342448E-6D9B-4632-9719-08B5BCFF4412}"/>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91167C-36F4-47D1-943F-A88CF1D61961}"/>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CCB811DB-57FB-41FE-BDD9-3413FF4E74F6}"/>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8D02F120-2477-4B7A-99F6-8F7379EB6CA5}"/>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8332B718-7B30-473A-BE30-FEE6978BAB9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1825BCD-2586-4AAC-97E0-158C33B7B4A7}"/>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A3801048-58A3-4DDC-A8E7-2F175F466E8B}"/>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F26AB9A7-E45E-4905-9C26-7761EBE8972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2DCEF0F7-AFF6-4B3D-967C-B6C00575A09A}"/>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1D60B48D-479A-435C-A2E3-DAE880CBD0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125814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85F12BB6-F69F-4A38-80C3-538F469FDD4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1AFF717A-CEA5-44D5-BD20-989613C95CC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37AF0E56-8E66-4DC7-8AA3-ECBB608848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46B6219-8366-40D1-945D-AFDBF9111D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B4F40B2-D3C6-47FC-A32D-370EC982638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D542074B-03F9-4569-93CB-C2F51F6A99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71DAD07-C499-4684-9505-7AD0EB6C44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E6B4B49F-FF61-47A4-A2F4-F8A7D18E9297}"/>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916E7B7C-3736-43A8-BF69-59BD2E4F27D7}"/>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13DB04AD-D80C-455A-9491-2AFE07C8FE66}"/>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E0272128-1F63-4D9F-B81D-3C6A3A5E707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7403C852-8B15-4C78-A926-5088480F38A9}"/>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217FAC72-F56F-416C-BB8B-3B86318DD71C}"/>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402BF87E-4268-4344-A65C-B5D1F65E637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41AE8D5-5AA1-46F5-BA89-1AA94DA7310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1F46C51-04E0-450E-9AED-1BDA2BA8D56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B7C0421-B2C1-4F23-A295-BAF8DDA31132}"/>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11492AE1-CBAD-42C9-8525-9717C091368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C1902F09-D709-40FD-A2F0-EBBF46CB52C7}"/>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B50120CA-A87B-424C-8A0E-F98B07287384}"/>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E9ADDCDD-487D-4073-A327-C11741FA8655}"/>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50632CE1-9188-4D9B-9663-431EDDE0704B}"/>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8D8A879B-E409-4D0E-BD1B-711B95102DDD}"/>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7BEBBD83-BB32-482E-A905-28786171D5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808376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AA4FDCE6-9996-4688-997F-1A21E97F7D1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92D27D99-11B8-4ABE-8984-77218970419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A795E5A2-5002-4176-9E10-EBEE48401A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5C73646A-1163-43B4-8E36-AC638A9A09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9520D37-12DD-4F58-AE1E-6E637C22B76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B74D2B1B-EBF7-4F1A-9475-AED62A96FC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F731D36-3174-4EE6-8D60-FF5B5DB31A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6AACE555-5387-43FD-8BE5-A2FE9268B72B}"/>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6D5C3249-802C-4FB6-A1AB-FBB9E276811A}"/>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260CC732-82EB-4A95-8AE1-37A48420F9CA}"/>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342EA11-89E4-4275-A623-EC9AD80EA4EF}"/>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648346DD-2B62-440B-8444-DC80CABBE8A4}"/>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F76A8A5-FFD0-4687-89D9-58F6BFA57FF5}"/>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53FAE18F-F2F6-4FFC-B7B4-7E3E3935A736}"/>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94C12B7C-44FE-4E3E-B456-CBEFA46C0F64}"/>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58B30DAA-6094-4769-8A3D-5ECF40361D11}"/>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38D35091-26C2-4854-8BC4-E4751B7733B3}"/>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59B34150-D4D0-489B-875F-77B72C0D8BFC}"/>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2DAD01D4-4723-4B24-ADAB-6727B2C434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145296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56D16F26-6FF1-454A-93B2-67B10CF810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270D9500-B9F7-490E-B048-6254FDDDEF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A701E6BA-19CD-4345-B66A-BDBA9F30C13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D7226BED-B557-4581-AC68-0821F06F49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CAADCFC-F5BD-4D4F-B7F3-A186046B16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06F4330A-4F4E-4EFD-9506-17C0E3702C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92939FD-B911-4034-B9C5-7A99B861D06F}"/>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2790581-5D51-4321-B60B-F1E3CA1C2373}"/>
              </a:ext>
            </a:extLst>
          </p:cNvPr>
          <p:cNvPicPr>
            <a:picLocks xmlns:a="http://schemas.openxmlformats.org/drawingml/2006/main" noChangeAspect="1"/>
          </p:cNvPicPr>
          <p:nvPr/>
        </p:nvPicPr>
        <p:blipFill>
          <a:blip xmlns:r="http://schemas.openxmlformats.org/officeDocument/2006/relationships" xmlns:a="http://schemas.openxmlformats.org/drawingml/2006/main" r:embed="R88c18fe34a4c48de"/>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8F535EA-0C1C-468C-9C88-C3E4D08E93C3}"/>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E119E70A-CE8C-457E-997E-8B673EA6359A}"/>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0D33094-A866-4D3D-8F8B-08A5C55310F4}"/>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6964842-F9C7-4C59-91DA-FAFD13149D4E}"/>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C6BBBC99-8CFE-4421-99BF-2AF3AD8A0513}"/>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64DC09B-096C-4A4E-BE0D-751A5F97EC2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972FC9E9-F428-4275-859B-90D9CBEAE4E0}"/>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56C33BAB-3958-4AB1-9F7E-8FB00135C816}"/>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58605DF9-91EF-499E-B864-08F2355E6A27}"/>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557DCB60-3608-4B4A-AAEB-E76EFA5C0745}"/>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98ABA73B-8AD3-437A-8520-C4339E9F1716}"/>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E5F96E78-29B4-492F-BD84-F84555F747D6}"/>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FFEE1C0-A188-4875-8644-D4233B0BF51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0D93721-54B6-4C71-85AF-02CAC65D012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33941D31-BED9-4725-BB05-525E740603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095848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88F1654-1C0B-4475-8871-83380A6CAD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0D79ADCC-C16A-46B9-A377-8DC6A383862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3CEBA295-F5CD-4D79-9606-9ADEA32DC9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C8FC2387-D9E2-4778-92BB-ADBC914D6B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738B06A-4150-4869-AF36-8D02D908BD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8DC97E01-F547-4719-B5F4-2AA5430246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68CE691A-4BC8-46E5-B19B-A265B71E28B9}"/>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EDB7CD32-7B60-4214-BB64-F040A7C924B4}"/>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6F365B1-491F-435C-846B-AC1E38AD1A7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58E4FEE-7BE2-4C1A-805C-D8EE69BFFCF1}"/>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58270F9-AD1D-41D5-9AA7-D43D3941E197}"/>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7D160532-DCC8-4FF3-8D6F-F39550278BE0}"/>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81B1D59-CF43-495A-B107-E265D07198D5}"/>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998CBE1-11F0-4B38-9109-E447A85608DF}"/>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873E67AC-AA0A-4A4F-BCCD-4AF3F684F430}"/>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DA32C4C-7EFB-4DBB-B27C-EE8249CDC3CC}"/>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75C440F-293A-497F-B076-E41EC9A6C9B1}"/>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774B8FEE-7216-47BA-AD47-7446C9310A18}"/>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61032DD9-E7DF-41F2-BFCE-307BCB7D90F6}"/>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50EA344-119E-4369-97AC-6A0C00BE42F2}"/>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2624E274-2803-491C-9672-BCB62729C77D}"/>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4B8D0AC-6337-4BF0-BA6D-6BBFFFEBD193}"/>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643A2686-AA27-46A3-ACAB-A716EA646573}"/>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33319B3-B8FE-471B-B99E-AEFB37C8D844}"/>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6EE1EFA2-289D-4752-BBD6-A059CCA5F3CB}"/>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64341468-DF25-4406-95FD-E9D5D2815ECD}"/>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9EABE47F-9EA4-4164-8FBA-AF374D6FE1F6}"/>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9D908D6D-089B-4BAB-927D-F90DD9C3059E}"/>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592A262-5F8B-46B0-A87D-2B0D6DBB91BB}"/>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50FF8164-3975-44A6-93D0-9B6E744380BA}"/>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60832FA-F03D-4203-A427-DF81E54AC582}"/>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347A127D-F71A-47CE-978B-C8C4E50F7BB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4CAF410F-8AB5-4A82-A7F4-CEBBB3D331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4821944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1CA60E52-330C-4E17-A736-7A063DE6AD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DB7CE72A-A321-4198-A06C-4597905C25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4E45169D-2D37-49E1-9383-4E5B46D54C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F4D2463-EFCE-4B7D-967C-B4E491FFB3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59EA6CE4-BF82-4841-8800-DF344DC9FD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DE12511D-3A99-4715-A104-EAF58D193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14495239-8166-4ECC-A232-65F8B508CCF3}"/>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AA1FCA7F-A07E-4FA8-8E2F-47466C8031A0}"/>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BA4750A-3A92-4E39-98FB-A31D625FB54A}"/>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27E0CE7B-55CC-4A04-94C0-B0F7B8467537}"/>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0130642F-BF5A-427A-92FA-981E06F9F71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6254A11-FA6F-4117-86C3-2D770542C4DD}"/>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9B7D9B0-1F0D-443C-90B6-2045BE94CFF3}"/>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5D02A6BA-573B-4EEA-9660-B44877B81696}"/>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86F6081D-8EC1-47AC-9382-0B7F19E6F279}"/>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3CAF72AA-AD1A-4276-8876-4F4230A1D786}"/>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304FA6-2315-4700-99CA-885ACD1EE1A6}"/>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03DB6AA7-77AC-4D3D-9089-E2D4F99159BE}"/>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46DB8AFC-CB92-45A7-9681-E842DC50666D}"/>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62420CCB-8F69-4781-84D0-3C185E2FFFEF}"/>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504417E-0388-4037-94DB-0981D01F8E69}"/>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A839A68-C4D0-452F-AEE3-F1ACEC652808}"/>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ACB944CC-DF10-4151-94B6-5B0CB93D2331}"/>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DC6A7C60-6233-4C3D-86E6-494E2168F03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A05DEADB-EE39-42CE-8509-271632A91835}"/>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B8FA67E3-7968-45CD-893A-D47B9E66BFF8}"/>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414FAEB-8DB9-48EE-9CC1-A55DC715C7A3}"/>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B1CCD84B-510F-488B-9651-8854601CF991}"/>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DE457E4D-BDD8-464A-865F-383A19231A24}"/>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5E8E07D7-0E3C-4E45-B4B8-28ED8DB83B7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49A88A52-A14A-4715-A1A9-0D5521B4D94B}"/>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66B32DED-8F96-4A06-9135-E0D03DFA1C34}"/>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279CFEEE-21F0-4945-BF4F-78F0F1D9E261}"/>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0E758EF8-5EC5-4BBD-B3CB-3E70E9453E67}"/>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911BACE7-BAF5-488E-A27F-6C223EC00266}"/>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29602FD-0B3A-441D-B03D-42606270F93C}"/>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A199E28A-2CF8-4CB9-801E-965C5E213016}"/>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1CC141A-1512-45C7-9F8C-AE794676BA62}"/>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E971A92-31A0-4C04-A215-08EAE8E436A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6BCE8B34-51FE-4093-8E74-9CCD38366AA7}"/>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BBB9109-FBD3-4C22-8A40-65A3C3CE7B8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58F279DB-BAF0-453A-BDC9-6B6D05DFDACB}"/>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806A4CBD-A462-4B57-BD47-A2F768287ED3}"/>
              </a:ext>
            </a:extLst>
          </p:cNvPr>
          <p:cNvPicPr>
            <a:picLocks xmlns:a="http://schemas.openxmlformats.org/drawingml/2006/main" noChangeAspect="1"/>
          </p:cNvPicPr>
          <p:nvPr/>
        </p:nvPicPr>
        <p:blipFill>
          <a:blip xmlns:r="http://schemas.openxmlformats.org/officeDocument/2006/relationships" xmlns:a="http://schemas.openxmlformats.org/drawingml/2006/main" r:embed="R5f6e7c8a2fc843a6"/>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70DE7236-2692-4C67-8FD5-6917B3965927}"/>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9FDF312E-0830-401A-85BD-C590B01CA0A3}"/>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1B56C443-74C7-4948-AC66-469B8AD291CD}"/>
              </a:ext>
            </a:extLst>
          </p:cNvPr>
          <p:cNvPicPr>
            <a:picLocks xmlns:a="http://schemas.openxmlformats.org/drawingml/2006/main" noChangeAspect="1"/>
          </p:cNvPicPr>
          <p:nvPr/>
        </p:nvPicPr>
        <p:blipFill>
          <a:blip xmlns:r="http://schemas.openxmlformats.org/officeDocument/2006/relationships" xmlns:a="http://schemas.openxmlformats.org/drawingml/2006/main" r:embed="R7a75030d7d4d4801"/>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9E0187AF-E935-4133-80C1-B70D13286459}"/>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A6D97111-495F-4FC7-BFC4-F70DD9D54CD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389777DF-1BD0-48FB-B460-96AB3D31D53B}"/>
              </a:ext>
            </a:extLst>
          </p:cNvPr>
          <p:cNvPicPr>
            <a:picLocks xmlns:a="http://schemas.openxmlformats.org/drawingml/2006/main" noChangeAspect="1"/>
          </p:cNvPicPr>
          <p:nvPr/>
        </p:nvPicPr>
        <p:blipFill>
          <a:blip xmlns:r="http://schemas.openxmlformats.org/officeDocument/2006/relationships" xmlns:a="http://schemas.openxmlformats.org/drawingml/2006/main" r:embed="R8fc57b8dfb384273"/>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0CC23891-CB60-4D90-8407-C21B1EDDD74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3584AD93-6BAF-40D1-A45A-42FFDA8E288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F4D61FB5-5842-4243-8F6C-DAE332E88DB4}"/>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3E8A75F1-33CC-4E13-8084-3F5B29E2C0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2062314"/>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992F06F-F9C6-4722-AE59-8F97E36269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6A0329A2-B90F-4581-A077-A0821697DA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72AD65F2-0DD8-4841-999A-B0B09B882D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59583FDA-3EBD-4DCF-96E5-C6FB992BC1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33C497F5-E065-4D16-9C13-07BA922A5C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678D68E2-4996-41C9-BC7C-9F3EFEDAC1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894E415D-EA0B-4153-86E7-50463C22CA3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36830725-0DBC-4E28-80A5-4A8C421E3914}"/>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52A669B8-B534-44D7-8DE8-80F399AFDE72}"/>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0268239-B929-42B9-87BF-A017E857E499}"/>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57408D2-AC0D-471F-8211-A3D4EC0F9B0E}"/>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C543FAD9-8B8E-40F7-BAC2-EB52778E710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B95DBA80-9AE1-4BB1-97D3-B294687B223D}"/>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BCEA3BF4-8EC5-4682-81CC-F7C97D4D6F4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27892B37-50B9-4B79-8511-C5A31BF8ED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53013100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27F7F896-9095-40AB-BCE7-719C6201B65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939BE9C4-4DCB-4D1A-BE09-3735F50F663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B6FD29E7-2C44-4C7F-A4E8-10983081A7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565DA93-A989-4469-81F7-0C86840C5A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E2BD7E6-97E8-4B25-8F94-C4C91B6E31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B2ED4DE-B1F4-4086-9295-A1BA8789C6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2144BEAB-5BDA-49E4-BDA2-BC99EDE5F1A4}"/>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6F50975-CBE3-47E3-B51B-AE6DC6D9C8F7}"/>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18F7368-D9D7-4EBD-9CAB-921BD6708100}"/>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2A3CE115-3049-4154-94E7-2BADDB859574}"/>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62201A3-79A8-4939-BB14-351307712E29}"/>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1F55C3C9-52C1-4F9F-8CE8-44C85AAB3828}"/>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276E78B9-2BCD-478E-AFB7-96BC1792C8CB}"/>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E7BB0B85-F182-4881-B414-6100758BD45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A4A2BD53-7413-4895-9C5C-31C4233EBC95}"/>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6A31C49-2439-4C97-9182-A624A3714FF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FBC1F8BC-8494-498D-90DC-D83C3E09BBB4}"/>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EFA4B144-9D6F-4EFF-AE1C-E0C8324D83B5}"/>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FFB94AD3-8563-4463-B45C-F271E8662B52}"/>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9A7ECBF4-8E4F-497B-B209-CC2DC4C31D6C}"/>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4A7F0869-D877-4B61-9925-8FDE09EA7EE7}"/>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C75982C4-6BFA-47DE-9103-0596FF26D9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7402117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6639DF8F-4682-42AC-B112-9A15744BE3F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D5F1D809-BF69-40EE-AAB4-AF47C27B634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F6D878A1-8F75-4D1B-9EF4-9E56B355F85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99320BCF-0F00-4F21-88C2-D829A41B49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39348B3-1DC9-41C7-BE10-7486BAC98E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AEB488A0-0011-4325-B74F-A534FA74C1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1B6E6C63-A77F-4C39-9674-F515E859B155}"/>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40597DB3-F19F-4B7F-92A4-1FF86D999509}"/>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4DA60F2B-69BB-4789-A4A8-6127A418E7DD}"/>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8E0C1599-6748-4144-9ED7-25E3D74BF00F}"/>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F3F84BFC-1440-43AB-8E44-A1C88077087F}"/>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5AE2050-54AD-4214-B07C-E7A3EB9D7BF3}"/>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98732719-44D1-44EA-9B03-6FE90C2356B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A23DB844-19B8-48F3-BC1A-797126FD6FB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9C1D9391-B982-4F27-8F61-DAAE97985E90}"/>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D4EEF0B7-8ACB-4338-B8BC-B9C9D54FA692}"/>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D5775388-EB38-41DA-BAA2-C91AD711CE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2960121"/>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CD08AB0B-434E-4EAE-A05D-8D82C1F7EC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DA9A88F1-67C1-4B28-BC52-20A0D062BC1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BF6FC424-69FA-48D1-8DA2-72D82815AA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ED822456-A3FB-4308-A284-5ABEB7EDF9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B1F4E4D9-D8D2-4189-8B99-1FA8EFFB2A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616BB8FA-FF15-4912-9921-2E1C8CEDD7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D7DC4225-9110-446D-8834-6097749BDE14}"/>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4EC94400-2E66-4358-8509-38C83BCE385B}"/>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FB08F42-C104-4420-AC41-5BA8642F537B}"/>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C7DB2DF4-864F-4BE5-A204-FBD18216E69F}"/>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27122A50-147C-4D53-B9D5-D6AD904FC84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5666783-FF7B-4793-83C2-8766D8E9D694}"/>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0520ED54-3D11-4011-A83A-4AF1B5E16898}"/>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D19308E-AF3C-4E68-89F9-B0559E3DD72F}"/>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7B4C6631-05DD-4C8B-BF03-16A03B4828E9}"/>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D76940B-6ADE-4A1F-86EA-156EA8E5B353}"/>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3C73AB10-40F8-4FC4-AFFA-B23C39A76859}"/>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1D5A48D-EB29-4BC6-8FB6-048D42CDCAA9}"/>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595549F-8644-475F-B40F-B7797B9E3D24}"/>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C06F5702-3E0F-4AC0-A31A-8DA0753C3DBD}"/>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91C1CE69-A9A0-4632-9C35-78EA9B6B9622}"/>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81DE5270-7447-44C9-A462-A1A01340E754}"/>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5F0995B2-86F2-4321-A675-17719DE221EF}"/>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A22C0A9-8527-4776-9E94-8A252A07E0A6}"/>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CD8548-E00D-4633-A926-E33BB1014ECC}"/>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94305A23-8D93-40E3-8EE7-7D3DD01FD63A}"/>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73EBA628-3A91-414C-B7F0-B33235ECD91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6FF546E8-8FDF-4578-8957-327507C40A20}"/>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395BF81-C892-43FC-9729-241FF7C3041A}"/>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2F304C9-7680-4444-B50F-416566D1DA5C}"/>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AD12E692-B652-46FE-AC06-A4476CC25FA9}"/>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F2729EDE-D6D5-4CD9-B711-7E6DFE518EF9}"/>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D5C57B53-6930-4A9A-BDAC-520FE9590B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914273"/>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37B50EB5-2478-46E8-A8B9-C133FF36489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22F47671-C455-48DA-B01B-40071DEB57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5738CDEB-38DA-457B-BB32-A84ECCACF3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C709F20-69E6-42A2-BACC-FB6DEB5D36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C215AB55-7F1F-41BE-8DE3-9C7E390979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463C86E-9FB0-4DED-9759-9D90908396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6F0B884A-AFA1-4576-9141-166D4FBE7C48}"/>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44A8C71C-CDA1-4602-99C7-AA55EF38E07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7E52326E-BFEA-4BB4-968C-133B673ABAE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B5EACD8-D53A-4C16-AD43-F204BD7D110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4291F975-12C6-4CDA-8C1E-7383A3C3758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A3AE30A-82FF-4CCB-BE92-D6ACBC57AD33}"/>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9D79355-E691-4475-92B8-4F084A62F5DE}"/>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E4026C95-3F19-48DB-92EB-D5990E1475DF}"/>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32D2FD5E-6A2A-4740-9C68-6A1A37F60980}"/>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DDDF91B6-6E75-48D1-A6C9-FF81C923FBF7}"/>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22C18762-918A-46E8-956B-4BCC33ADB7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6657017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D7BF2574-8944-4CBE-8C34-EA2BA913AA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4B675060-D136-4FE5-B2DB-C44F5D52A5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DEBE2DA3-42AE-4F56-898D-AA3590899A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9B3B8C81-A7DE-4CC7-A299-70DFE5CE82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2CBEB1D-1BB1-4218-A6E4-AB5B527F20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5596BB4-CF10-481B-ADFB-5A4A3FE372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C5B609E-2A72-4D7E-8054-CBC0C7D8716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E6BAD9A-F1DA-48D0-A813-312578E30184}"/>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3218A-BDE1-462F-A8EA-BC592B81EE1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CE4137F-6703-4E90-BD03-27423BF1AEA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A76D7D9D-6457-4C9F-BCD8-AD3AEF50F5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74343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2026-10-22T07:38:09.9460000Z</dcterms:created>
  <dcterms:modified xsi:type="dcterms:W3CDTF">2026-10-22T07:38:09.9460000Z</dcterms:modified>
</coreProperties>
</file>