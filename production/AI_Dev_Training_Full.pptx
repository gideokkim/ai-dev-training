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slides/charts/chart1.xml" ContentType="application/vnd.openxmlformats-officedocument.drawingml.chart+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08a83fe5c384980" /><Relationship Type="http://schemas.openxmlformats.org/officeDocument/2006/relationships/extended-properties" Target="/docProps/app.xml" Id="Rf9521030e7224224" /><Relationship Type="http://schemas.openxmlformats.org/officeDocument/2006/relationships/officeDocument" Target="/ppt/presentation.xml" Id="R3e7d819d4da845f1" /></Relationships>
</file>

<file path=ppt/presentation.xml><?xml version="1.0" encoding="utf-8"?>
<p:presentation xmlns:p="http://schemas.openxmlformats.org/presentationml/2006/main">
  <p:sldMasterIdLst>
    <p:sldMasterId xmlns:r="http://schemas.openxmlformats.org/officeDocument/2006/relationships" id="2147483648" r:id="Rd7eb7cf069404377"/>
  </p:sldMasterIdLst>
  <p:notesMasterIdLst>
    <p:notesMasterId xmlns:r="http://schemas.openxmlformats.org/officeDocument/2006/relationships" r:id="R45ecd5c17fc74d71"/>
  </p:notesMasterIdLst>
  <p:sldIdLst>
    <p:sldId xmlns:r="http://schemas.openxmlformats.org/officeDocument/2006/relationships" id="256" r:id="R02d00a97f750418c"/>
    <p:sldId xmlns:r="http://schemas.openxmlformats.org/officeDocument/2006/relationships" id="257" r:id="Re1ee99c5fb1c45e2"/>
    <p:sldId xmlns:r="http://schemas.openxmlformats.org/officeDocument/2006/relationships" id="258" r:id="R5090d9d7c57e49d1"/>
    <p:sldId xmlns:r="http://schemas.openxmlformats.org/officeDocument/2006/relationships" id="259" r:id="Redfd6a2e515b47fc"/>
    <p:sldId xmlns:r="http://schemas.openxmlformats.org/officeDocument/2006/relationships" id="260" r:id="R12e6e9faa4124b60"/>
    <p:sldId xmlns:r="http://schemas.openxmlformats.org/officeDocument/2006/relationships" id="261" r:id="R224875096b294171"/>
    <p:sldId xmlns:r="http://schemas.openxmlformats.org/officeDocument/2006/relationships" id="262" r:id="Rfe8264bdec8643a5"/>
    <p:sldId xmlns:r="http://schemas.openxmlformats.org/officeDocument/2006/relationships" id="263" r:id="Rdb1b0b2e5fd04ec1"/>
    <p:sldId xmlns:r="http://schemas.openxmlformats.org/officeDocument/2006/relationships" id="264" r:id="R752657ceadfb49c2"/>
    <p:sldId xmlns:r="http://schemas.openxmlformats.org/officeDocument/2006/relationships" id="265" r:id="Rc543aa7eb8984cd4"/>
    <p:sldId xmlns:r="http://schemas.openxmlformats.org/officeDocument/2006/relationships" id="266" r:id="Rd62de6e6d0184f82"/>
    <p:sldId xmlns:r="http://schemas.openxmlformats.org/officeDocument/2006/relationships" id="267" r:id="Ra6fcf26f4aa24a1c"/>
    <p:sldId xmlns:r="http://schemas.openxmlformats.org/officeDocument/2006/relationships" id="268" r:id="R155a771c0a454821"/>
    <p:sldId xmlns:r="http://schemas.openxmlformats.org/officeDocument/2006/relationships" id="269" r:id="R53992cea6f8a41b1"/>
    <p:sldId xmlns:r="http://schemas.openxmlformats.org/officeDocument/2006/relationships" id="270" r:id="R561002f4504b497e"/>
    <p:sldId xmlns:r="http://schemas.openxmlformats.org/officeDocument/2006/relationships" id="271" r:id="R7e612a0283634f92"/>
    <p:sldId xmlns:r="http://schemas.openxmlformats.org/officeDocument/2006/relationships" id="272" r:id="R9ce312b2ac7346dc"/>
    <p:sldId xmlns:r="http://schemas.openxmlformats.org/officeDocument/2006/relationships" id="273" r:id="R2258bcc6fce6462d"/>
    <p:sldId xmlns:r="http://schemas.openxmlformats.org/officeDocument/2006/relationships" id="274" r:id="Rc19b154860f740eb"/>
    <p:sldId xmlns:r="http://schemas.openxmlformats.org/officeDocument/2006/relationships" id="275" r:id="R7954ced58d8b466d"/>
    <p:sldId xmlns:r="http://schemas.openxmlformats.org/officeDocument/2006/relationships" id="276" r:id="Red40f1bc9e4846a6"/>
    <p:sldId xmlns:r="http://schemas.openxmlformats.org/officeDocument/2006/relationships" id="277" r:id="Re7d1083855a74135"/>
    <p:sldId xmlns:r="http://schemas.openxmlformats.org/officeDocument/2006/relationships" id="278" r:id="Rf522bf4d286f4418"/>
    <p:sldId xmlns:r="http://schemas.openxmlformats.org/officeDocument/2006/relationships" id="279" r:id="R870330a93ac344ea"/>
    <p:sldId xmlns:r="http://schemas.openxmlformats.org/officeDocument/2006/relationships" id="280" r:id="R365d815284264181"/>
    <p:sldId xmlns:r="http://schemas.openxmlformats.org/officeDocument/2006/relationships" id="281" r:id="Rf4c2f7b584674300"/>
    <p:sldId xmlns:r="http://schemas.openxmlformats.org/officeDocument/2006/relationships" id="282" r:id="R7f0922141dda48a6"/>
    <p:sldId xmlns:r="http://schemas.openxmlformats.org/officeDocument/2006/relationships" id="283" r:id="R204ebc1ba68e442d"/>
    <p:sldId xmlns:r="http://schemas.openxmlformats.org/officeDocument/2006/relationships" id="284" r:id="Rb27754a8a997435c"/>
    <p:sldId xmlns:r="http://schemas.openxmlformats.org/officeDocument/2006/relationships" id="285" r:id="R0e9d451cc74d4caa"/>
    <p:sldId xmlns:r="http://schemas.openxmlformats.org/officeDocument/2006/relationships" id="286" r:id="R9a9d1e95bde84f17"/>
    <p:sldId xmlns:r="http://schemas.openxmlformats.org/officeDocument/2006/relationships" id="287" r:id="Rf61d724f220f4155"/>
    <p:sldId xmlns:r="http://schemas.openxmlformats.org/officeDocument/2006/relationships" id="288" r:id="Rcac151e9bf3049a4"/>
    <p:sldId xmlns:r="http://schemas.openxmlformats.org/officeDocument/2006/relationships" id="289" r:id="Rf2b49befc5b34e6d"/>
    <p:sldId xmlns:r="http://schemas.openxmlformats.org/officeDocument/2006/relationships" id="290" r:id="R54175ef3385f45a7"/>
    <p:sldId xmlns:r="http://schemas.openxmlformats.org/officeDocument/2006/relationships" id="291" r:id="R5c9218f795294ce3"/>
    <p:sldId xmlns:r="http://schemas.openxmlformats.org/officeDocument/2006/relationships" id="292" r:id="R410655f0e4cd4d25"/>
    <p:sldId xmlns:r="http://schemas.openxmlformats.org/officeDocument/2006/relationships" id="293" r:id="R9cf524c506d94629"/>
    <p:sldId xmlns:r="http://schemas.openxmlformats.org/officeDocument/2006/relationships" id="294" r:id="R976b01e1f7b74d4f"/>
    <p:sldId xmlns:r="http://schemas.openxmlformats.org/officeDocument/2006/relationships" id="295" r:id="Ra5e645a3bb034ce9"/>
    <p:sldId xmlns:r="http://schemas.openxmlformats.org/officeDocument/2006/relationships" id="296" r:id="Ref66efb702954586"/>
    <p:sldId xmlns:r="http://schemas.openxmlformats.org/officeDocument/2006/relationships" id="297" r:id="Ra7d6a8f8431446d7"/>
    <p:sldId xmlns:r="http://schemas.openxmlformats.org/officeDocument/2006/relationships" id="298" r:id="R4e10fb6d05894de7"/>
    <p:sldId xmlns:r="http://schemas.openxmlformats.org/officeDocument/2006/relationships" id="299" r:id="R8553245b15a84851"/>
    <p:sldId xmlns:r="http://schemas.openxmlformats.org/officeDocument/2006/relationships" id="300" r:id="R0cda0303e2ab4838"/>
    <p:sldId xmlns:r="http://schemas.openxmlformats.org/officeDocument/2006/relationships" id="301" r:id="R9bcbaeb806914646"/>
    <p:sldId xmlns:r="http://schemas.openxmlformats.org/officeDocument/2006/relationships" id="302" r:id="R33e3982ce64f4e52"/>
    <p:sldId xmlns:r="http://schemas.openxmlformats.org/officeDocument/2006/relationships" id="303" r:id="R2923afbf2a434f47"/>
    <p:sldId xmlns:r="http://schemas.openxmlformats.org/officeDocument/2006/relationships" id="304" r:id="R77f72666a7904e96"/>
    <p:sldId xmlns:r="http://schemas.openxmlformats.org/officeDocument/2006/relationships" id="305" r:id="R56fd581eeda44b01"/>
    <p:sldId xmlns:r="http://schemas.openxmlformats.org/officeDocument/2006/relationships" id="306" r:id="R68cb08d73a6541ef"/>
    <p:sldId xmlns:r="http://schemas.openxmlformats.org/officeDocument/2006/relationships" id="307" r:id="Rd8d9bd16b3b34837"/>
    <p:sldId xmlns:r="http://schemas.openxmlformats.org/officeDocument/2006/relationships" id="308" r:id="R2b22c0f0b79345a3"/>
    <p:sldId xmlns:r="http://schemas.openxmlformats.org/officeDocument/2006/relationships" id="309" r:id="Re2a739ad0fcf4211"/>
    <p:sldId xmlns:r="http://schemas.openxmlformats.org/officeDocument/2006/relationships" id="310" r:id="R3c9f05fe3c5342bc"/>
    <p:sldId xmlns:r="http://schemas.openxmlformats.org/officeDocument/2006/relationships" id="311" r:id="R298f3b9ba8714acb"/>
    <p:sldId xmlns:r="http://schemas.openxmlformats.org/officeDocument/2006/relationships" id="312" r:id="Rb02ade84d39941fd"/>
    <p:sldId xmlns:r="http://schemas.openxmlformats.org/officeDocument/2006/relationships" id="313" r:id="Rae0ef41f29014b87"/>
    <p:sldId xmlns:r="http://schemas.openxmlformats.org/officeDocument/2006/relationships" id="314" r:id="Rd62370c7d8b44df5"/>
    <p:sldId xmlns:r="http://schemas.openxmlformats.org/officeDocument/2006/relationships" id="315" r:id="R072afcc0bc4b4780"/>
    <p:sldId xmlns:r="http://schemas.openxmlformats.org/officeDocument/2006/relationships" id="316" r:id="R7253c6f589e549b1"/>
    <p:sldId xmlns:r="http://schemas.openxmlformats.org/officeDocument/2006/relationships" id="317" r:id="R5ff0898c07d94da2"/>
    <p:sldId xmlns:r="http://schemas.openxmlformats.org/officeDocument/2006/relationships" id="318" r:id="R42cdda0a69304a14"/>
    <p:sldId xmlns:r="http://schemas.openxmlformats.org/officeDocument/2006/relationships" id="319" r:id="R5f9d0681057c414a"/>
    <p:sldId xmlns:r="http://schemas.openxmlformats.org/officeDocument/2006/relationships" id="320" r:id="Rb43b9dd0b31e446c"/>
    <p:sldId xmlns:r="http://schemas.openxmlformats.org/officeDocument/2006/relationships" id="321" r:id="Rca8c49078be7466b"/>
    <p:sldId xmlns:r="http://schemas.openxmlformats.org/officeDocument/2006/relationships" id="322" r:id="R3038032f42584a7d"/>
    <p:sldId xmlns:r="http://schemas.openxmlformats.org/officeDocument/2006/relationships" id="323" r:id="Rea77876156ec4555"/>
    <p:sldId xmlns:r="http://schemas.openxmlformats.org/officeDocument/2006/relationships" id="324" r:id="Rb3fa8dd9ed84408f"/>
    <p:sldId xmlns:r="http://schemas.openxmlformats.org/officeDocument/2006/relationships" id="325" r:id="Rbaeb4c3546754ff8"/>
    <p:sldId xmlns:r="http://schemas.openxmlformats.org/officeDocument/2006/relationships" id="326" r:id="Rb46d59079d3a49b8"/>
    <p:sldId xmlns:r="http://schemas.openxmlformats.org/officeDocument/2006/relationships" id="327" r:id="R4cd5bc1538664128"/>
    <p:sldId xmlns:r="http://schemas.openxmlformats.org/officeDocument/2006/relationships" id="328" r:id="R9029c69b6cea4962"/>
    <p:sldId xmlns:r="http://schemas.openxmlformats.org/officeDocument/2006/relationships" id="329" r:id="R151bfcc417f44153"/>
    <p:sldId xmlns:r="http://schemas.openxmlformats.org/officeDocument/2006/relationships" id="330" r:id="Rff41945d1fcf49dd"/>
    <p:sldId xmlns:r="http://schemas.openxmlformats.org/officeDocument/2006/relationships" id="331" r:id="R88e22d11761d46f1"/>
    <p:sldId xmlns:r="http://schemas.openxmlformats.org/officeDocument/2006/relationships" id="332" r:id="Ra8d936ed37bf4079"/>
    <p:sldId xmlns:r="http://schemas.openxmlformats.org/officeDocument/2006/relationships" id="333" r:id="Rfeb7f40b5b934b17"/>
    <p:sldId xmlns:r="http://schemas.openxmlformats.org/officeDocument/2006/relationships" id="334" r:id="R656e587b3ef04fe9"/>
    <p:sldId xmlns:r="http://schemas.openxmlformats.org/officeDocument/2006/relationships" id="335" r:id="R26ef56caf35343ac"/>
    <p:sldId xmlns:r="http://schemas.openxmlformats.org/officeDocument/2006/relationships" id="336" r:id="Rb13f6f5f79804038"/>
    <p:sldId xmlns:r="http://schemas.openxmlformats.org/officeDocument/2006/relationships" id="337" r:id="R6383b763132b40d4"/>
    <p:sldId xmlns:r="http://schemas.openxmlformats.org/officeDocument/2006/relationships" id="338" r:id="Ra5e8792697a44aae"/>
    <p:sldId xmlns:r="http://schemas.openxmlformats.org/officeDocument/2006/relationships" id="339" r:id="R4d8520356f414200"/>
    <p:sldId xmlns:r="http://schemas.openxmlformats.org/officeDocument/2006/relationships" id="340" r:id="R4f8153ef6ad54cdb"/>
    <p:sldId xmlns:r="http://schemas.openxmlformats.org/officeDocument/2006/relationships" id="341" r:id="R9827223afed148c1"/>
    <p:sldId xmlns:r="http://schemas.openxmlformats.org/officeDocument/2006/relationships" id="342" r:id="Rc5c00bdd99a04bd4"/>
    <p:sldId xmlns:r="http://schemas.openxmlformats.org/officeDocument/2006/relationships" id="343" r:id="R1ec98381a0bd4862"/>
    <p:sldId xmlns:r="http://schemas.openxmlformats.org/officeDocument/2006/relationships" id="344" r:id="R8284eba74bba4aaa"/>
    <p:sldId xmlns:r="http://schemas.openxmlformats.org/officeDocument/2006/relationships" id="345" r:id="Ra999fe74a8a44897"/>
    <p:sldId xmlns:r="http://schemas.openxmlformats.org/officeDocument/2006/relationships" id="346" r:id="Rc06b2add626d4b5d"/>
    <p:sldId xmlns:r="http://schemas.openxmlformats.org/officeDocument/2006/relationships" id="347" r:id="Rcfaf71e9bfc34ba6"/>
    <p:sldId xmlns:r="http://schemas.openxmlformats.org/officeDocument/2006/relationships" id="348" r:id="Re0861e815c1a4e6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844220303dd40a4" /><Relationship Type="http://schemas.openxmlformats.org/officeDocument/2006/relationships/slideMaster" Target="/ppt/slideMasters/slideMaster1.xml" Id="Rd7eb7cf069404377" /><Relationship Type="http://schemas.openxmlformats.org/officeDocument/2006/relationships/notesMaster" Target="/ppt/notesMasters/notesMaster1.xml" Id="R45ecd5c17fc74d71" /><Relationship Type="http://schemas.openxmlformats.org/officeDocument/2006/relationships/presProps" Target="/ppt/presProps.xml" Id="R3b0bc01a7f6f4dee" /><Relationship Type="http://schemas.openxmlformats.org/officeDocument/2006/relationships/tableStyles" Target="/ppt/tableStyles.xml" Id="R029208012b16429b" /><Relationship Type="http://schemas.openxmlformats.org/officeDocument/2006/relationships/slide" Target="/ppt/slides/slide1.xml" Id="R02d00a97f750418c" /><Relationship Type="http://schemas.openxmlformats.org/officeDocument/2006/relationships/slide" Target="/ppt/slides/slide2.xml" Id="Re1ee99c5fb1c45e2" /><Relationship Type="http://schemas.openxmlformats.org/officeDocument/2006/relationships/slide" Target="/ppt/slides/slide3.xml" Id="R5090d9d7c57e49d1" /><Relationship Type="http://schemas.openxmlformats.org/officeDocument/2006/relationships/slide" Target="/ppt/slides/slide4.xml" Id="Redfd6a2e515b47fc" /><Relationship Type="http://schemas.openxmlformats.org/officeDocument/2006/relationships/slide" Target="/ppt/slides/slide5.xml" Id="R12e6e9faa4124b60" /><Relationship Type="http://schemas.openxmlformats.org/officeDocument/2006/relationships/slide" Target="/ppt/slides/slide6.xml" Id="R224875096b294171" /><Relationship Type="http://schemas.openxmlformats.org/officeDocument/2006/relationships/slide" Target="/ppt/slides/slide7.xml" Id="Rfe8264bdec8643a5" /><Relationship Type="http://schemas.openxmlformats.org/officeDocument/2006/relationships/slide" Target="/ppt/slides/slide8.xml" Id="Rdb1b0b2e5fd04ec1" /><Relationship Type="http://schemas.openxmlformats.org/officeDocument/2006/relationships/slide" Target="/ppt/slides/slide9.xml" Id="R752657ceadfb49c2" /><Relationship Type="http://schemas.openxmlformats.org/officeDocument/2006/relationships/slide" Target="/ppt/slides/slide10.xml" Id="Rc543aa7eb8984cd4" /><Relationship Type="http://schemas.openxmlformats.org/officeDocument/2006/relationships/slide" Target="/ppt/slides/slide11.xml" Id="Rd62de6e6d0184f82" /><Relationship Type="http://schemas.openxmlformats.org/officeDocument/2006/relationships/slide" Target="/ppt/slides/slide12.xml" Id="Ra6fcf26f4aa24a1c" /><Relationship Type="http://schemas.openxmlformats.org/officeDocument/2006/relationships/slide" Target="/ppt/slides/slide13.xml" Id="R155a771c0a454821" /><Relationship Type="http://schemas.openxmlformats.org/officeDocument/2006/relationships/slide" Target="/ppt/slides/slide14.xml" Id="R53992cea6f8a41b1" /><Relationship Type="http://schemas.openxmlformats.org/officeDocument/2006/relationships/slide" Target="/ppt/slides/slide15.xml" Id="R561002f4504b497e" /><Relationship Type="http://schemas.openxmlformats.org/officeDocument/2006/relationships/slide" Target="/ppt/slides/slide16.xml" Id="R7e612a0283634f92" /><Relationship Type="http://schemas.openxmlformats.org/officeDocument/2006/relationships/slide" Target="/ppt/slides/slide17.xml" Id="R9ce312b2ac7346dc" /><Relationship Type="http://schemas.openxmlformats.org/officeDocument/2006/relationships/slide" Target="/ppt/slides/slide18.xml" Id="R2258bcc6fce6462d" /><Relationship Type="http://schemas.openxmlformats.org/officeDocument/2006/relationships/slide" Target="/ppt/slides/slide19.xml" Id="Rc19b154860f740eb" /><Relationship Type="http://schemas.openxmlformats.org/officeDocument/2006/relationships/slide" Target="/ppt/slides/slide20.xml" Id="R7954ced58d8b466d" /><Relationship Type="http://schemas.openxmlformats.org/officeDocument/2006/relationships/slide" Target="/ppt/slides/slide21.xml" Id="Red40f1bc9e4846a6" /><Relationship Type="http://schemas.openxmlformats.org/officeDocument/2006/relationships/slide" Target="/ppt/slides/slide22.xml" Id="Re7d1083855a74135" /><Relationship Type="http://schemas.openxmlformats.org/officeDocument/2006/relationships/slide" Target="/ppt/slides/slide23.xml" Id="Rf522bf4d286f4418" /><Relationship Type="http://schemas.openxmlformats.org/officeDocument/2006/relationships/slide" Target="/ppt/slides/slide24.xml" Id="R870330a93ac344ea" /><Relationship Type="http://schemas.openxmlformats.org/officeDocument/2006/relationships/slide" Target="/ppt/slides/slide25.xml" Id="R365d815284264181" /><Relationship Type="http://schemas.openxmlformats.org/officeDocument/2006/relationships/slide" Target="/ppt/slides/slide26.xml" Id="Rf4c2f7b584674300" /><Relationship Type="http://schemas.openxmlformats.org/officeDocument/2006/relationships/slide" Target="/ppt/slides/slide27.xml" Id="R7f0922141dda48a6" /><Relationship Type="http://schemas.openxmlformats.org/officeDocument/2006/relationships/slide" Target="/ppt/slides/slide28.xml" Id="R204ebc1ba68e442d" /><Relationship Type="http://schemas.openxmlformats.org/officeDocument/2006/relationships/slide" Target="/ppt/slides/slide29.xml" Id="Rb27754a8a997435c" /><Relationship Type="http://schemas.openxmlformats.org/officeDocument/2006/relationships/slide" Target="/ppt/slides/slide30.xml" Id="R0e9d451cc74d4caa" /><Relationship Type="http://schemas.openxmlformats.org/officeDocument/2006/relationships/slide" Target="/ppt/slides/slide31.xml" Id="R9a9d1e95bde84f17" /><Relationship Type="http://schemas.openxmlformats.org/officeDocument/2006/relationships/slide" Target="/ppt/slides/slide32.xml" Id="Rf61d724f220f4155" /><Relationship Type="http://schemas.openxmlformats.org/officeDocument/2006/relationships/slide" Target="/ppt/slides/slide33.xml" Id="Rcac151e9bf3049a4" /><Relationship Type="http://schemas.openxmlformats.org/officeDocument/2006/relationships/slide" Target="/ppt/slides/slide34.xml" Id="Rf2b49befc5b34e6d" /><Relationship Type="http://schemas.openxmlformats.org/officeDocument/2006/relationships/slide" Target="/ppt/slides/slide35.xml" Id="R54175ef3385f45a7" /><Relationship Type="http://schemas.openxmlformats.org/officeDocument/2006/relationships/slide" Target="/ppt/slides/slide36.xml" Id="R5c9218f795294ce3" /><Relationship Type="http://schemas.openxmlformats.org/officeDocument/2006/relationships/slide" Target="/ppt/slides/slide37.xml" Id="R410655f0e4cd4d25" /><Relationship Type="http://schemas.openxmlformats.org/officeDocument/2006/relationships/slide" Target="/ppt/slides/slide38.xml" Id="R9cf524c506d94629" /><Relationship Type="http://schemas.openxmlformats.org/officeDocument/2006/relationships/slide" Target="/ppt/slides/slide39.xml" Id="R976b01e1f7b74d4f" /><Relationship Type="http://schemas.openxmlformats.org/officeDocument/2006/relationships/slide" Target="/ppt/slides/slide40.xml" Id="Ra5e645a3bb034ce9" /><Relationship Type="http://schemas.openxmlformats.org/officeDocument/2006/relationships/slide" Target="/ppt/slides/slide41.xml" Id="Ref66efb702954586" /><Relationship Type="http://schemas.openxmlformats.org/officeDocument/2006/relationships/slide" Target="/ppt/slides/slide42.xml" Id="Ra7d6a8f8431446d7" /><Relationship Type="http://schemas.openxmlformats.org/officeDocument/2006/relationships/slide" Target="/ppt/slides/slide43.xml" Id="R4e10fb6d05894de7" /><Relationship Type="http://schemas.openxmlformats.org/officeDocument/2006/relationships/slide" Target="/ppt/slides/slide44.xml" Id="R8553245b15a84851" /><Relationship Type="http://schemas.openxmlformats.org/officeDocument/2006/relationships/slide" Target="/ppt/slides/slide45.xml" Id="R0cda0303e2ab4838" /><Relationship Type="http://schemas.openxmlformats.org/officeDocument/2006/relationships/slide" Target="/ppt/slides/slide46.xml" Id="R9bcbaeb806914646" /><Relationship Type="http://schemas.openxmlformats.org/officeDocument/2006/relationships/slide" Target="/ppt/slides/slide47.xml" Id="R33e3982ce64f4e52" /><Relationship Type="http://schemas.openxmlformats.org/officeDocument/2006/relationships/slide" Target="/ppt/slides/slide48.xml" Id="R2923afbf2a434f47" /><Relationship Type="http://schemas.openxmlformats.org/officeDocument/2006/relationships/slide" Target="/ppt/slides/slide49.xml" Id="R77f72666a7904e96" /><Relationship Type="http://schemas.openxmlformats.org/officeDocument/2006/relationships/slide" Target="/ppt/slides/slide50.xml" Id="R56fd581eeda44b01" /><Relationship Type="http://schemas.openxmlformats.org/officeDocument/2006/relationships/slide" Target="/ppt/slides/slide51.xml" Id="R68cb08d73a6541ef" /><Relationship Type="http://schemas.openxmlformats.org/officeDocument/2006/relationships/slide" Target="/ppt/slides/slide52.xml" Id="Rd8d9bd16b3b34837" /><Relationship Type="http://schemas.openxmlformats.org/officeDocument/2006/relationships/slide" Target="/ppt/slides/slide53.xml" Id="R2b22c0f0b79345a3" /><Relationship Type="http://schemas.openxmlformats.org/officeDocument/2006/relationships/slide" Target="/ppt/slides/slide54.xml" Id="Re2a739ad0fcf4211" /><Relationship Type="http://schemas.openxmlformats.org/officeDocument/2006/relationships/slide" Target="/ppt/slides/slide55.xml" Id="R3c9f05fe3c5342bc" /><Relationship Type="http://schemas.openxmlformats.org/officeDocument/2006/relationships/slide" Target="/ppt/slides/slide56.xml" Id="R298f3b9ba8714acb" /><Relationship Type="http://schemas.openxmlformats.org/officeDocument/2006/relationships/slide" Target="/ppt/slides/slide57.xml" Id="Rb02ade84d39941fd" /><Relationship Type="http://schemas.openxmlformats.org/officeDocument/2006/relationships/slide" Target="/ppt/slides/slide58.xml" Id="Rae0ef41f29014b87" /><Relationship Type="http://schemas.openxmlformats.org/officeDocument/2006/relationships/slide" Target="/ppt/slides/slide59.xml" Id="Rd62370c7d8b44df5" /><Relationship Type="http://schemas.openxmlformats.org/officeDocument/2006/relationships/slide" Target="/ppt/slides/slide60.xml" Id="R072afcc0bc4b4780" /><Relationship Type="http://schemas.openxmlformats.org/officeDocument/2006/relationships/slide" Target="/ppt/slides/slide61.xml" Id="R7253c6f589e549b1" /><Relationship Type="http://schemas.openxmlformats.org/officeDocument/2006/relationships/slide" Target="/ppt/slides/slide62.xml" Id="R5ff0898c07d94da2" /><Relationship Type="http://schemas.openxmlformats.org/officeDocument/2006/relationships/slide" Target="/ppt/slides/slide63.xml" Id="R42cdda0a69304a14" /><Relationship Type="http://schemas.openxmlformats.org/officeDocument/2006/relationships/slide" Target="/ppt/slides/slide64.xml" Id="R5f9d0681057c414a" /><Relationship Type="http://schemas.openxmlformats.org/officeDocument/2006/relationships/slide" Target="/ppt/slides/slide65.xml" Id="Rb43b9dd0b31e446c" /><Relationship Type="http://schemas.openxmlformats.org/officeDocument/2006/relationships/slide" Target="/ppt/slides/slide66.xml" Id="Rca8c49078be7466b" /><Relationship Type="http://schemas.openxmlformats.org/officeDocument/2006/relationships/slide" Target="/ppt/slides/slide67.xml" Id="R3038032f42584a7d" /><Relationship Type="http://schemas.openxmlformats.org/officeDocument/2006/relationships/slide" Target="/ppt/slides/slide68.xml" Id="Rea77876156ec4555" /><Relationship Type="http://schemas.openxmlformats.org/officeDocument/2006/relationships/slide" Target="/ppt/slides/slide69.xml" Id="Rb3fa8dd9ed84408f" /><Relationship Type="http://schemas.openxmlformats.org/officeDocument/2006/relationships/slide" Target="/ppt/slides/slide70.xml" Id="Rbaeb4c3546754ff8" /><Relationship Type="http://schemas.openxmlformats.org/officeDocument/2006/relationships/slide" Target="/ppt/slides/slide71.xml" Id="Rb46d59079d3a49b8" /><Relationship Type="http://schemas.openxmlformats.org/officeDocument/2006/relationships/slide" Target="/ppt/slides/slide72.xml" Id="R4cd5bc1538664128" /><Relationship Type="http://schemas.openxmlformats.org/officeDocument/2006/relationships/slide" Target="/ppt/slides/slide73.xml" Id="R9029c69b6cea4962" /><Relationship Type="http://schemas.openxmlformats.org/officeDocument/2006/relationships/slide" Target="/ppt/slides/slide74.xml" Id="R151bfcc417f44153" /><Relationship Type="http://schemas.openxmlformats.org/officeDocument/2006/relationships/slide" Target="/ppt/slides/slide75.xml" Id="Rff41945d1fcf49dd" /><Relationship Type="http://schemas.openxmlformats.org/officeDocument/2006/relationships/slide" Target="/ppt/slides/slide76.xml" Id="R88e22d11761d46f1" /><Relationship Type="http://schemas.openxmlformats.org/officeDocument/2006/relationships/slide" Target="/ppt/slides/slide77.xml" Id="Ra8d936ed37bf4079" /><Relationship Type="http://schemas.openxmlformats.org/officeDocument/2006/relationships/slide" Target="/ppt/slides/slide78.xml" Id="Rfeb7f40b5b934b17" /><Relationship Type="http://schemas.openxmlformats.org/officeDocument/2006/relationships/slide" Target="/ppt/slides/slide79.xml" Id="R656e587b3ef04fe9" /><Relationship Type="http://schemas.openxmlformats.org/officeDocument/2006/relationships/slide" Target="/ppt/slides/slide80.xml" Id="R26ef56caf35343ac" /><Relationship Type="http://schemas.openxmlformats.org/officeDocument/2006/relationships/slide" Target="/ppt/slides/slide81.xml" Id="Rb13f6f5f79804038" /><Relationship Type="http://schemas.openxmlformats.org/officeDocument/2006/relationships/slide" Target="/ppt/slides/slide82.xml" Id="R6383b763132b40d4" /><Relationship Type="http://schemas.openxmlformats.org/officeDocument/2006/relationships/slide" Target="/ppt/slides/slide83.xml" Id="Ra5e8792697a44aae" /><Relationship Type="http://schemas.openxmlformats.org/officeDocument/2006/relationships/slide" Target="/ppt/slides/slide84.xml" Id="R4d8520356f414200" /><Relationship Type="http://schemas.openxmlformats.org/officeDocument/2006/relationships/slide" Target="/ppt/slides/slide85.xml" Id="R4f8153ef6ad54cdb" /><Relationship Type="http://schemas.openxmlformats.org/officeDocument/2006/relationships/slide" Target="/ppt/slides/slide86.xml" Id="R9827223afed148c1" /><Relationship Type="http://schemas.openxmlformats.org/officeDocument/2006/relationships/slide" Target="/ppt/slides/slide87.xml" Id="Rc5c00bdd99a04bd4" /><Relationship Type="http://schemas.openxmlformats.org/officeDocument/2006/relationships/slide" Target="/ppt/slides/slide88.xml" Id="R1ec98381a0bd4862" /><Relationship Type="http://schemas.openxmlformats.org/officeDocument/2006/relationships/slide" Target="/ppt/slides/slide89.xml" Id="R8284eba74bba4aaa" /><Relationship Type="http://schemas.openxmlformats.org/officeDocument/2006/relationships/slide" Target="/ppt/slides/slide90.xml" Id="Ra999fe74a8a44897" /><Relationship Type="http://schemas.openxmlformats.org/officeDocument/2006/relationships/slide" Target="/ppt/slides/slide91.xml" Id="Rc06b2add626d4b5d" /><Relationship Type="http://schemas.openxmlformats.org/officeDocument/2006/relationships/slide" Target="/ppt/slides/slide92.xml" Id="Rcfaf71e9bfc34ba6" /><Relationship Type="http://schemas.openxmlformats.org/officeDocument/2006/relationships/slide" Target="/ppt/slides/slide93.xml" Id="Re0861e815c1a4e6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4a5be1038d5410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d34df2630be494c" /><Relationship Type="http://schemas.openxmlformats.org/officeDocument/2006/relationships/notesMaster" Target="/ppt/notesMasters/notesMaster1.xml" Id="Rc624707aa7344342" /></Relationships>
</file>

<file path=ppt/notesSlides/_rels/notesSlide2.xml.rels>&#65279;<?xml version="1.0" encoding="utf-8"?><Relationships xmlns="http://schemas.openxmlformats.org/package/2006/relationships"><Relationship Type="http://schemas.openxmlformats.org/officeDocument/2006/relationships/slide" Target="/ppt/slides/slide2.xml" Id="R78129222e27c43dc" /><Relationship Type="http://schemas.openxmlformats.org/officeDocument/2006/relationships/notesMaster" Target="/ppt/notesMasters/notesMaster1.xml" Id="R41df117ee2c0413e" /></Relationships>
</file>

<file path=ppt/notesSlides/_rels/notesSlide3.xml.rels>&#65279;<?xml version="1.0" encoding="utf-8"?><Relationships xmlns="http://schemas.openxmlformats.org/package/2006/relationships"><Relationship Type="http://schemas.openxmlformats.org/officeDocument/2006/relationships/slide" Target="/ppt/slides/slide3.xml" Id="Rdca1089cf54d44c7" /><Relationship Type="http://schemas.openxmlformats.org/officeDocument/2006/relationships/notesMaster" Target="/ppt/notesMasters/notesMaster1.xml" Id="R26f90c49c60a4066" /></Relationships>
</file>

<file path=ppt/notesSlides/_rels/notesSlide4.xml.rels>&#65279;<?xml version="1.0" encoding="utf-8"?><Relationships xmlns="http://schemas.openxmlformats.org/package/2006/relationships"><Relationship Type="http://schemas.openxmlformats.org/officeDocument/2006/relationships/slide" Target="/ppt/slides/slide4.xml" Id="Re0b4c159c82947a5" /><Relationship Type="http://schemas.openxmlformats.org/officeDocument/2006/relationships/notesMaster" Target="/ppt/notesMasters/notesMaster1.xml" Id="R5c51a11342804a95" /></Relationships>
</file>

<file path=ppt/notesSlides/_rels/notesSlide5.xml.rels>&#65279;<?xml version="1.0" encoding="utf-8"?><Relationships xmlns="http://schemas.openxmlformats.org/package/2006/relationships"><Relationship Type="http://schemas.openxmlformats.org/officeDocument/2006/relationships/slide" Target="/ppt/slides/slide5.xml" Id="R7f87f182e7ce4266" /><Relationship Type="http://schemas.openxmlformats.org/officeDocument/2006/relationships/notesMaster" Target="/ppt/notesMasters/notesMaster1.xml" Id="R594b24cc28334377" /></Relationships>
</file>

<file path=ppt/notesSlides/_rels/notesSlide6.xml.rels>&#65279;<?xml version="1.0" encoding="utf-8"?><Relationships xmlns="http://schemas.openxmlformats.org/package/2006/relationships"><Relationship Type="http://schemas.openxmlformats.org/officeDocument/2006/relationships/slide" Target="/ppt/slides/slide6.xml" Id="Ra77e56692cb24851" /><Relationship Type="http://schemas.openxmlformats.org/officeDocument/2006/relationships/notesMaster" Target="/ppt/notesMasters/notesMaster1.xml" Id="R969dc4d963c44bf4" /></Relationships>
</file>

<file path=ppt/notesSlides/_rels/notesSlide7.xml.rels>&#65279;<?xml version="1.0" encoding="utf-8"?><Relationships xmlns="http://schemas.openxmlformats.org/package/2006/relationships"><Relationship Type="http://schemas.openxmlformats.org/officeDocument/2006/relationships/slide" Target="/ppt/slides/slide7.xml" Id="R1c7b15ada8fd4ecc" /><Relationship Type="http://schemas.openxmlformats.org/officeDocument/2006/relationships/notesMaster" Target="/ppt/notesMasters/notesMaster1.xml" Id="Ra32358afba864369" /></Relationships>
</file>

<file path=ppt/notesSlides/_rels/notesSlide8.xml.rels>&#65279;<?xml version="1.0" encoding="utf-8"?><Relationships xmlns="http://schemas.openxmlformats.org/package/2006/relationships"><Relationship Type="http://schemas.openxmlformats.org/officeDocument/2006/relationships/slide" Target="/ppt/slides/slide8.xml" Id="R5388f1d72d554e48" /><Relationship Type="http://schemas.openxmlformats.org/officeDocument/2006/relationships/notesMaster" Target="/ppt/notesMasters/notesMaster1.xml" Id="R10460ebeca6f4bce" /></Relationships>
</file>

<file path=ppt/notesSlides/_rels/notesSlide9.xml.rels>&#65279;<?xml version="1.0" encoding="utf-8"?><Relationships xmlns="http://schemas.openxmlformats.org/package/2006/relationships"><Relationship Type="http://schemas.openxmlformats.org/officeDocument/2006/relationships/slide" Target="/ppt/slides/slide9.xml" Id="Rc753ca762cce41a2" /><Relationship Type="http://schemas.openxmlformats.org/officeDocument/2006/relationships/notesMaster" Target="/ppt/notesMasters/notesMaster1.xml" Id="R84d6ba5f8b2b4cd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fb6b9b942cf448e" /><Relationship Type="http://schemas.openxmlformats.org/officeDocument/2006/relationships/notesMaster" Target="/ppt/notesMasters/notesMaster1.xml" Id="Rf5c7a5d730514e9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d00628a4adb448b" /><Relationship Type="http://schemas.openxmlformats.org/officeDocument/2006/relationships/notesMaster" Target="/ppt/notesMasters/notesMaster1.xml" Id="R24af65c365ab486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3aef4a40d594acd" /><Relationship Type="http://schemas.openxmlformats.org/officeDocument/2006/relationships/notesMaster" Target="/ppt/notesMasters/notesMaster1.xml" Id="R941bcd3440014a3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b7da4832a524f67" /><Relationship Type="http://schemas.openxmlformats.org/officeDocument/2006/relationships/notesMaster" Target="/ppt/notesMasters/notesMaster1.xml" Id="R51221b814685463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bfe2e396d924c29" /><Relationship Type="http://schemas.openxmlformats.org/officeDocument/2006/relationships/notesMaster" Target="/ppt/notesMasters/notesMaster1.xml" Id="R98f6efd5092a4b4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ed34363caca4e12" /><Relationship Type="http://schemas.openxmlformats.org/officeDocument/2006/relationships/notesMaster" Target="/ppt/notesMasters/notesMaster1.xml" Id="R05e7118fbc8b4b4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d3bb4c87f6448b8" /><Relationship Type="http://schemas.openxmlformats.org/officeDocument/2006/relationships/notesMaster" Target="/ppt/notesMasters/notesMaster1.xml" Id="R4bed018a2ac24f3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a4371e1294c42d7" /><Relationship Type="http://schemas.openxmlformats.org/officeDocument/2006/relationships/notesMaster" Target="/ppt/notesMasters/notesMaster1.xml" Id="Ra3020a768af2402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11b646dba204e94" /><Relationship Type="http://schemas.openxmlformats.org/officeDocument/2006/relationships/notesMaster" Target="/ppt/notesMasters/notesMaster1.xml" Id="Rc9088eed63ae4ba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f6594198dd942bb" /><Relationship Type="http://schemas.openxmlformats.org/officeDocument/2006/relationships/notesMaster" Target="/ppt/notesMasters/notesMaster1.xml" Id="Rdfe281c2e8e2485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cdd64ffb45b44f0" /><Relationship Type="http://schemas.openxmlformats.org/officeDocument/2006/relationships/notesMaster" Target="/ppt/notesMasters/notesMaster1.xml" Id="Rbc495b42b2d847d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b09da2c22db45f0" /><Relationship Type="http://schemas.openxmlformats.org/officeDocument/2006/relationships/notesMaster" Target="/ppt/notesMasters/notesMaster1.xml" Id="Rb25e42bd228f45c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cd88e8211f94be3" /><Relationship Type="http://schemas.openxmlformats.org/officeDocument/2006/relationships/notesMaster" Target="/ppt/notesMasters/notesMaster1.xml" Id="R071bce81b0e74c0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c2d9bd2bb814e7e" /><Relationship Type="http://schemas.openxmlformats.org/officeDocument/2006/relationships/notesMaster" Target="/ppt/notesMasters/notesMaster1.xml" Id="R2c118fb1c700422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4244559672b4d67" /><Relationship Type="http://schemas.openxmlformats.org/officeDocument/2006/relationships/notesMaster" Target="/ppt/notesMasters/notesMaster1.xml" Id="R37d2387613a24f7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a7eb15199f64313" /><Relationship Type="http://schemas.openxmlformats.org/officeDocument/2006/relationships/notesMaster" Target="/ppt/notesMasters/notesMaster1.xml" Id="Ra6c7704de5e140c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81f26c6521a479d" /><Relationship Type="http://schemas.openxmlformats.org/officeDocument/2006/relationships/notesMaster" Target="/ppt/notesMasters/notesMaster1.xml" Id="R6e0d02a7287549c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ce1bb05947d04aa9" /><Relationship Type="http://schemas.openxmlformats.org/officeDocument/2006/relationships/notesMaster" Target="/ppt/notesMasters/notesMaster1.xml" Id="R5b36aea9b5d2494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c1a334a14cf4194" /><Relationship Type="http://schemas.openxmlformats.org/officeDocument/2006/relationships/notesMaster" Target="/ppt/notesMasters/notesMaster1.xml" Id="Rbfead83344434edf"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b64a7d8a4a942a2" /><Relationship Type="http://schemas.openxmlformats.org/officeDocument/2006/relationships/notesMaster" Target="/ppt/notesMasters/notesMaster1.xml" Id="R543a5b86ea5f434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a69b855313a4bf2" /><Relationship Type="http://schemas.openxmlformats.org/officeDocument/2006/relationships/notesMaster" Target="/ppt/notesMasters/notesMaster1.xml" Id="R324f2e976859448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f7b373ccf50436f" /><Relationship Type="http://schemas.openxmlformats.org/officeDocument/2006/relationships/notesMaster" Target="/ppt/notesMasters/notesMaster1.xml" Id="R0ea8e97bf94a4a11"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6099420cda74cd3" /><Relationship Type="http://schemas.openxmlformats.org/officeDocument/2006/relationships/notesMaster" Target="/ppt/notesMasters/notesMaster1.xml" Id="R0d266554124440d6"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0810117c8a442fc" /><Relationship Type="http://schemas.openxmlformats.org/officeDocument/2006/relationships/notesMaster" Target="/ppt/notesMasters/notesMaster1.xml" Id="R8ce60cbc671f4a24"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b9754ae8a9274455" /><Relationship Type="http://schemas.openxmlformats.org/officeDocument/2006/relationships/notesMaster" Target="/ppt/notesMasters/notesMaster1.xml" Id="Rf4b89421422c42db"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405ad4991614936" /><Relationship Type="http://schemas.openxmlformats.org/officeDocument/2006/relationships/notesMaster" Target="/ppt/notesMasters/notesMaster1.xml" Id="R7e1865180cfe4b4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21ad8532ac9c40f4" /><Relationship Type="http://schemas.openxmlformats.org/officeDocument/2006/relationships/notesMaster" Target="/ppt/notesMasters/notesMaster1.xml" Id="R7c673330d6b24cd9"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abe06d5ff8f44195" /><Relationship Type="http://schemas.openxmlformats.org/officeDocument/2006/relationships/notesMaster" Target="/ppt/notesMasters/notesMaster1.xml" Id="R645eb8a628f041e8"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7bce02fdcaae43cb" /><Relationship Type="http://schemas.openxmlformats.org/officeDocument/2006/relationships/notesMaster" Target="/ppt/notesMasters/notesMaster1.xml" Id="Rcf0a5f8822494dc8"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4bd5d154c1b143d1" /><Relationship Type="http://schemas.openxmlformats.org/officeDocument/2006/relationships/notesMaster" Target="/ppt/notesMasters/notesMaster1.xml" Id="R3b6b3089d12c42d4"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cc8772742614f88" /><Relationship Type="http://schemas.openxmlformats.org/officeDocument/2006/relationships/notesMaster" Target="/ppt/notesMasters/notesMaster1.xml" Id="R5d7993e7a5004240"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8e727f97628a492f" /><Relationship Type="http://schemas.openxmlformats.org/officeDocument/2006/relationships/notesMaster" Target="/ppt/notesMasters/notesMaster1.xml" Id="R740295c102c043c3"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c5e10c85f06445d6" /><Relationship Type="http://schemas.openxmlformats.org/officeDocument/2006/relationships/notesMaster" Target="/ppt/notesMasters/notesMaster1.xml" Id="R96117d08ca26438f"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9b5af31ba7d44390" /><Relationship Type="http://schemas.openxmlformats.org/officeDocument/2006/relationships/notesMaster" Target="/ppt/notesMasters/notesMaster1.xml" Id="Ra19ef755b1ae4037"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cab93c4968ca4e0b" /><Relationship Type="http://schemas.openxmlformats.org/officeDocument/2006/relationships/notesMaster" Target="/ppt/notesMasters/notesMaster1.xml" Id="Re9422e548c99425f"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ab61a46d11864a60" /><Relationship Type="http://schemas.openxmlformats.org/officeDocument/2006/relationships/notesMaster" Target="/ppt/notesMasters/notesMaster1.xml" Id="Re32c12f857cd43f6"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e9049b44d78e4d00" /><Relationship Type="http://schemas.openxmlformats.org/officeDocument/2006/relationships/notesMaster" Target="/ppt/notesMasters/notesMaster1.xml" Id="R4290e8fb9ac94ff8"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316f605b4b134f96" /><Relationship Type="http://schemas.openxmlformats.org/officeDocument/2006/relationships/notesMaster" Target="/ppt/notesMasters/notesMaster1.xml" Id="Rc5677cf027934ebe"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c37b2310b63495b" /><Relationship Type="http://schemas.openxmlformats.org/officeDocument/2006/relationships/notesMaster" Target="/ppt/notesMasters/notesMaster1.xml" Id="R3f669b9d79024b59"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83df90c991b64cb1" /><Relationship Type="http://schemas.openxmlformats.org/officeDocument/2006/relationships/notesMaster" Target="/ppt/notesMasters/notesMaster1.xml" Id="R3d56e1aec8074b88"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d18711f5156841a6" /><Relationship Type="http://schemas.openxmlformats.org/officeDocument/2006/relationships/notesMaster" Target="/ppt/notesMasters/notesMaster1.xml" Id="Rc21ee8b3500a46a9"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29b7060e64e54f84" /><Relationship Type="http://schemas.openxmlformats.org/officeDocument/2006/relationships/notesMaster" Target="/ppt/notesMasters/notesMaster1.xml" Id="R69a1a7a22c4f45f5"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3b70e85175de4955" /><Relationship Type="http://schemas.openxmlformats.org/officeDocument/2006/relationships/notesMaster" Target="/ppt/notesMasters/notesMaster1.xml" Id="R29b20a077a3f41c2"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a0cf694da87b4092" /><Relationship Type="http://schemas.openxmlformats.org/officeDocument/2006/relationships/notesMaster" Target="/ppt/notesMasters/notesMaster1.xml" Id="R181f445974a84bc7"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69273f0d84204254" /><Relationship Type="http://schemas.openxmlformats.org/officeDocument/2006/relationships/notesMaster" Target="/ppt/notesMasters/notesMaster1.xml" Id="R2912884b47ed44a3"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34580e36c50f47d4" /><Relationship Type="http://schemas.openxmlformats.org/officeDocument/2006/relationships/notesMaster" Target="/ppt/notesMasters/notesMaster1.xml" Id="R8b19ee80ca3b4d38"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3105e512e4cf4986" /><Relationship Type="http://schemas.openxmlformats.org/officeDocument/2006/relationships/notesMaster" Target="/ppt/notesMasters/notesMaster1.xml" Id="Redb0ce9bcb0440dd"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b33e62e90bee45e6" /><Relationship Type="http://schemas.openxmlformats.org/officeDocument/2006/relationships/notesMaster" Target="/ppt/notesMasters/notesMaster1.xml" Id="R2ecb6cea25194bb1"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ac5d2c4f2dd046ab" /><Relationship Type="http://schemas.openxmlformats.org/officeDocument/2006/relationships/notesMaster" Target="/ppt/notesMasters/notesMaster1.xml" Id="R375fd27e5fa04dfb"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abdd0ea1bf50473e" /><Relationship Type="http://schemas.openxmlformats.org/officeDocument/2006/relationships/notesMaster" Target="/ppt/notesMasters/notesMaster1.xml" Id="R09449cf6c4834a7f"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2edc9d18b9ff4143" /><Relationship Type="http://schemas.openxmlformats.org/officeDocument/2006/relationships/notesMaster" Target="/ppt/notesMasters/notesMaster1.xml" Id="Rb28505be1a584994"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b906f40794484ace" /><Relationship Type="http://schemas.openxmlformats.org/officeDocument/2006/relationships/notesMaster" Target="/ppt/notesMasters/notesMaster1.xml" Id="Rc382f4b0ddee4e53"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f6bf0db2ee9c49fd" /><Relationship Type="http://schemas.openxmlformats.org/officeDocument/2006/relationships/notesMaster" Target="/ppt/notesMasters/notesMaster1.xml" Id="Rbfe41356d44c449a"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b20c9b878920444e" /><Relationship Type="http://schemas.openxmlformats.org/officeDocument/2006/relationships/notesMaster" Target="/ppt/notesMasters/notesMaster1.xml" Id="R37c776a8fa7147b7"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ce5a3067468e49f1" /><Relationship Type="http://schemas.openxmlformats.org/officeDocument/2006/relationships/notesMaster" Target="/ppt/notesMasters/notesMaster1.xml" Id="Rea5e7fa827ba4ce9"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7a09bdf44bda470b" /><Relationship Type="http://schemas.openxmlformats.org/officeDocument/2006/relationships/notesMaster" Target="/ppt/notesMasters/notesMaster1.xml" Id="R1c90b87a92de402f"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80a6402d391345b5" /><Relationship Type="http://schemas.openxmlformats.org/officeDocument/2006/relationships/notesMaster" Target="/ppt/notesMasters/notesMaster1.xml" Id="R39e4c086ac1e42b8"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2d5ad70ac57944f4" /><Relationship Type="http://schemas.openxmlformats.org/officeDocument/2006/relationships/notesMaster" Target="/ppt/notesMasters/notesMaster1.xml" Id="R4ac5a5d814ee440f"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b364ba9420974854" /><Relationship Type="http://schemas.openxmlformats.org/officeDocument/2006/relationships/notesMaster" Target="/ppt/notesMasters/notesMaster1.xml" Id="Re187a195d1654db8"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e1845e1f43e04dbb" /><Relationship Type="http://schemas.openxmlformats.org/officeDocument/2006/relationships/notesMaster" Target="/ppt/notesMasters/notesMaster1.xml" Id="R2cabe032680840f8"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240090deeba24b48" /><Relationship Type="http://schemas.openxmlformats.org/officeDocument/2006/relationships/notesMaster" Target="/ppt/notesMasters/notesMaster1.xml" Id="R9207d3fb788d40ea"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3b01d56d3d9b4eb6" /><Relationship Type="http://schemas.openxmlformats.org/officeDocument/2006/relationships/notesMaster" Target="/ppt/notesMasters/notesMaster1.xml" Id="R1bbcbbf20dd64066"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29fda6c27a8646c1" /><Relationship Type="http://schemas.openxmlformats.org/officeDocument/2006/relationships/notesMaster" Target="/ppt/notesMasters/notesMaster1.xml" Id="R20d13870cba543d0"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f212b9369a5b445e" /><Relationship Type="http://schemas.openxmlformats.org/officeDocument/2006/relationships/notesMaster" Target="/ppt/notesMasters/notesMaster1.xml" Id="R9135e6d2072c46e0"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71c477493df04ab3" /><Relationship Type="http://schemas.openxmlformats.org/officeDocument/2006/relationships/notesMaster" Target="/ppt/notesMasters/notesMaster1.xml" Id="R438e2ae666064c78"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8ca3034c8d954f7c" /><Relationship Type="http://schemas.openxmlformats.org/officeDocument/2006/relationships/notesMaster" Target="/ppt/notesMasters/notesMaster1.xml" Id="Rcf05bbfabdfd42ae"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358c848cb7fd4d9b" /><Relationship Type="http://schemas.openxmlformats.org/officeDocument/2006/relationships/notesMaster" Target="/ppt/notesMasters/notesMaster1.xml" Id="R015c500cfbd04912"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9584722bc7cc456a" /><Relationship Type="http://schemas.openxmlformats.org/officeDocument/2006/relationships/notesMaster" Target="/ppt/notesMasters/notesMaster1.xml" Id="Rbdb64b74cf00405e"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aad53d91c8864716" /><Relationship Type="http://schemas.openxmlformats.org/officeDocument/2006/relationships/notesMaster" Target="/ppt/notesMasters/notesMaster1.xml" Id="R17b788c1f09948ba"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6cc2749bf60a4a72" /><Relationship Type="http://schemas.openxmlformats.org/officeDocument/2006/relationships/notesMaster" Target="/ppt/notesMasters/notesMaster1.xml" Id="Ra53980b0d6394966"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66416640a4cc411d" /><Relationship Type="http://schemas.openxmlformats.org/officeDocument/2006/relationships/notesMaster" Target="/ppt/notesMasters/notesMaster1.xml" Id="R034e88e4be214ca1"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a64cfc035f0c4074" /><Relationship Type="http://schemas.openxmlformats.org/officeDocument/2006/relationships/notesMaster" Target="/ppt/notesMasters/notesMaster1.xml" Id="R34c0ac7644574308"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f0c3ffa1bc32473b" /><Relationship Type="http://schemas.openxmlformats.org/officeDocument/2006/relationships/notesMaster" Target="/ppt/notesMasters/notesMaster1.xml" Id="Rfd7c6b6c7e8c4592"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0a6b4511858f4026" /><Relationship Type="http://schemas.openxmlformats.org/officeDocument/2006/relationships/notesMaster" Target="/ppt/notesMasters/notesMaster1.xml" Id="Re2f5c6e20c114d33"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a9364012888c49af" /><Relationship Type="http://schemas.openxmlformats.org/officeDocument/2006/relationships/notesMaster" Target="/ppt/notesMasters/notesMaster1.xml" Id="R4f2e535acf774b6f"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d2d2a58c9c7d4e72" /><Relationship Type="http://schemas.openxmlformats.org/officeDocument/2006/relationships/notesMaster" Target="/ppt/notesMasters/notesMaster1.xml" Id="R081086cee72144e6"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2fb3d2e707e74acc" /><Relationship Type="http://schemas.openxmlformats.org/officeDocument/2006/relationships/notesMaster" Target="/ppt/notesMasters/notesMaster1.xml" Id="R7604950be2e3452b"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df550f9a3f104b38" /><Relationship Type="http://schemas.openxmlformats.org/officeDocument/2006/relationships/notesMaster" Target="/ppt/notesMasters/notesMaster1.xml" Id="R7244279e391b4983"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25904d07bfd04c4b" /><Relationship Type="http://schemas.openxmlformats.org/officeDocument/2006/relationships/notesMaster" Target="/ppt/notesMasters/notesMaster1.xml" Id="Re49cd1b1e3af450b"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b7deb7fea62a411d" /><Relationship Type="http://schemas.openxmlformats.org/officeDocument/2006/relationships/notesMaster" Target="/ppt/notesMasters/notesMaster1.xml" Id="Re324dd492deb465f"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5608afabf4374328" /><Relationship Type="http://schemas.openxmlformats.org/officeDocument/2006/relationships/notesMaster" Target="/ppt/notesMasters/notesMaster1.xml" Id="R815f7deeac0e48dc"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1eacb40f8bdc411d" /><Relationship Type="http://schemas.openxmlformats.org/officeDocument/2006/relationships/notesMaster" Target="/ppt/notesMasters/notesMaster1.xml" Id="R79303a85f64049da"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f90a4cf66acf4161" /><Relationship Type="http://schemas.openxmlformats.org/officeDocument/2006/relationships/notesMaster" Target="/ppt/notesMasters/notesMaster1.xml" Id="R3cfa0a8e496c496c"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f1885297bd7a420c" /><Relationship Type="http://schemas.openxmlformats.org/officeDocument/2006/relationships/notesMaster" Target="/ppt/notesMasters/notesMaster1.xml" Id="R0f605de876b4489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S37의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많이 담아도 같은 근거를 똑같이 쓰는가?</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S40으로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S39; production/preview/act2/S39.png.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AI가 필요한 코드를 찾았다는 것을 무엇으로 확인할까?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S39에서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S41의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S41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S40; production/preview/act2/S40.png.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필요한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S39–40의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S41; production/preview/act2/S41.png.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AGENTS.md에는 무엇을 남길까?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 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S43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S43, 문서 접근의 관찰과 한계는 S44–47에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정보를 지우지 않고 위치를 나누기</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S44–47에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S43 또는 production/preview/full/S43.png, production/preview/act2/S43.png를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서로 다른 두 Task가 무엇을 읽을까?</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S45–47.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S45–47의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Crop Task에서 관찰한 접근</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S45 정적 화면으로 보여준다. 입력창 Screenshot이나 실행 로그처럼 꾸미지 않는다. 현재 제품에서 명령을 실행하지 않고 전체 접근 로그를 읽지 않는다. Task B의 접근 차이는 S47에서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회수·S47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S45 또는 production/preview/act2/S45.png가 발표 기본 경로다. 동일한 Full S45·ACT2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의존성 질문은 설정과 소스로 답했다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S44의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S46; production/preview/act2/S46.png.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Task별 접근은 달랐지만 완벽하지는 않다</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S47 또는 production/preview/full/S47.png를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Context 정리에서 확인한 네 가지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 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 “정보를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S48; production/preview/act2/S48.png.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지식은 정리됐지만 절차는 반복된다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S50으로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S48의 성과를 반복 해설하지 않고 수행 방법을 누가 유지할지 질문한다. Transition4 뒤 Q&amp;A6은 팀의 반복되는 방법을 묻고 마지막20초에 다음 기록으로 넘어간다. 두 실제 요청의 대응 기록은 S50에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S50에서 기록의 반복 구조를 확인한다.</a:t>
            </a:r>
          </a:p>
          <a:p xmlns:a="http://schemas.openxmlformats.org/drawingml/2006/main">
            <a:r>
              <a:t/>
            </a:r>
          </a:p>
          <a:p xmlns:a="http://schemas.openxmlformats.org/drawingml/2006/main">
            <a:r>
              <a:t>Audience Interaction: Q&amp;A6分은 팀에서 반복하는 작업 방법을 묻는다. S47의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S50으로 handoff한다.</a:t>
            </a:r>
          </a:p>
          <a:p xmlns:a="http://schemas.openxmlformats.org/drawingml/2006/main">
            <a:r>
              <a:t/>
            </a:r>
          </a:p>
          <a:p xmlns:a="http://schemas.openxmlformats.org/drawingml/2006/main">
            <a:r>
              <a:t>Fallback: LOCAL STATIC ARTIFACT — production/ACT_2.pptx의 S49 또는 production/preview/act2/S49.png를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S55의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S57에서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S57/S58보다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S55 회수0.5, 재사용 방법0.75, 이번 근거·답1, 채택/보류와 S57 연결0.75. 지연 시 지침 원문과 세 질문을 전부 낭독하지 않는다. 허용된 보류와 실제 결과의 구분은 생략하지 않고3분에 S57으로 이동한다.</a:t>
            </a:r>
          </a:p>
          <a:p xmlns:a="http://schemas.openxmlformats.org/drawingml/2006/main">
            <a:r>
              <a:t/>
            </a:r>
          </a:p>
          <a:p xmlns:a="http://schemas.openxmlformats.org/drawingml/2006/main">
            <a:r>
              <a:t>Fallback: LOCAL STATIC ARTIFACT — production/ACT_3.pptx의 S56, production/preview/act3/S56.png 및 production/preview/full/S56.png.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밝기 통계 계산의 성능 개선 후보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S58은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S57에는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S58의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S57, production/preview/act3/S57.png 및 production/preview/full/S57.png.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변경의 시간·메모리·동작 확인</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S57에서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S58, production/preview/act3/S58.png 및 production/preview/full/S58.png.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한 Agent 조사와 Subagent 역할 분리</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S58의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S60의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S60에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밝기 통계 작업을 나누지 않은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“S59의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S59에서는 성능·빌드·테스트 조사가 서로 기다리지 않아도 된다고 가정했다. 이제 S57/S58의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S57에서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S58에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S59의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S59의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Lecture1분(S59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S61로 이동한다.</a:t>
            </a:r>
          </a:p>
          <a:p xmlns:a="http://schemas.openxmlformats.org/drawingml/2006/main">
            <a:r>
              <a:t/>
            </a:r>
          </a:p>
          <a:p xmlns:a="http://schemas.openxmlformats.org/drawingml/2006/main">
            <a:r>
              <a:t>Fallback: LOCAL STATIC ARTIFACT — production/ACT_3.pptx의 S60, production/preview/act3/S60.png 및 production/preview/full/S60.png.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이번 Context와 다시 쓸 지식</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S60에서는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S62에서는 실제 Demo 지식이 이미 어디에 있었는지와 별도 후보 유무를 확인한다.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S62에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S60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S62로 이동한다.</a:t>
            </a:r>
          </a:p>
          <a:p xmlns:a="http://schemas.openxmlformats.org/drawingml/2006/main">
            <a:r>
              <a:t/>
            </a:r>
          </a:p>
          <a:p xmlns:a="http://schemas.openxmlformats.org/drawingml/2006/main">
            <a:r>
              <a:t>Fallback: LOCAL STATIC ARTIFACT — production/ACT_3.pptx의 S61, production/preview/act3/S61.png 및 production/preview/full/S61.png.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실제 Demo 지식의 원래 출처</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“S61의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S61의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밝기 통계 작업에 쓰인 구성의 역할</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“S62에서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S62의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S54/S55에서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S58처럼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CAPTURED 정적 기본 경로 — S62의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S64에서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S54–S58의 지침·수치 설명을 반복하지 않는다. 실제3분 리허설은 UNVERIFIED다.</a:t>
            </a:r>
          </a:p>
          <a:p xmlns:a="http://schemas.openxmlformats.org/drawingml/2006/main">
            <a:r>
              <a:t/>
            </a:r>
          </a:p>
          <a:p xmlns:a="http://schemas.openxmlformats.org/drawingml/2006/main">
            <a:r>
              <a:t>Fallback: LOCAL STATIC ARTIFACT — production/ACT_3.pptx의 S63, production/preview/act3/S63.png 및 production/preview/full/S63.png.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함께 작동하는 작업 환경, Harness</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“S63의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Lecture) S63의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‘Repository 밖에서 적용되는 조건도 있지 않을까요?’로 S65를 연다. 제품이나 새 명령을 실행하지 않는다.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S63의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 S66에서 C++ 프로젝트의 명세·빌드·검증·성능 조건에 같은 Engineering Pattern을 연결한다. 이 장에 CMake·하드웨어 도구 목록을 추가하지 않는다.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S63/STATE-04-PERF의 AGENTS.md·docs·Skill·tests·benchmark와 기록된 입력/실행 조건을 같은 도식에 대응하는 CAPTURED 정적 요약이다. 실제 실행 캡처가 아니며 제품·Agent·benchmark·Demo repository를 실행하거나 새 Trial을 만들지 않는다. S63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실제 구성 회수0.5, 실행 환경1, 사람의 검토1, 전체 운영 모델·범위1.5. Demo2분: 실제 자료/기록 대응1.5, 저장소 밖 조건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S64, production/preview/act3/S64.png 및 production/preview/full/S64.png.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저장소여도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저장소여도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“S64의 실행 환경은 같은 Repository 파일만으로 모두 정해질까요?”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S64의 실행 조건을 회수한다. 위 도식에서 같은 Repository의 코드·AGENTS.md·문서와 외부의 전역 지침/Skills·모델/설정·권한이 한 실행에 적용되는 관계를 짚는다. 점선의 ‘적용 확인’은 실제 세션에서 무엇이 적용됐는지 확인하라는 뜻이다. 조건 두 개를 비교 실행한 실험이나 과거 Trial의 정확한 파일 트리가 아니다.</a:t>
            </a:r>
          </a:p>
          <a:p xmlns:a="http://schemas.openxmlformats.org/drawingml/2006/main">
            <a:r>
              <a:t>2. (1:00–2:00 / Lecture) TRIAL-006에 전역 Skills4개 포함과 시작 경고가 보존됐다는 관찰만 짧게 회수한다. 경고가 실제 Hook/MCP 실행이나 작업 기여를 증명하지 않으며 전체 설정·권한의 감사도 아니다. 결과를 Prompt만의 효과로 분리할 수 없었다는 한계를 남긴다. 이 관찰로 평가·보고를 어떻게 바꿨는지는 ACT4 S80–S84의 다른 질문으로 남긴다.</a:t>
            </a:r>
          </a:p>
          <a:p xmlns:a="http://schemas.openxmlformats.org/drawingml/2006/main">
            <a:r>
              <a:t>3. (2:00–3:00 / Lecture) 이번 장의 실무 판단은 결과와 함께 실제 적용 지침·입력·설정/권한·실행 조건을 남기자는 것이다. 구체 명령이나 새 환경 설정을 지정하지 않는다. OS/runtime도 기록할 조건이며 각 조건의 독립적 효과는 미입증이다. S66에서 같은 확인 기준을 C++ 검사 업무로 옮긴다.</a:t>
            </a:r>
          </a:p>
          <a:p xmlns:a="http://schemas.openxmlformats.org/drawingml/2006/main">
            <a:r>
              <a:t/>
            </a:r>
          </a:p>
          <a:p xmlns:a="http://schemas.openxmlformats.org/drawingml/2006/main">
            <a:r>
              <a:t>Evidence / Source: plan/DEMO_MATRIX.md의 STEP07 DEMO ENVIRONMENT AUDIT AND DECISION UPDATE / TRIAL-006 Impact 및 Global Harness Inventory, Meta Claim Status Table; plan/CLAIM_FREEZE.md의 TRIAL-006→DEC-0016→TRIAL-007/008 경계; DEC-0016/0021/0062/0077; BEAT-033/036; DEMO-04B. OBSERVED_META / TEACHING_MODEL. 과거 Codex CLI0.154.0 기록이며 현재 호스트 설정을 다시 감사한 것이 아니다. 메인 관찰 줄은 TRIAL-006으로 한정하고 후속007/008 기록은 기존 불일치·부분 범위를 보존한다.; DEC-0080.</a:t>
            </a:r>
          </a:p>
          <a:p xmlns:a="http://schemas.openxmlformats.org/drawingml/2006/main">
            <a:r>
              <a:t/>
            </a:r>
          </a:p>
          <a:p xmlns:a="http://schemas.openxmlformats.org/drawingml/2006/main">
            <a:r>
              <a:t>Claim Boundary: OBSERVED_META / TEACHING_MODEL — 상단은 실행 조건의 관계도, 아래는 보존된 실제 관찰 요약과 해석의 한계다. 동일 저장소의 통제된 두 환경 비교나 인과 실험이 아니다. 전역 지침 파일의 존재·문서화된 발견 규칙과 완전한 주입 원문의 직접 관찰을 구분한다. Hook 경고는 Hook 실행·소스 변경의 증거가 아니며 MCP 시작 오류는 MCP task call/result 사용의 증거가 아니다. TRIAL-007의 보고/stderr 불일치를 해결한 것으로 표현하지 않는다. 전체 환경 inventory·개별 설정/권한의 인과효과·Prompt/Skill 우월성·현재 제품/계정 지원을 확정하지 않는다. 실제 Product State·측정 결과·Demo 역할은 유지한다.</a:t>
            </a:r>
          </a:p>
          <a:p xmlns:a="http://schemas.openxmlformats.org/drawingml/2006/main">
            <a:r>
              <a:t/>
            </a:r>
          </a:p>
          <a:p xmlns:a="http://schemas.openxmlformats.org/drawingml/2006/main">
            <a:r>
              <a:t>Beginner Explanation: 저장소 안의 코드와 프로젝트 안내가 같아도, Agent가 시작할 때 적용된 개인 지침·설정과 허용 범위는 함께 확인해야 한다. 시작 중 경고를 봤다는 사실만으로 그 도구가 일을 했거나 답을 바꿨다고 판단할 수는 없다.</a:t>
            </a:r>
          </a:p>
          <a:p xmlns:a="http://schemas.openxmlformats.org/drawingml/2006/main">
            <a:r>
              <a:t/>
            </a:r>
          </a:p>
          <a:p xmlns:a="http://schemas.openxmlformats.org/drawingml/2006/main">
            <a:r>
              <a:t>Advanced Insight: 적용 지침·모델/설정·권한·OS/runtime을 결과와 함께 기록하고 존재/로딩/실행/결과 기여를 구분한다. TRIAL-006의 bounded correctness·benchmark 관찰은 보존하면서 Prompt-only attribution을 PARTIAL로 유지한다. 현재 설정 파일을 과거 세션의 완전한 snapshot으로 소급하지 않는다. 전역 영향을 알아냈다는 사실만으로 전체 환경을 포착하거나 Trial 품질이 향상됐다고 주장하지 않는다. 세부 보존 범위: TRIAL-006은 전역 Skills4개 포함, Hook 구성 경고, MCP 연결/인증 시작 문제가 있었으나 Hook 실행·소스 변경이나 MCP 작업 결과 기여는 입증하지 않는다. 전역 지침 주입 원문 전체는 별도 보존되지 않았다. TRIAL-007 보고/stderr 불일치와 TRIAL-008의 부분적 영향 기록은 S80–S84에서 다룬다.</a:t>
            </a:r>
          </a:p>
          <a:p xmlns:a="http://schemas.openxmlformats.org/drawingml/2006/main">
            <a:r>
              <a:t/>
            </a:r>
          </a:p>
          <a:p xmlns:a="http://schemas.openxmlformats.org/drawingml/2006/main">
            <a:r>
              <a:t>C++ Vision Bridge: 같은 C++ Repository라도 Toolchain, 권한, runtime 조건이 다를 수 있다는 정도로만 잇는다. 구체적 빌드·검증 도구 선택과 명세 전이는 S66에서 회수한다.</a:t>
            </a:r>
          </a:p>
          <a:p xmlns:a="http://schemas.openxmlformats.org/drawingml/2006/main">
            <a:r>
              <a:t/>
            </a:r>
          </a:p>
          <a:p xmlns:a="http://schemas.openxmlformats.org/drawingml/2006/main">
            <a:r>
              <a:t>Demo Operation: Lecture3분의 정적 보조 도식 — Repository → Agent와 외부 조건 → 적용 확인의 선을 읽고, 아래 실제 관찰 → 해석의 한계로 이동한다. Meta 이중선 프레임을 유지한다. DEMO-04B의 ACT4 상세 Timeline·보고 불일치를 여기서 재강의하거나 추가 Demo 시간으로 계산하지 않는다. 제품·Agent·Demo repository를 실행하지 않으며 현재 설정/권한을 변경하거나 새 Trial을 만들지 않는다.</a:t>
            </a:r>
          </a:p>
          <a:p xmlns:a="http://schemas.openxmlformats.org/drawingml/2006/main">
            <a:r>
              <a:t/>
            </a:r>
          </a:p>
          <a:p xmlns:a="http://schemas.openxmlformats.org/drawingml/2006/main">
            <a:r>
              <a:t>Audience Interaction: ‘코드가 같다는 사실만으로, 같은 조건에서 실행했다고 말할 수 있을까요?’를 잠시 생각하게 한 뒤 외부 조건의 적용 기록으로 회수한다. 필수 실습·공개 답변·별도 Q&amp;A 시간은 추가하지 않는다.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Repository/외부 조건 관계1, 보존 관찰과 인과 한계1, 기록할 조건과 C++ 전이1. Hook/MCP 정의·오류 목록·후속 Trial 연혁은 여기서 열지 않는다. 실제 리허설은 UNVERIFIED다.</a:t>
            </a:r>
          </a:p>
          <a:p xmlns:a="http://schemas.openxmlformats.org/drawingml/2006/main">
            <a:r>
              <a:t/>
            </a:r>
          </a:p>
          <a:p xmlns:a="http://schemas.openxmlformats.org/drawingml/2006/main">
            <a:r>
              <a:t>Fallback: LOCAL STATIC ARTIFACT — production/ACT_3.pptx의 S65, production/preview/act3/S65.png 및 production/preview/full/S65.png. 관계도·보존 기록 요약이며 raw 실행 캡처가 아니다. Lecture 보조 Preview로 기존32개 Demo fallback inventory에 추가하지 않는다. 파일 대조는 production/evaluation/S65_EXTERNAL_CONDITIONS_REVISION.md를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밝기 통계의 판단을 C++ 검사에 적용하기</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밝기 통계의 판단을 C++ 검사에 적용하기</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“S65에서 본 실행 조건까지 고려하면, 밝기 통계 Demo의 세 기준을 우리 C++ 검사 업무에 어떻게 적용할까요?”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S65의 ‘같은 코드여도 실행 조건을 확인한다’를 회수하고 우리 검사 업무로 전이한다. 위의 기존 삽화는 카메라·영상·처리·결과의 교육용 파이프라인이며 실제 회사 장비·C++ 구현 화면이 아니다. 아래 세 행은 이 파이프라인 전체에 적용할 기준이지 그림의 세 단계에 각각 하나씩 배당하는 순서가 아니다.</a:t>
            </a:r>
          </a:p>
          <a:p xmlns:a="http://schemas.openxmlformats.org/drawingml/2006/main">
            <a:r>
              <a:t>2. (0:45–1:45) 명세 행을 왼쪽에서 오른쪽으로 읽는다. 밝기 통계에서는 출력6항목의 동작을 보존했다. C++ 검사에서는 ROI 좌표 범위·픽셀값 범위·입출력 명세를 프로젝트 문서와 코드에서 확인하고 보존할 기준으로 정한다. 구체적 범위·임계값·알고리즘은 이 자료가 새로 확정하지 않는다.</a:t>
            </a:r>
          </a:p>
          <a:p xmlns:a="http://schemas.openxmlformats.org/drawingml/2006/main">
            <a:r>
              <a:t>3. (1:45–2:45) 수행 방법 행을 읽는다. 실제 Demo의 기준선 확보·해당 경로 조사·변경·같은 조건 비교를 검사 모듈에도 적용하는 패턴이다. 바꿀 경로와 가설을 먼저 확인하고 최소 변경 뒤 동작·회귀를 확인해 동일 조건에서 비교한다. 성능 Skill이 답을 주거나 Python 구현을 그대로 복사한다는 의미가 아니다.</a:t>
            </a:r>
          </a:p>
          <a:p xmlns:a="http://schemas.openxmlformats.org/drawingml/2006/main">
            <a:r>
              <a:t>4. (2:45–4:00) 검증 근거 행을 읽는다. Demo의 테스트와 기록된 실행시간·Python 할당 피크를 C++ 업무의 동작·회귀·통합 검사와 적합한 성능 측정 근거에 대응한다. 도구 이름이 아니라 무엇을 확인할지를 먼저 고른다. GoogleTest/CTest·통합 테스트·benchmark/profiler는 예시이며 실제 팀 표준을 확인해야 한다. Python tracemalloc 수치를 C++ 메모리/RSS 기준으로 옮기거나 같은 성능 개선을 보장하지 않는다.</a:t>
            </a:r>
          </a:p>
          <a:p xmlns:a="http://schemas.openxmlformats.org/drawingml/2006/main">
            <a:r>
              <a:t>5. (4:00–4:40) 마지막 입력·빌드·장비 조건을 짚는다. 비교할 입력, 빌드 모드/옵션, 실행 장비와 권한·runtime 같은 조건을 실제 프로젝트에서 확인·기록한다. Release build도 승인된 기존 예시일 뿐 어떤 명령·컴파일러·장비 구성을 여기서 지정하거나 검증한 것은 아니다. S65의 조건 확인을 C++ 작업에 연결한다.</a:t>
            </a:r>
          </a:p>
          <a:p xmlns:a="http://schemas.openxmlformats.org/drawingml/2006/main">
            <a:r>
              <a:t>6. (4:40–5:00) 세 기준을 옮기는 것이며 실제 C++ Trial이나 회사 성과가 아니라는 범위를 회수한다. 다음 S67에서는 이 중 자기 업무에서 먼저 정리할 반복 한 가지와 검토·갱신 책임을 고르게 한다.</a:t>
            </a:r>
          </a:p>
          <a:p xmlns:a="http://schemas.openxmlformats.org/drawingml/2006/main">
            <a:r>
              <a:t/>
            </a:r>
          </a:p>
          <a:p xmlns:a="http://schemas.openxmlformats.org/drawingml/2006/main">
            <a:r>
              <a:t>Evidence / Source: BEAT-036; CLM-0016/0017/0030; OQ-011; DEC-0062/0078; plan/DEMO_MATRIX.md의 TRIAL-008·STATE-04-PERF 실제 동작 보존·수행 절차·검증 기록; repository 성능 Skill. TEACHING_MODEL. 삽화 출처: prototype/image-illustration-pilot/assets/S53.png, built-in image_gen,2026-10-18; 프롬프트: prototype/image-illustration-pilot/PROMPTS.md. 승인된 이미지 bytes·crop(top0.08/bottom0.12)을 유지하고 화면 배치/크기만 조정한다. 실제 화면·현장 사진·C++ 관찰 자료가 아니다.</a:t>
            </a:r>
          </a:p>
          <a:p xmlns:a="http://schemas.openxmlformats.org/drawingml/2006/main">
            <a:r>
              <a:t/>
            </a:r>
          </a:p>
          <a:p xmlns:a="http://schemas.openxmlformats.org/drawingml/2006/main">
            <a:r>
              <a:t>Claim Boundary: TEACHING_MODEL — 왼쪽은 보존된 밝기 통계 Demo의 기준 요약, 오른쪽은 C++ 검사 업무에 대입할 교육용 질문과 적용 방향이다. 실제 C++ 구현·테스트 실행·회사 장비·성능 결과는 없다. ROI·픽셀 명세와 빌드·장비·도구 선택은 팀에서 확인하며 구체적 Windows/shell/IDE/hardware 지시를 추가하려면 별도 검증한다. 측정 수치·알고리즘·Skill 효과를 다른 언어/장비에 그대로 이전하지 않는다. 기존 이미지의 범위와 단독 Harness/Skill 인과효과 미입증 경계를 유지한다.</a:t>
            </a:r>
          </a:p>
          <a:p xmlns:a="http://schemas.openxmlformats.org/drawingml/2006/main">
            <a:r>
              <a:t/>
            </a:r>
          </a:p>
          <a:p xmlns:a="http://schemas.openxmlformats.org/drawingml/2006/main">
            <a:r>
              <a:t>Beginner Explanation: 먼저 무엇을 지킬지 정하고, 어떻게 조사·변경할지 정하며, 무엇을 확인해야 완료인지 정한다. Python 밝기 통계에서 사용한 이 세 기준을 C++ 검사 모듈의 명세·일하는 절차·확인 근거에 대입한다. 입력과 빌드·장비 조건도 함께 확인한다.</a:t>
            </a:r>
          </a:p>
          <a:p xmlns:a="http://schemas.openxmlformats.org/drawingml/2006/main">
            <a:r>
              <a:t/>
            </a:r>
          </a:p>
          <a:p xmlns:a="http://schemas.openxmlformats.org/drawingml/2006/main">
            <a:r>
              <a:t>Advanced Insight: Project Context→알고리즘/입출력 명세·빌드/하드웨어 가정, 반복 절차→대상 경로의 기준선/가설/변경/회귀/동일 조건 비교, unittest·benchmark script→팀의 적합한 동작/통합/성능 근거로 대응한다. 도구와 측정량은 실제 프로젝트에 맞춰 선택하고 동작 동등성·측정 조건·미확인 범위를 함께 검토한다. Python 할당 피크는 C++ 메모리 지표로 직접 이전할 근거가 아니다.</a:t>
            </a:r>
          </a:p>
          <a:p xmlns:a="http://schemas.openxmlformats.org/drawingml/2006/main">
            <a:r>
              <a:t/>
            </a:r>
          </a:p>
          <a:p xmlns:a="http://schemas.openxmlformats.org/drawingml/2006/main">
            <a:r>
              <a:t>C++ Vision Bridge: PRIMARY — 화면 전체가 세 기준의 C++ 적용이다. unittest→GoogleTest/CTest 또는 통합 검사, benchmark script→benchmark/profiler는 기존 예시이며 권장 도구를 새로 확정하지 않는다. 빌드 모드·장비 가정·ROI/픽셀 명세·회귀 기준과 팀 표준을 확인한다.</a:t>
            </a:r>
          </a:p>
          <a:p xmlns:a="http://schemas.openxmlformats.org/drawingml/2006/main">
            <a:r>
              <a:t/>
            </a:r>
          </a:p>
          <a:p xmlns:a="http://schemas.openxmlformats.org/drawingml/2006/main">
            <a:r>
              <a:t>Demo Operation: Lecture5분의 정적 전이 도식 — 기존 승인된 검사 파이프라인 삽화를 짚은 뒤 명세/수행 방법/검증 근거를 각 행의 Demo→C++ 순서로 대응한다. 마지막 실행 조건을 회수하고 S67로 이동한다. 실제 C++ 결과 화면처럼 말하지 않는다. 제품·Agent·Demo repository·컴파일러·테스트·benchmark를 실행하거나 새 Trial을 만들지 않는다. Demo 시간을 추가하지 않는다.</a:t>
            </a:r>
          </a:p>
          <a:p xmlns:a="http://schemas.openxmlformats.org/drawingml/2006/main">
            <a:r>
              <a:t/>
            </a:r>
          </a:p>
          <a:p xmlns:a="http://schemas.openxmlformats.org/drawingml/2006/main">
            <a:r>
              <a:t>Audience Interaction: ‘우리 검사 코드에서 출력6항목 보존에 해당하는 명세는 무엇일까요?’를 짧게 생각하게 하고 ROI·픽셀·입출력 조건의 실제 확인으로 회수한다. 정답이나 팀별 수치를 즉석에서 만들어 주지 않으며 필수 실습·공개 답변·별도 Q&amp;A 시간을 추가하지 않는다.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S65/삽화 연결0.75, 명세1, 수행 방법1, 검증 근거1.25, 실행 조건0.67, 적용 범위/전환0.33. 지연 시 도구 이름과 측정량 상세 설명을 줄이고 세 행의 대응·입력/빌드/장비 조건·교육용 범위는 유지한다.5분에 S67로 이동한다. 실제 리허설은 UNVERIFIED다.</a:t>
            </a:r>
          </a:p>
          <a:p xmlns:a="http://schemas.openxmlformats.org/drawingml/2006/main">
            <a:r>
              <a:t/>
            </a:r>
          </a:p>
          <a:p xmlns:a="http://schemas.openxmlformats.org/drawingml/2006/main">
            <a:r>
              <a:t>Fallback: LOCAL STATIC ARTIFACT — production/ACT_3.pptx의 S66, production/preview/act3/S66.png 및 production/preview/full/S66.png. 교육용 전이 도식·승인된 AI 삽화이며 실제 C++ 실행 캡처가 아니다. Lecture 보조 Preview로 기존32개 Demo fallback inventory에는 추가하지 않는다. 파일 대조는 production/evaluation/S66_CPP_TRANSFER_REVISION.md를 따른다. 실제 발표 PC 재생은 UNVERIFIED다.</a:t>
            </a:r>
          </a:p>
          <a:p xmlns:a="http://schemas.openxmlformats.org/drawingml/2006/main">
            <a:r>
              <a:t/>
            </a:r>
          </a:p>
          <a:p xmlns:a="http://schemas.openxmlformats.org/drawingml/2006/main">
            <a:r>
              <a:t>Validation Status: ALIGNED — DEC-0078의19필드·Lecture5분·TEACHING_MODEL·기존 이미지와 실제/교육용 적용 경계를 정렬했다. 최종 패키지/PNG/내장 Notes 대조는 production/evaluation/S66_CPP_TRANSFER_REVISION.md에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업무에서 먼저 정리할 한 가지</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업무에서 먼저 정리할 한 가지</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“S66의 기준을 우리 업무에 대입하면, 어떤 반복 한 가지를 먼저 정리하고 어디에 두며 누가 유지하면 좋을까요?”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Reflection, R1) S66에서 명세·수행 방법·검증 근거를 C++ 검사 업무에 대입했다. 이제 자기 업무에서 반복되는 정보·절차·검증 근거를 떠올리게 한다. 화면의 세 후보는 같은 비중이며 특정 유형을 정답으로 고르지 않는다. 필기·파일 작성·저장소 수정·발표는 요구하지 않는다.</a:t>
            </a:r>
          </a:p>
          <a:p xmlns:a="http://schemas.openxmlformats.org/drawingml/2006/main">
            <a:r>
              <a:t>2. (0:30–1:30 / Reflection, R1) ‘하나만 선택’을 짚고 현재 반복 비용이나 혼란이 큰 한 가지를 조용히 고르게 한다. 세 후보가 모이는 선은 선택지를 뜻하며 세 종류를 전부 합치거나 새 시스템을 만들라는 뜻이 아니다. 아직 고르지 못해도 강제로 답을 정하지 않는다.</a:t>
            </a:r>
          </a:p>
          <a:p xmlns:a="http://schemas.openxmlformats.org/drawingml/2006/main">
            <a:r>
              <a:t>3. (1:30–2:15 / Reflection, R1) ‘어디에 둘까?’를 짚는다. 이미 관리되는 원래 출처와 팀의 흐름을 먼저 확인한다. 프로젝트 문서·재사용 수행 방법·날짜가 있는 검증 기록은 위치를 생각할 예시이며 정보 종류와 특정 파일을 배타적으로 고정하지 않는다. 이 시간에 새 문서·Skill·Memory를 만들지 않는다.</a:t>
            </a:r>
          </a:p>
          <a:p xmlns:a="http://schemas.openxmlformats.org/drawingml/2006/main">
            <a:r>
              <a:t>4. (2:15–3:00 / Reflection, R1) ‘누가 검토·갱신할까?’를 짚고 역할 또는 사람을 생각하게 한다. 검토자와 갱신 담당은 같은 사람일 수도 있다. 결정할 수 없으면 미확정으로 남기며 청중의 팀 역할을 대신 배정하지 않는다.</a:t>
            </a:r>
          </a:p>
          <a:p xmlns:a="http://schemas.openxmlformats.org/drawingml/2006/main">
            <a:r>
              <a:t>5. (3:00–8:00 / Q&amp;A, R2) 공유는 선택이며 질문을 받는다. 답변은 선택한 반복·둘 위치·검토/갱신 책임으로 회수한다. 기능 개수를 늘리는 방향이나 특정 도구를 정답으로 유도하지 않는다. 질문이 없으면 ‘이미 관리되는 출처가 있나요?’, ‘기준이나 측정 조건이 바뀌면 누가 확인하나요?’로 대화를 열거나 조용히 생각할 시간을 준다.8분에 답변을 마치고 초과 질문은 후속 확인으로 남긴다.</a:t>
            </a:r>
          </a:p>
          <a:p xmlns:a="http://schemas.openxmlformats.org/drawingml/2006/main">
            <a:r>
              <a:t>6. (8:00–10:00 / Transition, R3) ‘위치와 담당을 생각했다면, 다시 확인할 때는?’을 짚는다. 선택한 자료가 다음 작업에도 쓰이는 동안 어떤 기준 변화가 검토를 요구할지 떠올리게 한다. 실제 담당을 정했다고 취급하지 않는다. 실제 STATE-04-PERF 성공은 S68에서 짧게 보존하고, 그다음 별도 가상 사례에서 유지 문제를 살펴본다. 성공을 다시 자세히 설명하거나 가상 변화의 결과를 먼저 말하지 않는다.</a:t>
            </a:r>
          </a:p>
          <a:p xmlns:a="http://schemas.openxmlformats.org/drawingml/2006/main">
            <a:r>
              <a:t/>
            </a:r>
          </a:p>
          <a:p xmlns:a="http://schemas.openxmlformats.org/drawingml/2006/main">
            <a:r>
              <a:t>Evidence / Source: STATE-04-PERF의 보존된 성공; DEC-0018/0021/0062/0079; BEAT-035–038; INV-VERIFY-001; INV-DELIVERY-001. TEACHING_MODEL / 개인 성찰 운영 질문이다. 실제 청중 답변·팀별 운영 결정·추가 기능의 효과를 수집하거나 관찰한 결과가 아니다.; DEC-0080.</a:t>
            </a:r>
          </a:p>
          <a:p xmlns:a="http://schemas.openxmlformats.org/drawingml/2006/main">
            <a:r>
              <a:t/>
            </a:r>
          </a:p>
          <a:p xmlns:a="http://schemas.openxmlformats.org/drawingml/2006/main">
            <a:r>
              <a:t>Claim Boundary: TEACHING_MODEL — 반복 한 가지와 위치·유지 책임을 생각하는 질문이다. 필수 실습·공개 답변·저장소 변경이 아니며 정답이나 팀별 선택을 만들어 주지 않는다. 새 문서·Skill·Subagent·Memory 추가를 전제하지 않는다. 보존된 실제 성공을 실패한 Harness로 재해석하거나 다음 ACT의 개념적 변화를 실제 Product failure로 말하지 않는다. R1/R2/R3는 정적 화면에서 발표자가 초점을 옮기는 운영 구분이며 Native animation·실제 리허설 검증이 아니다.</a:t>
            </a:r>
          </a:p>
          <a:p xmlns:a="http://schemas.openxmlformats.org/drawingml/2006/main">
            <a:r>
              <a:t/>
            </a:r>
          </a:p>
          <a:p xmlns:a="http://schemas.openxmlformats.org/drawingml/2006/main">
            <a:r>
              <a:t>Beginner Explanation: 매번 다시 찾는 정보, 다시 설명하는 순서, 완료를 확인할 근거 중 하나를 고른다. 그것을 어디에서 관리하고 누가 확인·수정할지 생각한다. 지금 직접 만들거나 발표할 필요는 없다.</a:t>
            </a:r>
          </a:p>
          <a:p xmlns:a="http://schemas.openxmlformats.org/drawingml/2006/main">
            <a:r>
              <a:t/>
            </a:r>
          </a:p>
          <a:p xmlns:a="http://schemas.openxmlformats.org/drawingml/2006/main">
            <a:r>
              <a:t>Advanced Insight: 새 구조를 추가하기 전에 원래 출처·재사용 비용·검증 요구를 확인하고 위치와 유지 책임을 함께 본다. 담당은 역할로 생각해도 되며 검토와 갱신을 반드시 다른 사람에게 배정할 필요는 없다. 기능 수를 늘리는 답으로 유도하지 않고 프로젝트 변경 시 가정·내용의 재확인 필요만 연다.</a:t>
            </a:r>
          </a:p>
          <a:p xmlns:a="http://schemas.openxmlformats.org/drawingml/2006/main">
            <a:r>
              <a:t/>
            </a:r>
          </a:p>
          <a:p xmlns:a="http://schemas.openxmlformats.org/drawingml/2006/main">
            <a:r>
              <a:t>C++ Vision Bridge: S66의 프로젝트별 명세·수행 방법·완료 근거를 청중 자신의 업무로 가져오는 contextual cue다. 별도 C++ 삽화나 도구 목록·구현 지시를 추가하지 않는다.</a:t>
            </a:r>
          </a:p>
          <a:p xmlns:a="http://schemas.openxmlformats.org/drawingml/2006/main">
            <a:r>
              <a:t/>
            </a:r>
          </a:p>
          <a:p xmlns:a="http://schemas.openxmlformats.org/drawingml/2006/main">
            <a:r>
              <a:t>Demo Operation: 정적 성찰 화면이다. R1은 세 후보→하나 선택→위치/담당 질문, R2는 선택적 Q&amp;A, R3는 다시 확인할 시점으로 초점을 옮긴다. 정적 화면 전체가 보이며 Native animation·제품 실행·새 Trial은 없다. 실제 성공과 별도 가상 사례의 경계는 유지한다.</a:t>
            </a:r>
          </a:p>
          <a:p xmlns:a="http://schemas.openxmlformats.org/drawingml/2006/main">
            <a:r>
              <a:t/>
            </a:r>
          </a:p>
          <a:p xmlns:a="http://schemas.openxmlformats.org/drawingml/2006/main">
            <a:r>
              <a:t>Audience Interaction: Reflection3분은 개인적으로 생각하고 공유는 선택이다. Q&amp;A5분에는 질문이 없을 때 ‘선택한 한 가지는 이미 어디에 있나요?’, ‘누가 검토하고 어떤 변화가 생기면 갱신하나요?’를 예비 질문으로 쓴다. 답이 없거나 담당이 미정이어도 미확정으로 두며 실습·즉석 산출물을 요구하지 않는다.8분에 cutoff하고 마지막2분을 전환으로 보호한다.</a:t>
            </a:r>
          </a:p>
          <a:p xmlns:a="http://schemas.openxmlformats.org/drawingml/2006/main">
            <a:r>
              <a:t/>
            </a:r>
          </a:p>
          <a:p xmlns:a="http://schemas.openxmlformats.org/drawingml/2006/main">
            <a:r>
              <a:t>Transition: “남길 위치와 검토·갱신 역할을 생각해 봤습니다. 이제 확인한 성공을 기준점으로 두고, 그 방법을 계속 맞게 유지하는 문제로 넘어가겠습니다.”</a:t>
            </a:r>
          </a:p>
          <a:p xmlns:a="http://schemas.openxmlformats.org/drawingml/2006/main">
            <a:r>
              <a:t/>
            </a:r>
          </a:p>
          <a:p xmlns:a="http://schemas.openxmlformats.org/drawingml/2006/main">
            <a:r>
              <a:t>Time Management: Reflection3분(연결0.5, 하나 선택1, 위치0.75, 검토/갱신0.75) → Q&amp;A5분 → Transition2분.8분에 Q&amp;A를 마치고10분에 S68로 이동한다. 지연 시 예시와 도구 설명을 줄이며 선택·위치·책임 및 실제 성공/가상 변화 경계는 유지한다. 실제10분 리허설은 UNVERIFIED다.</a:t>
            </a:r>
          </a:p>
          <a:p xmlns:a="http://schemas.openxmlformats.org/drawingml/2006/main">
            <a:r>
              <a:t/>
            </a:r>
          </a:p>
          <a:p xmlns:a="http://schemas.openxmlformats.org/drawingml/2006/main">
            <a:r>
              <a:t>Fallback: LOCAL STATIC ARTIFACT — production/ACT_3.pptx의 S67, production/preview/act3/S67.png 및 production/preview/full/S67.png. 정적 성찰/대화 화면이며 실제 청중 답변·제품 실행 캡처가 아니다. 기존32개 Demo fallback inventory에는 추가하지 않는다. 파일 대조는 production/evaluation/S67_REFLECTION_OWNERSHIP_REVISION.md를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확인한 성공을 유지하려면</a:t>
            </a:r>
          </a:p>
          <a:p xmlns:a="http://schemas.openxmlformats.org/drawingml/2006/main">
            <a:r>
              <a:t/>
            </a:r>
          </a:p>
          <a:p xmlns:a="http://schemas.openxmlformats.org/drawingml/2006/main">
            <a:r>
              <a:t>Slide ID: S68</a:t>
            </a:r>
          </a:p>
          <a:p xmlns:a="http://schemas.openxmlformats.org/drawingml/2006/main">
            <a:r>
              <a:t/>
            </a:r>
          </a:p>
          <a:p xmlns:a="http://schemas.openxmlformats.org/drawingml/2006/main">
            <a:r>
              <a:t>Working Title: 확인한 성공을 유지하려면</a:t>
            </a:r>
          </a:p>
          <a:p xmlns:a="http://schemas.openxmlformats.org/drawingml/2006/main">
            <a:r>
              <a:t/>
            </a:r>
          </a:p>
          <a:p xmlns:a="http://schemas.openxmlformats.org/drawingml/2006/main">
            <a:r>
              <a:t>ACT / Section: ACT 4 / 4A  WORKING HARNESS CALLBACK</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3분 + Reflection 1분</a:t>
            </a:r>
          </a:p>
          <a:p xmlns:a="http://schemas.openxmlformats.org/drawingml/2006/main">
            <a:r>
              <a:t/>
            </a:r>
          </a:p>
          <a:p xmlns:a="http://schemas.openxmlformats.org/drawingml/2006/main">
            <a:r>
              <a:t>Primary Message: STATE-04-PERF는 bounded task에서 검증된 성공이다. 뒤에 나올 stale 사례는 별도의 개념 사례다.</a:t>
            </a:r>
          </a:p>
          <a:p xmlns:a="http://schemas.openxmlformats.org/drawingml/2006/main">
            <a:r>
              <a:t/>
            </a:r>
          </a:p>
          <a:p xmlns:a="http://schemas.openxmlformats.org/drawingml/2006/main">
            <a:r>
              <a:t>Opening Question: “앞서 정리한 정보와 절차는, 어떤 변화가 생겼을 때 다시 검토해야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 Lecture) S67에서 위치·검토/갱신 역할을 생각했다는 점을 회수한다. 실제 밝기 통계는 출력6항목·전체 테스트11/11·같은 조건의 측정/guard를 확인한 성공으로 마쳤다고 짧게 남긴다. S58의 수치나 명령을 다시 풀어 설명하지 않는다.</a:t>
            </a:r>
          </a:p>
          <a:p xmlns:a="http://schemas.openxmlformats.org/drawingml/2006/main">
            <a:r>
              <a:t>2. (0:45–2:15 / Lecture) 기록된 성공은 그 입력·코드·환경과 검증 조건의 기준점이다. 이후 다른 조건에서도 맞는지까지 검증한 것은 아니다. 현재 성공을 실제 실패나 stale Harness 이력으로 바꾸지 않는다.</a:t>
            </a:r>
          </a:p>
          <a:p xmlns:a="http://schemas.openxmlformats.org/drawingml/2006/main">
            <a:r>
              <a:t>3. (2:15–3:00 / Lecture) 이번 ACT는 현재 기준과 재사용 지침을 계속 맞게 유지하고, 바꿨다면 다시 확인하는 문제를 다룬다고 안내한다. 완성 Loop나 가상 사례의 답을 먼저 제시하지 않는다.</a:t>
            </a:r>
          </a:p>
          <a:p xmlns:a="http://schemas.openxmlformats.org/drawingml/2006/main">
            <a:r>
              <a:t>4. (3:00–4:00 / Reflection) S67에서 떠올린 한 가지에 대해 어떤 기준/환경 변화가 담당자의 재검토를 요구할지 조용히 생각하게 한다. 앞 장의 위치·담당 선택을 다시 시키거나 답변/산출물을 요구하지 않는다. 다음 S69부터 별도 가상 사례가 시작된다.</a:t>
            </a:r>
          </a:p>
          <a:p xmlns:a="http://schemas.openxmlformats.org/drawingml/2006/main">
            <a:r>
              <a:t/>
            </a:r>
          </a:p>
          <a:p xmlns:a="http://schemas.openxmlformats.org/drawingml/2006/main">
            <a:r>
              <a:t>Evidence / Source: STATE-04-PERF / bounded image_statistics evidence; DEC-0021/0062/0080; BEAT-037/038.</a:t>
            </a:r>
          </a:p>
          <a:p xmlns:a="http://schemas.openxmlformats.org/drawingml/2006/main">
            <a:r>
              <a:t/>
            </a:r>
          </a:p>
          <a:p xmlns:a="http://schemas.openxmlformats.org/drawingml/2006/main">
            <a:r>
              <a:t>Claim Boundary: OBSERVED_PRODUCT callback이다. 기록된 task·코드·입력·runtime·host·검증 조건에 한정한다. 이후 변화/실패를 관찰한 것이 아니며 유지 문제의 질문과 실제 결과를 구분한다.</a:t>
            </a:r>
          </a:p>
          <a:p xmlns:a="http://schemas.openxmlformats.org/drawingml/2006/main">
            <a:r>
              <a:t/>
            </a:r>
          </a:p>
          <a:p xmlns:a="http://schemas.openxmlformats.org/drawingml/2006/main">
            <a:r>
              <a:t>Beginner Explanation: 이번 작업의 성공을 기준으로 남기고, 어떤 조건 변화가 다시 확인할 신호가 되는지 생각한다.</a:t>
            </a:r>
          </a:p>
          <a:p xmlns:a="http://schemas.openxmlformats.org/drawingml/2006/main">
            <a:r>
              <a:t/>
            </a:r>
          </a:p>
          <a:p xmlns:a="http://schemas.openxmlformats.org/drawingml/2006/main">
            <a:r>
              <a:t>Advanced Insight: 검증된 한 상태와 지속적인 유효성은 다르다. 이 차이가 별도 개념 사례를 여는 이유이며 실제 Product history는 연장하지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추가 실행 없이 세 성공 근거를 짧게 회수하고 유지 문제로 이동한다. 과거 수치를 성과 발표처럼 반복하지 않는다.</a:t>
            </a:r>
          </a:p>
          <a:p xmlns:a="http://schemas.openxmlformats.org/drawingml/2006/main">
            <a:r>
              <a:t/>
            </a:r>
          </a:p>
          <a:p xmlns:a="http://schemas.openxmlformats.org/drawingml/2006/main">
            <a:r>
              <a:t>Audience Interaction: Reflection1분: 앞에서 고른 자료에 어떤 변화가 생기면 다시 확인할지 생각한다. 기록·공개 답변은 요구하지 않는다.</a:t>
            </a:r>
          </a:p>
          <a:p xmlns:a="http://schemas.openxmlformats.org/drawingml/2006/main">
            <a:r>
              <a:t/>
            </a:r>
          </a:p>
          <a:p xmlns:a="http://schemas.openxmlformats.org/drawingml/2006/main">
            <a:r>
              <a:t>Transition: “이 성공은 그대로 남기겠습니다. 별도의 가상 프로젝트에서 기준과 재사용 절차가 처음에는 맞았던 상태부터 보겠습니다.”</a:t>
            </a:r>
          </a:p>
          <a:p xmlns:a="http://schemas.openxmlformats.org/drawingml/2006/main">
            <a:r>
              <a:t/>
            </a:r>
          </a:p>
          <a:p xmlns:a="http://schemas.openxmlformats.org/drawingml/2006/main">
            <a:r>
              <a:t>Time Management: Lecture3분(성공 회수0.75, 적용 범위1.5, 유지 문제0.75) + Reflection1분. 실제4분 운영은 UNVERIFIED다.</a:t>
            </a:r>
          </a:p>
          <a:p xmlns:a="http://schemas.openxmlformats.org/drawingml/2006/main">
            <a:r>
              <a:t/>
            </a:r>
          </a:p>
          <a:p xmlns:a="http://schemas.openxmlformats.org/drawingml/2006/main">
            <a:r>
              <a:t>Fallback: LOCAL STATIC ARTIFACT — production/ACT_4.pptx의 S68, production/preview/act4/S68.png 및 production/preview/full/S68.png.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처음에는 기준과 재사용 절차가 맞았다</a:t>
            </a:r>
          </a:p>
          <a:p xmlns:a="http://schemas.openxmlformats.org/drawingml/2006/main">
            <a:r>
              <a:t/>
            </a:r>
          </a:p>
          <a:p xmlns:a="http://schemas.openxmlformats.org/drawingml/2006/main">
            <a:r>
              <a:t>Slide ID: S69</a:t>
            </a:r>
          </a:p>
          <a:p xmlns:a="http://schemas.openxmlformats.org/drawingml/2006/main">
            <a:r>
              <a:t/>
            </a:r>
          </a:p>
          <a:p xmlns:a="http://schemas.openxmlformats.org/drawingml/2006/main">
            <a:r>
              <a:t>Working Title: 처음에는 기준과 재사용 절차가 맞았다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(VISUAL)</a:t>
            </a:r>
          </a:p>
          <a:p xmlns:a="http://schemas.openxmlformats.org/drawingml/2006/main">
            <a:r>
              <a:t/>
            </a:r>
          </a:p>
          <a:p xmlns:a="http://schemas.openxmlformats.org/drawingml/2006/main">
            <a:r>
              <a:t>Primary Message: 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 “프로젝트 기준과 다시 읽을 작업 지침은 현재 같은 범위를 말하고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VISUAL Demo) 실제 graypipe 이력과 별개인 가상 사례를 시작한다. Workflow는 재사용할 수행 절차이며 앞에서는 그 역할을 Skill로 관리했다고 연결한다. 같은 graypipe Skill 파일이나 같은 사건이라는 뜻은 아니다.</a:t>
            </a:r>
          </a:p>
          <a:p xmlns:a="http://schemas.openxmlformats.org/drawingml/2006/main">
            <a:r>
              <a:t>2. (0:30–1:30 / VISUAL Demo) 왼쪽 프로젝트 문서의 현재 기준과 오른쪽 다음 작업이 읽을 재사용 지침을 각각 짚는다. 둘 다 단위 테스트를 대상으로 한다는 정상 출발 가정이다. 두 소제목은 서로 다른 출처이며 하나의 문장으로 읽지 않는다.</a:t>
            </a:r>
          </a:p>
          <a:p xmlns:a="http://schemas.openxmlformats.org/drawingml/2006/main">
            <a:r>
              <a:t>3. (1:30–2:00 / VISUAL Demo) 현재 기준에 맞춰 검토해 둔 절차라는 가정을 남긴다. 누가 실제로 파일을 검토했다는 사건을 만들어 넣지 않고 다음 프로젝트 변화로 넘긴다.</a:t>
            </a:r>
          </a:p>
          <a:p xmlns:a="http://schemas.openxmlformats.org/drawingml/2006/main">
            <a:r>
              <a:t/>
            </a:r>
          </a:p>
          <a:p xmlns:a="http://schemas.openxmlformats.org/drawingml/2006/main">
            <a:r>
              <a:t>Evidence / Source: DEMO-04A / constructed starting condition / DEC-0021/0027/0080 / BEAT-038; no Trial.</a:t>
            </a:r>
          </a:p>
          <a:p xmlns:a="http://schemas.openxmlformats.org/drawingml/2006/main">
            <a:r>
              <a:t/>
            </a:r>
          </a:p>
          <a:p xmlns:a="http://schemas.openxmlformats.org/drawingml/2006/main">
            <a:r>
              <a:t>Claim Boundary: CONCEPTUAL. 앞선 Skill과 역할을 연결한 설명이며 동일 파일·동일 사건·실제 검토/실행/테스트 결과가 아니다.</a:t>
            </a:r>
          </a:p>
          <a:p xmlns:a="http://schemas.openxmlformats.org/drawingml/2006/main">
            <a:r>
              <a:t/>
            </a:r>
          </a:p>
          <a:p xmlns:a="http://schemas.openxmlformats.org/drawingml/2006/main">
            <a:r>
              <a:t>Beginner Explanation: 프로젝트에서 지금 요구하는 범위와 다음 작업에 다시 쓸 지침을 나란히 비교한다.</a:t>
            </a:r>
          </a:p>
          <a:p xmlns:a="http://schemas.openxmlformats.org/drawingml/2006/main">
            <a:r>
              <a:t/>
            </a:r>
          </a:p>
          <a:p xmlns:a="http://schemas.openxmlformats.org/drawingml/2006/main">
            <a:r>
              <a:t>Advanced Insight: 구현으로서의 Skill과 일반적인 재사용 Workflow를 구분한다. 원래 맞던 지침도 프로젝트 기준이 바뀌면 다시 검토해야 한다.</a:t>
            </a:r>
          </a:p>
          <a:p xmlns:a="http://schemas.openxmlformats.org/drawingml/2006/main">
            <a:r>
              <a:t/>
            </a:r>
          </a:p>
          <a:p xmlns:a="http://schemas.openxmlformats.org/drawingml/2006/main">
            <a:r>
              <a:t>C++ Vision Bridge: 실제 C++ 프로젝트에서도 검증 기준/구조가 바뀔 수 있다는 맥락만 유지한다. 별도 구현/명령을 추가하지 않는다.</a:t>
            </a:r>
          </a:p>
          <a:p xmlns:a="http://schemas.openxmlformats.org/drawingml/2006/main">
            <a:r>
              <a:t/>
            </a:r>
          </a:p>
          <a:p xmlns:a="http://schemas.openxmlformats.org/drawingml/2006/main">
            <a:r>
              <a:t>Demo Operation: CONCEPTUAL 정적 도식. 용어 연결 한 줄→왼쪽 현재 기준→오른쪽 지침→같다는 관계 순으로 가리킨다. 명령·실행 결과는 없다.</a:t>
            </a:r>
          </a:p>
          <a:p xmlns:a="http://schemas.openxmlformats.org/drawingml/2006/main">
            <a:r>
              <a:t/>
            </a:r>
          </a:p>
          <a:p xmlns:a="http://schemas.openxmlformats.org/drawingml/2006/main">
            <a:r>
              <a:t>Audience Interaction: 두 범위의 일치만 눈으로 비교한다. 응답·실습을 요구하지 않는다.</a:t>
            </a:r>
          </a:p>
          <a:p xmlns:a="http://schemas.openxmlformats.org/drawingml/2006/main">
            <a:r>
              <a:t/>
            </a:r>
          </a:p>
          <a:p xmlns:a="http://schemas.openxmlformats.org/drawingml/2006/main">
            <a:r>
              <a:t>Transition: “현재 기준에 맞춰 둔 절차입니다. 프로젝트의 검증 기준이 넓어지면, 검토·갱신 담당은 무엇을 다시 봐야 할까요?”</a:t>
            </a:r>
          </a:p>
          <a:p xmlns:a="http://schemas.openxmlformats.org/drawingml/2006/main">
            <a:r>
              <a:t/>
            </a:r>
          </a:p>
          <a:p xmlns:a="http://schemas.openxmlformats.org/drawingml/2006/main">
            <a:r>
              <a:t>Time Management: VISUAL Demo2분: 사례/용어0.5, 두 출처와 범위1, 정상 출발/변화 질문0.5. 실제 리허설은 UNVERIFIED다.</a:t>
            </a:r>
          </a:p>
          <a:p xmlns:a="http://schemas.openxmlformats.org/drawingml/2006/main">
            <a:r>
              <a:t/>
            </a:r>
          </a:p>
          <a:p xmlns:a="http://schemas.openxmlformats.org/drawingml/2006/main">
            <a:r>
              <a:t>Fallback: LOCAL STATIC ARTIFACT — production/ACT_4.pptx의 S69, production/preview/act4/S69.png 및 production/preview/full/S69.png.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Project는 바뀌고 Workflow는 남았다</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“프로젝트 기준이 바뀌면, 검토·갱신 담당은 어떤 지침을 다시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정당한 요구 변화와 재사용 지침의 미갱신을 구분한다. S67의 검토·갱신 역할을 회수한다. 기준이 바뀌었다는 신호를 받은 담당이 원래 프로젝트 문서와 이 지침을 대조해야 하는 상황을 생각한다. 실제 회사의 담당자나 발생 사건을 확정하지 않는다.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 DEC-0080.</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S70와 production/preview/act4/S70.png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“차이는 확인했습니다. 이번 요청만 보정하는 것과, 다음 작업이 읽을 지침까지 바꾸는 것은 어떻게 다를까요?”</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이번 요청과 다음 작업의 지침</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이번 요청과 다음 작업의 지침</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Case 3분</a:t>
            </a:r>
          </a:p>
          <a:p xmlns:a="http://schemas.openxmlformats.org/drawingml/2006/main">
            <a:r>
              <a:t/>
            </a:r>
          </a:p>
          <a:p xmlns:a="http://schemas.openxmlformats.org/drawingml/2006/main">
            <a:r>
              <a:t>Primary Message: 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 “이번 요청을 보정하면, 다음 작업이 읽을 지침까지 달라질까요?”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왼쪽 이번 요청에 ‘통합 테스트도 확인해 줘’를 적는 가능한 대응을 읽는다. 실제 실행이나 복구 성공을 보여주는 프롬프트 캡처가 아니다.</a:t>
            </a:r>
          </a:p>
          <a:p xmlns:a="http://schemas.openxmlformats.org/drawingml/2006/main">
            <a:r>
              <a:t>2. (1:00–2:00 / Case) 오른쪽 다음 작업이 읽을 Workflow에는 단위 테스트 지시만 남을 수 있음을 비교한다. 요청 보정과 지침의 검토·갱신은 서로 다른 출처에 대한 조치다.</a:t>
            </a:r>
          </a:p>
          <a:p xmlns:a="http://schemas.openxmlformats.org/drawingml/2006/main">
            <a:r>
              <a:t>3. (2:00–3:00 / Case) 다음 작업까지 바꾸려면 재사용 출처를 검토해야 하지만 어떤 것을 수정할지는 원인을 확인한 뒤 판단한다고 회수한다. S72에서 확인할 기록을 먼저 고른다.</a:t>
            </a:r>
          </a:p>
          <a:p xmlns:a="http://schemas.openxmlformats.org/drawingml/2006/main">
            <a:r>
              <a:t/>
            </a:r>
          </a:p>
          <a:p xmlns:a="http://schemas.openxmlformats.org/drawingml/2006/main">
            <a:r>
              <a:t>Evidence / Source: DEMO-04A / conceptual response comparison / DEC-0080; no execution result.</a:t>
            </a:r>
          </a:p>
          <a:p xmlns:a="http://schemas.openxmlformats.org/drawingml/2006/main">
            <a:r>
              <a:t/>
            </a:r>
          </a:p>
          <a:p xmlns:a="http://schemas.openxmlformats.org/drawingml/2006/main">
            <a:r>
              <a:t>Claim Boundary: 가능한 요청 보정과 남아 있는 지침의 가상 비교다. 실제 실행·복구·누락·PASS/FAIL 결과가 아니다.</a:t>
            </a:r>
          </a:p>
          <a:p xmlns:a="http://schemas.openxmlformats.org/drawingml/2006/main">
            <a:r>
              <a:t/>
            </a:r>
          </a:p>
          <a:p xmlns:a="http://schemas.openxmlformats.org/drawingml/2006/main">
            <a:r>
              <a:t>Beginner Explanation: 이번 요청에 더 쓴 내용은 다른 작업의 기본 지침을 자동으로 고치지 않는다.</a:t>
            </a:r>
          </a:p>
          <a:p xmlns:a="http://schemas.openxmlformats.org/drawingml/2006/main">
            <a:r>
              <a:t/>
            </a:r>
          </a:p>
          <a:p xmlns:a="http://schemas.openxmlformats.org/drawingml/2006/main">
            <a:r>
              <a:t>Advanced Insight: Task-level workaround와 durable instruction change를 구분하고, 원인 확인 없이 파일을 고치지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요청 상자와 별도 재사용 지침 상자를 비교한다. 실제 제품 입력창 캡처나 Agent 실행이 아니다.</a:t>
            </a:r>
          </a:p>
          <a:p xmlns:a="http://schemas.openxmlformats.org/drawingml/2006/main">
            <a:r>
              <a:t/>
            </a:r>
          </a:p>
          <a:p xmlns:a="http://schemas.openxmlformats.org/drawingml/2006/main">
            <a:r>
              <a:t>Audience Interaction: 이번 요청과 다음 지침의 차이를 눈으로 비교한다. 별도 응답·실습은 요구하지 않는다.</a:t>
            </a:r>
          </a:p>
          <a:p xmlns:a="http://schemas.openxmlformats.org/drawingml/2006/main">
            <a:r>
              <a:t/>
            </a:r>
          </a:p>
          <a:p xmlns:a="http://schemas.openxmlformats.org/drawingml/2006/main">
            <a:r>
              <a:t>Transition: “어디를 고치기 전에, 실제로 어떤 기준과 지침을 썼는지부터 확인하겠습니다.”</a:t>
            </a:r>
          </a:p>
          <a:p xmlns:a="http://schemas.openxmlformats.org/drawingml/2006/main">
            <a:r>
              <a:t/>
            </a:r>
          </a:p>
          <a:p xmlns:a="http://schemas.openxmlformats.org/drawingml/2006/main">
            <a:r>
              <a:t>Time Management: Case3분: 요청1, 남은 지침1, 원인 확인으로 연결1. 실제 리허설은 UNVERIFIED다.</a:t>
            </a:r>
          </a:p>
          <a:p xmlns:a="http://schemas.openxmlformats.org/drawingml/2006/main">
            <a:r>
              <a:t/>
            </a:r>
          </a:p>
          <a:p xmlns:a="http://schemas.openxmlformats.org/drawingml/2006/main">
            <a:r>
              <a:t>Fallback: LOCAL STATIC ARTIFACT — production/ACT_4.pptx의 S71, production/preview/act4/S71.png 및 production/preview/full/S71.png.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원인을 고르기 전에 확인할 기록</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원인을 고르기 전에 확인할 기록</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(CAPTURED)</a:t>
            </a:r>
          </a:p>
          <a:p xmlns:a="http://schemas.openxmlformats.org/drawingml/2006/main">
            <a:r>
              <a:t/>
            </a:r>
          </a:p>
          <a:p xmlns:a="http://schemas.openxmlformats.org/drawingml/2006/main">
            <a:r>
              <a:t>Primary Message: 현재 프로젝트 기준·참조한 재사용 지침·실행 환경/권한·제품 코드/검사 기록을 먼저 확인하고 원인을 선택한다. 증상만으로 수정 대상을 확정하지 않는다.</a:t>
            </a:r>
          </a:p>
          <a:p xmlns:a="http://schemas.openxmlformats.org/drawingml/2006/main">
            <a:r>
              <a:t/>
            </a:r>
          </a:p>
          <a:p xmlns:a="http://schemas.openxmlformats.org/drawingml/2006/main">
            <a:r>
              <a:t>Opening Question: “검증이 충분한지 판단하려면 어떤 기록이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CAPTURED Demo) S71의 요청 보정에서 원인 확인으로 이동한다. 화면은 실제 문제라면 확인할 기록을 설계한 개념 도식이며 실행 증거가 아니다.</a:t>
            </a:r>
          </a:p>
          <a:p xmlns:a="http://schemas.openxmlformats.org/drawingml/2006/main">
            <a:r>
              <a:t>2. (0:30–1:30 / CAPTURED Demo) 현재 프로젝트 문서/명세, 실제로 읽은 재사용 지침, 명령·권한·실행 조건, 코드 변경과 검사 결과를 네 조사 대상으로 짚는다. Tool의 실행·실패 여부도 실제 기록이 있어야 판단한다. 고정 진단표나 한 증상/한 원인의 대응표가 아니다.</a:t>
            </a:r>
          </a:p>
          <a:p xmlns:a="http://schemas.openxmlformats.org/drawingml/2006/main">
            <a:r>
              <a:t>3. (1:30–2:00 / CAPTURED Demo) 현재 기준과 실제 실행 경로를 대조해야 한다고 회수한다. 원인이나 변경 대상을 선택하지 않고 S73에서 가정과 원인 가설을 분리한다.</a:t>
            </a:r>
          </a:p>
          <a:p xmlns:a="http://schemas.openxmlformats.org/drawingml/2006/main">
            <a:r>
              <a:t/>
            </a:r>
          </a:p>
          <a:p xmlns:a="http://schemas.openxmlformats.org/drawingml/2006/main">
            <a:r>
              <a:t>Evidence / Source: DEMO-11 / DEMO-04A; BEAT-043/044; CLM-0020/0029; INV-LOOP-001; DEC-0080.</a:t>
            </a:r>
          </a:p>
          <a:p xmlns:a="http://schemas.openxmlformats.org/drawingml/2006/main">
            <a:r>
              <a:t/>
            </a:r>
          </a:p>
          <a:p xmlns:a="http://schemas.openxmlformats.org/drawingml/2006/main">
            <a:r>
              <a:t>Claim Boundary: CONCEPTUAL / TEACHING_MODEL. 확인 대상의 설계이며 실제 실패·실행 로그·관찰 결과가 아니다. 원인은 기록을 대조해 확인해야 한다.</a:t>
            </a:r>
          </a:p>
          <a:p xmlns:a="http://schemas.openxmlformats.org/drawingml/2006/main">
            <a:r>
              <a:t/>
            </a:r>
          </a:p>
          <a:p xmlns:a="http://schemas.openxmlformats.org/drawingml/2006/main">
            <a:r>
              <a:t>Beginner Explanation: 어디를 고칠지 먼저 고르지 않고, 현재 기준과 실제 작업이 참고한 것을 확인한다.</a:t>
            </a:r>
          </a:p>
          <a:p xmlns:a="http://schemas.openxmlformats.org/drawingml/2006/main">
            <a:r>
              <a:t/>
            </a:r>
          </a:p>
          <a:p xmlns:a="http://schemas.openxmlformats.org/drawingml/2006/main">
            <a:r>
              <a:t>Advanced Insight: Context·Workflow·Environment/Permission·Tool·Product code가 각각 원인 후보일 수 있다. 목록 자체가 원인을 판정하지 않는다.</a:t>
            </a:r>
          </a:p>
          <a:p xmlns:a="http://schemas.openxmlformats.org/drawingml/2006/main">
            <a:r>
              <a:t/>
            </a:r>
          </a:p>
          <a:p xmlns:a="http://schemas.openxmlformats.org/drawingml/2006/main">
            <a:r>
              <a:t>C++ Vision Bridge: 빌드·환경·권한·프로젝트 코드도 서로 다른 조사 대상으로 확인하는 맥락만 유지한다.</a:t>
            </a:r>
          </a:p>
          <a:p xmlns:a="http://schemas.openxmlformats.org/drawingml/2006/main">
            <a:r>
              <a:t/>
            </a:r>
          </a:p>
          <a:p xmlns:a="http://schemas.openxmlformats.org/drawingml/2006/main">
            <a:r>
              <a:t>Demo Operation: DEMO-11의2분 정적 설명이다. 왼쪽 판단 질문에서 오른쪽 확인 대상 네 행으로 이동한다. CAPTURED는 보존된 교육용 설명 화면이며 raw execution capture가 아니다. 새 실행은 없다.</a:t>
            </a:r>
          </a:p>
          <a:p xmlns:a="http://schemas.openxmlformats.org/drawingml/2006/main">
            <a:r>
              <a:t/>
            </a:r>
          </a:p>
          <a:p xmlns:a="http://schemas.openxmlformats.org/drawingml/2006/main">
            <a:r>
              <a:t>Audience Interaction: 발표자가 질문을 회수한다. 추가 Q&amp;A·실습 시간을 만들지 않는다.</a:t>
            </a:r>
          </a:p>
          <a:p xmlns:a="http://schemas.openxmlformats.org/drawingml/2006/main">
            <a:r>
              <a:t/>
            </a:r>
          </a:p>
          <a:p xmlns:a="http://schemas.openxmlformats.org/drawingml/2006/main">
            <a:r>
              <a:t>Transition: “확인할 대상은 정했습니다. 이제 사례에 주어진 정보와 아직 확인하지 않은 원인 가설을 나누겠습니다.”</a:t>
            </a:r>
          </a:p>
          <a:p xmlns:a="http://schemas.openxmlformats.org/drawingml/2006/main">
            <a:r>
              <a:t/>
            </a:r>
          </a:p>
          <a:p xmlns:a="http://schemas.openxmlformats.org/drawingml/2006/main">
            <a:r>
              <a:t>Time Management: Demo2분: 조사로 전환0.5, 확인할 네 대상1, 정보/가설 구분으로 연결0.5. 기존 Demo 배정을 유지하며 실제 리허설은 UNVERIFIED다.</a:t>
            </a:r>
          </a:p>
          <a:p xmlns:a="http://schemas.openxmlformats.org/drawingml/2006/main">
            <a:r>
              <a:t/>
            </a:r>
          </a:p>
          <a:p xmlns:a="http://schemas.openxmlformats.org/drawingml/2006/main">
            <a:r>
              <a:t>Fallback: LOCAL STATIC ARTIFACT — production/ACT_4.pptx의 S72, production/preview/act4/S72.png 및 production/preview/full/S72.png.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주어진 정보와 원인 가설을 나눈다</a:t>
            </a:r>
          </a:p>
          <a:p xmlns:a="http://schemas.openxmlformats.org/drawingml/2006/main">
            <a:r>
              <a:t/>
            </a:r>
          </a:p>
          <a:p xmlns:a="http://schemas.openxmlformats.org/drawingml/2006/main">
            <a:r>
              <a:t>Slide ID: S73</a:t>
            </a:r>
          </a:p>
          <a:p xmlns:a="http://schemas.openxmlformats.org/drawingml/2006/main">
            <a:r>
              <a:t/>
            </a:r>
          </a:p>
          <a:p xmlns:a="http://schemas.openxmlformats.org/drawingml/2006/main">
            <a:r>
              <a:t>Working Title: 주어진 정보와 원인 가설을 나눈다</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Demo 1분 (CAPTURED)</a:t>
            </a:r>
          </a:p>
          <a:p xmlns:a="http://schemas.openxmlformats.org/drawingml/2006/main">
            <a:r>
              <a:t/>
            </a:r>
          </a:p>
          <a:p xmlns:a="http://schemas.openxmlformats.org/drawingml/2006/main">
            <a:r>
              <a:t>Primary Message: 가상 사례의 현재 기준과 재사용 지침 차이는 주어진 정보다. 그것이 실제 작업의 원인이라는 가설은 실행 경로와 참조 지침을 대조해 확인해야 한다.</a:t>
            </a:r>
          </a:p>
          <a:p xmlns:a="http://schemas.openxmlformats.org/drawingml/2006/main">
            <a:r>
              <a:t/>
            </a:r>
          </a:p>
          <a:p xmlns:a="http://schemas.openxmlformats.org/drawingml/2006/main">
            <a:r>
              <a:t>Opening Question: “지침이 다르다는 사실만으로 실제 문제의 원인까지 알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S72의 확인 대상 중 현재 기준과 재사용 지침을 사례에 대입한다. 왼쪽 단위+통합 기준과 단위만 지시하는 Workflow는 가상 설정에 주어진 정보다. 실제 Trial을 관찰한 결과가 아니다. 오른쪽 오래된 지침이 원인일 수 있다는 말은 아직 확인할 가설이다.</a:t>
            </a:r>
          </a:p>
          <a:p xmlns:a="http://schemas.openxmlformats.org/drawingml/2006/main">
            <a:r>
              <a:t>2. (1:00–2:00 / CAPTURED Demo) 두 출처의 차이와 원인 판단을 좌우로 분리해 짚는다. 실제 문제에서는 실행 경로와 실제로 읽은 지침을 대조해야 한다. 이 사례의 실행 기록을 만들거나 원인 확인이 끝났다고 주장하지 않는다. 다음 장은 원인이 확인됐다고 가정했을 때의 선택이다.</a:t>
            </a:r>
          </a:p>
          <a:p xmlns:a="http://schemas.openxmlformats.org/drawingml/2006/main">
            <a:r>
              <a:t/>
            </a:r>
          </a:p>
          <a:p xmlns:a="http://schemas.openxmlformats.org/drawingml/2006/main">
            <a:r>
              <a:t>Evidence / Source: DEMO-04A / DEMO-11; BEAT-043/044; CLM-0020/0029; INV-LOOP-001; DEC-0080.</a:t>
            </a:r>
          </a:p>
          <a:p xmlns:a="http://schemas.openxmlformats.org/drawingml/2006/main">
            <a:r>
              <a:t/>
            </a:r>
          </a:p>
          <a:p xmlns:a="http://schemas.openxmlformats.org/drawingml/2006/main">
            <a:r>
              <a:t>Claim Boundary: CONCEPTUAL / TEACHING_MODEL. 가상 전제·원인 가설·실제 확인을 분리한다. 원인 확인 결과나 확정 실패는 없다.</a:t>
            </a:r>
          </a:p>
          <a:p xmlns:a="http://schemas.openxmlformats.org/drawingml/2006/main">
            <a:r>
              <a:t/>
            </a:r>
          </a:p>
          <a:p xmlns:a="http://schemas.openxmlformats.org/drawingml/2006/main">
            <a:r>
              <a:t>Beginner Explanation: 기준이 다르다는 것과, 그것이 이번 작업의 원인이라는 것은 다른 질문이다.</a:t>
            </a:r>
          </a:p>
          <a:p xmlns:a="http://schemas.openxmlformats.org/drawingml/2006/main">
            <a:r>
              <a:t/>
            </a:r>
          </a:p>
          <a:p xmlns:a="http://schemas.openxmlformats.org/drawingml/2006/main">
            <a:r>
              <a:t>Advanced Insight: 증상·출처 간 차이·실제 선택된 instruction의 실행 기여를 구분한다. 확신 수준을 근거에 맞춰 남긴다.</a:t>
            </a:r>
          </a:p>
          <a:p xmlns:a="http://schemas.openxmlformats.org/drawingml/2006/main">
            <a:r>
              <a:t/>
            </a:r>
          </a:p>
          <a:p xmlns:a="http://schemas.openxmlformats.org/drawingml/2006/main">
            <a:r>
              <a:t>C++ Vision Bridge: 환경/권한/코드 문제도 별도 후보로 남긴다. 회사 장비나 제품의 원인을 판정하지 않는다.</a:t>
            </a:r>
          </a:p>
          <a:p xmlns:a="http://schemas.openxmlformats.org/drawingml/2006/main">
            <a:r>
              <a:t/>
            </a:r>
          </a:p>
          <a:p xmlns:a="http://schemas.openxmlformats.org/drawingml/2006/main">
            <a:r>
              <a:t>Demo Operation: Lecture1분 뒤 같은 정적 화면에서 DEMO-11의1분을 사용한다. 원인 확인을 실제로 실행하지 않는다.</a:t>
            </a:r>
          </a:p>
          <a:p xmlns:a="http://schemas.openxmlformats.org/drawingml/2006/main">
            <a:r>
              <a:t/>
            </a:r>
          </a:p>
          <a:p xmlns:a="http://schemas.openxmlformats.org/drawingml/2006/main">
            <a:r>
              <a:t>Audience Interaction: 발표자가 왼쪽 정보와 오른쪽 가설의 차이를 짧게 묻고 회수한다. 응답/실습은 요구하지 않는다.</a:t>
            </a:r>
          </a:p>
          <a:p xmlns:a="http://schemas.openxmlformats.org/drawingml/2006/main">
            <a:r>
              <a:t/>
            </a:r>
          </a:p>
          <a:p xmlns:a="http://schemas.openxmlformats.org/drawingml/2006/main">
            <a:r>
              <a:t>Transition: “실제로 조사해 Workflow가 원인임을 확인했다고 가정하면, 어느 출처를 바꾸는 편이 맞을까요?”</a:t>
            </a:r>
          </a:p>
          <a:p xmlns:a="http://schemas.openxmlformats.org/drawingml/2006/main">
            <a:r>
              <a:t/>
            </a:r>
          </a:p>
          <a:p xmlns:a="http://schemas.openxmlformats.org/drawingml/2006/main">
            <a:r>
              <a:t>Time Management: Lecture1분 + Demo1분(CAPTURED 정적 도식).2분에 다음 Case로 이동하며 실제 리허설은 UNVERIFIED다.</a:t>
            </a:r>
          </a:p>
          <a:p xmlns:a="http://schemas.openxmlformats.org/drawingml/2006/main">
            <a:r>
              <a:t/>
            </a:r>
          </a:p>
          <a:p xmlns:a="http://schemas.openxmlformats.org/drawingml/2006/main">
            <a:r>
              <a:t>Fallback: LOCAL STATIC ARTIFACT — production/ACT_4.pptx의 S73, production/preview/act4/S73.png 및 production/preview/full/S73.png.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확인한 원인에 맞춰 변경 대상을 고른다</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확인한 원인에 맞춰 변경 대상을 고른다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2분</a:t>
            </a:r>
          </a:p>
          <a:p xmlns:a="http://schemas.openxmlformats.org/drawingml/2006/main">
            <a:r>
              <a:t/>
            </a:r>
          </a:p>
          <a:p xmlns:a="http://schemas.openxmlformats.org/drawingml/2006/main">
            <a:r>
              <a:t>Primary Message: Workflow가 원인으로 확인됐다고 가정한 경우, 이번 요청 보정·전역 규칙 추가·원인 Workflow 갱신의 영향 범위를 비교해 원인에 맞는 출처를 선택한다.</a:t>
            </a:r>
          </a:p>
          <a:p xmlns:a="http://schemas.openxmlformats.org/drawingml/2006/main">
            <a:r>
              <a:t/>
            </a:r>
          </a:p>
          <a:p xmlns:a="http://schemas.openxmlformats.org/drawingml/2006/main">
            <a:r>
              <a:t>Opening Question: “원인이 확인됐다면, 어느 위치를 바꿔야 다음 작업에도 반영될까요?”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Case) ‘재사용 Workflow가 원인으로 확인됐다면’이라는 조건을 먼저 읽는다. 앞 장에서 실제 확인 결과를 얻었다는 뜻이 아니며 확인됐다는 조건의 대응 설계다.</a:t>
            </a:r>
          </a:p>
          <a:p xmlns:a="http://schemas.openxmlformats.org/drawingml/2006/main">
            <a:r>
              <a:t>2. (0:30–1:30 / Case) 이번 요청 보정은 현재 Task의 범위, 전역 규칙 추가는 넓은 중복/충돌 가능성, 원인 Workflow 갱신은 다음 작업이 읽을 절차를 바꾸는 조치임을 비교한다. Workflow가 항상 정답이라는 규칙을 만들지 않는다.</a:t>
            </a:r>
          </a:p>
          <a:p xmlns:a="http://schemas.openxmlformats.org/drawingml/2006/main">
            <a:r>
              <a:t>3. (1:30–2:00 / Case) 검토 담당은 확인한 원인과 수정 위치가 맞는지 본다. 그 조건이 지지하는 범위를 S75에서 구체적으로 검토·갱신한다.</a:t>
            </a:r>
          </a:p>
          <a:p xmlns:a="http://schemas.openxmlformats.org/drawingml/2006/main">
            <a:r>
              <a:t/>
            </a:r>
          </a:p>
          <a:p xmlns:a="http://schemas.openxmlformats.org/drawingml/2006/main">
            <a:r>
              <a:t>Evidence / Source: DEMO-04A / DEMO-11 teaching context outside its3 Demo minutes; BEAT-044/045; INV-LOOP-001; CLM-0020/0029; DEC-0080.</a:t>
            </a:r>
          </a:p>
          <a:p xmlns:a="http://schemas.openxmlformats.org/drawingml/2006/main">
            <a:r>
              <a:t/>
            </a:r>
          </a:p>
          <a:p xmlns:a="http://schemas.openxmlformats.org/drawingml/2006/main">
            <a:r>
              <a:t>Claim Boundary: CONCEPTUAL / TEACHING_MODEL. 조건부 대응의 선택 논리다. 실제 Product 수정·원인 확인·일반 정답이 아니다.</a:t>
            </a:r>
          </a:p>
          <a:p xmlns:a="http://schemas.openxmlformats.org/drawingml/2006/main">
            <a:r>
              <a:t/>
            </a:r>
          </a:p>
          <a:p xmlns:a="http://schemas.openxmlformats.org/drawingml/2006/main">
            <a:r>
              <a:t>Beginner Explanation: 이번 요청만 고칠지, 다음 작업도 읽는 지침을 고칠지 수정의 위치를 비교한다.</a:t>
            </a:r>
          </a:p>
          <a:p xmlns:a="http://schemas.openxmlformats.org/drawingml/2006/main">
            <a:r>
              <a:t/>
            </a:r>
          </a:p>
          <a:p xmlns:a="http://schemas.openxmlformats.org/drawingml/2006/main">
            <a:r>
              <a:t>Advanced Insight: 최소한의 원인 일치 변경을 선택한다. 전역 규칙과 stale 지침의 중복은 원인이 지지할 때만 다룬다.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기존 세 대응 비교를 Case2분으로 설명한다. DEMO-11은 S72 2분/S73 1분 그대로이며 S74는 추가 Demo가 아니다.</a:t>
            </a:r>
          </a:p>
          <a:p xmlns:a="http://schemas.openxmlformats.org/drawingml/2006/main">
            <a:r>
              <a:t/>
            </a:r>
          </a:p>
          <a:p xmlns:a="http://schemas.openxmlformats.org/drawingml/2006/main">
            <a:r>
              <a:t>Audience Interaction: 가정과 영향 범위를 가리킨다. 공개 답변이나 실제 수정은 요구하지 않는다.</a:t>
            </a:r>
          </a:p>
          <a:p xmlns:a="http://schemas.openxmlformats.org/drawingml/2006/main">
            <a:r>
              <a:t/>
            </a:r>
          </a:p>
          <a:p xmlns:a="http://schemas.openxmlformats.org/drawingml/2006/main">
            <a:r>
              <a:t>Transition: “바꿀 출처를 골랐다면, 담당자는 어떤 범위까지 수정하고 검토해야 할까요?”</a:t>
            </a:r>
          </a:p>
          <a:p xmlns:a="http://schemas.openxmlformats.org/drawingml/2006/main">
            <a:r>
              <a:t/>
            </a:r>
          </a:p>
          <a:p xmlns:a="http://schemas.openxmlformats.org/drawingml/2006/main">
            <a:r>
              <a:t>Time Management: Case2분: 원인 확인 조건0.5, 세 대응 범위1, 검토/갱신 책임0.5. 실제 리허설은 UNVERIFIED다.</a:t>
            </a:r>
          </a:p>
          <a:p xmlns:a="http://schemas.openxmlformats.org/drawingml/2006/main">
            <a:r>
              <a:t/>
            </a:r>
          </a:p>
          <a:p xmlns:a="http://schemas.openxmlformats.org/drawingml/2006/main">
            <a:r>
              <a:t>Fallback: LOCAL STATIC ARTIFACT — production/ACT_4.pptx의 S74, production/preview/act4/S74.png 및 production/preview/full/S74.png.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확인된 범위만 검토하고 갱신한다</a:t>
            </a:r>
          </a:p>
          <a:p xmlns:a="http://schemas.openxmlformats.org/drawingml/2006/main">
            <a:r>
              <a:t/>
            </a:r>
          </a:p>
          <a:p xmlns:a="http://schemas.openxmlformats.org/drawingml/2006/main">
            <a:r>
              <a:t>Slide ID: S75</a:t>
            </a:r>
          </a:p>
          <a:p xmlns:a="http://schemas.openxmlformats.org/drawingml/2006/main">
            <a:r>
              <a:t/>
            </a:r>
          </a:p>
          <a:p xmlns:a="http://schemas.openxmlformats.org/drawingml/2006/main">
            <a:r>
              <a:t>Working Title: 확인된 범위만 검토하고 갱신한다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Case 1분</a:t>
            </a:r>
          </a:p>
          <a:p xmlns:a="http://schemas.openxmlformats.org/drawingml/2006/main">
            <a:r>
              <a:t/>
            </a:r>
          </a:p>
          <a:p xmlns:a="http://schemas.openxmlformats.org/drawingml/2006/main">
            <a:r>
              <a:t>Primary Message: 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 “갱신 담당과 검토 담당은 무엇을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Workflow가 원인으로 확인됐다는 가정 안에서 기존 단위 테스트 지시를 현재 기준인 단위+통합으로 갱신하는 범위를 짚는다. ‘최소’는 무조건 적게 고치는 뜻이 아니라 원인이 지지하는 범위다. 오래된 중복 지침도 원인일 때만 정리하고 관련 없는 규칙은 임의로 바꾸지 않는다.</a:t>
            </a:r>
          </a:p>
          <a:p xmlns:a="http://schemas.openxmlformats.org/drawingml/2006/main">
            <a:r>
              <a:t>2. (1:00–1:40 / Case) 아래 세 역할을 가리킨다. 갱신 담당은 확인된 지침을 수정하고, 검토 담당은 현재 기준·변경 범위가 맞는지 확인하며, 이후 같은 작업과 대표 작업으로 다시 평가한다. 담당은 예시 역할이고 실제 팀 구성원을 배정한 것이 아니다. 검토·갱신을 같은 사람이 맡을 수도 있으며 자동 자기 수정으로 설명하지 않는다.</a:t>
            </a:r>
          </a:p>
          <a:p xmlns:a="http://schemas.openxmlformats.org/drawingml/2006/main">
            <a:r>
              <a:t>3. (1:40–2:00 / Case) S67의 ‘어디에 두고 누가 유지할까’를 이 가상 유지 문제에서 회수했다고 정리한다. 실제 수정/재평가 결과는 없으며 S76에서 무엇을 확인해야 하는지로 넘어간다.</a:t>
            </a:r>
          </a:p>
          <a:p xmlns:a="http://schemas.openxmlformats.org/drawingml/2006/main">
            <a:r>
              <a:t/>
            </a:r>
          </a:p>
          <a:p xmlns:a="http://schemas.openxmlformats.org/drawingml/2006/main">
            <a:r>
              <a:t>Evidence / Source: DEMO-04A / BEAT-045/046 / INV-LOOP-001 / CLM-0020/0029 / DEC-0080.</a:t>
            </a:r>
          </a:p>
          <a:p xmlns:a="http://schemas.openxmlformats.org/drawingml/2006/main">
            <a:r>
              <a:t/>
            </a:r>
          </a:p>
          <a:p xmlns:a="http://schemas.openxmlformats.org/drawingml/2006/main">
            <a:r>
              <a:t>Claim Boundary: CONCEPTUAL / TEACHING_MODEL. 원인 확인을 가정한 지침 갱신과 역할의 예시다. 실제 담당 배정·Product/Skill 변경·재평가 성공을 만들지 않는다.</a:t>
            </a:r>
          </a:p>
          <a:p xmlns:a="http://schemas.openxmlformats.org/drawingml/2006/main">
            <a:r>
              <a:t/>
            </a:r>
          </a:p>
          <a:p xmlns:a="http://schemas.openxmlformats.org/drawingml/2006/main">
            <a:r>
              <a:t>Beginner Explanation: 바꿀 지침과 바꿀 범위를 정하고, 누가 수정·검토하며 무엇으로 다시 확인할지 연결한다.</a:t>
            </a:r>
          </a:p>
          <a:p xmlns:a="http://schemas.openxmlformats.org/drawingml/2006/main">
            <a:r>
              <a:t/>
            </a:r>
          </a:p>
          <a:p xmlns:a="http://schemas.openxmlformats.org/drawingml/2006/main">
            <a:r>
              <a:t>Advanced Insight: 원인과 변경 범위를 일치시키며 사람의 유지 책임을 남긴다. 도구가 수정에 도움을 주더라도 갱신·검토·수용 책임이 자동으로 사라지지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전후 지침과 아래 역할을 가리킨다. 실제 diff·Agent 실행·테스트 결과는 없다.</a:t>
            </a:r>
          </a:p>
          <a:p xmlns:a="http://schemas.openxmlformats.org/drawingml/2006/main">
            <a:r>
              <a:t/>
            </a:r>
          </a:p>
          <a:p xmlns:a="http://schemas.openxmlformats.org/drawingml/2006/main">
            <a:r>
              <a:t>Audience Interaction: 담당을 직접 정하거나 문서를 작성하게 하지 않는다. 역할 관계만 설명한다.</a:t>
            </a:r>
          </a:p>
          <a:p xmlns:a="http://schemas.openxmlformats.org/drawingml/2006/main">
            <a:r>
              <a:t/>
            </a:r>
          </a:p>
          <a:p xmlns:a="http://schemas.openxmlformats.org/drawingml/2006/main">
            <a:r>
              <a:t>Transition: “이 지침을 바꿨다면, 같은 작업을 다시 확인하는 것만으로 충분할까요?”</a:t>
            </a:r>
          </a:p>
          <a:p xmlns:a="http://schemas.openxmlformats.org/drawingml/2006/main">
            <a:r>
              <a:t/>
            </a:r>
          </a:p>
          <a:p xmlns:a="http://schemas.openxmlformats.org/drawingml/2006/main">
            <a:r>
              <a:t>Time Management: Lecture1분(원인/범위·전후 지침) + Case1분(역할0.67, 재평가 질문0.33). 실제 리허설은 UNVERIFIED다.</a:t>
            </a:r>
          </a:p>
          <a:p xmlns:a="http://schemas.openxmlformats.org/drawingml/2006/main">
            <a:r>
              <a:t/>
            </a:r>
          </a:p>
          <a:p xmlns:a="http://schemas.openxmlformats.org/drawingml/2006/main">
            <a:r>
              <a:t>Fallback: LOCAL STATIC ARTIFACT — production/ACT_4.pptx의 S75, production/preview/act4/S75.png 및 production/preview/full/S75.png.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지침을 고친 뒤, 무엇을 다시 확인할까?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지침을 고친 뒤, 무엇을 다시 확인할까?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단위 테스트 지침을 단위+통합으로 갱신했다고 가정하면, 같은 작업이 요구 범위를 다루는지와 다른 작업을 방해하지 않는지를 각각 확인해야 한다. 결과가 나온 사례가 아니라 평가 질문의 설계다.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“단위+통합으로 지침을 바꿨다면, 그 작업만 다시 확인하면 충분할까요?”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S75의 가상 지침 갱신을 회수한다. 현재 기준에 맞춰 단위+통합 지시로 바꿨다고 가정했지만, 실제 변경이나 재실행을 관찰한 것은 아니다.</a:t>
            </a:r>
          </a:p>
          <a:p xmlns:a="http://schemas.openxmlformats.org/drawingml/2006/main">
            <a:r>
              <a:t>2. (1:00–2:30 / Case) 왼쪽은 같은 작업이 요구했던 검증 범위를 이제 다루는지 묻는다. 오른쪽은 문서만 수정하는 다른 작업에도 불필요한 검증을 강요하는지 묻는다. 테스트 종류와 지침을 적용할 작업 종류를 구분한다.</a:t>
            </a:r>
          </a:p>
          <a:p xmlns:a="http://schemas.openxmlformats.org/drawingml/2006/main">
            <a:r>
              <a:t>3. (2:30–4:00 / Case) 이번 문제의 해결 확인과 주변 작업의 영향 평가는 범위가 다르다고 닫는다. S77에서 서로 다른 위험을 확인할 대표 작업을 고른다. 통과나 안전성이 확인됐다는 결과를 만들지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designed rerun and system evaluation path;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지침 변경이 이번 문제를 다루는지 확인하고, 다른 작업에 불필요한 일을 요구하지 않는지도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Task recovery의 재확인과 Harness 변경의 대표 작업·회귀 위험 평가를 분리한다.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 같은 작업과 오른쪽 문서 수정 작업의 확인 질문을 비교한다. 단위/통합은 검사 종류이고 버그/성능/문서/리팩터링은 지침을 적용할 작업 종류다. 실제 실행·PASS/FAIL은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영역이 서로 다른 위험을 묻는다는 점을 비교한다. 답변·작업 제출은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“이번 작업 외에 어떤 작업을 골라야, 바뀐 지침의 다른 영향을 확인할 수 있을까요?”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Lecture1분+Case3분=4분. 단위/통합 테스트 기술 강의를 다시 열지 않고 두 평가 범위의 차이에 집중한다.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S76와 production/preview/act4/S76.png를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대표 작업은 서로 다른 위험을 확인한다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대표 작업은 서로 다른 위험을 확인한다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대표 작업은 변경된 지침이 닿는 서로 다른 사용 방식과 회귀 위험을 확인하도록 고른다. EVAL-01/02는 별도 과거 사례를 참고한 설계, EVAL-03/04는 설계만 있으며 네 작업 모두 이 지침 변경 뒤의 실행 결과는 없다.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“바뀐 지침을 어떤 작업에 적용해 봐야 서로 다른 위험을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VISUAL Demo) S76의 다른 작업 질문을 회수한다. 여기서는 제품 테스트의 개수를 늘리는 대신 지침을 적용해 볼 작업 종류를 넓힌다. 표는 네 작업의 평가 설계이며 실행 성적표가 아니다.</a:t>
            </a:r>
          </a:p>
          <a:p xmlns:a="http://schemas.openxmlformats.org/drawingml/2006/main">
            <a:r>
              <a:t>2. (1:00–2:15 / VISUAL Demo) 표의 왼쪽 작업 종류와 가운데 확인 질문을 행별로 읽는다. 버그 수정은 동작 명세, 성능 변경은 측정·검증 범위를 놓치지 않는지 확인하기 위한 선택이다. EVAL-01/02의 별도 과거 참고는 TRIAL-002/STATE-04-PERF다.</a:t>
            </a:r>
          </a:p>
          <a:p xmlns:a="http://schemas.openxmlformats.org/drawingml/2006/main">
            <a:r>
              <a:t>3. (2:15–4:00 / VISUAL Demo) 문서만 수정하는 작업에 불필요한 절차가 강요되지 않는지, 작은 리팩터링에 다른 유효한 작업이 방해받지 않는지 묻는다. EVAL-03/04는 설계만 있다. 현재 근거 상태는 오른쪽의 문구로 구분하며 실선/점선의 행 구분을 안내하지 않는다.</a:t>
            </a:r>
          </a:p>
          <a:p xmlns:a="http://schemas.openxmlformats.org/drawingml/2006/main">
            <a:r>
              <a:t>4. (4:00–5:00 / VISUAL Demo) 네 작업 모두 이번 가상 지침 변경 뒤의 실행 결과가 없다고 회수한다. 모든 프로젝트의 고정 세트로 설명하지 않고 변경 범위·흔한 작업·알려진 회귀 위험·관련 없는 작업에 맞춰 선정한다고 닫는다.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DEMO-10  ·  EVAL-01/02 prior Product references; EVAL-03/04 designed;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작업을 많이 모으기보다, 바뀐 지침이 서로 다른 업무에 미칠 영향을 확인하도록 고른다.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영향 표면과 알려진 회귀 위험에 따라 평가 집합을 구성하고 비교 근거가 없는 작업도 설계 대상으로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네 작업·선정 이유·기존 근거 상태를 가진 Native 표를 위에서 아래로 읽는다. 오른쪽의 과거 사례 참고와 평가 설계만 있음은 근거 상태이며 결과 판정이 아니다. 식별자 매핑은 EVAL-01 버그/TRIAL-002, EVAL-02 성능/STATE-04-PERF, EVAL-03 문서, EVAL-04 작은 리팩터링이다. 화면 전체는 Conceptual frame이고 과거 Product 결과를 새 평가 결과에 합치지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가운데 확인 질문이 왜 다른 작업을 필요로 하는지 생각하게 한다. 실제 평가나 응답 제출은 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“문서 작업도 함께 본 이유가 있습니다. 한 작업을 위해 넓힌 규칙이 다른 작업에도 맞을까요?”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Demo5분은 정적 평가 표에 사용한다. 실제 네 EVAL 실행이나 성공 수치를 만들지 않는다. 1분 배경, 3분 행별 위험, 1분 선정 기준·한계로 마감한다.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S77와 production/preview/act4/S77.png를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한 작업에 맞춘 규칙, 다른 작업에도 맞을까?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한 작업에 맞춘 규칙, 다른 작업에도 맞을까?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가상으로 모든 작업에 통합 테스트를 요구하도록 전역 규칙을 넓히면 문서 수정 같은 작업에 불필요한 절차가 될 수 있다. 규칙의 누적·충돌·특정 작업 편중을 평가하고 원인과 범위에 맞춰 정리한다.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“코드 작업 때문에 넓힌 규칙이 문서만 고치는 작업에도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S77의 문서 작업을 회수해 모든 작업에 통합 테스트를 요구하도록 넓혔다는 가정을 읽는다. 실제 전역 지침 변경·Agent 실행·비용 측정은 없다.</a:t>
            </a:r>
          </a:p>
          <a:p xmlns:a="http://schemas.openxmlformats.org/drawingml/2006/main">
            <a:r>
              <a:t>2. (1:00–2:30 / Lecture) 왼쪽 지침에서 오른쪽 코드 변경과 문서 수정으로 갈라지는 관계를 읽는다. 코드 변경은 필요한 검증 범위를 확인하는 대상이며 문서 수정에서는 불필요한 절차가 될 가능성을 묻는다. 코드가 PASS하거나 문서 작업이 실제로 실패한 그림이 아니다.</a:t>
            </a:r>
          </a:p>
          <a:p xmlns:a="http://schemas.openxmlformats.org/drawingml/2006/main">
            <a:r>
              <a:t>3. (2:30–4:00 / Lecture) S74의 수정 위치 선택을 다시 강의하지 않고 변경 후의 규칙 누적·충돌·특정 작업 편중과 유지 비용에 집중한다. 원인을 확인하고 대표 작업으로 평가하며 불필요하거나 오래된 규칙을 제거·단순화한다. 과적합은 보조 비유이며 ML 통계적 과적합과 같다고 설명하지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conceptual regression / maintenance model;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한 작업에서 필요했던 규칙을 모든 작업에 적용하면 불필요한 절차가 생길 수 있다.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변경의 적용 범위, 다른 지침과의 충돌, 읽기·유지 비용과 회귀 위험을 함께 평가한다.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가상 전역 지침에서 두 작업 종류로 갈라지는 교육용 관계도다. 지침이 실제 실행됐거나 비용이 측정됐다는 결과를 만들지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문서만 수정하는 작업에도 같은 절차가 필요한지 생각하게 한다. 고정된 정답·새 규칙을 제시하지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“지금까지 본 기록·원인·변경·평가를 다음 판단으로 어떻게 넘기는지, Loop의 단계로 묶어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Lecture4분. 가정1분, 두 작업의 영향1분30초, 유지 비용과 정리1분30초. 통계적 과적합 강의와 S74의 세 선택지 설명은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S78와 production/preview/act4/S78.png를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관찰을 시스템 개선으로 잇는 Loop</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관찰을 시스템 개선으로 잇는 Loop</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실행의 기록을 현재 기준과 대조하고 원인 가설을 근거로 판단한 뒤, 확인된 출처·범위를 사람이 검토·갱신하고 같은·대표 작업의 영향을 재평가한다. 각 단계의 근거가 다음 판단으로 넘어가는 교육용 운영 모델이다.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“어떤 근거가 있어야 다음 판단으로 넘어갈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R1/R2) 01 실행은 요청·지침에 따라 작업을 수행하는 단계, 02 관찰은 그 기록을 현재 기준과 대조하는 단계로 구분한다. 아래에는 수행 기록과 기준 차이라는 서로 다른 판단 근거가 있다. 앞 가상 사례를 처음부터 재설명하지 않는다.</a:t>
            </a:r>
          </a:p>
          <a:p xmlns:a="http://schemas.openxmlformats.org/drawingml/2006/main">
            <a:r>
              <a:t>2. (2:00–4:30 / Lecture, R3) 03은 차이를 원인이라고 바로 확정하지 않는 판단 지점이다. 실제 읽힌 지침과 수행 기록 같은 근거가 더 필요하면 가설로 남긴다. “근거가 부족하면 변경을 서두를 수 있을까요?”를 수사적으로 묻고 기록·확인을 먼저 한다고 정리한다. 실제 원인을 확인했다는 사건은 없다.</a:t>
            </a:r>
          </a:p>
          <a:p xmlns:a="http://schemas.openxmlformats.org/drawingml/2006/main">
            <a:r>
              <a:t>3. (4:30–6:30 / Lecture, R4) 04는 확인한 원인에 맞는 출처와 범위를 사람이 검토·갱신하는 판단이다. 검토한 출처·변경 범위를 다음 평가에 넘긴다. S74/S75의 전체 선택지·역할 목록을 반복하지 않는다. 자동 학습이나 자율 복구가 아니다.</a:t>
            </a:r>
          </a:p>
          <a:p xmlns:a="http://schemas.openxmlformats.org/drawingml/2006/main">
            <a:r>
              <a:t>4. (6:30–9:00 / Lecture, R5) 05는 같은 작업과 대표 작업에서 영향 근거와 남은 한계를 확인하는 판단이다. 한 작업의 결과를 전체 시스템의 안전성으로 확대하지 않고, 모르는 점을 남겨 다음 작업에서도 관찰한다. 앞의 평가 표를 다시 전부 설명하지 않는다.</a:t>
            </a:r>
          </a:p>
          <a:p xmlns:a="http://schemas.openxmlformats.org/drawingml/2006/main">
            <a:r>
              <a:t>5. (9:00–11:00 / VISUAL Demo) 정적 화면의 번호·단계·질문·아래 근거를 01에서05로 한 번 연결한 뒤 되돌림선을 가리킨다. 가상 사례의 실행·원인 확인·수정·재평가 결과를 채우지 않는다. 다음 장은 실제 교육 Demo의 결과를 평가·보고하던 체계가 개선 대상이 된 별도 사건이라고 예고한다.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DEC-0023  ·  course operational model  ·  no product loop;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 기록을 보고, 원인을 확인하고, 필요한 지침을 바꾼 뒤 다른 작업의 영향도 다시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근거가 부족할 때 가설로 남기는 판단, 원인과 변경 범위를 맞추는 판단, 재평가에서 해석 범위를 제한하는 판단을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LOOP-VISUAL2분이다. 전체가 보이는 정적 화면에서 01 수행 기록→02 기준과 차이→03 원인과 남은 가설→04 검토한 출처/범위→05 영향/한계를 한 번 연결한다. 01의 실행과02의 기록 대조를 구분한다. R1–R5는 발표 초점이며 Native animation·실제 실행 trace가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“근거가 부족하면 어느 판단을 보류해야 할까요?”를 수사적 질문으로 사용한다. 별도 Reflection/Q&amp;A 시간을 추가하거나 응답·실습을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“가상 지침 사례는 여기서 닫겠습니다. 이번에는 실제 교육 Demo의 성능 결과를 평가·보고하던 기준을 바꾼 사례를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Lecture9분(R1/R2 2, R3 2분30초, R4 2, R5 2분30초)+기존 VISUAL Demo2분=11분. 이전 장을 순서대로 재강의하지 않는다. 9분에 강의 설명을 마감하고 한 번의 경로 회수로 전환한다. 실제11분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S79와 production/preview/act4/S79.png를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평가·보고 기준도 개선 대상이다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평가·보고 기준도 개선 대상이다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교육 Demo 제작 중의 Resize 성능 조사에서는 전역 Skill과 시작 경고가 관찰되어 전체 결과를 Prompt만의 효과로 분리할 수 없었다. 이번 개선 대상은 그 조건과 해석 범위를 남길 평가·보고 기준이다.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“성능 조사 결과를 설명하는 보고 기준도 다시 볼 필요가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CAPTURED Demo) OBSERVED_META 표식·이중선으로 실제 교육 Demo 제작 기록을 연다. 당시 작업은 이미지 크기 변경인 Resize 성능 조사이며 밝기 통계나 앞의 가상 지침 복구와 별개다. S65를 기억해야만 이해하도록 넘기지 않는다.</a:t>
            </a:r>
          </a:p>
          <a:p xmlns:a="http://schemas.openxmlformats.org/drawingml/2006/main">
            <a:r>
              <a:t>2. (0:40–1:20 / CAPTURED Demo) 세 영역을 관찰 조건→판단의 한계→바꿀 대상으로 읽는다. 전역 Skill 포함과 시작 경고는 보존됐지만, 경고만으로 도구 실행·결과 기여가 증명되는 것은 아니다. 전체 결과를 Prompt 하나로 설명할 수 없다는 평가의 한계다.</a:t>
            </a:r>
          </a:p>
          <a:p xmlns:a="http://schemas.openxmlformats.org/drawingml/2006/main">
            <a:r>
              <a:t>3. (1:20–2:00 / CAPTURED Demo) 지침의 유지에서 결과를 판단·보고할 기준의 유지로 대상이 넓어졌음을 회수한다. S81은 결과와 원인 해석의 구분, S82는 실제 기록 기준 변경을 맡는다. Product 코드·Demo Skill의 복구 이력으로 합치지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나와도 어떤 조건에서 무엇을 확인했고 무엇은 모르는지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관찰한 실행 조건과 결과의 사용 범위를 기록하는 평가·보고 체계 자체도 Feedback의 변경 대상이 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제작 기록을 재구성한 정적 요약이다. Resize 작업 맥락을 먼저 읽고 세 열을 연결한다. 과거 CLI 관찰이며 새로운 제품 실행·통제 환경 비교·가상 Workflow 수리가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개선 대상이 재사용 지침에서 평가·보고 기준으로 넓어진 이유를 확인한다. 별도 답변은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“측정한 결과의 확인 범위와, 무엇의 효과인지에 대한 해석은 어떻게 따로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CAPTURED Demo2분. 배경40초, 관찰·해석40초, 평가·보고로의 확장40초. 환경 오류 목록과 이전 Harness 강의를 다시 열지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S80와 production/preview/act4/S80.png를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결과 확인과 원인 해석을 따로 기록한다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결과 확인과 원인 해석을 따로 기록한다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TRIAL-006 Resize 측정은 기록된 코드·입력·환경 범위의 결과다. 전역 Skill이 평가 절차에 관여했으므로 전체 Workflow를 Prompt만의 효과로 분리할 수 없다. 결과의 확인 범위와 원인 해석의 한계를 각각 기록한다.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“숫자를 확인했다면, 무엇이 그 결과를 만들었는지도 안다고 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CAPTURED Demo) 상단의 Resize 성능 조사라는 맥락을 짚는다. S58의 밝기 통계 Benchmark와 다른 TRIAL-006 기록이다. 왼쪽 측정 결과의 확인과 오른쪽 무엇의 효과인지의 해석을 나눈다.</a:t>
            </a:r>
          </a:p>
          <a:p xmlns:a="http://schemas.openxmlformats.org/drawingml/2006/main">
            <a:r>
              <a:t>2. (1:00–2:00 / CAPTURED Demo) 왼쪽 input/output hash와 같은 조건의7회 one-call 측정 기록을 확인한다. 144.2→33.5 ms/call median은 보조 근거다. 합성640×480 grayscale(max4095)→960×720, CPython3.9.6, macOS26.6.2 arm64의 단일 변경 전후 쌍이라는 범위를 유지한다.</a:t>
            </a:r>
          </a:p>
          <a:p xmlns:a="http://schemas.openxmlformats.org/drawingml/2006/main">
            <a:r>
              <a:t>3. (2:00–3:15 / CAPTURED Demo) 오른쪽 전역 performance-goal Skill이 evaluator·ledger·threshold에 관여한 기록을 설명한다. 수치 변화의 직접 원인이나 Skill 우월성을 입증한 것은 아니다. PARTIAL은 Prompt만의 효과로 분리하는 인과 해석의 한계이며 모든 결과가 무효라는 판정이 아니다.</a:t>
            </a:r>
          </a:p>
          <a:p xmlns:a="http://schemas.openxmlformats.org/drawingml/2006/main">
            <a:r>
              <a:t>4. (3:15–4:00 / CAPTURED Demo) 결과 확인 범위와 원인 해석 한계를 함께 남긴다고 닫는다. Hook 경고와 실행 효과, MCP 시작 오류와 작업 결과를 분리하는 원칙만 회수하고 오류 목록은 반복하지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7 one-call samples  ·  disposable worktree;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확인됐다는 것과 무엇의 효과인지 안다는 것은 다른 질문이다.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측정의 입력·출력·설정 범위와 인과 주장의 확신 수준을 별도로 보고한다.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왼쪽의 hash/같은 조건/7회 측정과 오른쪽의 전역 Skill 관여/PARTIAL을 따로 읽는다. 수치는 resize_nearest의 과거 기록이며 밝기 통계·현재 Desktop·일반 성능 결과로 확대하지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왼쪽 질문에 답할 근거와 오른쪽 질문에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“그렇다면 다음 조사에서는 어떤 조건과 해석 범위를 보고에 더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CAPTURED Demo4분. 숫자는 작은 보조 근거로 다루며 효과 배수·비율을 새 Hero metric으로 만들지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S81와 production/preview/act4/S81.png를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다음 조사에 남길 기록을 바꿨다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다음 조사에 남길 기록을 바꿨다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DEC-0016은 TRIAL-006을 PARTIAL로 보존하고 환경 격리를 진행 선행조건으로 요구하지 않으며, 후속 조사에 관찰된 지침·실행 조건·경고와 실제 사용 여부·해석 범위를 함께 기록하도록 했다.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“작업과 코드 외에, 다음 보고에는 무엇을 더 남겨야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상단 기존 작업·저장소 중심의 보고와 변경된 실행 조건·해석 범위 기록을 비교한다. Decision ID를 먼저 외우게 하지 않고 실제 변경 내용을 연다.</a:t>
            </a:r>
          </a:p>
          <a:p xmlns:a="http://schemas.openxmlformats.org/drawingml/2006/main">
            <a:r>
              <a:t>2. (1:00–2:15 / CAPTURED Demo) 아래 세 병렬 항목을 위에서 아래로 읽는다. 적용된 Skill/환경 조건, 경고와 실제 실행·결과의 구분, 확인된 결과와 원인 불확실성을 후속 기록에 남기는 기준이다. 세 항목은 순차 실행 절차가 아니다.</a:t>
            </a:r>
          </a:p>
          <a:p xmlns:a="http://schemas.openxmlformats.org/drawingml/2006/main">
            <a:r>
              <a:t>3. (2:15–3:00 / CAPTURED Demo) 하단의 당시 결정을 회수한다. TRIAL-006은 PARTIAL로 보존했고 환경 격리를 진행의 선행조건으로 두지 않았다. 이는 해당 제작 조건에서의 진행 결정이며 격리가 일반적으로 불필요하거나 인과 검증을 완료했다는 뜻이 아니다. Product 코드/Skill 변경이나 격리 환경 구축으로 표현하지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evaluation / reporting policy;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무슨 작업을 했는지에 더해 어떤 지침·조건을 썼고 어디까지 해석할 수 있는지도 기록한다.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작업 진행의 환경 결정과 인과 주장의 검증 요건을 구분하며, 미통제 조건을 숨기지 않고 사용 범위를 제한한다.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평가·보고 기준의 의미 요약이다. 위의 기존/변경 대비 다음 세 기록 항목을 읽고, 하단의 PARTIAL 보존·당시 환경 진행 결정을 보조 맥락으로 다룬다. 실제 원문 Screenshot·인용·코드 diff로 표현하지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다음 기록에 새로 남길 정보가 무엇인지 확인한다. 환경 격리의 보편적 찬반으로 토론을 넓히지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“기록 기준을 바꾼 뒤에도, 다음 기록이 원문과 맞는지 다시 확인해야 합니다.”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Lecture1분+CAPTURED Demo2분=3분. 변경 의미1분, 세 기록 항목1분15초, 당시 진행 결정과 한계45초. 기술 설정 강의는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S82와 production/preview/act4/S82.png를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후속 기록도 원문과 다시 대조했다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후속 기록도 원문과 다시 대조했다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후속 기록 대조에서 TRIAL-007의 보고와 보존된 진단 메시지에 불일치가 남았고, TRIAL-008에서는 저장소 Skill 호출과 전역 영향을 구분해 기록했다. 서로 다른 확인 내용이며 완전한 목록·품질 향상은 입증되지 않았다.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“새 기록 기준이 있어도 보고서와 원문을 다시 봐야 하는 이유는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왼쪽 TRIAL-007의 보고서 MCP 경고 없음과 원문 진단 기록의 인증 필요 경고가 맞지 않음을 짚는다. Nimble AuthRequired는 원문 식별을 위한 작은 근거이며 인증 설정 tutorial로 설명하지 않는다. 경고는 MCP 작업 결과가 아니다.</a:t>
            </a:r>
          </a:p>
          <a:p xmlns:a="http://schemas.openxmlformats.org/drawingml/2006/main">
            <a:r>
              <a:t>2. (1:00–2:00 / Case) 오른쪽 TRIAL-008은 저장소 graypipe-performance Skill의 명시 호출과 전역 지침·Skill의 영향을 서로 구분해 기록했다는 다른 확인 내용이다. 두 Trial을 같은 조건의 개선 전후 실험이나 실패→성공 비교로 읽지 않는다.</a:t>
            </a:r>
          </a:p>
          <a:p xmlns:a="http://schemas.openxmlformats.org/drawingml/2006/main">
            <a:r>
              <a:t>3. (2:00–3:00 / Case) 기록을 나눈 점과 보고/원문 불일치가 남은 점을 모두 보존한다. 원문 대조를 했어도 완전한 환경 목록·품질 효과를 얻었다고 결론 내리지 않는다. 다음 장은 상세를 반복하지 않고 Loop와 실제 기록의 대응만 회수한다.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TRIAL-007 / TRIAL-008  ·  DEC-0016;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보고가 놓친 조건은 원문에 남을 수 있고, 사용한 지침의 출처도 구분해서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보고·진단 기록·지침 사용 경로를 대조하되, 서로 다른 Trial의 기록 특성을 통제 비교나 정량 품질 향상으로 확대하지 않는다.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왼쪽은 TRIAL-007의 보고서와 원문 진단 기록 대조, 오른쪽은 TRIAL-008의 두 지침 사용 경로 구분이다. 위쪽/아래쪽 행으로 안내하지 않는다. 화면은 원문 의미의 재구성 도식이며 실제 로그 Screenshot이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영역에서 확인한 내용이 서로 다르다는 점과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“상세 기록은 여기서 닫고, 실제 바뀐 평가·보고 기준이 Loop의 어느 단계에 해당하는지 연결하겠습니다.”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왼쪽 대조1분, 오른쪽 사용 경로1분, 한계·대응 예고1분. 오류명·인증 해결법 설명은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S83와 production/preview/act4/S83.png를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실제 기록을 Loop의 단계에 대응하면</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실제 기록을 Loop의 단계에 대응하면</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Resize 조사와 전역 영향 관찰은 원인 해석의 한계를 드러내 DEC-0016의 평가·보고 기준 변경으로 이어졌고 후속 기록에서 부분적으로 점검됐다. 이를 교육용 Loop 단계에 대응하되 원인 확정·완전한 재평가·품질 향상을 주장하지 않는다.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“앞에서 본 Loop가 이 실제 기록에서는 어떻게 나타났을까요?”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S79와 같은 다섯 단계 이름을 왼쪽에서 오른쪽으로 짚는다. 실행은 Resize 조사, 관찰은 전역 Skill/시작 경고, 원인 판단은 Prompt만의 효과를 분리할 수 없다는 해석 한계다. 특정 기능이 성능 변화의 원인으로 확정된 것이 아니다.</a:t>
            </a:r>
          </a:p>
          <a:p xmlns:a="http://schemas.openxmlformats.org/drawingml/2006/main">
            <a:r>
              <a:t>2. (1:00–2:00 / Case) 네 번째 시스템 변경은 평가·보고 기준 변경이다. 다섯 번째는 후속 기록 대조와 남은 불일치이며 대표 작업의 정량 성과 평가를 완료했다는 뜻이 아니다. S82의 세 기록 항목과 S83의 오류 세부는 다시 강의하지 않는다.</a:t>
            </a:r>
          </a:p>
          <a:p xmlns:a="http://schemas.openxmlformats.org/drawingml/2006/main">
            <a:r>
              <a:t>3. (2:00–3:00 / Case) 아래 바뀐 것과 미확인 사항을 읽는다. 평가·보고 기준은 바뀌었지만 원인별 효과·환경 목록의 완전성·Trial 품질 향상은 남아 있다. 상단 다섯 열/하단 회수라는 실제 화면 위치에 맞춰 안내한다. C++ 업무의 검증 조건으로 전이한다.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피드백을 받아 바뀌는 대상에는 지침뿐 아니라 평가·보고 기준도 포함된다. 바꾼 뒤에도 모르는 점을 남긴다.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운영 모델과 실제 기록을 대응하되 원인 해석의 제한과 후속 적용 점검의 강도를 보존한다.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상단 다섯 열을 왼쪽→오른쪽으로 읽고 하단의 변경 대상과 미확인 사항으로 닫는다. 변경 대상을 왼쪽, 미확인 사항을 오른쪽이라고 안내하지 않는다. 실제 Product Loop나 DEMO-04A 수리가 아니며 추가 Demo 시간도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가상 모델의 단계와 실제 기록을 대응해 본다. 성공한 모든 단계를 채우거나 결과 제출을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“평가 기준을 바꾼 뒤에도 확인할 점은 남았습니다. 이제 같은 검사 코드의 GPU가 달라졌다면, 어떤 검증 조건을 다시 봐야 할지 생각해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단계 대응1분, 변경/후속점검1분, 한계와 업무 적용1분. 앞의 Timeline과 오류 설명을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S84와 production/preview/act4/S84.png를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GPU 변경 뒤, 검증 조건을 다시 본다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GPU 변경 뒤, 검증 조건을 다시 본다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4G  C++ VISION TRANSFER  /  4H DISCUSSION &amp; TRANSITION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20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Case 7분 + Reflection 2분 + Q&amp;A 7분 + Transition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같은 검사 코드가 새 GPU에서 실행된다는 가정에서 기존 판단의 조건·측정 비교 조건·보존할 동작 명세를 다시 본다. 반복되는 점검은 원인과 근거를 확인한 뒤 관련 지침·검증 기준을 검토·갱신하고 재평가하는 질문으로 닫는다.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“같은 검사 코드라도 GPU가 바뀌면 예전 검증 조건을 그대로 써도 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S84의 확인 과제를 업무의 검증 조건으로 가져온다. 같은 검사 코드가 새 GPU에서 실행된다는 한 가지 가정을 읽고 삽화의 장치·설정 표식을 짚는다. GPU 교체로 실제 오류나 성능 변화가 발생했다는 사건은 만들지 않는다.</a:t>
            </a:r>
          </a:p>
          <a:p xmlns:a="http://schemas.openxmlformats.org/drawingml/2006/main">
            <a:r>
              <a:t>2. (2:00–4:30 / Case) 왼쪽 입력·코드·장치 그림에서 오른쪽 기존 가정과 측정 조건 질문으로 이동한다. 예전 판단이 어떤 장치·조건에 맞았는지, 입력·빌드·측정 조건을 비교 가능하게 다시 확인해야 하는지 묻는다. 실제 환경 버전·Benchmark 수치·원인을 정하지 않는다.</a:t>
            </a:r>
          </a:p>
          <a:p xmlns:a="http://schemas.openxmlformats.org/drawingml/2006/main">
            <a:r>
              <a:t>3. (4:30–7:00 / Case) 출력 그림과 동작 명세 질문에서 장치가 달라도 지킬 출력·동작을 확인한다. 기록과 근거를 보고 필요한 지침·검증 기준을 검토하며, 변경이 필요했다면 Benchmark/Regression으로 다시 확인하는 패턴으로 연결한다. 검증 지침이 항상 원인이라는 정답은 없다.</a:t>
            </a:r>
          </a:p>
          <a:p xmlns:a="http://schemas.openxmlformats.org/drawingml/2006/main">
            <a:r>
              <a:t>4. (7:00–9:00 / Reflection) 하단 질문으로 자기 업무에서 반복해서 확인하는 조건 한 가지와 그 근거를 떠올리게 한다. 다음 작업에도 맞게 유지하려면 어떤 지침·검증 기준을 다시 볼지 생각하되 기록·답변·발표는 요구하지 않는다.</a:t>
            </a:r>
          </a:p>
          <a:p xmlns:a="http://schemas.openxmlformats.org/drawingml/2006/main">
            <a:r>
              <a:t>5. (9:00–16:00 / Q&amp;A) 질문을 받는다. 질문이 없으면 Fallback의 세 질문을 하나씩 골라 세 확인 대상 안에서 해설한다. 실제 회사 환경의 검증되지 않은 해결책·도구 설정을 단정하지 않는다.</a:t>
            </a:r>
          </a:p>
          <a:p xmlns:a="http://schemas.openxmlformats.org/drawingml/2006/main">
            <a:r>
              <a:t>6. (16:00–20:00 / Transition) 16분에 질문을 마감한다. 마지막 질문은 원인을 먼저 확인하고 필요한 출처·검증 기준을 검토한 뒤 결과를 다시 본다는 판단으로 닫는다. 16–18분에는 세 질문이 어떤 근거를 요구하는지, 18–19분에는 반복되는 점검을 유지할 위치·책임이 필요한지 회수한다. 19–20분에 ACT4를 마무리하고 S86에 전체 여정 회수를 넘긴다. 다섯 ACT의 여정을 여기서 미리 재강의하지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BEAT-059 / TRANS-012  ·  teaching transfer, not observed C++ incident 삽화 출처: prototype/image-illustration-pilot/assets/S72.png, built-in image_gen, 2026-10-18. 생성 프롬프트: prototype/image-illustration-pilot/PROMPTS.md. 실제 화면·현장 사진·관찰 자료가 아니다.;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장치가 바뀌면 예전 검증 조건을 다시 확인하고, 반복해서 필요한 기준을 다음 작업에서도 찾을 수 있게 유지한다.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프로젝트·실행 조건 변화에 따라 성능 비교 가정과 동작 명세·검증 절차의 유효성을 재검토하고 원인이 지지하는 출처만 갱신한다.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Primary bridge. 같은 검사 코드가 새 GPU에서 실행된다는 가정으로 기존 가정·측정 조건·동작 명세를 연결한다. GPU/도구 버전·실제 성능 변화·회사 사례는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AI 생성 삽화의 bytes/crop을 유지한 정적 화면이다. 입력→코드→장치→출력을 가리킨 뒤 오른쪽 세 질문, 마지막에 하단 지침·검증 기준 질문으로 이동한다. 황색 표식은 확인할 조건이며 확정 원인·실패 결과가 아니다. Native animation·Live 실행에 의존하지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7–9분은 마음속 성찰, 9–16분은 선택적 Q&amp;A다. 조건과 근거를 확인하는 질문으로 답하고 특정 도구 추가나 담당 배정을 정답으로 주지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“다음 작업에도 맞게 일하도록 근거를 확인하고 기준을 검토하는 것이 이번 ACT의 요점입니다. 이제 전체 교육에서 어떤 문제에 대응해 왔는지는 다음 장에서 한 번에 연결하겠습니다.” ACT5 S86으로 이동한다.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0–7 Case7분, 7–9 Reflection2분, 9–16 Q&amp;A7분, 16–20 Transition4분=20분. 16분 Cutoff: “이 질문은 여기까지 정리하고, 근거를 확인해 기준을 검토한다는 판단으로 마무리하겠습니다.” 마지막4분은 ACT4 적용 질문의 마무리이며 S86의 전체 여정을 반복하지 않는다. 실제20분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정적 PPT/PNG가 기본 경로다. Q&amp;A가 없으면 ①“GPU가 달라졌다는 것 외에 비교 전에 확인할 조건은 무엇일까요?” ②“장치가 달라도 지킬 출력·동작은 무엇일까요?” ③“반복되는 점검을 다음 작업에도 유지하려면 어떤 지침·검증 기준을 다시 볼까요?”를 순서대로 선택해 해설한다. 실제 원인·명령·성능 수치를 만들지 않는다. 파일은 production/preview/act4/S85.png 및 production/preview/full/S85.png다.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전체 Story를 한 장으로</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전체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S87 실제 Repository 이력→S88 선택 기준→S89 책임을 거쳐 S90에서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S87와 S89에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S90의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S87로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하나의 Repository가 문제에 대응해 진화했다</a:t>
            </a:r>
          </a:p>
          <a:p xmlns:a="http://schemas.openxmlformats.org/drawingml/2006/main">
            <a:r>
              <a:t/>
            </a:r>
          </a:p>
          <a:p xmlns:a="http://schemas.openxmlformats.org/drawingml/2006/main">
            <a:r>
              <a:t>Slide ID: S87</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S43 상세 문서 분리, S58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S47-source.png. 파일명은 최초80장판 캡처 시점의 번호이며 현재 대응은 S18/S43/S58다. 실제 Trial 원본 화면이 아닌 당시 production PNG 발췌다. S18은 TRIAL-002 diff 재구성, S43는 STATE-02→03 문구 발췌, S58는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S43로 Routing 우월성·토큰 절감을 주장하지 않고, S58는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S88로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필요성이 입증되지 않은 것은 보류했다</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S89으로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위임이 늘어도 개발자 책임은 남는다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S88의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S90의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S90로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AI-Native Development는 이 교육의 운영 모델</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S91로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S91에서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S91로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어느 Layer에서 마찰이 반복되는가?</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S92의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S92로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다음 작은 행동을 개인적으로 고른다</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S91에서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S93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S93으로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S93으로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Q&amp;A와 교육 마무리</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703c656d828444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cf48d59ea80498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4f4b5c8600f47a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480f1cee1dd440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93bb7b46cee43a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bfe9682711040b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229455-DD39-407C-846F-4C7019E7BAA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323AFCA-57E5-4F5C-87F3-7192E6F7472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F207671-1AD4-4018-AC24-E1991409599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8B3D376-C2A7-4D4D-BCB7-17B09662150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CD0942B-E3BB-4485-8158-520508490A1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85DF187-741F-4BEA-9FD7-5893EA76D6B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CDCCFB6-3C6C-4978-8421-7E3AA135EC0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E31A65E-1BE0-41A8-B1B3-A025CE855D7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CA9FBBB-8AD4-49E1-9A0D-0D0E494EE02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199252F-0A9C-45B8-9152-AEC679D95D5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4bacfdd264d49f2" /><Relationship Type="http://schemas.openxmlformats.org/officeDocument/2006/relationships/slideLayout" Target="/ppt/slideLayouts/slideLayout1.xml" Id="R2de9cbbafd484344" /><Relationship Type="http://schemas.openxmlformats.org/officeDocument/2006/relationships/slideLayout" Target="/ppt/slideLayouts/slideLayout2.xml" Id="Rec83d2939f574aa0" /><Relationship Type="http://schemas.openxmlformats.org/officeDocument/2006/relationships/slideLayout" Target="/ppt/slideLayouts/slideLayout3.xml" Id="R559d2df197884ae0" /><Relationship Type="http://schemas.openxmlformats.org/officeDocument/2006/relationships/slideLayout" Target="/ppt/slideLayouts/slideLayout4.xml" Id="R247757809ed24d71" /><Relationship Type="http://schemas.openxmlformats.org/officeDocument/2006/relationships/slideLayout" Target="/ppt/slideLayouts/slideLayout5.xml" Id="R04d4b52be3e24457" /><Relationship Type="http://schemas.openxmlformats.org/officeDocument/2006/relationships/slideLayout" Target="/ppt/slideLayouts/slideLayout6.xml" Id="Rd9f70b6395fc41f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de9cbbafd484344"/>
    <p:sldLayoutId xmlns:r="http://schemas.openxmlformats.org/officeDocument/2006/relationships" id="2147483650" r:id="Rec83d2939f574aa0"/>
    <p:sldLayoutId xmlns:r="http://schemas.openxmlformats.org/officeDocument/2006/relationships" id="2147483651" r:id="R559d2df197884ae0"/>
    <p:sldLayoutId xmlns:r="http://schemas.openxmlformats.org/officeDocument/2006/relationships" id="2147483652" r:id="R247757809ed24d71"/>
    <p:sldLayoutId xmlns:r="http://schemas.openxmlformats.org/officeDocument/2006/relationships" id="2147483653" r:id="R04d4b52be3e24457"/>
    <p:sldLayoutId xmlns:r="http://schemas.openxmlformats.org/officeDocument/2006/relationships" id="2147483654" r:id="Rd9f70b6395fc41f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cfca7c58dce4804" /><Relationship Type="http://schemas.openxmlformats.org/officeDocument/2006/relationships/image" Target="/ppt/media/image.png" Id="R448492c4eeb64d6e" /><Relationship Type="http://schemas.openxmlformats.org/officeDocument/2006/relationships/notesSlide" Target="/ppt/notesSlides/notesSlide1.xml" Id="R3ca2d66587f24b7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42e5156e76a4a22" /><Relationship Type="http://schemas.openxmlformats.org/officeDocument/2006/relationships/notesSlide" Target="/ppt/notesSlides/notesSlide2.xml" Id="R30a509423afa467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693b495e66948b2" /><Relationship Type="http://schemas.openxmlformats.org/officeDocument/2006/relationships/notesSlide" Target="/ppt/notesSlides/notesSlide3.xml" Id="Rd6369dedda63446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5dec5a22591474a" /><Relationship Type="http://schemas.openxmlformats.org/officeDocument/2006/relationships/image" Target="/ppt/media/image2.png" Id="Raf22148002614708" /><Relationship Type="http://schemas.openxmlformats.org/officeDocument/2006/relationships/notesSlide" Target="/ppt/notesSlides/notesSlide4.xml" Id="R652d5ff9b344482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b8778a7bda34c85" /><Relationship Type="http://schemas.openxmlformats.org/officeDocument/2006/relationships/notesSlide" Target="/ppt/notesSlides/notesSlide5.xml" Id="R0084c4bc9a8241a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1c04d8d656d4e28" /><Relationship Type="http://schemas.openxmlformats.org/officeDocument/2006/relationships/notesSlide" Target="/ppt/notesSlides/notesSlide6.xml" Id="R37139cc32ba940d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d2d1ddef3964d5e" /><Relationship Type="http://schemas.openxmlformats.org/officeDocument/2006/relationships/image" Target="/ppt/media/image3.png" Id="R9d6d5d69fec34eb9" /><Relationship Type="http://schemas.openxmlformats.org/officeDocument/2006/relationships/notesSlide" Target="/ppt/notesSlides/notesSlide7.xml" Id="R5ffec95ef64b46b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965e2a34f674c11" /><Relationship Type="http://schemas.openxmlformats.org/officeDocument/2006/relationships/notesSlide" Target="/ppt/notesSlides/notesSlide8.xml" Id="R2d37de0a860e439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b4023045d554740" /><Relationship Type="http://schemas.openxmlformats.org/officeDocument/2006/relationships/image" Target="/ppt/media/image4.png" Id="Rff532d6c6d8d4052" /><Relationship Type="http://schemas.openxmlformats.org/officeDocument/2006/relationships/image" Target="/ppt/media/image5.png" Id="Rdb9a77d9c46945a8" /><Relationship Type="http://schemas.openxmlformats.org/officeDocument/2006/relationships/image" Target="/ppt/media/image6.png" Id="Re35dee4ddcac43bc" /><Relationship Type="http://schemas.openxmlformats.org/officeDocument/2006/relationships/notesSlide" Target="/ppt/notesSlides/notesSlide9.xml" Id="R0e3d0b9625f6416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e4dc312e4f84c5f" /><Relationship Type="http://schemas.openxmlformats.org/officeDocument/2006/relationships/notesSlide" Target="/ppt/notesSlides/notesSlide10.xml" Id="R6681d3a1d0504eb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9f5a26133b34fa2" /><Relationship Type="http://schemas.openxmlformats.org/officeDocument/2006/relationships/image" Target="/ppt/media/image7.png" Id="R19f6ae35a98d4e19" /><Relationship Type="http://schemas.openxmlformats.org/officeDocument/2006/relationships/image" Target="/ppt/media/image8.png" Id="R999b2598b2c74478" /><Relationship Type="http://schemas.openxmlformats.org/officeDocument/2006/relationships/image" Target="/ppt/media/image9.png" Id="Rfcf64d8549a749b3" /><Relationship Type="http://schemas.openxmlformats.org/officeDocument/2006/relationships/notesSlide" Target="/ppt/notesSlides/notesSlide11.xml" Id="R8411de962d6d487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2b3c1af99e94b88" /><Relationship Type="http://schemas.openxmlformats.org/officeDocument/2006/relationships/image" Target="/ppt/media/image10.png" Id="Rc6385313242c4005" /><Relationship Type="http://schemas.openxmlformats.org/officeDocument/2006/relationships/notesSlide" Target="/ppt/notesSlides/notesSlide12.xml" Id="Rf29fc0de6aa4455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c43e3492ef9400d" /><Relationship Type="http://schemas.openxmlformats.org/officeDocument/2006/relationships/image" Target="/ppt/media/image11.png" Id="Re699da538c2d4230" /><Relationship Type="http://schemas.openxmlformats.org/officeDocument/2006/relationships/notesSlide" Target="/ppt/notesSlides/notesSlide13.xml" Id="R5a1ce473d467437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184adeab21934554" /><Relationship Type="http://schemas.openxmlformats.org/officeDocument/2006/relationships/notesSlide" Target="/ppt/notesSlides/notesSlide14.xml" Id="R2a89ddf5fb5d405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0921eb8b33b4766" /><Relationship Type="http://schemas.openxmlformats.org/officeDocument/2006/relationships/notesSlide" Target="/ppt/notesSlides/notesSlide15.xml" Id="R15f6206f50364ff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b47b7cc0ded4f02" /><Relationship Type="http://schemas.openxmlformats.org/officeDocument/2006/relationships/notesSlide" Target="/ppt/notesSlides/notesSlide16.xml" Id="Rf017a51906ea4dd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f0da90337224bee" /><Relationship Type="http://schemas.openxmlformats.org/officeDocument/2006/relationships/notesSlide" Target="/ppt/notesSlides/notesSlide17.xml" Id="R7187df15417a49e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0b6d5899a20342bf" /><Relationship Type="http://schemas.openxmlformats.org/officeDocument/2006/relationships/notesSlide" Target="/ppt/notesSlides/notesSlide18.xml" Id="R193b6610fb544d4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9a464e69b4c64889" /><Relationship Type="http://schemas.openxmlformats.org/officeDocument/2006/relationships/notesSlide" Target="/ppt/notesSlides/notesSlide19.xml" Id="R9bb97302812a466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f7b727f3f7c0470c" /><Relationship Type="http://schemas.openxmlformats.org/officeDocument/2006/relationships/notesSlide" Target="/ppt/notesSlides/notesSlide20.xml" Id="Rdaf80ce52c9f4b4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b23b7bbc7204985" /><Relationship Type="http://schemas.openxmlformats.org/officeDocument/2006/relationships/notesSlide" Target="/ppt/notesSlides/notesSlide21.xml" Id="R0cb70a2adf8f4a8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546127373d814652" /><Relationship Type="http://schemas.openxmlformats.org/officeDocument/2006/relationships/notesSlide" Target="/ppt/notesSlides/notesSlide22.xml" Id="R1377eb62be9941f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474b86821422483b" /><Relationship Type="http://schemas.openxmlformats.org/officeDocument/2006/relationships/notesSlide" Target="/ppt/notesSlides/notesSlide23.xml" Id="R64fe890cbe2a46e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cb86eebece17462c" /><Relationship Type="http://schemas.openxmlformats.org/officeDocument/2006/relationships/notesSlide" Target="/ppt/notesSlides/notesSlide24.xml" Id="R29a42549fada4bb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7c110ba53ea0436c" /><Relationship Type="http://schemas.openxmlformats.org/officeDocument/2006/relationships/notesSlide" Target="/ppt/notesSlides/notesSlide25.xml" Id="R5a566b95b993459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9643cf72c81b43c2" /><Relationship Type="http://schemas.openxmlformats.org/officeDocument/2006/relationships/notesSlide" Target="/ppt/notesSlides/notesSlide26.xml" Id="Rf4c4e816620b489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51eacfc460184daa" /><Relationship Type="http://schemas.openxmlformats.org/officeDocument/2006/relationships/notesSlide" Target="/ppt/notesSlides/notesSlide27.xml" Id="R887e623584d24e2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1fb167b3a6ba42bd" /><Relationship Type="http://schemas.openxmlformats.org/officeDocument/2006/relationships/notesSlide" Target="/ppt/notesSlides/notesSlide28.xml" Id="Rcfc7ba125d1d4fb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d5b20c8ff8274bc6" /><Relationship Type="http://schemas.openxmlformats.org/officeDocument/2006/relationships/notesSlide" Target="/ppt/notesSlides/notesSlide29.xml" Id="R6c87de542b604b9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1bcef217658f4444" /><Relationship Type="http://schemas.openxmlformats.org/officeDocument/2006/relationships/notesSlide" Target="/ppt/notesSlides/notesSlide30.xml" Id="Rc9a7c73b71eb4a3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0da31956be264f70" /><Relationship Type="http://schemas.openxmlformats.org/officeDocument/2006/relationships/notesSlide" Target="/ppt/notesSlides/notesSlide31.xml" Id="Re5b65d2b76a041d0"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28133b654e5b49aa" /><Relationship Type="http://schemas.openxmlformats.org/officeDocument/2006/relationships/notesSlide" Target="/ppt/notesSlides/notesSlide32.xml" Id="R4bf555e3239048d5"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e85d14857ed1476e" /><Relationship Type="http://schemas.openxmlformats.org/officeDocument/2006/relationships/notesSlide" Target="/ppt/notesSlides/notesSlide33.xml" Id="Re8b36b73052d464c"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f6e02a1cfa2a4b51" /><Relationship Type="http://schemas.openxmlformats.org/officeDocument/2006/relationships/notesSlide" Target="/ppt/notesSlides/notesSlide34.xml" Id="R8148f8c494c94ed6"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d0434e09ec004e23" /><Relationship Type="http://schemas.openxmlformats.org/officeDocument/2006/relationships/image" Target="/ppt/media/image12.png" Id="R3d1c4f17d12646ce" /><Relationship Type="http://schemas.openxmlformats.org/officeDocument/2006/relationships/image" Target="/ppt/media/image13.png" Id="Rdf6f7d8834a7459c" /><Relationship Type="http://schemas.openxmlformats.org/officeDocument/2006/relationships/notesSlide" Target="/ppt/notesSlides/notesSlide35.xml" Id="Rd2d2bb53e5e94674"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68a5973114ac48cc" /><Relationship Type="http://schemas.openxmlformats.org/officeDocument/2006/relationships/image" Target="/ppt/media/image14.png" Id="R824f7868bc5b45bd" /><Relationship Type="http://schemas.openxmlformats.org/officeDocument/2006/relationships/notesSlide" Target="/ppt/notesSlides/notesSlide36.xml" Id="R53125990716e4c7a"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440c568d2d604096" /><Relationship Type="http://schemas.openxmlformats.org/officeDocument/2006/relationships/notesSlide" Target="/ppt/notesSlides/notesSlide37.xml" Id="R7f06ec3b3f114730"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cd46e33fb9e44437" /><Relationship Type="http://schemas.openxmlformats.org/officeDocument/2006/relationships/notesSlide" Target="/ppt/notesSlides/notesSlide38.xml" Id="R838ea82ea7274df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2fb7d6b9fc264168" /><Relationship Type="http://schemas.openxmlformats.org/officeDocument/2006/relationships/notesSlide" Target="/ppt/notesSlides/notesSlide39.xml" Id="Rf0f4be4699404d7e"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117dffc9617043a6" /><Relationship Type="http://schemas.openxmlformats.org/officeDocument/2006/relationships/notesSlide" Target="/ppt/notesSlides/notesSlide40.xml" Id="R89975f43d25c4db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9e2b7e1dc2f14bb0" /><Relationship Type="http://schemas.openxmlformats.org/officeDocument/2006/relationships/notesSlide" Target="/ppt/notesSlides/notesSlide41.xml" Id="R3bdcf8ff3f774146"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ca892b9ea8554bba" /><Relationship Type="http://schemas.openxmlformats.org/officeDocument/2006/relationships/notesSlide" Target="/ppt/notesSlides/notesSlide42.xml" Id="R90bf3544c9034ce8"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a37b74a96407416c" /><Relationship Type="http://schemas.openxmlformats.org/officeDocument/2006/relationships/notesSlide" Target="/ppt/notesSlides/notesSlide43.xml" Id="Rb1fafe63a5f84687"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2aa1882960f5454d" /><Relationship Type="http://schemas.openxmlformats.org/officeDocument/2006/relationships/notesSlide" Target="/ppt/notesSlides/notesSlide44.xml" Id="Rca6d1264271a4267"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f8aea702b1224ae1" /><Relationship Type="http://schemas.openxmlformats.org/officeDocument/2006/relationships/notesSlide" Target="/ppt/notesSlides/notesSlide45.xml" Id="R3e1adc8fb4c0480e"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7b0585be5ed2458b" /><Relationship Type="http://schemas.openxmlformats.org/officeDocument/2006/relationships/notesSlide" Target="/ppt/notesSlides/notesSlide46.xml" Id="R302c2e99fa284ce5"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d7994845784a4d4d" /><Relationship Type="http://schemas.openxmlformats.org/officeDocument/2006/relationships/notesSlide" Target="/ppt/notesSlides/notesSlide47.xml" Id="R6c66e54e29384711"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c875904f238f473a" /><Relationship Type="http://schemas.openxmlformats.org/officeDocument/2006/relationships/notesSlide" Target="/ppt/notesSlides/notesSlide48.xml" Id="R659cc06785664ef2"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a5986fd36180402d" /><Relationship Type="http://schemas.openxmlformats.org/officeDocument/2006/relationships/notesSlide" Target="/ppt/notesSlides/notesSlide49.xml" Id="R16e7962645c0435a"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8d181bcaefa14edd" /><Relationship Type="http://schemas.openxmlformats.org/officeDocument/2006/relationships/image" Target="/ppt/media/image15.png" Id="R0771dc1dd75042d8" /><Relationship Type="http://schemas.openxmlformats.org/officeDocument/2006/relationships/image" Target="/ppt/media/image16.png" Id="Ref85842502444ceb" /><Relationship Type="http://schemas.openxmlformats.org/officeDocument/2006/relationships/notesSlide" Target="/ppt/notesSlides/notesSlide50.xml" Id="R0370ba1f74754826"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c2aa8387fdc343a6" /><Relationship Type="http://schemas.openxmlformats.org/officeDocument/2006/relationships/notesSlide" Target="/ppt/notesSlides/notesSlide51.xml" Id="R9196e7d3ec4c4d88"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1a676de3f5d248e1" /><Relationship Type="http://schemas.openxmlformats.org/officeDocument/2006/relationships/notesSlide" Target="/ppt/notesSlides/notesSlide52.xml" Id="R99a0b063aea842a4"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fc5fab1d41c04445" /><Relationship Type="http://schemas.openxmlformats.org/officeDocument/2006/relationships/notesSlide" Target="/ppt/notesSlides/notesSlide53.xml" Id="Rd8fccc68412845bf"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e57d700c8cdf46e1" /><Relationship Type="http://schemas.openxmlformats.org/officeDocument/2006/relationships/notesSlide" Target="/ppt/notesSlides/notesSlide54.xml" Id="R290f40a3e1954df3"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7ad1778dcec24583" /><Relationship Type="http://schemas.openxmlformats.org/officeDocument/2006/relationships/notesSlide" Target="/ppt/notesSlides/notesSlide55.xml" Id="R9d0f9acedc5749b1"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fd67c91bc743402e" /><Relationship Type="http://schemas.openxmlformats.org/officeDocument/2006/relationships/notesSlide" Target="/ppt/notesSlides/notesSlide56.xml" Id="R5803e7d72f254179"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1e9213da2c854f4b" /><Relationship Type="http://schemas.openxmlformats.org/officeDocument/2006/relationships/notesSlide" Target="/ppt/notesSlides/notesSlide57.xml" Id="Rd65bb2da35784d2e"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3d825a4884554d70" /><Relationship Type="http://schemas.openxmlformats.org/officeDocument/2006/relationships/chart" Target="/ppt/slides/charts/chart1.xml" Id="R3df827b915d54f5a" /><Relationship Type="http://schemas.openxmlformats.org/officeDocument/2006/relationships/notesSlide" Target="/ppt/notesSlides/notesSlide58.xml" Id="R9955c965c8974445"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97ae4780a977442f" /><Relationship Type="http://schemas.openxmlformats.org/officeDocument/2006/relationships/notesSlide" Target="/ppt/notesSlides/notesSlide59.xml" Id="R796acbc7d7c546e9"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ea18fa28d78e44f6" /><Relationship Type="http://schemas.openxmlformats.org/officeDocument/2006/relationships/notesSlide" Target="/ppt/notesSlides/notesSlide60.xml" Id="R05910d11e47f4a00"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ac625b96194e44bb" /><Relationship Type="http://schemas.openxmlformats.org/officeDocument/2006/relationships/notesSlide" Target="/ppt/notesSlides/notesSlide61.xml" Id="Re279bc5642ea4549"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a0bc495f85054e5b" /><Relationship Type="http://schemas.openxmlformats.org/officeDocument/2006/relationships/notesSlide" Target="/ppt/notesSlides/notesSlide62.xml" Id="R547bb98c064045d8"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b72d484cddcc447f" /><Relationship Type="http://schemas.openxmlformats.org/officeDocument/2006/relationships/notesSlide" Target="/ppt/notesSlides/notesSlide63.xml" Id="R8a27dcd99f904cba"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35746a87b99448df" /><Relationship Type="http://schemas.openxmlformats.org/officeDocument/2006/relationships/notesSlide" Target="/ppt/notesSlides/notesSlide64.xml" Id="R6468f5ecbf2c4d51"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d2ba2b695ce74014" /><Relationship Type="http://schemas.openxmlformats.org/officeDocument/2006/relationships/notesSlide" Target="/ppt/notesSlides/notesSlide65.xml" Id="Rbc20e58ea3224616"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5f3e52163e2947b3" /><Relationship Type="http://schemas.openxmlformats.org/officeDocument/2006/relationships/image" Target="/ppt/media/image17.png" Id="R6e143b8748b04fd5" /><Relationship Type="http://schemas.openxmlformats.org/officeDocument/2006/relationships/notesSlide" Target="/ppt/notesSlides/notesSlide66.xml" Id="R6fc0b8d0e3284085"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848980efef874d32" /><Relationship Type="http://schemas.openxmlformats.org/officeDocument/2006/relationships/notesSlide" Target="/ppt/notesSlides/notesSlide67.xml" Id="R37de223c7e1a4c63"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6ca59427f8f841d8" /><Relationship Type="http://schemas.openxmlformats.org/officeDocument/2006/relationships/notesSlide" Target="/ppt/notesSlides/notesSlide68.xml" Id="R7a3af5fa7f154b1b"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962af3b189f54a11" /><Relationship Type="http://schemas.openxmlformats.org/officeDocument/2006/relationships/notesSlide" Target="/ppt/notesSlides/notesSlide69.xml" Id="R7d416e7706bf453d"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3acd90b27f3e4455" /><Relationship Type="http://schemas.openxmlformats.org/officeDocument/2006/relationships/notesSlide" Target="/ppt/notesSlides/notesSlide70.xml" Id="Ra70ff6527a7c48c7"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dacea019cc08421e" /><Relationship Type="http://schemas.openxmlformats.org/officeDocument/2006/relationships/notesSlide" Target="/ppt/notesSlides/notesSlide71.xml" Id="Rc21754b187064372"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cb2d86f81b264903" /><Relationship Type="http://schemas.openxmlformats.org/officeDocument/2006/relationships/notesSlide" Target="/ppt/notesSlides/notesSlide72.xml" Id="Rb58cc315924b49ab"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550eefe659c24504" /><Relationship Type="http://schemas.openxmlformats.org/officeDocument/2006/relationships/notesSlide" Target="/ppt/notesSlides/notesSlide73.xml" Id="Rf35e4d4c40f74ffa"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c7f8f1a788fc4d1b" /><Relationship Type="http://schemas.openxmlformats.org/officeDocument/2006/relationships/notesSlide" Target="/ppt/notesSlides/notesSlide74.xml" Id="R933fb7e2a5ca40c6"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ada4f3cd16564e77" /><Relationship Type="http://schemas.openxmlformats.org/officeDocument/2006/relationships/notesSlide" Target="/ppt/notesSlides/notesSlide75.xml" Id="Rbaf592ed602f4e22"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166759352f534ab2" /><Relationship Type="http://schemas.openxmlformats.org/officeDocument/2006/relationships/notesSlide" Target="/ppt/notesSlides/notesSlide76.xml" Id="R77df407fd1124a3d"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c4a2fe5ff2ac482a" /><Relationship Type="http://schemas.openxmlformats.org/officeDocument/2006/relationships/notesSlide" Target="/ppt/notesSlides/notesSlide77.xml" Id="Rc4db9bb8e0f24b56"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12e7408f6e784897" /><Relationship Type="http://schemas.openxmlformats.org/officeDocument/2006/relationships/notesSlide" Target="/ppt/notesSlides/notesSlide78.xml" Id="R541b93b0e48b4861"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e6e29970d1d447b2" /><Relationship Type="http://schemas.openxmlformats.org/officeDocument/2006/relationships/notesSlide" Target="/ppt/notesSlides/notesSlide79.xml" Id="R91ffb63ba03b4f40"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8c920bb349cc45ad" /><Relationship Type="http://schemas.openxmlformats.org/officeDocument/2006/relationships/notesSlide" Target="/ppt/notesSlides/notesSlide80.xml" Id="Rf1c7a4451ff44319"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1d7fc098a7a14986" /><Relationship Type="http://schemas.openxmlformats.org/officeDocument/2006/relationships/notesSlide" Target="/ppt/notesSlides/notesSlide81.xml" Id="R1fa8912992384359"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85b53c7663d041d1" /><Relationship Type="http://schemas.openxmlformats.org/officeDocument/2006/relationships/notesSlide" Target="/ppt/notesSlides/notesSlide82.xml" Id="Rcf2cf0b91d0c4afe"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77d8bb4366ff4b50" /><Relationship Type="http://schemas.openxmlformats.org/officeDocument/2006/relationships/notesSlide" Target="/ppt/notesSlides/notesSlide83.xml" Id="Ra4fd5d2ee4b24063"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33d04bb378bf4721" /><Relationship Type="http://schemas.openxmlformats.org/officeDocument/2006/relationships/notesSlide" Target="/ppt/notesSlides/notesSlide84.xml" Id="Ra862c33e15034097"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ace0be461c614754" /><Relationship Type="http://schemas.openxmlformats.org/officeDocument/2006/relationships/image" Target="/ppt/media/image18.png" Id="Ra4b85660fb6e48ed" /><Relationship Type="http://schemas.openxmlformats.org/officeDocument/2006/relationships/notesSlide" Target="/ppt/notesSlides/notesSlide85.xml" Id="R823a515a64f247d9"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29d05504b057421e" /><Relationship Type="http://schemas.openxmlformats.org/officeDocument/2006/relationships/notesSlide" Target="/ppt/notesSlides/notesSlide86.xml" Id="R41666946fdd441e9"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35169b47fe274903" /><Relationship Type="http://schemas.openxmlformats.org/officeDocument/2006/relationships/image" Target="/ppt/media/image19.png" Id="Rb185901eb0fb4066" /><Relationship Type="http://schemas.openxmlformats.org/officeDocument/2006/relationships/image" Target="/ppt/media/image20.png" Id="R70ee884ef30f4137" /><Relationship Type="http://schemas.openxmlformats.org/officeDocument/2006/relationships/image" Target="/ppt/media/image21.png" Id="Rfd41371ef32e490f" /><Relationship Type="http://schemas.openxmlformats.org/officeDocument/2006/relationships/notesSlide" Target="/ppt/notesSlides/notesSlide87.xml" Id="R4001f37d9afd4164"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2604bde7c5924840" /><Relationship Type="http://schemas.openxmlformats.org/officeDocument/2006/relationships/notesSlide" Target="/ppt/notesSlides/notesSlide88.xml" Id="Rc2943298f7704f41"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a5a577bb3ba14376" /><Relationship Type="http://schemas.openxmlformats.org/officeDocument/2006/relationships/notesSlide" Target="/ppt/notesSlides/notesSlide89.xml" Id="R12676bb4604e4ada"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27f443e21af5422c" /><Relationship Type="http://schemas.openxmlformats.org/officeDocument/2006/relationships/notesSlide" Target="/ppt/notesSlides/notesSlide90.xml" Id="R33731b3427d94cf3"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30439104947d4a94" /><Relationship Type="http://schemas.openxmlformats.org/officeDocument/2006/relationships/notesSlide" Target="/ppt/notesSlides/notesSlide91.xml" Id="Rd5d48b08d48146f8"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69817e78e567462d" /><Relationship Type="http://schemas.openxmlformats.org/officeDocument/2006/relationships/notesSlide" Target="/ppt/notesSlides/notesSlide92.xml" Id="Rbe7010ec15454523"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95c67fa5b29f46b2" /><Relationship Type="http://schemas.openxmlformats.org/officeDocument/2006/relationships/notesSlide" Target="/ppt/notesSlides/notesSlide93.xml" Id="R20e4f060082e4ae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C5E1C988-6BAC-4F23-80B7-61934EDE7F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05F93E55-5AF9-4575-B44A-DBAC29644C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FBBB41BD-C827-462B-8701-455A4C5D6A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35734999-746D-47FF-8356-E22735FD3B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8B70B160-6955-4960-B12B-0C85ED7CCA9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0BEC3FD9-7E95-459D-9038-84CFB19BD29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82F5ECA9-E246-474F-8B90-7FEBCE49B673}"/>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0E46746A-92D0-4344-8C5E-63DD7691154C}"/>
              </a:ext>
            </a:extLst>
          </p:cNvPr>
          <p:cNvPicPr>
            <a:picLocks xmlns:a="http://schemas.openxmlformats.org/drawingml/2006/main" noChangeAspect="1"/>
          </p:cNvPicPr>
          <p:nvPr/>
        </p:nvPicPr>
        <p:blipFill>
          <a:blip xmlns:r="http://schemas.openxmlformats.org/officeDocument/2006/relationships" xmlns:a="http://schemas.openxmlformats.org/drawingml/2006/main" r:embed="R448492c4eeb64d6e"/>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CFAAFAF1-EC04-4B69-8156-E63D75522634}"/>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7E559178-48A7-4B35-8066-81F22AC1323D}"/>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72B90335-8239-4E2B-BD70-29921D402C6F}"/>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0C8ADD6C-1A48-4EAC-9B3A-4C4858BD0FA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830242883"/>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2849C8EE-22D6-4641-8E9E-3F248A521B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B9816F63-385E-47E5-A459-778C67787E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34722CA6-9E50-4139-9195-2D0FD76409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AD45441D-288B-46D1-A6F9-8FB29DFFDC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65BBA9A2-F7DF-4493-A568-7B6142A3218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9C0B4EE0-0A42-4A43-A010-58B2C92562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83142A6A-5502-4486-A1F8-042F3E9FB5EB}"/>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8B9AF9FC-1E50-40ED-9882-F9A7CD8B62C9}"/>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6D2F6CFE-AEF1-4E0E-9D85-C2EFA4B438F4}"/>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E58FDF2B-E4B7-458B-96EB-50831D9DDBEB}"/>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7E302CB-0075-4E94-9D28-D3588DE8BE99}"/>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C68E6054-901E-4299-B467-AC85F2E1B726}"/>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B53AAEEB-BA08-44E8-A5FB-E1E26A74BE36}"/>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EB203EF7-9225-4D87-BDDC-AF8F72E34335}"/>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40A2B9ED-44BA-4EAA-BD88-04600C0DDE17}"/>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B28332D1-F251-43FF-8C0C-FA0FB5309FA1}"/>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EE7941D0-DEAC-45CA-ABFE-9E85D68B3542}"/>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9A0BC5D0-D5ED-4694-9C7B-7BEB099E1D50}"/>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D9470045-59FC-45D3-B93A-B058ABD56EE8}"/>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03D0E21C-888E-43CB-B7E3-E7D9BFFFC494}"/>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4A21F03E-1FAA-44F0-BA02-AD6AA0876D62}"/>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D9A31A51-E091-42F5-9839-9A2D40F11505}"/>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30D865DC-5F6D-4026-BC9C-B4FD5D6EC6A0}"/>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6C9C5243-75EC-4DC5-B2A8-9D46CBEC8633}"/>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728788A3-8AEA-4F59-910F-46881CD0D30D}"/>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9316F656-3109-40D0-A7FB-9507075C870B}"/>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C1E902B5-48CC-4656-8EEB-6546995FCCC2}"/>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8C10E472-11E6-4CFE-BD7A-1439B3C6EAA2}"/>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C06C524D-FA3C-48EB-935C-6C417E258908}"/>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14B5874C-AB34-4A80-BCC5-FBA14146151B}"/>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619F7C71-5D8C-4337-B3C0-15C37C557B6C}"/>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810EAEB1-3632-480D-AF4D-766ACB36CBD9}"/>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AE30B76E-5E09-4009-A276-290416302A81}"/>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1F2B9643-6089-4FF5-B2D4-625528CCA089}"/>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E6B95CD7-6C9E-437C-980F-67D0F49317ED}"/>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7C5D8C21-039B-417D-A6F7-EAED65DEBA2D}"/>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632DE8E4-8B8F-4855-BAA5-AA850E361719}"/>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80DAA780-169C-41B6-A46F-BB5F92C4E5F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46689918"/>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96A2A79F-E596-4E22-B1BA-1BC00D852A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9B141168-C224-4DEF-8D24-D79774346E5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07F11D01-4026-443A-A5BD-76EEFCDA78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95D8A80C-54BE-4308-96FB-9A12E87D354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44754757-0C40-42F4-9AFC-FB08799477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A7F398DF-5052-4B5F-BEB5-DE3E988F9C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79D50F31-E6A0-4D93-A271-449B06AC83AB}"/>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B5C5ED9A-7DD2-4EE9-98B8-2E43D8E33C76}"/>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3AF5DE6E-3E45-42DB-B62F-06337CFBCAE4}"/>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66170BE3-C46C-42EF-987D-AB7B3D5D401F}"/>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354061E0-584F-40E6-AB59-4E04232CCC5B}"/>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41BE2C4C-55E3-4A21-B19E-73974E61A5B9}"/>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5F630941-4F85-43E5-9801-3F805918D7E0}"/>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3FB8746B-960A-4719-928A-116A9BEF25B4}"/>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C3BA481E-9976-4720-9E4C-4F242C3A1F79}"/>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9DA386B7-1E50-42F4-993D-0005597FFFE2}"/>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F189971A-4C23-44F3-9602-EA4C1D7180AA}"/>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8142842B-DB2C-42DD-B3F0-346E05C67E22}"/>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6D948C7E-54F1-48C2-A208-935574C412C6}"/>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F7F72CF2-1193-4EAC-9B85-0BEB9335CF65}"/>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256ED551-247D-4B3A-848C-213FE5EFE878}"/>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6A3F1041-CD63-47B0-AD6F-65E9EB83A22D}"/>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D0B1800F-5CF8-4C1F-8BD3-9962BB1BDD8A}"/>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330A319D-6C9B-4E4C-AC39-5856B31A3AAA}"/>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208E3B1F-B267-44AF-A9A3-61F308B60F87}"/>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8F578583-1DCC-4A16-8E9D-805DC1790B20}"/>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FF75E2FC-686F-4566-A4B7-25884AE5348E}"/>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0CA35265-8F21-4401-8BB3-354337A3612E}"/>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9632972A-8CBF-409C-82B0-16DEE3F2F64E}"/>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76215AF6-6DAF-4660-9BF3-793DB3F0B6A4}"/>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D6913433-F29A-472B-B3E1-686F14AD42A8}"/>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756E94CE-AC1E-4FFF-A1E4-0E43DF159A20}"/>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BCD00E28-65AB-4625-B19E-EB4724CC70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578204475"/>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210CD5B2-06C3-4CC4-9DD1-3929EDA089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F7733C9F-E89C-4B9C-8960-600F7F726A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261030BD-F0A6-46C6-847B-2A420B1B01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C53B39E0-6D8D-4F2D-8E67-CA993770AE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0CE2C4BD-B96A-4BCC-B10E-B4042A14C2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E17E915C-1832-470F-B1D0-7B3ECAACDE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926FB6D7-27CD-4A39-AC72-FE78814D05BB}"/>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9AECBA29-BA15-435D-A76D-66DE731FF00A}"/>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355F6141-FFB5-4295-925F-A929D51B8B91}"/>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2C66DEBF-42CB-4C62-AA2A-72A1C251B456}"/>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E9861A6F-D658-4194-BF7E-E9990505A06F}"/>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B714FAF7-0C84-483A-9C9A-8843EF5D5BAF}"/>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C69AE2C-6BF0-4A00-960C-314984C06D46}"/>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8921A19B-B030-4A7C-818E-E2B8F1F7D7F7}"/>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2A95C103-8600-423E-AFDD-BE6014420AE9}"/>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DE49EF1-2517-4DFF-B796-06C77C09D8B4}"/>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7895AF3E-4257-4A45-A505-AC9FDED85AA2}"/>
              </a:ext>
            </a:extLst>
          </p:cNvPr>
          <p:cNvPicPr>
            <a:picLocks xmlns:a="http://schemas.openxmlformats.org/drawingml/2006/main" noChangeAspect="1"/>
          </p:cNvPicPr>
          <p:nvPr/>
        </p:nvPicPr>
        <p:blipFill>
          <a:blip xmlns:r="http://schemas.openxmlformats.org/officeDocument/2006/relationships" xmlns:a="http://schemas.openxmlformats.org/drawingml/2006/main" r:embed="Raf22148002614708"/>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A5DA8DA6-2783-44EA-813D-B6E993FD031B}"/>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C20E0AEC-5F8F-4E68-9D2E-542427F1C3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47240840"/>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67F78A47-6F88-4C28-B704-CC3278656E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D9A2BF6F-EAD0-4DA7-BAA9-5D7888FA90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E995866D-2619-46E8-BC02-D353F2CC90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EC6F5754-792A-4645-8B99-CF9C2790D4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E877D838-32DB-4970-B21C-34923CA4CC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E0ABD705-24AC-4620-B130-712B23DAA6A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D0C46056-D2E6-48DF-9CC4-062F04B07F5E}"/>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F49A433F-F578-441F-A959-581231C93BD2}"/>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9F6AEBEF-0B9C-40D8-A99D-1BE0B4DEADDE}"/>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EEF83855-23E4-4FF3-85D1-11D75352E33D}"/>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1FF26CA1-86E8-4813-ABBD-07A194233833}"/>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AE4D590C-D008-4FA9-9791-45286EB7AE6E}"/>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6DEA22A0-26D8-43EE-8F76-14467D3C3F1D}"/>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B11D35F5-9B26-424E-891D-44E698DEB9C8}"/>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9B152EAA-9E44-4FF0-A8D9-FC5405CF51FF}"/>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18D73D98-F127-44EF-83DC-95CF4A574F29}"/>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33B17841-93AA-4E2F-BB73-531BA36ED61E}"/>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A10468FF-3F44-48FD-8C85-49BC090512B2}"/>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C5003418-4B1A-4C35-968C-1A83019E79FE}"/>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257EF61A-084F-4E85-8F3B-53D631D2EA18}"/>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A7C38C89-5F2A-47C6-A7CE-231D55A2B3CD}"/>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C6874869-AAD9-4655-BF4C-C275719DFB80}"/>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2F9F5521-8798-4C8B-B9AD-9BAB14E931E9}"/>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2CDF9F99-4C37-47C4-91E9-C6A0C9A66B1C}"/>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5969E43D-7F04-4CDE-8FAA-E96E337C553B}"/>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79AA3DFB-F9A6-4054-B224-E3906BADBB39}"/>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B9EFDE28-D9BA-4B18-94B5-A20D3C6E5AD2}"/>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13889B17-4642-4D8A-9597-FF83D12F53B3}"/>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E130D916-217A-43F8-B400-F8D1BAEF0583}"/>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05BC0E91-74B8-4944-B101-B3E6012AF643}"/>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8CDE079A-2E94-45AA-A32A-1B17D9464AAB}"/>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47C3B610-4DE7-44D4-9FED-278AD1A27858}"/>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02967B9A-B88F-4AF4-8BC9-8BA566819C6C}"/>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8DE10C1F-17A0-4ED4-B469-FF9213673636}"/>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7F5749C7-1F7C-4C64-810F-0133AD782FA0}"/>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33DD3833-0A19-4CB5-A257-8C3E2EBF65D0}"/>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11D422F2-06B6-4181-ACB9-3B342175AB68}"/>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D007E131-3B8C-4A67-8D31-F86C08E31591}"/>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6F417A55-276E-42CA-990E-9BB364C77584}"/>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7113F38F-184B-41E5-8E11-238EE2AEC4CA}"/>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6C7FCCEB-7A8A-4E1F-9490-97E0AB5F4D0D}"/>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16FDA99B-10C1-4D98-AC36-24160025BE0C}"/>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FBC92B72-95A3-4593-BB79-70714C7433B3}"/>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4BEB4C9B-85F7-494E-A680-A999B255CD3C}"/>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C1C6556B-D15E-4E68-9A09-C6853F8005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50583375"/>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45FFF1D7-FA4E-4A7E-BD0E-A6F948FE7AF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243496CF-073D-481E-AC8B-5482176DE74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D2FC235B-090B-46DC-A898-73297FEDFE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44E3B541-777E-48B4-8F93-7BC9614F535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ACCB0206-631A-4CF8-8E4D-6BAC492C24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CAE3D86D-1892-4427-A425-553741EA0F0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4BE404C0-A7E0-45F2-A35F-4E22D67A375D}"/>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D8866E6A-6D3D-47B7-A9B6-A63AECDB655F}"/>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17AC392F-6A1D-4C18-875B-5763C9A7A612}"/>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9F874F24-FCE1-420F-9ED6-42D83C91FC25}"/>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C5AE517B-9DE5-4C15-B53C-AA1E758BF1E8}"/>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99686D67-429D-4886-B1F9-2D2AFE3D2469}"/>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2A6BBD47-EFC7-4BE9-BA07-0E05E2E20C5D}"/>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471160D4-111F-47C7-B10E-5689443C6015}"/>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21A63380-1083-4F5C-B192-4A16854DF176}"/>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3C1A8988-4214-4A9F-AA96-D6AA8400E471}"/>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02BD6804-24E9-4B51-AE79-B4A924E57D3D}"/>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49BEAE24-9C39-4C86-B21C-D28B214430EE}"/>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7607CE78-FA21-4210-B617-53695B46D6A6}"/>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DE548ED0-EB93-41EF-89F3-9CC3493A18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84745109"/>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6E25FBE2-CFC1-4797-AB5C-24984A0DDB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D4D47C3E-5425-4FC8-AD4C-CB4B108936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755CD0B1-3E2C-4F67-961A-7D3BB81C1452}"/>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42CF75B0-2ED8-473E-9265-571BAEBC60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A4F5AA15-0627-4C1B-B549-782D4AAAD2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5CCE5ECD-1F90-4EC1-96FE-C069E943E8A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C90BE812-2DD8-4F96-8939-4B6D015D2F45}"/>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7ABF09BB-DF6F-4157-A0E8-0274410EC682}"/>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A41D0605-A4D2-4D5B-8526-19A63B84C767}"/>
              </a:ext>
            </a:extLst>
          </p:cNvPr>
          <p:cNvPicPr>
            <a:picLocks xmlns:a="http://schemas.openxmlformats.org/drawingml/2006/main" noChangeAspect="1"/>
          </p:cNvPicPr>
          <p:nvPr/>
        </p:nvPicPr>
        <p:blipFill>
          <a:blip xmlns:r="http://schemas.openxmlformats.org/officeDocument/2006/relationships" xmlns:a="http://schemas.openxmlformats.org/drawingml/2006/main" r:embed="R9d6d5d69fec34eb9"/>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5FE28312-FED4-4F61-9B8E-6E9F2B368ED2}"/>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9CD106EC-738F-4927-A493-F165400B5811}"/>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229EBC63-C691-4C67-9143-97D3BE430A09}"/>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DEC32996-73BB-4FD3-8226-EFD329187D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592163842"/>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CD2F3E53-BC03-41F1-9053-960AAB7424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52F4ABB5-9FBE-408E-8142-A1EBAB5617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DA9225E0-679A-4475-88F5-2042023949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E5026F5E-594B-47CE-9463-629C736DA8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BD50FC02-7D3D-4138-B33A-7D2A3F96B0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AB637107-33AF-43D5-AC31-9D31BC817FB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6BEF83C2-D927-4852-943B-95BFC5119219}"/>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641E612B-32EE-4542-9C9A-6F28439D7FEF}"/>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DCDACF7D-29C4-4B67-BA94-48495E0A88FD}"/>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BD7ECE0C-850E-454D-9A31-615708EF31AB}"/>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C61CECEB-81A2-4F33-A01A-C08ADE93D4CD}"/>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5272B55D-8B6B-444E-A8DB-55550CC84CEC}"/>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33E3C5F0-7AF5-4E3E-A284-000E9394B942}"/>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89719730-C8E5-4D53-A461-843EE9C3BE5D}"/>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8F7158AE-045D-471B-BE34-A820E6C5FAAE}"/>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9320F8BF-9DD3-4F05-A10F-9847784A76EB}"/>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AFD7590F-E4F5-4BDC-A356-A3E2AFE25FAA}"/>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DDCB40B1-0251-4B51-B056-22453DE02772}"/>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03C6D909-F097-4F93-AF7B-4C5548F2BADE}"/>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56DC3425-9ABF-4329-ACA3-2730E93377FA}"/>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DE149BEB-830B-4D57-8ED5-457861DEE70F}"/>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D3A13B83-9EC3-4056-9D92-7A6801829E4B}"/>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785C21CB-C565-4C99-9A81-77E7538BA92C}"/>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F18F4075-2FDD-4631-94BA-1C9D7AB0AD1C}"/>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42638B7E-217B-4C62-A435-668C2013C75C}"/>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5F11C544-96AE-4FE6-9B1F-D1035BD82B83}"/>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3A68A6C1-B51E-48E8-B407-90ABBD24CFEC}"/>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DD8E2B77-0EC8-4FF5-8AF9-69B21BDCD5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08386595"/>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7BFA0317-A998-415F-ADC3-82B775860F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0DCE8E1C-9FDB-4F62-AA6C-B7215D6DDD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8DB14671-3365-45FA-8916-055B6E70A9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571EB5E3-320A-4414-9729-4A2E22ABF2F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5E6A9FA7-CA9B-4B72-900E-ACA6779B7A9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CA658D3C-9F22-4CF3-BA16-AD469CAE71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C2D020F3-FF1E-47F3-8B3F-889FE7F49966}"/>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48EC60F7-4759-4F86-AB2F-32CCCD521656}"/>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6A1DD70C-5EDB-4ED0-A858-1C786EDCF38B}"/>
              </a:ext>
            </a:extLst>
          </p:cNvPr>
          <p:cNvPicPr>
            <a:picLocks xmlns:a="http://schemas.openxmlformats.org/drawingml/2006/main" noChangeAspect="1"/>
          </p:cNvPicPr>
          <p:nvPr/>
        </p:nvPicPr>
        <p:blipFill>
          <a:blip xmlns:r="http://schemas.openxmlformats.org/officeDocument/2006/relationships" xmlns:a="http://schemas.openxmlformats.org/drawingml/2006/main" r:embed="Rff532d6c6d8d4052"/>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9699C3EE-4C0F-481F-B574-2184E5A0D9EA}"/>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3244CE25-5E03-4B4C-A605-17DFA536A1A5}"/>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2C0C51F5-12AB-4FE2-A82C-A6B7ADFAB289}"/>
              </a:ext>
            </a:extLst>
          </p:cNvPr>
          <p:cNvPicPr>
            <a:picLocks xmlns:a="http://schemas.openxmlformats.org/drawingml/2006/main" noChangeAspect="1"/>
          </p:cNvPicPr>
          <p:nvPr/>
        </p:nvPicPr>
        <p:blipFill>
          <a:blip xmlns:r="http://schemas.openxmlformats.org/officeDocument/2006/relationships" xmlns:a="http://schemas.openxmlformats.org/drawingml/2006/main" r:embed="Rdb9a77d9c46945a8"/>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EF8F4163-CDF6-45C8-8379-8D3B6C60EF43}"/>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FED5803F-1349-4142-9EE4-F05CB6B1660E}"/>
              </a:ext>
            </a:extLst>
          </p:cNvPr>
          <p:cNvPicPr>
            <a:picLocks xmlns:a="http://schemas.openxmlformats.org/drawingml/2006/main" noChangeAspect="1"/>
          </p:cNvPicPr>
          <p:nvPr/>
        </p:nvPicPr>
        <p:blipFill>
          <a:blip xmlns:r="http://schemas.openxmlformats.org/officeDocument/2006/relationships" xmlns:a="http://schemas.openxmlformats.org/drawingml/2006/main" r:embed="Re35dee4ddcac43bc"/>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8D9D30D8-1E47-4DC1-A491-0E831805546B}"/>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2393B541-C14D-48EE-8F5E-26C83423DA35}"/>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4F5557C0-789E-4F6B-9E6A-782C0045C498}"/>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6EBC6732-3010-4FC9-8432-8D207F0DF5C7}"/>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A6DA1568-1BE6-4319-B853-7DDE71411621}"/>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B681C40A-A9A2-47A4-A82D-E18D7BF0B26E}"/>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EDA7895C-3D5D-44B4-8B22-D6510E3AED88}"/>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DB4B44DF-AA15-43DB-B0A9-1ACC2E534B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98123694"/>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7A0C5423-1A0F-45DA-A4D0-DD153F7811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30F28C55-0915-4990-92D3-CC6FE2EF04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00C2F8B7-F228-4AE8-BBA3-89FD61BE7B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C31143CA-CE5B-4EBF-B8D0-DFB0EF1740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33BFEC05-239B-4067-B8B6-BCCBDBED1F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E4412392-79F3-4BAD-B2D6-C0C3425FA41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F0FBA9E0-18E2-4213-8776-6442B8908697}"/>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E25D97AB-5603-4D7F-A7EE-9666A44626C2}"/>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31B2D0E0-E89D-4C9E-B070-BB21FB97ED57}"/>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891C1922-C616-453D-BB91-8FD610A74AC2}"/>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D22AD5A4-1F20-445F-B4E3-7C3AD70FF5DC}"/>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7F0242E3-C883-421E-B4A3-5887E55E0913}"/>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7B8ACD36-7539-479A-A6CE-C16A8A1D6E4C}"/>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7701442-F29D-47AF-908B-15D8AB1EE14B}"/>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A2D5F525-68C2-4285-A2C5-54323BD73CED}"/>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DF7438B4-3628-46CC-9FD8-BE091947FEA1}"/>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6F90CF2E-3A73-46C2-AF20-AC142F3C6966}"/>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7BA4E97B-BDCC-435B-A575-C0E49729CA09}"/>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E05F35E4-BC7B-4B8D-B350-B1880942AC7C}"/>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228A7F8F-427A-4FB0-BD71-3F7DFBBE37B9}"/>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244411E8-46BD-4015-9095-08DD9BC886B5}"/>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B73DBC8A-300C-456C-9862-BFD6ED714CC2}"/>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50BCD780-2D80-4A66-B361-B1DA8A6C73CC}"/>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6833BB1E-20E7-443F-A602-7370E04BD8A6}"/>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95327441-02AA-4203-B5BA-6C0F7B87A231}"/>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1589E708-817A-46F2-94A6-2E061CB54603}"/>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7F178108-2356-432E-8E1A-55A4A6F423FF}"/>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6188B58A-CDBC-4BEB-A84D-1BDE061E5621}"/>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9F4391D6-F948-47D5-9EEC-E895D6AEF079}"/>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6CBACE3F-9676-4D8B-AE7C-BB67E9120DF0}"/>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684AA104-F15E-480E-B062-387F7223EC4D}"/>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F3FB2F96-70B9-438A-A228-BB2C7F7D9CD7}"/>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C446D540-551D-43A9-BD53-68C3635C1773}"/>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32EEF4E2-6281-479A-A587-7367075892CB}"/>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01D6B309-ADFD-4EA3-88DE-44D117A600B9}"/>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884BE159-6E33-4F79-A746-B4845972ECB2}"/>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4FCA6A6E-88C0-48D3-AACD-001CB258167E}"/>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DAA62004-BA65-4B47-967C-971E9141A365}"/>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76DD909E-7CE6-4955-B660-6368755FE151}"/>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1BB683C2-B935-42D2-A406-CFBCCB3C9F3F}"/>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182D69BE-F678-4F6F-86F2-F7782A24EA3A}"/>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26521A39-B810-4B86-BAA4-E3ABFC9BDFA9}"/>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D7309451-2BAC-4C44-84BA-CD254CC990E3}"/>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87800AD1-336B-4367-9949-CD0422783E0F}"/>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208A59FB-F16B-4C1D-87F5-11056BF025FE}"/>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F5AABBF2-7DD9-4825-8BFC-6A09506959E6}"/>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8B32076A-B8F8-438F-9458-8EAD26EAAADB}"/>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A5B0D8A7-910C-40BE-9B97-9A519BAC0FCA}"/>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7DBAD8FB-6152-4531-BF00-635F2A7C1F7A}"/>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23FBA1A8-8C1B-429C-B538-1D1E30D907FB}"/>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25012478-3BBC-4B1D-861B-12CE0E17BCC2}"/>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8AAD76D7-D355-4845-BD7F-A5233E821521}"/>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A65EF599-A713-418D-9EF7-0DADBE71A74D}"/>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3716C785-8829-498B-B965-2F37E8DF42C7}"/>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5E042547-10C4-4AD9-A289-3FF8A639FBD9}"/>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0C771C6F-BE07-4355-88AD-74E615046E04}"/>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F34E22A1-23A5-439D-B482-65A91C7108E2}"/>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BB74871A-5EB7-4620-A115-D382E2976719}"/>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DD75A8D5-0147-4918-AC04-F3AF2C4A004B}"/>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F23F1249-3EA0-454D-A409-685C21517210}"/>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E407800E-A6D4-4AB9-80CF-B6F307D121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419120601"/>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50B19762-7115-400D-B19B-5816A346FB3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FFF2627E-A4C4-4602-A41B-FA68E9A9BE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D3275083-9B7D-43E5-AFA3-EE54216525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EA8630FC-C1AD-4D90-B969-30F9266C59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F005B0D2-17AF-4AAE-BD2C-928E53C544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B7BCF934-5282-4168-AD5B-3C4F815B3E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AB65B2F1-9ED4-42D7-BCEE-DB69C8F262F0}"/>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30734189-5691-43A0-92C6-B861328315BC}"/>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710949AB-BC24-46A6-A57F-8883A1A3BECE}"/>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13A02AB3-10CA-45C5-A9E1-9034624BB395}"/>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B17BDF2E-A2F3-4AE5-8C8A-4D2BD6EE66E6}"/>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DAA89B62-9A60-4675-8CED-C28105EC5679}"/>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B099A42B-7251-4B31-90AC-65347552A52D}"/>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65D1B8B-B3F8-463D-822F-EA58D56CCB80}"/>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CED50743-21D1-4DC7-80C0-C00FC2E4B864}"/>
              </a:ext>
            </a:extLst>
          </p:cNvPr>
          <p:cNvPicPr>
            <a:picLocks xmlns:a="http://schemas.openxmlformats.org/drawingml/2006/main" noChangeAspect="1"/>
          </p:cNvPicPr>
          <p:nvPr/>
        </p:nvPicPr>
        <p:blipFill>
          <a:blip xmlns:r="http://schemas.openxmlformats.org/officeDocument/2006/relationships" xmlns:a="http://schemas.openxmlformats.org/drawingml/2006/main" r:embed="R19f6ae35a98d4e19"/>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370AD01D-49E3-4266-9E9C-5A258A39BC12}"/>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645E5CA4-234D-46DD-A975-904DDE34433E}"/>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C615314A-C403-4F6A-B9B3-541B0A16DEE8}"/>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9650EE84-9BE4-45E2-8C72-005FF887EA68}"/>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4C7CAEE1-861E-42F0-AE80-19B4C1D74155}"/>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6400A1B3-6048-475C-849C-C0BF931249E6}"/>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1EBF6E10-92A8-4A62-A92F-C9C0F5953AB9}"/>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76D7DD02-9064-494D-B038-F92F3924AB8B}"/>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C5A6D37B-8CB0-400C-916D-62660E112AF0}"/>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76C4552B-5E33-4F29-AFB7-53718E91FD1C}"/>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3DB02896-C2C7-4071-838F-AD7BEF086A90}"/>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81CEFFD2-0CCB-4EAD-89DF-FE72204C1BF2}"/>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3F8BA1BE-4E16-4A99-A72B-238254EBD5AE}"/>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3900F362-C5A2-4FF8-8F0C-81EA5E92CF04}"/>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2958796E-B540-4CAB-8DCA-1F76AAAC3366}"/>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403FD7B1-4C32-49B1-BCED-8FD621DA9CD0}"/>
              </a:ext>
            </a:extLst>
          </p:cNvPr>
          <p:cNvPicPr>
            <a:picLocks xmlns:a="http://schemas.openxmlformats.org/drawingml/2006/main" noChangeAspect="1"/>
          </p:cNvPicPr>
          <p:nvPr/>
        </p:nvPicPr>
        <p:blipFill>
          <a:blip xmlns:r="http://schemas.openxmlformats.org/officeDocument/2006/relationships" xmlns:a="http://schemas.openxmlformats.org/drawingml/2006/main" r:embed="R999b2598b2c74478"/>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F315CA61-5D2A-4511-AB86-0AF615AE0555}"/>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6F26FD7C-167B-4BA8-8489-0952E8D5ABA7}"/>
              </a:ext>
            </a:extLst>
          </p:cNvPr>
          <p:cNvPicPr>
            <a:picLocks xmlns:a="http://schemas.openxmlformats.org/drawingml/2006/main" noChangeAspect="1"/>
          </p:cNvPicPr>
          <p:nvPr/>
        </p:nvPicPr>
        <p:blipFill>
          <a:blip xmlns:r="http://schemas.openxmlformats.org/officeDocument/2006/relationships" xmlns:a="http://schemas.openxmlformats.org/drawingml/2006/main" r:embed="Rfcf64d8549a749b3"/>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0A022CB2-87C4-4639-AC96-16CD8353EF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64991947"/>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1A2989EB-EC23-4CEB-AA1F-25F45F89B5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DE92E489-778A-4F49-91DB-8D23F55BD0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3BDEB0E8-C57B-4BF6-88DE-BBCE38F666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BA808A3A-53CE-45A6-87D8-03F6540E4C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826FBA5F-D904-4B15-9519-5FB78B1B1A2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EF70E3EE-F156-4D97-A3A2-2E302917689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FD636037-305F-41E4-93A4-4B6719ED91D8}"/>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9C27EDA0-A5AD-4A8E-87A4-555C1196F9F9}"/>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206328AD-034D-466B-87AB-4D9D490719EA}"/>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69E8E065-7C97-43FE-B2A4-1A684E558AA8}"/>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A62A4FFD-CF75-48CA-848C-554FF5D064B6}"/>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9723505C-8081-445E-9B2C-07F8E7F2912F}"/>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3F6A25F1-6737-4955-BEC7-82437040BF21}"/>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893F4F4-9ABD-40F9-B261-F57658C19A12}"/>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81F169AA-686B-48CD-8CAE-EAEE196D92B1}"/>
              </a:ext>
            </a:extLst>
          </p:cNvPr>
          <p:cNvPicPr>
            <a:picLocks xmlns:a="http://schemas.openxmlformats.org/drawingml/2006/main" noChangeAspect="1"/>
          </p:cNvPicPr>
          <p:nvPr/>
        </p:nvPicPr>
        <p:blipFill>
          <a:blip xmlns:r="http://schemas.openxmlformats.org/officeDocument/2006/relationships" xmlns:a="http://schemas.openxmlformats.org/drawingml/2006/main" r:embed="Rc6385313242c4005"/>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B110E824-1571-4407-BC31-5D2C2F88F8E6}"/>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61509C22-6A5C-41CF-9D98-707735C36A31}"/>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4ECCDC00-F79C-40C7-8AD8-E08CBD14CC30}"/>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6427E331-29DE-427F-8C31-62BE0D020FB3}"/>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383D784D-4ED8-4568-842A-7E51FD5E54FE}"/>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EE795E1D-07E7-46F4-BEEB-B768FB0B2AB4}"/>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DD9322C0-BE36-4B52-A5C8-FD498BEE1CC8}"/>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F78E81D9-BC92-48D1-A55F-F26CF8B43692}"/>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4AE253B9-E9E5-4E38-BC0F-A239664862C9}"/>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A4A18A51-B945-4E61-9EC8-182C365FF818}"/>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029458C0-8141-4B33-8BA3-722F53D79819}"/>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7B8D1315-E9DF-4A97-B221-241A4714D66F}"/>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D45AD086-A0E2-4C55-B32D-173744DC44B8}"/>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861BA891-9929-4EE8-94A8-B929183D1868}"/>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962BF970-DC4B-44AD-991B-5722BA9BFCAD}"/>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612E8915-AB84-4081-8531-B24BDF286131}"/>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D5B8CA13-6EDE-4DD4-B6C0-A073820EAF2B}"/>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8DF4BE1D-A410-47E7-A3B8-BF18B2B3D695}"/>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D1DE03D2-F9F5-472C-B6C8-1AD18F70D631}"/>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FCD2A004-933A-4179-BBBB-3F514C0BCC1E}"/>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AAC694F3-DF05-4185-8676-C5935FB15E5B}"/>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77A30B34-3947-4816-99F6-C30497A81EF6}"/>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8AC49F6D-194F-49E0-A1C2-ECE51A2E5537}"/>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41FEF36F-7230-4BBB-8AE1-1AE9FD5A88F9}"/>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F1E9974C-45AB-4860-9072-C11504C4E22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BC05788F-095C-45D4-9BD5-FBF89B9847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85520714"/>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E9C6CC4A-48B1-4220-8D27-86D6758E3E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8B2B200A-DFA0-45E2-AD9D-D957E6E8EB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DEC73CB7-7444-4675-A20F-6E540EB4EB5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C17E9566-D736-4725-929D-D3DED65731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7F1E303F-EE69-4D7A-9B28-E4D0B6CB86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F632DE5B-3143-446E-B36B-11B137A34A3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B8773344-3287-40BF-92A3-4C0B76497A56}"/>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2115064B-D2A4-4974-B5ED-FAB5FB9080C8}"/>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D6F46C44-F543-442B-A4DD-2046FB5EABAF}"/>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EA39E7BC-E685-4484-ABA9-CF5DAD314397}"/>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D6907423-F948-43AA-93C6-2EDD750D2561}"/>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4D43A2B3-8970-46BD-B8C2-B3527BBEA877}"/>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7807BAB5-F663-4434-A021-6F29AD75B161}"/>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1A260764-437A-4F55-9AFD-67C9319ACC30}"/>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774188FD-E4F5-4816-87B0-49B00AB506F4}"/>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E110B3FC-585F-4F32-928D-E0A61067A171}"/>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D01BD58D-768B-413E-8790-3AC06629BE26}"/>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C24A50BB-9A0C-4BF1-8B85-CBF4F2C84E06}"/>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9092ACAC-2CD5-4CEE-A0D1-70AC6150A16E}"/>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AC90BB6B-CE43-4965-A126-8ED30802F42A}"/>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4A14F669-B7E2-4FB6-82C0-1143DE784A7D}"/>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EDC79B86-AD6B-4C45-AA8B-F6DD905AAE39}"/>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0D2DD29-4746-4F4A-A604-096A4913F486}"/>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15027F86-1195-48C0-BD3A-B969A3EAC5D4}"/>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3C3110C6-0C9C-4FDB-872E-A028930641B8}"/>
              </a:ext>
            </a:extLst>
          </p:cNvPr>
          <p:cNvPicPr>
            <a:picLocks xmlns:a="http://schemas.openxmlformats.org/drawingml/2006/main" noChangeAspect="1"/>
          </p:cNvPicPr>
          <p:nvPr/>
        </p:nvPicPr>
        <p:blipFill>
          <a:blip xmlns:r="http://schemas.openxmlformats.org/officeDocument/2006/relationships" xmlns:a="http://schemas.openxmlformats.org/drawingml/2006/main" r:embed="Re699da538c2d4230"/>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ED107792-5E07-49C3-A8F8-2E1C011CB66B}"/>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28D405EE-4D3A-4511-8C3C-1F830C1F3D06}"/>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421C9AB2-E6CB-4AEB-B01A-CE929294A33D}"/>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CAD53FFE-4FED-4AAE-9B73-02B23CF15145}"/>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DF2C9BE4-1272-4008-BD88-3D382C85FE44}"/>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281F7A8D-A34F-49E3-858F-0958C4105531}"/>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30EF17BE-F07D-4F08-A0E4-689EF2173138}"/>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B0086937-7DEC-4458-9157-82045B74C39C}"/>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74F06FF0-FFEE-4DE6-A985-279BF7FA042D}"/>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6A332AA0-B0B7-44F4-B833-55F9CF0943D0}"/>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D7A500B6-D617-41BD-8092-76BF9ECEE4B4}"/>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F7CA0885-50F8-4C11-9589-99F4944005D0}"/>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A11D7F99-C9F0-42FA-8A2C-C99399275D35}"/>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117EDDB2-A8C8-4A47-B98C-C2D73474E961}"/>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AF92B2AD-A690-4A83-9609-8998824607F4}"/>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BC1412B5-37F8-4F43-8BBF-39D51409D0DB}"/>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D6FD4309-E27C-401D-A01C-34C7A776F86A}"/>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30A923E6-1EBD-411C-81EF-B41A2F5FC1B6}"/>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37800F9A-1DB9-4402-AD5E-949C723B9845}"/>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8CC38A5A-A79C-483A-B2C9-0AA2BAF8A7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00282639"/>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56953F71-33E4-4DD7-97E9-E0B5A173EB4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FC5CC17E-3DB6-4332-8111-9FF1675E35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33FDA3DD-8183-4C53-BBBA-ED7AFF9ED2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8CDCB773-CA89-48C6-A47D-474470885D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A2FC6136-F344-48E0-9733-A695439A4D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92AEAAC1-888A-433A-A62F-B7AD03BCAA5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075E1CE6-FB39-42BA-99B0-366019593DF5}"/>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3C4DA9B7-84CF-44D8-A593-78D95D65154A}"/>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8C0556FF-2BA8-47E5-8769-3EA360F3C118}"/>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708B499F-D1BD-4CD0-9CFF-02D3536B9DBA}"/>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008A5D78-77B2-4112-A141-4260436C4D57}"/>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E43B7203-979E-43E2-8388-5A97B33262F4}"/>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F3FACA13-5622-4D9A-906E-10A0E0E76C30}"/>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3CF128A8-70B5-4278-9410-AE462CA45C00}"/>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E80295F2-3CF7-4C2C-86F5-F29E09078FF2}"/>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17FA7329-85C8-4506-8F1C-41760A880F23}"/>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1ED67195-5C00-4056-B2A9-FA2600221A88}"/>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C03D95EB-1DEA-4E2B-84AD-78D0EF69F6CE}"/>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567609E4-1415-4ED9-9900-F2A2CE717C08}"/>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8EB0DF34-612A-4ED1-9D2F-3BF6F8EC42DA}"/>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FEDD815C-F5AA-487F-8355-AB0E82D7A0BF}"/>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D65D8D30-3AFB-4705-A219-167A099ABA5C}"/>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B069DEDD-B9B6-4C9C-A9F6-0346446A57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240131578"/>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C935ACC5-5ED4-4D9D-859C-46FDAA0F45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51DA9EB9-BBF2-4E9D-9F69-2D2869F7BC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A1434ABA-1967-416B-9F18-67724FF7FE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1568505C-A353-49FA-86C0-DD2F426F98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0AFB8034-14C6-49F9-A56D-D980D1547F1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FB04FF70-E7C3-487B-8113-8CA0EE624D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013AFA36-7AEE-4292-A3E6-48284A2F4905}"/>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A7BA9C07-F78A-440C-ABF8-4891371096E3}"/>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47E798BC-EC0B-412F-9AE1-2E4AA78A88A0}"/>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7BB5C5B1-F60C-4D05-80C3-2C405B9437A8}"/>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22B67EDA-75C6-4C32-B61C-53372A25A647}"/>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E4685670-03F9-42E2-BA31-0B35D9F8C2C9}"/>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A7B37F5A-46C4-42A3-AE50-71D6ABAD78B8}"/>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BEAF9BE3-6CC4-4480-B6E8-79EF89E6C1AC}"/>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8553C454-CB14-4E06-802C-014EDDD8D27D}"/>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6A1536AD-0CD0-49F7-9560-BBB2221FA369}"/>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A6362FFA-DADF-4A13-966D-DC66114DC3AE}"/>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7ACBDF14-629F-42BD-93BD-564CF2B9BAFB}"/>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1DCC0A71-54DE-48CF-B51F-B39447126F22}"/>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CC2461D1-9495-47E4-86AB-9B378339A2A6}"/>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CA6F4FF2-9DAF-411B-AB8B-3113235504ED}"/>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26B30E1B-F34E-447B-BD2C-6BB801D0266C}"/>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04033B50-7A8B-4022-BF59-C06902AEDA0F}"/>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F3AF75D0-97A0-4C38-9778-F15B5499FDBA}"/>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9D3B1F2E-8676-463B-86FE-DE42B06FF1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91165629"/>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3CDC50D9-A18B-45D9-B15C-957F87CA65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99937368-8641-4A75-BCEC-8AA0BB4B19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B2B27498-C489-40D0-B851-4C7E83FFF0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DA04EF71-90D6-4DA9-A56E-413A043F11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D6919BCE-C32C-49A3-A439-3E5A247FBEA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6F1C1F09-D1A7-427B-A14D-8D444108821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E25CBAC8-9CDC-4FFC-8D24-1376DB59F4C6}"/>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271D03FD-77CE-498B-9D9F-AABFCEB6FCE2}"/>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28E2F5E1-5BD5-410B-A221-F9F793CB4201}"/>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F82DD893-DCD9-4F37-B991-F74F8C713C7E}"/>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2319E4C2-284D-44F3-BCB4-5CBC5FE20224}"/>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C74ABFDE-E970-40C2-BB03-052FB03E0F04}"/>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C97782FA-F353-4789-98B4-87AFC41BD13F}"/>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05F8A71C-FD30-4477-B623-7F937C96A766}"/>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AADC5530-4F40-492C-96E4-ACCBD2B220EB}"/>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E251BCDA-B768-4443-BD98-1524D495A59C}"/>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6B45E498-5A12-4649-9196-34FF17884F93}"/>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4C144729-45AE-4C70-BBAA-0F5777CDD383}"/>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DF789C8B-7FE8-4758-8858-9578967A24D6}"/>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FA8B913D-F7EF-46E8-9193-F700209EDC8D}"/>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2F97751A-8A4F-48A6-8CCB-61E1C58869C4}"/>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5E567E74-C117-4EFC-B2ED-5C6552E0822B}"/>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FD1730E9-AFEF-4900-9AD8-1275FDEBC45F}"/>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AC905C81-6CB8-4701-AC78-894919C82B6D}"/>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B1700F6D-182F-4252-828B-01E4F7EDBBF5}"/>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1962F82E-5F38-4BC4-92EA-50A57AA178F1}"/>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4891AADC-8523-41C7-B38B-D2CBE142B8AB}"/>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CC6CF020-C494-4A23-B75C-D2D1B9C5829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37787320-A720-4E12-9EBE-BC44A2B451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865213958"/>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3879E935-88EE-4F0D-AAAC-1AE56A3EC6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2ADE6A1C-E4CD-4A76-B7F1-4468785A8D3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D43251DC-C8D2-4F93-872B-B9A896136D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C3577234-0D72-42D5-BF0F-525DC5071D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8AE7A0CB-0ACE-4AFC-AB49-C1D0398A06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18349EF9-EE79-46D0-AB18-9233DC04DCD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BB4ECAB5-4179-4160-939F-D84FDBCA6BF3}"/>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04E8CFE7-3449-451B-BE97-AEF1F5941DE6}"/>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4EEA24FE-F130-4487-973E-2B3EA6ADC451}"/>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C0E5F731-B4F3-4DB8-B796-566A10C566CC}"/>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CC15E67E-A652-45D4-A7A4-102971CF5393}"/>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26DD8B9C-2A9C-4245-8B58-F74713994828}"/>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55149B63-1978-4078-AB96-61773B33A80A}"/>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C8DDAAE7-E19D-4206-A314-FCB69AC146A9}"/>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E8D8C0B0-9D67-40F1-985A-F8DD4160C586}"/>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3BE9D3A0-7894-4636-8762-97FD831A2E43}"/>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6BE4B3E9-4C67-4A9F-BDC0-62E1696F5AFC}"/>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C813530F-8FA3-4AE9-8C19-5DAB1911B20D}"/>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FE2B4921-73BB-46D8-88E0-BAA3688BC8AB}"/>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3D57F07F-B710-40F5-9B7D-3D97EA431B4B}"/>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2038DFA6-7D65-49C9-9D26-EF793D5FFC37}"/>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3151567A-FE31-427D-92BB-F0963B0E9F65}"/>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3369DDF9-230B-4D07-A408-A22C96B7AE96}"/>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AFF41D05-6C31-4ACB-ADF6-0D3FC486175C}"/>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5F216A00-5B21-4272-BA07-8383B7553AF2}"/>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6B475CB1-4A10-493B-9235-1961919B9C55}"/>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E75727AB-4FC7-4304-ABE3-564153B79B44}"/>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3AC75535-3266-4047-A66B-4216EBD9FCA8}"/>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9BBCB7A3-C0C2-4FA8-9E48-CDA8948C15BF}"/>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03D9BA95-8A4D-4271-B7AA-2407986C67E5}"/>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6C59F256-8683-45A2-8146-AB703E4C2253}"/>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A27A8499-F41C-4575-BA53-F79532C76BAF}"/>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689ADC57-8F13-4770-9C9A-F6A480C630A2}"/>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D109A28D-44E8-4698-AE3B-0EBF8C1959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89491287"/>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4E7F4603-CBF3-47CA-93CC-6720A24E50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B37194CF-B83B-4FE3-9385-9E26CFE855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C6D94B14-34D0-43D0-83B2-5A95BDD397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57DBA290-41E8-4900-8F48-3E203ED93C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57E0E636-84E1-4090-8B63-9775A3EA88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DCF73C2D-A088-4CB1-BF42-217ECD1A771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F007BB29-3FF0-495D-A86D-A5C11CEF0712}"/>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27B22D6C-EB25-4CF1-9983-0F80F9D1C47C}"/>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1914577A-51BE-4F9D-ABB1-8FFCB50308BC}"/>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E31604F-FF95-4332-A16C-11170C7FDC3E}"/>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35E2F995-DCC9-4593-BACB-34B96968A753}"/>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A2CEBF42-7D89-44A7-BDE3-6B3C2DB4B791}"/>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C511F694-AA89-4DEB-A955-083523396B97}"/>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450D5E26-AD62-4D53-AE1C-344429603BB7}"/>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F02FAD15-9AC2-4EFB-A132-BD95EB16E564}"/>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E968828D-A21F-47CC-B819-9A1990B8987F}"/>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ADBD2A8E-5D46-4FEF-8124-C1EDE6238E54}"/>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4966D80A-F880-46E4-837E-05A69A7543CB}"/>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FFDD7C0C-8105-456E-9F27-D7A8C363FE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06609996"/>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7CEA4A2E-E25B-49C8-B2B7-E72588A0EA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1826167F-C32F-451D-BA9E-D0877C69D7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13035AC7-4F57-4521-B794-8B6B94FA556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EF5729DB-DF39-4D27-9685-C1D258407A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759FB3DD-2D6B-495E-B623-1951E375E22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219F28C7-F1FF-47FD-930A-51DAEFA1AE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C4CBA6F9-7E47-456E-83EB-4EF1AA00AE73}"/>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78C748A8-10AF-4B2E-8D95-779A59E6E86C}"/>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B033457F-4AB4-451E-90B3-2EEC5C44951D}"/>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F4716449-02BB-4D14-85FE-1521DAAEC78B}"/>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B538A95E-E934-41B8-A531-72806A0F0678}"/>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09A3F7F0-C3DF-40D2-AD13-0EDA2BA6BD4C}"/>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B524C9FF-379D-48C7-8B61-2177E5FF6373}"/>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0EF7B24C-9827-4879-BA3E-43367EC68206}"/>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D95BECED-27B9-4CBA-BAC7-4761E1320029}"/>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5FB61525-0AC4-455F-A4E5-E1BC96ACAF08}"/>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1160BC07-362C-4C83-A6A9-9A6B0C804B82}"/>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9CB18990-5B50-4944-B3E3-A9D935D43A6D}"/>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B9D82D8E-C448-4E6C-8BF4-88636753D913}"/>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5A00B262-D292-426C-BC83-DB143011C665}"/>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B9FE77EB-06C7-4AA6-96E8-042A986B997F}"/>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A4326DDF-E1B5-45BB-AFCE-2009D77C23C3}"/>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184A2344-ED38-444F-8459-3CB9515DEA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73970554"/>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36F9E86C-05D9-4126-A932-A7CE23A016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92967800-2262-49E3-A8A8-A79BDCD1D4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3DA1986F-6D05-453D-85B7-927F2F20D0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3FF93B57-FDAD-4E2D-8669-0AC2AA1DB5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957617B8-D681-4299-B473-6E74F3D49A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198D0077-C018-4E65-9847-444AD4450A9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CFFA83CC-0211-40E3-8D05-9DAEF889A666}"/>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EEE1F0BB-1037-4F70-ACB9-3A34A6AAB509}"/>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BC425092-DB3E-4A75-B343-34BEF820B2C0}"/>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835E16D7-D918-41BF-BEF4-A76CFA45F36D}"/>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BC8C73D4-FC88-4DD5-B38E-FB9613424644}"/>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32E77007-0BF8-40D1-A412-17BAA8610578}"/>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43932827-6F3F-4096-8C62-B2C40CA31113}"/>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68AF816F-9951-44EF-BABF-65596AAB9589}"/>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262937AE-AE30-4AE5-A224-453E969E3272}"/>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293FF8F2-8778-4C15-900B-92EE7E74C41C}"/>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A218F1A8-5682-4275-8DBC-18DE38311BCE}"/>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54446379-445E-456F-B33C-EAA0DA0A4EFD}"/>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45A3C8E3-7975-4B35-8213-14A55F7297D9}"/>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0A31E923-3ADB-4A3C-9D75-362A65761059}"/>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55F669C4-F125-48E3-B401-D460606A44D4}"/>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57CA4E46-1F2B-4302-AD7F-031C3C2B0DB3}"/>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CFD8BC1D-9B0D-4502-AFBC-BA846231D3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483955459"/>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AB450469-A0FF-488B-9E02-1C99C135C3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F26A62F5-ECB3-4EC6-A482-3030A3519B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785BC4ED-90C4-4CC4-9838-49138384EA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DE8CE6C2-2AF5-4BB9-92F7-6650A2CF55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F84033E9-F52A-49B6-A6AC-9366C11623E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BAF4E139-CDAC-4163-A69B-07A58E8C6D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6A28579F-C9A8-4697-8D99-6251962A7DF5}"/>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04D1FA0C-2BC1-46A8-8AB2-4D2C281E3EA1}"/>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401E7D50-1152-466D-BC1B-75E3445C92FE}"/>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AB7BD9E5-A157-4FB3-9259-8B488BF5E3AC}"/>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AC4A394F-0FDF-408D-9291-5DB76AA88D2A}"/>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AB44F0B0-ACCD-4D73-984D-54179F0162F2}"/>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BF8CB397-ED0D-4EBF-A702-4AF448DDABCE}"/>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D891FFE7-BDA6-4B12-9229-9A3C6E136FB5}"/>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996F6770-8E41-427C-97A4-EBF8B8362B91}"/>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DBE25C13-4432-4EDA-99AF-A745A847355E}"/>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D1891BE4-DC98-463C-9F45-68F76ADE2701}"/>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01BD6EB7-83F5-468A-977E-E1880D0BD653}"/>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A433B39B-4D08-41C6-8F2A-A05DDFC87318}"/>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A5554E02-D1B4-43B5-B71C-5D809ED7B9B5}"/>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D7CCBC77-E5C5-4CCF-AB7E-E233928173C2}"/>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1BE9D8DC-1EEB-49C6-9FFF-6DDB0C79D3C7}"/>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E5C41FF1-A188-415F-8B58-B60AD16047BE}"/>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892FE8A7-2FAC-4622-840C-F5BFDCF6BF4F}"/>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E2F6B0A5-D8D8-4231-9C93-24A08E8167B7}"/>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A9763EBB-AE52-43DF-8434-0C30C807C298}"/>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146A95D8-4A73-4CDB-8E1C-20E510F35C3D}"/>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391A7D1D-28D4-4E37-B153-586C1AFA2484}"/>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BB92824A-BB66-411D-889D-E5064A2641B3}"/>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6DD82188-5B43-4F9A-86D4-37F35193490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ADFDF65E-FB3E-47F6-A159-A5FFD80E9C54}"/>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520D0763-8826-4D04-B657-00B064FBF4F6}"/>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BB77CE26-A18F-4F2D-B278-170D55FEF78C}"/>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BAD695D6-F5B2-4C0F-A926-F5FA6BE9330B}"/>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C0B82956-5D16-4117-9AEE-5131EAEF5408}"/>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44846145-4697-4ACC-A890-5FAAF19C2D45}"/>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F6E1A645-E00E-4285-8701-7F43F9E37A84}"/>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B6CBD794-69E3-46DC-A32F-64BA2F3D0EA5}"/>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611E3B2E-02A6-4156-924E-786ED1BBF187}"/>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0DDF6C09-D159-4D26-ACC2-C4A450D49D9A}"/>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B1A444DB-51F9-443E-A605-9BA8E207B6B8}"/>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3AC6AE46-E306-4F43-BE91-FCA88C29B07C}"/>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32BDDDB1-BA34-433E-8DB2-30D5236A88EB}"/>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6230E9E5-7F26-4478-8DCB-9D0FB7C5279C}"/>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4CA06FEB-7852-4166-BC37-3CCAC60F9A9E}"/>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F7B47095-EBCA-4148-8BEF-C33854B266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70268693"/>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9EBB3B22-22F4-4FFF-B58A-76F85968EC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CEA34465-8201-43A7-A098-81DD7E620FB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827E5128-0ED5-4670-9656-8947464F01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D0C5E695-97C0-4670-93DB-C473ABDE17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DF430ABC-34AF-480F-A557-916B8B2A25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D2A5ECA2-D870-4DA0-A030-601E90BF72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3FD0C1CC-ACCE-45C0-AB14-52C7F73AA79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EAB537C-ADFF-417C-B5D1-DCCAC005C24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9665E6F4-8374-40BC-9B63-5E69D7ECD526}"/>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567EC704-E320-4E01-9D24-8C85CCE94DD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B854AA35-777B-43B8-99DD-6FBAB37266A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8177964-5B06-4FC7-A62F-A6536B9E198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2D86991D-48F6-4AC3-ABDF-2263BE117E0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30C0E9D3-826F-421D-9AA7-825EA129CF1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0E7F350B-36FB-4646-8DF4-E5DA681311F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0BBCB267-739E-41CB-9960-D39E75374AC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B8B5247E-8ED4-42E9-B126-00C501C2FD9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B03737DC-8FA3-4B8C-A8ED-7D1AB53078F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036CB9F2-2858-4091-878A-3EF8B889B79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439E6BEF-447B-42F2-ADD1-0DEBEC17DA5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50A570C1-8679-4296-9039-4C738560CF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1474632"/>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46BADCCB-DDF1-4CE8-AB62-62512F6CAA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7D9A12B4-5246-48AB-BF2C-DE36536409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8F2EBF88-255A-4E97-8B11-058382071F6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75871B0F-9C41-4394-9A79-97849C2029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044D82A9-B56F-4C8F-B9D1-260EC52311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7D91AEF4-DD45-4904-9AC4-760D036703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89CF26A5-ADBE-49B5-B939-762A0E21CE2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D6692B8-B51D-44E9-B82D-70D0CEE154D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C63AC1B4-0486-48C2-88E6-E272F516BF5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CC93C411-966E-49F1-9E82-74C590C5C5B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7B25FD4-CDC4-4D50-8916-419060F3630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4290CB7-9D55-4958-A308-E38F845F366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EDF61350-AB71-40B9-B310-D5BA37677A0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D6BDCCE1-6863-4276-987B-41D8BE0AF8A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51FBF245-0C45-4326-ABEC-08CB061D5EC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75CEB3EE-9D36-4D74-B870-F82FB03CE5E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0BFF22E3-ED96-4AF2-8FF9-5B4E791878A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420179F4-A8B3-4BA1-8BBA-0CA167DB615D}"/>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54BB0B1D-A151-4709-BF55-669C66E1113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E93156C2-140B-430E-995D-97F81D761AD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0353CD29-AE9F-4F96-A9E5-3ED9D56D962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36398544"/>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B1144A81-A745-4AB7-9E66-321DF1B80E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A6DBD345-24AB-4ECF-8D88-47F8261BC7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CF452722-7A6E-4633-9989-3795B6E95D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51824B61-7410-497F-A356-C5A067537C5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78DF268D-C30B-45C1-8325-CD1003CFBF2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7917ACAB-95B1-4BC9-BAAD-EBCE792F42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EA8B4282-082D-46E5-ABA8-C476A616532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B3070EF-015B-4234-9ADF-F44889FABEE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F0D5500E-003A-4B6D-A6A2-341563ED0F11}"/>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F373A75E-CD92-4E52-A38F-8A232B9CF33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5D8EF69-DC72-4A3A-A224-D67A7AB96CE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FF23D5F-7EA6-4F60-BE83-108C7020311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E895BDD1-8161-4225-A990-D6263EFC471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2C4F8710-16B3-4C1E-8D1D-7ED8A1D3992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F7AF4D93-89EA-4669-BEA6-40FDB955ABA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E1420222-62F7-43EE-9865-A0F096469C9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5DAA78B1-38D3-4D52-9972-F4E78B53F0CD}"/>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62F839B4-9F52-4277-9C13-BA1BDAC2421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5B8E8BDF-AD5E-480C-BB1E-E8D8C1D4013D}"/>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910DF2BA-9888-4A78-A808-80096EB750C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14EE5224-3814-4D66-8D37-5AF96D12BF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11571226"/>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3B4C8AA3-8A47-44F6-8D19-E61556CBE8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D42E401D-0953-42BF-92F3-B0AC598CE2F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060C7389-1B59-4C35-8762-77A4D92F2D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4C60E207-7609-437E-8030-84B24CB757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5DC3E9EE-712C-4179-8E2D-3F8CFA1F0C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B81B94E0-A0CD-4462-81C7-FFCF51B0D2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309929AD-51CE-4059-BBA4-BABE2A8657AF}"/>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CD8A504-4D11-4089-BAE1-05B55D87BD0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B3C6BEA8-E305-46F2-8D62-88EAF1293BC8}"/>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9F91E9E7-F431-45DC-B502-803D8DF2550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B5FFBED-D760-4192-91AF-7C8655824C0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B598FA9-D78C-4DE7-8D13-CE6AC95C68F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F226F2B9-0788-4821-9E21-E55DA619271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2A27303E-EA99-4016-A9AF-8AE3EA04783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09B0D3BD-A5A0-49DB-885C-3B9EE5470F3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C57E206C-DA5A-44B5-84D8-D92D437A6DF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251EDD2A-1DAB-40C0-805D-6ABDE0CC07F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87E90AA7-4D61-4DC4-BBDA-AEEEC5FB4A6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C7731C8D-2242-4A56-8968-9A1368381DA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447CA942-1675-42CA-B31C-22A6A6C74E7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B880119B-2775-40D3-AD8E-D5AD9FFF8F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65587101"/>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0DACB24B-CB70-48BA-8EB1-6FA8667CE46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0E716BE5-75C1-4B58-B62B-D319F7E071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B049B45E-A39C-45FF-AA6F-4C9EB15AD6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38F6975F-5A3E-4C2D-9C18-DBC8C3737A4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A3047321-C797-4F89-9145-3FACA90BE79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492B1414-533F-4F53-B6D7-1A4627D4B1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0C34B585-CD58-4749-9A55-7E931B6313F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8B6B257-0D71-4854-8291-C7E8C9A6053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C924CC6C-9BB0-4AB4-B164-AE3F4E4E3A4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91077CC3-B25E-4DA5-95E5-180FEB03375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C01EC17-4609-491A-A8EC-017E83D23E9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E754ACF-44B1-485B-ADBD-1F60F607C51E}"/>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0BE7EED0-BEA0-49F0-AD70-466FF1D03CD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8E0E9A4C-A7E4-4CB8-8A01-D2BA9BD8703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9584B745-3CBA-4008-97E2-A800DC404CF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977CABA6-CFF9-41C9-8A60-AAE10046B15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F848849E-31C7-45EC-8D2A-BFBC841D149D}"/>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B155DF48-030C-42A7-8FE3-BC17A0DE80B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5D69AB08-C3FE-41F7-9D9A-B58592E6592C}"/>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7AA82D9B-E0FE-4550-A567-94DBB397781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5A15E091-5949-4F48-AF7C-DABE14050D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55855567"/>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725D28ED-887A-423F-845B-B45720F177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7E701E28-BCA8-4C01-A026-2D9752C87B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F3AABA3D-4B80-4CCB-9EB0-33B7A8E583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91424B76-9A2A-4A62-8CCE-F514FD9DCFB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CCB9C52B-1ACA-4EFA-A1B8-EDD538A394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04F1570B-A9C6-4F2A-BDB3-FBF5CEBE8E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243014A6-D8C9-49CC-B600-7008CA0B05A4}"/>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2E3CF9B-C15B-4971-A3B2-E3BFF444BC2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D49B873B-4932-4FC6-BE91-2FE4151AB810}"/>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1CF2D317-10DA-4A4D-B6BA-164DA411CA2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70DA5C4-2605-4A83-BA47-1A549AB2A83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A18C61F1-DBED-443A-A578-46F4E511E84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92B2435A-D525-428D-9A5A-91D60452A9B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553535E2-4092-4AF6-98F7-3EB3B276C6B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D2CF80AA-4598-42D7-8D30-62EF851A64D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054DEA6E-5BD1-4352-877D-CCD8AD00B50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58104C5B-41EB-42E0-B140-F3DFC5C3FD7D}"/>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A19908BA-34DB-442E-AC25-420E7F4CDBD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86EC01AC-CE9B-449E-8B66-27E54CDE3B1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A8FD5FE6-5423-45ED-9CA2-187EA68FC1A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ECB5B322-24D7-4471-8F0A-9C8E8F1AFF6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25151516"/>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366909F0-045F-49AE-AF35-4DA3A8042E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4693E820-D5FC-46C2-8A97-B37B33644F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89A6B020-AF66-48FD-B0C2-3DDCDD91F1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5AC42366-324E-4CBE-8EF1-262948636E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5B01F4B9-9738-4498-9090-9CD4767481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6CE3A038-5ECF-4688-9656-59A68CBF4D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67913260-629C-4D87-B6FD-CD5C17FEA13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65F9BA7-CD54-4835-9C1A-C9224124895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2313DF7C-A470-4D87-B916-F6906A84AE3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AE8A9EE9-854C-4E3D-8B50-5AAFC760A5E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2BE576F-EEFF-4E70-8D47-445A0307E8F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C5085D19-9217-4F39-B8ED-A424CD93228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D6452A9E-6F0E-41E1-8C73-22E21F84AE0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105B2F6B-7117-44F9-B225-A0D5F9CEB45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B4F54122-86D7-464A-ACA8-BB49B73DD23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78147CFC-5156-4281-9002-3E7DAE44426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43DB3480-42E5-418E-8E34-4358F609814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4CFE694F-B893-4527-A934-95773FE676ED}"/>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E4955807-D22A-434B-8BEB-AB2D3BA9AC1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178462E4-9059-4F51-992E-A6248052F5D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444770A7-1F0B-4556-BC5A-D25715FA1A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39399940"/>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9133EC0A-A17E-446A-A3ED-68B88178B5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01A721E5-CDD0-4F33-9AA0-81443DF59A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332CA01A-DC0F-462E-AA3D-7B8B5DB43E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A5191743-DDE7-4D72-98E9-C4994AE297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7B6A6923-0ECD-411D-B5E8-33A2E0F723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69EBE4B1-29FA-4E60-B5BD-747132C1C2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F37C686A-4522-4E70-AF51-E4CB83CAB1D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70C2C3E-A6F2-402D-8AE4-5D088F5BFC4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CC142CC0-CF6F-4347-86D6-78C2340094D0}"/>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D71FF601-98FE-4229-BB6A-5F099D8139D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A0D9561-3E0B-4280-A665-E95D3FB5CB3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EE131EC-2584-4934-BB59-892FBD3C7B7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092A67EF-3D8C-492D-B823-D5A852F8233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4FDE8D3F-4D00-47A9-9812-3A2907D16ED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F9A7D571-A351-4DFC-81A1-A89F5CDDDDA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79661625-2013-47C9-8ABC-5624EE901C62}"/>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A56E71E8-FA15-478D-8CB3-912825B25DB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B1B90E97-9464-4DEE-A335-9FD69BF05B7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ED52A1F5-4D34-46D3-AD7F-1B21BD80C15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8DCB7282-3634-4577-90BF-2AFA4D313DF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35F344F1-75DF-469B-826B-BB6E70C92D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12344704"/>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7254195D-1136-4C53-A870-2E3185FF4DF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556DE1B5-A568-4E23-8910-5A2492B03B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E3172BD8-6F21-4EFC-B135-AA798B5C801B}"/>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9394BEF1-F423-4FEC-9D85-07D30DA624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749D1AA5-4828-4A5C-80D1-F0C3EF4487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AAE87BE2-9371-4AAC-8A17-F650ECC87C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BD247B71-D058-4469-B70B-011FAE426C1E}"/>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79187C9B-CB2F-4B57-83D5-61209427B912}"/>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5D1CBACE-3E6C-4579-A0BC-D0CD32F43FFA}"/>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15264B3D-4560-419B-9B2F-DAAE547C6CF3}"/>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2750853B-2054-4CD4-9830-A7FD7937E6F3}"/>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1679191D-F4BF-4C60-B631-1B5ACB7356EC}"/>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358EA839-CCA0-4C42-9D5B-C3F98B1FA0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19848636"/>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52A806A3-1C9D-4898-99C3-2A4910EBC5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2998ED08-7917-4181-842E-4E049BBE866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D56B5492-626A-4982-BD95-426FD4F5FAE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AEFEF563-AD0D-4406-9C2D-26EECB05560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DB1D6809-CC60-442B-A0A1-20E31BEE09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0D11C861-73C7-44AA-8235-A55D57CF16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10F188CC-2046-4646-B009-B4F03A7DD6B4}"/>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8A27113D-77A2-4B58-BBCE-63DBBEF40E35}"/>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AC6A4B59-E742-4EAB-810B-C9D849ECB2C7}"/>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FCAB4D03-485A-41DE-AC32-1BD46F529C26}"/>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AFEC3C64-05CB-4632-AC95-C2D734B3FAE6}"/>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225D2DD2-39A1-40E2-9D2B-956F2CD6AA2C}"/>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84B74C52-8339-4092-AF80-A2B90024423B}"/>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A620621F-9774-4B73-81E8-1410B37E030D}"/>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53352B14-3D5B-4694-8E07-B40D61F19C4A}"/>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2F139D0E-B8B5-4F75-8474-4C8BE80E7921}"/>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5058E3C0-1E37-4F94-A1F4-32E03D7CFA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17583341"/>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CF4F2B31-A291-4A16-84FD-3C240027D1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1B8687A2-B3E5-41DF-B3B0-C6D8F62310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0EE8ACCB-606F-4F52-A1F7-DD7309B35F5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3F9B701B-E4B9-4E7B-B22A-FF36B600D9F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A0A5F993-9404-4AEA-BB06-32F67C21D2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BEB698D9-4324-4D70-803F-544B331064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2C2126C2-E23D-4C76-AB8B-652EFC38710B}"/>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898F7C19-DEF1-467C-9198-E9ED9B608927}"/>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5F8D03CD-E640-46E0-86F2-0C18FA1576E4}"/>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4C7307E6-7108-4016-901E-95A9D50DB266}"/>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FC38CE79-7293-40DC-B89C-CDD0C9021CB0}"/>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46458554-D5BB-4614-897B-99F58F74B3F0}"/>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56055A74-9A95-4353-BEE5-26D285EC6715}"/>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DD4D3B19-9E86-44BB-85CD-18D7D7493C21}"/>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825BD62D-3ECB-40DC-B5E0-B12A06F7BA42}"/>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EFED82B0-950F-469F-B29D-DBAE61C2A181}"/>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67553A26-05E1-411E-8D47-F64698B3AD14}"/>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68F89648-1BD4-42BD-9EAA-FD2DA74BD8D7}"/>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613538EC-FFDB-4308-84C8-C4649A6B4D8D}"/>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6464E583-7DEE-414A-A2FC-C4C11EF28CA8}"/>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8BDB767C-1877-4D85-BC03-29960BD1F50D}"/>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0AB55D78-988B-409D-99A7-28E797012157}"/>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43C7F76F-6739-474B-AE4E-065A87B1987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74833452"/>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46EB718F-CAE5-4D0B-A712-856375C6C3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623B6141-EE18-4B03-A3D1-47EBD741C6E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895F8517-7770-4FF8-9B40-A54C4D2722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A3E5165B-528B-4BB2-B3B0-7B2D6E431B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24026385-CAF5-4A32-A686-3609EE2849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B78CBD39-B16B-4799-99B4-A6BEBD2FB5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B1DC1214-E17D-4780-8178-FB7796051445}"/>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EBBBA5BB-49E7-465C-A017-914371D70D37}"/>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34531A89-5BFE-470B-AD0A-9F042FC61CF2}"/>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775F04A1-EF77-4D33-9C31-8F44DF673E27}"/>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AE6C8E96-0FA6-4F3F-8A98-02101F32022E}"/>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DC65603B-F944-46E9-9820-CE5DD55F50FF}"/>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227D7C6C-40DA-4CB7-B559-81D272D3EDC5}"/>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63C5D6D7-742A-4DFF-A5A5-88FBEE315F99}"/>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F34C0D9A-115E-4ACC-A6DD-707D410513EE}"/>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6CCEC2ED-5205-4BE0-9FEF-0F14141C984E}"/>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B90BFF68-A1F6-4B16-9A15-86DAEF0EAA70}"/>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98159676-D0FA-4831-AD99-5B7BF93E7303}"/>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F081C17C-38D1-4225-81F2-AECE7FB33248}"/>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6E68904E-259E-455A-93B1-787421B957A6}"/>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E9B929D6-ECFA-47C7-8775-0AA73A929F0F}"/>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179BE6A9-6E24-4686-BC91-C369C78930C7}"/>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324088E8-FBBD-4BAA-BE30-B73158BFD997}"/>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3EFAC758-F786-400F-9058-5BD44D2B8CCA}"/>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F794571C-F88E-4541-93BF-691307FEBB78}"/>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647468B5-880F-4EF9-882F-A597807FA1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26280976"/>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932851A1-DF78-4F81-A822-862B568409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8CEFD112-DC82-4F81-A9DC-0218B601BA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D830FD4D-92C1-45CC-BC29-D520710FAB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7B4F20F3-9855-4BAD-87A5-3EA090CB94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FE1595A9-242C-44E5-B7AA-2E34BBDF5E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2E05C234-078A-4892-92ED-443EDA89AAE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186C5B7A-B972-41F5-92A7-6AE39EBDF25E}"/>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77AAB8AB-6827-4D5B-B7A4-74BE4C6EE233}"/>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8641051E-5111-4B9F-BF74-D183E0020AA5}"/>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65885181-68B4-427F-84E7-23E1F7B52D81}"/>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63F5853B-9348-43A6-9E31-26195F4FEC9F}"/>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B132CC52-8B84-494C-BB59-66D613E7D22A}"/>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0917D348-3475-4736-9222-7D943F8CB287}"/>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A7B2F743-BBFF-4F9A-922F-1CB2B0045CDA}"/>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BF86805D-D8FF-44E7-9B40-0886C547732C}"/>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3D7C56AD-5D6B-4AAD-899A-AE79241AA71F}"/>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5D10709A-FCCB-48D4-9E54-A07224DBFD4C}"/>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2FDD1223-CFCB-4768-B891-98F6D8A4289B}"/>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A08A8434-5673-45A5-A742-0F8B89A0D3D8}"/>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EB9D5C7D-4B95-4BB1-8B16-6E4A2F134201}"/>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0C115A58-A33B-4ED2-8491-EEFC7D3883AA}"/>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EED0AF42-8AE9-4145-A238-66E43DE80F68}"/>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D0DC87F7-8B67-4D66-99C9-EE623AF824E2}"/>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7549871D-4F03-46B8-A9F1-90E9480DFDEC}"/>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278F5855-CAE0-4597-AFC7-3A084A2D9CA5}"/>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9B0D4BBD-6CEC-48AD-8D44-152E4BDD1A69}"/>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75041B79-688C-4ED8-AE3D-3B750B71AC1E}"/>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6783F7FE-C1FF-49AD-AF4E-DFBC3EF25E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76540925"/>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978BFD5C-E89F-48D9-92F1-E97857C4DD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1B262A57-4FEA-4344-B95C-482843DB28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E1396459-DB93-47FE-B1B0-D816147EF48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B7069364-03B6-423E-A71C-6288B8E008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C07445ED-7DE4-4424-81C8-A38B09DB8F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AC52A607-F485-4F24-A312-4699A60E08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695F03AF-29D7-4607-A027-6E9DBD37B4D2}"/>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806D5529-DDC4-44E1-BFD2-78BC7025AE3B}"/>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F8673AC1-EBB2-4E68-98D5-C2C7B7D4BEE2}"/>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86FB5EA5-932B-4039-9AF8-7E30953C4950}"/>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60D41817-4A1C-48CE-B844-B168EC5D6770}"/>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49F4C225-C52E-41B2-B9A2-1B9DFEE20B26}"/>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008F7BA5-90BE-4A3F-AEFF-F5B7FE296851}"/>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29581C22-A07E-49E3-8E3D-AB4A7F7469B8}"/>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528F423E-EED2-4945-BC54-A251A1BDEA69}"/>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D3132F6B-1A6F-4A83-A743-EAC226486378}"/>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5747DE0C-6254-4CE9-8506-DA093D20B258}"/>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286F003-43DC-4FA1-B227-81FF3704FE1A}"/>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8010087E-94B2-4F2B-9868-E0D569410DF2}"/>
              </a:ext>
            </a:extLst>
          </p:cNvPr>
          <p:cNvPicPr>
            <a:picLocks xmlns:a="http://schemas.openxmlformats.org/drawingml/2006/main" noChangeAspect="1"/>
          </p:cNvPicPr>
          <p:nvPr/>
        </p:nvPicPr>
        <p:blipFill>
          <a:blip xmlns:r="http://schemas.openxmlformats.org/officeDocument/2006/relationships" xmlns:a="http://schemas.openxmlformats.org/drawingml/2006/main" r:embed="R3d1c4f17d12646ce"/>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BA5A836A-8DD1-4C2C-966F-9EF4C0D7AB50}"/>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0459451A-3E0B-4DCF-AE74-5ED6A6E4D9FA}"/>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8944B238-D9A1-49AA-9890-3B0361558AE8}"/>
              </a:ext>
            </a:extLst>
          </p:cNvPr>
          <p:cNvPicPr>
            <a:picLocks xmlns:a="http://schemas.openxmlformats.org/drawingml/2006/main" noChangeAspect="1"/>
          </p:cNvPicPr>
          <p:nvPr/>
        </p:nvPicPr>
        <p:blipFill>
          <a:blip xmlns:r="http://schemas.openxmlformats.org/officeDocument/2006/relationships" xmlns:a="http://schemas.openxmlformats.org/drawingml/2006/main" r:embed="Rdf6f7d8834a7459c"/>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741467E8-AB41-4146-81AF-8C597FBCA9B8}"/>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1CA5EB2C-78E9-4F5F-9034-B10CFBBB3600}"/>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C939C4A1-A716-4A8D-96AF-9E1C172C37EF}"/>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3A58A00A-C27B-4420-89B0-89DDFB3795DD}"/>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9C27337D-C145-4283-ABFA-6D097B475AF7}"/>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E4D3EC30-3156-4EFA-9DAC-E08A6C882C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21322428"/>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62E2011F-9257-4A1F-A3E1-7599507C44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C6AFA26E-7EB1-41A0-9093-73062F6B0C0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3321BAD7-F735-440F-B194-A3A577DC87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467FFB3F-B705-4186-A8CA-30A759EFE5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5BC3505A-C78F-4AC5-B610-85F598833B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67BD645E-D359-4034-888F-46718736F5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81B901CD-3DD3-4E71-867D-A000F9604E4C}"/>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25220A38-D11F-48B5-9EEC-127D59F7AF8D}"/>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D88CD395-F365-4649-AE5B-F2EF43F7CE7D}"/>
              </a:ext>
            </a:extLst>
          </p:cNvPr>
          <p:cNvPicPr>
            <a:picLocks xmlns:a="http://schemas.openxmlformats.org/drawingml/2006/main" noChangeAspect="1"/>
          </p:cNvPicPr>
          <p:nvPr/>
        </p:nvPicPr>
        <p:blipFill>
          <a:blip xmlns:r="http://schemas.openxmlformats.org/officeDocument/2006/relationships" xmlns:a="http://schemas.openxmlformats.org/drawingml/2006/main" r:embed="R824f7868bc5b45bd"/>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8F6CDE70-E1B4-488D-9EB1-7492C64D6989}"/>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811B1A8A-EA5C-4063-BBB8-9092D6566E0E}"/>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92FABD01-E0BA-4799-ACD1-A0DA29173F44}"/>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29FA9736-AF61-453C-AA59-53ACEE0AAC4C}"/>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6B9C36FD-1851-4220-A332-1AE9AFCE3E97}"/>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DD11515F-D0D5-4BC8-B63B-E04A3F98BF67}"/>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C83527C7-EB2E-43E2-883D-2DBD382225EE}"/>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C0F24061-2B00-434B-82B8-E4DBDC48BB1A}"/>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7DA3A5C6-3C30-48A1-B549-9A98E45D6655}"/>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1AC57100-AE91-47C0-AB1F-9D36006571CC}"/>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E550F8A7-A5A0-4C8A-B510-F0739D4E4A0F}"/>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E0DAA012-F6E4-46F6-88EC-27A9B88B98E3}"/>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6526DC89-3508-4C2C-972C-4597BACDEB5A}"/>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1330BDE9-E65C-4E11-88E1-BE2DA0C25834}"/>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58F0F38E-EC51-4B6E-B407-3A32EA5EEC4E}"/>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77D818DA-0524-45A6-A261-047AD6C0301F}"/>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56CAC8A0-814E-4451-9239-B2D28FD78E4D}"/>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FC77AC0B-A8D8-4ECB-A83B-FBEA2E91151C}"/>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E36E71E8-1719-40C2-9626-4F32C23ADE8C}"/>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4135FA24-5E1A-434D-8A41-531B4AC269D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15239199"/>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D630035F-6CA4-4851-8FBA-E8DD5FDB35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14C910A5-2636-407B-BE98-878E8BB9C7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62956101-EB6A-4716-9C4F-A2EB4A6142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533E6BD9-0CD4-411A-A14A-081A65FC89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5B3226E8-D38A-4224-A470-26E215F2C4F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331AD069-4022-498A-9D28-DAFBD5A58E3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E74E19BC-8D36-48AC-A419-EDC79920A9B3}"/>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F4A3532C-52DF-4AAC-A0CB-100D1A5E0427}"/>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E802A287-9E5C-4615-BB12-66F743A3DDE4}"/>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B7AB9A8A-78AA-4944-AFF1-97E65DFC42E1}"/>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7C856896-CA58-449B-B17A-BA85DDB777EF}"/>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68217D1C-8A54-4A1E-B6A9-162C3190F8B8}"/>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1AC55495-A4F7-43E5-AF6D-911D30224D42}"/>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6612060-A1F7-40B8-8B64-ACC8A2074A77}"/>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AE7204BF-EECF-4195-8099-618119F258AE}"/>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77962632-87D2-4C67-996F-B0A41C2CFC6F}"/>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4143A42F-073C-4F27-9051-C4F68E9FD476}"/>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ADC12047-F37E-420E-AD95-3E5875F39ED6}"/>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CB9A945C-7180-458B-9BA0-97463F3892A1}"/>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A4EE7E15-D46A-46FB-A473-54CC6E68BD3E}"/>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24E83245-B35D-4468-B451-B3F75572808A}"/>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C2D3E5F2-7A3E-4886-A628-FC36DEBC2E37}"/>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90B324B6-1736-4E0E-A1E4-581AE22C99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04368327"/>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3449EF04-D6E7-45E0-9C1A-2D75C858F9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38">
            <a:extLst xmlns:a="http://schemas.openxmlformats.org/drawingml/2006/main">
              <a:ext uri="{FF2B5EF4-FFF2-40B4-BE49-F238E27FC236}">
                <a16:creationId xmlns:a16="http://schemas.microsoft.com/office/drawing/2014/main" id="{38B8B1C0-3351-4366-8BE0-0DECDE6392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5441B5C3-1EAC-4BE8-BFCF-15D2BB4BE9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0D7A7F07-58DD-4075-9739-6DF4581D0D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EC710DC2-B71C-41B8-B5D1-B1A10692BE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BD936ABA-8BE2-4A64-B697-271CADE515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CCF84648-515F-4E67-A70A-22BDD9CE1721}"/>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48DBE457-225A-4DEE-8747-9E7525231B46}"/>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7628AC5A-2BFF-4CAB-B341-30392767FB2B}"/>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46FE8F86-FCAB-444B-B044-9281B6E80556}"/>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745D0175-0555-4B35-9CC7-EAA7C17F98AA}"/>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53AAF932-52B5-45F6-A7A6-DA712A390414}"/>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1BCC09D5-4746-4BF0-8AF0-215887A85CEE}"/>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C4CB5EC2-C11F-4B76-82B2-C3F20575C9AA}"/>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68489644-B247-42C6-8BE1-75784D8050BB}"/>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F6BB8E3F-6313-474F-A269-178871F71B70}"/>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2404D1EE-6CEC-485B-88AB-F0D28F660365}"/>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4F2CCC2F-0650-440D-9B8D-C1A8AB5EF0E5}"/>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40026014-A93E-4BB7-BFD5-DA9098118DF9}"/>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036EE583-2B21-4E31-8DB6-231B6A9BF888}"/>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FD9DA7C2-2FC7-4A20-A0CF-2B0F3E444163}"/>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4424DB54-6EF9-48A6-BBFA-C5DD7E706F42}"/>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EECA5A31-7309-465C-B544-E86115F24515}"/>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C7142BC5-6065-4C70-91E9-BBD8E0010366}"/>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A052C4B7-9578-42C9-BA07-D671C886511B}"/>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A983BEB5-7DD3-47D7-A1BE-AC3B39B01940}"/>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BEEFBA53-D56D-488B-88D9-FCCBC0D5A064}"/>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1D9518E6-CCC9-4E49-9F56-E9875E9A5F3D}"/>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78861088-548B-4378-9E2A-C2891E50B638}"/>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DA451105-0493-49DB-9711-9AE774316BD2}"/>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F1FDEB0C-3205-40FF-AA1A-4892F0E21094}"/>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38334A9A-2BEB-4AAE-80CC-617A1A73C998}"/>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EFD3D0AF-D24F-4105-9E16-43D594535E51}"/>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786F4F78-78A8-4037-873F-6041C34A59E0}"/>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01D0C62A-A9E4-4515-90E6-9E22090A16CA}"/>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AF539B1A-136D-4FE3-B316-F903119339D4}"/>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70B91F97-9626-427D-8184-A74487370B76}"/>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8E28D1E5-ED26-4864-8105-03FBBA17D157}"/>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310557DC-C4FC-469E-8EBE-FEA167408AC5}"/>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58C1880F-9DA6-41FF-A133-72BE3A3D06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63120124"/>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8DE063AB-C12E-4095-95D3-DF02F54356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39">
            <a:extLst xmlns:a="http://schemas.openxmlformats.org/drawingml/2006/main">
              <a:ext uri="{FF2B5EF4-FFF2-40B4-BE49-F238E27FC236}">
                <a16:creationId xmlns:a16="http://schemas.microsoft.com/office/drawing/2014/main" id="{AA6EBBA9-78FB-45A8-90D9-0753684908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많이 담아도 같은 근거를 똑같이 쓰는가?">
            <a:extLst xmlns:a="http://schemas.openxmlformats.org/drawingml/2006/main">
              <a:ext uri="{FF2B5EF4-FFF2-40B4-BE49-F238E27FC236}">
                <a16:creationId xmlns:a16="http://schemas.microsoft.com/office/drawing/2014/main" id="{6926A0F3-0698-42CF-B05B-62A575F320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9F05C453-7284-4713-8C95-02EDA564E3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03C8FBF4-06D8-424C-ADF6-AA7457D63B1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F2100D71-9672-438A-B31A-F5CBE66F9D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217B5140-041A-4F8C-96F8-0DF4FD9D3CB7}"/>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7FF176A9-E4CD-45E5-88D8-6FF1666F6041}"/>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2BE3612B-9EE2-4C30-808C-C07FCE881497}"/>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6399F36C-61D3-4182-B342-1049EBDC4B96}"/>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30B2E2EF-D382-4EAE-B46A-DB122DB0E282}"/>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B7B3E8AB-E96C-483A-B69C-662E48E6F2B0}"/>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6CA318AD-641F-4CCD-833C-557BBCE97160}"/>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8E1D262D-243A-4A72-BE59-83CE9404E364}"/>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DCA1BEE-3977-47E8-9CFA-2FFE5C5B4323}"/>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843BD741-4397-4644-9E0C-F35C7E84F469}"/>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BFB55CA8-CDB5-48D5-BA88-3383854CAB52}"/>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0F859F74-81BC-4C58-87AE-6B34A552AD98}"/>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47BB7B54-7214-4D68-AB64-92C2E435A5E8}"/>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D2AF70FA-69D6-40AD-B5EB-E1C15983E000}"/>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4FE2BE07-7AD3-4C62-9124-5179267C908E}"/>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E9C5AF26-8976-4D35-BF9A-E7ECA3076A77}"/>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F27D8462-5C5E-4C4D-84B0-05A9074D2308}"/>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3427B810-E5EF-4ED4-8DA5-262755E06FD1}"/>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74B63FC2-FB80-41A1-AAEC-6DB6F4C325A0}"/>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BD9F3029-AE01-469F-B62B-8E0185994462}"/>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A0D08A66-4036-494F-B1C3-B058D98603C9}"/>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529245AE-DE7C-4C79-A9D4-008EEB5E268E}"/>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FCF1743D-C6A2-49CD-BDC2-57045EFFE78F}"/>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A1576076-A78E-47C7-ACE1-15F7A9288A64}"/>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FE125FF2-A8F8-4636-A854-ADAC6F2CD486}"/>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E3F2EF46-6741-4F25-9F9A-4DAF207F147D}"/>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34315E92-E47D-4105-A624-C915829304EF}"/>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D8AA5E75-A833-489D-AE62-BF5A2AF3D0DF}"/>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477C4661-4958-426D-B10B-0094D6FD69B2}"/>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A500240C-A0E5-42A1-AA06-EF47F14A9B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69978065"/>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8AC828EB-B591-41AF-B29C-5898867BFE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0">
            <a:extLst xmlns:a="http://schemas.openxmlformats.org/drawingml/2006/main">
              <a:ext uri="{FF2B5EF4-FFF2-40B4-BE49-F238E27FC236}">
                <a16:creationId xmlns:a16="http://schemas.microsoft.com/office/drawing/2014/main" id="{7FFF2463-1760-4109-9CFE-F539DA91224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FE08297C-9142-449A-9B27-483308111A5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86DB3E39-29BF-4B8B-9C54-908D54C923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274356A9-8685-4AC9-9159-6EC3EB7E838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2C8F8DC1-5E08-4958-ABB0-5FA80F3421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42846623-9BE0-4104-A0C4-96D4EB3A64E2}"/>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0DE7556B-A974-4704-B945-1037708B62F1}"/>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9483CAFA-03A1-4F9D-BF3A-C27E4C394A8B}"/>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B7D462F5-7512-4645-BD25-1F9FE90542CB}"/>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DD36E1D2-EC28-4DD8-935D-089767FAC37F}"/>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19C008D-98F1-4486-9915-FE6D80874BC1}"/>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4D616978-7B23-4691-99EE-2FD819AA6E54}"/>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3D34CC72-2FAE-4212-9A15-72AC6E5FA659}"/>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ACF031B4-DFD0-4EAA-9E7B-46369EA10E93}"/>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388633BA-D53C-4613-8627-E6E7FBC37A7F}"/>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BEDCD9BE-9F1E-43D7-9447-A35F70979AAB}"/>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523284D8-2F7B-4195-AA06-AF62D6899C99}"/>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86E017F2-479E-495C-9A65-EC7047C03A8C}"/>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4EE298CB-3487-4BCE-9569-1B2D8CDB5A50}"/>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959C2766-1626-4F88-A973-88F76A33E2A8}"/>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EF0E81FC-92D8-4C68-9175-A4F3801DAB95}"/>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0D64139B-538A-4853-A5B3-05FAD61462D7}"/>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2624E128-F940-4F60-9462-7D5A8879A264}"/>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50A6D5B7-4487-4979-98FB-16A8BFDBD0BA}"/>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6DFB12B4-E3F5-48C3-B7AA-BD571EF5225A}"/>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7F3137B0-2AB7-4F7D-96C2-F93AE9E858FB}"/>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076D92F9-0E72-4BB6-8233-63673279852A}"/>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AABB0A26-A7F1-4C34-81E4-54B93AE2F500}"/>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085C83E0-BE3F-4640-B639-3C94E2F360D8}"/>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8076108D-1634-4264-B0AA-5FE75DC414A4}"/>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BD47704F-9C02-437A-9482-0DE28EF7BB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64961518"/>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6631D611-F7FF-48E9-87A0-F792DE6D1B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1">
            <a:extLst xmlns:a="http://schemas.openxmlformats.org/drawingml/2006/main">
              <a:ext uri="{FF2B5EF4-FFF2-40B4-BE49-F238E27FC236}">
                <a16:creationId xmlns:a16="http://schemas.microsoft.com/office/drawing/2014/main" id="{237A8BA4-CD35-4649-9605-AF9CF520A2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필요한 상세 정보로 가는 길">
            <a:extLst xmlns:a="http://schemas.openxmlformats.org/drawingml/2006/main">
              <a:ext uri="{FF2B5EF4-FFF2-40B4-BE49-F238E27FC236}">
                <a16:creationId xmlns:a16="http://schemas.microsoft.com/office/drawing/2014/main" id="{09DE3A14-58F2-4BB7-9A5B-8F891ADA3A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7846F688-270B-466C-B464-5A3D612FA6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B1155C58-C69B-47F7-85A5-9F1130946AA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1072ABF8-BCBE-470E-972D-E8A649F4EC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D44AF6CD-DB4E-4C0F-B62B-BD9B830AD362}"/>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82A3A2D2-0048-4DBC-8544-1D072E8B0BE6}"/>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D1275AEB-40E1-47D3-9192-790EF2191417}"/>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065E080B-FE26-45C7-8DB3-E54B0D82F2D1}"/>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FE8F6261-9D56-4EDB-A69E-CB60D85C42D3}"/>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F72A0C75-A9FB-4DA2-BDA2-35C73316B1D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188EC4DE-2B7D-47BA-9246-D6C3395079B2}"/>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2988D56B-D25B-4C64-96AD-C33062F15443}"/>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0B4B1F8E-603C-4FC1-8291-18760B92EE10}"/>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4EB94A7C-2A29-4D76-974F-5CC6240169C5}"/>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D6A4457C-651F-49F9-8A22-440A45E8F3CD}"/>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FB389110-8902-455E-B411-F033990D9AE6}"/>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50643FC2-2EC2-49B3-9735-7D0C259EAE30}"/>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057A23B9-9741-48AB-B38A-737A7EE729F6}"/>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2B5A568B-69F6-4DE0-9D7C-007FECC39095}"/>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63B0E99-B351-4851-A4C8-9A497418EB00}"/>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8DFE93A7-16C1-4E47-BF75-73D5308A7B0B}"/>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6CDA42F4-1711-4AB0-BEE4-AFC5FE6A3C56}"/>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8CE8695D-253E-40CB-867D-6FBB6F1771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09875965"/>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2 · 파일 이름보다 정보의 배치 기준">
            <a:extLst xmlns:a="http://schemas.openxmlformats.org/drawingml/2006/main">
              <a:ext uri="{FF2B5EF4-FFF2-40B4-BE49-F238E27FC236}">
                <a16:creationId xmlns:a16="http://schemas.microsoft.com/office/drawing/2014/main" id="{9619259C-38B9-4C24-A8BD-3CA0502034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2">
            <a:extLst xmlns:a="http://schemas.openxmlformats.org/drawingml/2006/main">
              <a:ext uri="{FF2B5EF4-FFF2-40B4-BE49-F238E27FC236}">
                <a16:creationId xmlns:a16="http://schemas.microsoft.com/office/drawing/2014/main" id="{B5C9ACDF-2474-4479-A045-9A2DF31D881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AGENTS.md에는 무엇을 남길까?">
            <a:extLst xmlns:a="http://schemas.openxmlformats.org/drawingml/2006/main">
              <a:ext uri="{FF2B5EF4-FFF2-40B4-BE49-F238E27FC236}">
                <a16:creationId xmlns:a16="http://schemas.microsoft.com/office/drawing/2014/main" id="{85A6463D-E5D7-4425-A54F-5EA3E0092A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BBA3E175-C3FB-44B2-BAFE-8D54E4997C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E8622A20-F397-4F77-90D0-CF55046265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C278F19C-1283-427D-B109-47F0CB89ED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E4CEE0EA-6D1E-452E-9DA8-4A7F16C31A3E}"/>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80A3E2A3-B1A7-4457-8E87-A4C31D9F0EDE}"/>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736C83EC-82FF-4369-A2DF-B935D73C68D1}"/>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679842C5-5789-479E-A097-99E7D7A7D6E5}"/>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DAFBCCAE-2D61-4705-B277-50E312643D1F}"/>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1BCC1EBC-5A1C-409C-90F3-ADADD617D902}"/>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804DE0F1-1A86-4F6F-A07C-2C22C03A9D2D}"/>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AB273F87-1C02-4D1D-8FC9-BF74C72D939D}"/>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B14B58F3-51F8-4B3B-9295-1775EE8E9A13}"/>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1B5E3D89-5F55-43CF-9DC8-CE7673119004}"/>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E96B14EB-B101-409C-8A5F-04718A5E2F31}"/>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D6679646-0052-491C-A436-E6E1890D39AF}"/>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B7740814-A8C7-4037-AC09-865D1B95A36D}"/>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A9419AF4-16EC-4603-B0FD-33CFD592ADFA}"/>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F69B7AFB-3570-43C4-8D12-DF02500FE25E}"/>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946A583C-BE73-4847-A2B9-C273BA1EDE59}"/>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EAB51D28-1C0F-47AB-8636-9D513905B241}"/>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961470D2-F62B-4B96-BED8-863B4F0C9B95}"/>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D3465445-E096-4A37-B6F7-1468A81FBD9B}"/>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D2E65A3B-186D-4582-90B3-E4B17BF44DD8}"/>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2AAE2E48-F5F3-4CEF-A135-E4A9A517FBF9}"/>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2A9A01D6-E0D4-4028-AEAE-279A050C8729}"/>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31D6F182-1EE1-44C9-A6BF-458544A7F71C}"/>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5C904BF4-9DD0-4422-A123-C1D040E487FE}"/>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Legacy module connection">
            <a:extLst xmlns:a="http://schemas.openxmlformats.org/drawingml/2006/main">
              <a:ext uri="{FF2B5EF4-FFF2-40B4-BE49-F238E27FC236}">
                <a16:creationId xmlns:a16="http://schemas.microsoft.com/office/drawing/2014/main" id="{AE3F5C84-D0B4-42A8-88B6-11BB0430CE6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26371347"/>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FE1A4D74-7731-4278-A4ED-08B8D5DF5C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3">
            <a:extLst xmlns:a="http://schemas.openxmlformats.org/drawingml/2006/main">
              <a:ext uri="{FF2B5EF4-FFF2-40B4-BE49-F238E27FC236}">
                <a16:creationId xmlns:a16="http://schemas.microsoft.com/office/drawing/2014/main" id="{9AEED2B3-5AEA-45C0-9F46-AB35F02070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보를 지우지 않고 위치를 나누기">
            <a:extLst xmlns:a="http://schemas.openxmlformats.org/drawingml/2006/main">
              <a:ext uri="{FF2B5EF4-FFF2-40B4-BE49-F238E27FC236}">
                <a16:creationId xmlns:a16="http://schemas.microsoft.com/office/drawing/2014/main" id="{C3E07B74-6EF1-41B7-9711-6DEF61E18A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631B5028-7479-4E8C-BF2E-82FECEB7BA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93D7362D-6068-4756-842A-890DB5D609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3BDB4036-8438-425B-9726-4217020F0B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FF541C9E-FF88-4916-B787-A0688EA9A4BD}"/>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85D06F00-1D77-4D5D-9018-AE5C5992CB99}"/>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72A9BB28-D0BD-414F-8ED0-439B98EC7165}"/>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1ACA3803-12A0-45E4-85A1-9B8236531E6F}"/>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0AC96BB5-858F-4CB4-9CC5-A3D567D2FABE}"/>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4DEFD7C3-1AAD-4F84-BB41-A44987FCC046}"/>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0CB82168-02BD-40CA-95C0-A5BD0DA76B22}"/>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EE319EDC-536E-46D5-B098-6ED54B9D6055}"/>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68B1DCDE-517B-4837-B809-B66BB49745AE}"/>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4ED05377-D3CD-4DEC-809E-98FCDC6520B9}"/>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9466D02A-D550-4682-82F1-8C11CD8282FC}"/>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FEA3138-A39F-4E94-AEE4-96D1DBD53490}"/>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2EE887FC-A3A9-4514-9885-814D539A963F}"/>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E20B77ED-0445-4D9F-8EEE-8AEC4CFACE42}"/>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338773D5-8219-4EE3-8531-BD672A3A06BE}"/>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7777FFD2-15A6-45D9-B676-D8283747414F}"/>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4723CDEE-DF16-4166-80A7-0CBDF3B312E8}"/>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E2EC0AD8-29DD-4A7E-9AFC-BAF4EB383FA5}"/>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E9BBBD9D-584E-413E-82E1-96D47DE93BB5}"/>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794008E3-0339-48FB-AE2F-CD62EDDB5B2D}"/>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9A8B7D0E-7154-4C41-B77E-7FADF76D3B6A}"/>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73E0C252-BEE7-466C-B563-002ABAB14CAA}"/>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4BD4E283-4279-44EC-824F-BA4CC6295E61}"/>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39F15EAF-1AA6-46E6-8EDF-E1F6251F725E}"/>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A50E561B-A8D7-4921-8CA1-9EC4E1DD10F9}"/>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5D6FCE90-BC20-4B5B-94F7-3B4BB9B704D9}"/>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01167C3B-C639-4701-A23D-CCD916137737}"/>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21C084E6-E86D-4E49-A525-E7989FB4BD4F}"/>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21C8413A-14E8-4448-B042-246E6AA63D8B}"/>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76B1E652-0848-4381-8766-85813DF9855C}"/>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BDF12BAC-0897-4B0A-89FD-DB7C21A03EC3}"/>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D85696E4-0963-40C8-865B-F5F0BD4C63FA}"/>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2665D808-75B5-4171-BDE7-BB517C8118D3}"/>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5D2D6ABD-244C-47BF-9015-2F3A9C49287A}"/>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B9E0C709-9056-4BB1-9825-0FB18F5CB1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89177520"/>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236C0E89-C4AB-4DAD-9FA6-E39D6D9AF4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4">
            <a:extLst xmlns:a="http://schemas.openxmlformats.org/drawingml/2006/main">
              <a:ext uri="{FF2B5EF4-FFF2-40B4-BE49-F238E27FC236}">
                <a16:creationId xmlns:a16="http://schemas.microsoft.com/office/drawing/2014/main" id="{88B5BA2D-A53A-4DD5-80D7-116FD081239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서로 다른 두 Task가 무엇을 읽을까?">
            <a:extLst xmlns:a="http://schemas.openxmlformats.org/drawingml/2006/main">
              <a:ext uri="{FF2B5EF4-FFF2-40B4-BE49-F238E27FC236}">
                <a16:creationId xmlns:a16="http://schemas.microsoft.com/office/drawing/2014/main" id="{0BD4CAEC-DA40-4AA2-8C58-79C85956F0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151C3D82-32E9-492A-BFE8-A8676A9156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31A8DEC1-77E7-4B3A-B3D1-8B6EFFE259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DDCC6C02-740D-43C1-BA63-56F2833F0AE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220894A3-04CE-4321-B4C6-3FBA315EE0BB}"/>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B8A7CF40-B568-4F2A-B197-C33997FB2344}"/>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DDF1B81E-FE84-4756-A7E4-2E71B8DF78FA}"/>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1E911245-A1AE-426A-80A6-FC01BB8D4F78}"/>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061E5BCC-3D5A-45ED-896F-B1BA33347870}"/>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E4DFA812-94AC-4F9D-9E51-E03B8A05E9C9}"/>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53021FB2-926B-40B4-9CB3-C8F6D98F063F}"/>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B84631F-DEC7-400D-96FF-287BFC557ABD}"/>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77C3DF9E-9BB4-4AAB-9898-2FFEEE8670D9}"/>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C23F6AF4-369D-4464-ABDC-346A9686C4DA}"/>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7D0F67B9-023A-461A-B7E3-989D993EAE26}"/>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A25ED607-FCAE-4534-97F1-D97C7BDFE697}"/>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16A3FD05-5B26-4FDA-8BED-EB3D6A60AA88}"/>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625806A3-F8AE-4654-8672-6CA2C78EC5C0}"/>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411F87A5-E994-4CC3-A81C-334BC9DBA35E}"/>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A4B32D68-3CE3-42D4-AE04-1F01650882FD}"/>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411A6509-9250-4CAE-8E50-BE1E421299AE}"/>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2084358A-1DCB-4D33-AEF7-195997E78DC9}"/>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267F3E30-F627-4377-A7D9-CB163EAED746}"/>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55C207DD-6EB4-4D36-AED9-956E89C204A4}"/>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EDFFD789-05BA-4D2D-B8FD-A1A9818DE864}"/>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2DC4A673-FC2E-453A-B664-7A332A376896}"/>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A2FA6CD7-79F2-43C7-8ED6-FB58274515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05097754"/>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67D01B75-9B60-4FC4-A39A-DA03DF4E5A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5">
            <a:extLst xmlns:a="http://schemas.openxmlformats.org/drawingml/2006/main">
              <a:ext uri="{FF2B5EF4-FFF2-40B4-BE49-F238E27FC236}">
                <a16:creationId xmlns:a16="http://schemas.microsoft.com/office/drawing/2014/main" id="{7AE1B8A1-8D13-4A2F-85F2-FE54D5A0022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Crop Task에서 관찰한 접근">
            <a:extLst xmlns:a="http://schemas.openxmlformats.org/drawingml/2006/main">
              <a:ext uri="{FF2B5EF4-FFF2-40B4-BE49-F238E27FC236}">
                <a16:creationId xmlns:a16="http://schemas.microsoft.com/office/drawing/2014/main" id="{15C9B0F2-DC2E-4B29-81EC-9412DCE490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44C4F223-378B-461B-965B-1EC35059BE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8122F8F8-8474-40AD-BE36-A539DE2A1E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A8E2102C-150F-4577-B2F1-DF87DB277B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98A87876-F48F-4E33-8D6F-8DF3DAF8A48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C150D399-A2E4-40A3-8808-610ACEE9DCFA}"/>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B07B7DF6-3FFE-41F5-8D33-4CFEC8DAC093}"/>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38E5846F-3440-4F35-A361-14665F3A168A}"/>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CE840F4F-4FAB-4553-9AB8-EAA2014A259A}"/>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13AC9A2B-18DA-4834-A9AF-1B3BE1CF9B2B}"/>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A00716E8-B3C6-480A-8A8C-FCCB4DE670EF}"/>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9EC68F45-77E8-4875-AB24-AC5F6FB79F08}"/>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93BCCD05-569D-4CEF-ABA2-4BB10FA2F066}"/>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8CD3B66C-7D31-4FE7-8FF7-5CE8E60FB7B2}"/>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8F9E7000-6E04-4F78-9A83-56FB98C195EE}"/>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AC0A3DC4-0107-49E8-973B-749782E296D3}"/>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1A8B02A2-BE3F-4D71-A228-8C9E2A137885}"/>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3D66202E-B14C-485F-BD24-C5EA8B04309D}"/>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290157D7-C8F6-4A3A-B99E-39D737720F81}"/>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0580510A-E6B6-434E-9DCF-74C54795BF72}"/>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CB29BD6E-9CC7-404E-BCAF-BC00C0DD2514}"/>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6C46CEC3-341E-4D13-8A1D-6B0EDB29B37C}"/>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FE31D723-FE34-464F-8E90-87A9167AA6F9}"/>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2CCFD62F-B3DE-4173-AD2B-FDEA6D31A08D}"/>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B8652201-9D68-43FA-80CF-779DA1B77EB2}"/>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123D405B-7E55-4857-9DC2-7E1DD9324424}"/>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2C5ED761-A423-4B8C-8AA7-50DFE4C19236}"/>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10D3EE1A-31E4-4BAE-B66E-EF64E756D371}"/>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EC2DE5C4-08AE-4D16-B48F-62A8D3EF3577}"/>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C79F2002-D860-4252-BD3B-CA869F5E01A3}"/>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39EE9AC3-F316-4235-ABB5-5D43C8B337B4}"/>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140A1FF6-CA23-4308-B1B3-0A6157D01BB1}"/>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CA00B50B-8904-4186-B704-23C6E07F40DC}"/>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906C3237-7984-48B0-8B28-75A78C5A5D29}"/>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6CA46BE3-C4DF-4333-80D5-54B6CD674BFE}"/>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2C754C62-4692-4AA3-AC5D-EAAE8A7FD8EB}"/>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DA7EBF88-DA54-4AE3-A483-D3B2D988D5B1}"/>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3B1BE80F-EC53-4747-8E1A-250828C62474}"/>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20233E5F-2863-4833-88CA-9196BC436CAF}"/>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B576D8AC-33B2-4C4A-A120-D65030406FE3}"/>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7CAF20CF-36BB-4AC0-B567-3D1A8F44A7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658198526"/>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23AA3847-522B-49F6-9FCF-BBDC665BDF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6">
            <a:extLst xmlns:a="http://schemas.openxmlformats.org/drawingml/2006/main">
              <a:ext uri="{FF2B5EF4-FFF2-40B4-BE49-F238E27FC236}">
                <a16:creationId xmlns:a16="http://schemas.microsoft.com/office/drawing/2014/main" id="{26D64243-DB16-42A7-99C3-C3166A6696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의존성 질문은 설정과 소스로 답했다">
            <a:extLst xmlns:a="http://schemas.openxmlformats.org/drawingml/2006/main">
              <a:ext uri="{FF2B5EF4-FFF2-40B4-BE49-F238E27FC236}">
                <a16:creationId xmlns:a16="http://schemas.microsoft.com/office/drawing/2014/main" id="{49AFB553-5F79-4186-B680-56F74D79BA5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B59251EF-1C9A-4C18-A1DA-0C136E4D42D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8762D18C-87AB-46E6-B808-D296C4B6F0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4FE2EC7C-B8E0-4077-9B3B-67A8E3BC92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C8815DE4-4CC5-4579-9BA1-79E9504F4E2E}"/>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8DEADA5B-27A6-448D-A5E7-F566AFE6FFEC}"/>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10520FB1-BFF9-4B48-9BB5-385C0F135161}"/>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DAA9BF90-3DBA-4854-B44D-3B2BB0E85A80}"/>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3635E3BB-3F44-4032-972A-8434BCA3C4EE}"/>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6B90D8D9-263B-4889-A5C9-7E78B26C30FA}"/>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04772625-84E3-4625-B8D3-F45E272AEAFD}"/>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1A928B42-1907-447B-B4C7-B9CB1FF3E903}"/>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68A750FC-9F59-4E0B-8FB5-E924133981FF}"/>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C7841E6D-E268-4917-8F67-1CD381745871}"/>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A6FE807A-FDFE-484A-B0EE-51DACFA68F00}"/>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DB500D6C-0CDF-4FE4-A129-DCB2A18F02D4}"/>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0545400C-AD69-44AD-BE27-9D159922C08D}"/>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21952240-DEA5-4CDD-B94D-E1958BE7DFBF}"/>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4D51162E-45C4-421E-A393-C916E6B720EA}"/>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0A96FC2E-B155-4940-8B91-FAF4A6B71A8D}"/>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C85C8019-EE59-45F6-813A-B17B153EABE9}"/>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938C0594-8A21-443B-B906-2E9238257DBE}"/>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1FF3673C-434D-4E2E-A0B0-5071CFFA5A3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3816158"/>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865CA906-0E57-4DA1-9362-6ACDAF7035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47">
            <a:extLst xmlns:a="http://schemas.openxmlformats.org/drawingml/2006/main">
              <a:ext uri="{FF2B5EF4-FFF2-40B4-BE49-F238E27FC236}">
                <a16:creationId xmlns:a16="http://schemas.microsoft.com/office/drawing/2014/main" id="{6C597DC2-7A85-4F7E-94DB-AF6BB247D3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두 Task에서 상세 문서 접근이 달랐다">
            <a:extLst xmlns:a="http://schemas.openxmlformats.org/drawingml/2006/main">
              <a:ext uri="{FF2B5EF4-FFF2-40B4-BE49-F238E27FC236}">
                <a16:creationId xmlns:a16="http://schemas.microsoft.com/office/drawing/2014/main" id="{75E365B8-2570-4933-A704-4D0F37623E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87C8B04D-F503-4026-A239-D5052AD56E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FCB9934C-3C0C-48B5-8EAE-A7379B3AC9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DABB3267-9102-462D-ABFC-33A3EA0F72B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CCC639A5-DCA9-4C2D-9771-E225481586CF}"/>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DF97C1C6-D872-4F0D-AE5B-18042D7BA875}"/>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937CF995-95BC-46DE-9537-EC92403C4D14}"/>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17D845C5-0424-4C4C-9224-2AE92A0EB26F}"/>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978EDF20-531C-4081-8F13-89E2A1603B57}"/>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9B0E16DE-964C-4C7B-8D4E-5A6A33AEB04F}"/>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38554F65-7739-4A96-8D4C-685CB8D5076D}"/>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02B3B267-D0A6-4B4D-887D-3BC2A073D8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57307073"/>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26E65843-6725-4706-AFEC-3DEA82934D3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48">
            <a:extLst xmlns:a="http://schemas.openxmlformats.org/drawingml/2006/main">
              <a:ext uri="{FF2B5EF4-FFF2-40B4-BE49-F238E27FC236}">
                <a16:creationId xmlns:a16="http://schemas.microsoft.com/office/drawing/2014/main" id="{91A602E3-3560-4377-9F05-24B1FD09DE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ontext 정리에서 확인한 네 가지">
            <a:extLst xmlns:a="http://schemas.openxmlformats.org/drawingml/2006/main">
              <a:ext uri="{FF2B5EF4-FFF2-40B4-BE49-F238E27FC236}">
                <a16:creationId xmlns:a16="http://schemas.microsoft.com/office/drawing/2014/main" id="{2FA9A56D-283D-45F7-9B58-A5BA5A9900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974E68A0-044F-4ADD-8334-E78E1F7B8D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F8B31ABC-07B5-4261-BC71-737E301091C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17E7CC61-3015-4619-B55A-14DED10F2ED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5D73A897-6498-4F74-BBB5-4A66E050D93E}"/>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0AFF8AC2-307E-4774-B0FB-1763F0B81755}"/>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1858B1B8-653B-4C21-8866-155A4F30CBDC}"/>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3C2BA66C-5209-4E0C-A4F9-FEB54B7B05EA}"/>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9D8E4866-140B-44AD-A3F9-56F77F2B7EDC}"/>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3E83BA23-4D16-4DE6-85B2-84FAA5EF61AD}"/>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25D74368-8566-4676-B338-306A98932CA9}"/>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7346B800-8252-41BF-A34F-2C1F153AC457}"/>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86DC7C72-1A91-4316-8F50-F1E247747081}"/>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C981A84C-D8EE-4EE5-9898-56E12E91B987}"/>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0729A4E6-9FBE-4EE3-B292-DBF31D7A5201}"/>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FF026CAA-3B13-41A2-B41F-7ADAD74FC3B0}"/>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17FB3FA7-59D1-4E2C-B230-7533206956BA}"/>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CF4A0A16-145C-461E-993B-A7292D74E2DE}"/>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9051FA32-E67D-4A59-930A-76A0B5C47F50}"/>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304A3E6C-052C-47D1-80C3-84C20CB06775}"/>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47628BEE-BE1B-4F94-BB7D-D651EDDDCC86}"/>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0204086E-A10D-4A7B-948A-B550D13BE7B8}"/>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83A69414-3BF5-4EBB-A67D-4BCB00DA8C70}"/>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FD6F3C4B-C6C1-4682-808C-6DDFC5F284DC}"/>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69911999-E119-4548-952C-54E6B23344E6}"/>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0C7D30E2-DD0D-417D-9836-BECB0B525B27}"/>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8D109827-67E3-4542-8A50-83197434EC71}"/>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F3E49C40-C245-4ADB-9DE2-517D1B18CDFF}"/>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87330EA3-B949-4894-83D3-30E2DF0E72BE}"/>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39234141-0402-4034-BB01-F47B25A98C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49709572"/>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FBCD8F4F-5BF0-4990-B749-766311306B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49">
            <a:extLst xmlns:a="http://schemas.openxmlformats.org/drawingml/2006/main">
              <a:ext uri="{FF2B5EF4-FFF2-40B4-BE49-F238E27FC236}">
                <a16:creationId xmlns:a16="http://schemas.microsoft.com/office/drawing/2014/main" id="{E72D0033-5AC6-4962-B770-9F285B9E47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지식은 정리됐지만 절차는 반복된다">
            <a:extLst xmlns:a="http://schemas.openxmlformats.org/drawingml/2006/main">
              <a:ext uri="{FF2B5EF4-FFF2-40B4-BE49-F238E27FC236}">
                <a16:creationId xmlns:a16="http://schemas.microsoft.com/office/drawing/2014/main" id="{64EEE664-62D8-4347-BCB0-B07B766884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1F9ACC25-AEC5-4F61-83F5-7EE170ED20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87E6BAC3-A0CB-425F-B38B-AC91568A982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5D30D4CB-31C0-4445-A06A-899A6927B20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D4CFCF39-6206-4F1E-B0E8-241D6DCAB153}"/>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2641C70F-25C2-4D2E-A44B-D6987FC28AD6}"/>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5FB077DE-CF63-40D7-BB6D-419F189ADC4E}"/>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9502A86A-9BAD-445A-9D89-2EA780F19700}"/>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D2384DDB-D7F4-41F4-A261-5D33FB4B78C0}"/>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F53BF670-FD21-4F0F-9F43-33EA27FB2BF7}"/>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92EFC02E-6209-4FF9-997A-C33898328F8A}"/>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F3CA0923-5D61-4DBA-8A87-B0F8C799E52B}"/>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6CFCE3B9-A0EC-403B-9869-5E34DF708FF5}"/>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9A6AF426-F592-47E2-918D-CB0EEEA8FC24}"/>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D1BD66E0-C764-4E12-A6BE-F7A47E746BA5}"/>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3F602139-6610-4C85-9EFC-02A9552AC045}"/>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A2E5C160-7022-444A-AC49-6083DFF1AE87}"/>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4FF13FE1-C5EC-4081-8712-6B6352964E7E}"/>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101052AE-47CA-4B1F-9AEC-E1CADA2EB3EE}"/>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5828BC25-184B-4FF4-8F69-27E72D9BDB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64061327"/>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B938EE84-3FF7-4672-AD0C-79E15D1AF2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769A7C42-CF72-4D1C-8C19-FCFF1ACCE5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5428BDF6-7E5C-4143-BA9A-F9382E4D86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BDE05166-C66A-42FE-AFE2-BD47E184C6F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58E3A6D5-104C-478C-BF04-C374457EB19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710D500C-D161-46F5-9D51-AC54FAE2860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7EDB8683-73D0-4AF8-935F-5641A6617926}"/>
              </a:ext>
            </a:extLst>
          </p:cNvPr>
          <p:cNvPicPr>
            <a:picLocks xmlns:a="http://schemas.openxmlformats.org/drawingml/2006/main" noChangeAspect="1"/>
          </p:cNvPicPr>
          <p:nvPr/>
        </p:nvPicPr>
        <p:blipFill>
          <a:blip xmlns:r="http://schemas.openxmlformats.org/officeDocument/2006/relationships" xmlns:a="http://schemas.openxmlformats.org/drawingml/2006/main" r:embed="R0771dc1dd75042d8"/>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B237B864-C92B-4422-8920-28DD7026DB95}"/>
              </a:ext>
            </a:extLst>
          </p:cNvPr>
          <p:cNvPicPr>
            <a:picLocks xmlns:a="http://schemas.openxmlformats.org/drawingml/2006/main" noChangeAspect="1"/>
          </p:cNvPicPr>
          <p:nvPr/>
        </p:nvPicPr>
        <p:blipFill>
          <a:blip xmlns:r="http://schemas.openxmlformats.org/officeDocument/2006/relationships" xmlns:a="http://schemas.openxmlformats.org/drawingml/2006/main" r:embed="Ref85842502444ceb"/>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8FD048E8-6692-4B1D-93B9-C1ECB83B47F1}"/>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3D566530-A017-44D5-967E-2AFC206D2B8D}"/>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52DB83AF-82E7-45CB-957B-80F5FEDB20CB}"/>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CAB93416-8C18-4071-9ABC-DE4F271E37E3}"/>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9BD0A4D2-E64E-4328-B835-03E0AD0BE3C5}"/>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BEF9E034-41FD-4842-A1D9-067F7BFC1FA3}"/>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AF07ABB1-6196-4FEE-A2F3-A68AC0162F2F}"/>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C358FA61-5151-46B9-9FD9-004CE7C4A422}"/>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F5CDFDB4-127F-4FDC-B81C-35048533F81B}"/>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F3F714E5-B8ED-4C79-87B4-96BE306AC5EE}"/>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20D7725B-D7E3-4009-8811-DBFBCD228221}"/>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500D3393-9C05-4843-B2BC-61960AE2F081}"/>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23314942-B332-499E-A7CE-52E6BE5A3992}"/>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9C9F3EC4-8AB3-40AF-93C3-AA62980AEBDD}"/>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4CED9BBF-FE46-4121-8446-6316FFA976DB}"/>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7259FC92-577B-4C04-AB14-0938A15AD289}"/>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68B2071A-7440-416B-958D-DCC63BC0D34C}"/>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CA32484F-16D4-4D13-899C-42A4F62742B9}"/>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EB862C4C-DDD0-4B72-B2B8-C460E8001A3B}"/>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F5E9566F-035E-4B01-B6E9-9196DFB93893}"/>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6D9CBDB4-4614-4038-9B97-A4E66F80C6DC}"/>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7EF9D325-4E8F-4376-9180-28F25CE83D0F}"/>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A3AA65A2-1A71-4697-885F-B56A95C8F18B}"/>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54F8D57E-6AF3-4C0B-9269-E2CEC1CCE133}"/>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1C07AB80-5F58-42DA-A9C5-614E8C9A4E59}"/>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AD6DEAC2-D55D-4A37-98FA-5246824AE62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328073839"/>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28593EC4-1EAE-4022-8FFC-B62892A1F3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F4DADB55-095F-4558-B05C-06754A3AA06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D096E8E3-40E2-480D-B569-F5EC5B1AFC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DBE1C138-58BE-465A-8AC3-3A977D2EF3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39AC27CA-CAFC-43BC-B4CF-090184AAAD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E639506C-7081-4642-9A36-181EAF009C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D5A54D58-17BF-4381-821D-FEDAADE18AAA}"/>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E9876D9F-CDAD-42B4-809E-646BB562C149}"/>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895F5157-1D0C-4A79-906D-B2A37AF09D12}"/>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A870054C-5BFE-4375-806C-C3627DDC2319}"/>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924CFA74-A267-48C9-9462-944D5C3BCCB9}"/>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9F0322C8-923D-4B36-8FCC-6488487E2382}"/>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01903114-B1DA-4E62-B390-6F097B4BFB14}"/>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F4D2536F-BE45-43AA-BCFC-910DEDAB06BC}"/>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9947AADF-CFE2-4CE2-8A22-441F182C9101}"/>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75EA136A-F864-4227-A861-F97F81E011CF}"/>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406739D-E3F2-432F-BC55-2565E8AD3D68}"/>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9F85DFB-43C1-491F-B1C3-02135B7E2467}"/>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E2A00763-AB85-447A-9678-4DC338763B5E}"/>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47A985FB-2776-4929-8611-14AFC6736740}"/>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1BA48074-0E05-4440-929C-7B5B0CFCC974}"/>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22299226-8ECE-441B-B854-C1C10FEB3833}"/>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1F3FA1AF-F11C-42A9-9281-2B9CEF01A508}"/>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5CB6CC94-60E5-4A48-AA0C-BA5FD62E58D4}"/>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2098F0BF-C286-4BAD-885D-6A64AF35B9BF}"/>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C490BA36-4882-4BC4-B900-D1EA6093469C}"/>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B948E3B4-3EA6-4010-8557-B7DE7DA9E4AE}"/>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7F0F166C-09AD-423B-8BB6-DB0A1CC782D8}"/>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21B015E-A46D-43AC-A04A-4DC9F7D4F23F}"/>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FE258F19-20AC-48C9-8BC2-26ED37270441}"/>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2CE45361-8CD9-445D-9E2D-917926195877}"/>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40D05FB7-1AEB-416B-ADEA-12C41373B219}"/>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98B1B043-1E41-439F-A429-3A543562077D}"/>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918292DD-5BA1-41A4-933A-A06508705FA0}"/>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DAD78CDC-C08A-48B9-AB60-B5F775FC5FD9}"/>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BC809357-0C50-4E9E-B1BB-B1419EEC0349}"/>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E5DE1835-6A08-423F-999B-E73F1808D5C5}"/>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056772BB-1538-4398-B53E-0DDB74937252}"/>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AB6CA342-1850-4B82-AF95-59E9966EF698}"/>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AEDC6092-6E97-454D-81FA-E630D9EC966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07652397"/>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D26B1E4E-C117-4112-87DB-F3A544DD7D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41571A16-21C6-413F-969A-1F933B1737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000413F1-F8D2-4361-B327-FED8300FCA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8C3FD591-7542-4590-874D-CD9F21328A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61F3801C-5058-498B-B2C4-29B239B38E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8D957DAB-2C88-455E-B37D-8FC903EE2CF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7E8D9983-3A6C-451C-B659-8F79F3AB7BFA}"/>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D44474E3-BA1C-408D-BCA1-251E8EB416E8}"/>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BB186A22-2F70-4EDD-841A-312032E8E3B4}"/>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66F4EEA4-7822-41A6-A2C6-D311D314B795}"/>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F48407C-A808-4DF3-A884-A86B4B138759}"/>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0AC22ED0-A169-41DD-B18D-2E0B555D7589}"/>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78D1C228-E2F5-480B-9A50-C154648D79BA}"/>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2971B428-60CE-4481-A024-74C07ADD087B}"/>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69E8CEEC-12C1-4F61-98F4-5FF2FA4ED367}"/>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0722BC5D-B2C7-4DF3-A12B-9CF4712BEC67}"/>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610D7CEA-80DA-4F4C-9034-DED952D41991}"/>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428DADD0-65C0-4600-A147-B3F3F92BD620}"/>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A8FF0EE4-B81E-4AC8-BB6E-D5C949AD4A80}"/>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92E22E4F-058F-4E8C-BC47-D6D4A0F36304}"/>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8F8F83F9-0808-48E4-A793-7253254F00C2}"/>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B2498786-7F8B-49FD-808B-99DE618116F1}"/>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940E3F55-9992-41CC-9E5E-F582F1FCF5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98680007"/>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E7842271-A038-4BDF-A6F6-93267F5FC1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307BF738-9DF4-4107-8DCC-D48BCE0FA2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89F42772-DB81-46E1-A7AF-21343004CE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19107C27-8AA0-4E87-B17B-0ABA12FB4D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FE4F5877-57E2-4431-BAF5-61E9D7D118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2933DA41-5F04-48E5-98D1-1D3E39EF69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E5B42430-D55B-4421-B72C-34D1B6EE3AB8}"/>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D6E78C41-5A2F-4F56-98F0-2496816D2965}"/>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E3272944-6C43-4FD3-A694-2ABE28B8DB84}"/>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911972AC-B9CE-4CBA-8A58-0BA93B030F4C}"/>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1EC2B2C9-DE4E-4099-AC7D-22FD5C587500}"/>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4E853DAD-88F0-43F1-A802-8DBAAB217ACF}"/>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45B73027-88BD-4F22-80FD-25B5EAFC4E65}"/>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8ADDAAA6-1ED1-47A2-BD4D-1E7ACC784959}"/>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2DCD29EB-2EB5-4B1E-88A1-84FF17AA0D6C}"/>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A062019A-37FD-4F9E-8D51-A64696DD8483}"/>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49354566-9BC9-476A-A848-842CA1E8BA04}"/>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9D2EA45C-9431-46B2-A166-44F7F0AD1534}"/>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21D3A766-D1E8-4B86-BA43-6516A4ACAA6F}"/>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EC73D459-DA81-44DE-BEEC-A2294C3830C5}"/>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5F4E69E9-8372-477A-959D-B32F4F97F107}"/>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1CB27C1C-4DBF-4DC4-BE8B-3CBF8F367269}"/>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4A9086A3-C727-4F27-B1C7-C1EE9E7E7FEA}"/>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4812CF39-ECC0-4CA0-B7C5-362E5AE8161A}"/>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A39F0552-E9C4-4615-B3AF-735E788F6FC0}"/>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A071498F-59D1-4324-AB10-B76ADA5BC9CE}"/>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8AC55DFF-DC31-433A-AE86-009F6870C1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83373493"/>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9F065C12-FE28-47EE-AB91-0663C75846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DFB22077-5BBB-4073-89FD-B117666D437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5252249F-FB44-4B43-B7DD-268CF28F51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FEB0D318-D471-4ACB-963A-6DD7382994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1060E864-907A-414D-B1F0-E38C98E52B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ADD6346D-4127-41B3-A60B-B99AA43306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E457D25A-BF4C-4C6E-ADA8-0368E6ADD53B}"/>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1BF2383F-5FEA-4BA9-90FB-6E8B004FE014}"/>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54D098E1-25AB-4C4B-A215-F52AE4F55B56}"/>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DA8C009B-E41C-4E6C-AC3A-59FBBE885BCF}"/>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6E50F1D9-47E4-43D8-80E5-F427CDA965D9}"/>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D46100B6-A255-4EA8-B070-ED6656D3AF39}"/>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B61C4CB5-0011-42CC-A2DC-0EAC3EBAD36D}"/>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8F469504-AF8B-4ECE-BA67-CF9E2C96623A}"/>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B58C947D-4963-4281-9DF5-FA2629B7BB90}"/>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E79DFA40-A2E0-432F-B7D7-BC5638A07AF1}"/>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00F937BC-8B3E-42BD-84F0-B0A5D507C0E4}"/>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8ADBEE67-6DB2-4CD7-8B67-4A152D6A78BA}"/>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B229015D-A161-436D-B931-AFB915A653AF}"/>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74DC8404-6B26-4615-AD53-0C336DF804A7}"/>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BFD7467A-1F46-484E-B79E-96ADD2D8471E}"/>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D5FD7B30-62CB-49F9-92CA-441EA8E4EAF8}"/>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211DE79C-9033-4181-98F8-C948A7C3FB59}"/>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DB4406B9-916D-4DAD-902C-610A01B49BA4}"/>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C2F78CC2-064B-4EAD-8968-34236F3E4100}"/>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0B4D64C3-C913-459C-8E4A-9B15A7C77CFD}"/>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2DD77312-7ADE-4E82-97C4-B8F69F8177B1}"/>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5A21312F-6B72-488D-9D96-E89CAF1CDB95}"/>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998E3F19-DDBC-42D4-B8F7-2A44B07719A3}"/>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0E384683-9702-474A-8CBE-9604416EC61D}"/>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147FC97D-0BF2-435A-B26C-A3F942D20E86}"/>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D90C19AD-CBD0-4E08-97FE-2BD35986C1E4}"/>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9CADC314-7639-47DB-81DA-CAB8EDAA98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6864487"/>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2B31B2AA-90CF-4889-BC51-9184261407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CC876690-8089-416F-974C-4AC329CED0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238055E8-E462-46D4-B053-6E15A23B68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420F0BAC-0680-49EA-B921-A2E75A0F60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6357AA9B-895A-4D7B-8EDA-E54B9CDC15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987C68E0-614B-4CEA-B5F8-250BC830FD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EB83AD16-834B-44B4-96A5-2237BB0807E2}"/>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C5F02933-0E1F-48FE-9D38-D3A2BB53C13E}"/>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BFB483D7-674F-44EA-B0E0-2F32C4290200}"/>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D55372A8-850E-454F-8E82-858EC5F8CF74}"/>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E648A7CC-59B8-4B35-9381-4E11F38A7077}"/>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EC48A919-AC20-4446-AB60-EB0C8AA13441}"/>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30D4B57A-A1F2-4A8D-9EDE-153F82C8C6E3}"/>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439B901E-769E-4768-822C-58D6DE36875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68131374"/>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E406C1E3-7ECB-43BE-912C-759BB1A7BC3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539BF36C-CF84-4DFE-B6CC-38A1D5F9A9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137DD86C-EAB4-4BA8-9290-4D4D45A7DC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313C2684-FF62-454A-B340-29818CCB92D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09408A72-CD5F-4205-9C4F-B3B4E671A4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24883BE9-5141-4AFE-942B-BE8037554C9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8F91C22D-D280-45CC-907F-50FBE7DEE90F}"/>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15144565-4D8E-4E16-87F1-990F4C1F6766}"/>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4A83E54E-1B8F-4875-B55B-7B37C1BB68EA}"/>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7CD5E55F-C27F-475C-B1FD-A8AB4DB58773}"/>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1DC0CE47-C240-4F68-A2DD-65883A079DEC}"/>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0879CCE7-59C1-4B08-87B1-1AB2C158CB06}"/>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4C2F2954-C1E8-4957-82B8-B84B9644EDB0}"/>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3D86F0ED-B1F9-418A-BCDC-9BC3495F9955}"/>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10257C08-5F23-4A50-84D3-8F71FE3F3AF8}"/>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E7822700-1AD6-4A50-8327-60FFFC90CEB8}"/>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6340FC6F-CBE4-4ABB-A8BC-3AD1939F89AD}"/>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A13DEC46-1070-490B-B38C-50187FC19E6E}"/>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5A2D4518-23BF-404F-979D-11DA4D4E29B4}"/>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806DBFFD-10D8-463D-8719-BF25811A40A0}"/>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9C8280E3-311A-4CC1-A1E4-1F7439919909}"/>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D85FAAE9-BDDD-4F70-9822-4E1BDA213B3D}"/>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FF49E100-1924-4FA5-8823-A83A0E005C89}"/>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0F619A85-C352-4317-BF26-B85F8EE4F7AD}"/>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2A52EAD0-AE6A-48B7-8DE2-58164106700D}"/>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21FE680F-EFC2-4D6A-988E-BA5797107C80}"/>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738A43E8-4E3A-4897-8C8A-BAE249BC1263}"/>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3EFC563A-F9EF-4FFD-9059-F896B8CA19F8}"/>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08F5500A-5A18-455C-8579-64205D4E1743}"/>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366FA9B2-AB7C-48A9-ADE2-6A03F4B9CB08}"/>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3FE35340-8DC2-42ED-A790-66985CE22FFF}"/>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87CEFF58-1D5D-4344-BFF8-656A80919CDC}"/>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F05AB026-30F8-4B64-9587-A937E8DE72A1}"/>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0FBE086D-8258-4E82-896E-5DC10D1E6246}"/>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0B76F648-C19E-4F43-98A7-256C1D13633D}"/>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7E0DE376-EF35-4686-AE7B-4502F35FDD22}"/>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C9D622EF-2C6C-4712-BD4D-A5D9E4C24757}"/>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BE162A3F-7C5F-49D4-A279-DA8BACF09E49}"/>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897E8076-0B7E-4F39-9A1C-972C61F77720}"/>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F999F74F-CB96-4ED5-B87A-6F7061198971}"/>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B73B1A49-75EA-4778-A1BB-20AA8BB1FD56}"/>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410FDE31-1040-40CA-A70B-FC8EB68551E9}"/>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BA4D343C-5C41-4803-85B3-9F0C6F613473}"/>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414C1925-451C-469B-BC94-141AC09162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652914181"/>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1D4C9ACF-06BA-4658-AD1A-AFF3110704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57">
            <a:extLst xmlns:a="http://schemas.openxmlformats.org/drawingml/2006/main">
              <a:ext uri="{FF2B5EF4-FFF2-40B4-BE49-F238E27FC236}">
                <a16:creationId xmlns:a16="http://schemas.microsoft.com/office/drawing/2014/main" id="{5FE3E1A6-0059-4E39-BDBD-9BB490C276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밝기 통계 계산의 성능 개선 후보">
            <a:extLst xmlns:a="http://schemas.openxmlformats.org/drawingml/2006/main">
              <a:ext uri="{FF2B5EF4-FFF2-40B4-BE49-F238E27FC236}">
                <a16:creationId xmlns:a16="http://schemas.microsoft.com/office/drawing/2014/main" id="{CF637102-1833-4F53-A06A-EE31A0737D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17CBCAE9-AB8B-47B0-9CAD-3D73C6F595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F1E70561-0869-4AD1-8B2C-50D1F51239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BAE0FB24-C0DE-419B-8976-0E20A972271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193EA35E-5402-46C9-AB1E-C43194CD18E0}"/>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E40B14C8-4E8E-4824-8C74-0DA9E8414EBC}"/>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09B600D2-118E-44E3-9519-72171CE3C385}"/>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BF1FE4D1-0FE3-430A-BA9D-4664DBCC5996}"/>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8F429D60-E4C5-4D6D-AB30-6798752EB28F}"/>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DF651A02-535D-4416-81F1-E1D0FA186B13}"/>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21E44D9D-ACE8-41ED-982E-F3A247A84775}"/>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42AF06CE-5544-4533-946A-3A45D7D12D58}"/>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5D5DD562-FFE1-49D1-A2AD-82220FE33385}"/>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504CEC8A-0E0F-4652-9E2F-A0BA1D4429F6}"/>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321531CC-7802-4C1B-BB00-8193CC72E138}"/>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837F6BFB-057C-4EBF-9796-757671C18B15}"/>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DA819F15-74A3-49EE-A87E-2963509962B1}"/>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CBC5BB1B-8366-417D-B87D-71AA88FFEC6B}"/>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D7AEA0AB-3D86-472A-80A7-C175374EC4DC}"/>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FEAB4292-ACEC-4C30-8B60-EF2196505165}"/>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BBA9B58B-8F8D-4089-AB1A-238D927283F6}"/>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6AF46C93-DF7A-4449-BDA7-1659E934FA60}"/>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D3391BB0-01CC-4E09-9C47-34C19FDCC2DF}"/>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DF0772A2-9BF2-495C-A9DB-5D60A24E559B}"/>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2404B455-6CBC-4AE1-BF8B-A49CBD3AB1B5}"/>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5D392AC3-0585-488C-9CE6-F2267428CD6C}"/>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3F908A20-E58B-4D34-8AF1-5837A5D76031}"/>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D362E6BA-B2D9-4D5E-AFB8-C69B0FECBD85}"/>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C6D9C20A-F596-45EE-86EB-3A9997B8687A}"/>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F738BE48-4436-4B95-98CE-17FB36F1EB33}"/>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78EAF3DD-7C95-4E2D-85D1-4411A4E5B9B9}"/>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7AC82A1F-A2D5-4994-9B2E-F146C5A7217A}"/>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7A71DFF8-93E1-499A-80FB-204BBBE473CF}"/>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A5A94AD4-060A-4C6E-9580-6F337F356CED}"/>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4A202B22-31FA-49D0-9A10-EB5251695805}"/>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5937BDCF-3E71-448E-945F-6E0F5927C968}"/>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22EE5353-88B3-467A-8EC2-351BBD76511A}"/>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C72D90DF-6E7F-48AA-B1E6-71500DEA31B6}"/>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CE778520-2788-4521-ACED-7C620C5F0BF3}"/>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0B982FCA-CC08-487B-8E81-6A40AAF99E1D}"/>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D2685448-30B3-491D-839A-3F0094E5D081}"/>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47C641E1-12B3-41ED-85B8-5E7E2F2604EC}"/>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7F78ABD6-088B-4C5A-B90B-EF311EAA69CD}"/>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141FED54-1ACB-4979-B51D-91B39B799F5D}"/>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E4693A7E-B284-47D3-BAD9-7A75F56EC9B6}"/>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8DAAB19A-0A83-49A5-93B3-1FCFE2D032A9}"/>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2679F6E9-F89B-4C0E-869D-7B5F06AD4838}"/>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96ED5577-8494-45E7-A61C-250E2C41B6EB}"/>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D210FA76-C677-4F42-A5CA-9C2BDB9B66E2}"/>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E857FBA5-CE9A-4D18-816A-D14688BA315E}"/>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201FF8E3-DF9C-4966-BEAD-BF98F2850DC8}"/>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182FFB08-1FFA-482B-898D-46211114B577}"/>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8540B9A2-AF90-46F1-BE5E-48A1EA5EA71C}"/>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61C96491-BAF7-4335-8199-90E9BCF939CA}"/>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8B0FFF2B-F7A5-4852-B763-EBCB57DD50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434787496"/>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586C20DA-6DDA-4DAE-8983-60C562A91A4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58">
            <a:extLst xmlns:a="http://schemas.openxmlformats.org/drawingml/2006/main">
              <a:ext uri="{FF2B5EF4-FFF2-40B4-BE49-F238E27FC236}">
                <a16:creationId xmlns:a16="http://schemas.microsoft.com/office/drawing/2014/main" id="{E3BDC08C-E2FF-4443-A1B1-9689C6E1E1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의 시간·메모리·동작 확인">
            <a:extLst xmlns:a="http://schemas.openxmlformats.org/drawingml/2006/main">
              <a:ext uri="{FF2B5EF4-FFF2-40B4-BE49-F238E27FC236}">
                <a16:creationId xmlns:a16="http://schemas.microsoft.com/office/drawing/2014/main" id="{AFF61AEB-75AC-4145-AEFE-D06C2428DE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9BCD2EC1-4007-4414-84E2-1734E4051F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5CF074D0-F0B1-4C6B-8BAA-6269F513F4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8ED7FB55-463E-4A36-A546-94061372F6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BF651A3F-8FCB-4D2D-BA48-97684D1EB6ED}"/>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6CC228C6-A1BB-4075-95F5-DE8D6BC89A4E}"/>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5740F7F2-13DF-46B9-B91D-E14B2E546887}"/>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B42BA253-C1EE-415B-AD88-A6FF1B654A93}"/>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2277FFCC-0B86-43D6-9E6F-ECF00C902F1B}"/>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1A02778-07E1-4FDE-A127-D5EF141F901E}"/>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19CDDE4F-F4A7-42F8-A1FD-E55E652793B2}"/>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A15EB691-4EB7-4447-8904-418F6FD6AA3A}"/>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3df827b915d54f5a"/>
          </a:graphicData>
        </a:graphic>
      </p:graphicFrame>
      <p:sp>
        <p:nvSpPr>
          <p:cNvPr id="15" name="Python 할당 피크">
            <a:extLst xmlns:a="http://schemas.openxmlformats.org/drawingml/2006/main">
              <a:ext uri="{FF2B5EF4-FFF2-40B4-BE49-F238E27FC236}">
                <a16:creationId xmlns:a16="http://schemas.microsoft.com/office/drawing/2014/main" id="{D4E8EBF2-A14F-4391-8696-D56C71535DB9}"/>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04E1045B-6880-4521-939B-FD6D11732A22}"/>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7596CC0C-4567-4FCB-A04F-811DDD348A83}"/>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D88E3D89-7077-4162-8373-EAD2202FC87F}"/>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35CF36C9-8567-4BB2-9C42-0E7E6EDFAE7A}"/>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D4508A71-074C-4E13-B63A-E8B89B94749E}"/>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3B7A84D6-1675-40B2-9E73-D39E1ED53C3D}"/>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90BEDB98-1BFD-4B19-BD18-0EE86D35C754}"/>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6050803F-276D-4C08-A9B0-663DC2EB1F3C}"/>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2805263D-EF52-48ED-B30E-0F5E756CB60B}"/>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A20939AB-F322-4877-AD00-228F1A3086F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280354038"/>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9A5CE29F-213B-4229-AF51-71DE067DB8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59">
            <a:extLst xmlns:a="http://schemas.openxmlformats.org/drawingml/2006/main">
              <a:ext uri="{FF2B5EF4-FFF2-40B4-BE49-F238E27FC236}">
                <a16:creationId xmlns:a16="http://schemas.microsoft.com/office/drawing/2014/main" id="{74A86037-E7A5-4893-9A37-8836284FAF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한 Agent 조사와 Subagent 역할 분리">
            <a:extLst xmlns:a="http://schemas.openxmlformats.org/drawingml/2006/main">
              <a:ext uri="{FF2B5EF4-FFF2-40B4-BE49-F238E27FC236}">
                <a16:creationId xmlns:a16="http://schemas.microsoft.com/office/drawing/2014/main" id="{52F3CC3B-9C30-4B1C-85B6-6138413DE6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C611FD7F-3173-403B-943A-BBE44640136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BE7D1689-5CB6-4ACF-995B-C1AA9704CF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6603270F-8DF4-4A14-AC36-832558038BB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A82FA3B3-C7EB-4B43-AACF-987E097E5FA5}"/>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CFF9F40F-77A1-492A-BCF4-E1E62A0467DE}"/>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FD876B65-8BF0-4186-8266-5A1252533321}"/>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6F6DCD7B-3C05-41F5-932D-BB2DA87D0098}"/>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7A27D5C8-88C8-4F31-BC35-55742B2983D4}"/>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20E0FA46-C812-4D91-8459-D27B7E9ADC3A}"/>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2FC1A948-8846-47CE-9E8C-3318F57B0B3A}"/>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92F7839E-0B9B-45EE-AF3A-5FF04F899C08}"/>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54AB41E9-32C4-44BD-973B-C1FCC07C8BD5}"/>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66E2C364-E799-48CD-8F87-F7ABAC291E9A}"/>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5E057173-70C5-436C-A53E-B46FEF7B947D}"/>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E5F3C73D-0AD4-427F-BE3F-368F6A5315DA}"/>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F979F7E2-AE7A-470E-83FF-CBA01CEEA804}"/>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E127486E-074F-4565-8B55-F3044E4C1209}"/>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45EAD65A-8F1E-4E09-9061-5E53ED19D950}"/>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78370270-49FB-4674-AD4D-8CC696E827D5}"/>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2FD46184-6209-4895-BD18-B69614520F9D}"/>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0B673206-C0DA-4FDC-A44E-FC77A4FA0A12}"/>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13E869E6-EC16-4D42-A696-8A5D10DC2010}"/>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57705B01-A947-494E-B7D2-B3C3DEDA0ABE}"/>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79A7CE56-8DC9-4B96-8142-7C6C440DC55B}"/>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2C37ED35-05C7-49FC-86A1-6EACA1ACE93D}"/>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DA4C1A35-9598-4568-A9C0-833960EF7433}"/>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A9F83E2D-427B-45C7-8F92-3D265DE45FF3}"/>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8521CF0F-BC9E-461A-B4A0-9C735C32E5EF}"/>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CB574E5C-F2DD-4F67-8983-A24B2D0ACD4D}"/>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9B11237F-8D41-4CB7-B1E4-43A339D3343B}"/>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3D21027D-5FD4-429D-8BF2-14120D983745}"/>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E54610D7-7AF6-470F-8B5D-12134CF3B854}"/>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A460A3B0-75C5-4107-AD84-20A2FD41A349}"/>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35A684D3-C8A0-450F-87D2-3F672379E9B9}"/>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55168617-49C5-493D-BFF1-6E0DA05F06A2}"/>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F3E7B1C0-BED1-46B6-BEA4-F30A3045BC84}"/>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556220A8-3B04-43D5-B472-1FF4582CB987}"/>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B33452F6-F6A3-430C-8856-F104784A822B}"/>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7D336F18-69A1-4A4A-97AB-FDF85ED2D744}"/>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C8B54E12-49DB-425C-88E7-E832207CF0B9}"/>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1087D7C1-4403-42EC-AABE-16D4D84231DF}"/>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7DA5EC39-8C0C-4624-8EC1-D8D4D20E3480}"/>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ACCE0B3F-AD1E-48B6-B241-7C5F72500D01}"/>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CD49C90D-D3C7-45D4-AD90-A56AB8F322D4}"/>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B2053DD6-6778-4429-86F7-2D92E2EC89F0}"/>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A6E647A2-0647-4826-833C-F54A24AA14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5371700"/>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D9171CB3-ADDA-439F-A44E-BEC2B2EDF5E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0">
            <a:extLst xmlns:a="http://schemas.openxmlformats.org/drawingml/2006/main">
              <a:ext uri="{FF2B5EF4-FFF2-40B4-BE49-F238E27FC236}">
                <a16:creationId xmlns:a16="http://schemas.microsoft.com/office/drawing/2014/main" id="{31BBAE5C-1680-4641-A653-BB072E56072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밝기 통계 작업을 나누지 않은 이유">
            <a:extLst xmlns:a="http://schemas.openxmlformats.org/drawingml/2006/main">
              <a:ext uri="{FF2B5EF4-FFF2-40B4-BE49-F238E27FC236}">
                <a16:creationId xmlns:a16="http://schemas.microsoft.com/office/drawing/2014/main" id="{AB0303E0-76FB-41BC-8AC4-6998D777EE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F559D258-DC0A-4FA4-829D-C7B91BC8A3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8022A524-4EA9-4ECB-B572-AE876F9E4C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9E73EBE3-61C4-4F05-B133-FDB5F3E302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08BD4475-A96A-47D4-ADB4-0D47F84336E0}"/>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83714F54-5D40-4CDF-B347-D3FDAEA18F4B}"/>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370C5E7E-CE3F-4276-B034-5ADADAD20395}"/>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E5A72EF6-D8DC-4F5F-9E1A-57D2C4CC1BBE}"/>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FFC63702-6F52-4083-8FA0-51A211982F40}"/>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268E6322-9749-4F7B-8856-955076000BB3}"/>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8792CF2D-B9E9-46C1-8462-1E6A4ECC3705}"/>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23CF6AA9-BF7A-4D31-A89D-EF04D2805CDB}"/>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7B4D5DDF-DB1B-47EB-A0BD-4114A6573A3D}"/>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BFA34387-6BCF-4467-978E-2581172C343E}"/>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80F2B981-70DE-42C6-9D1E-6652A03294F0}"/>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F6919384-F20B-480F-B94E-48BCF56042ED}"/>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2C72DC5C-21EC-4BAE-AB43-C69B0AB977B1}"/>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1EE65193-151A-48C9-9099-812FDE43BFEE}"/>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A156FA20-8F25-4BE7-817E-A32C590EF556}"/>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086F57FB-057C-4ED2-B199-B99A3546C6A5}"/>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5AE00B8C-2B2E-41C2-A38A-BA80F1ACBB3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87270577"/>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Context와 Memory의 역할">
            <a:extLst xmlns:a="http://schemas.openxmlformats.org/drawingml/2006/main">
              <a:ext uri="{FF2B5EF4-FFF2-40B4-BE49-F238E27FC236}">
                <a16:creationId xmlns:a16="http://schemas.microsoft.com/office/drawing/2014/main" id="{BE265A7C-EEDC-4CF2-884A-34E5AC65C8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1">
            <a:extLst xmlns:a="http://schemas.openxmlformats.org/drawingml/2006/main">
              <a:ext uri="{FF2B5EF4-FFF2-40B4-BE49-F238E27FC236}">
                <a16:creationId xmlns:a16="http://schemas.microsoft.com/office/drawing/2014/main" id="{1D9A9DD8-36DA-4CD5-AF4B-2545CEAB060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이번 Context와 다시 쓸 지식">
            <a:extLst xmlns:a="http://schemas.openxmlformats.org/drawingml/2006/main">
              <a:ext uri="{FF2B5EF4-FFF2-40B4-BE49-F238E27FC236}">
                <a16:creationId xmlns:a16="http://schemas.microsoft.com/office/drawing/2014/main" id="{64294176-0AAD-4934-80A9-8807422997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81329851-EFDC-4DBF-AD1D-083138F011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FBF1855B-FE6B-4432-AA07-420AE8F280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DE19EA9A-1065-41D7-A9FB-A781D61A8D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2B014AA7-EE17-4BC6-84E3-71D727DFB035}"/>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0C9D04AD-0B9C-444A-9941-D4E1EE98F0BF}"/>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E102864E-123F-4B3C-9D67-77C606C32E1D}"/>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E9C96392-6BFD-4A9C-94AD-2450BB80C095}"/>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6DFC08E0-E4F0-4930-876C-DC4B6FE978AD}"/>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0494C8CF-B312-43D2-8CA5-E9A7B7798803}"/>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3ABEC56E-8AA7-4883-9CBC-79A1BCCE8ABC}"/>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64189174-82CA-4CFB-8655-8D277E8E6A32}"/>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4A3075D1-8D57-4842-BAEE-2BD8534B8796}"/>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EA01426D-C6AC-4417-8CC3-7D9A60156966}"/>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656F8686-C18A-4007-B78C-9404F42CEAB9}"/>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A5278307-DD0B-43B3-8400-53E3BC33DEBB}"/>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372CD5BD-BAC2-4266-AC1D-58327EA57BE0}"/>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7B9764F2-7456-4BAA-916C-3276FE948E2D}"/>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308B47C5-59A0-425D-8C9B-D5B5A6C4066C}"/>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1804374D-8AB8-46C1-BF9A-EB8CC4D88E23}"/>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Legacy module connection">
            <a:extLst xmlns:a="http://schemas.openxmlformats.org/drawingml/2006/main">
              <a:ext uri="{FF2B5EF4-FFF2-40B4-BE49-F238E27FC236}">
                <a16:creationId xmlns:a16="http://schemas.microsoft.com/office/drawing/2014/main" id="{0AB9584C-9383-4AB0-BC5A-D6C606C65F8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89019659"/>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AECC1547-A820-49BE-ABEB-99A3F091A5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2">
            <a:extLst xmlns:a="http://schemas.openxmlformats.org/drawingml/2006/main">
              <a:ext uri="{FF2B5EF4-FFF2-40B4-BE49-F238E27FC236}">
                <a16:creationId xmlns:a16="http://schemas.microsoft.com/office/drawing/2014/main" id="{AE0E5469-E6A3-4ABD-9C4B-20DDB0E1AF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실제 Demo 지식의 원래 출처">
            <a:extLst xmlns:a="http://schemas.openxmlformats.org/drawingml/2006/main">
              <a:ext uri="{FF2B5EF4-FFF2-40B4-BE49-F238E27FC236}">
                <a16:creationId xmlns:a16="http://schemas.microsoft.com/office/drawing/2014/main" id="{A6D3399C-FBEF-4AED-8B7C-52518A37AE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74D12B9A-2949-413A-970E-6D7AAAD3381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68148AE8-2E7B-4085-BB94-C222AA34ED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04A2284F-77AB-4995-9382-3A26555BFF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BAAD6C70-AA83-434E-9974-4206FA78BC09}"/>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3A03BA0D-BCCF-43BB-B3C0-4AFC7EB4B5D0}"/>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B6B53C58-0471-425A-9935-5ACBC81FFC62}"/>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A5B87004-3A70-4B82-A0E0-68641352309E}"/>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3052D073-830B-46A7-84C8-66B8C2CD0FD9}"/>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06FA829E-30D9-4010-B251-FD3A04487106}"/>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28A85B9E-F090-420B-9EA7-6F0D33BF24EE}"/>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76AA8C08-3DCF-4F1E-B7E9-2AA2F799B027}"/>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0FD1D7AB-CC62-488B-B976-2782B82D28C8}"/>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53A55017-E284-46D6-9032-E1051D29471B}"/>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3B34006B-A8CB-4CC9-AF38-6D620FA3A741}"/>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71EB2AD2-03BE-4E96-9365-8294CF305DDA}"/>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604080EF-66C1-4140-8EBA-F14D6C9BF101}"/>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FF9EB6F3-076C-4542-852B-25F4E2950437}"/>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AE8F982E-9379-4F96-8AA8-A5B30E00C02D}"/>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A171BC11-13D7-4129-8126-537D84C4D87E}"/>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42BFCA4C-5479-4A0D-83B9-E49FC0BD3C2A}"/>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E79EDA5D-4866-4C09-A2D0-D224C63A48E3}"/>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D4BE41B1-7AAA-4718-8C34-0B4182BF75AC}"/>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AD1D8FC9-3F10-43D0-BFE4-2740D97527A8}"/>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804FDB4A-6AAA-44B5-A2A2-A5F7B92D967E}"/>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C88A42AE-1C53-4EFB-88C6-27FFF935C456}"/>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2AB47BCE-B29B-42D0-A91E-3CB93ECA3C43}"/>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CACABC3C-833A-4D66-ACDE-87B011190A01}"/>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C190A2EA-F178-4A32-B91F-1F2893DC6FA4}"/>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005F5F10-A374-471A-BDF6-B2E5E0EAD276}"/>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D1ADA008-0D04-4038-8D16-F935F55F8A2C}"/>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172F8DCE-3C22-4CAB-99AF-261E117F1F26}"/>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26B6A154-1B0E-4FCB-B6BC-3B404152888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91390301"/>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3D5B57F0-2ABD-4622-8C20-27A78F2E89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63">
            <a:extLst xmlns:a="http://schemas.openxmlformats.org/drawingml/2006/main">
              <a:ext uri="{FF2B5EF4-FFF2-40B4-BE49-F238E27FC236}">
                <a16:creationId xmlns:a16="http://schemas.microsoft.com/office/drawing/2014/main" id="{074AD06E-A2EF-43BC-888A-ADE99BE26D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밝기 통계 작업에 쓰인 구성의 역할">
            <a:extLst xmlns:a="http://schemas.openxmlformats.org/drawingml/2006/main">
              <a:ext uri="{FF2B5EF4-FFF2-40B4-BE49-F238E27FC236}">
                <a16:creationId xmlns:a16="http://schemas.microsoft.com/office/drawing/2014/main" id="{04B22AC5-46AB-47E2-8B43-7BE64CA697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E2217DA7-98DE-4B89-978A-2D6C48472DE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76BB0B19-6F6F-4DE6-94C5-605850784C9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5CC54091-1C02-4674-B8A2-F7C97D13E4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B987F68C-114C-498E-93C1-11667F361D5A}"/>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E87AFA27-9553-4ECD-BB27-5886E86A5D22}"/>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786DB91B-4AED-4F27-96B8-092BFFF415C7}"/>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759665F2-9999-4483-95C5-6250B636FC7F}"/>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E53DECFE-87E7-4C97-8FDF-165C50D082CF}"/>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38D40495-008C-477C-969C-9D7FE248E172}"/>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F2F22CC5-F310-4BC2-8E83-BB6FC74954F8}"/>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B1CCD8C5-C018-4319-8968-704CB00521B6}"/>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EEF900B4-FCC5-4387-B1FA-EC9A6B877513}"/>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2FA506D6-7654-43D7-B78F-426AAA80ACFC}"/>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C46876C9-4A96-4494-A91C-A8C5324D6F04}"/>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CEF6118F-2D99-48C3-8544-97CD920C1D47}"/>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399A0470-F54C-432A-B20F-A07FCB2675ED}"/>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462B8462-9ECA-462C-A764-4070DCE98AA5}"/>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6BFA96B-4A6E-4D17-82F2-08D0E6B15387}"/>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01F51BCE-1156-490F-9E87-1AC693207CE9}"/>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8D710354-F7D0-4FFA-B26C-6932AA697999}"/>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FF94D0C0-6625-40D6-99D9-0623140AA500}"/>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B76CD59F-482C-41BF-AF39-17E976FD0AE5}"/>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B5BA0149-C629-4A79-899D-E70AA716A277}"/>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0F6CFC4B-5108-4FD3-957F-A3AA1F3E2C83}"/>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4A5B4374-BEEA-4A16-80C8-84B308390CFE}"/>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1997251A-B67E-402F-B98A-45286C2DCD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54231732"/>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4F2CF12F-E83C-4FFA-B5C9-EF051535530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64">
            <a:extLst xmlns:a="http://schemas.openxmlformats.org/drawingml/2006/main">
              <a:ext uri="{FF2B5EF4-FFF2-40B4-BE49-F238E27FC236}">
                <a16:creationId xmlns:a16="http://schemas.microsoft.com/office/drawing/2014/main" id="{69A34413-91D7-4C50-B2F8-8D42833487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함께 작동하는 작업 환경, Harness">
            <a:extLst xmlns:a="http://schemas.openxmlformats.org/drawingml/2006/main">
              <a:ext uri="{FF2B5EF4-FFF2-40B4-BE49-F238E27FC236}">
                <a16:creationId xmlns:a16="http://schemas.microsoft.com/office/drawing/2014/main" id="{90AEA55A-6053-49FA-A8C3-7FF79E0117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92A6DE83-3424-46E9-B7D3-E131022E02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FF790EED-EF53-4041-BAC6-5A92FCBF24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A8739C2F-E296-4477-9159-D24E5344AE6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7528348D-A8C3-4CD8-8842-8AE16D65305D}"/>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B4C52ABC-FB92-4A4F-A393-426BD9D5A9B7}"/>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3397E8CC-BB42-4149-B48E-B78A65900480}"/>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8591B426-07FD-41A1-BDD2-4790BE95BD1C}"/>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EF890C98-19AF-4A93-BEBA-C5EF92CEBAFE}"/>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E03B0F9C-9913-48D7-B20D-598E074E315B}"/>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1FDED1D9-84B8-4358-8DA5-7742CD9E9416}"/>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B6EA7729-0419-4627-8FE6-F74B8F63BD71}"/>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2354DB58-4C75-4EE0-AE55-894B25F20BC7}"/>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6D904C0-918B-4D9A-B24B-3313CA3952E2}"/>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11C5C99B-478A-4E53-BBA4-97E0AAF3ED78}"/>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5CD2A15D-974F-487C-9B24-A998D00A45C0}"/>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35DC9A80-8FD5-405B-A856-ADEBC02A6B13}"/>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9F748BB0-26D0-4C3A-AE66-2758970D861E}"/>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5938B758-59F9-4776-BD50-0A8FCAA19B14}"/>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5FB7A6CC-62D5-431E-B382-07645DE8B694}"/>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E982AC5D-A16D-4C68-A15A-7B702184F0D2}"/>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753D1550-6FFE-454E-AAFA-654D8599721C}"/>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2A2528DC-8F6A-4B57-BACC-1E18B0BD46A3}"/>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B06BDB11-78B9-4467-9836-8EC999AEB323}"/>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DF28438C-D95E-4D0F-84F4-04022D28808E}"/>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FFFFA2C1-EC95-4FDE-9299-BCF128AE1D81}"/>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1A35F824-A30D-4F15-982D-2B27BDFCED74}"/>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4FA937CC-0451-4204-8C53-089B15D701D6}"/>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27E777A6-8D70-48FF-A807-1DB89AB9658C}"/>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8F1DA002-16C4-4823-BE6C-9AAD72BC9C95}"/>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A7BB180F-0631-4BE7-805E-99F375B1191D}"/>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3E57AF4A-DB30-4682-AAF3-93E9E7CFF081}"/>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D5EEDDDC-7109-45DF-BBAC-E59E085D88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9154696"/>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Harness의 실행 조건을 함께 기록">
            <a:extLst xmlns:a="http://schemas.openxmlformats.org/drawingml/2006/main">
              <a:ext uri="{FF2B5EF4-FFF2-40B4-BE49-F238E27FC236}">
                <a16:creationId xmlns:a16="http://schemas.microsoft.com/office/drawing/2014/main" id="{2FC7229A-55FD-4BBE-AD53-F92B0B62A8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Harness의 실행 조건을 함께 기록</a:t>
            </a:r>
          </a:p>
        </p:txBody>
      </p:sp>
      <p:sp>
        <p:nvSpPr>
          <p:cNvPr id="2" name="S65">
            <a:extLst xmlns:a="http://schemas.openxmlformats.org/drawingml/2006/main">
              <a:ext uri="{FF2B5EF4-FFF2-40B4-BE49-F238E27FC236}">
                <a16:creationId xmlns:a16="http://schemas.microsoft.com/office/drawing/2014/main" id="{D10B4B45-64EB-4ADD-BBCA-D5EEE65FC5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저장소여도 실행 조건은 다를 수 있다">
            <a:extLst xmlns:a="http://schemas.openxmlformats.org/drawingml/2006/main">
              <a:ext uri="{FF2B5EF4-FFF2-40B4-BE49-F238E27FC236}">
                <a16:creationId xmlns:a16="http://schemas.microsoft.com/office/drawing/2014/main" id="{8EFC722B-B014-453B-813C-B433F6E7B7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저장소여도 실행 조건은 다를 수 있다</a:t>
            </a:r>
          </a:p>
        </p:txBody>
      </p:sp>
      <p:sp>
        <p:nvSpPr>
          <p:cNvPr id="4" name="">
            <a:extLst xmlns:a="http://schemas.openxmlformats.org/drawingml/2006/main">
              <a:ext uri="{FF2B5EF4-FFF2-40B4-BE49-F238E27FC236}">
                <a16:creationId xmlns:a16="http://schemas.microsoft.com/office/drawing/2014/main" id="{663744DA-F38A-48CD-89C5-D3201F373A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18143560-B71B-4A9C-BC53-17F47B47E137}"/>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 기록 요약 · 위 도식은 실행 조건의 교육용 구성">
            <a:extLst xmlns:a="http://schemas.openxmlformats.org/drawingml/2006/main">
              <a:ext uri="{FF2B5EF4-FFF2-40B4-BE49-F238E27FC236}">
                <a16:creationId xmlns:a16="http://schemas.microsoft.com/office/drawing/2014/main" id="{6A3A234F-DE31-465C-BAB9-1657E52431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 기록 요약 · 위 도식은 실행 조건의 교육용 구성</a:t>
            </a:r>
          </a:p>
        </p:txBody>
      </p:sp>
      <p:sp>
        <p:nvSpPr>
          <p:cNvPr id="7" name="전체 설정·권한 감사·개별 인과효과는 미입증 · 현재 제품·계정은 별도 확인">
            <a:extLst xmlns:a="http://schemas.openxmlformats.org/drawingml/2006/main">
              <a:ext uri="{FF2B5EF4-FFF2-40B4-BE49-F238E27FC236}">
                <a16:creationId xmlns:a16="http://schemas.microsoft.com/office/drawing/2014/main" id="{058F30EA-B043-4977-B95F-986378065BA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설정·권한 감사·개별 인과효과는 미입증 · 현재 제품·계정은 별도 확인</a:t>
            </a:r>
          </a:p>
        </p:txBody>
      </p:sp>
      <p:sp>
        <p:nvSpPr>
          <p:cNvPr id="8" name="">
            <a:extLst xmlns:a="http://schemas.openxmlformats.org/drawingml/2006/main">
              <a:ext uri="{FF2B5EF4-FFF2-40B4-BE49-F238E27FC236}">
                <a16:creationId xmlns:a16="http://schemas.microsoft.com/office/drawing/2014/main" id="{63241116-88EA-475E-BC2C-DACFD90420B3}"/>
              </a:ext>
            </a:extLst>
          </p:cNvPr>
          <p:cNvSpPr>
            <a:spLocks xmlns:a="http://schemas.openxmlformats.org/drawingml/2006/main" noGrp="1"/>
          </p:cNvSpPr>
          <p:nvPr/>
        </p:nvSpPr>
        <p:spPr>
          <a:xfrm xmlns:a="http://schemas.openxmlformats.org/drawingml/2006/main">
            <a:off x="609600" y="2133600"/>
            <a:ext cx="3390900" cy="1638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같은 Repository">
            <a:extLst xmlns:a="http://schemas.openxmlformats.org/drawingml/2006/main">
              <a:ext uri="{FF2B5EF4-FFF2-40B4-BE49-F238E27FC236}">
                <a16:creationId xmlns:a16="http://schemas.microsoft.com/office/drawing/2014/main" id="{C96D82F5-06A3-4586-8F44-8A4C24984C46}"/>
              </a:ext>
            </a:extLst>
          </p:cNvPr>
          <p:cNvSpPr>
            <a:spLocks xmlns:a="http://schemas.openxmlformats.org/drawingml/2006/main" noGrp="1"/>
          </p:cNvSpPr>
          <p:nvPr/>
        </p:nvSpPr>
        <p:spPr>
          <a:xfrm xmlns:a="http://schemas.openxmlformats.org/drawingml/2006/main">
            <a:off x="800100" y="2266950"/>
            <a:ext cx="3009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a:t>
            </a:r>
          </a:p>
        </p:txBody>
      </p:sp>
      <p:sp>
        <p:nvSpPr>
          <p:cNvPr id="10" name="코드 · AGENTS.md&#10;프로젝트 문서">
            <a:extLst xmlns:a="http://schemas.openxmlformats.org/drawingml/2006/main">
              <a:ext uri="{FF2B5EF4-FFF2-40B4-BE49-F238E27FC236}">
                <a16:creationId xmlns:a16="http://schemas.microsoft.com/office/drawing/2014/main" id="{C795F8F3-08D4-4474-8A0C-AD7B8EF47900}"/>
              </a:ext>
            </a:extLst>
          </p:cNvPr>
          <p:cNvSpPr>
            <a:spLocks xmlns:a="http://schemas.openxmlformats.org/drawingml/2006/main" noGrp="1"/>
          </p:cNvSpPr>
          <p:nvPr/>
        </p:nvSpPr>
        <p:spPr>
          <a:xfrm xmlns:a="http://schemas.openxmlformats.org/drawingml/2006/main">
            <a:off x="800100" y="2857500"/>
            <a:ext cx="3009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프로젝트 문서</a:t>
            </a:r>
          </a:p>
        </p:txBody>
      </p:sp>
      <p:cxnSp>
        <p:nvCxnSpPr>
          <p:cNvPr id="11" name="">
            <a:extLst xmlns:a="http://schemas.openxmlformats.org/drawingml/2006/main">
              <a:ext uri="{FF2B5EF4-FFF2-40B4-BE49-F238E27FC236}">
                <a16:creationId xmlns:a16="http://schemas.microsoft.com/office/drawing/2014/main" id="{BABA9C66-69B8-4F0A-A881-2D3E5D51A02A}"/>
              </a:ext>
            </a:extLst>
          </p:cNvPr>
          <p:cNvCxnSpPr/>
          <p:nvPr/>
        </p:nvCxnSpPr>
        <p:spPr>
          <a:xfrm xmlns:a="http://schemas.openxmlformats.org/drawingml/2006/main">
            <a:off x="4000500" y="2952750"/>
            <a:ext cx="1047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2CE1F5F6-78B8-4D0D-B16A-847FB7AA0665}"/>
              </a:ext>
            </a:extLst>
          </p:cNvPr>
          <p:cNvSpPr>
            <a:spLocks xmlns:a="http://schemas.openxmlformats.org/drawingml/2006/main" noGrp="1"/>
          </p:cNvSpPr>
          <p:nvPr/>
        </p:nvSpPr>
        <p:spPr>
          <a:xfrm xmlns:a="http://schemas.openxmlformats.org/drawingml/2006/main">
            <a:off x="5124450" y="2324100"/>
            <a:ext cx="2133600" cy="1257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Agent">
            <a:extLst xmlns:a="http://schemas.openxmlformats.org/drawingml/2006/main">
              <a:ext uri="{FF2B5EF4-FFF2-40B4-BE49-F238E27FC236}">
                <a16:creationId xmlns:a16="http://schemas.microsoft.com/office/drawing/2014/main" id="{A9CA148D-47BC-479C-8D97-02188CCBCE5B}"/>
              </a:ext>
            </a:extLst>
          </p:cNvPr>
          <p:cNvSpPr>
            <a:spLocks xmlns:a="http://schemas.openxmlformats.org/drawingml/2006/main" noGrp="1"/>
          </p:cNvSpPr>
          <p:nvPr/>
        </p:nvSpPr>
        <p:spPr>
          <a:xfrm xmlns:a="http://schemas.openxmlformats.org/drawingml/2006/main">
            <a:off x="5314950" y="24765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14" name="실행">
            <a:extLst xmlns:a="http://schemas.openxmlformats.org/drawingml/2006/main">
              <a:ext uri="{FF2B5EF4-FFF2-40B4-BE49-F238E27FC236}">
                <a16:creationId xmlns:a16="http://schemas.microsoft.com/office/drawing/2014/main" id="{EDA310E3-9164-4017-9FC6-8E7A9EB9947F}"/>
              </a:ext>
            </a:extLst>
          </p:cNvPr>
          <p:cNvSpPr>
            <a:spLocks xmlns:a="http://schemas.openxmlformats.org/drawingml/2006/main" noGrp="1"/>
          </p:cNvSpPr>
          <p:nvPr/>
        </p:nvSpPr>
        <p:spPr>
          <a:xfrm xmlns:a="http://schemas.openxmlformats.org/drawingml/2006/main">
            <a:off x="5314950" y="30480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a:t>
            </a:r>
          </a:p>
        </p:txBody>
      </p:sp>
      <p:sp>
        <p:nvSpPr>
          <p:cNvPr id="15" name="적용 확인">
            <a:extLst xmlns:a="http://schemas.openxmlformats.org/drawingml/2006/main">
              <a:ext uri="{FF2B5EF4-FFF2-40B4-BE49-F238E27FC236}">
                <a16:creationId xmlns:a16="http://schemas.microsoft.com/office/drawing/2014/main" id="{0DCE3AA8-F9C3-44BB-AC2E-CC29450CD59C}"/>
              </a:ext>
            </a:extLst>
          </p:cNvPr>
          <p:cNvSpPr>
            <a:spLocks xmlns:a="http://schemas.openxmlformats.org/drawingml/2006/main" noGrp="1"/>
          </p:cNvSpPr>
          <p:nvPr/>
        </p:nvSpPr>
        <p:spPr>
          <a:xfrm xmlns:a="http://schemas.openxmlformats.org/drawingml/2006/main">
            <a:off x="7334250" y="2514600"/>
            <a:ext cx="104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적용 확인</a:t>
            </a:r>
          </a:p>
        </p:txBody>
      </p:sp>
      <p:cxnSp>
        <p:nvCxnSpPr>
          <p:cNvPr id="16" name="">
            <a:extLst xmlns:a="http://schemas.openxmlformats.org/drawingml/2006/main">
              <a:ext uri="{FF2B5EF4-FFF2-40B4-BE49-F238E27FC236}">
                <a16:creationId xmlns:a16="http://schemas.microsoft.com/office/drawing/2014/main" id="{9FD0121F-F60B-419C-A475-57137C6AF625}"/>
              </a:ext>
            </a:extLst>
          </p:cNvPr>
          <p:cNvCxnSpPr/>
          <p:nvPr/>
        </p:nvCxnSpPr>
        <p:spPr>
          <a:xfrm xmlns:a="http://schemas.openxmlformats.org/drawingml/2006/main">
            <a:off x="7334250" y="2952750"/>
            <a:ext cx="1047750" cy="0"/>
          </a:xfrm>
          <a:prstGeom xmlns:a="http://schemas.openxmlformats.org/drawingml/2006/main" prst="straightConnector1">
            <a:avLst/>
          </a:prstGeom>
          <a:ln xmlns:a="http://schemas.openxmlformats.org/drawingml/2006/main" w="23813">
            <a:solidFill>
              <a:srgbClr val="0B6172"/>
            </a:solidFill>
            <a:prstDash val="dash"/>
            <a:headEnd type="triangle" w="sm" len="sm"/>
          </a:ln>
        </p:spPr>
      </p:cxnSp>
      <p:sp>
        <p:nvSpPr>
          <p:cNvPr id="17" name="">
            <a:extLst xmlns:a="http://schemas.openxmlformats.org/drawingml/2006/main">
              <a:ext uri="{FF2B5EF4-FFF2-40B4-BE49-F238E27FC236}">
                <a16:creationId xmlns:a16="http://schemas.microsoft.com/office/drawing/2014/main" id="{D5A633DD-635F-4D74-9B24-9604C2930553}"/>
              </a:ext>
            </a:extLst>
          </p:cNvPr>
          <p:cNvSpPr>
            <a:spLocks xmlns:a="http://schemas.openxmlformats.org/drawingml/2006/main" noGrp="1"/>
          </p:cNvSpPr>
          <p:nvPr/>
        </p:nvSpPr>
        <p:spPr>
          <a:xfrm xmlns:a="http://schemas.openxmlformats.org/drawingml/2006/main">
            <a:off x="8458200" y="2133600"/>
            <a:ext cx="3124200" cy="16383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8" name="저장소 밖 조건">
            <a:extLst xmlns:a="http://schemas.openxmlformats.org/drawingml/2006/main">
              <a:ext uri="{FF2B5EF4-FFF2-40B4-BE49-F238E27FC236}">
                <a16:creationId xmlns:a16="http://schemas.microsoft.com/office/drawing/2014/main" id="{A22441C1-BEA2-40A1-9AA4-41F8F786564E}"/>
              </a:ext>
            </a:extLst>
          </p:cNvPr>
          <p:cNvSpPr>
            <a:spLocks xmlns:a="http://schemas.openxmlformats.org/drawingml/2006/main" noGrp="1"/>
          </p:cNvSpPr>
          <p:nvPr/>
        </p:nvSpPr>
        <p:spPr>
          <a:xfrm xmlns:a="http://schemas.openxmlformats.org/drawingml/2006/main">
            <a:off x="8648700" y="2266950"/>
            <a:ext cx="2743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저장소 밖 조건</a:t>
            </a:r>
          </a:p>
        </p:txBody>
      </p:sp>
      <p:sp>
        <p:nvSpPr>
          <p:cNvPr id="19" name="전역 지침·Skills&#10;모델/설정 · 권한">
            <a:extLst xmlns:a="http://schemas.openxmlformats.org/drawingml/2006/main">
              <a:ext uri="{FF2B5EF4-FFF2-40B4-BE49-F238E27FC236}">
                <a16:creationId xmlns:a16="http://schemas.microsoft.com/office/drawing/2014/main" id="{61A97EBA-B5AB-47E4-A1E2-5E772CBA21F5}"/>
              </a:ext>
            </a:extLst>
          </p:cNvPr>
          <p:cNvSpPr>
            <a:spLocks xmlns:a="http://schemas.openxmlformats.org/drawingml/2006/main" noGrp="1"/>
          </p:cNvSpPr>
          <p:nvPr/>
        </p:nvSpPr>
        <p:spPr>
          <a:xfrm xmlns:a="http://schemas.openxmlformats.org/drawingml/2006/main">
            <a:off x="8648700" y="2857500"/>
            <a:ext cx="2743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지침·Skills</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모델/설정 · 권한</a:t>
            </a:r>
          </a:p>
        </p:txBody>
      </p:sp>
      <p:sp>
        <p:nvSpPr>
          <p:cNvPr id="20" name="">
            <a:extLst xmlns:a="http://schemas.openxmlformats.org/drawingml/2006/main">
              <a:ext uri="{FF2B5EF4-FFF2-40B4-BE49-F238E27FC236}">
                <a16:creationId xmlns:a16="http://schemas.microsoft.com/office/drawing/2014/main" id="{DADA4794-236A-4F41-8FBE-9C85F8C1B7A8}"/>
              </a:ext>
            </a:extLst>
          </p:cNvPr>
          <p:cNvSpPr>
            <a:spLocks xmlns:a="http://schemas.openxmlformats.org/drawingml/2006/main" noGrp="1"/>
          </p:cNvSpPr>
          <p:nvPr/>
        </p:nvSpPr>
        <p:spPr>
          <a:xfrm xmlns:a="http://schemas.openxmlformats.org/drawingml/2006/main">
            <a:off x="609600" y="4133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실제 관찰">
            <a:extLst xmlns:a="http://schemas.openxmlformats.org/drawingml/2006/main">
              <a:ext uri="{FF2B5EF4-FFF2-40B4-BE49-F238E27FC236}">
                <a16:creationId xmlns:a16="http://schemas.microsoft.com/office/drawing/2014/main" id="{E53FD65D-6683-408F-92B2-AD15C4285521}"/>
              </a:ext>
            </a:extLst>
          </p:cNvPr>
          <p:cNvSpPr>
            <a:spLocks xmlns:a="http://schemas.openxmlformats.org/drawingml/2006/main" noGrp="1"/>
          </p:cNvSpPr>
          <p:nvPr/>
        </p:nvSpPr>
        <p:spPr>
          <a:xfrm xmlns:a="http://schemas.openxmlformats.org/drawingml/2006/main">
            <a:off x="609600" y="435292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실제 관찰</a:t>
            </a:r>
          </a:p>
        </p:txBody>
      </p:sp>
      <p:sp>
        <p:nvSpPr>
          <p:cNvPr id="22" name="전역 Skills 포함 · 시작 단계의 경고">
            <a:extLst xmlns:a="http://schemas.openxmlformats.org/drawingml/2006/main">
              <a:ext uri="{FF2B5EF4-FFF2-40B4-BE49-F238E27FC236}">
                <a16:creationId xmlns:a16="http://schemas.microsoft.com/office/drawing/2014/main" id="{3BB76FF3-1AB7-4EE3-9320-EBB389BA8C7C}"/>
              </a:ext>
            </a:extLst>
          </p:cNvPr>
          <p:cNvSpPr>
            <a:spLocks xmlns:a="http://schemas.openxmlformats.org/drawingml/2006/main" noGrp="1"/>
          </p:cNvSpPr>
          <p:nvPr/>
        </p:nvSpPr>
        <p:spPr>
          <a:xfrm xmlns:a="http://schemas.openxmlformats.org/drawingml/2006/main">
            <a:off x="2762250" y="435292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Skills 포함 · 시작 단계의 경고</a:t>
            </a:r>
          </a:p>
        </p:txBody>
      </p:sp>
      <p:sp>
        <p:nvSpPr>
          <p:cNvPr id="23" name="해석의 한계">
            <a:extLst xmlns:a="http://schemas.openxmlformats.org/drawingml/2006/main">
              <a:ext uri="{FF2B5EF4-FFF2-40B4-BE49-F238E27FC236}">
                <a16:creationId xmlns:a16="http://schemas.microsoft.com/office/drawing/2014/main" id="{E30F6CA2-2C53-420E-B034-BECCC79EFB1A}"/>
              </a:ext>
            </a:extLst>
          </p:cNvPr>
          <p:cNvSpPr>
            <a:spLocks xmlns:a="http://schemas.openxmlformats.org/drawingml/2006/main" noGrp="1"/>
          </p:cNvSpPr>
          <p:nvPr/>
        </p:nvSpPr>
        <p:spPr>
          <a:xfrm xmlns:a="http://schemas.openxmlformats.org/drawingml/2006/main">
            <a:off x="609600" y="509587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해석의 한계</a:t>
            </a:r>
          </a:p>
        </p:txBody>
      </p:sp>
      <p:sp>
        <p:nvSpPr>
          <p:cNvPr id="24" name="경고만으로 도구 실행·결과 기여는 알 수 없음">
            <a:extLst xmlns:a="http://schemas.openxmlformats.org/drawingml/2006/main">
              <a:ext uri="{FF2B5EF4-FFF2-40B4-BE49-F238E27FC236}">
                <a16:creationId xmlns:a16="http://schemas.microsoft.com/office/drawing/2014/main" id="{75E330B3-5142-49C6-9895-21AAB95A6B2C}"/>
              </a:ext>
            </a:extLst>
          </p:cNvPr>
          <p:cNvSpPr>
            <a:spLocks xmlns:a="http://schemas.openxmlformats.org/drawingml/2006/main" noGrp="1"/>
          </p:cNvSpPr>
          <p:nvPr/>
        </p:nvSpPr>
        <p:spPr>
          <a:xfrm xmlns:a="http://schemas.openxmlformats.org/drawingml/2006/main">
            <a:off x="2762250" y="509587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경고만으로 도구 실행·결과 기여는 알 수 없음</a:t>
            </a:r>
          </a:p>
        </p:txBody>
      </p:sp>
      <p:sp>
        <p:nvSpPr>
          <p:cNvPr id="25" name="Legacy module connection">
            <a:extLst xmlns:a="http://schemas.openxmlformats.org/drawingml/2006/main">
              <a:ext uri="{FF2B5EF4-FFF2-40B4-BE49-F238E27FC236}">
                <a16:creationId xmlns:a16="http://schemas.microsoft.com/office/drawing/2014/main" id="{E7AD3676-6829-4FD7-A949-BB10291377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449713262"/>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우리 검사 업무에 적용하기">
            <a:extLst xmlns:a="http://schemas.openxmlformats.org/drawingml/2006/main">
              <a:ext uri="{FF2B5EF4-FFF2-40B4-BE49-F238E27FC236}">
                <a16:creationId xmlns:a16="http://schemas.microsoft.com/office/drawing/2014/main" id="{2280FC21-860C-44FD-8119-F80091679B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우리 검사 업무에 적용하기</a:t>
            </a:r>
          </a:p>
        </p:txBody>
      </p:sp>
      <p:sp>
        <p:nvSpPr>
          <p:cNvPr id="2" name="S66">
            <a:extLst xmlns:a="http://schemas.openxmlformats.org/drawingml/2006/main">
              <a:ext uri="{FF2B5EF4-FFF2-40B4-BE49-F238E27FC236}">
                <a16:creationId xmlns:a16="http://schemas.microsoft.com/office/drawing/2014/main" id="{C15BFCD3-4E79-465C-8475-702F38F43F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밝기 통계의 판단을 C++ 검사에 적용하기">
            <a:extLst xmlns:a="http://schemas.openxmlformats.org/drawingml/2006/main">
              <a:ext uri="{FF2B5EF4-FFF2-40B4-BE49-F238E27FC236}">
                <a16:creationId xmlns:a16="http://schemas.microsoft.com/office/drawing/2014/main" id="{734A86AD-CCC6-40B1-82AE-3147273DD6C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통계의 판단을 C++ 검사에 적용하기</a:t>
            </a:r>
          </a:p>
        </p:txBody>
      </p:sp>
      <p:sp>
        <p:nvSpPr>
          <p:cNvPr id="4" name="">
            <a:extLst xmlns:a="http://schemas.openxmlformats.org/drawingml/2006/main">
              <a:ext uri="{FF2B5EF4-FFF2-40B4-BE49-F238E27FC236}">
                <a16:creationId xmlns:a16="http://schemas.microsoft.com/office/drawing/2014/main" id="{3CDF403F-7A1A-468D-8726-ACE6D7C1B7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C++ 검사 적용 예 · 밝기 통계의 판단을 대응 · 기존 AI 생성 삽화">
            <a:extLst xmlns:a="http://schemas.openxmlformats.org/drawingml/2006/main">
              <a:ext uri="{FF2B5EF4-FFF2-40B4-BE49-F238E27FC236}">
                <a16:creationId xmlns:a16="http://schemas.microsoft.com/office/drawing/2014/main" id="{B4EBF8AC-6199-406F-BF1A-61176DD2EC4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C++ 검사 적용 예 · 밝기 통계의 판단을 대응 · 기존 AI 생성 삽화</a:t>
            </a:r>
          </a:p>
        </p:txBody>
      </p:sp>
      <p:sp>
        <p:nvSpPr>
          <p:cNvPr id="6" name="실제 C++ 구현·회사 장비·측정 성과 아님 · 도구·빌드·장비 조건은 팀에서 확인">
            <a:extLst xmlns:a="http://schemas.openxmlformats.org/drawingml/2006/main">
              <a:ext uri="{FF2B5EF4-FFF2-40B4-BE49-F238E27FC236}">
                <a16:creationId xmlns:a16="http://schemas.microsoft.com/office/drawing/2014/main" id="{116A59BD-44B5-46EA-B9C3-C3689FD0273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구현·회사 장비·측정 성과 아님 · 도구·빌드·장비 조건은 팀에서 확인</a:t>
            </a:r>
          </a:p>
        </p:txBody>
      </p:sp>
      <p:pic>
        <p:nvPicPr>
          <p:cNvPr id="7" name="">
            <a:extLst xmlns:a="http://schemas.openxmlformats.org/drawingml/2006/main">
              <a:ext uri="{FF2B5EF4-FFF2-40B4-BE49-F238E27FC236}">
                <a16:creationId xmlns:a16="http://schemas.microsoft.com/office/drawing/2014/main" id="{5DB53D2C-29DE-4DFD-BEB2-35211BAA7BA0}"/>
              </a:ext>
            </a:extLst>
          </p:cNvPr>
          <p:cNvPicPr>
            <a:picLocks xmlns:a="http://schemas.openxmlformats.org/drawingml/2006/main" noChangeAspect="1"/>
          </p:cNvPicPr>
          <p:nvPr/>
        </p:nvPicPr>
        <p:blipFill>
          <a:blip xmlns:r="http://schemas.openxmlformats.org/officeDocument/2006/relationships" xmlns:a="http://schemas.openxmlformats.org/drawingml/2006/main" r:embed="R6e143b8748b04fd5"/>
          <a:srcRect xmlns:a="http://schemas.openxmlformats.org/drawingml/2006/main" l="0" t="8000" r="0" b="12000"/>
          <a:stretch xmlns:a="http://schemas.openxmlformats.org/drawingml/2006/main"/>
        </p:blipFill>
        <p:spPr>
          <a:xfrm xmlns:a="http://schemas.openxmlformats.org/drawingml/2006/main">
            <a:off x="2934891" y="1571625"/>
            <a:ext cx="6322219" cy="1457325"/>
          </a:xfrm>
          <a:prstGeom xmlns:a="http://schemas.openxmlformats.org/drawingml/2006/main" prst="rect">
            <a:avLst/>
          </a:prstGeom>
        </p:spPr>
      </p:pic>
      <p:sp>
        <p:nvSpPr>
          <p:cNvPr id="8" name="밝기 통계 Demo에서 확인">
            <a:extLst xmlns:a="http://schemas.openxmlformats.org/drawingml/2006/main">
              <a:ext uri="{FF2B5EF4-FFF2-40B4-BE49-F238E27FC236}">
                <a16:creationId xmlns:a16="http://schemas.microsoft.com/office/drawing/2014/main" id="{AE78BE16-D540-4C99-98C0-664C986B5647}"/>
              </a:ext>
            </a:extLst>
          </p:cNvPr>
          <p:cNvSpPr>
            <a:spLocks xmlns:a="http://schemas.openxmlformats.org/drawingml/2006/main" noGrp="1"/>
          </p:cNvSpPr>
          <p:nvPr/>
        </p:nvSpPr>
        <p:spPr>
          <a:xfrm xmlns:a="http://schemas.openxmlformats.org/drawingml/2006/main">
            <a:off x="2628900" y="3181350"/>
            <a:ext cx="3371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 Demo에서 확인</a:t>
            </a:r>
          </a:p>
        </p:txBody>
      </p:sp>
      <p:sp>
        <p:nvSpPr>
          <p:cNvPr id="9" name="C++ 검사 업무에 적용">
            <a:extLst xmlns:a="http://schemas.openxmlformats.org/drawingml/2006/main">
              <a:ext uri="{FF2B5EF4-FFF2-40B4-BE49-F238E27FC236}">
                <a16:creationId xmlns:a16="http://schemas.microsoft.com/office/drawing/2014/main" id="{AA39333A-0A75-471B-8C63-44D3EF0B3840}"/>
              </a:ext>
            </a:extLst>
          </p:cNvPr>
          <p:cNvSpPr>
            <a:spLocks xmlns:a="http://schemas.openxmlformats.org/drawingml/2006/main" noGrp="1"/>
          </p:cNvSpPr>
          <p:nvPr/>
        </p:nvSpPr>
        <p:spPr>
          <a:xfrm xmlns:a="http://schemas.openxmlformats.org/drawingml/2006/main">
            <a:off x="7391400" y="318135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 검사 업무에 적용</a:t>
            </a:r>
          </a:p>
        </p:txBody>
      </p:sp>
      <p:sp>
        <p:nvSpPr>
          <p:cNvPr id="10" name="">
            <a:extLst xmlns:a="http://schemas.openxmlformats.org/drawingml/2006/main">
              <a:ext uri="{FF2B5EF4-FFF2-40B4-BE49-F238E27FC236}">
                <a16:creationId xmlns:a16="http://schemas.microsoft.com/office/drawing/2014/main" id="{A94F68AA-F21B-4538-AE18-5633A3DF46B3}"/>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지킬 명세">
            <a:extLst xmlns:a="http://schemas.openxmlformats.org/drawingml/2006/main">
              <a:ext uri="{FF2B5EF4-FFF2-40B4-BE49-F238E27FC236}">
                <a16:creationId xmlns:a16="http://schemas.microsoft.com/office/drawing/2014/main" id="{CB16E801-A42B-474F-B6C7-8C504FB94BF4}"/>
              </a:ext>
            </a:extLst>
          </p:cNvPr>
          <p:cNvSpPr>
            <a:spLocks xmlns:a="http://schemas.openxmlformats.org/drawingml/2006/main" noGrp="1"/>
          </p:cNvSpPr>
          <p:nvPr/>
        </p:nvSpPr>
        <p:spPr>
          <a:xfrm xmlns:a="http://schemas.openxmlformats.org/drawingml/2006/main">
            <a:off x="609600" y="3676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지킬 명세</a:t>
            </a:r>
          </a:p>
        </p:txBody>
      </p:sp>
      <p:sp>
        <p:nvSpPr>
          <p:cNvPr id="12" name="출력 6항목 유지">
            <a:extLst xmlns:a="http://schemas.openxmlformats.org/drawingml/2006/main">
              <a:ext uri="{FF2B5EF4-FFF2-40B4-BE49-F238E27FC236}">
                <a16:creationId xmlns:a16="http://schemas.microsoft.com/office/drawing/2014/main" id="{67145564-6790-4219-8B8F-2E8544A544E5}"/>
              </a:ext>
            </a:extLst>
          </p:cNvPr>
          <p:cNvSpPr>
            <a:spLocks xmlns:a="http://schemas.openxmlformats.org/drawingml/2006/main" noGrp="1"/>
          </p:cNvSpPr>
          <p:nvPr/>
        </p:nvSpPr>
        <p:spPr>
          <a:xfrm xmlns:a="http://schemas.openxmlformats.org/drawingml/2006/main">
            <a:off x="2628900" y="3676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출력 6항목 유지</a:t>
            </a:r>
          </a:p>
        </p:txBody>
      </p:sp>
      <p:cxnSp>
        <p:nvCxnSpPr>
          <p:cNvPr id="13" name="">
            <a:extLst xmlns:a="http://schemas.openxmlformats.org/drawingml/2006/main">
              <a:ext uri="{FF2B5EF4-FFF2-40B4-BE49-F238E27FC236}">
                <a16:creationId xmlns:a16="http://schemas.microsoft.com/office/drawing/2014/main" id="{15FAB8BB-3125-4A09-986D-E12C0DD607FC}"/>
              </a:ext>
            </a:extLst>
          </p:cNvPr>
          <p:cNvCxnSpPr/>
          <p:nvPr/>
        </p:nvCxnSpPr>
        <p:spPr>
          <a:xfrm xmlns:a="http://schemas.openxmlformats.org/drawingml/2006/main">
            <a:off x="6343650" y="3886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ROI · 픽셀값 명세">
            <a:extLst xmlns:a="http://schemas.openxmlformats.org/drawingml/2006/main">
              <a:ext uri="{FF2B5EF4-FFF2-40B4-BE49-F238E27FC236}">
                <a16:creationId xmlns:a16="http://schemas.microsoft.com/office/drawing/2014/main" id="{96757CC2-9AEA-4292-AE1E-DCE425B503AF}"/>
              </a:ext>
            </a:extLst>
          </p:cNvPr>
          <p:cNvSpPr>
            <a:spLocks xmlns:a="http://schemas.openxmlformats.org/drawingml/2006/main" noGrp="1"/>
          </p:cNvSpPr>
          <p:nvPr/>
        </p:nvSpPr>
        <p:spPr>
          <a:xfrm xmlns:a="http://schemas.openxmlformats.org/drawingml/2006/main">
            <a:off x="7391400" y="3676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 픽셀값 명세</a:t>
            </a:r>
          </a:p>
        </p:txBody>
      </p:sp>
      <p:sp>
        <p:nvSpPr>
          <p:cNvPr id="15" name="수행 방법">
            <a:extLst xmlns:a="http://schemas.openxmlformats.org/drawingml/2006/main">
              <a:ext uri="{FF2B5EF4-FFF2-40B4-BE49-F238E27FC236}">
                <a16:creationId xmlns:a16="http://schemas.microsoft.com/office/drawing/2014/main" id="{F476430F-83E3-42E3-9208-545E5AF1B6F7}"/>
              </a:ext>
            </a:extLst>
          </p:cNvPr>
          <p:cNvSpPr>
            <a:spLocks xmlns:a="http://schemas.openxmlformats.org/drawingml/2006/main" noGrp="1"/>
          </p:cNvSpPr>
          <p:nvPr/>
        </p:nvSpPr>
        <p:spPr>
          <a:xfrm xmlns:a="http://schemas.openxmlformats.org/drawingml/2006/main">
            <a:off x="609600" y="42481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수행 방법</a:t>
            </a:r>
          </a:p>
        </p:txBody>
      </p:sp>
      <p:sp>
        <p:nvSpPr>
          <p:cNvPr id="16" name="기준선·조사·변경·비교">
            <a:extLst xmlns:a="http://schemas.openxmlformats.org/drawingml/2006/main">
              <a:ext uri="{FF2B5EF4-FFF2-40B4-BE49-F238E27FC236}">
                <a16:creationId xmlns:a16="http://schemas.microsoft.com/office/drawing/2014/main" id="{02CB2FFC-3C21-4E9F-9762-32B1434739C8}"/>
              </a:ext>
            </a:extLst>
          </p:cNvPr>
          <p:cNvSpPr>
            <a:spLocks xmlns:a="http://schemas.openxmlformats.org/drawingml/2006/main" noGrp="1"/>
          </p:cNvSpPr>
          <p:nvPr/>
        </p:nvSpPr>
        <p:spPr>
          <a:xfrm xmlns:a="http://schemas.openxmlformats.org/drawingml/2006/main">
            <a:off x="2628900" y="42481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기준선·조사·변경·비교</a:t>
            </a:r>
          </a:p>
        </p:txBody>
      </p:sp>
      <p:cxnSp>
        <p:nvCxnSpPr>
          <p:cNvPr id="17" name="">
            <a:extLst xmlns:a="http://schemas.openxmlformats.org/drawingml/2006/main">
              <a:ext uri="{FF2B5EF4-FFF2-40B4-BE49-F238E27FC236}">
                <a16:creationId xmlns:a16="http://schemas.microsoft.com/office/drawing/2014/main" id="{39D3F09F-5E6F-4A34-9773-6219FD441542}"/>
              </a:ext>
            </a:extLst>
          </p:cNvPr>
          <p:cNvCxnSpPr/>
          <p:nvPr/>
        </p:nvCxnSpPr>
        <p:spPr>
          <a:xfrm xmlns:a="http://schemas.openxmlformats.org/drawingml/2006/main">
            <a:off x="6343650" y="44577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검사 모듈에 같은 절차">
            <a:extLst xmlns:a="http://schemas.openxmlformats.org/drawingml/2006/main">
              <a:ext uri="{FF2B5EF4-FFF2-40B4-BE49-F238E27FC236}">
                <a16:creationId xmlns:a16="http://schemas.microsoft.com/office/drawing/2014/main" id="{ED525243-C237-4C4C-8770-AEEE804108AD}"/>
              </a:ext>
            </a:extLst>
          </p:cNvPr>
          <p:cNvSpPr>
            <a:spLocks xmlns:a="http://schemas.openxmlformats.org/drawingml/2006/main" noGrp="1"/>
          </p:cNvSpPr>
          <p:nvPr/>
        </p:nvSpPr>
        <p:spPr>
          <a:xfrm xmlns:a="http://schemas.openxmlformats.org/drawingml/2006/main">
            <a:off x="7391400" y="42481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검사 모듈에 같은 절차</a:t>
            </a:r>
          </a:p>
        </p:txBody>
      </p:sp>
      <p:sp>
        <p:nvSpPr>
          <p:cNvPr id="19" name="검증 근거">
            <a:extLst xmlns:a="http://schemas.openxmlformats.org/drawingml/2006/main">
              <a:ext uri="{FF2B5EF4-FFF2-40B4-BE49-F238E27FC236}">
                <a16:creationId xmlns:a16="http://schemas.microsoft.com/office/drawing/2014/main" id="{1542A040-5082-4BD6-88AB-255060F9D3C1}"/>
              </a:ext>
            </a:extLst>
          </p:cNvPr>
          <p:cNvSpPr>
            <a:spLocks xmlns:a="http://schemas.openxmlformats.org/drawingml/2006/main" noGrp="1"/>
          </p:cNvSpPr>
          <p:nvPr/>
        </p:nvSpPr>
        <p:spPr>
          <a:xfrm xmlns:a="http://schemas.openxmlformats.org/drawingml/2006/main">
            <a:off x="609600" y="4819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a:t>
            </a:r>
          </a:p>
        </p:txBody>
      </p:sp>
      <p:sp>
        <p:nvSpPr>
          <p:cNvPr id="20" name="테스트 · 시간·할당량">
            <a:extLst xmlns:a="http://schemas.openxmlformats.org/drawingml/2006/main">
              <a:ext uri="{FF2B5EF4-FFF2-40B4-BE49-F238E27FC236}">
                <a16:creationId xmlns:a16="http://schemas.microsoft.com/office/drawing/2014/main" id="{327CA921-7ABD-4985-A744-77B1825391F8}"/>
              </a:ext>
            </a:extLst>
          </p:cNvPr>
          <p:cNvSpPr>
            <a:spLocks xmlns:a="http://schemas.openxmlformats.org/drawingml/2006/main" noGrp="1"/>
          </p:cNvSpPr>
          <p:nvPr/>
        </p:nvSpPr>
        <p:spPr>
          <a:xfrm xmlns:a="http://schemas.openxmlformats.org/drawingml/2006/main">
            <a:off x="2628900" y="4819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 시간·할당량</a:t>
            </a:r>
          </a:p>
        </p:txBody>
      </p:sp>
      <p:cxnSp>
        <p:nvCxnSpPr>
          <p:cNvPr id="21" name="">
            <a:extLst xmlns:a="http://schemas.openxmlformats.org/drawingml/2006/main">
              <a:ext uri="{FF2B5EF4-FFF2-40B4-BE49-F238E27FC236}">
                <a16:creationId xmlns:a16="http://schemas.microsoft.com/office/drawing/2014/main" id="{40FA879B-2BF6-41D5-92FF-0E85D33D3DC5}"/>
              </a:ext>
            </a:extLst>
          </p:cNvPr>
          <p:cNvCxnSpPr/>
          <p:nvPr/>
        </p:nvCxnSpPr>
        <p:spPr>
          <a:xfrm xmlns:a="http://schemas.openxmlformats.org/drawingml/2006/main">
            <a:off x="6343650" y="5029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동작·회귀·성능 검증">
            <a:extLst xmlns:a="http://schemas.openxmlformats.org/drawingml/2006/main">
              <a:ext uri="{FF2B5EF4-FFF2-40B4-BE49-F238E27FC236}">
                <a16:creationId xmlns:a16="http://schemas.microsoft.com/office/drawing/2014/main" id="{9DBEB71C-581D-49E9-8059-9211A82C0DD3}"/>
              </a:ext>
            </a:extLst>
          </p:cNvPr>
          <p:cNvSpPr>
            <a:spLocks xmlns:a="http://schemas.openxmlformats.org/drawingml/2006/main" noGrp="1"/>
          </p:cNvSpPr>
          <p:nvPr/>
        </p:nvSpPr>
        <p:spPr>
          <a:xfrm xmlns:a="http://schemas.openxmlformats.org/drawingml/2006/main">
            <a:off x="7391400" y="4819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동작·회귀·성능 검증</a:t>
            </a:r>
          </a:p>
        </p:txBody>
      </p:sp>
      <p:sp>
        <p:nvSpPr>
          <p:cNvPr id="23" name="입력·빌드·장비 조건도 함께 확인">
            <a:extLst xmlns:a="http://schemas.openxmlformats.org/drawingml/2006/main">
              <a:ext uri="{FF2B5EF4-FFF2-40B4-BE49-F238E27FC236}">
                <a16:creationId xmlns:a16="http://schemas.microsoft.com/office/drawing/2014/main" id="{4AA9D423-0980-49CE-A5E7-7F991B8C270E}"/>
              </a:ext>
            </a:extLst>
          </p:cNvPr>
          <p:cNvSpPr>
            <a:spLocks xmlns:a="http://schemas.openxmlformats.org/drawingml/2006/main" noGrp="1"/>
          </p:cNvSpPr>
          <p:nvPr/>
        </p:nvSpPr>
        <p:spPr>
          <a:xfrm xmlns:a="http://schemas.openxmlformats.org/drawingml/2006/main">
            <a:off x="609600" y="540067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입력·빌드·장비 조건도 함께 확인</a:t>
            </a:r>
          </a:p>
        </p:txBody>
      </p:sp>
      <p:sp>
        <p:nvSpPr>
          <p:cNvPr id="24" name="Legacy module connection">
            <a:extLst xmlns:a="http://schemas.openxmlformats.org/drawingml/2006/main">
              <a:ext uri="{FF2B5EF4-FFF2-40B4-BE49-F238E27FC236}">
                <a16:creationId xmlns:a16="http://schemas.microsoft.com/office/drawing/2014/main" id="{AB136EB5-9F0E-460F-B4B8-73C8460BCB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68846465"/>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반복을 고르고 유지할 책임을 정하기">
            <a:extLst xmlns:a="http://schemas.openxmlformats.org/drawingml/2006/main">
              <a:ext uri="{FF2B5EF4-FFF2-40B4-BE49-F238E27FC236}">
                <a16:creationId xmlns:a16="http://schemas.microsoft.com/office/drawing/2014/main" id="{44CA86F2-7341-4A57-A8F3-0A45928C05A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고르고 유지할 책임을 정하기</a:t>
            </a:r>
          </a:p>
        </p:txBody>
      </p:sp>
      <p:sp>
        <p:nvSpPr>
          <p:cNvPr id="2" name="S67">
            <a:extLst xmlns:a="http://schemas.openxmlformats.org/drawingml/2006/main">
              <a:ext uri="{FF2B5EF4-FFF2-40B4-BE49-F238E27FC236}">
                <a16:creationId xmlns:a16="http://schemas.microsoft.com/office/drawing/2014/main" id="{AA64A9A3-4A80-4967-ADFC-0C0321F89E8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업무에서 먼저 정리할 한 가지">
            <a:extLst xmlns:a="http://schemas.openxmlformats.org/drawingml/2006/main">
              <a:ext uri="{FF2B5EF4-FFF2-40B4-BE49-F238E27FC236}">
                <a16:creationId xmlns:a16="http://schemas.microsoft.com/office/drawing/2014/main" id="{17CB0877-711F-44B7-8028-C8F84363AAC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업무에서 먼저 정리할 한 가지</a:t>
            </a:r>
          </a:p>
        </p:txBody>
      </p:sp>
      <p:sp>
        <p:nvSpPr>
          <p:cNvPr id="4" name="">
            <a:extLst xmlns:a="http://schemas.openxmlformats.org/drawingml/2006/main">
              <a:ext uri="{FF2B5EF4-FFF2-40B4-BE49-F238E27FC236}">
                <a16:creationId xmlns:a16="http://schemas.microsoft.com/office/drawing/2014/main" id="{0D83C96F-47D2-4C10-86B5-33106D3B30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공유는 선택 · 실제 Demo의 성공은 기준점으로 유지">
            <a:extLst xmlns:a="http://schemas.openxmlformats.org/drawingml/2006/main">
              <a:ext uri="{FF2B5EF4-FFF2-40B4-BE49-F238E27FC236}">
                <a16:creationId xmlns:a16="http://schemas.microsoft.com/office/drawing/2014/main" id="{7471A8B9-BA6B-4FC6-A5E8-D194B46B9C1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공유는 선택 · 실제 Demo의 성공은 기준점으로 유지</a:t>
            </a:r>
          </a:p>
        </p:txBody>
      </p:sp>
      <p:sp>
        <p:nvSpPr>
          <p:cNvPr id="6" name="교육용 적용 질문 · 기능 추가를 전제하지 않음 · 다음 ACT의 변화는 별도 가상 사례">
            <a:extLst xmlns:a="http://schemas.openxmlformats.org/drawingml/2006/main">
              <a:ext uri="{FF2B5EF4-FFF2-40B4-BE49-F238E27FC236}">
                <a16:creationId xmlns:a16="http://schemas.microsoft.com/office/drawing/2014/main" id="{EE09C3F3-5100-440B-95CF-3299D5134F9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적용 질문 · 기능 추가를 전제하지 않음 · 다음 ACT의 변화는 별도 가상 사례</a:t>
            </a:r>
          </a:p>
        </p:txBody>
      </p:sp>
      <p:sp>
        <p:nvSpPr>
          <p:cNvPr id="7" name="">
            <a:extLst xmlns:a="http://schemas.openxmlformats.org/drawingml/2006/main">
              <a:ext uri="{FF2B5EF4-FFF2-40B4-BE49-F238E27FC236}">
                <a16:creationId xmlns:a16="http://schemas.microsoft.com/office/drawing/2014/main" id="{C8BE904A-C0C8-41CD-8934-3729BDC07053}"/>
              </a:ext>
            </a:extLst>
          </p:cNvPr>
          <p:cNvSpPr>
            <a:spLocks xmlns:a="http://schemas.openxmlformats.org/drawingml/2006/main" noGrp="1"/>
          </p:cNvSpPr>
          <p:nvPr/>
        </p:nvSpPr>
        <p:spPr>
          <a:xfrm xmlns:a="http://schemas.openxmlformats.org/drawingml/2006/main">
            <a:off x="60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반복 정보">
            <a:extLst xmlns:a="http://schemas.openxmlformats.org/drawingml/2006/main">
              <a:ext uri="{FF2B5EF4-FFF2-40B4-BE49-F238E27FC236}">
                <a16:creationId xmlns:a16="http://schemas.microsoft.com/office/drawing/2014/main" id="{FB11679B-178B-4658-82E1-2C60B124C945}"/>
              </a:ext>
            </a:extLst>
          </p:cNvPr>
          <p:cNvSpPr>
            <a:spLocks xmlns:a="http://schemas.openxmlformats.org/drawingml/2006/main" noGrp="1"/>
          </p:cNvSpPr>
          <p:nvPr/>
        </p:nvSpPr>
        <p:spPr>
          <a:xfrm xmlns:a="http://schemas.openxmlformats.org/drawingml/2006/main">
            <a:off x="80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정보</a:t>
            </a:r>
          </a:p>
        </p:txBody>
      </p:sp>
      <p:sp>
        <p:nvSpPr>
          <p:cNvPr id="9" name="명세 · 프로젝트 안내">
            <a:extLst xmlns:a="http://schemas.openxmlformats.org/drawingml/2006/main">
              <a:ext uri="{FF2B5EF4-FFF2-40B4-BE49-F238E27FC236}">
                <a16:creationId xmlns:a16="http://schemas.microsoft.com/office/drawing/2014/main" id="{599587E7-DE5C-4C78-92DB-961EAF973009}"/>
              </a:ext>
            </a:extLst>
          </p:cNvPr>
          <p:cNvSpPr>
            <a:spLocks xmlns:a="http://schemas.openxmlformats.org/drawingml/2006/main" noGrp="1"/>
          </p:cNvSpPr>
          <p:nvPr/>
        </p:nvSpPr>
        <p:spPr>
          <a:xfrm xmlns:a="http://schemas.openxmlformats.org/drawingml/2006/main">
            <a:off x="80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명세 · 프로젝트 안내</a:t>
            </a:r>
          </a:p>
        </p:txBody>
      </p:sp>
      <p:sp>
        <p:nvSpPr>
          <p:cNvPr id="10" name="">
            <a:extLst xmlns:a="http://schemas.openxmlformats.org/drawingml/2006/main">
              <a:ext uri="{FF2B5EF4-FFF2-40B4-BE49-F238E27FC236}">
                <a16:creationId xmlns:a16="http://schemas.microsoft.com/office/drawing/2014/main" id="{C0EB01E5-691F-4FC1-A5CB-34F9F95F11C2}"/>
              </a:ext>
            </a:extLst>
          </p:cNvPr>
          <p:cNvSpPr>
            <a:spLocks xmlns:a="http://schemas.openxmlformats.org/drawingml/2006/main" noGrp="1"/>
          </p:cNvSpPr>
          <p:nvPr/>
        </p:nvSpPr>
        <p:spPr>
          <a:xfrm xmlns:a="http://schemas.openxmlformats.org/drawingml/2006/main">
            <a:off x="2286000" y="3009900"/>
            <a:ext cx="0" cy="361950"/>
          </a:xfrm>
          <a:prstGeom xmlns:a="http://schemas.openxmlformats.org/drawingml/2006/main" prst="line">
            <a:avLst/>
          </a:prstGeom>
          <a:ln xmlns:a="http://schemas.openxmlformats.org/drawingml/2006/main" w="23813">
            <a:solidFill>
              <a:srgbClr val="0B6172"/>
            </a:solidFill>
          </a:ln>
        </p:spPr>
      </p:sp>
      <p:sp>
        <p:nvSpPr>
          <p:cNvPr id="11" name="">
            <a:extLst xmlns:a="http://schemas.openxmlformats.org/drawingml/2006/main">
              <a:ext uri="{FF2B5EF4-FFF2-40B4-BE49-F238E27FC236}">
                <a16:creationId xmlns:a16="http://schemas.microsoft.com/office/drawing/2014/main" id="{13FC610D-9C06-4715-8E44-54222E68199B}"/>
              </a:ext>
            </a:extLst>
          </p:cNvPr>
          <p:cNvSpPr>
            <a:spLocks xmlns:a="http://schemas.openxmlformats.org/drawingml/2006/main" noGrp="1"/>
          </p:cNvSpPr>
          <p:nvPr/>
        </p:nvSpPr>
        <p:spPr>
          <a:xfrm xmlns:a="http://schemas.openxmlformats.org/drawingml/2006/main">
            <a:off x="441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반복 절차">
            <a:extLst xmlns:a="http://schemas.openxmlformats.org/drawingml/2006/main">
              <a:ext uri="{FF2B5EF4-FFF2-40B4-BE49-F238E27FC236}">
                <a16:creationId xmlns:a16="http://schemas.microsoft.com/office/drawing/2014/main" id="{D00714DD-0D0D-4CE2-BCC7-04255DB35F03}"/>
              </a:ext>
            </a:extLst>
          </p:cNvPr>
          <p:cNvSpPr>
            <a:spLocks xmlns:a="http://schemas.openxmlformats.org/drawingml/2006/main" noGrp="1"/>
          </p:cNvSpPr>
          <p:nvPr/>
        </p:nvSpPr>
        <p:spPr>
          <a:xfrm xmlns:a="http://schemas.openxmlformats.org/drawingml/2006/main">
            <a:off x="461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절차</a:t>
            </a:r>
          </a:p>
        </p:txBody>
      </p:sp>
      <p:sp>
        <p:nvSpPr>
          <p:cNvPr id="13" name="조사 · 변경 · 검증">
            <a:extLst xmlns:a="http://schemas.openxmlformats.org/drawingml/2006/main">
              <a:ext uri="{FF2B5EF4-FFF2-40B4-BE49-F238E27FC236}">
                <a16:creationId xmlns:a16="http://schemas.microsoft.com/office/drawing/2014/main" id="{45F99955-0510-41CB-B3F0-CB652B4B6EBC}"/>
              </a:ext>
            </a:extLst>
          </p:cNvPr>
          <p:cNvSpPr>
            <a:spLocks xmlns:a="http://schemas.openxmlformats.org/drawingml/2006/main" noGrp="1"/>
          </p:cNvSpPr>
          <p:nvPr/>
        </p:nvSpPr>
        <p:spPr>
          <a:xfrm xmlns:a="http://schemas.openxmlformats.org/drawingml/2006/main">
            <a:off x="461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a:t>
            </a:r>
          </a:p>
        </p:txBody>
      </p:sp>
      <p:sp>
        <p:nvSpPr>
          <p:cNvPr id="14" name="">
            <a:extLst xmlns:a="http://schemas.openxmlformats.org/drawingml/2006/main">
              <a:ext uri="{FF2B5EF4-FFF2-40B4-BE49-F238E27FC236}">
                <a16:creationId xmlns:a16="http://schemas.microsoft.com/office/drawing/2014/main" id="{BE663870-EC04-4172-B2F4-443BE887038E}"/>
              </a:ext>
            </a:extLst>
          </p:cNvPr>
          <p:cNvSpPr>
            <a:spLocks xmlns:a="http://schemas.openxmlformats.org/drawingml/2006/main" noGrp="1"/>
          </p:cNvSpPr>
          <p:nvPr/>
        </p:nvSpPr>
        <p:spPr>
          <a:xfrm xmlns:a="http://schemas.openxmlformats.org/drawingml/2006/main">
            <a:off x="6096000" y="3009900"/>
            <a:ext cx="0" cy="361950"/>
          </a:xfrm>
          <a:prstGeom xmlns:a="http://schemas.openxmlformats.org/drawingml/2006/main" prst="line">
            <a:avLst/>
          </a:prstGeom>
          <a:ln xmlns:a="http://schemas.openxmlformats.org/drawingml/2006/main" w="23813">
            <a:solidFill>
              <a:srgbClr val="0B6172"/>
            </a:solidFill>
          </a:ln>
        </p:spPr>
      </p:sp>
      <p:sp>
        <p:nvSpPr>
          <p:cNvPr id="15" name="">
            <a:extLst xmlns:a="http://schemas.openxmlformats.org/drawingml/2006/main">
              <a:ext uri="{FF2B5EF4-FFF2-40B4-BE49-F238E27FC236}">
                <a16:creationId xmlns:a16="http://schemas.microsoft.com/office/drawing/2014/main" id="{B1991CEE-FDE8-42B8-8B2F-31983D043120}"/>
              </a:ext>
            </a:extLst>
          </p:cNvPr>
          <p:cNvSpPr>
            <a:spLocks xmlns:a="http://schemas.openxmlformats.org/drawingml/2006/main" noGrp="1"/>
          </p:cNvSpPr>
          <p:nvPr/>
        </p:nvSpPr>
        <p:spPr>
          <a:xfrm xmlns:a="http://schemas.openxmlformats.org/drawingml/2006/main">
            <a:off x="822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근거">
            <a:extLst xmlns:a="http://schemas.openxmlformats.org/drawingml/2006/main">
              <a:ext uri="{FF2B5EF4-FFF2-40B4-BE49-F238E27FC236}">
                <a16:creationId xmlns:a16="http://schemas.microsoft.com/office/drawing/2014/main" id="{B847B2E3-D839-49C3-8AAB-82F82F88B009}"/>
              </a:ext>
            </a:extLst>
          </p:cNvPr>
          <p:cNvSpPr>
            <a:spLocks xmlns:a="http://schemas.openxmlformats.org/drawingml/2006/main" noGrp="1"/>
          </p:cNvSpPr>
          <p:nvPr/>
        </p:nvSpPr>
        <p:spPr>
          <a:xfrm xmlns:a="http://schemas.openxmlformats.org/drawingml/2006/main">
            <a:off x="842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근거</a:t>
            </a:r>
          </a:p>
        </p:txBody>
      </p:sp>
      <p:sp>
        <p:nvSpPr>
          <p:cNvPr id="17" name="테스트 · 측정 조건">
            <a:extLst xmlns:a="http://schemas.openxmlformats.org/drawingml/2006/main">
              <a:ext uri="{FF2B5EF4-FFF2-40B4-BE49-F238E27FC236}">
                <a16:creationId xmlns:a16="http://schemas.microsoft.com/office/drawing/2014/main" id="{F8F74F81-309B-41E6-80BF-43D7383FC052}"/>
              </a:ext>
            </a:extLst>
          </p:cNvPr>
          <p:cNvSpPr>
            <a:spLocks xmlns:a="http://schemas.openxmlformats.org/drawingml/2006/main" noGrp="1"/>
          </p:cNvSpPr>
          <p:nvPr/>
        </p:nvSpPr>
        <p:spPr>
          <a:xfrm xmlns:a="http://schemas.openxmlformats.org/drawingml/2006/main">
            <a:off x="842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조건</a:t>
            </a:r>
          </a:p>
        </p:txBody>
      </p:sp>
      <p:sp>
        <p:nvSpPr>
          <p:cNvPr id="18" name="">
            <a:extLst xmlns:a="http://schemas.openxmlformats.org/drawingml/2006/main">
              <a:ext uri="{FF2B5EF4-FFF2-40B4-BE49-F238E27FC236}">
                <a16:creationId xmlns:a16="http://schemas.microsoft.com/office/drawing/2014/main" id="{A1048E69-D8B6-482F-956F-84A5F3884ED4}"/>
              </a:ext>
            </a:extLst>
          </p:cNvPr>
          <p:cNvSpPr>
            <a:spLocks xmlns:a="http://schemas.openxmlformats.org/drawingml/2006/main" noGrp="1"/>
          </p:cNvSpPr>
          <p:nvPr/>
        </p:nvSpPr>
        <p:spPr>
          <a:xfrm xmlns:a="http://schemas.openxmlformats.org/drawingml/2006/main">
            <a:off x="9906000" y="3009900"/>
            <a:ext cx="0" cy="3619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C3BA5BF5-2CE4-402B-82C4-6C7808D94A65}"/>
              </a:ext>
            </a:extLst>
          </p:cNvPr>
          <p:cNvSpPr>
            <a:spLocks xmlns:a="http://schemas.openxmlformats.org/drawingml/2006/main" noGrp="1"/>
          </p:cNvSpPr>
          <p:nvPr/>
        </p:nvSpPr>
        <p:spPr>
          <a:xfrm xmlns:a="http://schemas.openxmlformats.org/drawingml/2006/main">
            <a:off x="2286000" y="337185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81D38BBB-AB27-44AD-8868-D713899ABBF8}"/>
              </a:ext>
            </a:extLst>
          </p:cNvPr>
          <p:cNvCxnSpPr/>
          <p:nvPr/>
        </p:nvCxnSpPr>
        <p:spPr>
          <a:xfrm xmlns:a="http://schemas.openxmlformats.org/drawingml/2006/main">
            <a:off x="6096000" y="3371850"/>
            <a:ext cx="0" cy="1905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2BDDC9F-6436-4C1C-9F7A-E72DB05F2F93}"/>
              </a:ext>
            </a:extLst>
          </p:cNvPr>
          <p:cNvSpPr>
            <a:spLocks xmlns:a="http://schemas.openxmlformats.org/drawingml/2006/main" noGrp="1"/>
          </p:cNvSpPr>
          <p:nvPr/>
        </p:nvSpPr>
        <p:spPr>
          <a:xfrm xmlns:a="http://schemas.openxmlformats.org/drawingml/2006/main">
            <a:off x="4953000" y="3619500"/>
            <a:ext cx="2286000" cy="5524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하나만 선택">
            <a:extLst xmlns:a="http://schemas.openxmlformats.org/drawingml/2006/main">
              <a:ext uri="{FF2B5EF4-FFF2-40B4-BE49-F238E27FC236}">
                <a16:creationId xmlns:a16="http://schemas.microsoft.com/office/drawing/2014/main" id="{2425DC17-01A9-412B-B927-09D2DC21BB27}"/>
              </a:ext>
            </a:extLst>
          </p:cNvPr>
          <p:cNvSpPr>
            <a:spLocks xmlns:a="http://schemas.openxmlformats.org/drawingml/2006/main" noGrp="1"/>
          </p:cNvSpPr>
          <p:nvPr/>
        </p:nvSpPr>
        <p:spPr>
          <a:xfrm xmlns:a="http://schemas.openxmlformats.org/drawingml/2006/main">
            <a:off x="5105400" y="3705225"/>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하나만 선택</a:t>
            </a:r>
          </a:p>
        </p:txBody>
      </p:sp>
      <p:sp>
        <p:nvSpPr>
          <p:cNvPr id="23" name="">
            <a:extLst xmlns:a="http://schemas.openxmlformats.org/drawingml/2006/main">
              <a:ext uri="{FF2B5EF4-FFF2-40B4-BE49-F238E27FC236}">
                <a16:creationId xmlns:a16="http://schemas.microsoft.com/office/drawing/2014/main" id="{862EC95B-85F9-4927-A7B2-C420B2FA9388}"/>
              </a:ext>
            </a:extLst>
          </p:cNvPr>
          <p:cNvSpPr>
            <a:spLocks xmlns:a="http://schemas.openxmlformats.org/drawingml/2006/main" noGrp="1"/>
          </p:cNvSpPr>
          <p:nvPr/>
        </p:nvSpPr>
        <p:spPr>
          <a:xfrm xmlns:a="http://schemas.openxmlformats.org/drawingml/2006/main">
            <a:off x="6096000" y="4171950"/>
            <a:ext cx="0" cy="171450"/>
          </a:xfrm>
          <a:prstGeom xmlns:a="http://schemas.openxmlformats.org/drawingml/2006/main" prst="line">
            <a:avLst/>
          </a:prstGeom>
          <a:ln xmlns:a="http://schemas.openxmlformats.org/drawingml/2006/main" w="23813">
            <a:solidFill>
              <a:srgbClr val="0B6172"/>
            </a:solidFill>
          </a:ln>
        </p:spPr>
      </p:sp>
      <p:sp>
        <p:nvSpPr>
          <p:cNvPr id="24" name="">
            <a:extLst xmlns:a="http://schemas.openxmlformats.org/drawingml/2006/main">
              <a:ext uri="{FF2B5EF4-FFF2-40B4-BE49-F238E27FC236}">
                <a16:creationId xmlns:a16="http://schemas.microsoft.com/office/drawing/2014/main" id="{135ECF82-C048-4397-95B1-3DCCDC1DD4FA}"/>
              </a:ext>
            </a:extLst>
          </p:cNvPr>
          <p:cNvSpPr>
            <a:spLocks xmlns:a="http://schemas.openxmlformats.org/drawingml/2006/main" noGrp="1"/>
          </p:cNvSpPr>
          <p:nvPr/>
        </p:nvSpPr>
        <p:spPr>
          <a:xfrm xmlns:a="http://schemas.openxmlformats.org/drawingml/2006/main">
            <a:off x="3200400" y="4343400"/>
            <a:ext cx="5791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5" name="">
            <a:extLst xmlns:a="http://schemas.openxmlformats.org/drawingml/2006/main">
              <a:ext uri="{FF2B5EF4-FFF2-40B4-BE49-F238E27FC236}">
                <a16:creationId xmlns:a16="http://schemas.microsoft.com/office/drawing/2014/main" id="{6C8C8B7E-56F7-4AF4-85B1-349121366089}"/>
              </a:ext>
            </a:extLst>
          </p:cNvPr>
          <p:cNvCxnSpPr/>
          <p:nvPr/>
        </p:nvCxnSpPr>
        <p:spPr>
          <a:xfrm xmlns:a="http://schemas.openxmlformats.org/drawingml/2006/main">
            <a:off x="32004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6" name="">
            <a:extLst xmlns:a="http://schemas.openxmlformats.org/drawingml/2006/main">
              <a:ext uri="{FF2B5EF4-FFF2-40B4-BE49-F238E27FC236}">
                <a16:creationId xmlns:a16="http://schemas.microsoft.com/office/drawing/2014/main" id="{7C055D66-B3F6-4311-883A-EE629B72D667}"/>
              </a:ext>
            </a:extLst>
          </p:cNvPr>
          <p:cNvCxnSpPr/>
          <p:nvPr/>
        </p:nvCxnSpPr>
        <p:spPr>
          <a:xfrm xmlns:a="http://schemas.openxmlformats.org/drawingml/2006/main">
            <a:off x="89916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456FDB10-E8A6-4172-A32C-C4E79BCC932A}"/>
              </a:ext>
            </a:extLst>
          </p:cNvPr>
          <p:cNvSpPr>
            <a:spLocks xmlns:a="http://schemas.openxmlformats.org/drawingml/2006/main" noGrp="1"/>
          </p:cNvSpPr>
          <p:nvPr/>
        </p:nvSpPr>
        <p:spPr>
          <a:xfrm xmlns:a="http://schemas.openxmlformats.org/drawingml/2006/main">
            <a:off x="6096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어디에 둘까?">
            <a:extLst xmlns:a="http://schemas.openxmlformats.org/drawingml/2006/main">
              <a:ext uri="{FF2B5EF4-FFF2-40B4-BE49-F238E27FC236}">
                <a16:creationId xmlns:a16="http://schemas.microsoft.com/office/drawing/2014/main" id="{63BA3DB8-7F17-4226-A88B-72F3A0F82A4E}"/>
              </a:ext>
            </a:extLst>
          </p:cNvPr>
          <p:cNvSpPr>
            <a:spLocks xmlns:a="http://schemas.openxmlformats.org/drawingml/2006/main" noGrp="1"/>
          </p:cNvSpPr>
          <p:nvPr/>
        </p:nvSpPr>
        <p:spPr>
          <a:xfrm xmlns:a="http://schemas.openxmlformats.org/drawingml/2006/main">
            <a:off x="8001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어디에 둘까?</a:t>
            </a:r>
          </a:p>
        </p:txBody>
      </p:sp>
      <p:sp>
        <p:nvSpPr>
          <p:cNvPr id="29" name="">
            <a:extLst xmlns:a="http://schemas.openxmlformats.org/drawingml/2006/main">
              <a:ext uri="{FF2B5EF4-FFF2-40B4-BE49-F238E27FC236}">
                <a16:creationId xmlns:a16="http://schemas.microsoft.com/office/drawing/2014/main" id="{1855AE2B-2A69-4080-8654-77145BCF026C}"/>
              </a:ext>
            </a:extLst>
          </p:cNvPr>
          <p:cNvSpPr>
            <a:spLocks xmlns:a="http://schemas.openxmlformats.org/drawingml/2006/main" noGrp="1"/>
          </p:cNvSpPr>
          <p:nvPr/>
        </p:nvSpPr>
        <p:spPr>
          <a:xfrm xmlns:a="http://schemas.openxmlformats.org/drawingml/2006/main">
            <a:off x="64008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누가 검토·갱신할까?">
            <a:extLst xmlns:a="http://schemas.openxmlformats.org/drawingml/2006/main">
              <a:ext uri="{FF2B5EF4-FFF2-40B4-BE49-F238E27FC236}">
                <a16:creationId xmlns:a16="http://schemas.microsoft.com/office/drawing/2014/main" id="{E2085FB1-9B24-4E7C-89D4-ECD248B20319}"/>
              </a:ext>
            </a:extLst>
          </p:cNvPr>
          <p:cNvSpPr>
            <a:spLocks xmlns:a="http://schemas.openxmlformats.org/drawingml/2006/main" noGrp="1"/>
          </p:cNvSpPr>
          <p:nvPr/>
        </p:nvSpPr>
        <p:spPr>
          <a:xfrm xmlns:a="http://schemas.openxmlformats.org/drawingml/2006/main">
            <a:off x="65913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누가 검토·갱신할까?</a:t>
            </a:r>
          </a:p>
        </p:txBody>
      </p:sp>
      <p:sp>
        <p:nvSpPr>
          <p:cNvPr id="31" name="위치와 담당을 생각했다면, 다시 확인할 때는?">
            <a:extLst xmlns:a="http://schemas.openxmlformats.org/drawingml/2006/main">
              <a:ext uri="{FF2B5EF4-FFF2-40B4-BE49-F238E27FC236}">
                <a16:creationId xmlns:a16="http://schemas.microsoft.com/office/drawing/2014/main" id="{D0A8175A-3F8B-403C-B1A8-127246814262}"/>
              </a:ext>
            </a:extLst>
          </p:cNvPr>
          <p:cNvSpPr>
            <a:spLocks xmlns:a="http://schemas.openxmlformats.org/drawingml/2006/main" noGrp="1"/>
          </p:cNvSpPr>
          <p:nvPr/>
        </p:nvSpPr>
        <p:spPr>
          <a:xfrm xmlns:a="http://schemas.openxmlformats.org/drawingml/2006/main">
            <a:off x="609600" y="54292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위치와 담당을 생각했다면, 다시 확인할 때는?</a:t>
            </a:r>
          </a:p>
        </p:txBody>
      </p:sp>
      <p:sp>
        <p:nvSpPr>
          <p:cNvPr id="32" name="Legacy module connection">
            <a:extLst xmlns:a="http://schemas.openxmlformats.org/drawingml/2006/main">
              <a:ext uri="{FF2B5EF4-FFF2-40B4-BE49-F238E27FC236}">
                <a16:creationId xmlns:a16="http://schemas.microsoft.com/office/drawing/2014/main" id="{7039DEC3-3B6F-4D46-8738-1E2E892CCC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44704515"/>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성공한 작업 환경의 유지와 개선">
            <a:extLst xmlns:a="http://schemas.openxmlformats.org/drawingml/2006/main">
              <a:ext uri="{FF2B5EF4-FFF2-40B4-BE49-F238E27FC236}">
                <a16:creationId xmlns:a16="http://schemas.microsoft.com/office/drawing/2014/main" id="{DD83DCC1-B717-4CDC-BEB6-860C017192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성공한 작업 환경의 유지와 개선</a:t>
            </a:r>
          </a:p>
        </p:txBody>
      </p:sp>
      <p:sp>
        <p:nvSpPr>
          <p:cNvPr id="2" name="S68">
            <a:extLst xmlns:a="http://schemas.openxmlformats.org/drawingml/2006/main">
              <a:ext uri="{FF2B5EF4-FFF2-40B4-BE49-F238E27FC236}">
                <a16:creationId xmlns:a16="http://schemas.microsoft.com/office/drawing/2014/main" id="{DADCF482-8A62-4FEC-91C5-4F64A00D79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확인한 성공을 유지하려면">
            <a:extLst xmlns:a="http://schemas.openxmlformats.org/drawingml/2006/main">
              <a:ext uri="{FF2B5EF4-FFF2-40B4-BE49-F238E27FC236}">
                <a16:creationId xmlns:a16="http://schemas.microsoft.com/office/drawing/2014/main" id="{F8250F0E-273E-4E89-9FD7-76D6E948C1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성공을 유지하려면</a:t>
            </a:r>
          </a:p>
        </p:txBody>
      </p:sp>
      <p:sp>
        <p:nvSpPr>
          <p:cNvPr id="4" name="">
            <a:extLst xmlns:a="http://schemas.openxmlformats.org/drawingml/2006/main">
              <a:ext uri="{FF2B5EF4-FFF2-40B4-BE49-F238E27FC236}">
                <a16:creationId xmlns:a16="http://schemas.microsoft.com/office/drawing/2014/main" id="{20FE7DA9-BEB4-49C3-A043-8C3A547394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밝기 통계의 실제 성공을 기준점으로 보존">
            <a:extLst xmlns:a="http://schemas.openxmlformats.org/drawingml/2006/main">
              <a:ext uri="{FF2B5EF4-FFF2-40B4-BE49-F238E27FC236}">
                <a16:creationId xmlns:a16="http://schemas.microsoft.com/office/drawing/2014/main" id="{ADE11574-1E5E-4396-B2FA-9EF49C6DA6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밝기 통계의 실제 성공을 기준점으로 보존</a:t>
            </a:r>
          </a:p>
        </p:txBody>
      </p:sp>
      <p:sp>
        <p:nvSpPr>
          <p:cNvPr id="6" name="기록된 입력·코드·환경의 결과 · 다음 가상 사례는 별개이며 실제 실패 이력이 아님">
            <a:extLst xmlns:a="http://schemas.openxmlformats.org/drawingml/2006/main">
              <a:ext uri="{FF2B5EF4-FFF2-40B4-BE49-F238E27FC236}">
                <a16:creationId xmlns:a16="http://schemas.microsoft.com/office/drawing/2014/main" id="{89CBC8CE-C7A2-4F2B-9FBA-98A821DFD9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 · 다음 가상 사례는 별개이며 실제 실패 이력이 아님</a:t>
            </a:r>
          </a:p>
        </p:txBody>
      </p:sp>
      <p:sp>
        <p:nvSpPr>
          <p:cNvPr id="7" name="밝기 통계 작업은 검증된 결과로 마쳤다">
            <a:extLst xmlns:a="http://schemas.openxmlformats.org/drawingml/2006/main">
              <a:ext uri="{FF2B5EF4-FFF2-40B4-BE49-F238E27FC236}">
                <a16:creationId xmlns:a16="http://schemas.microsoft.com/office/drawing/2014/main" id="{FB837830-BA31-4BC8-9674-89909B203D02}"/>
              </a:ext>
            </a:extLst>
          </p:cNvPr>
          <p:cNvSpPr>
            <a:spLocks xmlns:a="http://schemas.openxmlformats.org/drawingml/2006/main" noGrp="1"/>
          </p:cNvSpPr>
          <p:nvPr/>
        </p:nvSpPr>
        <p:spPr>
          <a:xfrm xmlns:a="http://schemas.openxmlformats.org/drawingml/2006/main">
            <a:off x="609600" y="19526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밝기 통계 작업은 검증된 결과로 마쳤다</a:t>
            </a:r>
          </a:p>
        </p:txBody>
      </p:sp>
      <p:sp>
        <p:nvSpPr>
          <p:cNvPr id="8" name="">
            <a:extLst xmlns:a="http://schemas.openxmlformats.org/drawingml/2006/main">
              <a:ext uri="{FF2B5EF4-FFF2-40B4-BE49-F238E27FC236}">
                <a16:creationId xmlns:a16="http://schemas.microsoft.com/office/drawing/2014/main" id="{CD3B27FC-69DF-45E7-8B73-C440A9D5560A}"/>
              </a:ext>
            </a:extLst>
          </p:cNvPr>
          <p:cNvSpPr>
            <a:spLocks xmlns:a="http://schemas.openxmlformats.org/drawingml/2006/main" noGrp="1"/>
          </p:cNvSpPr>
          <p:nvPr/>
        </p:nvSpPr>
        <p:spPr>
          <a:xfrm xmlns:a="http://schemas.openxmlformats.org/drawingml/2006/main">
            <a:off x="60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명세">
            <a:extLst xmlns:a="http://schemas.openxmlformats.org/drawingml/2006/main">
              <a:ext uri="{FF2B5EF4-FFF2-40B4-BE49-F238E27FC236}">
                <a16:creationId xmlns:a16="http://schemas.microsoft.com/office/drawing/2014/main" id="{163B5B8A-66CB-4472-9D87-D3CAA1C9FEF0}"/>
              </a:ext>
            </a:extLst>
          </p:cNvPr>
          <p:cNvSpPr>
            <a:spLocks xmlns:a="http://schemas.openxmlformats.org/drawingml/2006/main" noGrp="1"/>
          </p:cNvSpPr>
          <p:nvPr/>
        </p:nvSpPr>
        <p:spPr>
          <a:xfrm xmlns:a="http://schemas.openxmlformats.org/drawingml/2006/main">
            <a:off x="60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동작 명세</a:t>
            </a:r>
          </a:p>
        </p:txBody>
      </p:sp>
      <p:sp>
        <p:nvSpPr>
          <p:cNvPr id="10" name="출력 6항목 동일">
            <a:extLst xmlns:a="http://schemas.openxmlformats.org/drawingml/2006/main">
              <a:ext uri="{FF2B5EF4-FFF2-40B4-BE49-F238E27FC236}">
                <a16:creationId xmlns:a16="http://schemas.microsoft.com/office/drawing/2014/main" id="{4B44BFB1-4B41-490F-A0FF-4E02BC626FC5}"/>
              </a:ext>
            </a:extLst>
          </p:cNvPr>
          <p:cNvSpPr>
            <a:spLocks xmlns:a="http://schemas.openxmlformats.org/drawingml/2006/main" noGrp="1"/>
          </p:cNvSpPr>
          <p:nvPr/>
        </p:nvSpPr>
        <p:spPr>
          <a:xfrm xmlns:a="http://schemas.openxmlformats.org/drawingml/2006/main">
            <a:off x="60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 6항목 동일</a:t>
            </a:r>
          </a:p>
        </p:txBody>
      </p:sp>
      <p:sp>
        <p:nvSpPr>
          <p:cNvPr id="11" name="">
            <a:extLst xmlns:a="http://schemas.openxmlformats.org/drawingml/2006/main">
              <a:ext uri="{FF2B5EF4-FFF2-40B4-BE49-F238E27FC236}">
                <a16:creationId xmlns:a16="http://schemas.microsoft.com/office/drawing/2014/main" id="{0A2243C2-E83F-4A5D-87C1-A0619484C02D}"/>
              </a:ext>
            </a:extLst>
          </p:cNvPr>
          <p:cNvSpPr>
            <a:spLocks xmlns:a="http://schemas.openxmlformats.org/drawingml/2006/main" noGrp="1"/>
          </p:cNvSpPr>
          <p:nvPr/>
        </p:nvSpPr>
        <p:spPr>
          <a:xfrm xmlns:a="http://schemas.openxmlformats.org/drawingml/2006/main">
            <a:off x="441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테스트">
            <a:extLst xmlns:a="http://schemas.openxmlformats.org/drawingml/2006/main">
              <a:ext uri="{FF2B5EF4-FFF2-40B4-BE49-F238E27FC236}">
                <a16:creationId xmlns:a16="http://schemas.microsoft.com/office/drawing/2014/main" id="{D9D9D19A-E289-4BA6-A77C-8EAC10386E91}"/>
              </a:ext>
            </a:extLst>
          </p:cNvPr>
          <p:cNvSpPr>
            <a:spLocks xmlns:a="http://schemas.openxmlformats.org/drawingml/2006/main" noGrp="1"/>
          </p:cNvSpPr>
          <p:nvPr/>
        </p:nvSpPr>
        <p:spPr>
          <a:xfrm xmlns:a="http://schemas.openxmlformats.org/drawingml/2006/main">
            <a:off x="441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a:t>
            </a:r>
          </a:p>
        </p:txBody>
      </p:sp>
      <p:sp>
        <p:nvSpPr>
          <p:cNvPr id="13" name="전체 11/11 통과">
            <a:extLst xmlns:a="http://schemas.openxmlformats.org/drawingml/2006/main">
              <a:ext uri="{FF2B5EF4-FFF2-40B4-BE49-F238E27FC236}">
                <a16:creationId xmlns:a16="http://schemas.microsoft.com/office/drawing/2014/main" id="{58773CBC-07F6-4F18-A015-1369E20498F5}"/>
              </a:ext>
            </a:extLst>
          </p:cNvPr>
          <p:cNvSpPr>
            <a:spLocks xmlns:a="http://schemas.openxmlformats.org/drawingml/2006/main" noGrp="1"/>
          </p:cNvSpPr>
          <p:nvPr/>
        </p:nvSpPr>
        <p:spPr>
          <a:xfrm xmlns:a="http://schemas.openxmlformats.org/drawingml/2006/main">
            <a:off x="441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전체 11/11 통과</a:t>
            </a:r>
          </a:p>
        </p:txBody>
      </p:sp>
      <p:sp>
        <p:nvSpPr>
          <p:cNvPr id="14" name="">
            <a:extLst xmlns:a="http://schemas.openxmlformats.org/drawingml/2006/main">
              <a:ext uri="{FF2B5EF4-FFF2-40B4-BE49-F238E27FC236}">
                <a16:creationId xmlns:a16="http://schemas.microsoft.com/office/drawing/2014/main" id="{D42D0F4E-4571-4DBE-801F-0A6B6ABE895A}"/>
              </a:ext>
            </a:extLst>
          </p:cNvPr>
          <p:cNvSpPr>
            <a:spLocks xmlns:a="http://schemas.openxmlformats.org/drawingml/2006/main" noGrp="1"/>
          </p:cNvSpPr>
          <p:nvPr/>
        </p:nvSpPr>
        <p:spPr>
          <a:xfrm xmlns:a="http://schemas.openxmlformats.org/drawingml/2006/main">
            <a:off x="822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성능 측정">
            <a:extLst xmlns:a="http://schemas.openxmlformats.org/drawingml/2006/main">
              <a:ext uri="{FF2B5EF4-FFF2-40B4-BE49-F238E27FC236}">
                <a16:creationId xmlns:a16="http://schemas.microsoft.com/office/drawing/2014/main" id="{2667D08C-B0A7-4284-B148-924D67F9011A}"/>
              </a:ext>
            </a:extLst>
          </p:cNvPr>
          <p:cNvSpPr>
            <a:spLocks xmlns:a="http://schemas.openxmlformats.org/drawingml/2006/main" noGrp="1"/>
          </p:cNvSpPr>
          <p:nvPr/>
        </p:nvSpPr>
        <p:spPr>
          <a:xfrm xmlns:a="http://schemas.openxmlformats.org/drawingml/2006/main">
            <a:off x="822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성능 측정</a:t>
            </a:r>
          </a:p>
        </p:txBody>
      </p:sp>
      <p:sp>
        <p:nvSpPr>
          <p:cNvPr id="16" name="같은 조건 · 결과 guard">
            <a:extLst xmlns:a="http://schemas.openxmlformats.org/drawingml/2006/main">
              <a:ext uri="{FF2B5EF4-FFF2-40B4-BE49-F238E27FC236}">
                <a16:creationId xmlns:a16="http://schemas.microsoft.com/office/drawing/2014/main" id="{97BD000D-E66B-4B2F-8F6C-995C8629F1E9}"/>
              </a:ext>
            </a:extLst>
          </p:cNvPr>
          <p:cNvSpPr>
            <a:spLocks xmlns:a="http://schemas.openxmlformats.org/drawingml/2006/main" noGrp="1"/>
          </p:cNvSpPr>
          <p:nvPr/>
        </p:nvSpPr>
        <p:spPr>
          <a:xfrm xmlns:a="http://schemas.openxmlformats.org/drawingml/2006/main">
            <a:off x="822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 · 결과 guard</a:t>
            </a:r>
          </a:p>
        </p:txBody>
      </p:sp>
      <p:sp>
        <p:nvSpPr>
          <p:cNvPr id="17" name="">
            <a:extLst xmlns:a="http://schemas.openxmlformats.org/drawingml/2006/main">
              <a:ext uri="{FF2B5EF4-FFF2-40B4-BE49-F238E27FC236}">
                <a16:creationId xmlns:a16="http://schemas.microsoft.com/office/drawing/2014/main" id="{00CE3548-CC33-47E6-9A63-9C499BD6D234}"/>
              </a:ext>
            </a:extLst>
          </p:cNvPr>
          <p:cNvSpPr>
            <a:spLocks xmlns:a="http://schemas.openxmlformats.org/drawingml/2006/main" noGrp="1"/>
          </p:cNvSpPr>
          <p:nvPr/>
        </p:nvSpPr>
        <p:spPr>
          <a:xfrm xmlns:a="http://schemas.openxmlformats.org/drawingml/2006/main">
            <a:off x="609600" y="4114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이제 살펴볼 문제: 기준과 절차를 계속 맞게 유지하기">
            <a:extLst xmlns:a="http://schemas.openxmlformats.org/drawingml/2006/main">
              <a:ext uri="{FF2B5EF4-FFF2-40B4-BE49-F238E27FC236}">
                <a16:creationId xmlns:a16="http://schemas.microsoft.com/office/drawing/2014/main" id="{117F69AF-58CD-4F08-B783-6F13867C731B}"/>
              </a:ext>
            </a:extLst>
          </p:cNvPr>
          <p:cNvSpPr>
            <a:spLocks xmlns:a="http://schemas.openxmlformats.org/drawingml/2006/main" noGrp="1"/>
          </p:cNvSpPr>
          <p:nvPr/>
        </p:nvSpPr>
        <p:spPr>
          <a:xfrm xmlns:a="http://schemas.openxmlformats.org/drawingml/2006/main">
            <a:off x="609600" y="43243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이제 살펴볼 문제: 기준과 절차를 계속 맞게 유지하기</a:t>
            </a:r>
          </a:p>
        </p:txBody>
      </p:sp>
      <p:sp>
        <p:nvSpPr>
          <p:cNvPr id="19" name="어떤 변화가 생기면, 담당자가 다시 확인해야 할까?">
            <a:extLst xmlns:a="http://schemas.openxmlformats.org/drawingml/2006/main">
              <a:ext uri="{FF2B5EF4-FFF2-40B4-BE49-F238E27FC236}">
                <a16:creationId xmlns:a16="http://schemas.microsoft.com/office/drawing/2014/main" id="{9D87362D-18DF-47C5-958C-47D7691757A8}"/>
              </a:ext>
            </a:extLst>
          </p:cNvPr>
          <p:cNvSpPr>
            <a:spLocks xmlns:a="http://schemas.openxmlformats.org/drawingml/2006/main" noGrp="1"/>
          </p:cNvSpPr>
          <p:nvPr/>
        </p:nvSpPr>
        <p:spPr>
          <a:xfrm xmlns:a="http://schemas.openxmlformats.org/drawingml/2006/main">
            <a:off x="609600" y="50101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변화가 생기면, 담당자가 다시 확인해야 할까?</a:t>
            </a:r>
          </a:p>
        </p:txBody>
      </p:sp>
      <p:sp>
        <p:nvSpPr>
          <p:cNvPr id="20" name="Legacy module connection">
            <a:extLst xmlns:a="http://schemas.openxmlformats.org/drawingml/2006/main">
              <a:ext uri="{FF2B5EF4-FFF2-40B4-BE49-F238E27FC236}">
                <a16:creationId xmlns:a16="http://schemas.microsoft.com/office/drawing/2014/main" id="{D28150EF-1CBC-413D-B2E1-37E42E4FB54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0158712"/>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별도 가상 사례의 출발점">
            <a:extLst xmlns:a="http://schemas.openxmlformats.org/drawingml/2006/main">
              <a:ext uri="{FF2B5EF4-FFF2-40B4-BE49-F238E27FC236}">
                <a16:creationId xmlns:a16="http://schemas.microsoft.com/office/drawing/2014/main" id="{90406991-310D-4BC7-973D-A9AE96E062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별도 가상 사례의 출발점</a:t>
            </a:r>
          </a:p>
        </p:txBody>
      </p:sp>
      <p:sp>
        <p:nvSpPr>
          <p:cNvPr id="2" name="S69">
            <a:extLst xmlns:a="http://schemas.openxmlformats.org/drawingml/2006/main">
              <a:ext uri="{FF2B5EF4-FFF2-40B4-BE49-F238E27FC236}">
                <a16:creationId xmlns:a16="http://schemas.microsoft.com/office/drawing/2014/main" id="{3F875CDA-EBAD-4515-A202-B6ADCD977B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처음에는 기준과 재사용 절차가 맞았다">
            <a:extLst xmlns:a="http://schemas.openxmlformats.org/drawingml/2006/main">
              <a:ext uri="{FF2B5EF4-FFF2-40B4-BE49-F238E27FC236}">
                <a16:creationId xmlns:a16="http://schemas.microsoft.com/office/drawing/2014/main" id="{1409F1F3-B6A2-4B20-9098-F1E2B5DADDE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처음에는 기준과 재사용 절차가 맞았다</a:t>
            </a:r>
          </a:p>
        </p:txBody>
      </p:sp>
      <p:sp>
        <p:nvSpPr>
          <p:cNvPr id="4" name="">
            <a:extLst xmlns:a="http://schemas.openxmlformats.org/drawingml/2006/main">
              <a:ext uri="{FF2B5EF4-FFF2-40B4-BE49-F238E27FC236}">
                <a16:creationId xmlns:a16="http://schemas.microsoft.com/office/drawing/2014/main" id="{EFCADAFA-9757-4A2C-BB7B-E8D0B92453B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기준과 재사용 지침이 일치한다는 가정">
            <a:extLst xmlns:a="http://schemas.openxmlformats.org/drawingml/2006/main">
              <a:ext uri="{FF2B5EF4-FFF2-40B4-BE49-F238E27FC236}">
                <a16:creationId xmlns:a16="http://schemas.microsoft.com/office/drawing/2014/main" id="{4050B6CF-F6FC-4B94-96C1-0ECF7FF2A4B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기준과 재사용 지침이 일치한다는 가정</a:t>
            </a:r>
          </a:p>
        </p:txBody>
      </p:sp>
      <p:sp>
        <p:nvSpPr>
          <p:cNvPr id="6" name="실제 graypipe 이력·Agent 실행·테스트 결과 아님 · 앞의 Skill과 같은 역할이며 같은 파일이">
            <a:extLst xmlns:a="http://schemas.openxmlformats.org/drawingml/2006/main">
              <a:ext uri="{FF2B5EF4-FFF2-40B4-BE49-F238E27FC236}">
                <a16:creationId xmlns:a16="http://schemas.microsoft.com/office/drawing/2014/main" id="{98169F23-6E45-468A-8738-3C1AD85C19E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 이력·Agent 실행·테스트 결과 아님 · 앞의 Skill과 같은 역할이며 같은 파일이 아님</a:t>
            </a:r>
          </a:p>
        </p:txBody>
      </p:sp>
      <p:sp>
        <p:nvSpPr>
          <p:cNvPr id="7" name="Workflow = 재사용할 수행 절차 · 앞에서는 Skill로 관리">
            <a:extLst xmlns:a="http://schemas.openxmlformats.org/drawingml/2006/main">
              <a:ext uri="{FF2B5EF4-FFF2-40B4-BE49-F238E27FC236}">
                <a16:creationId xmlns:a16="http://schemas.microsoft.com/office/drawing/2014/main" id="{76226FBF-0875-4C3B-94E1-D1806ECD0BC3}"/>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 = 재사용할 수행 절차 · 앞에서는 Skill로 관리</a:t>
            </a:r>
          </a:p>
        </p:txBody>
      </p:sp>
      <p:sp>
        <p:nvSpPr>
          <p:cNvPr id="8" name="프로젝트의 현재 기준">
            <a:extLst xmlns:a="http://schemas.openxmlformats.org/drawingml/2006/main">
              <a:ext uri="{FF2B5EF4-FFF2-40B4-BE49-F238E27FC236}">
                <a16:creationId xmlns:a16="http://schemas.microsoft.com/office/drawing/2014/main" id="{EC9A2C24-7586-4910-B103-E493C3786FA8}"/>
              </a:ext>
            </a:extLst>
          </p:cNvPr>
          <p:cNvSpPr>
            <a:spLocks xmlns:a="http://schemas.openxmlformats.org/drawingml/2006/main" noGrp="1"/>
          </p:cNvSpPr>
          <p:nvPr/>
        </p:nvSpPr>
        <p:spPr>
          <a:xfrm xmlns:a="http://schemas.openxmlformats.org/drawingml/2006/main">
            <a:off x="6096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프로젝트의 현재 기준</a:t>
            </a:r>
          </a:p>
        </p:txBody>
      </p:sp>
      <p:sp>
        <p:nvSpPr>
          <p:cNvPr id="9" name="">
            <a:extLst xmlns:a="http://schemas.openxmlformats.org/drawingml/2006/main">
              <a:ext uri="{FF2B5EF4-FFF2-40B4-BE49-F238E27FC236}">
                <a16:creationId xmlns:a16="http://schemas.microsoft.com/office/drawing/2014/main" id="{FE848E33-266D-4505-AC3E-E5C131B62722}"/>
              </a:ext>
            </a:extLst>
          </p:cNvPr>
          <p:cNvSpPr>
            <a:spLocks xmlns:a="http://schemas.openxmlformats.org/drawingml/2006/main" noGrp="1"/>
          </p:cNvSpPr>
          <p:nvPr/>
        </p:nvSpPr>
        <p:spPr>
          <a:xfrm xmlns:a="http://schemas.openxmlformats.org/drawingml/2006/main">
            <a:off x="6096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단위 테스트">
            <a:extLst xmlns:a="http://schemas.openxmlformats.org/drawingml/2006/main">
              <a:ext uri="{FF2B5EF4-FFF2-40B4-BE49-F238E27FC236}">
                <a16:creationId xmlns:a16="http://schemas.microsoft.com/office/drawing/2014/main" id="{CA5A6399-CFA9-4AA9-B588-E6D0F764C7B4}"/>
              </a:ext>
            </a:extLst>
          </p:cNvPr>
          <p:cNvSpPr>
            <a:spLocks xmlns:a="http://schemas.openxmlformats.org/drawingml/2006/main" noGrp="1"/>
          </p:cNvSpPr>
          <p:nvPr/>
        </p:nvSpPr>
        <p:spPr>
          <a:xfrm xmlns:a="http://schemas.openxmlformats.org/drawingml/2006/main">
            <a:off x="6096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1" name="프로젝트 문서에서 확인">
            <a:extLst xmlns:a="http://schemas.openxmlformats.org/drawingml/2006/main">
              <a:ext uri="{FF2B5EF4-FFF2-40B4-BE49-F238E27FC236}">
                <a16:creationId xmlns:a16="http://schemas.microsoft.com/office/drawing/2014/main" id="{4E3CF019-CF45-425C-B43A-8542147241AB}"/>
              </a:ext>
            </a:extLst>
          </p:cNvPr>
          <p:cNvSpPr>
            <a:spLocks xmlns:a="http://schemas.openxmlformats.org/drawingml/2006/main" noGrp="1"/>
          </p:cNvSpPr>
          <p:nvPr/>
        </p:nvSpPr>
        <p:spPr>
          <a:xfrm xmlns:a="http://schemas.openxmlformats.org/drawingml/2006/main">
            <a:off x="6096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프로젝트 문서에서 확인</a:t>
            </a:r>
          </a:p>
        </p:txBody>
      </p:sp>
      <p:sp>
        <p:nvSpPr>
          <p:cNvPr id="12" name="Workflow · 재사용 지침">
            <a:extLst xmlns:a="http://schemas.openxmlformats.org/drawingml/2006/main">
              <a:ext uri="{FF2B5EF4-FFF2-40B4-BE49-F238E27FC236}">
                <a16:creationId xmlns:a16="http://schemas.microsoft.com/office/drawing/2014/main" id="{A275618A-2B7B-4980-B2B3-5038C0726E97}"/>
              </a:ext>
            </a:extLst>
          </p:cNvPr>
          <p:cNvSpPr>
            <a:spLocks xmlns:a="http://schemas.openxmlformats.org/drawingml/2006/main" noGrp="1"/>
          </p:cNvSpPr>
          <p:nvPr/>
        </p:nvSpPr>
        <p:spPr>
          <a:xfrm xmlns:a="http://schemas.openxmlformats.org/drawingml/2006/main">
            <a:off x="68961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Workflow · 재사용 지침</a:t>
            </a:r>
          </a:p>
        </p:txBody>
      </p:sp>
      <p:sp>
        <p:nvSpPr>
          <p:cNvPr id="13" name="">
            <a:extLst xmlns:a="http://schemas.openxmlformats.org/drawingml/2006/main">
              <a:ext uri="{FF2B5EF4-FFF2-40B4-BE49-F238E27FC236}">
                <a16:creationId xmlns:a16="http://schemas.microsoft.com/office/drawing/2014/main" id="{9714DBA4-65BA-4020-86A4-2982810ED295}"/>
              </a:ext>
            </a:extLst>
          </p:cNvPr>
          <p:cNvSpPr>
            <a:spLocks xmlns:a="http://schemas.openxmlformats.org/drawingml/2006/main" noGrp="1"/>
          </p:cNvSpPr>
          <p:nvPr/>
        </p:nvSpPr>
        <p:spPr>
          <a:xfrm xmlns:a="http://schemas.openxmlformats.org/drawingml/2006/main">
            <a:off x="68961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단위 테스트">
            <a:extLst xmlns:a="http://schemas.openxmlformats.org/drawingml/2006/main">
              <a:ext uri="{FF2B5EF4-FFF2-40B4-BE49-F238E27FC236}">
                <a16:creationId xmlns:a16="http://schemas.microsoft.com/office/drawing/2014/main" id="{977CB286-1953-49E2-8FBC-06C54920855E}"/>
              </a:ext>
            </a:extLst>
          </p:cNvPr>
          <p:cNvSpPr>
            <a:spLocks xmlns:a="http://schemas.openxmlformats.org/drawingml/2006/main" noGrp="1"/>
          </p:cNvSpPr>
          <p:nvPr/>
        </p:nvSpPr>
        <p:spPr>
          <a:xfrm xmlns:a="http://schemas.openxmlformats.org/drawingml/2006/main">
            <a:off x="68961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5" name="다음 작업에서 다시 읽음">
            <a:extLst xmlns:a="http://schemas.openxmlformats.org/drawingml/2006/main">
              <a:ext uri="{FF2B5EF4-FFF2-40B4-BE49-F238E27FC236}">
                <a16:creationId xmlns:a16="http://schemas.microsoft.com/office/drawing/2014/main" id="{DFCB1280-5B97-4345-B646-7FE95ABB67A7}"/>
              </a:ext>
            </a:extLst>
          </p:cNvPr>
          <p:cNvSpPr>
            <a:spLocks xmlns:a="http://schemas.openxmlformats.org/drawingml/2006/main" noGrp="1"/>
          </p:cNvSpPr>
          <p:nvPr/>
        </p:nvSpPr>
        <p:spPr>
          <a:xfrm xmlns:a="http://schemas.openxmlformats.org/drawingml/2006/main">
            <a:off x="68961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다음 작업에서 다시 읽음</a:t>
            </a:r>
          </a:p>
        </p:txBody>
      </p:sp>
      <p:sp>
        <p:nvSpPr>
          <p:cNvPr id="16" name="=">
            <a:extLst xmlns:a="http://schemas.openxmlformats.org/drawingml/2006/main">
              <a:ext uri="{FF2B5EF4-FFF2-40B4-BE49-F238E27FC236}">
                <a16:creationId xmlns:a16="http://schemas.microsoft.com/office/drawing/2014/main" id="{2FD5138C-D820-4333-BAEA-0FCE2065DD15}"/>
              </a:ext>
            </a:extLst>
          </p:cNvPr>
          <p:cNvSpPr>
            <a:spLocks xmlns:a="http://schemas.openxmlformats.org/drawingml/2006/main" noGrp="1"/>
          </p:cNvSpPr>
          <p:nvPr/>
        </p:nvSpPr>
        <p:spPr>
          <a:xfrm xmlns:a="http://schemas.openxmlformats.org/drawingml/2006/main">
            <a:off x="5695950" y="3438525"/>
            <a:ext cx="800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000" b="1">
                <a:solidFill>
                  <a:srgbClr val="0B6172"/>
                </a:solidFill>
                <a:latin typeface="Malgun Gothic"/>
                <a:ea typeface="Malgun Gothic"/>
                <a:cs typeface="Malgun Gothic"/>
              </a:defRPr>
            </a:defPPr>
            <a:lvl1pPr algn="ctr">
              <a:defRPr sz="3000" b="1">
                <a:solidFill>
                  <a:srgbClr val="0B6172"/>
                </a:solidFill>
                <a:latin typeface="Malgun Gothic"/>
                <a:ea typeface="Malgun Gothic"/>
                <a:cs typeface="Malgun Gothic"/>
              </a:defRPr>
            </a:lvl1pPr>
            <a:lvl2pPr algn="ctr">
              <a:defRPr sz="3000" b="1">
                <a:solidFill>
                  <a:srgbClr val="0B6172"/>
                </a:solidFill>
                <a:latin typeface="Malgun Gothic"/>
                <a:ea typeface="Malgun Gothic"/>
                <a:cs typeface="Malgun Gothic"/>
              </a:defRPr>
            </a:lvl2pPr>
            <a:lvl3pPr algn="ctr">
              <a:defRPr sz="3000" b="1">
                <a:solidFill>
                  <a:srgbClr val="0B6172"/>
                </a:solidFill>
                <a:latin typeface="Malgun Gothic"/>
                <a:ea typeface="Malgun Gothic"/>
                <a:cs typeface="Malgun Gothic"/>
              </a:defRPr>
            </a:lvl3pPr>
            <a:lvl4pPr algn="ctr">
              <a:defRPr sz="3000" b="1">
                <a:solidFill>
                  <a:srgbClr val="0B6172"/>
                </a:solidFill>
                <a:latin typeface="Malgun Gothic"/>
                <a:ea typeface="Malgun Gothic"/>
                <a:cs typeface="Malgun Gothic"/>
              </a:defRPr>
            </a:lvl4pPr>
            <a:lvl5pPr algn="ctr">
              <a:defRPr sz="3000" b="1">
                <a:solidFill>
                  <a:srgbClr val="0B6172"/>
                </a:solidFill>
                <a:latin typeface="Malgun Gothic"/>
                <a:ea typeface="Malgun Gothic"/>
                <a:cs typeface="Malgun Gothic"/>
              </a:defRPr>
            </a:lvl5pPr>
            <a:lvl6pPr algn="ctr">
              <a:defRPr sz="3000" b="1">
                <a:solidFill>
                  <a:srgbClr val="0B6172"/>
                </a:solidFill>
                <a:latin typeface="Malgun Gothic"/>
                <a:ea typeface="Malgun Gothic"/>
                <a:cs typeface="Malgun Gothic"/>
              </a:defRPr>
            </a:lvl6pPr>
            <a:lvl7pPr algn="ctr">
              <a:defRPr sz="3000" b="1">
                <a:solidFill>
                  <a:srgbClr val="0B6172"/>
                </a:solidFill>
                <a:latin typeface="Malgun Gothic"/>
                <a:ea typeface="Malgun Gothic"/>
                <a:cs typeface="Malgun Gothic"/>
              </a:defRPr>
            </a:lvl7pPr>
            <a:lvl8pPr algn="ctr">
              <a:defRPr sz="3000" b="1">
                <a:solidFill>
                  <a:srgbClr val="0B6172"/>
                </a:solidFill>
                <a:latin typeface="Malgun Gothic"/>
                <a:ea typeface="Malgun Gothic"/>
                <a:cs typeface="Malgun Gothic"/>
              </a:defRPr>
            </a:lvl8pPr>
            <a:lvl9pPr algn="ctr">
              <a:defRPr sz="3000" b="1">
                <a:solidFill>
                  <a:srgbClr val="0B6172"/>
                </a:solidFill>
                <a:latin typeface="Malgun Gothic"/>
                <a:ea typeface="Malgun Gothic"/>
                <a:cs typeface="Malgun Gothic"/>
              </a:defRPr>
            </a:lvl9pPr>
          </a:lstStyle>
          <a:p xmlns:a="http://schemas.openxmlformats.org/drawingml/2006/main">
            <a:pPr algn="ctr">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7" name="가정: 현재 기준에 맞춰 검토해 둔 절차">
            <a:extLst xmlns:a="http://schemas.openxmlformats.org/drawingml/2006/main">
              <a:ext uri="{FF2B5EF4-FFF2-40B4-BE49-F238E27FC236}">
                <a16:creationId xmlns:a16="http://schemas.microsoft.com/office/drawing/2014/main" id="{FF077D53-E14E-4226-9384-C7F6B2E4BA47}"/>
              </a:ext>
            </a:extLst>
          </p:cNvPr>
          <p:cNvSpPr>
            <a:spLocks xmlns:a="http://schemas.openxmlformats.org/drawingml/2006/main" noGrp="1"/>
          </p:cNvSpPr>
          <p:nvPr/>
        </p:nvSpPr>
        <p:spPr>
          <a:xfrm xmlns:a="http://schemas.openxmlformats.org/drawingml/2006/main">
            <a:off x="609600" y="51054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가정: 현재 기준에 맞춰 검토해 둔 절차</a:t>
            </a:r>
          </a:p>
        </p:txBody>
      </p:sp>
      <p:sp>
        <p:nvSpPr>
          <p:cNvPr id="18" name="Legacy module connection">
            <a:extLst xmlns:a="http://schemas.openxmlformats.org/drawingml/2006/main">
              <a:ext uri="{FF2B5EF4-FFF2-40B4-BE49-F238E27FC236}">
                <a16:creationId xmlns:a16="http://schemas.microsoft.com/office/drawing/2014/main" id="{31BED6BD-4D64-47AA-BA3C-CF98468D93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21018234"/>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5D024AC7-801B-4C87-BB5F-12D2843447B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0">
            <a:extLst xmlns:a="http://schemas.openxmlformats.org/drawingml/2006/main">
              <a:ext uri="{FF2B5EF4-FFF2-40B4-BE49-F238E27FC236}">
                <a16:creationId xmlns:a16="http://schemas.microsoft.com/office/drawing/2014/main" id="{D7C20B26-73FF-4D9B-A865-05ED89EBA0D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Project는 바뀌고 Workflow는 남았다">
            <a:extLst xmlns:a="http://schemas.openxmlformats.org/drawingml/2006/main">
              <a:ext uri="{FF2B5EF4-FFF2-40B4-BE49-F238E27FC236}">
                <a16:creationId xmlns:a16="http://schemas.microsoft.com/office/drawing/2014/main" id="{E1A5BEA3-C294-4534-8A7F-BAAF901E39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257206A2-7D38-4DCC-85AA-215E00960FF5}"/>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33C4E73A-18E3-48FF-B0C1-4DF095CAEAB1}"/>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1F677087-EF4E-46AC-A0EC-335E7E0E4159}"/>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D0E36E45-936F-4DDE-85C5-FD545CE329CF}"/>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10BB1B8A-0F41-4F10-9B4C-01D0BACA7B0E}"/>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F269D38B-025C-4273-B073-8F6D5E140C0D}"/>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F1763AB1-6AD2-4874-AE3C-1EBDE29A8B90}"/>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75CD3152-C40A-475A-A7A3-2CADDF07FF9A}"/>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DC735AEE-328B-4974-9EB3-4734380E5A3C}"/>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616E9B54-CF03-449D-AC93-0D48118F49B7}"/>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98B5413C-8599-4FB2-8552-0FD47E688876}"/>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F7C93ED8-5F75-40E4-A789-4984EA061379}"/>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DDA6B97B-BCDB-4493-8491-1F511A38F3A9}"/>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FB64ED1E-A474-45A3-B1B7-7DA4600409FC}"/>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71C4F6B6-32B9-4B1E-B608-FA4EE474EFE8}"/>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8DEACC18-96B1-461E-8673-42FA0560B82C}"/>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460F4570-8C8F-4B86-B749-AF162D747178}"/>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2BE36358-8551-41A5-8D35-D748E09E1AB0}"/>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A317FF4E-5D92-4DF6-8B49-DD962AB98741}"/>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1B96AE21-2B94-4016-87E9-0D1813D973C8}"/>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F60CEC1E-7810-49E7-A611-C5D656A1D497}"/>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검토·갱신 담당은 이 차이를 언제 확인할까?">
            <a:extLst xmlns:a="http://schemas.openxmlformats.org/drawingml/2006/main">
              <a:ext uri="{FF2B5EF4-FFF2-40B4-BE49-F238E27FC236}">
                <a16:creationId xmlns:a16="http://schemas.microsoft.com/office/drawing/2014/main" id="{C835EEE0-9771-4116-BB21-3EF0B6DF126A}"/>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검토·갱신 담당은 이 차이를 언제 확인할까?</a:t>
            </a:r>
          </a:p>
        </p:txBody>
      </p:sp>
      <p:sp>
        <p:nvSpPr>
          <p:cNvPr id="26" name="">
            <a:extLst xmlns:a="http://schemas.openxmlformats.org/drawingml/2006/main">
              <a:ext uri="{FF2B5EF4-FFF2-40B4-BE49-F238E27FC236}">
                <a16:creationId xmlns:a16="http://schemas.microsoft.com/office/drawing/2014/main" id="{9476C1B0-1525-4F92-BB97-6F45E84331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32D153F4-0E95-4C47-9F8D-0EA886497F9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C6DCC229-5FA0-4271-848E-EB7E5D8E4E3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103B64E2-5976-4B1B-A96A-A66A7626D6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43640773"/>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요청 보정과 지침 유지">
            <a:extLst xmlns:a="http://schemas.openxmlformats.org/drawingml/2006/main">
              <a:ext uri="{FF2B5EF4-FFF2-40B4-BE49-F238E27FC236}">
                <a16:creationId xmlns:a16="http://schemas.microsoft.com/office/drawing/2014/main" id="{8A1DF04C-4EBE-486C-9C1F-0EB8EA1E9B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요청 보정과 지침 유지</a:t>
            </a:r>
          </a:p>
        </p:txBody>
      </p:sp>
      <p:sp>
        <p:nvSpPr>
          <p:cNvPr id="2" name="S71">
            <a:extLst xmlns:a="http://schemas.openxmlformats.org/drawingml/2006/main">
              <a:ext uri="{FF2B5EF4-FFF2-40B4-BE49-F238E27FC236}">
                <a16:creationId xmlns:a16="http://schemas.microsoft.com/office/drawing/2014/main" id="{DACCA114-B4D8-452A-B7E0-AB3A779CF3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이번 요청과 다음 작업의 지침">
            <a:extLst xmlns:a="http://schemas.openxmlformats.org/drawingml/2006/main">
              <a:ext uri="{FF2B5EF4-FFF2-40B4-BE49-F238E27FC236}">
                <a16:creationId xmlns:a16="http://schemas.microsoft.com/office/drawing/2014/main" id="{B4D8C405-E9EB-4B82-A272-4A37C9B712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요청과 다음 작업의 지침</a:t>
            </a:r>
          </a:p>
        </p:txBody>
      </p:sp>
      <p:sp>
        <p:nvSpPr>
          <p:cNvPr id="4" name="">
            <a:extLst xmlns:a="http://schemas.openxmlformats.org/drawingml/2006/main">
              <a:ext uri="{FF2B5EF4-FFF2-40B4-BE49-F238E27FC236}">
                <a16:creationId xmlns:a16="http://schemas.microsoft.com/office/drawing/2014/main" id="{806B7C43-C935-46F5-ACD1-EB374523EB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을 보정하는 경우와 남아 있는 재사용 지침">
            <a:extLst xmlns:a="http://schemas.openxmlformats.org/drawingml/2006/main">
              <a:ext uri="{FF2B5EF4-FFF2-40B4-BE49-F238E27FC236}">
                <a16:creationId xmlns:a16="http://schemas.microsoft.com/office/drawing/2014/main" id="{697584C0-7E37-4A3E-8236-95601CBC5A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요청을 보정하는 경우와 남아 있는 재사용 지침</a:t>
            </a:r>
          </a:p>
        </p:txBody>
      </p:sp>
      <p:sp>
        <p:nvSpPr>
          <p:cNvPr id="6" name="가능한 대응의 비교 · 실제 실행·복구 성공·검증 누락을 관찰한 결과 아님">
            <a:extLst xmlns:a="http://schemas.openxmlformats.org/drawingml/2006/main">
              <a:ext uri="{FF2B5EF4-FFF2-40B4-BE49-F238E27FC236}">
                <a16:creationId xmlns:a16="http://schemas.microsoft.com/office/drawing/2014/main" id="{71F617A3-1C41-42BE-98A2-FBC63B6686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대응의 비교 · 실제 실행·복구 성공·검증 누락을 관찰한 결과 아님</a:t>
            </a:r>
          </a:p>
        </p:txBody>
      </p:sp>
      <p:sp>
        <p:nvSpPr>
          <p:cNvPr id="7" name="이번 요청에 통합 테스트를 더한다면?">
            <a:extLst xmlns:a="http://schemas.openxmlformats.org/drawingml/2006/main">
              <a:ext uri="{FF2B5EF4-FFF2-40B4-BE49-F238E27FC236}">
                <a16:creationId xmlns:a16="http://schemas.microsoft.com/office/drawing/2014/main" id="{ACBD6B5F-ABD0-4C54-8D01-6A991B7006FA}"/>
              </a:ext>
            </a:extLst>
          </p:cNvPr>
          <p:cNvSpPr>
            <a:spLocks xmlns:a="http://schemas.openxmlformats.org/drawingml/2006/main" noGrp="1"/>
          </p:cNvSpPr>
          <p:nvPr/>
        </p:nvSpPr>
        <p:spPr>
          <a:xfrm xmlns:a="http://schemas.openxmlformats.org/drawingml/2006/main">
            <a:off x="609600" y="1809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이번 요청에 통합 테스트를 더한다면?</a:t>
            </a:r>
          </a:p>
        </p:txBody>
      </p:sp>
      <p:sp>
        <p:nvSpPr>
          <p:cNvPr id="8" name="이번 요청">
            <a:extLst xmlns:a="http://schemas.openxmlformats.org/drawingml/2006/main">
              <a:ext uri="{FF2B5EF4-FFF2-40B4-BE49-F238E27FC236}">
                <a16:creationId xmlns:a16="http://schemas.microsoft.com/office/drawing/2014/main" id="{BC8B12E4-2204-485E-8327-91ED34C3DDBF}"/>
              </a:ext>
            </a:extLst>
          </p:cNvPr>
          <p:cNvSpPr>
            <a:spLocks xmlns:a="http://schemas.openxmlformats.org/drawingml/2006/main" noGrp="1"/>
          </p:cNvSpPr>
          <p:nvPr/>
        </p:nvSpPr>
        <p:spPr>
          <a:xfrm xmlns:a="http://schemas.openxmlformats.org/drawingml/2006/main">
            <a:off x="609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요청</a:t>
            </a:r>
          </a:p>
        </p:txBody>
      </p:sp>
      <p:sp>
        <p:nvSpPr>
          <p:cNvPr id="9" name="">
            <a:extLst xmlns:a="http://schemas.openxmlformats.org/drawingml/2006/main">
              <a:ext uri="{FF2B5EF4-FFF2-40B4-BE49-F238E27FC236}">
                <a16:creationId xmlns:a16="http://schemas.microsoft.com/office/drawing/2014/main" id="{D64C8437-C0BE-4FC3-9FA5-7563EFA97DE8}"/>
              </a:ext>
            </a:extLst>
          </p:cNvPr>
          <p:cNvSpPr>
            <a:spLocks xmlns:a="http://schemas.openxmlformats.org/drawingml/2006/main" noGrp="1"/>
          </p:cNvSpPr>
          <p:nvPr/>
        </p:nvSpPr>
        <p:spPr>
          <a:xfrm xmlns:a="http://schemas.openxmlformats.org/drawingml/2006/main">
            <a:off x="609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통합 테스트도 확인해 줘.">
            <a:extLst xmlns:a="http://schemas.openxmlformats.org/drawingml/2006/main">
              <a:ext uri="{FF2B5EF4-FFF2-40B4-BE49-F238E27FC236}">
                <a16:creationId xmlns:a16="http://schemas.microsoft.com/office/drawing/2014/main" id="{39606AB2-E316-4BBE-A883-80F0B013FE27}"/>
              </a:ext>
            </a:extLst>
          </p:cNvPr>
          <p:cNvSpPr>
            <a:spLocks xmlns:a="http://schemas.openxmlformats.org/drawingml/2006/main" noGrp="1"/>
          </p:cNvSpPr>
          <p:nvPr/>
        </p:nvSpPr>
        <p:spPr>
          <a:xfrm xmlns:a="http://schemas.openxmlformats.org/drawingml/2006/main">
            <a:off x="819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통합 테스트도 확인해 줘.</a:t>
            </a:r>
          </a:p>
        </p:txBody>
      </p:sp>
      <p:sp>
        <p:nvSpPr>
          <p:cNvPr id="11" name="이번 Task의 범위를 보정">
            <a:extLst xmlns:a="http://schemas.openxmlformats.org/drawingml/2006/main">
              <a:ext uri="{FF2B5EF4-FFF2-40B4-BE49-F238E27FC236}">
                <a16:creationId xmlns:a16="http://schemas.microsoft.com/office/drawing/2014/main" id="{DCBBC715-4ACB-49B6-B054-260498B2241A}"/>
              </a:ext>
            </a:extLst>
          </p:cNvPr>
          <p:cNvSpPr>
            <a:spLocks xmlns:a="http://schemas.openxmlformats.org/drawingml/2006/main" noGrp="1"/>
          </p:cNvSpPr>
          <p:nvPr/>
        </p:nvSpPr>
        <p:spPr>
          <a:xfrm xmlns:a="http://schemas.openxmlformats.org/drawingml/2006/main">
            <a:off x="609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이번 Task의 범위를 보정</a:t>
            </a:r>
          </a:p>
        </p:txBody>
      </p:sp>
      <p:sp>
        <p:nvSpPr>
          <p:cNvPr id="12" name="다음 작업의 Workflow">
            <a:extLst xmlns:a="http://schemas.openxmlformats.org/drawingml/2006/main">
              <a:ext uri="{FF2B5EF4-FFF2-40B4-BE49-F238E27FC236}">
                <a16:creationId xmlns:a16="http://schemas.microsoft.com/office/drawing/2014/main" id="{1F3AAD1C-9E17-4742-B67D-D2F2999C11EE}"/>
              </a:ext>
            </a:extLst>
          </p:cNvPr>
          <p:cNvSpPr>
            <a:spLocks xmlns:a="http://schemas.openxmlformats.org/drawingml/2006/main" noGrp="1"/>
          </p:cNvSpPr>
          <p:nvPr/>
        </p:nvSpPr>
        <p:spPr>
          <a:xfrm xmlns:a="http://schemas.openxmlformats.org/drawingml/2006/main">
            <a:off x="6705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작업의 Workflow</a:t>
            </a:r>
          </a:p>
        </p:txBody>
      </p:sp>
      <p:sp>
        <p:nvSpPr>
          <p:cNvPr id="13" name="">
            <a:extLst xmlns:a="http://schemas.openxmlformats.org/drawingml/2006/main">
              <a:ext uri="{FF2B5EF4-FFF2-40B4-BE49-F238E27FC236}">
                <a16:creationId xmlns:a16="http://schemas.microsoft.com/office/drawing/2014/main" id="{57AD89D8-665A-4108-8F8C-78E96552C77D}"/>
              </a:ext>
            </a:extLst>
          </p:cNvPr>
          <p:cNvSpPr>
            <a:spLocks xmlns:a="http://schemas.openxmlformats.org/drawingml/2006/main" noGrp="1"/>
          </p:cNvSpPr>
          <p:nvPr/>
        </p:nvSpPr>
        <p:spPr>
          <a:xfrm xmlns:a="http://schemas.openxmlformats.org/drawingml/2006/main">
            <a:off x="6705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14" name="여전히 단위 테스트만 지시">
            <a:extLst xmlns:a="http://schemas.openxmlformats.org/drawingml/2006/main">
              <a:ext uri="{FF2B5EF4-FFF2-40B4-BE49-F238E27FC236}">
                <a16:creationId xmlns:a16="http://schemas.microsoft.com/office/drawing/2014/main" id="{D50BFECA-72A1-4EAE-A3C5-84D47D63CDD7}"/>
              </a:ext>
            </a:extLst>
          </p:cNvPr>
          <p:cNvSpPr>
            <a:spLocks xmlns:a="http://schemas.openxmlformats.org/drawingml/2006/main" noGrp="1"/>
          </p:cNvSpPr>
          <p:nvPr/>
        </p:nvSpPr>
        <p:spPr>
          <a:xfrm xmlns:a="http://schemas.openxmlformats.org/drawingml/2006/main">
            <a:off x="6915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여전히 단위 테스트만 지시</a:t>
            </a:r>
          </a:p>
        </p:txBody>
      </p:sp>
      <p:sp>
        <p:nvSpPr>
          <p:cNvPr id="15" name="재사용 지침은 별도 검토 필요">
            <a:extLst xmlns:a="http://schemas.openxmlformats.org/drawingml/2006/main">
              <a:ext uri="{FF2B5EF4-FFF2-40B4-BE49-F238E27FC236}">
                <a16:creationId xmlns:a16="http://schemas.microsoft.com/office/drawing/2014/main" id="{2A56E782-D8BF-4D1A-9EC4-9947091D4DDF}"/>
              </a:ext>
            </a:extLst>
          </p:cNvPr>
          <p:cNvSpPr>
            <a:spLocks xmlns:a="http://schemas.openxmlformats.org/drawingml/2006/main" noGrp="1"/>
          </p:cNvSpPr>
          <p:nvPr/>
        </p:nvSpPr>
        <p:spPr>
          <a:xfrm xmlns:a="http://schemas.openxmlformats.org/drawingml/2006/main">
            <a:off x="6705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재사용 지침은 별도 검토 필요</a:t>
            </a:r>
          </a:p>
        </p:txBody>
      </p:sp>
      <p:sp>
        <p:nvSpPr>
          <p:cNvPr id="16" name="원인을 확인한 뒤, 다음 작업이 읽을 출처를 검토한다">
            <a:extLst xmlns:a="http://schemas.openxmlformats.org/drawingml/2006/main">
              <a:ext uri="{FF2B5EF4-FFF2-40B4-BE49-F238E27FC236}">
                <a16:creationId xmlns:a16="http://schemas.microsoft.com/office/drawing/2014/main" id="{9A95BE8E-D9CF-4B78-9DA1-9FC74078D420}"/>
              </a:ext>
            </a:extLst>
          </p:cNvPr>
          <p:cNvSpPr>
            <a:spLocks xmlns:a="http://schemas.openxmlformats.org/drawingml/2006/main" noGrp="1"/>
          </p:cNvSpPr>
          <p:nvPr/>
        </p:nvSpPr>
        <p:spPr>
          <a:xfrm xmlns:a="http://schemas.openxmlformats.org/drawingml/2006/main">
            <a:off x="609600" y="5238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원인을 확인한 뒤, 다음 작업이 읽을 출처를 검토한다</a:t>
            </a:r>
          </a:p>
        </p:txBody>
      </p:sp>
      <p:sp>
        <p:nvSpPr>
          <p:cNvPr id="17" name="Legacy module connection">
            <a:extLst xmlns:a="http://schemas.openxmlformats.org/drawingml/2006/main">
              <a:ext uri="{FF2B5EF4-FFF2-40B4-BE49-F238E27FC236}">
                <a16:creationId xmlns:a16="http://schemas.microsoft.com/office/drawing/2014/main" id="{5B9830C4-9BF3-48D9-862A-5D8E6AEFDB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755071570"/>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조사할 대상과 근거">
            <a:extLst xmlns:a="http://schemas.openxmlformats.org/drawingml/2006/main">
              <a:ext uri="{FF2B5EF4-FFF2-40B4-BE49-F238E27FC236}">
                <a16:creationId xmlns:a16="http://schemas.microsoft.com/office/drawing/2014/main" id="{8C147D6C-B961-4087-8D2E-83819F0383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조사할 대상과 근거</a:t>
            </a:r>
          </a:p>
        </p:txBody>
      </p:sp>
      <p:sp>
        <p:nvSpPr>
          <p:cNvPr id="2" name="S72">
            <a:extLst xmlns:a="http://schemas.openxmlformats.org/drawingml/2006/main">
              <a:ext uri="{FF2B5EF4-FFF2-40B4-BE49-F238E27FC236}">
                <a16:creationId xmlns:a16="http://schemas.microsoft.com/office/drawing/2014/main" id="{E6D294EA-3BE1-457D-98A9-EA9923B61A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원인을 고르기 전에 확인할 기록">
            <a:extLst xmlns:a="http://schemas.openxmlformats.org/drawingml/2006/main">
              <a:ext uri="{FF2B5EF4-FFF2-40B4-BE49-F238E27FC236}">
                <a16:creationId xmlns:a16="http://schemas.microsoft.com/office/drawing/2014/main" id="{C2B01BD2-D5DC-46BE-909F-0ACCA62EE13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원인을 고르기 전에 확인할 기록</a:t>
            </a:r>
          </a:p>
        </p:txBody>
      </p:sp>
      <p:sp>
        <p:nvSpPr>
          <p:cNvPr id="4" name="">
            <a:extLst xmlns:a="http://schemas.openxmlformats.org/drawingml/2006/main">
              <a:ext uri="{FF2B5EF4-FFF2-40B4-BE49-F238E27FC236}">
                <a16:creationId xmlns:a16="http://schemas.microsoft.com/office/drawing/2014/main" id="{BC17E91F-F455-4599-A8D1-F2E9B52E6B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실제 문제라면 확인할 기록을 설계한 교육용 도식">
            <a:extLst xmlns:a="http://schemas.openxmlformats.org/drawingml/2006/main">
              <a:ext uri="{FF2B5EF4-FFF2-40B4-BE49-F238E27FC236}">
                <a16:creationId xmlns:a16="http://schemas.microsoft.com/office/drawing/2014/main" id="{2ADC6465-51FB-4279-8DBB-A38FECFBA6F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실제 문제라면 확인할 기록을 설계한 교육용 도식</a:t>
            </a:r>
          </a:p>
        </p:txBody>
      </p:sp>
      <p:sp>
        <p:nvSpPr>
          <p:cNvPr id="6" name="아래는 확인 대상 · 실행 기록·실패 결과를 만든 것이 아니며 한 원인을 미리 확정하지 않음">
            <a:extLst xmlns:a="http://schemas.openxmlformats.org/drawingml/2006/main">
              <a:ext uri="{FF2B5EF4-FFF2-40B4-BE49-F238E27FC236}">
                <a16:creationId xmlns:a16="http://schemas.microsoft.com/office/drawing/2014/main" id="{123397FD-3F74-47A7-AF13-AC6ADDB6C88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확인 대상 · 실행 기록·실패 결과를 만든 것이 아니며 한 원인을 미리 확정하지 않음</a:t>
            </a:r>
          </a:p>
        </p:txBody>
      </p:sp>
      <p:sp>
        <p:nvSpPr>
          <p:cNvPr id="7" name="검증이 충분한지&#10;무엇으로 판단할까?">
            <a:extLst xmlns:a="http://schemas.openxmlformats.org/drawingml/2006/main">
              <a:ext uri="{FF2B5EF4-FFF2-40B4-BE49-F238E27FC236}">
                <a16:creationId xmlns:a16="http://schemas.microsoft.com/office/drawing/2014/main" id="{5B646FDA-3C97-4F90-9ED4-90F1E067D285}"/>
              </a:ext>
            </a:extLst>
          </p:cNvPr>
          <p:cNvSpPr>
            <a:spLocks xmlns:a="http://schemas.openxmlformats.org/drawingml/2006/main" noGrp="1"/>
          </p:cNvSpPr>
          <p:nvPr/>
        </p:nvSpPr>
        <p:spPr>
          <a:xfrm xmlns:a="http://schemas.openxmlformats.org/drawingml/2006/main">
            <a:off x="609600" y="2533650"/>
            <a:ext cx="3905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검증이 충분한지</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판단할까?</a:t>
            </a:r>
          </a:p>
        </p:txBody>
      </p:sp>
      <p:sp>
        <p:nvSpPr>
          <p:cNvPr id="8" name="증상에서 곧바로&#10;수정 대상으로 가지 않는다">
            <a:extLst xmlns:a="http://schemas.openxmlformats.org/drawingml/2006/main">
              <a:ext uri="{FF2B5EF4-FFF2-40B4-BE49-F238E27FC236}">
                <a16:creationId xmlns:a16="http://schemas.microsoft.com/office/drawing/2014/main" id="{49CFE7F0-B302-4B7E-B575-B6F548B21726}"/>
              </a:ext>
            </a:extLst>
          </p:cNvPr>
          <p:cNvSpPr>
            <a:spLocks xmlns:a="http://schemas.openxmlformats.org/drawingml/2006/main" noGrp="1"/>
          </p:cNvSpPr>
          <p:nvPr/>
        </p:nvSpPr>
        <p:spPr>
          <a:xfrm xmlns:a="http://schemas.openxmlformats.org/drawingml/2006/main">
            <a:off x="609600" y="4019550"/>
            <a:ext cx="3905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증상에서 곧바로</a:t>
            </a:r>
          </a:p>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수정 대상으로 가지 않는다</a:t>
            </a:r>
          </a:p>
        </p:txBody>
      </p:sp>
      <p:sp>
        <p:nvSpPr>
          <p:cNvPr id="9" name="">
            <a:extLst xmlns:a="http://schemas.openxmlformats.org/drawingml/2006/main">
              <a:ext uri="{FF2B5EF4-FFF2-40B4-BE49-F238E27FC236}">
                <a16:creationId xmlns:a16="http://schemas.microsoft.com/office/drawing/2014/main" id="{7A5B35AF-391B-41C9-8E9F-1397932B0863}"/>
              </a:ext>
            </a:extLst>
          </p:cNvPr>
          <p:cNvSpPr>
            <a:spLocks xmlns:a="http://schemas.openxmlformats.org/drawingml/2006/main" noGrp="1"/>
          </p:cNvSpPr>
          <p:nvPr/>
        </p:nvSpPr>
        <p:spPr>
          <a:xfrm xmlns:a="http://schemas.openxmlformats.org/drawingml/2006/main">
            <a:off x="5143500" y="2238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프로젝트 기준">
            <a:extLst xmlns:a="http://schemas.openxmlformats.org/drawingml/2006/main">
              <a:ext uri="{FF2B5EF4-FFF2-40B4-BE49-F238E27FC236}">
                <a16:creationId xmlns:a16="http://schemas.microsoft.com/office/drawing/2014/main" id="{62F69B09-ACE1-410B-A43C-A407455412E8}"/>
              </a:ext>
            </a:extLst>
          </p:cNvPr>
          <p:cNvSpPr>
            <a:spLocks xmlns:a="http://schemas.openxmlformats.org/drawingml/2006/main" noGrp="1"/>
          </p:cNvSpPr>
          <p:nvPr/>
        </p:nvSpPr>
        <p:spPr>
          <a:xfrm xmlns:a="http://schemas.openxmlformats.org/drawingml/2006/main">
            <a:off x="5143500" y="2352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프로젝트 기준</a:t>
            </a:r>
          </a:p>
        </p:txBody>
      </p:sp>
      <p:sp>
        <p:nvSpPr>
          <p:cNvPr id="11" name="현재 문서·명세">
            <a:extLst xmlns:a="http://schemas.openxmlformats.org/drawingml/2006/main">
              <a:ext uri="{FF2B5EF4-FFF2-40B4-BE49-F238E27FC236}">
                <a16:creationId xmlns:a16="http://schemas.microsoft.com/office/drawing/2014/main" id="{A57D0002-02A0-47CE-BCFA-D7730B1C84EB}"/>
              </a:ext>
            </a:extLst>
          </p:cNvPr>
          <p:cNvSpPr>
            <a:spLocks xmlns:a="http://schemas.openxmlformats.org/drawingml/2006/main" noGrp="1"/>
          </p:cNvSpPr>
          <p:nvPr/>
        </p:nvSpPr>
        <p:spPr>
          <a:xfrm xmlns:a="http://schemas.openxmlformats.org/drawingml/2006/main">
            <a:off x="7524750" y="2352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문서·명세</a:t>
            </a:r>
          </a:p>
        </p:txBody>
      </p:sp>
      <p:sp>
        <p:nvSpPr>
          <p:cNvPr id="12" name="">
            <a:extLst xmlns:a="http://schemas.openxmlformats.org/drawingml/2006/main">
              <a:ext uri="{FF2B5EF4-FFF2-40B4-BE49-F238E27FC236}">
                <a16:creationId xmlns:a16="http://schemas.microsoft.com/office/drawing/2014/main" id="{C562AF0D-CB7D-4FD5-BAE7-AED6E6726B6B}"/>
              </a:ext>
            </a:extLst>
          </p:cNvPr>
          <p:cNvSpPr>
            <a:spLocks xmlns:a="http://schemas.openxmlformats.org/drawingml/2006/main" noGrp="1"/>
          </p:cNvSpPr>
          <p:nvPr/>
        </p:nvSpPr>
        <p:spPr>
          <a:xfrm xmlns:a="http://schemas.openxmlformats.org/drawingml/2006/main">
            <a:off x="5143500" y="3000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재사용 절차">
            <a:extLst xmlns:a="http://schemas.openxmlformats.org/drawingml/2006/main">
              <a:ext uri="{FF2B5EF4-FFF2-40B4-BE49-F238E27FC236}">
                <a16:creationId xmlns:a16="http://schemas.microsoft.com/office/drawing/2014/main" id="{FAE5B535-4464-4F3A-97F5-E76FE0571358}"/>
              </a:ext>
            </a:extLst>
          </p:cNvPr>
          <p:cNvSpPr>
            <a:spLocks xmlns:a="http://schemas.openxmlformats.org/drawingml/2006/main" noGrp="1"/>
          </p:cNvSpPr>
          <p:nvPr/>
        </p:nvSpPr>
        <p:spPr>
          <a:xfrm xmlns:a="http://schemas.openxmlformats.org/drawingml/2006/main">
            <a:off x="5143500" y="3114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재사용 절차</a:t>
            </a:r>
          </a:p>
        </p:txBody>
      </p:sp>
      <p:sp>
        <p:nvSpPr>
          <p:cNvPr id="14" name="실제로 읽은 지침">
            <a:extLst xmlns:a="http://schemas.openxmlformats.org/drawingml/2006/main">
              <a:ext uri="{FF2B5EF4-FFF2-40B4-BE49-F238E27FC236}">
                <a16:creationId xmlns:a16="http://schemas.microsoft.com/office/drawing/2014/main" id="{C66BCF5F-4E47-4A3E-A235-233322E04E9E}"/>
              </a:ext>
            </a:extLst>
          </p:cNvPr>
          <p:cNvSpPr>
            <a:spLocks xmlns:a="http://schemas.openxmlformats.org/drawingml/2006/main" noGrp="1"/>
          </p:cNvSpPr>
          <p:nvPr/>
        </p:nvSpPr>
        <p:spPr>
          <a:xfrm xmlns:a="http://schemas.openxmlformats.org/drawingml/2006/main">
            <a:off x="7524750" y="3114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실제로 읽은 지침</a:t>
            </a:r>
          </a:p>
        </p:txBody>
      </p:sp>
      <p:sp>
        <p:nvSpPr>
          <p:cNvPr id="15" name="">
            <a:extLst xmlns:a="http://schemas.openxmlformats.org/drawingml/2006/main">
              <a:ext uri="{FF2B5EF4-FFF2-40B4-BE49-F238E27FC236}">
                <a16:creationId xmlns:a16="http://schemas.microsoft.com/office/drawing/2014/main" id="{45C8AF73-639A-4BD6-BDEB-028D2D804F9F}"/>
              </a:ext>
            </a:extLst>
          </p:cNvPr>
          <p:cNvSpPr>
            <a:spLocks xmlns:a="http://schemas.openxmlformats.org/drawingml/2006/main" noGrp="1"/>
          </p:cNvSpPr>
          <p:nvPr/>
        </p:nvSpPr>
        <p:spPr>
          <a:xfrm xmlns:a="http://schemas.openxmlformats.org/drawingml/2006/main">
            <a:off x="5143500" y="3762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7B7CEE14-6D35-42A1-A43D-C70708742A53}"/>
              </a:ext>
            </a:extLst>
          </p:cNvPr>
          <p:cNvSpPr>
            <a:spLocks xmlns:a="http://schemas.openxmlformats.org/drawingml/2006/main" noGrp="1"/>
          </p:cNvSpPr>
          <p:nvPr/>
        </p:nvSpPr>
        <p:spPr>
          <a:xfrm xmlns:a="http://schemas.openxmlformats.org/drawingml/2006/main">
            <a:off x="5143500" y="3876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명령·허용 범위·실행 조건">
            <a:extLst xmlns:a="http://schemas.openxmlformats.org/drawingml/2006/main">
              <a:ext uri="{FF2B5EF4-FFF2-40B4-BE49-F238E27FC236}">
                <a16:creationId xmlns:a16="http://schemas.microsoft.com/office/drawing/2014/main" id="{D52C7A7D-2468-4AD9-AD4E-624F4603D918}"/>
              </a:ext>
            </a:extLst>
          </p:cNvPr>
          <p:cNvSpPr>
            <a:spLocks xmlns:a="http://schemas.openxmlformats.org/drawingml/2006/main" noGrp="1"/>
          </p:cNvSpPr>
          <p:nvPr/>
        </p:nvSpPr>
        <p:spPr>
          <a:xfrm xmlns:a="http://schemas.openxmlformats.org/drawingml/2006/main">
            <a:off x="7524750" y="3876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명령·허용 범위·실행 조건</a:t>
            </a:r>
          </a:p>
        </p:txBody>
      </p:sp>
      <p:sp>
        <p:nvSpPr>
          <p:cNvPr id="18" name="">
            <a:extLst xmlns:a="http://schemas.openxmlformats.org/drawingml/2006/main">
              <a:ext uri="{FF2B5EF4-FFF2-40B4-BE49-F238E27FC236}">
                <a16:creationId xmlns:a16="http://schemas.microsoft.com/office/drawing/2014/main" id="{2EF9A125-AD7E-4D2C-81C4-203B4853D723}"/>
              </a:ext>
            </a:extLst>
          </p:cNvPr>
          <p:cNvSpPr>
            <a:spLocks xmlns:a="http://schemas.openxmlformats.org/drawingml/2006/main" noGrp="1"/>
          </p:cNvSpPr>
          <p:nvPr/>
        </p:nvSpPr>
        <p:spPr>
          <a:xfrm xmlns:a="http://schemas.openxmlformats.org/drawingml/2006/main">
            <a:off x="5143500" y="4524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47268C64-9FD5-466C-B88C-DA1A35BED319}"/>
              </a:ext>
            </a:extLst>
          </p:cNvPr>
          <p:cNvSpPr>
            <a:spLocks xmlns:a="http://schemas.openxmlformats.org/drawingml/2006/main" noGrp="1"/>
          </p:cNvSpPr>
          <p:nvPr/>
        </p:nvSpPr>
        <p:spPr>
          <a:xfrm xmlns:a="http://schemas.openxmlformats.org/drawingml/2006/main">
            <a:off x="5143500" y="4638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변경 내용·검사 결과">
            <a:extLst xmlns:a="http://schemas.openxmlformats.org/drawingml/2006/main">
              <a:ext uri="{FF2B5EF4-FFF2-40B4-BE49-F238E27FC236}">
                <a16:creationId xmlns:a16="http://schemas.microsoft.com/office/drawing/2014/main" id="{9E20A721-5022-462A-9B06-0E7DB68913FB}"/>
              </a:ext>
            </a:extLst>
          </p:cNvPr>
          <p:cNvSpPr>
            <a:spLocks xmlns:a="http://schemas.openxmlformats.org/drawingml/2006/main" noGrp="1"/>
          </p:cNvSpPr>
          <p:nvPr/>
        </p:nvSpPr>
        <p:spPr>
          <a:xfrm xmlns:a="http://schemas.openxmlformats.org/drawingml/2006/main">
            <a:off x="7524750" y="4638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변경 내용·검사 결과</a:t>
            </a:r>
          </a:p>
        </p:txBody>
      </p:sp>
      <p:sp>
        <p:nvSpPr>
          <p:cNvPr id="21" name="실제 실행 경로와 현재 기준을 먼저 대조한다">
            <a:extLst xmlns:a="http://schemas.openxmlformats.org/drawingml/2006/main">
              <a:ext uri="{FF2B5EF4-FFF2-40B4-BE49-F238E27FC236}">
                <a16:creationId xmlns:a16="http://schemas.microsoft.com/office/drawing/2014/main" id="{62F481A9-A81D-4109-AFA6-A408D14B8651}"/>
              </a:ext>
            </a:extLst>
          </p:cNvPr>
          <p:cNvSpPr>
            <a:spLocks xmlns:a="http://schemas.openxmlformats.org/drawingml/2006/main" noGrp="1"/>
          </p:cNvSpPr>
          <p:nvPr/>
        </p:nvSpPr>
        <p:spPr>
          <a:xfrm xmlns:a="http://schemas.openxmlformats.org/drawingml/2006/main">
            <a:off x="609600" y="53911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실제 실행 경로와 현재 기준을 먼저 대조한다</a:t>
            </a:r>
          </a:p>
        </p:txBody>
      </p:sp>
      <p:sp>
        <p:nvSpPr>
          <p:cNvPr id="22" name="Legacy module connection">
            <a:extLst xmlns:a="http://schemas.openxmlformats.org/drawingml/2006/main">
              <a:ext uri="{FF2B5EF4-FFF2-40B4-BE49-F238E27FC236}">
                <a16:creationId xmlns:a16="http://schemas.microsoft.com/office/drawing/2014/main" id="{909F1873-FE3E-4F46-9643-6CAC692385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41320012"/>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사실과 원인 판단의 구분">
            <a:extLst xmlns:a="http://schemas.openxmlformats.org/drawingml/2006/main">
              <a:ext uri="{FF2B5EF4-FFF2-40B4-BE49-F238E27FC236}">
                <a16:creationId xmlns:a16="http://schemas.microsoft.com/office/drawing/2014/main" id="{0C334025-BAAC-4C93-9678-735CCCE344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사실과 원인 판단의 구분</a:t>
            </a:r>
          </a:p>
        </p:txBody>
      </p:sp>
      <p:sp>
        <p:nvSpPr>
          <p:cNvPr id="2" name="S73">
            <a:extLst xmlns:a="http://schemas.openxmlformats.org/drawingml/2006/main">
              <a:ext uri="{FF2B5EF4-FFF2-40B4-BE49-F238E27FC236}">
                <a16:creationId xmlns:a16="http://schemas.microsoft.com/office/drawing/2014/main" id="{0C81BC8B-6228-4495-9B17-03B2F0ED48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주어진 정보와 원인 가설을 나눈다">
            <a:extLst xmlns:a="http://schemas.openxmlformats.org/drawingml/2006/main">
              <a:ext uri="{FF2B5EF4-FFF2-40B4-BE49-F238E27FC236}">
                <a16:creationId xmlns:a16="http://schemas.microsoft.com/office/drawing/2014/main" id="{F151D5D1-826E-4171-934D-F46DFE4085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주어진 정보와 원인 가설을 나눈다</a:t>
            </a:r>
          </a:p>
        </p:txBody>
      </p:sp>
      <p:sp>
        <p:nvSpPr>
          <p:cNvPr id="4" name="">
            <a:extLst xmlns:a="http://schemas.openxmlformats.org/drawingml/2006/main">
              <a:ext uri="{FF2B5EF4-FFF2-40B4-BE49-F238E27FC236}">
                <a16:creationId xmlns:a16="http://schemas.microsoft.com/office/drawing/2014/main" id="{09B18451-6922-4E8B-92A3-CBEE1895DFE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구성된 사례의 전제와 확인할 가설">
            <a:extLst xmlns:a="http://schemas.openxmlformats.org/drawingml/2006/main">
              <a:ext uri="{FF2B5EF4-FFF2-40B4-BE49-F238E27FC236}">
                <a16:creationId xmlns:a16="http://schemas.microsoft.com/office/drawing/2014/main" id="{17F27525-9435-4219-8215-6A49C198A04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구성된 사례의 전제와 확인할 가설</a:t>
            </a:r>
          </a:p>
        </p:txBody>
      </p:sp>
      <p:sp>
        <p:nvSpPr>
          <p:cNvPr id="6" name="가상 설정은 실제 Trial 관찰이 아님 · 실제 실행 경로와 참조 지침을 확인한 결과도 없음">
            <a:extLst xmlns:a="http://schemas.openxmlformats.org/drawingml/2006/main">
              <a:ext uri="{FF2B5EF4-FFF2-40B4-BE49-F238E27FC236}">
                <a16:creationId xmlns:a16="http://schemas.microsoft.com/office/drawing/2014/main" id="{1037FD1F-2CF1-45C3-AB98-652C92E9163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설정은 실제 Trial 관찰이 아님 · 실제 실행 경로와 참조 지침을 확인한 결과도 없음</a:t>
            </a:r>
          </a:p>
        </p:txBody>
      </p:sp>
      <p:sp>
        <p:nvSpPr>
          <p:cNvPr id="7" name="가상 사례에 주어진 정보">
            <a:extLst xmlns:a="http://schemas.openxmlformats.org/drawingml/2006/main">
              <a:ext uri="{FF2B5EF4-FFF2-40B4-BE49-F238E27FC236}">
                <a16:creationId xmlns:a16="http://schemas.microsoft.com/office/drawing/2014/main" id="{7A46144B-B065-4D9C-A260-08B67D39CA92}"/>
              </a:ext>
            </a:extLst>
          </p:cNvPr>
          <p:cNvSpPr>
            <a:spLocks xmlns:a="http://schemas.openxmlformats.org/drawingml/2006/main" noGrp="1"/>
          </p:cNvSpPr>
          <p:nvPr/>
        </p:nvSpPr>
        <p:spPr>
          <a:xfrm xmlns:a="http://schemas.openxmlformats.org/drawingml/2006/main">
            <a:off x="609600" y="23431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가상 사례에 주어진 정보</a:t>
            </a:r>
          </a:p>
        </p:txBody>
      </p:sp>
      <p:sp>
        <p:nvSpPr>
          <p:cNvPr id="8" name="추가로 확인할 원인 가설">
            <a:extLst xmlns:a="http://schemas.openxmlformats.org/drawingml/2006/main">
              <a:ext uri="{FF2B5EF4-FFF2-40B4-BE49-F238E27FC236}">
                <a16:creationId xmlns:a16="http://schemas.microsoft.com/office/drawing/2014/main" id="{3B4A14FA-0282-41DD-AE7C-9018DA42018C}"/>
              </a:ext>
            </a:extLst>
          </p:cNvPr>
          <p:cNvSpPr>
            <a:spLocks xmlns:a="http://schemas.openxmlformats.org/drawingml/2006/main" noGrp="1"/>
          </p:cNvSpPr>
          <p:nvPr/>
        </p:nvSpPr>
        <p:spPr>
          <a:xfrm xmlns:a="http://schemas.openxmlformats.org/drawingml/2006/main">
            <a:off x="6896100" y="2343150"/>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추가로 확인할 원인 가설</a:t>
            </a:r>
          </a:p>
        </p:txBody>
      </p:sp>
      <p:sp>
        <p:nvSpPr>
          <p:cNvPr id="9" name="">
            <a:extLst xmlns:a="http://schemas.openxmlformats.org/drawingml/2006/main">
              <a:ext uri="{FF2B5EF4-FFF2-40B4-BE49-F238E27FC236}">
                <a16:creationId xmlns:a16="http://schemas.microsoft.com/office/drawing/2014/main" id="{DAEEBEC3-437E-4F5D-B8D3-563E465EA294}"/>
              </a:ext>
            </a:extLst>
          </p:cNvPr>
          <p:cNvSpPr>
            <a:spLocks xmlns:a="http://schemas.openxmlformats.org/drawingml/2006/main" noGrp="1"/>
          </p:cNvSpPr>
          <p:nvPr/>
        </p:nvSpPr>
        <p:spPr>
          <a:xfrm xmlns:a="http://schemas.openxmlformats.org/drawingml/2006/main">
            <a:off x="609600" y="29527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6FC6968C-B9A4-469D-BA19-03CBF77CE301}"/>
              </a:ext>
            </a:extLst>
          </p:cNvPr>
          <p:cNvSpPr>
            <a:spLocks xmlns:a="http://schemas.openxmlformats.org/drawingml/2006/main" noGrp="1"/>
          </p:cNvSpPr>
          <p:nvPr/>
        </p:nvSpPr>
        <p:spPr>
          <a:xfrm xmlns:a="http://schemas.openxmlformats.org/drawingml/2006/main">
            <a:off x="6896100" y="2952750"/>
            <a:ext cx="46863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291D14D6-6229-4D6A-B478-C5FABA25A621}"/>
              </a:ext>
            </a:extLst>
          </p:cNvPr>
          <p:cNvSpPr>
            <a:spLocks xmlns:a="http://schemas.openxmlformats.org/drawingml/2006/main" noGrp="1"/>
          </p:cNvSpPr>
          <p:nvPr/>
        </p:nvSpPr>
        <p:spPr>
          <a:xfrm xmlns:a="http://schemas.openxmlformats.org/drawingml/2006/main">
            <a:off x="6096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지침이&#10;원인일 수 있다">
            <a:extLst xmlns:a="http://schemas.openxmlformats.org/drawingml/2006/main">
              <a:ext uri="{FF2B5EF4-FFF2-40B4-BE49-F238E27FC236}">
                <a16:creationId xmlns:a16="http://schemas.microsoft.com/office/drawing/2014/main" id="{ECF414AD-148A-419F-851D-FBFD000D6C22}"/>
              </a:ext>
            </a:extLst>
          </p:cNvPr>
          <p:cNvSpPr>
            <a:spLocks xmlns:a="http://schemas.openxmlformats.org/drawingml/2006/main" noGrp="1"/>
          </p:cNvSpPr>
          <p:nvPr/>
        </p:nvSpPr>
        <p:spPr>
          <a:xfrm xmlns:a="http://schemas.openxmlformats.org/drawingml/2006/main">
            <a:off x="68961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지침이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원인일 수 있다</a:t>
            </a:r>
          </a:p>
        </p:txBody>
      </p:sp>
      <p:sp>
        <p:nvSpPr>
          <p:cNvPr id="13" name="두 지침의 차이만으로, 실제 작업의 원인이 확정되지는 않는다">
            <a:extLst xmlns:a="http://schemas.openxmlformats.org/drawingml/2006/main">
              <a:ext uri="{FF2B5EF4-FFF2-40B4-BE49-F238E27FC236}">
                <a16:creationId xmlns:a16="http://schemas.microsoft.com/office/drawing/2014/main" id="{A86F44F4-BDEA-4C81-8230-B37730F8F3F9}"/>
              </a:ext>
            </a:extLst>
          </p:cNvPr>
          <p:cNvSpPr>
            <a:spLocks xmlns:a="http://schemas.openxmlformats.org/drawingml/2006/main" noGrp="1"/>
          </p:cNvSpPr>
          <p:nvPr/>
        </p:nvSpPr>
        <p:spPr>
          <a:xfrm xmlns:a="http://schemas.openxmlformats.org/drawingml/2006/main">
            <a:off x="609600" y="5000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두 지침의 차이만으로, 실제 작업의 원인이 확정되지는 않는다</a:t>
            </a:r>
          </a:p>
        </p:txBody>
      </p:sp>
      <p:sp>
        <p:nvSpPr>
          <p:cNvPr id="14" name="Legacy module connection">
            <a:extLst xmlns:a="http://schemas.openxmlformats.org/drawingml/2006/main">
              <a:ext uri="{FF2B5EF4-FFF2-40B4-BE49-F238E27FC236}">
                <a16:creationId xmlns:a16="http://schemas.microsoft.com/office/drawing/2014/main" id="{A0F07CDA-178F-409D-A742-B7D82D0849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16175815"/>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원인 확인 뒤의 선택">
            <a:extLst xmlns:a="http://schemas.openxmlformats.org/drawingml/2006/main">
              <a:ext uri="{FF2B5EF4-FFF2-40B4-BE49-F238E27FC236}">
                <a16:creationId xmlns:a16="http://schemas.microsoft.com/office/drawing/2014/main" id="{02D8972C-D261-4597-80AD-A42D8ECD6F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확인 뒤의 선택</a:t>
            </a:r>
          </a:p>
        </p:txBody>
      </p:sp>
      <p:sp>
        <p:nvSpPr>
          <p:cNvPr id="2" name="S74">
            <a:extLst xmlns:a="http://schemas.openxmlformats.org/drawingml/2006/main">
              <a:ext uri="{FF2B5EF4-FFF2-40B4-BE49-F238E27FC236}">
                <a16:creationId xmlns:a16="http://schemas.microsoft.com/office/drawing/2014/main" id="{151F5856-E973-46D1-AD7A-4A55B5A3E3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확인한 원인에 맞춰 변경 대상을 고른다">
            <a:extLst xmlns:a="http://schemas.openxmlformats.org/drawingml/2006/main">
              <a:ext uri="{FF2B5EF4-FFF2-40B4-BE49-F238E27FC236}">
                <a16:creationId xmlns:a16="http://schemas.microsoft.com/office/drawing/2014/main" id="{B28D6DB0-0CCE-42C9-BB80-D43F483824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원인에 맞춰 변경 대상을 고른다</a:t>
            </a:r>
          </a:p>
        </p:txBody>
      </p:sp>
      <p:sp>
        <p:nvSpPr>
          <p:cNvPr id="4" name="">
            <a:extLst xmlns:a="http://schemas.openxmlformats.org/drawingml/2006/main">
              <a:ext uri="{FF2B5EF4-FFF2-40B4-BE49-F238E27FC236}">
                <a16:creationId xmlns:a16="http://schemas.microsoft.com/office/drawing/2014/main" id="{BED9B2A5-0E51-4D42-B02D-B9E4D422E0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세 대응의 범위 비교">
            <a:extLst xmlns:a="http://schemas.openxmlformats.org/drawingml/2006/main">
              <a:ext uri="{FF2B5EF4-FFF2-40B4-BE49-F238E27FC236}">
                <a16:creationId xmlns:a16="http://schemas.microsoft.com/office/drawing/2014/main" id="{6136CA01-7CF3-4ED0-ACA7-40F86B927D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세 대응의 범위 비교</a:t>
            </a:r>
          </a:p>
        </p:txBody>
      </p:sp>
      <p:sp>
        <p:nvSpPr>
          <p:cNvPr id="6" name="Workflow 원인이라는 조건 안의 판단 · 일반 정답·실제 Product 변경·새 실행 결과 아님">
            <a:extLst xmlns:a="http://schemas.openxmlformats.org/drawingml/2006/main">
              <a:ext uri="{FF2B5EF4-FFF2-40B4-BE49-F238E27FC236}">
                <a16:creationId xmlns:a16="http://schemas.microsoft.com/office/drawing/2014/main" id="{0AB2CE59-16E4-4FF8-89BF-365FA26682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 원인이라는 조건 안의 판단 · 일반 정답·실제 Product 변경·새 실행 결과 아님</a:t>
            </a:r>
          </a:p>
        </p:txBody>
      </p:sp>
      <p:sp>
        <p:nvSpPr>
          <p:cNvPr id="7" name="가정: 재사용 Workflow가 원인으로 확인됐다면">
            <a:extLst xmlns:a="http://schemas.openxmlformats.org/drawingml/2006/main">
              <a:ext uri="{FF2B5EF4-FFF2-40B4-BE49-F238E27FC236}">
                <a16:creationId xmlns:a16="http://schemas.microsoft.com/office/drawing/2014/main" id="{6D68BD67-A81B-45EF-B87F-D092CCE5F232}"/>
              </a:ext>
            </a:extLst>
          </p:cNvPr>
          <p:cNvSpPr>
            <a:spLocks xmlns:a="http://schemas.openxmlformats.org/drawingml/2006/main" noGrp="1"/>
          </p:cNvSpPr>
          <p:nvPr/>
        </p:nvSpPr>
        <p:spPr>
          <a:xfrm xmlns:a="http://schemas.openxmlformats.org/drawingml/2006/main">
            <a:off x="609600" y="17716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가정: 재사용 Workflow가 원인으로 확인됐다면</a:t>
            </a:r>
          </a:p>
        </p:txBody>
      </p:sp>
      <p:sp>
        <p:nvSpPr>
          <p:cNvPr id="8" name="">
            <a:extLst xmlns:a="http://schemas.openxmlformats.org/drawingml/2006/main">
              <a:ext uri="{FF2B5EF4-FFF2-40B4-BE49-F238E27FC236}">
                <a16:creationId xmlns:a16="http://schemas.microsoft.com/office/drawing/2014/main" id="{B3D15EA0-3268-44C5-9548-D66326B20E63}"/>
              </a:ext>
            </a:extLst>
          </p:cNvPr>
          <p:cNvSpPr>
            <a:spLocks xmlns:a="http://schemas.openxmlformats.org/drawingml/2006/main" noGrp="1"/>
          </p:cNvSpPr>
          <p:nvPr/>
        </p:nvSpPr>
        <p:spPr>
          <a:xfrm xmlns:a="http://schemas.openxmlformats.org/drawingml/2006/main">
            <a:off x="609600" y="2600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요청 보정">
            <a:extLst xmlns:a="http://schemas.openxmlformats.org/drawingml/2006/main">
              <a:ext uri="{FF2B5EF4-FFF2-40B4-BE49-F238E27FC236}">
                <a16:creationId xmlns:a16="http://schemas.microsoft.com/office/drawing/2014/main" id="{49F82543-0E1D-4528-91DA-22FD58C78725}"/>
              </a:ext>
            </a:extLst>
          </p:cNvPr>
          <p:cNvSpPr>
            <a:spLocks xmlns:a="http://schemas.openxmlformats.org/drawingml/2006/main" noGrp="1"/>
          </p:cNvSpPr>
          <p:nvPr/>
        </p:nvSpPr>
        <p:spPr>
          <a:xfrm xmlns:a="http://schemas.openxmlformats.org/drawingml/2006/main">
            <a:off x="762000" y="272415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요청 보정</a:t>
            </a:r>
          </a:p>
        </p:txBody>
      </p:sp>
      <p:sp>
        <p:nvSpPr>
          <p:cNvPr id="10" name="현재 Task의 요청 범위만 넓힘">
            <a:extLst xmlns:a="http://schemas.openxmlformats.org/drawingml/2006/main">
              <a:ext uri="{FF2B5EF4-FFF2-40B4-BE49-F238E27FC236}">
                <a16:creationId xmlns:a16="http://schemas.microsoft.com/office/drawing/2014/main" id="{C9956BAB-0B00-46B5-8C9D-772147555754}"/>
              </a:ext>
            </a:extLst>
          </p:cNvPr>
          <p:cNvSpPr>
            <a:spLocks xmlns:a="http://schemas.openxmlformats.org/drawingml/2006/main" noGrp="1"/>
          </p:cNvSpPr>
          <p:nvPr/>
        </p:nvSpPr>
        <p:spPr>
          <a:xfrm xmlns:a="http://schemas.openxmlformats.org/drawingml/2006/main">
            <a:off x="4762500" y="272415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범위만 넓힘</a:t>
            </a:r>
          </a:p>
        </p:txBody>
      </p:sp>
      <p:sp>
        <p:nvSpPr>
          <p:cNvPr id="11" name="">
            <a:extLst xmlns:a="http://schemas.openxmlformats.org/drawingml/2006/main">
              <a:ext uri="{FF2B5EF4-FFF2-40B4-BE49-F238E27FC236}">
                <a16:creationId xmlns:a16="http://schemas.microsoft.com/office/drawing/2014/main" id="{F9D6E5E6-518F-4547-848A-A749DC3A7845}"/>
              </a:ext>
            </a:extLst>
          </p:cNvPr>
          <p:cNvSpPr>
            <a:spLocks xmlns:a="http://schemas.openxmlformats.org/drawingml/2006/main" noGrp="1"/>
          </p:cNvSpPr>
          <p:nvPr/>
        </p:nvSpPr>
        <p:spPr>
          <a:xfrm xmlns:a="http://schemas.openxmlformats.org/drawingml/2006/main">
            <a:off x="609600" y="3409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826F00B8-E17E-42D5-81F4-A1D96F099C23}"/>
              </a:ext>
            </a:extLst>
          </p:cNvPr>
          <p:cNvSpPr>
            <a:spLocks xmlns:a="http://schemas.openxmlformats.org/drawingml/2006/main" noGrp="1"/>
          </p:cNvSpPr>
          <p:nvPr/>
        </p:nvSpPr>
        <p:spPr>
          <a:xfrm xmlns:a="http://schemas.openxmlformats.org/drawingml/2006/main">
            <a:off x="762000" y="3533775"/>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 가능">
            <a:extLst xmlns:a="http://schemas.openxmlformats.org/drawingml/2006/main">
              <a:ext uri="{FF2B5EF4-FFF2-40B4-BE49-F238E27FC236}">
                <a16:creationId xmlns:a16="http://schemas.microsoft.com/office/drawing/2014/main" id="{463A68FC-DA2A-4794-BFA4-3097562AFAE4}"/>
              </a:ext>
            </a:extLst>
          </p:cNvPr>
          <p:cNvSpPr>
            <a:spLocks xmlns:a="http://schemas.openxmlformats.org/drawingml/2006/main" noGrp="1"/>
          </p:cNvSpPr>
          <p:nvPr/>
        </p:nvSpPr>
        <p:spPr>
          <a:xfrm xmlns:a="http://schemas.openxmlformats.org/drawingml/2006/main">
            <a:off x="4762500" y="3533775"/>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 가능</a:t>
            </a:r>
          </a:p>
        </p:txBody>
      </p:sp>
      <p:sp>
        <p:nvSpPr>
          <p:cNvPr id="14" name="">
            <a:extLst xmlns:a="http://schemas.openxmlformats.org/drawingml/2006/main">
              <a:ext uri="{FF2B5EF4-FFF2-40B4-BE49-F238E27FC236}">
                <a16:creationId xmlns:a16="http://schemas.microsoft.com/office/drawing/2014/main" id="{E6F0201A-3CC7-4F07-8CC8-854EAF98718E}"/>
              </a:ext>
            </a:extLst>
          </p:cNvPr>
          <p:cNvSpPr>
            <a:spLocks xmlns:a="http://schemas.openxmlformats.org/drawingml/2006/main" noGrp="1"/>
          </p:cNvSpPr>
          <p:nvPr/>
        </p:nvSpPr>
        <p:spPr>
          <a:xfrm xmlns:a="http://schemas.openxmlformats.org/drawingml/2006/main">
            <a:off x="609600" y="4219575"/>
            <a:ext cx="109728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B7295D8-5D06-461C-93E1-4E092CB155C5}"/>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인 Workflow 갱신">
            <a:extLst xmlns:a="http://schemas.openxmlformats.org/drawingml/2006/main">
              <a:ext uri="{FF2B5EF4-FFF2-40B4-BE49-F238E27FC236}">
                <a16:creationId xmlns:a16="http://schemas.microsoft.com/office/drawing/2014/main" id="{445349B7-74BA-4287-B47C-1CF119E55C55}"/>
              </a:ext>
            </a:extLst>
          </p:cNvPr>
          <p:cNvSpPr>
            <a:spLocks xmlns:a="http://schemas.openxmlformats.org/drawingml/2006/main" noGrp="1"/>
          </p:cNvSpPr>
          <p:nvPr/>
        </p:nvSpPr>
        <p:spPr>
          <a:xfrm xmlns:a="http://schemas.openxmlformats.org/drawingml/2006/main">
            <a:off x="762000" y="43434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7" name="다음 작업이 읽는 절차를 변경">
            <a:extLst xmlns:a="http://schemas.openxmlformats.org/drawingml/2006/main">
              <a:ext uri="{FF2B5EF4-FFF2-40B4-BE49-F238E27FC236}">
                <a16:creationId xmlns:a16="http://schemas.microsoft.com/office/drawing/2014/main" id="{4DA03A62-FB9E-4A49-9E2B-CBBBA73552A3}"/>
              </a:ext>
            </a:extLst>
          </p:cNvPr>
          <p:cNvSpPr>
            <a:spLocks xmlns:a="http://schemas.openxmlformats.org/drawingml/2006/main" noGrp="1"/>
          </p:cNvSpPr>
          <p:nvPr/>
        </p:nvSpPr>
        <p:spPr>
          <a:xfrm xmlns:a="http://schemas.openxmlformats.org/drawingml/2006/main">
            <a:off x="4762500" y="434340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작업이 읽는 절차를 변경</a:t>
            </a:r>
          </a:p>
        </p:txBody>
      </p:sp>
      <p:sp>
        <p:nvSpPr>
          <p:cNvPr id="18" name="검토 담당: 확인한 원인과 변경할 위치가 맞는지 판단">
            <a:extLst xmlns:a="http://schemas.openxmlformats.org/drawingml/2006/main">
              <a:ext uri="{FF2B5EF4-FFF2-40B4-BE49-F238E27FC236}">
                <a16:creationId xmlns:a16="http://schemas.microsoft.com/office/drawing/2014/main" id="{F160DD9C-431D-4053-9858-B34FF0F5795C}"/>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검토 담당: 확인한 원인과 변경할 위치가 맞는지 판단</a:t>
            </a:r>
          </a:p>
        </p:txBody>
      </p:sp>
      <p:sp>
        <p:nvSpPr>
          <p:cNvPr id="19" name="Legacy module connection">
            <a:extLst xmlns:a="http://schemas.openxmlformats.org/drawingml/2006/main">
              <a:ext uri="{FF2B5EF4-FFF2-40B4-BE49-F238E27FC236}">
                <a16:creationId xmlns:a16="http://schemas.microsoft.com/office/drawing/2014/main" id="{A8A3A62B-1EFB-4FCE-9AE6-CF0A79DBCB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34918617"/>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CONCEPTUAL / 유지 책임과 최소 변경">
            <a:extLst xmlns:a="http://schemas.openxmlformats.org/drawingml/2006/main">
              <a:ext uri="{FF2B5EF4-FFF2-40B4-BE49-F238E27FC236}">
                <a16:creationId xmlns:a16="http://schemas.microsoft.com/office/drawing/2014/main" id="{604369B9-6612-4261-BFC0-88995B3D800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유지 책임과 최소 변경</a:t>
            </a:r>
          </a:p>
        </p:txBody>
      </p:sp>
      <p:sp>
        <p:nvSpPr>
          <p:cNvPr id="2" name="S75">
            <a:extLst xmlns:a="http://schemas.openxmlformats.org/drawingml/2006/main">
              <a:ext uri="{FF2B5EF4-FFF2-40B4-BE49-F238E27FC236}">
                <a16:creationId xmlns:a16="http://schemas.microsoft.com/office/drawing/2014/main" id="{ABA0ED8C-8FCD-456F-B2B2-4E10E6DFE4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확인된 범위만 검토하고 갱신한다">
            <a:extLst xmlns:a="http://schemas.openxmlformats.org/drawingml/2006/main">
              <a:ext uri="{FF2B5EF4-FFF2-40B4-BE49-F238E27FC236}">
                <a16:creationId xmlns:a16="http://schemas.microsoft.com/office/drawing/2014/main" id="{A857BA73-7C73-41AC-AE63-CEFA061B74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확인된 범위만 검토하고 갱신한다</a:t>
            </a:r>
          </a:p>
        </p:txBody>
      </p:sp>
      <p:sp>
        <p:nvSpPr>
          <p:cNvPr id="4" name="">
            <a:extLst xmlns:a="http://schemas.openxmlformats.org/drawingml/2006/main">
              <a:ext uri="{FF2B5EF4-FFF2-40B4-BE49-F238E27FC236}">
                <a16:creationId xmlns:a16="http://schemas.microsoft.com/office/drawing/2014/main" id="{A299C132-8598-470D-ADB5-61B08609B7E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Workflow 원인이 확인됐다는 가정에서의 변경 설계">
            <a:extLst xmlns:a="http://schemas.openxmlformats.org/drawingml/2006/main">
              <a:ext uri="{FF2B5EF4-FFF2-40B4-BE49-F238E27FC236}">
                <a16:creationId xmlns:a16="http://schemas.microsoft.com/office/drawing/2014/main" id="{EF05682A-62BF-492F-A70A-BC595E9EDD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Workflow 원인이 확인됐다는 가정에서의 변경 설계</a:t>
            </a:r>
          </a:p>
        </p:txBody>
      </p:sp>
      <p:sp>
        <p:nvSpPr>
          <p:cNvPr id="6" name="역할의 교육용 예 · 실제 담당 배정·지침 수정·재평가 결과 아님 · 관련 없는 규칙은 유지">
            <a:extLst xmlns:a="http://schemas.openxmlformats.org/drawingml/2006/main">
              <a:ext uri="{FF2B5EF4-FFF2-40B4-BE49-F238E27FC236}">
                <a16:creationId xmlns:a16="http://schemas.microsoft.com/office/drawing/2014/main" id="{EEBFEF35-F196-45EF-9839-BA84CF173AB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역할의 교육용 예 · 실제 담당 배정·지침 수정·재평가 결과 아님 · 관련 없는 규칙은 유지</a:t>
            </a:r>
          </a:p>
        </p:txBody>
      </p:sp>
      <p:sp>
        <p:nvSpPr>
          <p:cNvPr id="7" name="원인이 뒷받침하는 지침을 갱신한다">
            <a:extLst xmlns:a="http://schemas.openxmlformats.org/drawingml/2006/main">
              <a:ext uri="{FF2B5EF4-FFF2-40B4-BE49-F238E27FC236}">
                <a16:creationId xmlns:a16="http://schemas.microsoft.com/office/drawing/2014/main" id="{56F26DC1-3C9F-4173-88FA-8D0AD333B5EB}"/>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원인이 뒷받침하는 지침을 갱신한다</a:t>
            </a:r>
          </a:p>
        </p:txBody>
      </p:sp>
      <p:sp>
        <p:nvSpPr>
          <p:cNvPr id="8" name="기존 재사용 지침">
            <a:extLst xmlns:a="http://schemas.openxmlformats.org/drawingml/2006/main">
              <a:ext uri="{FF2B5EF4-FFF2-40B4-BE49-F238E27FC236}">
                <a16:creationId xmlns:a16="http://schemas.microsoft.com/office/drawing/2014/main" id="{3A78FBF7-AF44-4A49-A093-B24083469CF8}"/>
              </a:ext>
            </a:extLst>
          </p:cNvPr>
          <p:cNvSpPr>
            <a:spLocks xmlns:a="http://schemas.openxmlformats.org/drawingml/2006/main" noGrp="1"/>
          </p:cNvSpPr>
          <p:nvPr/>
        </p:nvSpPr>
        <p:spPr>
          <a:xfrm xmlns:a="http://schemas.openxmlformats.org/drawingml/2006/main">
            <a:off x="6096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기존 재사용 지침</a:t>
            </a:r>
          </a:p>
        </p:txBody>
      </p:sp>
      <p:sp>
        <p:nvSpPr>
          <p:cNvPr id="9" name="">
            <a:extLst xmlns:a="http://schemas.openxmlformats.org/drawingml/2006/main">
              <a:ext uri="{FF2B5EF4-FFF2-40B4-BE49-F238E27FC236}">
                <a16:creationId xmlns:a16="http://schemas.microsoft.com/office/drawing/2014/main" id="{814C8386-6152-4569-A47B-2DC583B62256}"/>
              </a:ext>
            </a:extLst>
          </p:cNvPr>
          <p:cNvSpPr>
            <a:spLocks xmlns:a="http://schemas.openxmlformats.org/drawingml/2006/main" noGrp="1"/>
          </p:cNvSpPr>
          <p:nvPr/>
        </p:nvSpPr>
        <p:spPr>
          <a:xfrm xmlns:a="http://schemas.openxmlformats.org/drawingml/2006/main">
            <a:off x="609600" y="3105150"/>
            <a:ext cx="46863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단위 테스트 확인">
            <a:extLst xmlns:a="http://schemas.openxmlformats.org/drawingml/2006/main">
              <a:ext uri="{FF2B5EF4-FFF2-40B4-BE49-F238E27FC236}">
                <a16:creationId xmlns:a16="http://schemas.microsoft.com/office/drawing/2014/main" id="{F062A6F6-AFCA-448A-A0DA-D6B501840EA7}"/>
              </a:ext>
            </a:extLst>
          </p:cNvPr>
          <p:cNvSpPr>
            <a:spLocks xmlns:a="http://schemas.openxmlformats.org/drawingml/2006/main" noGrp="1"/>
          </p:cNvSpPr>
          <p:nvPr/>
        </p:nvSpPr>
        <p:spPr>
          <a:xfrm xmlns:a="http://schemas.openxmlformats.org/drawingml/2006/main">
            <a:off x="6096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 확인</a:t>
            </a:r>
          </a:p>
        </p:txBody>
      </p:sp>
      <p:sp>
        <p:nvSpPr>
          <p:cNvPr id="11" name="갱신할 지침">
            <a:extLst xmlns:a="http://schemas.openxmlformats.org/drawingml/2006/main">
              <a:ext uri="{FF2B5EF4-FFF2-40B4-BE49-F238E27FC236}">
                <a16:creationId xmlns:a16="http://schemas.microsoft.com/office/drawing/2014/main" id="{0ECC5CBA-13CA-42F1-B5DE-904A827A573C}"/>
              </a:ext>
            </a:extLst>
          </p:cNvPr>
          <p:cNvSpPr>
            <a:spLocks xmlns:a="http://schemas.openxmlformats.org/drawingml/2006/main" noGrp="1"/>
          </p:cNvSpPr>
          <p:nvPr/>
        </p:nvSpPr>
        <p:spPr>
          <a:xfrm xmlns:a="http://schemas.openxmlformats.org/drawingml/2006/main">
            <a:off x="68961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갱신할 지침</a:t>
            </a:r>
          </a:p>
        </p:txBody>
      </p:sp>
      <p:sp>
        <p:nvSpPr>
          <p:cNvPr id="12" name="">
            <a:extLst xmlns:a="http://schemas.openxmlformats.org/drawingml/2006/main">
              <a:ext uri="{FF2B5EF4-FFF2-40B4-BE49-F238E27FC236}">
                <a16:creationId xmlns:a16="http://schemas.microsoft.com/office/drawing/2014/main" id="{F46BD623-0180-401A-86F7-BAC2E3F292B9}"/>
              </a:ext>
            </a:extLst>
          </p:cNvPr>
          <p:cNvSpPr>
            <a:spLocks xmlns:a="http://schemas.openxmlformats.org/drawingml/2006/main" noGrp="1"/>
          </p:cNvSpPr>
          <p:nvPr/>
        </p:nvSpPr>
        <p:spPr>
          <a:xfrm xmlns:a="http://schemas.openxmlformats.org/drawingml/2006/main">
            <a:off x="6896100" y="31051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단위 + 통합 테스트 확인">
            <a:extLst xmlns:a="http://schemas.openxmlformats.org/drawingml/2006/main">
              <a:ext uri="{FF2B5EF4-FFF2-40B4-BE49-F238E27FC236}">
                <a16:creationId xmlns:a16="http://schemas.microsoft.com/office/drawing/2014/main" id="{E4F8467C-9004-4F89-8C22-93B59D27D24B}"/>
              </a:ext>
            </a:extLst>
          </p:cNvPr>
          <p:cNvSpPr>
            <a:spLocks xmlns:a="http://schemas.openxmlformats.org/drawingml/2006/main" noGrp="1"/>
          </p:cNvSpPr>
          <p:nvPr/>
        </p:nvSpPr>
        <p:spPr>
          <a:xfrm xmlns:a="http://schemas.openxmlformats.org/drawingml/2006/main">
            <a:off x="68961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단위 + 통합 테스트 확인</a:t>
            </a:r>
          </a:p>
        </p:txBody>
      </p:sp>
      <p:cxnSp>
        <p:nvCxnSpPr>
          <p:cNvPr id="14" name="">
            <a:extLst xmlns:a="http://schemas.openxmlformats.org/drawingml/2006/main">
              <a:ext uri="{FF2B5EF4-FFF2-40B4-BE49-F238E27FC236}">
                <a16:creationId xmlns:a16="http://schemas.microsoft.com/office/drawing/2014/main" id="{B0C70D00-A7B3-4394-9C68-87DC198BFAF6}"/>
              </a:ext>
            </a:extLst>
          </p:cNvPr>
          <p:cNvCxnSpPr/>
          <p:nvPr/>
        </p:nvCxnSpPr>
        <p:spPr>
          <a:xfrm xmlns:a="http://schemas.openxmlformats.org/drawingml/2006/main">
            <a:off x="5562600" y="3581400"/>
            <a:ext cx="952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E3245CC0-2039-4F03-8150-22776108D112}"/>
              </a:ext>
            </a:extLst>
          </p:cNvPr>
          <p:cNvSpPr>
            <a:spLocks xmlns:a="http://schemas.openxmlformats.org/drawingml/2006/main" noGrp="1"/>
          </p:cNvSpPr>
          <p:nvPr/>
        </p:nvSpPr>
        <p:spPr>
          <a:xfrm xmlns:a="http://schemas.openxmlformats.org/drawingml/2006/main">
            <a:off x="60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갱신 담당">
            <a:extLst xmlns:a="http://schemas.openxmlformats.org/drawingml/2006/main">
              <a:ext uri="{FF2B5EF4-FFF2-40B4-BE49-F238E27FC236}">
                <a16:creationId xmlns:a16="http://schemas.microsoft.com/office/drawing/2014/main" id="{E0B2A3FD-3DBC-4806-A8B8-5AF83F1775CD}"/>
              </a:ext>
            </a:extLst>
          </p:cNvPr>
          <p:cNvSpPr>
            <a:spLocks xmlns:a="http://schemas.openxmlformats.org/drawingml/2006/main" noGrp="1"/>
          </p:cNvSpPr>
          <p:nvPr/>
        </p:nvSpPr>
        <p:spPr>
          <a:xfrm xmlns:a="http://schemas.openxmlformats.org/drawingml/2006/main">
            <a:off x="60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갱신 담당</a:t>
            </a:r>
          </a:p>
        </p:txBody>
      </p:sp>
      <p:sp>
        <p:nvSpPr>
          <p:cNvPr id="17" name="확인된 지침 수정">
            <a:extLst xmlns:a="http://schemas.openxmlformats.org/drawingml/2006/main">
              <a:ext uri="{FF2B5EF4-FFF2-40B4-BE49-F238E27FC236}">
                <a16:creationId xmlns:a16="http://schemas.microsoft.com/office/drawing/2014/main" id="{EEFCFA90-01C3-440D-AE4D-96060217488C}"/>
              </a:ext>
            </a:extLst>
          </p:cNvPr>
          <p:cNvSpPr>
            <a:spLocks xmlns:a="http://schemas.openxmlformats.org/drawingml/2006/main" noGrp="1"/>
          </p:cNvSpPr>
          <p:nvPr/>
        </p:nvSpPr>
        <p:spPr>
          <a:xfrm xmlns:a="http://schemas.openxmlformats.org/drawingml/2006/main">
            <a:off x="60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확인된 지침 수정</a:t>
            </a:r>
          </a:p>
        </p:txBody>
      </p:sp>
      <p:sp>
        <p:nvSpPr>
          <p:cNvPr id="18" name="">
            <a:extLst xmlns:a="http://schemas.openxmlformats.org/drawingml/2006/main">
              <a:ext uri="{FF2B5EF4-FFF2-40B4-BE49-F238E27FC236}">
                <a16:creationId xmlns:a16="http://schemas.microsoft.com/office/drawing/2014/main" id="{912E2B6A-438A-456E-8E73-4B908900CDA0}"/>
              </a:ext>
            </a:extLst>
          </p:cNvPr>
          <p:cNvSpPr>
            <a:spLocks xmlns:a="http://schemas.openxmlformats.org/drawingml/2006/main" noGrp="1"/>
          </p:cNvSpPr>
          <p:nvPr/>
        </p:nvSpPr>
        <p:spPr>
          <a:xfrm xmlns:a="http://schemas.openxmlformats.org/drawingml/2006/main">
            <a:off x="441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9" name="검토 담당">
            <a:extLst xmlns:a="http://schemas.openxmlformats.org/drawingml/2006/main">
              <a:ext uri="{FF2B5EF4-FFF2-40B4-BE49-F238E27FC236}">
                <a16:creationId xmlns:a16="http://schemas.microsoft.com/office/drawing/2014/main" id="{8AD24F7F-5300-40B2-994D-026CD6C306C9}"/>
              </a:ext>
            </a:extLst>
          </p:cNvPr>
          <p:cNvSpPr>
            <a:spLocks xmlns:a="http://schemas.openxmlformats.org/drawingml/2006/main" noGrp="1"/>
          </p:cNvSpPr>
          <p:nvPr/>
        </p:nvSpPr>
        <p:spPr>
          <a:xfrm xmlns:a="http://schemas.openxmlformats.org/drawingml/2006/main">
            <a:off x="441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검토 담당</a:t>
            </a:r>
          </a:p>
        </p:txBody>
      </p:sp>
      <p:sp>
        <p:nvSpPr>
          <p:cNvPr id="20" name="현재 기준·변경 범위 확인">
            <a:extLst xmlns:a="http://schemas.openxmlformats.org/drawingml/2006/main">
              <a:ext uri="{FF2B5EF4-FFF2-40B4-BE49-F238E27FC236}">
                <a16:creationId xmlns:a16="http://schemas.microsoft.com/office/drawing/2014/main" id="{2C24922F-71CA-44B9-A463-8EA6D359323E}"/>
              </a:ext>
            </a:extLst>
          </p:cNvPr>
          <p:cNvSpPr>
            <a:spLocks xmlns:a="http://schemas.openxmlformats.org/drawingml/2006/main" noGrp="1"/>
          </p:cNvSpPr>
          <p:nvPr/>
        </p:nvSpPr>
        <p:spPr>
          <a:xfrm xmlns:a="http://schemas.openxmlformats.org/drawingml/2006/main">
            <a:off x="441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기준·변경 범위 확인</a:t>
            </a:r>
          </a:p>
        </p:txBody>
      </p:sp>
      <p:sp>
        <p:nvSpPr>
          <p:cNvPr id="21" name="">
            <a:extLst xmlns:a="http://schemas.openxmlformats.org/drawingml/2006/main">
              <a:ext uri="{FF2B5EF4-FFF2-40B4-BE49-F238E27FC236}">
                <a16:creationId xmlns:a16="http://schemas.microsoft.com/office/drawing/2014/main" id="{AA41664D-B7A5-49DB-B6CE-A3E9279ADC36}"/>
              </a:ext>
            </a:extLst>
          </p:cNvPr>
          <p:cNvSpPr>
            <a:spLocks xmlns:a="http://schemas.openxmlformats.org/drawingml/2006/main" noGrp="1"/>
          </p:cNvSpPr>
          <p:nvPr/>
        </p:nvSpPr>
        <p:spPr>
          <a:xfrm xmlns:a="http://schemas.openxmlformats.org/drawingml/2006/main">
            <a:off x="822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2" name="다음 확인">
            <a:extLst xmlns:a="http://schemas.openxmlformats.org/drawingml/2006/main">
              <a:ext uri="{FF2B5EF4-FFF2-40B4-BE49-F238E27FC236}">
                <a16:creationId xmlns:a16="http://schemas.microsoft.com/office/drawing/2014/main" id="{20D810AE-1F1D-4FCF-AECF-28660D6A1797}"/>
              </a:ext>
            </a:extLst>
          </p:cNvPr>
          <p:cNvSpPr>
            <a:spLocks xmlns:a="http://schemas.openxmlformats.org/drawingml/2006/main" noGrp="1"/>
          </p:cNvSpPr>
          <p:nvPr/>
        </p:nvSpPr>
        <p:spPr>
          <a:xfrm xmlns:a="http://schemas.openxmlformats.org/drawingml/2006/main">
            <a:off x="822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확인</a:t>
            </a:r>
          </a:p>
        </p:txBody>
      </p:sp>
      <p:sp>
        <p:nvSpPr>
          <p:cNvPr id="23" name="같은 작업·대표 작업 평가">
            <a:extLst xmlns:a="http://schemas.openxmlformats.org/drawingml/2006/main">
              <a:ext uri="{FF2B5EF4-FFF2-40B4-BE49-F238E27FC236}">
                <a16:creationId xmlns:a16="http://schemas.microsoft.com/office/drawing/2014/main" id="{409E103F-9E1F-4B23-86F9-227DADE8A871}"/>
              </a:ext>
            </a:extLst>
          </p:cNvPr>
          <p:cNvSpPr>
            <a:spLocks xmlns:a="http://schemas.openxmlformats.org/drawingml/2006/main" noGrp="1"/>
          </p:cNvSpPr>
          <p:nvPr/>
        </p:nvSpPr>
        <p:spPr>
          <a:xfrm xmlns:a="http://schemas.openxmlformats.org/drawingml/2006/main">
            <a:off x="822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작업·대표 작업 평가</a:t>
            </a:r>
          </a:p>
        </p:txBody>
      </p:sp>
      <p:sp>
        <p:nvSpPr>
          <p:cNvPr id="24" name="검토·갱신은 같은 사람이 맡을 수도 있다">
            <a:extLst xmlns:a="http://schemas.openxmlformats.org/drawingml/2006/main">
              <a:ext uri="{FF2B5EF4-FFF2-40B4-BE49-F238E27FC236}">
                <a16:creationId xmlns:a16="http://schemas.microsoft.com/office/drawing/2014/main" id="{1690E0ED-70B7-4A68-A6BA-DF4A5D2EE7DE}"/>
              </a:ext>
            </a:extLst>
          </p:cNvPr>
          <p:cNvSpPr>
            <a:spLocks xmlns:a="http://schemas.openxmlformats.org/drawingml/2006/main" noGrp="1"/>
          </p:cNvSpPr>
          <p:nvPr/>
        </p:nvSpPr>
        <p:spPr>
          <a:xfrm xmlns:a="http://schemas.openxmlformats.org/drawingml/2006/main">
            <a:off x="609600" y="542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검토·갱신은 같은 사람이 맡을 수도 있다</a:t>
            </a:r>
          </a:p>
        </p:txBody>
      </p:sp>
      <p:sp>
        <p:nvSpPr>
          <p:cNvPr id="25" name="Legacy module connection">
            <a:extLst xmlns:a="http://schemas.openxmlformats.org/drawingml/2006/main">
              <a:ext uri="{FF2B5EF4-FFF2-40B4-BE49-F238E27FC236}">
                <a16:creationId xmlns:a16="http://schemas.microsoft.com/office/drawing/2014/main" id="{AA83F806-9C70-4F29-A063-82B72DCF297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71108361"/>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평가 범위">
            <a:extLst xmlns:a="http://schemas.openxmlformats.org/drawingml/2006/main">
              <a:ext uri="{FF2B5EF4-FFF2-40B4-BE49-F238E27FC236}">
                <a16:creationId xmlns:a16="http://schemas.microsoft.com/office/drawing/2014/main" id="{CBB45C48-E041-4660-B7FC-3886163B09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6">
            <a:extLst xmlns:a="http://schemas.openxmlformats.org/drawingml/2006/main">
              <a:ext uri="{FF2B5EF4-FFF2-40B4-BE49-F238E27FC236}">
                <a16:creationId xmlns:a16="http://schemas.microsoft.com/office/drawing/2014/main" id="{A3385643-84DE-4621-A4FC-29D5E9CD58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지침을 고친 뒤, 무엇을 다시 확인할까?">
            <a:extLst xmlns:a="http://schemas.openxmlformats.org/drawingml/2006/main">
              <a:ext uri="{FF2B5EF4-FFF2-40B4-BE49-F238E27FC236}">
                <a16:creationId xmlns:a16="http://schemas.microsoft.com/office/drawing/2014/main" id="{F42BB42A-DEDF-4C3F-A5DD-EB45E15C8BD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지침을 고친 뒤, 무엇을 다시 확인할까?</a:t>
            </a:r>
          </a:p>
        </p:txBody>
      </p:sp>
      <p:sp>
        <p:nvSpPr>
          <p:cNvPr id="4" name="">
            <a:extLst xmlns:a="http://schemas.openxmlformats.org/drawingml/2006/main">
              <a:ext uri="{FF2B5EF4-FFF2-40B4-BE49-F238E27FC236}">
                <a16:creationId xmlns:a16="http://schemas.microsoft.com/office/drawing/2014/main" id="{9AC1F8A2-EDE0-40E1-AEA4-9BD8A29825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지침 변경 뒤 확인할 질문을 설계한 도식">
            <a:extLst xmlns:a="http://schemas.openxmlformats.org/drawingml/2006/main">
              <a:ext uri="{FF2B5EF4-FFF2-40B4-BE49-F238E27FC236}">
                <a16:creationId xmlns:a16="http://schemas.microsoft.com/office/drawing/2014/main" id="{167B703D-B2D9-4E13-BC9D-563C771C5D2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지침 변경 뒤 확인할 질문을 설계한 도식</a:t>
            </a:r>
          </a:p>
        </p:txBody>
      </p:sp>
      <p:sp>
        <p:nvSpPr>
          <p:cNvPr id="6" name="가상 사례 · 실제 변경·재실행·회귀 검증 결과는 없음">
            <a:extLst xmlns:a="http://schemas.openxmlformats.org/drawingml/2006/main">
              <a:ext uri="{FF2B5EF4-FFF2-40B4-BE49-F238E27FC236}">
                <a16:creationId xmlns:a16="http://schemas.microsoft.com/office/drawing/2014/main" id="{1170E8DC-0C96-44C7-9F48-C238D09BC9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사례 · 실제 변경·재실행·회귀 검증 결과는 없음</a:t>
            </a:r>
          </a:p>
        </p:txBody>
      </p:sp>
      <p:sp>
        <p:nvSpPr>
          <p:cNvPr id="7" name="가정: 단위 테스트 지침을 단위 + 통합 테스트로 갱신했다면">
            <a:extLst xmlns:a="http://schemas.openxmlformats.org/drawingml/2006/main">
              <a:ext uri="{FF2B5EF4-FFF2-40B4-BE49-F238E27FC236}">
                <a16:creationId xmlns:a16="http://schemas.microsoft.com/office/drawing/2014/main" id="{A7A96C7A-4DF1-4CB4-A4E3-EDDEFBC4DB50}"/>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가정: 단위 테스트 지침을 단위 + 통합 테스트로 갱신했다면</a:t>
            </a:r>
          </a:p>
        </p:txBody>
      </p:sp>
      <p:sp>
        <p:nvSpPr>
          <p:cNvPr id="8" name="같은 작업 다시 확인">
            <a:extLst xmlns:a="http://schemas.openxmlformats.org/drawingml/2006/main">
              <a:ext uri="{FF2B5EF4-FFF2-40B4-BE49-F238E27FC236}">
                <a16:creationId xmlns:a16="http://schemas.microsoft.com/office/drawing/2014/main" id="{D40E1739-6E2E-4D4B-97BF-947BF3712FC8}"/>
              </a:ext>
            </a:extLst>
          </p:cNvPr>
          <p:cNvSpPr>
            <a:spLocks xmlns:a="http://schemas.openxmlformats.org/drawingml/2006/main" noGrp="1"/>
          </p:cNvSpPr>
          <p:nvPr/>
        </p:nvSpPr>
        <p:spPr>
          <a:xfrm xmlns:a="http://schemas.openxmlformats.org/drawingml/2006/main">
            <a:off x="609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작업 다시 확인</a:t>
            </a:r>
          </a:p>
        </p:txBody>
      </p:sp>
      <p:sp>
        <p:nvSpPr>
          <p:cNvPr id="9" name="">
            <a:extLst xmlns:a="http://schemas.openxmlformats.org/drawingml/2006/main">
              <a:ext uri="{FF2B5EF4-FFF2-40B4-BE49-F238E27FC236}">
                <a16:creationId xmlns:a16="http://schemas.microsoft.com/office/drawing/2014/main" id="{1EEF8D96-F66E-40FD-9B19-6971BA411DE0}"/>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필요한 단위·통합 검증을&#10;이제 다루는가?">
            <a:extLst xmlns:a="http://schemas.openxmlformats.org/drawingml/2006/main">
              <a:ext uri="{FF2B5EF4-FFF2-40B4-BE49-F238E27FC236}">
                <a16:creationId xmlns:a16="http://schemas.microsoft.com/office/drawing/2014/main" id="{B34DBB4E-95B9-4E77-AAB5-ECB7A37DA1BB}"/>
              </a:ext>
            </a:extLst>
          </p:cNvPr>
          <p:cNvSpPr>
            <a:spLocks xmlns:a="http://schemas.openxmlformats.org/drawingml/2006/main" noGrp="1"/>
          </p:cNvSpPr>
          <p:nvPr/>
        </p:nvSpPr>
        <p:spPr>
          <a:xfrm xmlns:a="http://schemas.openxmlformats.org/drawingml/2006/main">
            <a:off x="609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필요한 단위·통합 검증을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이제 다루는가?</a:t>
            </a:r>
          </a:p>
        </p:txBody>
      </p:sp>
      <p:sp>
        <p:nvSpPr>
          <p:cNvPr id="11" name="이번 변경이 문제를 다루는지">
            <a:extLst xmlns:a="http://schemas.openxmlformats.org/drawingml/2006/main">
              <a:ext uri="{FF2B5EF4-FFF2-40B4-BE49-F238E27FC236}">
                <a16:creationId xmlns:a16="http://schemas.microsoft.com/office/drawing/2014/main" id="{CBA6DEB9-5E11-400A-AA12-37FEF1E0035B}"/>
              </a:ext>
            </a:extLst>
          </p:cNvPr>
          <p:cNvSpPr>
            <a:spLocks xmlns:a="http://schemas.openxmlformats.org/drawingml/2006/main" noGrp="1"/>
          </p:cNvSpPr>
          <p:nvPr/>
        </p:nvSpPr>
        <p:spPr>
          <a:xfrm xmlns:a="http://schemas.openxmlformats.org/drawingml/2006/main">
            <a:off x="609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변경이 문제를 다루는지</a:t>
            </a:r>
          </a:p>
        </p:txBody>
      </p:sp>
      <p:sp>
        <p:nvSpPr>
          <p:cNvPr id="12" name="다른 작업에 적용">
            <a:extLst xmlns:a="http://schemas.openxmlformats.org/drawingml/2006/main">
              <a:ext uri="{FF2B5EF4-FFF2-40B4-BE49-F238E27FC236}">
                <a16:creationId xmlns:a16="http://schemas.microsoft.com/office/drawing/2014/main" id="{16011370-AD76-49C8-AD13-2E95A2A8C9A9}"/>
              </a:ext>
            </a:extLst>
          </p:cNvPr>
          <p:cNvSpPr>
            <a:spLocks xmlns:a="http://schemas.openxmlformats.org/drawingml/2006/main" noGrp="1"/>
          </p:cNvSpPr>
          <p:nvPr/>
        </p:nvSpPr>
        <p:spPr>
          <a:xfrm xmlns:a="http://schemas.openxmlformats.org/drawingml/2006/main">
            <a:off x="6705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다른 작업에 적용</a:t>
            </a:r>
          </a:p>
        </p:txBody>
      </p:sp>
      <p:sp>
        <p:nvSpPr>
          <p:cNvPr id="13" name="">
            <a:extLst xmlns:a="http://schemas.openxmlformats.org/drawingml/2006/main">
              <a:ext uri="{FF2B5EF4-FFF2-40B4-BE49-F238E27FC236}">
                <a16:creationId xmlns:a16="http://schemas.microsoft.com/office/drawing/2014/main" id="{8EFF5F19-A749-4EEB-BF70-21E999C66CD6}"/>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4" name="문서만 고치는 작업에도&#10;불필요한 검증을 강요하나?">
            <a:extLst xmlns:a="http://schemas.openxmlformats.org/drawingml/2006/main">
              <a:ext uri="{FF2B5EF4-FFF2-40B4-BE49-F238E27FC236}">
                <a16:creationId xmlns:a16="http://schemas.microsoft.com/office/drawing/2014/main" id="{631FA637-C6F7-42DD-B8C7-BE10BBC87E90}"/>
              </a:ext>
            </a:extLst>
          </p:cNvPr>
          <p:cNvSpPr>
            <a:spLocks xmlns:a="http://schemas.openxmlformats.org/drawingml/2006/main" noGrp="1"/>
          </p:cNvSpPr>
          <p:nvPr/>
        </p:nvSpPr>
        <p:spPr>
          <a:xfrm xmlns:a="http://schemas.openxmlformats.org/drawingml/2006/main">
            <a:off x="6705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문서만 고치는 작업에도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불필요한 검증을 강요하나?</a:t>
            </a:r>
          </a:p>
        </p:txBody>
      </p:sp>
      <p:sp>
        <p:nvSpPr>
          <p:cNvPr id="15" name="주변 작업을 방해하지 않는지">
            <a:extLst xmlns:a="http://schemas.openxmlformats.org/drawingml/2006/main">
              <a:ext uri="{FF2B5EF4-FFF2-40B4-BE49-F238E27FC236}">
                <a16:creationId xmlns:a16="http://schemas.microsoft.com/office/drawing/2014/main" id="{FB082B23-FCB7-4994-BC16-76DBB79FA322}"/>
              </a:ext>
            </a:extLst>
          </p:cNvPr>
          <p:cNvSpPr>
            <a:spLocks xmlns:a="http://schemas.openxmlformats.org/drawingml/2006/main" noGrp="1"/>
          </p:cNvSpPr>
          <p:nvPr/>
        </p:nvSpPr>
        <p:spPr>
          <a:xfrm xmlns:a="http://schemas.openxmlformats.org/drawingml/2006/main">
            <a:off x="6705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주변 작업을 방해하지 않는지</a:t>
            </a:r>
          </a:p>
        </p:txBody>
      </p:sp>
      <p:sp>
        <p:nvSpPr>
          <p:cNvPr id="16" name="같은 작업의 재확인과, 다른 대표 작업의 영향 평가">
            <a:extLst xmlns:a="http://schemas.openxmlformats.org/drawingml/2006/main">
              <a:ext uri="{FF2B5EF4-FFF2-40B4-BE49-F238E27FC236}">
                <a16:creationId xmlns:a16="http://schemas.microsoft.com/office/drawing/2014/main" id="{ADA763FA-6216-423E-B59A-40FEA90E2E1E}"/>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작업의 재확인과, 다른 대표 작업의 영향 평가</a:t>
            </a:r>
          </a:p>
        </p:txBody>
      </p:sp>
      <p:sp>
        <p:nvSpPr>
          <p:cNvPr id="17" name="Legacy module connection">
            <a:extLst xmlns:a="http://schemas.openxmlformats.org/drawingml/2006/main">
              <a:ext uri="{FF2B5EF4-FFF2-40B4-BE49-F238E27FC236}">
                <a16:creationId xmlns:a16="http://schemas.microsoft.com/office/drawing/2014/main" id="{F8C76AD4-3692-4EFA-8D3C-ABDFB445AC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19786951"/>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0" name="ACT 4 · CONCEPTUAL / 평가 작업의 선정">
            <a:extLst xmlns:a="http://schemas.openxmlformats.org/drawingml/2006/main">
              <a:ext uri="{FF2B5EF4-FFF2-40B4-BE49-F238E27FC236}">
                <a16:creationId xmlns:a16="http://schemas.microsoft.com/office/drawing/2014/main" id="{FB67900F-7924-435D-8339-2359BB58C1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작업의 선정</a:t>
            </a:r>
          </a:p>
        </p:txBody>
      </p:sp>
      <p:sp>
        <p:nvSpPr>
          <p:cNvPr id="2" name="S77">
            <a:extLst xmlns:a="http://schemas.openxmlformats.org/drawingml/2006/main">
              <a:ext uri="{FF2B5EF4-FFF2-40B4-BE49-F238E27FC236}">
                <a16:creationId xmlns:a16="http://schemas.microsoft.com/office/drawing/2014/main" id="{6B2866DE-491A-41D5-A2B7-B382C3267D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대표 작업은 서로 다른 위험을 확인한다">
            <a:extLst xmlns:a="http://schemas.openxmlformats.org/drawingml/2006/main">
              <a:ext uri="{FF2B5EF4-FFF2-40B4-BE49-F238E27FC236}">
                <a16:creationId xmlns:a16="http://schemas.microsoft.com/office/drawing/2014/main" id="{BDCAB55F-3397-4621-AF09-727C3A588D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작업은 서로 다른 위험을 확인한다</a:t>
            </a:r>
          </a:p>
        </p:txBody>
      </p:sp>
      <p:sp>
        <p:nvSpPr>
          <p:cNvPr id="4" name="">
            <a:extLst xmlns:a="http://schemas.openxmlformats.org/drawingml/2006/main">
              <a:ext uri="{FF2B5EF4-FFF2-40B4-BE49-F238E27FC236}">
                <a16:creationId xmlns:a16="http://schemas.microsoft.com/office/drawing/2014/main" id="{659DFBBC-0115-4478-A544-AAF97542C0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EVAL-01~04 평가 설계 · 네 작업 모두 변경 후 실행 결과 없음">
            <a:extLst xmlns:a="http://schemas.openxmlformats.org/drawingml/2006/main">
              <a:ext uri="{FF2B5EF4-FFF2-40B4-BE49-F238E27FC236}">
                <a16:creationId xmlns:a16="http://schemas.microsoft.com/office/drawing/2014/main" id="{8343FCFD-D11D-469A-8E3C-3A6A2AE72A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EVAL-01~04 평가 설계 · 네 작업 모두 변경 후 실행 결과 없음</a:t>
            </a:r>
          </a:p>
        </p:txBody>
      </p:sp>
      <p:sp>
        <p:nvSpPr>
          <p:cNvPr id="6" name="버그·성능은 별도 과거 사례 참고 · 문서·리팩터링은 설계만 있음 · 새 실행·PASS/FAIL 없음">
            <a:extLst xmlns:a="http://schemas.openxmlformats.org/drawingml/2006/main">
              <a:ext uri="{FF2B5EF4-FFF2-40B4-BE49-F238E27FC236}">
                <a16:creationId xmlns:a16="http://schemas.microsoft.com/office/drawing/2014/main" id="{88DA36ED-B349-4C3E-83F4-ED8BA6C998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버그·성능은 별도 과거 사례 참고 · 문서·리팩터링은 설계만 있음 · 새 실행·PASS/FAIL 없음</a:t>
            </a:r>
          </a:p>
        </p:txBody>
      </p:sp>
      <p:sp>
        <p:nvSpPr>
          <p:cNvPr id="7" name="지침을 바꿨다면, 서로 다른 작업에도 적용해 본다">
            <a:extLst xmlns:a="http://schemas.openxmlformats.org/drawingml/2006/main">
              <a:ext uri="{FF2B5EF4-FFF2-40B4-BE49-F238E27FC236}">
                <a16:creationId xmlns:a16="http://schemas.microsoft.com/office/drawing/2014/main" id="{D7669977-C8B7-4808-ABCE-F130C393E64A}"/>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지침을 바꿨다면, 서로 다른 작업에도 적용해 본다</a:t>
            </a:r>
          </a:p>
        </p:txBody>
      </p:sp>
      <p:graphicFrame>
        <p:nvGraphicFramePr>
          <p:cNvPr id="8" name="">
            <a:extLst xmlns:a="http://schemas.openxmlformats.org/drawingml/2006/main">
              <a:ext uri="{FF2B5EF4-FFF2-40B4-BE49-F238E27FC236}">
                <a16:creationId xmlns:a16="http://schemas.microsoft.com/office/drawing/2014/main" id="{ADC483BA-5294-4479-929E-FB90F912DDC4}"/>
              </a:ext>
            </a:extLst>
          </p:cNvPr>
          <p:cNvGraphicFramePr/>
          <p:nvPr/>
        </p:nvGraphicFramePr>
        <p:xfrm>
          <a:off xmlns:a="http://schemas.openxmlformats.org/drawingml/2006/main" x="609600" y="2514600"/>
          <a:ext xmlns:a="http://schemas.openxmlformats.org/drawingml/2006/main" cx="10972800" cy="2857500"/>
        </p:xfrm>
        <a:graphic xmlns:a="http://schemas.openxmlformats.org/drawingml/2006/main">
          <a:graphicData uri="http://schemas.openxmlformats.org/drawingml/2006/table">
            <a:tbl>
              <a:tblPr firstRow="0" bandRow="0"/>
              <a:tblGrid>
                <a:gridCol w="2286000"/>
                <a:gridCol w="5943600"/>
                <a:gridCol w="2743200"/>
              </a:tblGrid>
              <a:tr h="457200">
                <a:tc>
                  <a:txBody>
                    <a:bodyPr wrap="none">
                      <a:noAutofit/>
                    </a:bodyPr>
                    <a:lstStyle/>
                    <a:p>
                      <a:pPr algn="l"/>
                      <a:r>
                        <a:rPr sz="1875" b="1">
                          <a:solidFill>
                            <a:srgbClr val="0B6172"/>
                          </a:solidFill>
                          <a:latin typeface="Malgun Gothic"/>
                          <a:ea typeface="Malgun Gothic"/>
                          <a:cs typeface="Malgun Gothic"/>
                        </a:rPr>
                        <a:t>작업 종류</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확인하려는 위험</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기존 근거</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600075">
                <a:tc>
                  <a:txBody>
                    <a:bodyPr wrap="none">
                      <a:noAutofit/>
                    </a:bodyPr>
                    <a:lstStyle/>
                    <a:p>
                      <a:pPr algn="l"/>
                      <a:r>
                        <a:rPr sz="1950" b="1">
                          <a:solidFill>
                            <a:srgbClr val="17212B"/>
                          </a:solidFill>
                          <a:latin typeface="Malgun Gothic"/>
                          <a:ea typeface="Malgun Gothic"/>
                          <a:cs typeface="Malgun Gothic"/>
                        </a:rPr>
                        <a:t>버그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동작 명세를 놓치지 않는가?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성능 변경</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측정·검증 범위를 지키는가?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문서만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불필요한 절차를 강요하는가?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작은 리팩터링</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다른 유효한 작업을 방해하는가?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bl>
          </a:graphicData>
        </a:graphic>
      </p:graphicFrame>
      <p:sp>
        <p:nvSpPr>
          <p:cNvPr id="9" name="Legacy module connection">
            <a:extLst xmlns:a="http://schemas.openxmlformats.org/drawingml/2006/main">
              <a:ext uri="{FF2B5EF4-FFF2-40B4-BE49-F238E27FC236}">
                <a16:creationId xmlns:a16="http://schemas.microsoft.com/office/drawing/2014/main" id="{341FE7FE-A18E-4568-BE3E-CD9BCB71EB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94179376"/>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CONCEPTUAL / 규칙의 영향과 유지 비용">
            <a:extLst xmlns:a="http://schemas.openxmlformats.org/drawingml/2006/main">
              <a:ext uri="{FF2B5EF4-FFF2-40B4-BE49-F238E27FC236}">
                <a16:creationId xmlns:a16="http://schemas.microsoft.com/office/drawing/2014/main" id="{6865B518-DE39-4F2D-94D5-7365E5A25E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규칙의 영향과 유지 비용</a:t>
            </a:r>
          </a:p>
        </p:txBody>
      </p:sp>
      <p:sp>
        <p:nvSpPr>
          <p:cNvPr id="2" name="S78">
            <a:extLst xmlns:a="http://schemas.openxmlformats.org/drawingml/2006/main">
              <a:ext uri="{FF2B5EF4-FFF2-40B4-BE49-F238E27FC236}">
                <a16:creationId xmlns:a16="http://schemas.microsoft.com/office/drawing/2014/main" id="{29028937-6B83-4CBB-8B7C-64CC074B8D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한 작업에 맞춘 규칙,&#10;다른 작업에도 맞을까?">
            <a:extLst xmlns:a="http://schemas.openxmlformats.org/drawingml/2006/main">
              <a:ext uri="{FF2B5EF4-FFF2-40B4-BE49-F238E27FC236}">
                <a16:creationId xmlns:a16="http://schemas.microsoft.com/office/drawing/2014/main" id="{526F2E1B-C462-41A1-9A84-21401F21919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한 작업에 맞춘 규칙,</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다른 작업에도 맞을까?</a:t>
            </a:r>
          </a:p>
        </p:txBody>
      </p:sp>
      <p:sp>
        <p:nvSpPr>
          <p:cNvPr id="4" name="">
            <a:extLst xmlns:a="http://schemas.openxmlformats.org/drawingml/2006/main">
              <a:ext uri="{FF2B5EF4-FFF2-40B4-BE49-F238E27FC236}">
                <a16:creationId xmlns:a16="http://schemas.microsoft.com/office/drawing/2014/main" id="{67C39A6D-1946-455C-BF68-B2D1BAC1EC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특정 작업에만 맞추는 과적합은 교육용 비유">
            <a:extLst xmlns:a="http://schemas.openxmlformats.org/drawingml/2006/main">
              <a:ext uri="{FF2B5EF4-FFF2-40B4-BE49-F238E27FC236}">
                <a16:creationId xmlns:a16="http://schemas.microsoft.com/office/drawing/2014/main" id="{7A0221D9-D449-4B8E-9AAC-1BBAE5C403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특정 작업에만 맞추는 과적합은 교육용 비유</a:t>
            </a:r>
          </a:p>
        </p:txBody>
      </p:sp>
      <p:sp>
        <p:nvSpPr>
          <p:cNvPr id="6" name="아래는 가정의 비교 · 실제 실행·비용 측정 아님 · ML의 통계적 과적합과 동일시하지 않음">
            <a:extLst xmlns:a="http://schemas.openxmlformats.org/drawingml/2006/main">
              <a:ext uri="{FF2B5EF4-FFF2-40B4-BE49-F238E27FC236}">
                <a16:creationId xmlns:a16="http://schemas.microsoft.com/office/drawing/2014/main" id="{57F9F286-E379-47B3-A5C9-B47233342D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가정의 비교 · 실제 실행·비용 측정 아님 · ML의 통계적 과적합과 동일시하지 않음</a:t>
            </a:r>
          </a:p>
        </p:txBody>
      </p:sp>
      <p:sp>
        <p:nvSpPr>
          <p:cNvPr id="7" name="가정: 모든 작업에 통합 테스트를 요구하도록 넓힌다면">
            <a:extLst xmlns:a="http://schemas.openxmlformats.org/drawingml/2006/main">
              <a:ext uri="{FF2B5EF4-FFF2-40B4-BE49-F238E27FC236}">
                <a16:creationId xmlns:a16="http://schemas.microsoft.com/office/drawing/2014/main" id="{B9EDAF5B-D2D4-4249-BE82-9AFFEFBA142F}"/>
              </a:ext>
            </a:extLst>
          </p:cNvPr>
          <p:cNvSpPr>
            <a:spLocks xmlns:a="http://schemas.openxmlformats.org/drawingml/2006/main" noGrp="1"/>
          </p:cNvSpPr>
          <p:nvPr/>
        </p:nvSpPr>
        <p:spPr>
          <a:xfrm xmlns:a="http://schemas.openxmlformats.org/drawingml/2006/main">
            <a:off x="609600" y="20574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가정: 모든 작업에 통합 테스트를 요구하도록 넓힌다면</a:t>
            </a:r>
          </a:p>
        </p:txBody>
      </p:sp>
      <p:sp>
        <p:nvSpPr>
          <p:cNvPr id="8" name="전역 지침">
            <a:extLst xmlns:a="http://schemas.openxmlformats.org/drawingml/2006/main">
              <a:ext uri="{FF2B5EF4-FFF2-40B4-BE49-F238E27FC236}">
                <a16:creationId xmlns:a16="http://schemas.microsoft.com/office/drawing/2014/main" id="{46AAB8BA-98CD-4CD9-B309-C572C1E60A20}"/>
              </a:ext>
            </a:extLst>
          </p:cNvPr>
          <p:cNvSpPr>
            <a:spLocks xmlns:a="http://schemas.openxmlformats.org/drawingml/2006/main" noGrp="1"/>
          </p:cNvSpPr>
          <p:nvPr/>
        </p:nvSpPr>
        <p:spPr>
          <a:xfrm xmlns:a="http://schemas.openxmlformats.org/drawingml/2006/main">
            <a:off x="609600" y="2914650"/>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전역 지침</a:t>
            </a:r>
          </a:p>
        </p:txBody>
      </p:sp>
      <p:sp>
        <p:nvSpPr>
          <p:cNvPr id="9" name="">
            <a:extLst xmlns:a="http://schemas.openxmlformats.org/drawingml/2006/main">
              <a:ext uri="{FF2B5EF4-FFF2-40B4-BE49-F238E27FC236}">
                <a16:creationId xmlns:a16="http://schemas.microsoft.com/office/drawing/2014/main" id="{214A5DEF-2DFF-402E-BB38-72897FD97241}"/>
              </a:ext>
            </a:extLst>
          </p:cNvPr>
          <p:cNvSpPr>
            <a:spLocks xmlns:a="http://schemas.openxmlformats.org/drawingml/2006/main" noGrp="1"/>
          </p:cNvSpPr>
          <p:nvPr/>
        </p:nvSpPr>
        <p:spPr>
          <a:xfrm xmlns:a="http://schemas.openxmlformats.org/drawingml/2006/main">
            <a:off x="609600" y="3390900"/>
            <a:ext cx="335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모든 작업에&#10;통합 테스트">
            <a:extLst xmlns:a="http://schemas.openxmlformats.org/drawingml/2006/main">
              <a:ext uri="{FF2B5EF4-FFF2-40B4-BE49-F238E27FC236}">
                <a16:creationId xmlns:a16="http://schemas.microsoft.com/office/drawing/2014/main" id="{842BC97C-0674-4175-8F14-C6CB2CC8531D}"/>
              </a:ext>
            </a:extLst>
          </p:cNvPr>
          <p:cNvSpPr>
            <a:spLocks xmlns:a="http://schemas.openxmlformats.org/drawingml/2006/main" noGrp="1"/>
          </p:cNvSpPr>
          <p:nvPr/>
        </p:nvSpPr>
        <p:spPr>
          <a:xfrm xmlns:a="http://schemas.openxmlformats.org/drawingml/2006/main">
            <a:off x="609600" y="3629025"/>
            <a:ext cx="33528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모든 작업에</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통합 테스트</a:t>
            </a:r>
          </a:p>
        </p:txBody>
      </p:sp>
      <p:cxnSp>
        <p:nvCxnSpPr>
          <p:cNvPr id="11" name="">
            <a:extLst xmlns:a="http://schemas.openxmlformats.org/drawingml/2006/main">
              <a:ext uri="{FF2B5EF4-FFF2-40B4-BE49-F238E27FC236}">
                <a16:creationId xmlns:a16="http://schemas.microsoft.com/office/drawing/2014/main" id="{883DBD1C-8181-402B-9075-301418A025DE}"/>
              </a:ext>
            </a:extLst>
          </p:cNvPr>
          <p:cNvCxnSpPr/>
          <p:nvPr/>
        </p:nvCxnSpPr>
        <p:spPr>
          <a:xfrm xmlns:a="http://schemas.openxmlformats.org/drawingml/2006/main">
            <a:off x="4171950" y="3933825"/>
            <a:ext cx="1181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2A182E0D-5383-4184-9AD9-64B09210E8EF}"/>
              </a:ext>
            </a:extLst>
          </p:cNvPr>
          <p:cNvSpPr>
            <a:spLocks xmlns:a="http://schemas.openxmlformats.org/drawingml/2006/main" noGrp="1"/>
          </p:cNvSpPr>
          <p:nvPr/>
        </p:nvSpPr>
        <p:spPr>
          <a:xfrm xmlns:a="http://schemas.openxmlformats.org/drawingml/2006/main">
            <a:off x="5353050" y="3171825"/>
            <a:ext cx="0" cy="15240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552ABCFE-C6B3-4CEB-AABE-370C649FB272}"/>
              </a:ext>
            </a:extLst>
          </p:cNvPr>
          <p:cNvCxnSpPr/>
          <p:nvPr/>
        </p:nvCxnSpPr>
        <p:spPr>
          <a:xfrm xmlns:a="http://schemas.openxmlformats.org/drawingml/2006/main">
            <a:off x="5353050" y="3171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07B7123D-C0FD-4F47-8CCF-D30DB67BEF07}"/>
              </a:ext>
            </a:extLst>
          </p:cNvPr>
          <p:cNvCxnSpPr/>
          <p:nvPr/>
        </p:nvCxnSpPr>
        <p:spPr>
          <a:xfrm xmlns:a="http://schemas.openxmlformats.org/drawingml/2006/main">
            <a:off x="5353050" y="4695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코드 변경">
            <a:extLst xmlns:a="http://schemas.openxmlformats.org/drawingml/2006/main">
              <a:ext uri="{FF2B5EF4-FFF2-40B4-BE49-F238E27FC236}">
                <a16:creationId xmlns:a16="http://schemas.microsoft.com/office/drawing/2014/main" id="{B85A332B-0475-4746-9D7B-E27F8917389A}"/>
              </a:ext>
            </a:extLst>
          </p:cNvPr>
          <p:cNvSpPr>
            <a:spLocks xmlns:a="http://schemas.openxmlformats.org/drawingml/2006/main" noGrp="1"/>
          </p:cNvSpPr>
          <p:nvPr/>
        </p:nvSpPr>
        <p:spPr>
          <a:xfrm xmlns:a="http://schemas.openxmlformats.org/drawingml/2006/main">
            <a:off x="6705600" y="2733675"/>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코드 변경</a:t>
            </a:r>
          </a:p>
        </p:txBody>
      </p:sp>
      <p:sp>
        <p:nvSpPr>
          <p:cNvPr id="16" name="필요한 검증 범위를 확인">
            <a:extLst xmlns:a="http://schemas.openxmlformats.org/drawingml/2006/main">
              <a:ext uri="{FF2B5EF4-FFF2-40B4-BE49-F238E27FC236}">
                <a16:creationId xmlns:a16="http://schemas.microsoft.com/office/drawing/2014/main" id="{B227078E-D5BC-43F6-8510-19B224B64C23}"/>
              </a:ext>
            </a:extLst>
          </p:cNvPr>
          <p:cNvSpPr>
            <a:spLocks xmlns:a="http://schemas.openxmlformats.org/drawingml/2006/main" noGrp="1"/>
          </p:cNvSpPr>
          <p:nvPr/>
        </p:nvSpPr>
        <p:spPr>
          <a:xfrm xmlns:a="http://schemas.openxmlformats.org/drawingml/2006/main">
            <a:off x="6705600" y="31908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필요한 검증 범위를 확인</a:t>
            </a:r>
          </a:p>
        </p:txBody>
      </p:sp>
      <p:sp>
        <p:nvSpPr>
          <p:cNvPr id="17" name="문서만 수정">
            <a:extLst xmlns:a="http://schemas.openxmlformats.org/drawingml/2006/main">
              <a:ext uri="{FF2B5EF4-FFF2-40B4-BE49-F238E27FC236}">
                <a16:creationId xmlns:a16="http://schemas.microsoft.com/office/drawing/2014/main" id="{87590A26-7064-487C-936C-63FA4E0498C2}"/>
              </a:ext>
            </a:extLst>
          </p:cNvPr>
          <p:cNvSpPr>
            <a:spLocks xmlns:a="http://schemas.openxmlformats.org/drawingml/2006/main" noGrp="1"/>
          </p:cNvSpPr>
          <p:nvPr/>
        </p:nvSpPr>
        <p:spPr>
          <a:xfrm xmlns:a="http://schemas.openxmlformats.org/drawingml/2006/main">
            <a:off x="6705600" y="41910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문서만 수정</a:t>
            </a:r>
          </a:p>
        </p:txBody>
      </p:sp>
      <p:sp>
        <p:nvSpPr>
          <p:cNvPr id="18" name="불필요한 절차가 될 수 있음">
            <a:extLst xmlns:a="http://schemas.openxmlformats.org/drawingml/2006/main">
              <a:ext uri="{FF2B5EF4-FFF2-40B4-BE49-F238E27FC236}">
                <a16:creationId xmlns:a16="http://schemas.microsoft.com/office/drawing/2014/main" id="{513D9C5B-7BEE-4AA2-A1C4-6F84CDDB633C}"/>
              </a:ext>
            </a:extLst>
          </p:cNvPr>
          <p:cNvSpPr>
            <a:spLocks xmlns:a="http://schemas.openxmlformats.org/drawingml/2006/main" noGrp="1"/>
          </p:cNvSpPr>
          <p:nvPr/>
        </p:nvSpPr>
        <p:spPr>
          <a:xfrm xmlns:a="http://schemas.openxmlformats.org/drawingml/2006/main">
            <a:off x="6705600" y="4648200"/>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불필요한 절차가 될 수 있음</a:t>
            </a:r>
          </a:p>
        </p:txBody>
      </p:sp>
      <p:sp>
        <p:nvSpPr>
          <p:cNvPr id="19" name="규칙 누적·충돌·특정 작업 편중을 보고, 원인과 범위에 맞춰 정리">
            <a:extLst xmlns:a="http://schemas.openxmlformats.org/drawingml/2006/main">
              <a:ext uri="{FF2B5EF4-FFF2-40B4-BE49-F238E27FC236}">
                <a16:creationId xmlns:a16="http://schemas.microsoft.com/office/drawing/2014/main" id="{75250DA8-33F2-476D-A984-EC93E70966A8}"/>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규칙 누적·충돌·특정 작업 편중을 보고, 원인과 범위에 맞춰 정리</a:t>
            </a:r>
          </a:p>
        </p:txBody>
      </p:sp>
      <p:sp>
        <p:nvSpPr>
          <p:cNvPr id="20" name="Legacy module connection">
            <a:extLst xmlns:a="http://schemas.openxmlformats.org/drawingml/2006/main">
              <a:ext uri="{FF2B5EF4-FFF2-40B4-BE49-F238E27FC236}">
                <a16:creationId xmlns:a16="http://schemas.microsoft.com/office/drawing/2014/main" id="{2CBF4211-0C19-48B0-A641-201529EA0C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52200731"/>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4 · 이 교육의 Loop 운영 모델">
            <a:extLst xmlns:a="http://schemas.openxmlformats.org/drawingml/2006/main">
              <a:ext uri="{FF2B5EF4-FFF2-40B4-BE49-F238E27FC236}">
                <a16:creationId xmlns:a16="http://schemas.microsoft.com/office/drawing/2014/main" id="{3773B84D-CA8E-4637-A2C8-3AE5AA4699A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운영 모델</a:t>
            </a:r>
          </a:p>
        </p:txBody>
      </p:sp>
      <p:sp>
        <p:nvSpPr>
          <p:cNvPr id="2" name="S79">
            <a:extLst xmlns:a="http://schemas.openxmlformats.org/drawingml/2006/main">
              <a:ext uri="{FF2B5EF4-FFF2-40B4-BE49-F238E27FC236}">
                <a16:creationId xmlns:a16="http://schemas.microsoft.com/office/drawing/2014/main" id="{6F3162FC-1162-4498-B254-0FFBFB976E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관찰을 시스템 개선으로 잇는 Loop">
            <a:extLst xmlns:a="http://schemas.openxmlformats.org/drawingml/2006/main">
              <a:ext uri="{FF2B5EF4-FFF2-40B4-BE49-F238E27FC236}">
                <a16:creationId xmlns:a16="http://schemas.microsoft.com/office/drawing/2014/main" id="{BA921EE2-094B-4BF2-A18F-5826F06A77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관찰을 시스템 개선으로 잇는 Loop</a:t>
            </a:r>
          </a:p>
        </p:txBody>
      </p:sp>
      <p:sp>
        <p:nvSpPr>
          <p:cNvPr id="4" name="">
            <a:extLst xmlns:a="http://schemas.openxmlformats.org/drawingml/2006/main">
              <a:ext uri="{FF2B5EF4-FFF2-40B4-BE49-F238E27FC236}">
                <a16:creationId xmlns:a16="http://schemas.microsoft.com/office/drawing/2014/main" id="{925497EC-F682-417E-9E4F-786D6BAF81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앞선 가상 사례를 정리한 운영 모델">
            <a:extLst xmlns:a="http://schemas.openxmlformats.org/drawingml/2006/main">
              <a:ext uri="{FF2B5EF4-FFF2-40B4-BE49-F238E27FC236}">
                <a16:creationId xmlns:a16="http://schemas.microsoft.com/office/drawing/2014/main" id="{434A191A-E336-4AFC-B062-75809B9610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앞선 가상 사례를 정리한 운영 모델</a:t>
            </a:r>
          </a:p>
        </p:txBody>
      </p:sp>
      <p:sp>
        <p:nvSpPr>
          <p:cNvPr id="6" name="실제 실행·수정·평가 결과 없음 · 자동 학습이나 관찰된 Product Loop가 아님">
            <a:extLst xmlns:a="http://schemas.openxmlformats.org/drawingml/2006/main">
              <a:ext uri="{FF2B5EF4-FFF2-40B4-BE49-F238E27FC236}">
                <a16:creationId xmlns:a16="http://schemas.microsoft.com/office/drawing/2014/main" id="{ACEE72D9-04C5-42DB-8299-9BC3662F576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실행·수정·평가 결과 없음 · 자동 학습이나 관찰된 Product Loop가 아님</a:t>
            </a:r>
          </a:p>
        </p:txBody>
      </p:sp>
      <p:sp>
        <p:nvSpPr>
          <p:cNvPr id="7" name="앞 단계에서 얻은 근거로, 다음 단계의 판단을 한다">
            <a:extLst xmlns:a="http://schemas.openxmlformats.org/drawingml/2006/main">
              <a:ext uri="{FF2B5EF4-FFF2-40B4-BE49-F238E27FC236}">
                <a16:creationId xmlns:a16="http://schemas.microsoft.com/office/drawing/2014/main" id="{C180A936-060C-4C5B-8288-0F8B08DD5E06}"/>
              </a:ext>
            </a:extLst>
          </p:cNvPr>
          <p:cNvSpPr>
            <a:spLocks xmlns:a="http://schemas.openxmlformats.org/drawingml/2006/main" noGrp="1"/>
          </p:cNvSpPr>
          <p:nvPr/>
        </p:nvSpPr>
        <p:spPr>
          <a:xfrm xmlns:a="http://schemas.openxmlformats.org/drawingml/2006/main">
            <a:off x="609600" y="17811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 단계에서 얻은 근거로, 다음 단계의 판단을 한다</a:t>
            </a:r>
          </a:p>
        </p:txBody>
      </p:sp>
      <p:sp>
        <p:nvSpPr>
          <p:cNvPr id="8" name="01">
            <a:extLst xmlns:a="http://schemas.openxmlformats.org/drawingml/2006/main">
              <a:ext uri="{FF2B5EF4-FFF2-40B4-BE49-F238E27FC236}">
                <a16:creationId xmlns:a16="http://schemas.microsoft.com/office/drawing/2014/main" id="{1C58387B-2902-423D-9EED-5F898955B94C}"/>
              </a:ext>
            </a:extLst>
          </p:cNvPr>
          <p:cNvSpPr>
            <a:spLocks xmlns:a="http://schemas.openxmlformats.org/drawingml/2006/main" noGrp="1"/>
          </p:cNvSpPr>
          <p:nvPr/>
        </p:nvSpPr>
        <p:spPr>
          <a:xfrm xmlns:a="http://schemas.openxmlformats.org/drawingml/2006/main">
            <a:off x="6096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6A3163A6-7F4B-40A1-B38C-FCEC0C2597B0}"/>
              </a:ext>
            </a:extLst>
          </p:cNvPr>
          <p:cNvSpPr>
            <a:spLocks xmlns:a="http://schemas.openxmlformats.org/drawingml/2006/main" noGrp="1"/>
          </p:cNvSpPr>
          <p:nvPr/>
        </p:nvSpPr>
        <p:spPr>
          <a:xfrm xmlns:a="http://schemas.openxmlformats.org/drawingml/2006/main">
            <a:off x="6096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FD8F87E5-987A-4D48-892D-BE168279FF83}"/>
              </a:ext>
            </a:extLst>
          </p:cNvPr>
          <p:cNvSpPr>
            <a:spLocks xmlns:a="http://schemas.openxmlformats.org/drawingml/2006/main" noGrp="1"/>
          </p:cNvSpPr>
          <p:nvPr/>
        </p:nvSpPr>
        <p:spPr>
          <a:xfrm xmlns:a="http://schemas.openxmlformats.org/drawingml/2006/main">
            <a:off x="6096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요청·지침대로&#10;무엇을 했나?">
            <a:extLst xmlns:a="http://schemas.openxmlformats.org/drawingml/2006/main">
              <a:ext uri="{FF2B5EF4-FFF2-40B4-BE49-F238E27FC236}">
                <a16:creationId xmlns:a16="http://schemas.microsoft.com/office/drawing/2014/main" id="{DE1B5523-AD73-410A-B899-9F610651ABAD}"/>
              </a:ext>
            </a:extLst>
          </p:cNvPr>
          <p:cNvSpPr>
            <a:spLocks xmlns:a="http://schemas.openxmlformats.org/drawingml/2006/main" noGrp="1"/>
          </p:cNvSpPr>
          <p:nvPr/>
        </p:nvSpPr>
        <p:spPr>
          <a:xfrm xmlns:a="http://schemas.openxmlformats.org/drawingml/2006/main">
            <a:off x="6096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요청·지침대로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88680EE8-65C1-4AF1-828B-8CD89AB96686}"/>
              </a:ext>
            </a:extLst>
          </p:cNvPr>
          <p:cNvSpPr>
            <a:spLocks xmlns:a="http://schemas.openxmlformats.org/drawingml/2006/main" noGrp="1"/>
          </p:cNvSpPr>
          <p:nvPr/>
        </p:nvSpPr>
        <p:spPr>
          <a:xfrm xmlns:a="http://schemas.openxmlformats.org/drawingml/2006/main">
            <a:off x="6096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수행한 작업의&#10;기록">
            <a:extLst xmlns:a="http://schemas.openxmlformats.org/drawingml/2006/main">
              <a:ext uri="{FF2B5EF4-FFF2-40B4-BE49-F238E27FC236}">
                <a16:creationId xmlns:a16="http://schemas.microsoft.com/office/drawing/2014/main" id="{C1BFC419-2D8C-4A25-9481-67D5CD7F2109}"/>
              </a:ext>
            </a:extLst>
          </p:cNvPr>
          <p:cNvSpPr>
            <a:spLocks xmlns:a="http://schemas.openxmlformats.org/drawingml/2006/main" noGrp="1"/>
          </p:cNvSpPr>
          <p:nvPr/>
        </p:nvSpPr>
        <p:spPr>
          <a:xfrm xmlns:a="http://schemas.openxmlformats.org/drawingml/2006/main">
            <a:off x="7048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수행한 작업의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기록</a:t>
            </a:r>
          </a:p>
        </p:txBody>
      </p:sp>
      <p:cxnSp>
        <p:nvCxnSpPr>
          <p:cNvPr id="14" name="">
            <a:extLst xmlns:a="http://schemas.openxmlformats.org/drawingml/2006/main">
              <a:ext uri="{FF2B5EF4-FFF2-40B4-BE49-F238E27FC236}">
                <a16:creationId xmlns:a16="http://schemas.microsoft.com/office/drawing/2014/main" id="{B9DB5EAA-7A1A-4CE0-8B7E-C6B72A59AAD5}"/>
              </a:ext>
            </a:extLst>
          </p:cNvPr>
          <p:cNvCxnSpPr/>
          <p:nvPr/>
        </p:nvCxnSpPr>
        <p:spPr>
          <a:xfrm xmlns:a="http://schemas.openxmlformats.org/drawingml/2006/main">
            <a:off x="26479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02">
            <a:extLst xmlns:a="http://schemas.openxmlformats.org/drawingml/2006/main">
              <a:ext uri="{FF2B5EF4-FFF2-40B4-BE49-F238E27FC236}">
                <a16:creationId xmlns:a16="http://schemas.microsoft.com/office/drawing/2014/main" id="{C76089EC-5C07-4CF4-9BA6-622C50A9E2EC}"/>
              </a:ext>
            </a:extLst>
          </p:cNvPr>
          <p:cNvSpPr>
            <a:spLocks xmlns:a="http://schemas.openxmlformats.org/drawingml/2006/main" noGrp="1"/>
          </p:cNvSpPr>
          <p:nvPr/>
        </p:nvSpPr>
        <p:spPr>
          <a:xfrm xmlns:a="http://schemas.openxmlformats.org/drawingml/2006/main">
            <a:off x="28575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F23CF492-12B4-4008-A838-0F3E8D0DFFCD}"/>
              </a:ext>
            </a:extLst>
          </p:cNvPr>
          <p:cNvSpPr>
            <a:spLocks xmlns:a="http://schemas.openxmlformats.org/drawingml/2006/main" noGrp="1"/>
          </p:cNvSpPr>
          <p:nvPr/>
        </p:nvSpPr>
        <p:spPr>
          <a:xfrm xmlns:a="http://schemas.openxmlformats.org/drawingml/2006/main">
            <a:off x="28575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6329DA54-512C-4243-9A00-A2C1DDC222F5}"/>
              </a:ext>
            </a:extLst>
          </p:cNvPr>
          <p:cNvSpPr>
            <a:spLocks xmlns:a="http://schemas.openxmlformats.org/drawingml/2006/main" noGrp="1"/>
          </p:cNvSpPr>
          <p:nvPr/>
        </p:nvSpPr>
        <p:spPr>
          <a:xfrm xmlns:a="http://schemas.openxmlformats.org/drawingml/2006/main">
            <a:off x="28575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기준과 무엇이&#10;달랐나?">
            <a:extLst xmlns:a="http://schemas.openxmlformats.org/drawingml/2006/main">
              <a:ext uri="{FF2B5EF4-FFF2-40B4-BE49-F238E27FC236}">
                <a16:creationId xmlns:a16="http://schemas.microsoft.com/office/drawing/2014/main" id="{2DBE4AC6-9671-474C-A716-0C95A4058CD0}"/>
              </a:ext>
            </a:extLst>
          </p:cNvPr>
          <p:cNvSpPr>
            <a:spLocks xmlns:a="http://schemas.openxmlformats.org/drawingml/2006/main" noGrp="1"/>
          </p:cNvSpPr>
          <p:nvPr/>
        </p:nvSpPr>
        <p:spPr>
          <a:xfrm xmlns:a="http://schemas.openxmlformats.org/drawingml/2006/main">
            <a:off x="28575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기준과 무엇이</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달랐나?</a:t>
            </a:r>
          </a:p>
        </p:txBody>
      </p:sp>
      <p:sp>
        <p:nvSpPr>
          <p:cNvPr id="19" name="">
            <a:extLst xmlns:a="http://schemas.openxmlformats.org/drawingml/2006/main">
              <a:ext uri="{FF2B5EF4-FFF2-40B4-BE49-F238E27FC236}">
                <a16:creationId xmlns:a16="http://schemas.microsoft.com/office/drawing/2014/main" id="{DFB6DE46-C95D-4D2A-A739-2E26384BD30D}"/>
              </a:ext>
            </a:extLst>
          </p:cNvPr>
          <p:cNvSpPr>
            <a:spLocks xmlns:a="http://schemas.openxmlformats.org/drawingml/2006/main" noGrp="1"/>
          </p:cNvSpPr>
          <p:nvPr/>
        </p:nvSpPr>
        <p:spPr>
          <a:xfrm xmlns:a="http://schemas.openxmlformats.org/drawingml/2006/main">
            <a:off x="28575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현재 기준과의&#10;차이">
            <a:extLst xmlns:a="http://schemas.openxmlformats.org/drawingml/2006/main">
              <a:ext uri="{FF2B5EF4-FFF2-40B4-BE49-F238E27FC236}">
                <a16:creationId xmlns:a16="http://schemas.microsoft.com/office/drawing/2014/main" id="{7347E127-AB1F-44E6-885A-51B9B068BC81}"/>
              </a:ext>
            </a:extLst>
          </p:cNvPr>
          <p:cNvSpPr>
            <a:spLocks xmlns:a="http://schemas.openxmlformats.org/drawingml/2006/main" noGrp="1"/>
          </p:cNvSpPr>
          <p:nvPr/>
        </p:nvSpPr>
        <p:spPr>
          <a:xfrm xmlns:a="http://schemas.openxmlformats.org/drawingml/2006/main">
            <a:off x="29527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현재 기준과의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차이</a:t>
            </a:r>
          </a:p>
        </p:txBody>
      </p:sp>
      <p:cxnSp>
        <p:nvCxnSpPr>
          <p:cNvPr id="21" name="">
            <a:extLst xmlns:a="http://schemas.openxmlformats.org/drawingml/2006/main">
              <a:ext uri="{FF2B5EF4-FFF2-40B4-BE49-F238E27FC236}">
                <a16:creationId xmlns:a16="http://schemas.microsoft.com/office/drawing/2014/main" id="{1447C406-BF07-4091-84D2-A0877383A347}"/>
              </a:ext>
            </a:extLst>
          </p:cNvPr>
          <p:cNvCxnSpPr/>
          <p:nvPr/>
        </p:nvCxnSpPr>
        <p:spPr>
          <a:xfrm xmlns:a="http://schemas.openxmlformats.org/drawingml/2006/main">
            <a:off x="48958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03">
            <a:extLst xmlns:a="http://schemas.openxmlformats.org/drawingml/2006/main">
              <a:ext uri="{FF2B5EF4-FFF2-40B4-BE49-F238E27FC236}">
                <a16:creationId xmlns:a16="http://schemas.microsoft.com/office/drawing/2014/main" id="{B0A400F6-37F8-42E1-84B8-AEB58645AF9E}"/>
              </a:ext>
            </a:extLst>
          </p:cNvPr>
          <p:cNvSpPr>
            <a:spLocks xmlns:a="http://schemas.openxmlformats.org/drawingml/2006/main" noGrp="1"/>
          </p:cNvSpPr>
          <p:nvPr/>
        </p:nvSpPr>
        <p:spPr>
          <a:xfrm xmlns:a="http://schemas.openxmlformats.org/drawingml/2006/main">
            <a:off x="51054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3EA77235-759B-4ECA-8DC0-7DAACC01454D}"/>
              </a:ext>
            </a:extLst>
          </p:cNvPr>
          <p:cNvSpPr>
            <a:spLocks xmlns:a="http://schemas.openxmlformats.org/drawingml/2006/main" noGrp="1"/>
          </p:cNvSpPr>
          <p:nvPr/>
        </p:nvSpPr>
        <p:spPr>
          <a:xfrm xmlns:a="http://schemas.openxmlformats.org/drawingml/2006/main">
            <a:off x="51054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6F7F4B22-9398-49D0-8A5B-B7C40E3BE5F9}"/>
              </a:ext>
            </a:extLst>
          </p:cNvPr>
          <p:cNvSpPr>
            <a:spLocks xmlns:a="http://schemas.openxmlformats.org/drawingml/2006/main" noGrp="1"/>
          </p:cNvSpPr>
          <p:nvPr/>
        </p:nvSpPr>
        <p:spPr>
          <a:xfrm xmlns:a="http://schemas.openxmlformats.org/drawingml/2006/main">
            <a:off x="51054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무슨 근거로&#10;판단하나?">
            <a:extLst xmlns:a="http://schemas.openxmlformats.org/drawingml/2006/main">
              <a:ext uri="{FF2B5EF4-FFF2-40B4-BE49-F238E27FC236}">
                <a16:creationId xmlns:a16="http://schemas.microsoft.com/office/drawing/2014/main" id="{E46E45ED-50C6-4765-A429-6FECF3DDB164}"/>
              </a:ext>
            </a:extLst>
          </p:cNvPr>
          <p:cNvSpPr>
            <a:spLocks xmlns:a="http://schemas.openxmlformats.org/drawingml/2006/main" noGrp="1"/>
          </p:cNvSpPr>
          <p:nvPr/>
        </p:nvSpPr>
        <p:spPr>
          <a:xfrm xmlns:a="http://schemas.openxmlformats.org/drawingml/2006/main">
            <a:off x="51054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무슨 근거로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판단하나?</a:t>
            </a:r>
          </a:p>
        </p:txBody>
      </p:sp>
      <p:sp>
        <p:nvSpPr>
          <p:cNvPr id="26" name="">
            <a:extLst xmlns:a="http://schemas.openxmlformats.org/drawingml/2006/main">
              <a:ext uri="{FF2B5EF4-FFF2-40B4-BE49-F238E27FC236}">
                <a16:creationId xmlns:a16="http://schemas.microsoft.com/office/drawing/2014/main" id="{117F5881-A7DC-40F6-8419-9D2F90FBCC98}"/>
              </a:ext>
            </a:extLst>
          </p:cNvPr>
          <p:cNvSpPr>
            <a:spLocks xmlns:a="http://schemas.openxmlformats.org/drawingml/2006/main" noGrp="1"/>
          </p:cNvSpPr>
          <p:nvPr/>
        </p:nvSpPr>
        <p:spPr>
          <a:xfrm xmlns:a="http://schemas.openxmlformats.org/drawingml/2006/main">
            <a:off x="51054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확인한 원인과&#10;남은 가설">
            <a:extLst xmlns:a="http://schemas.openxmlformats.org/drawingml/2006/main">
              <a:ext uri="{FF2B5EF4-FFF2-40B4-BE49-F238E27FC236}">
                <a16:creationId xmlns:a16="http://schemas.microsoft.com/office/drawing/2014/main" id="{B564B338-099F-4FD7-8B9A-36909E94046D}"/>
              </a:ext>
            </a:extLst>
          </p:cNvPr>
          <p:cNvSpPr>
            <a:spLocks xmlns:a="http://schemas.openxmlformats.org/drawingml/2006/main" noGrp="1"/>
          </p:cNvSpPr>
          <p:nvPr/>
        </p:nvSpPr>
        <p:spPr>
          <a:xfrm xmlns:a="http://schemas.openxmlformats.org/drawingml/2006/main">
            <a:off x="52006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원인과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가설</a:t>
            </a:r>
          </a:p>
        </p:txBody>
      </p:sp>
      <p:cxnSp>
        <p:nvCxnSpPr>
          <p:cNvPr id="28" name="">
            <a:extLst xmlns:a="http://schemas.openxmlformats.org/drawingml/2006/main">
              <a:ext uri="{FF2B5EF4-FFF2-40B4-BE49-F238E27FC236}">
                <a16:creationId xmlns:a16="http://schemas.microsoft.com/office/drawing/2014/main" id="{CA932FFD-8F9C-4E41-BB45-B84C08E98800}"/>
              </a:ext>
            </a:extLst>
          </p:cNvPr>
          <p:cNvCxnSpPr/>
          <p:nvPr/>
        </p:nvCxnSpPr>
        <p:spPr>
          <a:xfrm xmlns:a="http://schemas.openxmlformats.org/drawingml/2006/main">
            <a:off x="71437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4">
            <a:extLst xmlns:a="http://schemas.openxmlformats.org/drawingml/2006/main">
              <a:ext uri="{FF2B5EF4-FFF2-40B4-BE49-F238E27FC236}">
                <a16:creationId xmlns:a16="http://schemas.microsoft.com/office/drawing/2014/main" id="{F0CDEAB2-68CB-40D7-93DB-ADCACB064BF7}"/>
              </a:ext>
            </a:extLst>
          </p:cNvPr>
          <p:cNvSpPr>
            <a:spLocks xmlns:a="http://schemas.openxmlformats.org/drawingml/2006/main" noGrp="1"/>
          </p:cNvSpPr>
          <p:nvPr/>
        </p:nvSpPr>
        <p:spPr>
          <a:xfrm xmlns:a="http://schemas.openxmlformats.org/drawingml/2006/main">
            <a:off x="73533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33909C23-3ECC-4DE1-B800-CF7CC861AFE0}"/>
              </a:ext>
            </a:extLst>
          </p:cNvPr>
          <p:cNvSpPr>
            <a:spLocks xmlns:a="http://schemas.openxmlformats.org/drawingml/2006/main" noGrp="1"/>
          </p:cNvSpPr>
          <p:nvPr/>
        </p:nvSpPr>
        <p:spPr>
          <a:xfrm xmlns:a="http://schemas.openxmlformats.org/drawingml/2006/main">
            <a:off x="73533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F82BFD8C-224C-4F0D-8780-173F6431CE56}"/>
              </a:ext>
            </a:extLst>
          </p:cNvPr>
          <p:cNvSpPr>
            <a:spLocks xmlns:a="http://schemas.openxmlformats.org/drawingml/2006/main" noGrp="1"/>
          </p:cNvSpPr>
          <p:nvPr/>
        </p:nvSpPr>
        <p:spPr>
          <a:xfrm xmlns:a="http://schemas.openxmlformats.org/drawingml/2006/main">
            <a:off x="73533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느 출처를&#10;얼마나 바꾸나?">
            <a:extLst xmlns:a="http://schemas.openxmlformats.org/drawingml/2006/main">
              <a:ext uri="{FF2B5EF4-FFF2-40B4-BE49-F238E27FC236}">
                <a16:creationId xmlns:a16="http://schemas.microsoft.com/office/drawing/2014/main" id="{AF158C66-EB21-4D0A-893C-38FB39F120F3}"/>
              </a:ext>
            </a:extLst>
          </p:cNvPr>
          <p:cNvSpPr>
            <a:spLocks xmlns:a="http://schemas.openxmlformats.org/drawingml/2006/main" noGrp="1"/>
          </p:cNvSpPr>
          <p:nvPr/>
        </p:nvSpPr>
        <p:spPr>
          <a:xfrm xmlns:a="http://schemas.openxmlformats.org/drawingml/2006/main">
            <a:off x="73533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어느 출처를</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얼마나 바꾸나?</a:t>
            </a:r>
          </a:p>
        </p:txBody>
      </p:sp>
      <p:sp>
        <p:nvSpPr>
          <p:cNvPr id="33" name="">
            <a:extLst xmlns:a="http://schemas.openxmlformats.org/drawingml/2006/main">
              <a:ext uri="{FF2B5EF4-FFF2-40B4-BE49-F238E27FC236}">
                <a16:creationId xmlns:a16="http://schemas.microsoft.com/office/drawing/2014/main" id="{3089FE64-A60A-416A-B511-05072100DCF2}"/>
              </a:ext>
            </a:extLst>
          </p:cNvPr>
          <p:cNvSpPr>
            <a:spLocks xmlns:a="http://schemas.openxmlformats.org/drawingml/2006/main" noGrp="1"/>
          </p:cNvSpPr>
          <p:nvPr/>
        </p:nvSpPr>
        <p:spPr>
          <a:xfrm xmlns:a="http://schemas.openxmlformats.org/drawingml/2006/main">
            <a:off x="73533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사람이 검토한&#10;출처·변경 범위">
            <a:extLst xmlns:a="http://schemas.openxmlformats.org/drawingml/2006/main">
              <a:ext uri="{FF2B5EF4-FFF2-40B4-BE49-F238E27FC236}">
                <a16:creationId xmlns:a16="http://schemas.microsoft.com/office/drawing/2014/main" id="{2B01B035-807C-4E4B-B5B1-CEE158B3E35F}"/>
              </a:ext>
            </a:extLst>
          </p:cNvPr>
          <p:cNvSpPr>
            <a:spLocks xmlns:a="http://schemas.openxmlformats.org/drawingml/2006/main" noGrp="1"/>
          </p:cNvSpPr>
          <p:nvPr/>
        </p:nvSpPr>
        <p:spPr>
          <a:xfrm xmlns:a="http://schemas.openxmlformats.org/drawingml/2006/main">
            <a:off x="74485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사람이 검토한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출처·변경 범위</a:t>
            </a:r>
          </a:p>
        </p:txBody>
      </p:sp>
      <p:cxnSp>
        <p:nvCxnSpPr>
          <p:cNvPr id="35" name="">
            <a:extLst xmlns:a="http://schemas.openxmlformats.org/drawingml/2006/main">
              <a:ext uri="{FF2B5EF4-FFF2-40B4-BE49-F238E27FC236}">
                <a16:creationId xmlns:a16="http://schemas.microsoft.com/office/drawing/2014/main" id="{8162491E-BA74-4DFE-9A77-8916A159EC98}"/>
              </a:ext>
            </a:extLst>
          </p:cNvPr>
          <p:cNvCxnSpPr/>
          <p:nvPr/>
        </p:nvCxnSpPr>
        <p:spPr>
          <a:xfrm xmlns:a="http://schemas.openxmlformats.org/drawingml/2006/main">
            <a:off x="93916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6" name="05">
            <a:extLst xmlns:a="http://schemas.openxmlformats.org/drawingml/2006/main">
              <a:ext uri="{FF2B5EF4-FFF2-40B4-BE49-F238E27FC236}">
                <a16:creationId xmlns:a16="http://schemas.microsoft.com/office/drawing/2014/main" id="{466AEFD9-B298-44B3-B301-491C7822C0B3}"/>
              </a:ext>
            </a:extLst>
          </p:cNvPr>
          <p:cNvSpPr>
            <a:spLocks xmlns:a="http://schemas.openxmlformats.org/drawingml/2006/main" noGrp="1"/>
          </p:cNvSpPr>
          <p:nvPr/>
        </p:nvSpPr>
        <p:spPr>
          <a:xfrm xmlns:a="http://schemas.openxmlformats.org/drawingml/2006/main">
            <a:off x="96012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E0261C2C-F7B7-4723-8ED7-2F300BBF69AF}"/>
              </a:ext>
            </a:extLst>
          </p:cNvPr>
          <p:cNvSpPr>
            <a:spLocks xmlns:a="http://schemas.openxmlformats.org/drawingml/2006/main" noGrp="1"/>
          </p:cNvSpPr>
          <p:nvPr/>
        </p:nvSpPr>
        <p:spPr>
          <a:xfrm xmlns:a="http://schemas.openxmlformats.org/drawingml/2006/main">
            <a:off x="96012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D3015B16-A531-468C-8A11-5DDB64A6E46F}"/>
              </a:ext>
            </a:extLst>
          </p:cNvPr>
          <p:cNvSpPr>
            <a:spLocks xmlns:a="http://schemas.openxmlformats.org/drawingml/2006/main" noGrp="1"/>
          </p:cNvSpPr>
          <p:nvPr/>
        </p:nvSpPr>
        <p:spPr>
          <a:xfrm xmlns:a="http://schemas.openxmlformats.org/drawingml/2006/main">
            <a:off x="96012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에도&#10;괜찮나?">
            <a:extLst xmlns:a="http://schemas.openxmlformats.org/drawingml/2006/main">
              <a:ext uri="{FF2B5EF4-FFF2-40B4-BE49-F238E27FC236}">
                <a16:creationId xmlns:a16="http://schemas.microsoft.com/office/drawing/2014/main" id="{91B5A9D6-9206-4E17-8D4A-4794B5A3C1EB}"/>
              </a:ext>
            </a:extLst>
          </p:cNvPr>
          <p:cNvSpPr>
            <a:spLocks xmlns:a="http://schemas.openxmlformats.org/drawingml/2006/main" noGrp="1"/>
          </p:cNvSpPr>
          <p:nvPr/>
        </p:nvSpPr>
        <p:spPr>
          <a:xfrm xmlns:a="http://schemas.openxmlformats.org/drawingml/2006/main">
            <a:off x="96012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다른 작업에도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괜찮나?</a:t>
            </a:r>
          </a:p>
        </p:txBody>
      </p:sp>
      <p:sp>
        <p:nvSpPr>
          <p:cNvPr id="40" name="">
            <a:extLst xmlns:a="http://schemas.openxmlformats.org/drawingml/2006/main">
              <a:ext uri="{FF2B5EF4-FFF2-40B4-BE49-F238E27FC236}">
                <a16:creationId xmlns:a16="http://schemas.microsoft.com/office/drawing/2014/main" id="{289C5BB8-FF4C-4CF4-9156-E60DC77858C9}"/>
              </a:ext>
            </a:extLst>
          </p:cNvPr>
          <p:cNvSpPr>
            <a:spLocks xmlns:a="http://schemas.openxmlformats.org/drawingml/2006/main" noGrp="1"/>
          </p:cNvSpPr>
          <p:nvPr/>
        </p:nvSpPr>
        <p:spPr>
          <a:xfrm xmlns:a="http://schemas.openxmlformats.org/drawingml/2006/main">
            <a:off x="96012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확인한 영향과&#10;남은 한계">
            <a:extLst xmlns:a="http://schemas.openxmlformats.org/drawingml/2006/main">
              <a:ext uri="{FF2B5EF4-FFF2-40B4-BE49-F238E27FC236}">
                <a16:creationId xmlns:a16="http://schemas.microsoft.com/office/drawing/2014/main" id="{997CE427-0421-4ECE-ACB8-6F091B17AADB}"/>
              </a:ext>
            </a:extLst>
          </p:cNvPr>
          <p:cNvSpPr>
            <a:spLocks xmlns:a="http://schemas.openxmlformats.org/drawingml/2006/main" noGrp="1"/>
          </p:cNvSpPr>
          <p:nvPr/>
        </p:nvSpPr>
        <p:spPr>
          <a:xfrm xmlns:a="http://schemas.openxmlformats.org/drawingml/2006/main">
            <a:off x="96964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영향과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한계</a:t>
            </a:r>
          </a:p>
        </p:txBody>
      </p:sp>
      <p:sp>
        <p:nvSpPr>
          <p:cNvPr id="42" name="">
            <a:extLst xmlns:a="http://schemas.openxmlformats.org/drawingml/2006/main">
              <a:ext uri="{FF2B5EF4-FFF2-40B4-BE49-F238E27FC236}">
                <a16:creationId xmlns:a16="http://schemas.microsoft.com/office/drawing/2014/main" id="{A2643FF8-B6D2-4464-AB10-7D77C8312581}"/>
              </a:ext>
            </a:extLst>
          </p:cNvPr>
          <p:cNvSpPr>
            <a:spLocks xmlns:a="http://schemas.openxmlformats.org/drawingml/2006/main" noGrp="1"/>
          </p:cNvSpPr>
          <p:nvPr/>
        </p:nvSpPr>
        <p:spPr>
          <a:xfrm xmlns:a="http://schemas.openxmlformats.org/drawingml/2006/main">
            <a:off x="10591800" y="5133975"/>
            <a:ext cx="0" cy="142875"/>
          </a:xfrm>
          <a:prstGeom xmlns:a="http://schemas.openxmlformats.org/drawingml/2006/main" prst="line">
            <a:avLst/>
          </a:prstGeom>
          <a:ln xmlns:a="http://schemas.openxmlformats.org/drawingml/2006/main" w="23813">
            <a:solidFill>
              <a:srgbClr val="0B6172"/>
            </a:solidFill>
          </a:ln>
        </p:spPr>
      </p:sp>
      <p:sp>
        <p:nvSpPr>
          <p:cNvPr id="43" name="">
            <a:extLst xmlns:a="http://schemas.openxmlformats.org/drawingml/2006/main">
              <a:ext uri="{FF2B5EF4-FFF2-40B4-BE49-F238E27FC236}">
                <a16:creationId xmlns:a16="http://schemas.microsoft.com/office/drawing/2014/main" id="{B4126E54-F438-4517-8365-43AFAEEE4A42}"/>
              </a:ext>
            </a:extLst>
          </p:cNvPr>
          <p:cNvSpPr>
            <a:spLocks xmlns:a="http://schemas.openxmlformats.org/drawingml/2006/main" noGrp="1"/>
          </p:cNvSpPr>
          <p:nvPr/>
        </p:nvSpPr>
        <p:spPr>
          <a:xfrm xmlns:a="http://schemas.openxmlformats.org/drawingml/2006/main">
            <a:off x="1600200" y="5276850"/>
            <a:ext cx="89916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4" name="">
            <a:extLst xmlns:a="http://schemas.openxmlformats.org/drawingml/2006/main">
              <a:ext uri="{FF2B5EF4-FFF2-40B4-BE49-F238E27FC236}">
                <a16:creationId xmlns:a16="http://schemas.microsoft.com/office/drawing/2014/main" id="{2F6A891A-92CA-419C-B035-C6D647C7E00E}"/>
              </a:ext>
            </a:extLst>
          </p:cNvPr>
          <p:cNvCxnSpPr/>
          <p:nvPr/>
        </p:nvCxnSpPr>
        <p:spPr>
          <a:xfrm xmlns:a="http://schemas.openxmlformats.org/drawingml/2006/main">
            <a:off x="1600200" y="5133975"/>
            <a:ext cx="0" cy="142875"/>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45" name="다음 작업에서도, 기록과 근거로 다시 확인">
            <a:extLst xmlns:a="http://schemas.openxmlformats.org/drawingml/2006/main">
              <a:ext uri="{FF2B5EF4-FFF2-40B4-BE49-F238E27FC236}">
                <a16:creationId xmlns:a16="http://schemas.microsoft.com/office/drawing/2014/main" id="{E7BB1C29-D3DE-42F0-B39B-B819B629DFD3}"/>
              </a:ext>
            </a:extLst>
          </p:cNvPr>
          <p:cNvSpPr>
            <a:spLocks xmlns:a="http://schemas.openxmlformats.org/drawingml/2006/main" noGrp="1"/>
          </p:cNvSpPr>
          <p:nvPr/>
        </p:nvSpPr>
        <p:spPr>
          <a:xfrm xmlns:a="http://schemas.openxmlformats.org/drawingml/2006/main">
            <a:off x="609600" y="54006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작업에서도, 기록과 근거로 다시 확인</a:t>
            </a:r>
          </a:p>
        </p:txBody>
      </p:sp>
      <p:sp>
        <p:nvSpPr>
          <p:cNvPr id="46" name="Legacy module connection">
            <a:extLst xmlns:a="http://schemas.openxmlformats.org/drawingml/2006/main">
              <a:ext uri="{FF2B5EF4-FFF2-40B4-BE49-F238E27FC236}">
                <a16:creationId xmlns:a16="http://schemas.microsoft.com/office/drawing/2014/main" id="{BF29FDE0-F418-4876-9D30-C7B52658AE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877946399"/>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교육 Demo 제작 기록 / OBSERVED_META">
            <a:extLst xmlns:a="http://schemas.openxmlformats.org/drawingml/2006/main">
              <a:ext uri="{FF2B5EF4-FFF2-40B4-BE49-F238E27FC236}">
                <a16:creationId xmlns:a16="http://schemas.microsoft.com/office/drawing/2014/main" id="{68629E59-28CC-4161-A147-8376C33F94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교육 Demo 제작 기록 / OBSERVED_META</a:t>
            </a:r>
          </a:p>
        </p:txBody>
      </p:sp>
      <p:sp>
        <p:nvSpPr>
          <p:cNvPr id="2" name="S80">
            <a:extLst xmlns:a="http://schemas.openxmlformats.org/drawingml/2006/main">
              <a:ext uri="{FF2B5EF4-FFF2-40B4-BE49-F238E27FC236}">
                <a16:creationId xmlns:a16="http://schemas.microsoft.com/office/drawing/2014/main" id="{0908B833-6888-414E-9A82-83AAD38559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평가·보고 기준도 개선 대상이다">
            <a:extLst xmlns:a="http://schemas.openxmlformats.org/drawingml/2006/main">
              <a:ext uri="{FF2B5EF4-FFF2-40B4-BE49-F238E27FC236}">
                <a16:creationId xmlns:a16="http://schemas.microsoft.com/office/drawing/2014/main" id="{DEDB9DB2-63C2-4602-BA65-06D9D808A5D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평가·보고 기준도 개선 대상이다</a:t>
            </a:r>
          </a:p>
        </p:txBody>
      </p:sp>
      <p:sp>
        <p:nvSpPr>
          <p:cNvPr id="4" name="">
            <a:extLst xmlns:a="http://schemas.openxmlformats.org/drawingml/2006/main">
              <a:ext uri="{FF2B5EF4-FFF2-40B4-BE49-F238E27FC236}">
                <a16:creationId xmlns:a16="http://schemas.microsoft.com/office/drawing/2014/main" id="{A99D56CA-8BD8-4621-87A8-8DA59E8BC9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9650101C-6205-4DA8-BDEF-D92B31B99F6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의 Resize 성능 조사 · 기록 재구성">
            <a:extLst xmlns:a="http://schemas.openxmlformats.org/drawingml/2006/main">
              <a:ext uri="{FF2B5EF4-FFF2-40B4-BE49-F238E27FC236}">
                <a16:creationId xmlns:a16="http://schemas.microsoft.com/office/drawing/2014/main" id="{9E31C6F1-F96B-4E53-8CAF-8D584D380E4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CLI의 Resize 성능 조사 · 기록 재구성</a:t>
            </a:r>
          </a:p>
        </p:txBody>
      </p:sp>
      <p:sp>
        <p:nvSpPr>
          <p:cNvPr id="7" name="앞의 가상 지침과 별개 사건 · 개선 대상은 평가·보고 기준 · 제품 코드·Demo Skill 복구 아님">
            <a:extLst xmlns:a="http://schemas.openxmlformats.org/drawingml/2006/main">
              <a:ext uri="{FF2B5EF4-FFF2-40B4-BE49-F238E27FC236}">
                <a16:creationId xmlns:a16="http://schemas.microsoft.com/office/drawing/2014/main" id="{CB5E0903-6A26-4D59-8F32-B9151F341E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지침과 별개 사건 · 개선 대상은 평가·보고 기준 · 제품 코드·Demo Skill 복구 아님</a:t>
            </a:r>
          </a:p>
        </p:txBody>
      </p:sp>
      <p:sp>
        <p:nvSpPr>
          <p:cNvPr id="8" name="이번에는 성능 조사 결과를 평가·보고하던 방식을 본다">
            <a:extLst xmlns:a="http://schemas.openxmlformats.org/drawingml/2006/main">
              <a:ext uri="{FF2B5EF4-FFF2-40B4-BE49-F238E27FC236}">
                <a16:creationId xmlns:a16="http://schemas.microsoft.com/office/drawing/2014/main" id="{2F388B0F-1004-4100-A5DC-BAA6925FC1B9}"/>
              </a:ext>
            </a:extLst>
          </p:cNvPr>
          <p:cNvSpPr>
            <a:spLocks xmlns:a="http://schemas.openxmlformats.org/drawingml/2006/main" noGrp="1"/>
          </p:cNvSpPr>
          <p:nvPr/>
        </p:nvSpPr>
        <p:spPr>
          <a:xfrm xmlns:a="http://schemas.openxmlformats.org/drawingml/2006/main">
            <a:off x="609600" y="1781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이번에는 성능 조사 결과를 평가·보고하던 방식을 본다</a:t>
            </a:r>
          </a:p>
        </p:txBody>
      </p:sp>
      <p:sp>
        <p:nvSpPr>
          <p:cNvPr id="9" name="당시 작업: 이미지 크기 변경 성능 조사 (Resize)">
            <a:extLst xmlns:a="http://schemas.openxmlformats.org/drawingml/2006/main">
              <a:ext uri="{FF2B5EF4-FFF2-40B4-BE49-F238E27FC236}">
                <a16:creationId xmlns:a16="http://schemas.microsoft.com/office/drawing/2014/main" id="{038DEED4-E0A8-44FD-9B80-0D86118A8B98}"/>
              </a:ext>
            </a:extLst>
          </p:cNvPr>
          <p:cNvSpPr>
            <a:spLocks xmlns:a="http://schemas.openxmlformats.org/drawingml/2006/main" noGrp="1"/>
          </p:cNvSpPr>
          <p:nvPr/>
        </p:nvSpPr>
        <p:spPr>
          <a:xfrm xmlns:a="http://schemas.openxmlformats.org/drawingml/2006/main">
            <a:off x="609600" y="24003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당시 작업: 이미지 크기 변경 성능 조사 (Resize)</a:t>
            </a:r>
          </a:p>
        </p:txBody>
      </p:sp>
      <p:sp>
        <p:nvSpPr>
          <p:cNvPr id="10" name="관찰한 조건">
            <a:extLst xmlns:a="http://schemas.openxmlformats.org/drawingml/2006/main">
              <a:ext uri="{FF2B5EF4-FFF2-40B4-BE49-F238E27FC236}">
                <a16:creationId xmlns:a16="http://schemas.microsoft.com/office/drawing/2014/main" id="{8080BDAC-5755-4FA0-802D-FA7029EF031F}"/>
              </a:ext>
            </a:extLst>
          </p:cNvPr>
          <p:cNvSpPr>
            <a:spLocks xmlns:a="http://schemas.openxmlformats.org/drawingml/2006/main" noGrp="1"/>
          </p:cNvSpPr>
          <p:nvPr/>
        </p:nvSpPr>
        <p:spPr>
          <a:xfrm xmlns:a="http://schemas.openxmlformats.org/drawingml/2006/main">
            <a:off x="60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관찰한 조건</a:t>
            </a:r>
          </a:p>
        </p:txBody>
      </p:sp>
      <p:sp>
        <p:nvSpPr>
          <p:cNvPr id="11" name="">
            <a:extLst xmlns:a="http://schemas.openxmlformats.org/drawingml/2006/main">
              <a:ext uri="{FF2B5EF4-FFF2-40B4-BE49-F238E27FC236}">
                <a16:creationId xmlns:a16="http://schemas.microsoft.com/office/drawing/2014/main" id="{4CD02B78-5F7B-4C51-84EA-4574B877E9E5}"/>
              </a:ext>
            </a:extLst>
          </p:cNvPr>
          <p:cNvSpPr>
            <a:spLocks xmlns:a="http://schemas.openxmlformats.org/drawingml/2006/main" noGrp="1"/>
          </p:cNvSpPr>
          <p:nvPr/>
        </p:nvSpPr>
        <p:spPr>
          <a:xfrm xmlns:a="http://schemas.openxmlformats.org/drawingml/2006/main">
            <a:off x="60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전역 Skill 포함&#10;시작 단계 경고">
            <a:extLst xmlns:a="http://schemas.openxmlformats.org/drawingml/2006/main">
              <a:ext uri="{FF2B5EF4-FFF2-40B4-BE49-F238E27FC236}">
                <a16:creationId xmlns:a16="http://schemas.microsoft.com/office/drawing/2014/main" id="{91FB57E8-B3A5-4ED9-BF69-E8222C7B1B50}"/>
              </a:ext>
            </a:extLst>
          </p:cNvPr>
          <p:cNvSpPr>
            <a:spLocks xmlns:a="http://schemas.openxmlformats.org/drawingml/2006/main" noGrp="1"/>
          </p:cNvSpPr>
          <p:nvPr/>
        </p:nvSpPr>
        <p:spPr>
          <a:xfrm xmlns:a="http://schemas.openxmlformats.org/drawingml/2006/main">
            <a:off x="60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전역 Skill 포함</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시작 단계 경고</a:t>
            </a:r>
          </a:p>
        </p:txBody>
      </p:sp>
      <p:cxnSp>
        <p:nvCxnSpPr>
          <p:cNvPr id="13" name="">
            <a:extLst xmlns:a="http://schemas.openxmlformats.org/drawingml/2006/main">
              <a:ext uri="{FF2B5EF4-FFF2-40B4-BE49-F238E27FC236}">
                <a16:creationId xmlns:a16="http://schemas.microsoft.com/office/drawing/2014/main" id="{514AC418-B465-401A-A885-ED4946E8278A}"/>
              </a:ext>
            </a:extLst>
          </p:cNvPr>
          <p:cNvCxnSpPr/>
          <p:nvPr/>
        </p:nvCxnSpPr>
        <p:spPr>
          <a:xfrm xmlns:a="http://schemas.openxmlformats.org/drawingml/2006/main">
            <a:off x="403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판단의 한계">
            <a:extLst xmlns:a="http://schemas.openxmlformats.org/drawingml/2006/main">
              <a:ext uri="{FF2B5EF4-FFF2-40B4-BE49-F238E27FC236}">
                <a16:creationId xmlns:a16="http://schemas.microsoft.com/office/drawing/2014/main" id="{D8659860-C31A-4D1E-B567-BB60280504C0}"/>
              </a:ext>
            </a:extLst>
          </p:cNvPr>
          <p:cNvSpPr>
            <a:spLocks xmlns:a="http://schemas.openxmlformats.org/drawingml/2006/main" noGrp="1"/>
          </p:cNvSpPr>
          <p:nvPr/>
        </p:nvSpPr>
        <p:spPr>
          <a:xfrm xmlns:a="http://schemas.openxmlformats.org/drawingml/2006/main">
            <a:off x="441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판단의 한계</a:t>
            </a:r>
          </a:p>
        </p:txBody>
      </p:sp>
      <p:sp>
        <p:nvSpPr>
          <p:cNvPr id="15" name="">
            <a:extLst xmlns:a="http://schemas.openxmlformats.org/drawingml/2006/main">
              <a:ext uri="{FF2B5EF4-FFF2-40B4-BE49-F238E27FC236}">
                <a16:creationId xmlns:a16="http://schemas.microsoft.com/office/drawing/2014/main" id="{8A4044FC-BB99-41EF-94AC-F44E5C323CC0}"/>
              </a:ext>
            </a:extLst>
          </p:cNvPr>
          <p:cNvSpPr>
            <a:spLocks xmlns:a="http://schemas.openxmlformats.org/drawingml/2006/main" noGrp="1"/>
          </p:cNvSpPr>
          <p:nvPr/>
        </p:nvSpPr>
        <p:spPr>
          <a:xfrm xmlns:a="http://schemas.openxmlformats.org/drawingml/2006/main">
            <a:off x="441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결과 전체를 Prompt의&#10;효과로 분리 못함">
            <a:extLst xmlns:a="http://schemas.openxmlformats.org/drawingml/2006/main">
              <a:ext uri="{FF2B5EF4-FFF2-40B4-BE49-F238E27FC236}">
                <a16:creationId xmlns:a16="http://schemas.microsoft.com/office/drawing/2014/main" id="{1D60A25A-D7F3-4C74-91EE-D4802CD8E872}"/>
              </a:ext>
            </a:extLst>
          </p:cNvPr>
          <p:cNvSpPr>
            <a:spLocks xmlns:a="http://schemas.openxmlformats.org/drawingml/2006/main" noGrp="1"/>
          </p:cNvSpPr>
          <p:nvPr/>
        </p:nvSpPr>
        <p:spPr>
          <a:xfrm xmlns:a="http://schemas.openxmlformats.org/drawingml/2006/main">
            <a:off x="441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결과 전체를 Prompt의</a:t>
            </a:r>
          </a:p>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효과로 분리 못함</a:t>
            </a:r>
          </a:p>
        </p:txBody>
      </p:sp>
      <p:cxnSp>
        <p:nvCxnSpPr>
          <p:cNvPr id="17" name="">
            <a:extLst xmlns:a="http://schemas.openxmlformats.org/drawingml/2006/main">
              <a:ext uri="{FF2B5EF4-FFF2-40B4-BE49-F238E27FC236}">
                <a16:creationId xmlns:a16="http://schemas.microsoft.com/office/drawing/2014/main" id="{3E83FDD1-181D-4508-81F0-EDF861AA08D3}"/>
              </a:ext>
            </a:extLst>
          </p:cNvPr>
          <p:cNvCxnSpPr/>
          <p:nvPr/>
        </p:nvCxnSpPr>
        <p:spPr>
          <a:xfrm xmlns:a="http://schemas.openxmlformats.org/drawingml/2006/main">
            <a:off x="784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바꿀 대상">
            <a:extLst xmlns:a="http://schemas.openxmlformats.org/drawingml/2006/main">
              <a:ext uri="{FF2B5EF4-FFF2-40B4-BE49-F238E27FC236}">
                <a16:creationId xmlns:a16="http://schemas.microsoft.com/office/drawing/2014/main" id="{5E6FE24C-6FEA-450F-B874-7FD715226824}"/>
              </a:ext>
            </a:extLst>
          </p:cNvPr>
          <p:cNvSpPr>
            <a:spLocks xmlns:a="http://schemas.openxmlformats.org/drawingml/2006/main" noGrp="1"/>
          </p:cNvSpPr>
          <p:nvPr/>
        </p:nvSpPr>
        <p:spPr>
          <a:xfrm xmlns:a="http://schemas.openxmlformats.org/drawingml/2006/main">
            <a:off x="822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바꿀 대상</a:t>
            </a:r>
          </a:p>
        </p:txBody>
      </p:sp>
      <p:sp>
        <p:nvSpPr>
          <p:cNvPr id="19" name="">
            <a:extLst xmlns:a="http://schemas.openxmlformats.org/drawingml/2006/main">
              <a:ext uri="{FF2B5EF4-FFF2-40B4-BE49-F238E27FC236}">
                <a16:creationId xmlns:a16="http://schemas.microsoft.com/office/drawing/2014/main" id="{2E7E8615-6F53-4F7B-A9D6-BAB971DE5B45}"/>
              </a:ext>
            </a:extLst>
          </p:cNvPr>
          <p:cNvSpPr>
            <a:spLocks xmlns:a="http://schemas.openxmlformats.org/drawingml/2006/main" noGrp="1"/>
          </p:cNvSpPr>
          <p:nvPr/>
        </p:nvSpPr>
        <p:spPr>
          <a:xfrm xmlns:a="http://schemas.openxmlformats.org/drawingml/2006/main">
            <a:off x="822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평가·보고에&#10;무엇을 남길까?">
            <a:extLst xmlns:a="http://schemas.openxmlformats.org/drawingml/2006/main">
              <a:ext uri="{FF2B5EF4-FFF2-40B4-BE49-F238E27FC236}">
                <a16:creationId xmlns:a16="http://schemas.microsoft.com/office/drawing/2014/main" id="{BA0D5546-5D7B-41C8-A7C2-15285E82B53D}"/>
              </a:ext>
            </a:extLst>
          </p:cNvPr>
          <p:cNvSpPr>
            <a:spLocks xmlns:a="http://schemas.openxmlformats.org/drawingml/2006/main" noGrp="1"/>
          </p:cNvSpPr>
          <p:nvPr/>
        </p:nvSpPr>
        <p:spPr>
          <a:xfrm xmlns:a="http://schemas.openxmlformats.org/drawingml/2006/main">
            <a:off x="822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평가·보고에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남길까?</a:t>
            </a:r>
          </a:p>
        </p:txBody>
      </p:sp>
      <p:sp>
        <p:nvSpPr>
          <p:cNvPr id="21" name="지침의 유지에서, 결과를 판단·보고하는 기준의 유지로">
            <a:extLst xmlns:a="http://schemas.openxmlformats.org/drawingml/2006/main">
              <a:ext uri="{FF2B5EF4-FFF2-40B4-BE49-F238E27FC236}">
                <a16:creationId xmlns:a16="http://schemas.microsoft.com/office/drawing/2014/main" id="{60A62E8A-4D01-4ECC-B4DB-F69DDCBD1436}"/>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지침의 유지에서, 결과를 판단·보고하는 기준의 유지로</a:t>
            </a:r>
          </a:p>
        </p:txBody>
      </p:sp>
      <p:sp>
        <p:nvSpPr>
          <p:cNvPr id="22" name="Legacy module connection">
            <a:extLst xmlns:a="http://schemas.openxmlformats.org/drawingml/2006/main">
              <a:ext uri="{FF2B5EF4-FFF2-40B4-BE49-F238E27FC236}">
                <a16:creationId xmlns:a16="http://schemas.microsoft.com/office/drawing/2014/main" id="{5A272781-64EE-4F89-A35D-BF53DAA83A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87414505"/>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실제 제작 기록 / 확인 범위와 해석의 한계">
            <a:extLst xmlns:a="http://schemas.openxmlformats.org/drawingml/2006/main">
              <a:ext uri="{FF2B5EF4-FFF2-40B4-BE49-F238E27FC236}">
                <a16:creationId xmlns:a16="http://schemas.microsoft.com/office/drawing/2014/main" id="{5B580B75-1017-4142-80F1-18C80A3A60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확인 범위와 해석의 한계</a:t>
            </a:r>
          </a:p>
        </p:txBody>
      </p:sp>
      <p:sp>
        <p:nvSpPr>
          <p:cNvPr id="2" name="S81">
            <a:extLst xmlns:a="http://schemas.openxmlformats.org/drawingml/2006/main">
              <a:ext uri="{FF2B5EF4-FFF2-40B4-BE49-F238E27FC236}">
                <a16:creationId xmlns:a16="http://schemas.microsoft.com/office/drawing/2014/main" id="{625F6607-2DBF-4D12-881E-FD36E3B1F3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결과 확인과 원인 해석을 따로 기록한다">
            <a:extLst xmlns:a="http://schemas.openxmlformats.org/drawingml/2006/main">
              <a:ext uri="{FF2B5EF4-FFF2-40B4-BE49-F238E27FC236}">
                <a16:creationId xmlns:a16="http://schemas.microsoft.com/office/drawing/2014/main" id="{6F1A29F2-8176-4028-A8C2-1E9631C89A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 확인과 원인 해석을 따로 기록한다</a:t>
            </a:r>
          </a:p>
        </p:txBody>
      </p:sp>
      <p:sp>
        <p:nvSpPr>
          <p:cNvPr id="4" name="">
            <a:extLst xmlns:a="http://schemas.openxmlformats.org/drawingml/2006/main">
              <a:ext uri="{FF2B5EF4-FFF2-40B4-BE49-F238E27FC236}">
                <a16:creationId xmlns:a16="http://schemas.microsoft.com/office/drawing/2014/main" id="{DBEB58F1-9DBE-4C6E-A49F-66B9AD7B72F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FDB7887-C4C1-45C0-81F7-52751ACC15DA}"/>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같은 조건의 7 one-call samples · 기록 ">
            <a:extLst xmlns:a="http://schemas.openxmlformats.org/drawingml/2006/main">
              <a:ext uri="{FF2B5EF4-FFF2-40B4-BE49-F238E27FC236}">
                <a16:creationId xmlns:a16="http://schemas.microsoft.com/office/drawing/2014/main" id="{2EB326BE-4D35-43E4-835A-984E6213FF8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같은 조건의 7 one-call samples · 기록 재구성</a:t>
            </a:r>
          </a:p>
        </p:txBody>
      </p:sp>
      <p:sp>
        <p:nvSpPr>
          <p:cNvPr id="7" name="기록된 합성 입력·CPython 3.9.6·macOS arm64 범위 · 현재 Desktop·일반 효과로 확">
            <a:extLst xmlns:a="http://schemas.openxmlformats.org/drawingml/2006/main">
              <a:ext uri="{FF2B5EF4-FFF2-40B4-BE49-F238E27FC236}">
                <a16:creationId xmlns:a16="http://schemas.microsoft.com/office/drawing/2014/main" id="{55CF38A8-A6CC-43B9-AB4B-E189C5EFEE8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 범위 · 현재 Desktop·일반 효과로 확대하지 않음</a:t>
            </a:r>
          </a:p>
        </p:txBody>
      </p:sp>
      <p:sp>
        <p:nvSpPr>
          <p:cNvPr id="8" name="Resize 성능 조사 · 앞의 밝기 통계 Benchmark와 별도 기록">
            <a:extLst xmlns:a="http://schemas.openxmlformats.org/drawingml/2006/main">
              <a:ext uri="{FF2B5EF4-FFF2-40B4-BE49-F238E27FC236}">
                <a16:creationId xmlns:a16="http://schemas.microsoft.com/office/drawing/2014/main" id="{849D9115-7EBE-4901-A263-3DB027E04B09}"/>
              </a:ext>
            </a:extLst>
          </p:cNvPr>
          <p:cNvSpPr>
            <a:spLocks xmlns:a="http://schemas.openxmlformats.org/drawingml/2006/main" noGrp="1"/>
          </p:cNvSpPr>
          <p:nvPr/>
        </p:nvSpPr>
        <p:spPr>
          <a:xfrm xmlns:a="http://schemas.openxmlformats.org/drawingml/2006/main">
            <a:off x="609600" y="1809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Resize 성능 조사 · 앞의 밝기 통계 Benchmark와 별도 기록</a:t>
            </a:r>
          </a:p>
        </p:txBody>
      </p:sp>
      <p:sp>
        <p:nvSpPr>
          <p:cNvPr id="9" name="측정 결과를 확인했나?">
            <a:extLst xmlns:a="http://schemas.openxmlformats.org/drawingml/2006/main">
              <a:ext uri="{FF2B5EF4-FFF2-40B4-BE49-F238E27FC236}">
                <a16:creationId xmlns:a16="http://schemas.microsoft.com/office/drawing/2014/main" id="{6AF9E37D-F519-4232-9503-B29D54CDE6F3}"/>
              </a:ext>
            </a:extLst>
          </p:cNvPr>
          <p:cNvSpPr>
            <a:spLocks xmlns:a="http://schemas.openxmlformats.org/drawingml/2006/main" noGrp="1"/>
          </p:cNvSpPr>
          <p:nvPr/>
        </p:nvSpPr>
        <p:spPr>
          <a:xfrm xmlns:a="http://schemas.openxmlformats.org/drawingml/2006/main">
            <a:off x="609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측정 결과를 확인했나?</a:t>
            </a:r>
          </a:p>
        </p:txBody>
      </p:sp>
      <p:sp>
        <p:nvSpPr>
          <p:cNvPr id="10" name="무엇의 효과인지 아는가?">
            <a:extLst xmlns:a="http://schemas.openxmlformats.org/drawingml/2006/main">
              <a:ext uri="{FF2B5EF4-FFF2-40B4-BE49-F238E27FC236}">
                <a16:creationId xmlns:a16="http://schemas.microsoft.com/office/drawing/2014/main" id="{7527B250-54D9-4DDE-8102-9441B766CA5F}"/>
              </a:ext>
            </a:extLst>
          </p:cNvPr>
          <p:cNvSpPr>
            <a:spLocks xmlns:a="http://schemas.openxmlformats.org/drawingml/2006/main" noGrp="1"/>
          </p:cNvSpPr>
          <p:nvPr/>
        </p:nvSpPr>
        <p:spPr>
          <a:xfrm xmlns:a="http://schemas.openxmlformats.org/drawingml/2006/main">
            <a:off x="6705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무엇의 효과인지 아는가?</a:t>
            </a:r>
          </a:p>
        </p:txBody>
      </p:sp>
      <p:sp>
        <p:nvSpPr>
          <p:cNvPr id="11" name="">
            <a:extLst xmlns:a="http://schemas.openxmlformats.org/drawingml/2006/main">
              <a:ext uri="{FF2B5EF4-FFF2-40B4-BE49-F238E27FC236}">
                <a16:creationId xmlns:a16="http://schemas.microsoft.com/office/drawing/2014/main" id="{6EEA7141-B9BF-46A5-8E58-65EE6239134F}"/>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
            <a:extLst xmlns:a="http://schemas.openxmlformats.org/drawingml/2006/main">
              <a:ext uri="{FF2B5EF4-FFF2-40B4-BE49-F238E27FC236}">
                <a16:creationId xmlns:a16="http://schemas.microsoft.com/office/drawing/2014/main" id="{8AABBF97-8AF4-48B3-8275-5E37A88953E4}"/>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3" name="입력·출력 hash 일치&#10;같은 조건의 7회 측정">
            <a:extLst xmlns:a="http://schemas.openxmlformats.org/drawingml/2006/main">
              <a:ext uri="{FF2B5EF4-FFF2-40B4-BE49-F238E27FC236}">
                <a16:creationId xmlns:a16="http://schemas.microsoft.com/office/drawing/2014/main" id="{92E6DAE8-F75A-4892-B0CD-667DC6AF7A98}"/>
              </a:ext>
            </a:extLst>
          </p:cNvPr>
          <p:cNvSpPr>
            <a:spLocks xmlns:a="http://schemas.openxmlformats.org/drawingml/2006/main" noGrp="1"/>
          </p:cNvSpPr>
          <p:nvPr/>
        </p:nvSpPr>
        <p:spPr>
          <a:xfrm xmlns:a="http://schemas.openxmlformats.org/drawingml/2006/main">
            <a:off x="609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7회 측정</a:t>
            </a:r>
          </a:p>
        </p:txBody>
      </p:sp>
      <p:sp>
        <p:nvSpPr>
          <p:cNvPr id="14" name="전역 Skill이 평가 절차에 관여&#10;Prompt만의 효과는 분리 못함">
            <a:extLst xmlns:a="http://schemas.openxmlformats.org/drawingml/2006/main">
              <a:ext uri="{FF2B5EF4-FFF2-40B4-BE49-F238E27FC236}">
                <a16:creationId xmlns:a16="http://schemas.microsoft.com/office/drawing/2014/main" id="{9D023951-4608-4B24-A127-776CFBBC68F0}"/>
              </a:ext>
            </a:extLst>
          </p:cNvPr>
          <p:cNvSpPr>
            <a:spLocks xmlns:a="http://schemas.openxmlformats.org/drawingml/2006/main" noGrp="1"/>
          </p:cNvSpPr>
          <p:nvPr/>
        </p:nvSpPr>
        <p:spPr>
          <a:xfrm xmlns:a="http://schemas.openxmlformats.org/drawingml/2006/main">
            <a:off x="6705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5" name="144.2 → 33.5 ms/call median">
            <a:extLst xmlns:a="http://schemas.openxmlformats.org/drawingml/2006/main">
              <a:ext uri="{FF2B5EF4-FFF2-40B4-BE49-F238E27FC236}">
                <a16:creationId xmlns:a16="http://schemas.microsoft.com/office/drawing/2014/main" id="{364E5FD1-5F13-4544-8227-63990E766082}"/>
              </a:ext>
            </a:extLst>
          </p:cNvPr>
          <p:cNvSpPr>
            <a:spLocks xmlns:a="http://schemas.openxmlformats.org/drawingml/2006/main" noGrp="1"/>
          </p:cNvSpPr>
          <p:nvPr/>
        </p:nvSpPr>
        <p:spPr>
          <a:xfrm xmlns:a="http://schemas.openxmlformats.org/drawingml/2006/main">
            <a:off x="609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6" name="원인 해석: PARTIAL">
            <a:extLst xmlns:a="http://schemas.openxmlformats.org/drawingml/2006/main">
              <a:ext uri="{FF2B5EF4-FFF2-40B4-BE49-F238E27FC236}">
                <a16:creationId xmlns:a16="http://schemas.microsoft.com/office/drawing/2014/main" id="{F6BB7BE3-0512-47BA-B413-2E829A5456A3}"/>
              </a:ext>
            </a:extLst>
          </p:cNvPr>
          <p:cNvSpPr>
            <a:spLocks xmlns:a="http://schemas.openxmlformats.org/drawingml/2006/main" noGrp="1"/>
          </p:cNvSpPr>
          <p:nvPr/>
        </p:nvSpPr>
        <p:spPr>
          <a:xfrm xmlns:a="http://schemas.openxmlformats.org/drawingml/2006/main">
            <a:off x="6705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원인 해석: PARTIAL</a:t>
            </a:r>
          </a:p>
        </p:txBody>
      </p:sp>
      <p:sp>
        <p:nvSpPr>
          <p:cNvPr id="17" name="수치의 확인 범위와, 원인 해석의 한계를 함께 남긴다">
            <a:extLst xmlns:a="http://schemas.openxmlformats.org/drawingml/2006/main">
              <a:ext uri="{FF2B5EF4-FFF2-40B4-BE49-F238E27FC236}">
                <a16:creationId xmlns:a16="http://schemas.microsoft.com/office/drawing/2014/main" id="{F506C833-EBD3-4908-AC3B-969851ED988F}"/>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수치의 확인 범위와, 원인 해석의 한계를 함께 남긴다</a:t>
            </a:r>
          </a:p>
        </p:txBody>
      </p:sp>
      <p:sp>
        <p:nvSpPr>
          <p:cNvPr id="18" name="Legacy module connection">
            <a:extLst xmlns:a="http://schemas.openxmlformats.org/drawingml/2006/main">
              <a:ext uri="{FF2B5EF4-FFF2-40B4-BE49-F238E27FC236}">
                <a16:creationId xmlns:a16="http://schemas.microsoft.com/office/drawing/2014/main" id="{2D1FCC65-B9F1-4AA1-9920-9881BD60B3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2305945"/>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실제 제작 기록 / 평가·보고 기준의 변경">
            <a:extLst xmlns:a="http://schemas.openxmlformats.org/drawingml/2006/main">
              <a:ext uri="{FF2B5EF4-FFF2-40B4-BE49-F238E27FC236}">
                <a16:creationId xmlns:a16="http://schemas.microsoft.com/office/drawing/2014/main" id="{1B3A8E67-59EB-4928-883D-A9DE4AA3CB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평가·보고 기준의 변경</a:t>
            </a:r>
          </a:p>
        </p:txBody>
      </p:sp>
      <p:sp>
        <p:nvSpPr>
          <p:cNvPr id="2" name="S82">
            <a:extLst xmlns:a="http://schemas.openxmlformats.org/drawingml/2006/main">
              <a:ext uri="{FF2B5EF4-FFF2-40B4-BE49-F238E27FC236}">
                <a16:creationId xmlns:a16="http://schemas.microsoft.com/office/drawing/2014/main" id="{06D73E88-357D-478A-9C33-3861F02A82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다음 조사에 남길 기록을 바꿨다">
            <a:extLst xmlns:a="http://schemas.openxmlformats.org/drawingml/2006/main">
              <a:ext uri="{FF2B5EF4-FFF2-40B4-BE49-F238E27FC236}">
                <a16:creationId xmlns:a16="http://schemas.microsoft.com/office/drawing/2014/main" id="{D9AB41AE-1840-44E4-9A63-AE3A14EC269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조사에 남길 기록을 바꿨다</a:t>
            </a:r>
          </a:p>
        </p:txBody>
      </p:sp>
      <p:sp>
        <p:nvSpPr>
          <p:cNvPr id="4" name="">
            <a:extLst xmlns:a="http://schemas.openxmlformats.org/drawingml/2006/main">
              <a:ext uri="{FF2B5EF4-FFF2-40B4-BE49-F238E27FC236}">
                <a16:creationId xmlns:a16="http://schemas.microsoft.com/office/drawing/2014/main" id="{60590DEB-4A97-4B18-AF26-EF07A46770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5F837A8-9E21-48F4-B691-FD68C02BF55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DEC-0016 · TRIAL-006 판정 보존과 후속 기록 기준 변경 · 의미 요약">
            <a:extLst xmlns:a="http://schemas.openxmlformats.org/drawingml/2006/main">
              <a:ext uri="{FF2B5EF4-FFF2-40B4-BE49-F238E27FC236}">
                <a16:creationId xmlns:a16="http://schemas.microsoft.com/office/drawing/2014/main" id="{F901E6F2-2EE9-4121-8FDB-BD26A07467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DEC-0016 · TRIAL-006 판정 보존과 후속 기록 기준 변경 · 의미 요약</a:t>
            </a:r>
          </a:p>
        </p:txBody>
      </p:sp>
      <p:sp>
        <p:nvSpPr>
          <p:cNvPr id="7" name="제품 코드·Demo Skill 수정 아님 · 격리 실험이나 Prompt 인과 검증을 완료한 것도 아님">
            <a:extLst xmlns:a="http://schemas.openxmlformats.org/drawingml/2006/main">
              <a:ext uri="{FF2B5EF4-FFF2-40B4-BE49-F238E27FC236}">
                <a16:creationId xmlns:a16="http://schemas.microsoft.com/office/drawing/2014/main" id="{EB0D361B-C1FC-4BF7-9D0D-F940D0680B2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 아님 · 격리 실험이나 Prompt 인과 검증을 완료한 것도 아님</a:t>
            </a:r>
          </a:p>
        </p:txBody>
      </p:sp>
      <p:sp>
        <p:nvSpPr>
          <p:cNvPr id="8" name="기존: 작업·저장소 중심의 보고">
            <a:extLst xmlns:a="http://schemas.openxmlformats.org/drawingml/2006/main">
              <a:ext uri="{FF2B5EF4-FFF2-40B4-BE49-F238E27FC236}">
                <a16:creationId xmlns:a16="http://schemas.microsoft.com/office/drawing/2014/main" id="{AF773624-6114-4DA9-9EB1-0069E032B699}"/>
              </a:ext>
            </a:extLst>
          </p:cNvPr>
          <p:cNvSpPr>
            <a:spLocks xmlns:a="http://schemas.openxmlformats.org/drawingml/2006/main" noGrp="1"/>
          </p:cNvSpPr>
          <p:nvPr/>
        </p:nvSpPr>
        <p:spPr>
          <a:xfrm xmlns:a="http://schemas.openxmlformats.org/drawingml/2006/main">
            <a:off x="609600" y="18192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작업·저장소 중심의 보고</a:t>
            </a:r>
          </a:p>
        </p:txBody>
      </p:sp>
      <p:sp>
        <p:nvSpPr>
          <p:cNvPr id="9" name="변경: 실행 조건과 결과의 해석 범위도 함께 기록">
            <a:extLst xmlns:a="http://schemas.openxmlformats.org/drawingml/2006/main">
              <a:ext uri="{FF2B5EF4-FFF2-40B4-BE49-F238E27FC236}">
                <a16:creationId xmlns:a16="http://schemas.microsoft.com/office/drawing/2014/main" id="{84D11AB3-7239-4B0B-BDAE-274500A1B8B1}"/>
              </a:ext>
            </a:extLst>
          </p:cNvPr>
          <p:cNvSpPr>
            <a:spLocks xmlns:a="http://schemas.openxmlformats.org/drawingml/2006/main" noGrp="1"/>
          </p:cNvSpPr>
          <p:nvPr/>
        </p:nvSpPr>
        <p:spPr>
          <a:xfrm xmlns:a="http://schemas.openxmlformats.org/drawingml/2006/main">
            <a:off x="609600" y="23526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 실행 조건과 결과의 해석 범위도 함께 기록</a:t>
            </a:r>
          </a:p>
        </p:txBody>
      </p:sp>
      <p:sp>
        <p:nvSpPr>
          <p:cNvPr id="10" name="">
            <a:extLst xmlns:a="http://schemas.openxmlformats.org/drawingml/2006/main">
              <a:ext uri="{FF2B5EF4-FFF2-40B4-BE49-F238E27FC236}">
                <a16:creationId xmlns:a16="http://schemas.microsoft.com/office/drawing/2014/main" id="{8FB74368-C193-4FBB-9379-6D3D4B64EAB9}"/>
              </a:ext>
            </a:extLst>
          </p:cNvPr>
          <p:cNvSpPr>
            <a:spLocks xmlns:a="http://schemas.openxmlformats.org/drawingml/2006/main" noGrp="1"/>
          </p:cNvSpPr>
          <p:nvPr/>
        </p:nvSpPr>
        <p:spPr>
          <a:xfrm xmlns:a="http://schemas.openxmlformats.org/drawingml/2006/main">
            <a:off x="609600" y="3000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적용된 지침">
            <a:extLst xmlns:a="http://schemas.openxmlformats.org/drawingml/2006/main">
              <a:ext uri="{FF2B5EF4-FFF2-40B4-BE49-F238E27FC236}">
                <a16:creationId xmlns:a16="http://schemas.microsoft.com/office/drawing/2014/main" id="{325FF79E-77E3-43EB-8046-7B051D930732}"/>
              </a:ext>
            </a:extLst>
          </p:cNvPr>
          <p:cNvSpPr>
            <a:spLocks xmlns:a="http://schemas.openxmlformats.org/drawingml/2006/main" noGrp="1"/>
          </p:cNvSpPr>
          <p:nvPr/>
        </p:nvSpPr>
        <p:spPr>
          <a:xfrm xmlns:a="http://schemas.openxmlformats.org/drawingml/2006/main">
            <a:off x="609600" y="311467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적용된 지침</a:t>
            </a:r>
          </a:p>
        </p:txBody>
      </p:sp>
      <p:sp>
        <p:nvSpPr>
          <p:cNvPr id="12" name="어떤 Skill·환경 조건이 관찰됐나?">
            <a:extLst xmlns:a="http://schemas.openxmlformats.org/drawingml/2006/main">
              <a:ext uri="{FF2B5EF4-FFF2-40B4-BE49-F238E27FC236}">
                <a16:creationId xmlns:a16="http://schemas.microsoft.com/office/drawing/2014/main" id="{233871D4-90F4-41EA-83C4-B0EC7F8D36BB}"/>
              </a:ext>
            </a:extLst>
          </p:cNvPr>
          <p:cNvSpPr>
            <a:spLocks xmlns:a="http://schemas.openxmlformats.org/drawingml/2006/main" noGrp="1"/>
          </p:cNvSpPr>
          <p:nvPr/>
        </p:nvSpPr>
        <p:spPr>
          <a:xfrm xmlns:a="http://schemas.openxmlformats.org/drawingml/2006/main">
            <a:off x="3848100" y="311467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Skill·환경 조건이 관찰됐나?</a:t>
            </a:r>
          </a:p>
        </p:txBody>
      </p:sp>
      <p:sp>
        <p:nvSpPr>
          <p:cNvPr id="13" name="">
            <a:extLst xmlns:a="http://schemas.openxmlformats.org/drawingml/2006/main">
              <a:ext uri="{FF2B5EF4-FFF2-40B4-BE49-F238E27FC236}">
                <a16:creationId xmlns:a16="http://schemas.microsoft.com/office/drawing/2014/main" id="{AF1C6524-0E15-4A0F-8F02-8DA92B47AE8D}"/>
              </a:ext>
            </a:extLst>
          </p:cNvPr>
          <p:cNvSpPr>
            <a:spLocks xmlns:a="http://schemas.openxmlformats.org/drawingml/2006/main" noGrp="1"/>
          </p:cNvSpPr>
          <p:nvPr/>
        </p:nvSpPr>
        <p:spPr>
          <a:xfrm xmlns:a="http://schemas.openxmlformats.org/drawingml/2006/main">
            <a:off x="609600" y="3695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경고와 실제 사용">
            <a:extLst xmlns:a="http://schemas.openxmlformats.org/drawingml/2006/main">
              <a:ext uri="{FF2B5EF4-FFF2-40B4-BE49-F238E27FC236}">
                <a16:creationId xmlns:a16="http://schemas.microsoft.com/office/drawing/2014/main" id="{CCE3627B-D4F0-4220-8D0B-7931F9895939}"/>
              </a:ext>
            </a:extLst>
          </p:cNvPr>
          <p:cNvSpPr>
            <a:spLocks xmlns:a="http://schemas.openxmlformats.org/drawingml/2006/main" noGrp="1"/>
          </p:cNvSpPr>
          <p:nvPr/>
        </p:nvSpPr>
        <p:spPr>
          <a:xfrm xmlns:a="http://schemas.openxmlformats.org/drawingml/2006/main">
            <a:off x="609600" y="3810000"/>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경고와 실제 사용</a:t>
            </a:r>
          </a:p>
        </p:txBody>
      </p:sp>
      <p:sp>
        <p:nvSpPr>
          <p:cNvPr id="15" name="시작 경고와 도구의 실제 실행·결과를 구분">
            <a:extLst xmlns:a="http://schemas.openxmlformats.org/drawingml/2006/main">
              <a:ext uri="{FF2B5EF4-FFF2-40B4-BE49-F238E27FC236}">
                <a16:creationId xmlns:a16="http://schemas.microsoft.com/office/drawing/2014/main" id="{510E5F76-2F59-41EE-921B-0199E415220D}"/>
              </a:ext>
            </a:extLst>
          </p:cNvPr>
          <p:cNvSpPr>
            <a:spLocks xmlns:a="http://schemas.openxmlformats.org/drawingml/2006/main" noGrp="1"/>
          </p:cNvSpPr>
          <p:nvPr/>
        </p:nvSpPr>
        <p:spPr>
          <a:xfrm xmlns:a="http://schemas.openxmlformats.org/drawingml/2006/main">
            <a:off x="3848100" y="3810000"/>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시작 경고와 도구의 실제 실행·결과를 구분</a:t>
            </a:r>
          </a:p>
        </p:txBody>
      </p:sp>
      <p:sp>
        <p:nvSpPr>
          <p:cNvPr id="16" name="">
            <a:extLst xmlns:a="http://schemas.openxmlformats.org/drawingml/2006/main">
              <a:ext uri="{FF2B5EF4-FFF2-40B4-BE49-F238E27FC236}">
                <a16:creationId xmlns:a16="http://schemas.microsoft.com/office/drawing/2014/main" id="{44E1D266-6462-48AB-B7B6-B6C51BFD073B}"/>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해석 가능한 범위">
            <a:extLst xmlns:a="http://schemas.openxmlformats.org/drawingml/2006/main">
              <a:ext uri="{FF2B5EF4-FFF2-40B4-BE49-F238E27FC236}">
                <a16:creationId xmlns:a16="http://schemas.microsoft.com/office/drawing/2014/main" id="{012A4BE4-59D2-48BA-94C9-EC256F7F4196}"/>
              </a:ext>
            </a:extLst>
          </p:cNvPr>
          <p:cNvSpPr>
            <a:spLocks xmlns:a="http://schemas.openxmlformats.org/drawingml/2006/main" noGrp="1"/>
          </p:cNvSpPr>
          <p:nvPr/>
        </p:nvSpPr>
        <p:spPr>
          <a:xfrm xmlns:a="http://schemas.openxmlformats.org/drawingml/2006/main">
            <a:off x="609600" y="450532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해석 가능한 범위</a:t>
            </a:r>
          </a:p>
        </p:txBody>
      </p:sp>
      <p:sp>
        <p:nvSpPr>
          <p:cNvPr id="18" name="확인된 결과와 원인 불확실성을 구분">
            <a:extLst xmlns:a="http://schemas.openxmlformats.org/drawingml/2006/main">
              <a:ext uri="{FF2B5EF4-FFF2-40B4-BE49-F238E27FC236}">
                <a16:creationId xmlns:a16="http://schemas.microsoft.com/office/drawing/2014/main" id="{BE0960B3-F960-4642-8103-8E8733B57D72}"/>
              </a:ext>
            </a:extLst>
          </p:cNvPr>
          <p:cNvSpPr>
            <a:spLocks xmlns:a="http://schemas.openxmlformats.org/drawingml/2006/main" noGrp="1"/>
          </p:cNvSpPr>
          <p:nvPr/>
        </p:nvSpPr>
        <p:spPr>
          <a:xfrm xmlns:a="http://schemas.openxmlformats.org/drawingml/2006/main">
            <a:off x="3848100" y="450532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확인된 결과와 원인 불확실성을 구분</a:t>
            </a:r>
          </a:p>
        </p:txBody>
      </p:sp>
      <p:sp>
        <p:nvSpPr>
          <p:cNvPr id="19" name="당시 결정: PARTIAL 보존 · 환경 격리를 진행 조건으로 두지 않음">
            <a:extLst xmlns:a="http://schemas.openxmlformats.org/drawingml/2006/main">
              <a:ext uri="{FF2B5EF4-FFF2-40B4-BE49-F238E27FC236}">
                <a16:creationId xmlns:a16="http://schemas.microsoft.com/office/drawing/2014/main" id="{8103F894-99A9-4B43-93D7-63503796BB4E}"/>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당시 결정: PARTIAL 보존 · 환경 격리를 진행 조건으로 두지 않음</a:t>
            </a:r>
          </a:p>
        </p:txBody>
      </p:sp>
      <p:sp>
        <p:nvSpPr>
          <p:cNvPr id="20" name="Legacy module connection">
            <a:extLst xmlns:a="http://schemas.openxmlformats.org/drawingml/2006/main">
              <a:ext uri="{FF2B5EF4-FFF2-40B4-BE49-F238E27FC236}">
                <a16:creationId xmlns:a16="http://schemas.microsoft.com/office/drawing/2014/main" id="{98F74E53-EBE4-4950-9AC9-D17EDEFA07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7381226"/>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제작 기록 / 후속 적용과 남은 불일치">
            <a:extLst xmlns:a="http://schemas.openxmlformats.org/drawingml/2006/main">
              <a:ext uri="{FF2B5EF4-FFF2-40B4-BE49-F238E27FC236}">
                <a16:creationId xmlns:a16="http://schemas.microsoft.com/office/drawing/2014/main" id="{04F3C810-730B-420B-ADCA-AEDD8D21F9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후속 적용과 남은 불일치</a:t>
            </a:r>
          </a:p>
        </p:txBody>
      </p:sp>
      <p:sp>
        <p:nvSpPr>
          <p:cNvPr id="2" name="S83">
            <a:extLst xmlns:a="http://schemas.openxmlformats.org/drawingml/2006/main">
              <a:ext uri="{FF2B5EF4-FFF2-40B4-BE49-F238E27FC236}">
                <a16:creationId xmlns:a16="http://schemas.microsoft.com/office/drawing/2014/main" id="{F8F42F92-D9BA-46A9-8A03-C78668723C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후속 기록도 원문과 다시 대조했다">
            <a:extLst xmlns:a="http://schemas.openxmlformats.org/drawingml/2006/main">
              <a:ext uri="{FF2B5EF4-FFF2-40B4-BE49-F238E27FC236}">
                <a16:creationId xmlns:a16="http://schemas.microsoft.com/office/drawing/2014/main" id="{AE9161A7-A18E-404C-9872-4F008D0FC0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기록도 원문과 다시 대조했다</a:t>
            </a:r>
          </a:p>
        </p:txBody>
      </p:sp>
      <p:sp>
        <p:nvSpPr>
          <p:cNvPr id="4" name="">
            <a:extLst xmlns:a="http://schemas.openxmlformats.org/drawingml/2006/main">
              <a:ext uri="{FF2B5EF4-FFF2-40B4-BE49-F238E27FC236}">
                <a16:creationId xmlns:a16="http://schemas.microsoft.com/office/drawing/2014/main" id="{6B114C1E-3BDF-4E45-AE18-BC80BC108D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37FF5902-25CF-4160-A33F-1A2D64BA807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보고·원문 대조와 지침 사용 경로를 요약한 도식">
            <a:extLst xmlns:a="http://schemas.openxmlformats.org/drawingml/2006/main">
              <a:ext uri="{FF2B5EF4-FFF2-40B4-BE49-F238E27FC236}">
                <a16:creationId xmlns:a16="http://schemas.microsoft.com/office/drawing/2014/main" id="{9D096944-165A-407A-84D7-F67ED2C072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보고·원문 대조와 지침 사용 경로를 요약한 도식</a:t>
            </a:r>
          </a:p>
        </p:txBody>
      </p:sp>
      <p:sp>
        <p:nvSpPr>
          <p:cNvPr id="7" name="MCP 작업 결과 없음 · 두 기록의 서로 다른 확인 내용 · 완전한 환경 목록·품질 향상 미입증">
            <a:extLst xmlns:a="http://schemas.openxmlformats.org/drawingml/2006/main">
              <a:ext uri="{FF2B5EF4-FFF2-40B4-BE49-F238E27FC236}">
                <a16:creationId xmlns:a16="http://schemas.microsoft.com/office/drawing/2014/main" id="{08BFFCEA-226C-4614-BCDB-78854B6667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 없음 · 두 기록의 서로 다른 확인 내용 · 완전한 환경 목록·품질 향상 미입증</a:t>
            </a:r>
          </a:p>
        </p:txBody>
      </p:sp>
      <p:sp>
        <p:nvSpPr>
          <p:cNvPr id="8" name="보고와 원문에 남은 차이">
            <a:extLst xmlns:a="http://schemas.openxmlformats.org/drawingml/2006/main">
              <a:ext uri="{FF2B5EF4-FFF2-40B4-BE49-F238E27FC236}">
                <a16:creationId xmlns:a16="http://schemas.microsoft.com/office/drawing/2014/main" id="{D7916F6D-3A10-45F2-8799-07943D0A519A}"/>
              </a:ext>
            </a:extLst>
          </p:cNvPr>
          <p:cNvSpPr>
            <a:spLocks xmlns:a="http://schemas.openxmlformats.org/drawingml/2006/main" noGrp="1"/>
          </p:cNvSpPr>
          <p:nvPr/>
        </p:nvSpPr>
        <p:spPr>
          <a:xfrm xmlns:a="http://schemas.openxmlformats.org/drawingml/2006/main">
            <a:off x="609600" y="21050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보고와 원문에 남은 차이</a:t>
            </a:r>
          </a:p>
        </p:txBody>
      </p:sp>
      <p:sp>
        <p:nvSpPr>
          <p:cNvPr id="9" name="구분해서 남긴 사용 경로">
            <a:extLst xmlns:a="http://schemas.openxmlformats.org/drawingml/2006/main">
              <a:ext uri="{FF2B5EF4-FFF2-40B4-BE49-F238E27FC236}">
                <a16:creationId xmlns:a16="http://schemas.microsoft.com/office/drawing/2014/main" id="{561DE6ED-9015-4F3F-BB35-15C8F9E6FF0D}"/>
              </a:ext>
            </a:extLst>
          </p:cNvPr>
          <p:cNvSpPr>
            <a:spLocks xmlns:a="http://schemas.openxmlformats.org/drawingml/2006/main" noGrp="1"/>
          </p:cNvSpPr>
          <p:nvPr/>
        </p:nvSpPr>
        <p:spPr>
          <a:xfrm xmlns:a="http://schemas.openxmlformats.org/drawingml/2006/main">
            <a:off x="6705600" y="21050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구분해서 남긴 사용 경로</a:t>
            </a:r>
          </a:p>
        </p:txBody>
      </p:sp>
      <p:sp>
        <p:nvSpPr>
          <p:cNvPr id="10" name="후속 기록 · TRIAL-007">
            <a:extLst xmlns:a="http://schemas.openxmlformats.org/drawingml/2006/main">
              <a:ext uri="{FF2B5EF4-FFF2-40B4-BE49-F238E27FC236}">
                <a16:creationId xmlns:a16="http://schemas.microsoft.com/office/drawing/2014/main" id="{938FA325-6694-4E63-86D4-2DE58BF6BBA8}"/>
              </a:ext>
            </a:extLst>
          </p:cNvPr>
          <p:cNvSpPr>
            <a:spLocks xmlns:a="http://schemas.openxmlformats.org/drawingml/2006/main" noGrp="1"/>
          </p:cNvSpPr>
          <p:nvPr/>
        </p:nvSpPr>
        <p:spPr>
          <a:xfrm xmlns:a="http://schemas.openxmlformats.org/drawingml/2006/main">
            <a:off x="609600" y="2619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TRIAL-007</a:t>
            </a:r>
          </a:p>
        </p:txBody>
      </p:sp>
      <p:sp>
        <p:nvSpPr>
          <p:cNvPr id="11" name="후속 기록 · TRIAL-008">
            <a:extLst xmlns:a="http://schemas.openxmlformats.org/drawingml/2006/main">
              <a:ext uri="{FF2B5EF4-FFF2-40B4-BE49-F238E27FC236}">
                <a16:creationId xmlns:a16="http://schemas.microsoft.com/office/drawing/2014/main" id="{0DD99426-51E2-4AAC-8C46-DA5EF2040EA6}"/>
              </a:ext>
            </a:extLst>
          </p:cNvPr>
          <p:cNvSpPr>
            <a:spLocks xmlns:a="http://schemas.openxmlformats.org/drawingml/2006/main" noGrp="1"/>
          </p:cNvSpPr>
          <p:nvPr/>
        </p:nvSpPr>
        <p:spPr>
          <a:xfrm xmlns:a="http://schemas.openxmlformats.org/drawingml/2006/main">
            <a:off x="6705600" y="2619375"/>
            <a:ext cx="487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TRIAL-008</a:t>
            </a:r>
          </a:p>
        </p:txBody>
      </p:sp>
      <p:sp>
        <p:nvSpPr>
          <p:cNvPr id="12" name="">
            <a:extLst xmlns:a="http://schemas.openxmlformats.org/drawingml/2006/main">
              <a:ext uri="{FF2B5EF4-FFF2-40B4-BE49-F238E27FC236}">
                <a16:creationId xmlns:a16="http://schemas.microsoft.com/office/drawing/2014/main" id="{2D377C5D-AE7E-4DC0-AF5B-A23DF774C2EB}"/>
              </a:ext>
            </a:extLst>
          </p:cNvPr>
          <p:cNvSpPr>
            <a:spLocks xmlns:a="http://schemas.openxmlformats.org/drawingml/2006/main" noGrp="1"/>
          </p:cNvSpPr>
          <p:nvPr/>
        </p:nvSpPr>
        <p:spPr>
          <a:xfrm xmlns:a="http://schemas.openxmlformats.org/drawingml/2006/main">
            <a:off x="609600" y="307657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0C0F4411-C147-4AF1-8967-E058F69BFCE6}"/>
              </a:ext>
            </a:extLst>
          </p:cNvPr>
          <p:cNvSpPr>
            <a:spLocks xmlns:a="http://schemas.openxmlformats.org/drawingml/2006/main" noGrp="1"/>
          </p:cNvSpPr>
          <p:nvPr/>
        </p:nvSpPr>
        <p:spPr>
          <a:xfrm xmlns:a="http://schemas.openxmlformats.org/drawingml/2006/main">
            <a:off x="6705600" y="30765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보고서">
            <a:extLst xmlns:a="http://schemas.openxmlformats.org/drawingml/2006/main">
              <a:ext uri="{FF2B5EF4-FFF2-40B4-BE49-F238E27FC236}">
                <a16:creationId xmlns:a16="http://schemas.microsoft.com/office/drawing/2014/main" id="{E843C89B-BED1-4608-9A03-1B3F177740D8}"/>
              </a:ext>
            </a:extLst>
          </p:cNvPr>
          <p:cNvSpPr>
            <a:spLocks xmlns:a="http://schemas.openxmlformats.org/drawingml/2006/main" noGrp="1"/>
          </p:cNvSpPr>
          <p:nvPr/>
        </p:nvSpPr>
        <p:spPr>
          <a:xfrm xmlns:a="http://schemas.openxmlformats.org/drawingml/2006/main">
            <a:off x="609600" y="329565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보고서</a:t>
            </a:r>
          </a:p>
        </p:txBody>
      </p:sp>
      <p:sp>
        <p:nvSpPr>
          <p:cNvPr id="15" name="MCP 경고 없음">
            <a:extLst xmlns:a="http://schemas.openxmlformats.org/drawingml/2006/main">
              <a:ext uri="{FF2B5EF4-FFF2-40B4-BE49-F238E27FC236}">
                <a16:creationId xmlns:a16="http://schemas.microsoft.com/office/drawing/2014/main" id="{688A79D4-2133-427F-B37A-B653F70C929D}"/>
              </a:ext>
            </a:extLst>
          </p:cNvPr>
          <p:cNvSpPr>
            <a:spLocks xmlns:a="http://schemas.openxmlformats.org/drawingml/2006/main" noGrp="1"/>
          </p:cNvSpPr>
          <p:nvPr/>
        </p:nvSpPr>
        <p:spPr>
          <a:xfrm xmlns:a="http://schemas.openxmlformats.org/drawingml/2006/main">
            <a:off x="609600" y="37052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MCP 경고 없음</a:t>
            </a:r>
          </a:p>
        </p:txBody>
      </p:sp>
      <p:sp>
        <p:nvSpPr>
          <p:cNvPr id="16" name="원문 진단 기록">
            <a:extLst xmlns:a="http://schemas.openxmlformats.org/drawingml/2006/main">
              <a:ext uri="{FF2B5EF4-FFF2-40B4-BE49-F238E27FC236}">
                <a16:creationId xmlns:a16="http://schemas.microsoft.com/office/drawing/2014/main" id="{ED0641B1-58C8-4213-81CD-05D8C11C0F4E}"/>
              </a:ext>
            </a:extLst>
          </p:cNvPr>
          <p:cNvSpPr>
            <a:spLocks xmlns:a="http://schemas.openxmlformats.org/drawingml/2006/main" noGrp="1"/>
          </p:cNvSpPr>
          <p:nvPr/>
        </p:nvSpPr>
        <p:spPr>
          <a:xfrm xmlns:a="http://schemas.openxmlformats.org/drawingml/2006/main">
            <a:off x="609600" y="434340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원문 진단 기록</a:t>
            </a:r>
          </a:p>
        </p:txBody>
      </p:sp>
      <p:sp>
        <p:nvSpPr>
          <p:cNvPr id="17" name="인증 필요 경고가 남음">
            <a:extLst xmlns:a="http://schemas.openxmlformats.org/drawingml/2006/main">
              <a:ext uri="{FF2B5EF4-FFF2-40B4-BE49-F238E27FC236}">
                <a16:creationId xmlns:a16="http://schemas.microsoft.com/office/drawing/2014/main" id="{FE3B3365-E646-43E2-8FD3-74618D4C10C0}"/>
              </a:ext>
            </a:extLst>
          </p:cNvPr>
          <p:cNvSpPr>
            <a:spLocks xmlns:a="http://schemas.openxmlformats.org/drawingml/2006/main" noGrp="1"/>
          </p:cNvSpPr>
          <p:nvPr/>
        </p:nvSpPr>
        <p:spPr>
          <a:xfrm xmlns:a="http://schemas.openxmlformats.org/drawingml/2006/main">
            <a:off x="609600" y="476250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인증 필요 경고가 남음</a:t>
            </a:r>
          </a:p>
        </p:txBody>
      </p:sp>
      <p:sp>
        <p:nvSpPr>
          <p:cNvPr id="18" name="원문: Nimble AuthRequired">
            <a:extLst xmlns:a="http://schemas.openxmlformats.org/drawingml/2006/main">
              <a:ext uri="{FF2B5EF4-FFF2-40B4-BE49-F238E27FC236}">
                <a16:creationId xmlns:a16="http://schemas.microsoft.com/office/drawing/2014/main" id="{B3BC2CAF-A748-481C-83C7-D5C42D4654C8}"/>
              </a:ext>
            </a:extLst>
          </p:cNvPr>
          <p:cNvSpPr>
            <a:spLocks xmlns:a="http://schemas.openxmlformats.org/drawingml/2006/main" noGrp="1"/>
          </p:cNvSpPr>
          <p:nvPr/>
        </p:nvSpPr>
        <p:spPr>
          <a:xfrm xmlns:a="http://schemas.openxmlformats.org/drawingml/2006/main">
            <a:off x="609600" y="5286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Consolas"/>
                <a:ea typeface="Consolas"/>
                <a:cs typeface="Consolas"/>
              </a:defRPr>
            </a:defPPr>
            <a:lvl1pPr algn="l">
              <a:defRPr sz="1650" b="0">
                <a:solidFill>
                  <a:srgbClr val="4D5A68"/>
                </a:solidFill>
                <a:latin typeface="Consolas"/>
                <a:ea typeface="Consolas"/>
                <a:cs typeface="Consolas"/>
              </a:defRPr>
            </a:lvl1pPr>
            <a:lvl2pPr algn="l">
              <a:defRPr sz="1650" b="0">
                <a:solidFill>
                  <a:srgbClr val="4D5A68"/>
                </a:solidFill>
                <a:latin typeface="Consolas"/>
                <a:ea typeface="Consolas"/>
                <a:cs typeface="Consolas"/>
              </a:defRPr>
            </a:lvl2pPr>
            <a:lvl3pPr algn="l">
              <a:defRPr sz="1650" b="0">
                <a:solidFill>
                  <a:srgbClr val="4D5A68"/>
                </a:solidFill>
                <a:latin typeface="Consolas"/>
                <a:ea typeface="Consolas"/>
                <a:cs typeface="Consolas"/>
              </a:defRPr>
            </a:lvl3pPr>
            <a:lvl4pPr algn="l">
              <a:defRPr sz="1650" b="0">
                <a:solidFill>
                  <a:srgbClr val="4D5A68"/>
                </a:solidFill>
                <a:latin typeface="Consolas"/>
                <a:ea typeface="Consolas"/>
                <a:cs typeface="Consolas"/>
              </a:defRPr>
            </a:lvl4pPr>
            <a:lvl5pPr algn="l">
              <a:defRPr sz="1650" b="0">
                <a:solidFill>
                  <a:srgbClr val="4D5A68"/>
                </a:solidFill>
                <a:latin typeface="Consolas"/>
                <a:ea typeface="Consolas"/>
                <a:cs typeface="Consolas"/>
              </a:defRPr>
            </a:lvl5pPr>
            <a:lvl6pPr algn="l">
              <a:defRPr sz="1650" b="0">
                <a:solidFill>
                  <a:srgbClr val="4D5A68"/>
                </a:solidFill>
                <a:latin typeface="Consolas"/>
                <a:ea typeface="Consolas"/>
                <a:cs typeface="Consolas"/>
              </a:defRPr>
            </a:lvl6pPr>
            <a:lvl7pPr algn="l">
              <a:defRPr sz="1650" b="0">
                <a:solidFill>
                  <a:srgbClr val="4D5A68"/>
                </a:solidFill>
                <a:latin typeface="Consolas"/>
                <a:ea typeface="Consolas"/>
                <a:cs typeface="Consolas"/>
              </a:defRPr>
            </a:lvl7pPr>
            <a:lvl8pPr algn="l">
              <a:defRPr sz="1650" b="0">
                <a:solidFill>
                  <a:srgbClr val="4D5A68"/>
                </a:solidFill>
                <a:latin typeface="Consolas"/>
                <a:ea typeface="Consolas"/>
                <a:cs typeface="Consolas"/>
              </a:defRPr>
            </a:lvl8pPr>
            <a:lvl9pPr algn="l">
              <a:defRPr sz="1650" b="0">
                <a:solidFill>
                  <a:srgbClr val="4D5A68"/>
                </a:solidFill>
                <a:latin typeface="Consolas"/>
                <a:ea typeface="Consolas"/>
                <a:cs typeface="Consolas"/>
              </a:defRPr>
            </a:lvl9pPr>
          </a:lstStyle>
          <a:p xmlns:a="http://schemas.openxmlformats.org/drawingml/2006/main">
            <a:pPr algn="l">
              <a:defRPr sz="1650" b="0">
                <a:solidFill>
                  <a:srgbClr val="4D5A68"/>
                </a:solidFill>
                <a:latin typeface="Consolas"/>
                <a:ea typeface="Consolas"/>
                <a:cs typeface="Consolas"/>
              </a:defRPr>
            </a:pPr>
            <a:r>
              <a:rPr sz="1650" b="0">
                <a:solidFill>
                  <a:srgbClr val="4D5A68"/>
                </a:solidFill>
                <a:latin typeface="Consolas"/>
                <a:ea typeface="Consolas"/>
                <a:cs typeface="Consolas"/>
              </a:rPr>
              <a:t>원문: Nimble AuthRequired</a:t>
            </a:r>
          </a:p>
        </p:txBody>
      </p:sp>
      <p:sp>
        <p:nvSpPr>
          <p:cNvPr id="19" name="저장소 Skill의 명시 호출">
            <a:extLst xmlns:a="http://schemas.openxmlformats.org/drawingml/2006/main">
              <a:ext uri="{FF2B5EF4-FFF2-40B4-BE49-F238E27FC236}">
                <a16:creationId xmlns:a16="http://schemas.microsoft.com/office/drawing/2014/main" id="{C0B8ED38-CEB6-4D6B-ACA4-A7CD7DDAA7C1}"/>
              </a:ext>
            </a:extLst>
          </p:cNvPr>
          <p:cNvSpPr>
            <a:spLocks xmlns:a="http://schemas.openxmlformats.org/drawingml/2006/main" noGrp="1"/>
          </p:cNvSpPr>
          <p:nvPr/>
        </p:nvSpPr>
        <p:spPr>
          <a:xfrm xmlns:a="http://schemas.openxmlformats.org/drawingml/2006/main">
            <a:off x="6705600" y="3476625"/>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저장소 Skill의 명시 호출</a:t>
            </a:r>
          </a:p>
        </p:txBody>
      </p:sp>
      <p:sp>
        <p:nvSpPr>
          <p:cNvPr id="20" name="서로 구분해 기록">
            <a:extLst xmlns:a="http://schemas.openxmlformats.org/drawingml/2006/main">
              <a:ext uri="{FF2B5EF4-FFF2-40B4-BE49-F238E27FC236}">
                <a16:creationId xmlns:a16="http://schemas.microsoft.com/office/drawing/2014/main" id="{A3A8816F-72C8-4285-B134-D8A38E3B164D}"/>
              </a:ext>
            </a:extLst>
          </p:cNvPr>
          <p:cNvSpPr>
            <a:spLocks xmlns:a="http://schemas.openxmlformats.org/drawingml/2006/main" noGrp="1"/>
          </p:cNvSpPr>
          <p:nvPr/>
        </p:nvSpPr>
        <p:spPr>
          <a:xfrm xmlns:a="http://schemas.openxmlformats.org/drawingml/2006/main">
            <a:off x="6705600" y="4219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서로 구분해 기록</a:t>
            </a:r>
          </a:p>
        </p:txBody>
      </p:sp>
      <p:sp>
        <p:nvSpPr>
          <p:cNvPr id="21" name="전역 지침·Skill의 영향">
            <a:extLst xmlns:a="http://schemas.openxmlformats.org/drawingml/2006/main">
              <a:ext uri="{FF2B5EF4-FFF2-40B4-BE49-F238E27FC236}">
                <a16:creationId xmlns:a16="http://schemas.microsoft.com/office/drawing/2014/main" id="{A82BBFBF-632A-4C1E-AD7A-804A061A3EFC}"/>
              </a:ext>
            </a:extLst>
          </p:cNvPr>
          <p:cNvSpPr>
            <a:spLocks xmlns:a="http://schemas.openxmlformats.org/drawingml/2006/main" noGrp="1"/>
          </p:cNvSpPr>
          <p:nvPr/>
        </p:nvSpPr>
        <p:spPr>
          <a:xfrm xmlns:a="http://schemas.openxmlformats.org/drawingml/2006/main">
            <a:off x="6705600" y="4819650"/>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전역 지침·Skill의 영향</a:t>
            </a:r>
          </a:p>
        </p:txBody>
      </p:sp>
      <p:sp>
        <p:nvSpPr>
          <p:cNvPr id="22" name="Legacy module connection">
            <a:extLst xmlns:a="http://schemas.openxmlformats.org/drawingml/2006/main">
              <a:ext uri="{FF2B5EF4-FFF2-40B4-BE49-F238E27FC236}">
                <a16:creationId xmlns:a16="http://schemas.microsoft.com/office/drawing/2014/main" id="{99BD27AA-7DE2-41BC-B496-927E48830B0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69916812"/>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4 · 실제 제작 기록 / 운영 모델과의 대응">
            <a:extLst xmlns:a="http://schemas.openxmlformats.org/drawingml/2006/main">
              <a:ext uri="{FF2B5EF4-FFF2-40B4-BE49-F238E27FC236}">
                <a16:creationId xmlns:a16="http://schemas.microsoft.com/office/drawing/2014/main" id="{4A4414FD-BF3D-4256-B789-4C50B550126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운영 모델과의 대응</a:t>
            </a:r>
          </a:p>
        </p:txBody>
      </p:sp>
      <p:sp>
        <p:nvSpPr>
          <p:cNvPr id="2" name="S84">
            <a:extLst xmlns:a="http://schemas.openxmlformats.org/drawingml/2006/main">
              <a:ext uri="{FF2B5EF4-FFF2-40B4-BE49-F238E27FC236}">
                <a16:creationId xmlns:a16="http://schemas.microsoft.com/office/drawing/2014/main" id="{23A839B6-3849-4B50-B4DA-AFD81339C3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실제 기록을 Loop의 단계에 대응하면">
            <a:extLst xmlns:a="http://schemas.openxmlformats.org/drawingml/2006/main">
              <a:ext uri="{FF2B5EF4-FFF2-40B4-BE49-F238E27FC236}">
                <a16:creationId xmlns:a16="http://schemas.microsoft.com/office/drawing/2014/main" id="{C765D301-E34C-4863-BE80-5029CEDB8D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기록을 Loop의 단계에 대응하면</a:t>
            </a:r>
          </a:p>
        </p:txBody>
      </p:sp>
      <p:sp>
        <p:nvSpPr>
          <p:cNvPr id="4" name="">
            <a:extLst xmlns:a="http://schemas.openxmlformats.org/drawingml/2006/main">
              <a:ext uri="{FF2B5EF4-FFF2-40B4-BE49-F238E27FC236}">
                <a16:creationId xmlns:a16="http://schemas.microsoft.com/office/drawing/2014/main" id="{73D21E60-4A3C-4DF1-97B1-2EEC1D750B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F8FDB56-1A5F-4415-B130-1E1C9AC7928D}"/>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보존된 평가·보고 기록">
            <a:extLst xmlns:a="http://schemas.openxmlformats.org/drawingml/2006/main">
              <a:ext uri="{FF2B5EF4-FFF2-40B4-BE49-F238E27FC236}">
                <a16:creationId xmlns:a16="http://schemas.microsoft.com/office/drawing/2014/main" id="{C4897307-1D92-4626-8393-FA791781E8A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보존된 평가·보고 기록</a:t>
            </a:r>
          </a:p>
        </p:txBody>
      </p:sp>
      <p:sp>
        <p:nvSpPr>
          <p:cNvPr id="7" name="후속 대조는 부분적 확인 · 제품 코드·가상 Workflow 복구 아님 · 품질 향상은 미측정">
            <a:extLst xmlns:a="http://schemas.openxmlformats.org/drawingml/2006/main">
              <a:ext uri="{FF2B5EF4-FFF2-40B4-BE49-F238E27FC236}">
                <a16:creationId xmlns:a16="http://schemas.microsoft.com/office/drawing/2014/main" id="{AA7DDB38-4ACF-4B93-AE5F-9E75A37407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후속 대조는 부분적 확인 · 제품 코드·가상 Workflow 복구 아님 · 품질 향상은 미측정</a:t>
            </a:r>
          </a:p>
        </p:txBody>
      </p:sp>
      <p:sp>
        <p:nvSpPr>
          <p:cNvPr id="8" name="성능 조사에서 얻은 관찰이 평가·보고 기준을 바꿨다">
            <a:extLst xmlns:a="http://schemas.openxmlformats.org/drawingml/2006/main">
              <a:ext uri="{FF2B5EF4-FFF2-40B4-BE49-F238E27FC236}">
                <a16:creationId xmlns:a16="http://schemas.microsoft.com/office/drawing/2014/main" id="{E9510270-D1CD-4640-ACE0-E9895453C95F}"/>
              </a:ext>
            </a:extLst>
          </p:cNvPr>
          <p:cNvSpPr>
            <a:spLocks xmlns:a="http://schemas.openxmlformats.org/drawingml/2006/main" noGrp="1"/>
          </p:cNvSpPr>
          <p:nvPr/>
        </p:nvSpPr>
        <p:spPr>
          <a:xfrm xmlns:a="http://schemas.openxmlformats.org/drawingml/2006/main">
            <a:off x="609600" y="18002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 조사에서 얻은 관찰이 평가·보고 기준을 바꿨다</a:t>
            </a:r>
          </a:p>
        </p:txBody>
      </p:sp>
      <p:sp>
        <p:nvSpPr>
          <p:cNvPr id="9" name="01">
            <a:extLst xmlns:a="http://schemas.openxmlformats.org/drawingml/2006/main">
              <a:ext uri="{FF2B5EF4-FFF2-40B4-BE49-F238E27FC236}">
                <a16:creationId xmlns:a16="http://schemas.microsoft.com/office/drawing/2014/main" id="{78ADB19F-3F68-4EA1-9D7C-53CE5CE7503F}"/>
              </a:ext>
            </a:extLst>
          </p:cNvPr>
          <p:cNvSpPr>
            <a:spLocks xmlns:a="http://schemas.openxmlformats.org/drawingml/2006/main" noGrp="1"/>
          </p:cNvSpPr>
          <p:nvPr/>
        </p:nvSpPr>
        <p:spPr>
          <a:xfrm xmlns:a="http://schemas.openxmlformats.org/drawingml/2006/main">
            <a:off x="6096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10" name="">
            <a:extLst xmlns:a="http://schemas.openxmlformats.org/drawingml/2006/main">
              <a:ext uri="{FF2B5EF4-FFF2-40B4-BE49-F238E27FC236}">
                <a16:creationId xmlns:a16="http://schemas.microsoft.com/office/drawing/2014/main" id="{2B2C8A40-43EA-428F-B2B3-2DCACB17555E}"/>
              </a:ext>
            </a:extLst>
          </p:cNvPr>
          <p:cNvSpPr>
            <a:spLocks xmlns:a="http://schemas.openxmlformats.org/drawingml/2006/main" noGrp="1"/>
          </p:cNvSpPr>
          <p:nvPr/>
        </p:nvSpPr>
        <p:spPr>
          <a:xfrm xmlns:a="http://schemas.openxmlformats.org/drawingml/2006/main">
            <a:off x="6096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a:extLst xmlns:a="http://schemas.openxmlformats.org/drawingml/2006/main">
              <a:ext uri="{FF2B5EF4-FFF2-40B4-BE49-F238E27FC236}">
                <a16:creationId xmlns:a16="http://schemas.microsoft.com/office/drawing/2014/main" id="{0F1827CD-2167-4E2A-BC45-10B54322831D}"/>
              </a:ext>
            </a:extLst>
          </p:cNvPr>
          <p:cNvSpPr>
            <a:spLocks xmlns:a="http://schemas.openxmlformats.org/drawingml/2006/main" noGrp="1"/>
          </p:cNvSpPr>
          <p:nvPr/>
        </p:nvSpPr>
        <p:spPr>
          <a:xfrm xmlns:a="http://schemas.openxmlformats.org/drawingml/2006/main">
            <a:off x="6096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2" name="Resize 성능&#10;조사">
            <a:extLst xmlns:a="http://schemas.openxmlformats.org/drawingml/2006/main">
              <a:ext uri="{FF2B5EF4-FFF2-40B4-BE49-F238E27FC236}">
                <a16:creationId xmlns:a16="http://schemas.microsoft.com/office/drawing/2014/main" id="{405C73C3-8966-4596-9FA5-2AD7B5DD9FC1}"/>
              </a:ext>
            </a:extLst>
          </p:cNvPr>
          <p:cNvSpPr>
            <a:spLocks xmlns:a="http://schemas.openxmlformats.org/drawingml/2006/main" noGrp="1"/>
          </p:cNvSpPr>
          <p:nvPr/>
        </p:nvSpPr>
        <p:spPr>
          <a:xfrm xmlns:a="http://schemas.openxmlformats.org/drawingml/2006/main">
            <a:off x="6096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Resize 성능</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조사</a:t>
            </a:r>
          </a:p>
        </p:txBody>
      </p:sp>
      <p:cxnSp>
        <p:nvCxnSpPr>
          <p:cNvPr id="13" name="">
            <a:extLst xmlns:a="http://schemas.openxmlformats.org/drawingml/2006/main">
              <a:ext uri="{FF2B5EF4-FFF2-40B4-BE49-F238E27FC236}">
                <a16:creationId xmlns:a16="http://schemas.microsoft.com/office/drawing/2014/main" id="{C392A698-DA2C-4148-A508-77C2301A105B}"/>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02">
            <a:extLst xmlns:a="http://schemas.openxmlformats.org/drawingml/2006/main">
              <a:ext uri="{FF2B5EF4-FFF2-40B4-BE49-F238E27FC236}">
                <a16:creationId xmlns:a16="http://schemas.microsoft.com/office/drawing/2014/main" id="{706D25FE-4D91-45A5-BCA1-B2DA276C4984}"/>
              </a:ext>
            </a:extLst>
          </p:cNvPr>
          <p:cNvSpPr>
            <a:spLocks xmlns:a="http://schemas.openxmlformats.org/drawingml/2006/main" noGrp="1"/>
          </p:cNvSpPr>
          <p:nvPr/>
        </p:nvSpPr>
        <p:spPr>
          <a:xfrm xmlns:a="http://schemas.openxmlformats.org/drawingml/2006/main">
            <a:off x="28575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5" name="">
            <a:extLst xmlns:a="http://schemas.openxmlformats.org/drawingml/2006/main">
              <a:ext uri="{FF2B5EF4-FFF2-40B4-BE49-F238E27FC236}">
                <a16:creationId xmlns:a16="http://schemas.microsoft.com/office/drawing/2014/main" id="{9F090077-65A1-4849-8142-43630584382A}"/>
              </a:ext>
            </a:extLst>
          </p:cNvPr>
          <p:cNvSpPr>
            <a:spLocks xmlns:a="http://schemas.openxmlformats.org/drawingml/2006/main" noGrp="1"/>
          </p:cNvSpPr>
          <p:nvPr/>
        </p:nvSpPr>
        <p:spPr>
          <a:xfrm xmlns:a="http://schemas.openxmlformats.org/drawingml/2006/main">
            <a:off x="28575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관찰">
            <a:extLst xmlns:a="http://schemas.openxmlformats.org/drawingml/2006/main">
              <a:ext uri="{FF2B5EF4-FFF2-40B4-BE49-F238E27FC236}">
                <a16:creationId xmlns:a16="http://schemas.microsoft.com/office/drawing/2014/main" id="{31DA89C0-D615-431C-BD3F-5BF6B0FB4844}"/>
              </a:ext>
            </a:extLst>
          </p:cNvPr>
          <p:cNvSpPr>
            <a:spLocks xmlns:a="http://schemas.openxmlformats.org/drawingml/2006/main" noGrp="1"/>
          </p:cNvSpPr>
          <p:nvPr/>
        </p:nvSpPr>
        <p:spPr>
          <a:xfrm xmlns:a="http://schemas.openxmlformats.org/drawingml/2006/main">
            <a:off x="28575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7" name="전역 Skill과&#10;시작 경고">
            <a:extLst xmlns:a="http://schemas.openxmlformats.org/drawingml/2006/main">
              <a:ext uri="{FF2B5EF4-FFF2-40B4-BE49-F238E27FC236}">
                <a16:creationId xmlns:a16="http://schemas.microsoft.com/office/drawing/2014/main" id="{5AAF5851-9F62-4EA6-859C-6F148BDCDDD5}"/>
              </a:ext>
            </a:extLst>
          </p:cNvPr>
          <p:cNvSpPr>
            <a:spLocks xmlns:a="http://schemas.openxmlformats.org/drawingml/2006/main" noGrp="1"/>
          </p:cNvSpPr>
          <p:nvPr/>
        </p:nvSpPr>
        <p:spPr>
          <a:xfrm xmlns:a="http://schemas.openxmlformats.org/drawingml/2006/main">
            <a:off x="28575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Skill과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시작 경고</a:t>
            </a:r>
          </a:p>
        </p:txBody>
      </p:sp>
      <p:cxnSp>
        <p:nvCxnSpPr>
          <p:cNvPr id="18" name="">
            <a:extLst xmlns:a="http://schemas.openxmlformats.org/drawingml/2006/main">
              <a:ext uri="{FF2B5EF4-FFF2-40B4-BE49-F238E27FC236}">
                <a16:creationId xmlns:a16="http://schemas.microsoft.com/office/drawing/2014/main" id="{096B6CF2-9A9C-4A05-B141-A9D12E47774C}"/>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03">
            <a:extLst xmlns:a="http://schemas.openxmlformats.org/drawingml/2006/main">
              <a:ext uri="{FF2B5EF4-FFF2-40B4-BE49-F238E27FC236}">
                <a16:creationId xmlns:a16="http://schemas.microsoft.com/office/drawing/2014/main" id="{0C08467C-5A78-484E-A409-1B59BFCC5126}"/>
              </a:ext>
            </a:extLst>
          </p:cNvPr>
          <p:cNvSpPr>
            <a:spLocks xmlns:a="http://schemas.openxmlformats.org/drawingml/2006/main" noGrp="1"/>
          </p:cNvSpPr>
          <p:nvPr/>
        </p:nvSpPr>
        <p:spPr>
          <a:xfrm xmlns:a="http://schemas.openxmlformats.org/drawingml/2006/main">
            <a:off x="51054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0" name="">
            <a:extLst xmlns:a="http://schemas.openxmlformats.org/drawingml/2006/main">
              <a:ext uri="{FF2B5EF4-FFF2-40B4-BE49-F238E27FC236}">
                <a16:creationId xmlns:a16="http://schemas.microsoft.com/office/drawing/2014/main" id="{2F1F45DA-7178-4EB5-A14C-31068BA19656}"/>
              </a:ext>
            </a:extLst>
          </p:cNvPr>
          <p:cNvSpPr>
            <a:spLocks xmlns:a="http://schemas.openxmlformats.org/drawingml/2006/main" noGrp="1"/>
          </p:cNvSpPr>
          <p:nvPr/>
        </p:nvSpPr>
        <p:spPr>
          <a:xfrm xmlns:a="http://schemas.openxmlformats.org/drawingml/2006/main">
            <a:off x="51054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원인 판단">
            <a:extLst xmlns:a="http://schemas.openxmlformats.org/drawingml/2006/main">
              <a:ext uri="{FF2B5EF4-FFF2-40B4-BE49-F238E27FC236}">
                <a16:creationId xmlns:a16="http://schemas.microsoft.com/office/drawing/2014/main" id="{B88E3271-1456-4F38-9837-01AB5EEB39D6}"/>
              </a:ext>
            </a:extLst>
          </p:cNvPr>
          <p:cNvSpPr>
            <a:spLocks xmlns:a="http://schemas.openxmlformats.org/drawingml/2006/main" noGrp="1"/>
          </p:cNvSpPr>
          <p:nvPr/>
        </p:nvSpPr>
        <p:spPr>
          <a:xfrm xmlns:a="http://schemas.openxmlformats.org/drawingml/2006/main">
            <a:off x="51054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2" name="Prompt만의&#10;효과 분리 불가">
            <a:extLst xmlns:a="http://schemas.openxmlformats.org/drawingml/2006/main">
              <a:ext uri="{FF2B5EF4-FFF2-40B4-BE49-F238E27FC236}">
                <a16:creationId xmlns:a16="http://schemas.microsoft.com/office/drawing/2014/main" id="{7816F827-42A5-4B06-A5C2-BA28CE968989}"/>
              </a:ext>
            </a:extLst>
          </p:cNvPr>
          <p:cNvSpPr>
            <a:spLocks xmlns:a="http://schemas.openxmlformats.org/drawingml/2006/main" noGrp="1"/>
          </p:cNvSpPr>
          <p:nvPr/>
        </p:nvSpPr>
        <p:spPr>
          <a:xfrm xmlns:a="http://schemas.openxmlformats.org/drawingml/2006/main">
            <a:off x="51054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Prompt만의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효과 분리 불가</a:t>
            </a:r>
          </a:p>
        </p:txBody>
      </p:sp>
      <p:cxnSp>
        <p:nvCxnSpPr>
          <p:cNvPr id="23" name="">
            <a:extLst xmlns:a="http://schemas.openxmlformats.org/drawingml/2006/main">
              <a:ext uri="{FF2B5EF4-FFF2-40B4-BE49-F238E27FC236}">
                <a16:creationId xmlns:a16="http://schemas.microsoft.com/office/drawing/2014/main" id="{778DC1E4-83F8-420A-8275-4EE4E35E2F21}"/>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04">
            <a:extLst xmlns:a="http://schemas.openxmlformats.org/drawingml/2006/main">
              <a:ext uri="{FF2B5EF4-FFF2-40B4-BE49-F238E27FC236}">
                <a16:creationId xmlns:a16="http://schemas.microsoft.com/office/drawing/2014/main" id="{09EBC4CE-17A9-4E41-8AF5-98B3A2444E6D}"/>
              </a:ext>
            </a:extLst>
          </p:cNvPr>
          <p:cNvSpPr>
            <a:spLocks xmlns:a="http://schemas.openxmlformats.org/drawingml/2006/main" noGrp="1"/>
          </p:cNvSpPr>
          <p:nvPr/>
        </p:nvSpPr>
        <p:spPr>
          <a:xfrm xmlns:a="http://schemas.openxmlformats.org/drawingml/2006/main">
            <a:off x="73533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25" name="">
            <a:extLst xmlns:a="http://schemas.openxmlformats.org/drawingml/2006/main">
              <a:ext uri="{FF2B5EF4-FFF2-40B4-BE49-F238E27FC236}">
                <a16:creationId xmlns:a16="http://schemas.microsoft.com/office/drawing/2014/main" id="{DD420E61-8159-4623-A5A8-B85DD65D34F1}"/>
              </a:ext>
            </a:extLst>
          </p:cNvPr>
          <p:cNvSpPr>
            <a:spLocks xmlns:a="http://schemas.openxmlformats.org/drawingml/2006/main" noGrp="1"/>
          </p:cNvSpPr>
          <p:nvPr/>
        </p:nvSpPr>
        <p:spPr>
          <a:xfrm xmlns:a="http://schemas.openxmlformats.org/drawingml/2006/main">
            <a:off x="73533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6" name="시스템 변경">
            <a:extLst xmlns:a="http://schemas.openxmlformats.org/drawingml/2006/main">
              <a:ext uri="{FF2B5EF4-FFF2-40B4-BE49-F238E27FC236}">
                <a16:creationId xmlns:a16="http://schemas.microsoft.com/office/drawing/2014/main" id="{9DE406EF-4FD6-4113-82CB-482DA17967AC}"/>
              </a:ext>
            </a:extLst>
          </p:cNvPr>
          <p:cNvSpPr>
            <a:spLocks xmlns:a="http://schemas.openxmlformats.org/drawingml/2006/main" noGrp="1"/>
          </p:cNvSpPr>
          <p:nvPr/>
        </p:nvSpPr>
        <p:spPr>
          <a:xfrm xmlns:a="http://schemas.openxmlformats.org/drawingml/2006/main">
            <a:off x="73533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27" name="평가·보고&#10;기준 변경">
            <a:extLst xmlns:a="http://schemas.openxmlformats.org/drawingml/2006/main">
              <a:ext uri="{FF2B5EF4-FFF2-40B4-BE49-F238E27FC236}">
                <a16:creationId xmlns:a16="http://schemas.microsoft.com/office/drawing/2014/main" id="{11BBD18F-68C3-402A-A524-5F1197A59B2F}"/>
              </a:ext>
            </a:extLst>
          </p:cNvPr>
          <p:cNvSpPr>
            <a:spLocks xmlns:a="http://schemas.openxmlformats.org/drawingml/2006/main" noGrp="1"/>
          </p:cNvSpPr>
          <p:nvPr/>
        </p:nvSpPr>
        <p:spPr>
          <a:xfrm xmlns:a="http://schemas.openxmlformats.org/drawingml/2006/main">
            <a:off x="73533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평가·보고</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기준 변경</a:t>
            </a:r>
          </a:p>
        </p:txBody>
      </p:sp>
      <p:cxnSp>
        <p:nvCxnSpPr>
          <p:cNvPr id="28" name="">
            <a:extLst xmlns:a="http://schemas.openxmlformats.org/drawingml/2006/main">
              <a:ext uri="{FF2B5EF4-FFF2-40B4-BE49-F238E27FC236}">
                <a16:creationId xmlns:a16="http://schemas.microsoft.com/office/drawing/2014/main" id="{A5AA884F-C8C5-4A48-867F-FEAAE26F197D}"/>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5">
            <a:extLst xmlns:a="http://schemas.openxmlformats.org/drawingml/2006/main">
              <a:ext uri="{FF2B5EF4-FFF2-40B4-BE49-F238E27FC236}">
                <a16:creationId xmlns:a16="http://schemas.microsoft.com/office/drawing/2014/main" id="{FD6E5E44-0EF0-4430-AC07-3A64DAB4F200}"/>
              </a:ext>
            </a:extLst>
          </p:cNvPr>
          <p:cNvSpPr>
            <a:spLocks xmlns:a="http://schemas.openxmlformats.org/drawingml/2006/main" noGrp="1"/>
          </p:cNvSpPr>
          <p:nvPr/>
        </p:nvSpPr>
        <p:spPr>
          <a:xfrm xmlns:a="http://schemas.openxmlformats.org/drawingml/2006/main">
            <a:off x="96012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0" name="">
            <a:extLst xmlns:a="http://schemas.openxmlformats.org/drawingml/2006/main">
              <a:ext uri="{FF2B5EF4-FFF2-40B4-BE49-F238E27FC236}">
                <a16:creationId xmlns:a16="http://schemas.microsoft.com/office/drawing/2014/main" id="{67991A1C-C469-4B0D-91A7-5FC8A5F2FF5B}"/>
              </a:ext>
            </a:extLst>
          </p:cNvPr>
          <p:cNvSpPr>
            <a:spLocks xmlns:a="http://schemas.openxmlformats.org/drawingml/2006/main" noGrp="1"/>
          </p:cNvSpPr>
          <p:nvPr/>
        </p:nvSpPr>
        <p:spPr>
          <a:xfrm xmlns:a="http://schemas.openxmlformats.org/drawingml/2006/main">
            <a:off x="96012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재평가">
            <a:extLst xmlns:a="http://schemas.openxmlformats.org/drawingml/2006/main">
              <a:ext uri="{FF2B5EF4-FFF2-40B4-BE49-F238E27FC236}">
                <a16:creationId xmlns:a16="http://schemas.microsoft.com/office/drawing/2014/main" id="{DECF6A1D-9C09-4DB9-B476-B9D5E1C3CE8C}"/>
              </a:ext>
            </a:extLst>
          </p:cNvPr>
          <p:cNvSpPr>
            <a:spLocks xmlns:a="http://schemas.openxmlformats.org/drawingml/2006/main" noGrp="1"/>
          </p:cNvSpPr>
          <p:nvPr/>
        </p:nvSpPr>
        <p:spPr>
          <a:xfrm xmlns:a="http://schemas.openxmlformats.org/drawingml/2006/main">
            <a:off x="96012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2" name="후속 기록 대조&#10;불일치도 남음">
            <a:extLst xmlns:a="http://schemas.openxmlformats.org/drawingml/2006/main">
              <a:ext uri="{FF2B5EF4-FFF2-40B4-BE49-F238E27FC236}">
                <a16:creationId xmlns:a16="http://schemas.microsoft.com/office/drawing/2014/main" id="{FFA7FA31-7050-4CEA-A454-604F7BAA2CC9}"/>
              </a:ext>
            </a:extLst>
          </p:cNvPr>
          <p:cNvSpPr>
            <a:spLocks xmlns:a="http://schemas.openxmlformats.org/drawingml/2006/main" noGrp="1"/>
          </p:cNvSpPr>
          <p:nvPr/>
        </p:nvSpPr>
        <p:spPr>
          <a:xfrm xmlns:a="http://schemas.openxmlformats.org/drawingml/2006/main">
            <a:off x="96012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후속 기록 대조</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불일치도 남음</a:t>
            </a:r>
          </a:p>
        </p:txBody>
      </p:sp>
      <p:sp>
        <p:nvSpPr>
          <p:cNvPr id="33" name="바뀐 것: 평가·보고 기준">
            <a:extLst xmlns:a="http://schemas.openxmlformats.org/drawingml/2006/main">
              <a:ext uri="{FF2B5EF4-FFF2-40B4-BE49-F238E27FC236}">
                <a16:creationId xmlns:a16="http://schemas.microsoft.com/office/drawing/2014/main" id="{6EEDB4DD-4206-49A3-9371-DAAC203E9B29}"/>
              </a:ext>
            </a:extLst>
          </p:cNvPr>
          <p:cNvSpPr>
            <a:spLocks xmlns:a="http://schemas.openxmlformats.org/drawingml/2006/main" noGrp="1"/>
          </p:cNvSpPr>
          <p:nvPr/>
        </p:nvSpPr>
        <p:spPr>
          <a:xfrm xmlns:a="http://schemas.openxmlformats.org/drawingml/2006/main">
            <a:off x="609600" y="48291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바뀐 것: 평가·보고 기준</a:t>
            </a:r>
          </a:p>
        </p:txBody>
      </p:sp>
      <p:sp>
        <p:nvSpPr>
          <p:cNvPr id="34" name="미확인: 원인별 효과 · 환경 목록의 완전성 · Trial 품질 향상">
            <a:extLst xmlns:a="http://schemas.openxmlformats.org/drawingml/2006/main">
              <a:ext uri="{FF2B5EF4-FFF2-40B4-BE49-F238E27FC236}">
                <a16:creationId xmlns:a16="http://schemas.microsoft.com/office/drawing/2014/main" id="{B85C15D2-4B61-4A10-961F-87334E285991}"/>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미확인: 원인별 효과 · 환경 목록의 완전성 · Trial 품질 향상</a:t>
            </a:r>
          </a:p>
        </p:txBody>
      </p:sp>
      <p:sp>
        <p:nvSpPr>
          <p:cNvPr id="35" name="Legacy module connection">
            <a:extLst xmlns:a="http://schemas.openxmlformats.org/drawingml/2006/main">
              <a:ext uri="{FF2B5EF4-FFF2-40B4-BE49-F238E27FC236}">
                <a16:creationId xmlns:a16="http://schemas.microsoft.com/office/drawing/2014/main" id="{C16A7270-D9FB-4A89-9698-0BAC2158F2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16510447"/>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756FC7D6-1E8E-4AF5-A383-8E6FAE8843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5">
            <a:extLst xmlns:a="http://schemas.openxmlformats.org/drawingml/2006/main">
              <a:ext uri="{FF2B5EF4-FFF2-40B4-BE49-F238E27FC236}">
                <a16:creationId xmlns:a16="http://schemas.microsoft.com/office/drawing/2014/main" id="{A5F9B6E6-6923-4475-A863-3C2A3300FD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Project와 환경이 바뀌면&#10;검증도 다시 본다">
            <a:extLst xmlns:a="http://schemas.openxmlformats.org/drawingml/2006/main">
              <a:ext uri="{FF2B5EF4-FFF2-40B4-BE49-F238E27FC236}">
                <a16:creationId xmlns:a16="http://schemas.microsoft.com/office/drawing/2014/main" id="{D76A0C23-0B30-4F31-8193-4B9324675C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GPU 변경 뒤, 검증 조건을 다시 본다</a:t>
            </a:r>
          </a:p>
        </p:txBody>
      </p:sp>
      <p:sp>
        <p:nvSpPr>
          <p:cNvPr id="4" name="">
            <a:extLst xmlns:a="http://schemas.openxmlformats.org/drawingml/2006/main">
              <a:ext uri="{FF2B5EF4-FFF2-40B4-BE49-F238E27FC236}">
                <a16:creationId xmlns:a16="http://schemas.microsoft.com/office/drawing/2014/main" id="{2753519B-E1F4-41B3-AB78-C7AF19187B2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955F7088-619E-429F-9433-18725243E4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AE486B91-67E7-4DEF-A2EF-EF8D24DF928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353FB600-7756-4782-9184-7C7BA7525806}"/>
              </a:ext>
            </a:extLst>
          </p:cNvPr>
          <p:cNvSpPr>
            <a:spLocks xmlns:a="http://schemas.openxmlformats.org/drawingml/2006/main" noGrp="1"/>
          </p:cNvSpPr>
          <p:nvPr/>
        </p:nvSpPr>
        <p:spPr>
          <a:xfrm xmlns:a="http://schemas.openxmlformats.org/drawingml/2006/main">
            <a:off x="609600" y="1952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같은 검사 코드가 새 GPU에서 실행된다</a:t>
            </a:r>
          </a:p>
        </p:txBody>
      </p:sp>
      <p:pic>
        <p:nvPicPr>
          <p:cNvPr id="8" name="">
            <a:extLst xmlns:a="http://schemas.openxmlformats.org/drawingml/2006/main">
              <a:ext uri="{FF2B5EF4-FFF2-40B4-BE49-F238E27FC236}">
                <a16:creationId xmlns:a16="http://schemas.microsoft.com/office/drawing/2014/main" id="{A283BA2E-6092-4914-923A-BAB79BC33A56}"/>
              </a:ext>
            </a:extLst>
          </p:cNvPr>
          <p:cNvPicPr>
            <a:picLocks xmlns:a="http://schemas.openxmlformats.org/drawingml/2006/main" noChangeAspect="1"/>
          </p:cNvPicPr>
          <p:nvPr/>
        </p:nvPicPr>
        <p:blipFill>
          <a:blip xmlns:r="http://schemas.openxmlformats.org/officeDocument/2006/relationships" xmlns:a="http://schemas.openxmlformats.org/drawingml/2006/main" r:embed="Ra4b85660fb6e48ed"/>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4818123F-45D2-40B2-9F25-37FCFC0430FB}"/>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6108B7AE-5AE9-44B6-BE7D-792AFEA28277}"/>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B7183AA0-70D1-4E92-9CA4-3B7E60752034}"/>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ED567F9C-3BDB-42B8-BC1A-575B2E17D9A3}"/>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E135F7CE-A2B9-45C7-8FF4-D1C767B27544}"/>
              </a:ext>
            </a:extLst>
          </p:cNvPr>
          <p:cNvSpPr>
            <a:spLocks xmlns:a="http://schemas.openxmlformats.org/drawingml/2006/main" noGrp="1"/>
          </p:cNvSpPr>
          <p:nvPr/>
        </p:nvSpPr>
        <p:spPr>
          <a:xfrm xmlns:a="http://schemas.openxmlformats.org/drawingml/2006/main">
            <a:off x="7620000" y="23907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59FED1D1-E731-4508-BA80-426F88F967D4}"/>
              </a:ext>
            </a:extLst>
          </p:cNvPr>
          <p:cNvSpPr>
            <a:spLocks xmlns:a="http://schemas.openxmlformats.org/drawingml/2006/main" noGrp="1"/>
          </p:cNvSpPr>
          <p:nvPr/>
        </p:nvSpPr>
        <p:spPr>
          <a:xfrm xmlns:a="http://schemas.openxmlformats.org/drawingml/2006/main">
            <a:off x="8077200" y="239077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3F09C85F-1636-462F-8999-FC15295A2C23}"/>
              </a:ext>
            </a:extLst>
          </p:cNvPr>
          <p:cNvSpPr>
            <a:spLocks xmlns:a="http://schemas.openxmlformats.org/drawingml/2006/main" noGrp="1"/>
          </p:cNvSpPr>
          <p:nvPr/>
        </p:nvSpPr>
        <p:spPr>
          <a:xfrm xmlns:a="http://schemas.openxmlformats.org/drawingml/2006/main">
            <a:off x="8077200" y="271462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예전 판단은 어떤</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장치·조건에서 유효했나?</a:t>
            </a:r>
          </a:p>
        </p:txBody>
      </p:sp>
      <p:sp>
        <p:nvSpPr>
          <p:cNvPr id="16" name="02">
            <a:extLst xmlns:a="http://schemas.openxmlformats.org/drawingml/2006/main">
              <a:ext uri="{FF2B5EF4-FFF2-40B4-BE49-F238E27FC236}">
                <a16:creationId xmlns:a16="http://schemas.microsoft.com/office/drawing/2014/main" id="{26E2CEC0-2266-4B01-B753-CF93268813BF}"/>
              </a:ext>
            </a:extLst>
          </p:cNvPr>
          <p:cNvSpPr>
            <a:spLocks xmlns:a="http://schemas.openxmlformats.org/drawingml/2006/main" noGrp="1"/>
          </p:cNvSpPr>
          <p:nvPr/>
        </p:nvSpPr>
        <p:spPr>
          <a:xfrm xmlns:a="http://schemas.openxmlformats.org/drawingml/2006/main">
            <a:off x="7620000" y="335280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DBB6494F-3BBB-4E54-940F-54409D4D121F}"/>
              </a:ext>
            </a:extLst>
          </p:cNvPr>
          <p:cNvSpPr>
            <a:spLocks xmlns:a="http://schemas.openxmlformats.org/drawingml/2006/main" noGrp="1"/>
          </p:cNvSpPr>
          <p:nvPr/>
        </p:nvSpPr>
        <p:spPr>
          <a:xfrm xmlns:a="http://schemas.openxmlformats.org/drawingml/2006/main">
            <a:off x="8077200" y="33528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0BFD91AF-0A54-4B45-ADDA-76CBF23E7AA1}"/>
              </a:ext>
            </a:extLst>
          </p:cNvPr>
          <p:cNvSpPr>
            <a:spLocks xmlns:a="http://schemas.openxmlformats.org/drawingml/2006/main" noGrp="1"/>
          </p:cNvSpPr>
          <p:nvPr/>
        </p:nvSpPr>
        <p:spPr>
          <a:xfrm xmlns:a="http://schemas.openxmlformats.org/drawingml/2006/main">
            <a:off x="8077200" y="3676650"/>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입력·빌드·측정 조건을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다시 맞췄나?</a:t>
            </a:r>
          </a:p>
        </p:txBody>
      </p:sp>
      <p:sp>
        <p:nvSpPr>
          <p:cNvPr id="19" name="03">
            <a:extLst xmlns:a="http://schemas.openxmlformats.org/drawingml/2006/main">
              <a:ext uri="{FF2B5EF4-FFF2-40B4-BE49-F238E27FC236}">
                <a16:creationId xmlns:a16="http://schemas.microsoft.com/office/drawing/2014/main" id="{8CFD6887-6664-4CBC-85FB-666ABEC20A26}"/>
              </a:ext>
            </a:extLst>
          </p:cNvPr>
          <p:cNvSpPr>
            <a:spLocks xmlns:a="http://schemas.openxmlformats.org/drawingml/2006/main" noGrp="1"/>
          </p:cNvSpPr>
          <p:nvPr/>
        </p:nvSpPr>
        <p:spPr>
          <a:xfrm xmlns:a="http://schemas.openxmlformats.org/drawingml/2006/main">
            <a:off x="7620000" y="43148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CAF2B883-9E0E-4206-B3EA-A5C46FAF2AA8}"/>
              </a:ext>
            </a:extLst>
          </p:cNvPr>
          <p:cNvSpPr>
            <a:spLocks xmlns:a="http://schemas.openxmlformats.org/drawingml/2006/main" noGrp="1"/>
          </p:cNvSpPr>
          <p:nvPr/>
        </p:nvSpPr>
        <p:spPr>
          <a:xfrm xmlns:a="http://schemas.openxmlformats.org/drawingml/2006/main">
            <a:off x="8077200" y="431482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동작 명세</a:t>
            </a:r>
          </a:p>
        </p:txBody>
      </p:sp>
      <p:sp>
        <p:nvSpPr>
          <p:cNvPr id="21" name="함께 다시 확인할&#10;동작은?">
            <a:extLst xmlns:a="http://schemas.openxmlformats.org/drawingml/2006/main">
              <a:ext uri="{FF2B5EF4-FFF2-40B4-BE49-F238E27FC236}">
                <a16:creationId xmlns:a16="http://schemas.microsoft.com/office/drawing/2014/main" id="{BF86FA57-1870-41A8-AFFE-99FBD05A0F36}"/>
              </a:ext>
            </a:extLst>
          </p:cNvPr>
          <p:cNvSpPr>
            <a:spLocks xmlns:a="http://schemas.openxmlformats.org/drawingml/2006/main" noGrp="1"/>
          </p:cNvSpPr>
          <p:nvPr/>
        </p:nvSpPr>
        <p:spPr>
          <a:xfrm xmlns:a="http://schemas.openxmlformats.org/drawingml/2006/main">
            <a:off x="8077200" y="463867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장치가 달라도 지킬</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출력·동작은 무엇인가?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DDC0B08B-E43C-4578-9377-0453474CC5FE}"/>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근거를 확인한 뒤, 어떤 지침·검증 기준을 다시 볼까?</a:t>
            </a:r>
          </a:p>
        </p:txBody>
      </p:sp>
      <p:sp>
        <p:nvSpPr>
          <p:cNvPr id="23" name="Legacy module connection">
            <a:extLst xmlns:a="http://schemas.openxmlformats.org/drawingml/2006/main">
              <a:ext uri="{FF2B5EF4-FFF2-40B4-BE49-F238E27FC236}">
                <a16:creationId xmlns:a16="http://schemas.microsoft.com/office/drawing/2014/main" id="{537E2704-C17E-4A0A-B11B-D67132E665B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58554716"/>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F1F8BFE7-B0A4-455C-970D-72A0221E58D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6">
            <a:extLst xmlns:a="http://schemas.openxmlformats.org/drawingml/2006/main">
              <a:ext uri="{FF2B5EF4-FFF2-40B4-BE49-F238E27FC236}">
                <a16:creationId xmlns:a16="http://schemas.microsoft.com/office/drawing/2014/main" id="{645CCE05-E305-44DD-9957-76948EA133E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전체 Story를 한 장으로">
            <a:extLst xmlns:a="http://schemas.openxmlformats.org/drawingml/2006/main">
              <a:ext uri="{FF2B5EF4-FFF2-40B4-BE49-F238E27FC236}">
                <a16:creationId xmlns:a16="http://schemas.microsoft.com/office/drawing/2014/main" id="{0E7B6A69-1325-4147-9940-64DDF73180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전체 Story를 한 장으로</a:t>
            </a:r>
          </a:p>
        </p:txBody>
      </p:sp>
      <p:sp>
        <p:nvSpPr>
          <p:cNvPr id="4" name="">
            <a:extLst xmlns:a="http://schemas.openxmlformats.org/drawingml/2006/main">
              <a:ext uri="{FF2B5EF4-FFF2-40B4-BE49-F238E27FC236}">
                <a16:creationId xmlns:a16="http://schemas.microsoft.com/office/drawing/2014/main" id="{AA2B38D4-D6AA-4EE2-B6E1-A2F5AA28D6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65251E27-6F37-409F-905B-7332D27910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2DED2D39-E790-4376-A3A4-15CC22C2DA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125FE4C1-4D9F-4ADC-85FE-197D4745A591}"/>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2DBC8A39-3348-4BA1-AA68-D49E5E034A73}"/>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C4B37651-1F60-4846-BDB7-80F7B6413EFD}"/>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DEC0411E-5FD5-4FC7-8A18-731B46C1065A}"/>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5F256610-722B-4234-A04B-D77F5C32F12A}"/>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3BB6CAC0-52A4-4E7F-8075-AA6235997150}"/>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505F2219-D2EA-429C-AA1A-C06739608056}"/>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F5E44E74-3248-4558-A548-3F40FDB87CEB}"/>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37899198-3598-4BE2-9003-1AC4C80E8689}"/>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A23F0B47-4FF0-46CA-BF12-41F416610447}"/>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E807F8BA-05A5-4569-B575-E8B34AA263F3}"/>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4D72CEA5-1900-48B6-A52B-427F8E553E70}"/>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F6CAD2DA-4F68-44A3-A32B-88C3E1CB8C62}"/>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B4E0EA63-4BBB-4EF2-8C15-38ED039F1194}"/>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8F3655A1-F1CC-4772-B975-0A1D251F2EBF}"/>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C73B1185-3826-4F35-8C54-E6F27C0C36D8}"/>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51CF6598-4D8D-4FEE-BF53-1FF2726F59E4}"/>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39AFDD80-0043-46D9-A364-E8B96151BDEB}"/>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8D0EA482-12A3-4FC4-A664-79547065E9A1}"/>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7AFF1172-FBC2-40D9-BD8B-22D0C0523D68}"/>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435B401D-500A-4729-A4C7-871745F43D1E}"/>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0F92FD45-C219-40E4-984A-876713AF4E8A}"/>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B465CE5F-2752-4FF8-9850-378ABEFE8156}"/>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092002FC-B682-4920-8C76-8ABD158CFCC3}"/>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56A0AD44-B6D0-433A-8035-A8C6AD32B55A}"/>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87471442-B49F-42A0-B11D-E47191B2BB3B}"/>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D95A4821-CFB0-4065-AECB-DB42AD6FE9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43196891"/>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B059C7CA-A319-4157-859A-E4CCB2FFA5C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7">
            <a:extLst xmlns:a="http://schemas.openxmlformats.org/drawingml/2006/main">
              <a:ext uri="{FF2B5EF4-FFF2-40B4-BE49-F238E27FC236}">
                <a16:creationId xmlns:a16="http://schemas.microsoft.com/office/drawing/2014/main" id="{546A38C1-EE64-427C-AB66-68E5CFA94E7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하나의 Repository가 문제에 대응해 진화했다">
            <a:extLst xmlns:a="http://schemas.openxmlformats.org/drawingml/2006/main">
              <a:ext uri="{FF2B5EF4-FFF2-40B4-BE49-F238E27FC236}">
                <a16:creationId xmlns:a16="http://schemas.microsoft.com/office/drawing/2014/main" id="{223DC5C1-751A-4189-9EE9-CA86E75F51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DF358E27-625F-480C-B3D9-6DC02FB404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3 / S58 발표자료 발췌">
            <a:extLst xmlns:a="http://schemas.openxmlformats.org/drawingml/2006/main">
              <a:ext uri="{FF2B5EF4-FFF2-40B4-BE49-F238E27FC236}">
                <a16:creationId xmlns:a16="http://schemas.microsoft.com/office/drawing/2014/main" id="{8DCC7FC1-19EC-4F3D-8B75-47BD998315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S43 / S58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E5F4B3F0-3C3B-4038-A6B8-8161B4BB6C6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2394C0D0-2B88-4B89-A8FF-7C7E0147C214}"/>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D5A029DB-A0A3-4FFE-A486-97452D3A580D}"/>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EF95980C-2D11-4549-99EC-5D415A4A11CD}"/>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A3B20F61-538B-49E2-98B7-F32C7ECE1042}"/>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CB5824EB-4DAD-4F50-854F-12AD261C95E5}"/>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351C9D9-D590-4C29-9E9B-9F5F894D616A}"/>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0E9049CF-FDF3-4346-97B0-AFD9A282FF05}"/>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6142EB44-D9C3-48FB-BE08-115E92162331}"/>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C26595CC-71C2-4CB2-8F5C-1F25037E4B0A}"/>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DAD39AA7-5132-4AC9-96DE-25033549DF75}"/>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8947324-00D4-48AE-9998-CC8E91EB27AF}"/>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0CACA915-E048-471C-905D-771B470B56A9}"/>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C10A13E7-EE50-49AB-9A68-24678DCDBFBC}"/>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901D545D-6192-421A-B4F2-CD3551C9D76E}"/>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24D19DB6-70DC-4E36-B678-AE4C9D3479BD}"/>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32C2C406-E1FF-49BB-BAC9-7EBDB3E94842}"/>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9FBC93A9-71F8-4E9F-89BE-DC2426E02025}"/>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A83258D4-7033-453F-A29C-0CE2F6FBE5AA}"/>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D621A3FE-FCAC-478E-8FC5-50C7F2ECD98A}"/>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0D555B7A-B1EA-495E-A808-91AEE336D824}"/>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1B83BB1E-0100-4B8C-81E6-48A3FC09116B}"/>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238D3BB8-3525-490A-A430-AAE02D3AB0A7}"/>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D23DBEF4-123A-4109-B848-484F0646B6EC}"/>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8720BDD0-7C1E-40A3-9310-D690095F528D}"/>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2991152B-AA80-4B5C-81D0-774A06F3A8A9}"/>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F3BD369B-C86C-4167-A655-EA5396D9FA1B}"/>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A0FDA3ED-C678-4967-87B0-142D34EA58FE}"/>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9E9761B6-F293-44DF-A97E-0BB270426556}"/>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176276EE-ED92-4B35-A36E-C74CD78CEA61}"/>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F317FDD7-931D-42A6-B7AB-79CA497B16A4}"/>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C4D2113C-013D-45DE-A12D-3012F379BE59}"/>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E71860E1-C203-4B45-9A0E-A3F4BCF8656E}"/>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50A32FA0-6A9F-4FE3-B182-0DD06BE96AEF}"/>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D33FF0E8-92FC-481B-9C70-4C6BDC4BBAF4}"/>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491F35D7-A1BE-4494-B064-DA577E7CB0EF}"/>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E50828CF-EAA1-4D8D-B135-65EF56C414EE}"/>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8FB38DA1-4A52-4491-929B-269BFD16D2D5}"/>
              </a:ext>
            </a:extLst>
          </p:cNvPr>
          <p:cNvPicPr>
            <a:picLocks xmlns:a="http://schemas.openxmlformats.org/drawingml/2006/main" noChangeAspect="1"/>
          </p:cNvPicPr>
          <p:nvPr/>
        </p:nvPicPr>
        <p:blipFill>
          <a:blip xmlns:r="http://schemas.openxmlformats.org/officeDocument/2006/relationships" xmlns:a="http://schemas.openxmlformats.org/drawingml/2006/main" r:embed="Rb185901eb0fb4066"/>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B9CBFC24-BAF0-439D-98EA-7122A673C1C2}"/>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8A16D677-572B-47CC-85C6-8C93836F154C}"/>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ED20DFED-CAF5-43D5-9815-1D2C0F929821}"/>
              </a:ext>
            </a:extLst>
          </p:cNvPr>
          <p:cNvPicPr>
            <a:picLocks xmlns:a="http://schemas.openxmlformats.org/drawingml/2006/main" noChangeAspect="1"/>
          </p:cNvPicPr>
          <p:nvPr/>
        </p:nvPicPr>
        <p:blipFill>
          <a:blip xmlns:r="http://schemas.openxmlformats.org/officeDocument/2006/relationships" xmlns:a="http://schemas.openxmlformats.org/drawingml/2006/main" r:embed="R70ee884ef30f4137"/>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0CCDD8E2-C822-4021-AEF8-25315D5AE063}"/>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3 · STATE-02 → STATE-03">
            <a:extLst xmlns:a="http://schemas.openxmlformats.org/drawingml/2006/main">
              <a:ext uri="{FF2B5EF4-FFF2-40B4-BE49-F238E27FC236}">
                <a16:creationId xmlns:a16="http://schemas.microsoft.com/office/drawing/2014/main" id="{4FBAE43C-BEDA-4BA4-9FC6-B84D4458501C}"/>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S43 · STATE-02 → STATE-03</a:t>
            </a:r>
          </a:p>
        </p:txBody>
      </p:sp>
      <p:pic>
        <p:nvPicPr>
          <p:cNvPr id="49" name="">
            <a:extLst xmlns:a="http://schemas.openxmlformats.org/drawingml/2006/main">
              <a:ext uri="{FF2B5EF4-FFF2-40B4-BE49-F238E27FC236}">
                <a16:creationId xmlns:a16="http://schemas.microsoft.com/office/drawing/2014/main" id="{1F63E0EC-FCFF-401A-8B82-9CAD5F8D7B94}"/>
              </a:ext>
            </a:extLst>
          </p:cNvPr>
          <p:cNvPicPr>
            <a:picLocks xmlns:a="http://schemas.openxmlformats.org/drawingml/2006/main" noChangeAspect="1"/>
          </p:cNvPicPr>
          <p:nvPr/>
        </p:nvPicPr>
        <p:blipFill>
          <a:blip xmlns:r="http://schemas.openxmlformats.org/officeDocument/2006/relationships" xmlns:a="http://schemas.openxmlformats.org/drawingml/2006/main" r:embed="Rfd41371ef32e490f"/>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34C40AAC-18A5-4FBD-8328-66AB38CC2745}"/>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8 · STATE-04 → STATE-04-PERF">
            <a:extLst xmlns:a="http://schemas.openxmlformats.org/drawingml/2006/main">
              <a:ext uri="{FF2B5EF4-FFF2-40B4-BE49-F238E27FC236}">
                <a16:creationId xmlns:a16="http://schemas.microsoft.com/office/drawing/2014/main" id="{1DB6BB82-6905-4FE7-B7FF-105CCA10E673}"/>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S58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6B2CCE19-B6CE-41F5-93D1-DDBFC17B05A5}"/>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B9175A83-4F4C-43B9-90F6-8D8EC11E21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56810215"/>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1E089293-579A-49E0-B718-671ABA52D5E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8">
            <a:extLst xmlns:a="http://schemas.openxmlformats.org/drawingml/2006/main">
              <a:ext uri="{FF2B5EF4-FFF2-40B4-BE49-F238E27FC236}">
                <a16:creationId xmlns:a16="http://schemas.microsoft.com/office/drawing/2014/main" id="{B1A80521-103D-4579-9858-1E3221BF571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필요성이 입증되지 않은 것은 보류했다">
            <a:extLst xmlns:a="http://schemas.openxmlformats.org/drawingml/2006/main">
              <a:ext uri="{FF2B5EF4-FFF2-40B4-BE49-F238E27FC236}">
                <a16:creationId xmlns:a16="http://schemas.microsoft.com/office/drawing/2014/main" id="{62C46EA1-377B-43FA-A847-AC7018FCBF4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87165EA3-E6AB-43B2-BC4C-042BE79C9E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69EB72F7-BBE4-47E9-A521-3F4D903E3F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5531BD4B-FBDC-487F-AB5F-7C7ECA8712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31E82C4A-4890-45C1-9FD3-E9CE65F66F19}"/>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A60E675C-C969-4C29-8174-A5F8B6A16031}"/>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C7CD4B0D-3DFF-4475-9361-C0DF74B2C9CD}"/>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A499723A-B6BF-45BD-9153-9FAA807BB94C}"/>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91CB07A5-A088-4C0F-A6A1-69D1F2675123}"/>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3490056A-A2E7-43E7-813B-83C458725E5B}"/>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A37FECDE-6E13-40CF-A373-35C59AA684B8}"/>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5F7DAA12-622D-4579-BC9B-9BA823E4FADD}"/>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3DE86743-0406-460E-9B50-7437BCC493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343666717"/>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0F57D44C-BD4F-48C4-92A1-22BB02999BB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9">
            <a:extLst xmlns:a="http://schemas.openxmlformats.org/drawingml/2006/main">
              <a:ext uri="{FF2B5EF4-FFF2-40B4-BE49-F238E27FC236}">
                <a16:creationId xmlns:a16="http://schemas.microsoft.com/office/drawing/2014/main" id="{36D63111-4C4E-488C-AC71-242C5AABD06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위임이 늘어도 개발자 책임은 남는다">
            <a:extLst xmlns:a="http://schemas.openxmlformats.org/drawingml/2006/main">
              <a:ext uri="{FF2B5EF4-FFF2-40B4-BE49-F238E27FC236}">
                <a16:creationId xmlns:a16="http://schemas.microsoft.com/office/drawing/2014/main" id="{EC79F436-8B5E-44A0-819A-CF934E74BDA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D9F3301E-C39F-470D-B365-0A76F9776EE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FD161A29-80CE-4DBE-BCC1-622FE06B7DC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4EA7AB02-0337-4099-85BF-9E8A9BEC20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0D084F90-2CC6-4DF1-9AE4-375A90691A07}"/>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F84D4287-95FA-4372-BC58-77DFD68E000E}"/>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3B6E98D9-BF77-430A-A56A-977A3BD82E90}"/>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4A18B47A-C62E-4584-B89E-A23B0842FA77}"/>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91F0A6AE-F313-45E2-B781-1AD0543AFCAC}"/>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0148582C-E46A-435B-865B-7B0DFAA358FE}"/>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A689E8E7-BABE-4FEC-8CDC-29401B5B91C4}"/>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990D1A47-6272-4000-BB1B-F0A2BA6AFC8C}"/>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86150F89-7665-4344-B291-AE48658529B8}"/>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6F8C32E0-8019-4F10-9943-FCFFC8D84264}"/>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4F04CB2E-A2A3-445C-A7CA-52B72B2E3950}"/>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047E9B87-F5D3-4E2A-B816-A41CA1ECD1EC}"/>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FA7D05FE-F6F8-49D9-83C4-C7718B743575}"/>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0455EE92-37C7-4841-BD03-0CEE49068771}"/>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5AF0A822-6C99-4329-AE79-E81EA7386BDF}"/>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F16DCFFE-52CA-4420-8B5B-0773D711C2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677098154"/>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7A27EAFC-1A71-43E4-ABBF-49D9932A8E4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90">
            <a:extLst xmlns:a="http://schemas.openxmlformats.org/drawingml/2006/main">
              <a:ext uri="{FF2B5EF4-FFF2-40B4-BE49-F238E27FC236}">
                <a16:creationId xmlns:a16="http://schemas.microsoft.com/office/drawing/2014/main" id="{934653B5-8A1D-47BC-8E35-C31E96FEF86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AI-Native Development는&#10;이 교육의 운영 모델">
            <a:extLst xmlns:a="http://schemas.openxmlformats.org/drawingml/2006/main">
              <a:ext uri="{FF2B5EF4-FFF2-40B4-BE49-F238E27FC236}">
                <a16:creationId xmlns:a16="http://schemas.microsoft.com/office/drawing/2014/main" id="{B22DBAF7-BC8B-4656-BC07-008EEBCDBA90}"/>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5CE15DC1-8CB9-4E96-97B1-A49FC6EC6E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BBE1B93C-FE75-4080-968A-82EEFC654D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BEE612E5-8119-49AA-85C2-054722B27B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3821FC9E-5788-406B-BBE1-0E10865A5856}"/>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2668C227-8116-4F19-92C7-0CDC658018FC}"/>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8D141BD8-D8D0-483B-B927-DD1E1D075067}"/>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ED963CB7-4C18-489D-8595-8D21DCF6FAA2}"/>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3C262E27-2A35-4485-8910-AD2411C2908C}"/>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0D0497D2-D8A7-4CF5-9C9B-81E58158CEC9}"/>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BE42992D-5949-41F7-B7EA-AB1B551F28B1}"/>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FF13834E-69AE-48A3-8379-74F9B2C298BA}"/>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5DADAF9B-6467-4321-BB87-FA3C3340C8F6}"/>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C0423ECC-86D1-43A4-9A98-5D729655E558}"/>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84270605-C8F7-41B1-8A31-A3680ACE5AA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92114337"/>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DDB2AF4E-EDDB-446B-BD23-D6104F8B701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91">
            <a:extLst xmlns:a="http://schemas.openxmlformats.org/drawingml/2006/main">
              <a:ext uri="{FF2B5EF4-FFF2-40B4-BE49-F238E27FC236}">
                <a16:creationId xmlns:a16="http://schemas.microsoft.com/office/drawing/2014/main" id="{64F12A74-3212-42AC-95E0-B37FDB1B686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어느 Layer에서 마찰이 반복되는가?">
            <a:extLst xmlns:a="http://schemas.openxmlformats.org/drawingml/2006/main">
              <a:ext uri="{FF2B5EF4-FFF2-40B4-BE49-F238E27FC236}">
                <a16:creationId xmlns:a16="http://schemas.microsoft.com/office/drawing/2014/main" id="{BCA92D80-9284-406A-8F7A-0FE742E1B0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D995C4D8-9C6D-4641-A5A7-61DE27D93F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ED8A0BF5-398D-43A9-9C20-666771E30C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077B34C1-CE47-46F0-95D7-CD4921C67D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B4381CB8-3F13-4450-8842-4DACF73846CC}"/>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D56B8DC8-3122-47BC-A8C6-35F53D1B496D}"/>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F482965A-8D7F-40DA-B8B2-211577DC9B4B}"/>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B099FB7B-B3D4-41BD-A2CA-840EF47A5587}"/>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EEA5A870-E6FC-4CA6-9F29-78AF5D148844}"/>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9D7AED90-B759-4FF9-8603-F9E62B1C8DFC}"/>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F225D023-C78F-4241-A5BA-A87CB390DBEE}"/>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9E47AF83-B295-4AC2-AA33-A88E46F712E8}"/>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1EFF987F-7D02-4CD3-A12B-B28B682C6B5C}"/>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A9D4E827-B892-4FE6-9B27-AE73B17109EE}"/>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C138A685-E6B1-416E-B80A-AA3733975B33}"/>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94E08A42-AB22-4F95-B63D-5B554C199D9B}"/>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B8A16FA-1F15-4028-A843-2AE11DD80682}"/>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2214E3A7-F476-452E-B000-C3140F2E9365}"/>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C04526C2-4899-4AD6-9FC1-65D97CBC622D}"/>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14CAAF4E-7CB3-434B-8663-6EFB210164D5}"/>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D4A3C8BC-261F-46FF-878B-1CF33B99D52A}"/>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D9F6F0B4-4251-4F7F-9599-022ED33656CA}"/>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4031DDB7-4699-4BD3-B896-B5BA43FC8291}"/>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1B799D7A-2913-4AC6-BA61-5CC4AD5624C4}"/>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75DE2C5D-037D-4099-9B47-F6537B1AD4CC}"/>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94FA7AC5-4638-4999-96FF-F56F77AF558C}"/>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9E00EBAC-8473-41F4-8616-79AEED00BCA8}"/>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7BC27BD0-0A3A-4EB2-AC77-024F67764DC4}"/>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EECEAF92-8AD7-4B8A-AC4F-315E33C843CF}"/>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9E5B37CB-445C-4B8E-ACB1-2B10BE65EF29}"/>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F4E39C89-819D-4A8F-A244-AFA205CA83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06452948"/>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04F50148-43E7-478E-8A3A-6734FB090DD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92">
            <a:extLst xmlns:a="http://schemas.openxmlformats.org/drawingml/2006/main">
              <a:ext uri="{FF2B5EF4-FFF2-40B4-BE49-F238E27FC236}">
                <a16:creationId xmlns:a16="http://schemas.microsoft.com/office/drawing/2014/main" id="{11004362-ECE9-418B-85BE-DF23439F8A4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다음 작은 행동을 개인적으로 고른다">
            <a:extLst xmlns:a="http://schemas.openxmlformats.org/drawingml/2006/main">
              <a:ext uri="{FF2B5EF4-FFF2-40B4-BE49-F238E27FC236}">
                <a16:creationId xmlns:a16="http://schemas.microsoft.com/office/drawing/2014/main" id="{E35304F1-568E-4D05-9790-81644C51B5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0BD0231F-71F9-48BE-AC3C-EC20F4400D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A83831DF-4C72-4B67-ABB7-A656F029ED7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70EDAC15-C5EC-46AA-BA1E-90EC30EB1F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44F52ABD-D862-4DFB-9B97-17759D1CF04F}"/>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6DC48579-7F60-43C0-AFE6-4DB67041EB75}"/>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971BBDAC-B9E6-46DA-895A-817EBD636B16}"/>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12E7E20F-DCF3-4480-9BDF-541743BC69CE}"/>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A64D04C3-7623-49CD-AFC7-8A66128979FD}"/>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BFFA5335-B7E9-49C5-93F1-1D20E48B9823}"/>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9F45CB7B-5F53-4C62-932D-B7696F23C8C5}"/>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2632DC40-F8AE-4B04-B302-9182373CDA23}"/>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80278CD7-9F9A-47EF-BAB3-D3BB11258C8B}"/>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77CFB433-776E-4BD1-950A-9E4E149CF29F}"/>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082B7305-2933-4A46-9655-AF2C00FFE4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200457106"/>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9A96EAB7-BEFC-4A6A-BD5A-E7ED1C50915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3">
            <a:extLst xmlns:a="http://schemas.openxmlformats.org/drawingml/2006/main">
              <a:ext uri="{FF2B5EF4-FFF2-40B4-BE49-F238E27FC236}">
                <a16:creationId xmlns:a16="http://schemas.microsoft.com/office/drawing/2014/main" id="{0C2E8C97-F006-4924-B065-6524DF11FB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Q&amp;A와 교육 마무리">
            <a:extLst xmlns:a="http://schemas.openxmlformats.org/drawingml/2006/main">
              <a:ext uri="{FF2B5EF4-FFF2-40B4-BE49-F238E27FC236}">
                <a16:creationId xmlns:a16="http://schemas.microsoft.com/office/drawing/2014/main" id="{CEAE3DF4-9A7D-4982-AF80-600E010E64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3CF32A6F-C8B2-4CCE-B14B-2C99E0D7D0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59BBC137-97BE-4906-AD2C-594AB04A7D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5179EF7E-D943-4A57-84B9-31EBF4AAF2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94E2D975-DA2B-453B-94E1-921FCDB4C4F6}"/>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2C6AA2CF-377F-473B-87BA-7E66F657DEC6}"/>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52D5D3E9-84E6-43DD-9FDA-C7029A8F2D90}"/>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DB5EBEF1-6CFC-470E-A01F-1E0F5D3D5054}"/>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FFB5231B-4CCD-4939-8D78-0674EF204D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54505381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2026-10-24T08:37:23.4330000Z</dcterms:created>
  <dcterms:modified xsi:type="dcterms:W3CDTF">2026-10-24T08:37:23.4330000Z</dcterms:modified>
</coreProperties>
</file>