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2f72d7fd416443a" /><Relationship Type="http://schemas.openxmlformats.org/officeDocument/2006/relationships/extended-properties" Target="/docProps/app.xml" Id="Rca48fac4c3724e2f" /><Relationship Type="http://schemas.openxmlformats.org/officeDocument/2006/relationships/officeDocument" Target="/ppt/presentation.xml" Id="R51abb7c03da648b5" /></Relationships>
</file>

<file path=ppt/presentation.xml><?xml version="1.0" encoding="utf-8"?>
<p:presentation xmlns:p="http://schemas.openxmlformats.org/presentationml/2006/main">
  <p:sldMasterIdLst>
    <p:sldMasterId xmlns:r="http://schemas.openxmlformats.org/officeDocument/2006/relationships" id="2147483648" r:id="Ra0af98aa450a4002"/>
  </p:sldMasterIdLst>
  <p:notesMasterIdLst>
    <p:notesMasterId xmlns:r="http://schemas.openxmlformats.org/officeDocument/2006/relationships" r:id="R0feb39a27cdb49cb"/>
  </p:notesMasterIdLst>
  <p:sldIdLst>
    <p:sldId xmlns:r="http://schemas.openxmlformats.org/officeDocument/2006/relationships" id="256" r:id="Rc647d0597df04595"/>
    <p:sldId xmlns:r="http://schemas.openxmlformats.org/officeDocument/2006/relationships" id="257" r:id="Rbb28666f3a54427d"/>
    <p:sldId xmlns:r="http://schemas.openxmlformats.org/officeDocument/2006/relationships" id="258" r:id="R02fd84e6acb448a2"/>
    <p:sldId xmlns:r="http://schemas.openxmlformats.org/officeDocument/2006/relationships" id="259" r:id="R039870580ae84216"/>
    <p:sldId xmlns:r="http://schemas.openxmlformats.org/officeDocument/2006/relationships" id="260" r:id="Re4e58ab8faca4970"/>
    <p:sldId xmlns:r="http://schemas.openxmlformats.org/officeDocument/2006/relationships" id="261" r:id="Rbf19ae926113447c"/>
    <p:sldId xmlns:r="http://schemas.openxmlformats.org/officeDocument/2006/relationships" id="262" r:id="R3e93c74eef974543"/>
    <p:sldId xmlns:r="http://schemas.openxmlformats.org/officeDocument/2006/relationships" id="263" r:id="R3d3268731f6f4680"/>
    <p:sldId xmlns:r="http://schemas.openxmlformats.org/officeDocument/2006/relationships" id="264" r:id="Rf96631d4d83f4da2"/>
    <p:sldId xmlns:r="http://schemas.openxmlformats.org/officeDocument/2006/relationships" id="265" r:id="R68ef08a8d4d6470a"/>
    <p:sldId xmlns:r="http://schemas.openxmlformats.org/officeDocument/2006/relationships" id="266" r:id="Rfb7b8c08aa1b448e"/>
    <p:sldId xmlns:r="http://schemas.openxmlformats.org/officeDocument/2006/relationships" id="267" r:id="R9fe4cbd5d9a84442"/>
    <p:sldId xmlns:r="http://schemas.openxmlformats.org/officeDocument/2006/relationships" id="268" r:id="R61c76d5c9f3d408f"/>
    <p:sldId xmlns:r="http://schemas.openxmlformats.org/officeDocument/2006/relationships" id="269" r:id="R9604cca32dec4a3a"/>
    <p:sldId xmlns:r="http://schemas.openxmlformats.org/officeDocument/2006/relationships" id="270" r:id="R9d5b3b2bc6854a1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af1c601ea2343fb" /><Relationship Type="http://schemas.openxmlformats.org/officeDocument/2006/relationships/slideMaster" Target="/ppt/slideMasters/slideMaster1.xml" Id="Ra0af98aa450a4002" /><Relationship Type="http://schemas.openxmlformats.org/officeDocument/2006/relationships/notesMaster" Target="/ppt/notesMasters/notesMaster1.xml" Id="R0feb39a27cdb49cb" /><Relationship Type="http://schemas.openxmlformats.org/officeDocument/2006/relationships/presProps" Target="/ppt/presProps.xml" Id="R0cc0adb81d8c42cc" /><Relationship Type="http://schemas.openxmlformats.org/officeDocument/2006/relationships/tableStyles" Target="/ppt/tableStyles.xml" Id="Rda5adcf211cb4bdd" /><Relationship Type="http://schemas.openxmlformats.org/officeDocument/2006/relationships/slide" Target="/ppt/slides/slide1.xml" Id="Rc647d0597df04595" /><Relationship Type="http://schemas.openxmlformats.org/officeDocument/2006/relationships/slide" Target="/ppt/slides/slide2.xml" Id="Rbb28666f3a54427d" /><Relationship Type="http://schemas.openxmlformats.org/officeDocument/2006/relationships/slide" Target="/ppt/slides/slide3.xml" Id="R02fd84e6acb448a2" /><Relationship Type="http://schemas.openxmlformats.org/officeDocument/2006/relationships/slide" Target="/ppt/slides/slide4.xml" Id="R039870580ae84216" /><Relationship Type="http://schemas.openxmlformats.org/officeDocument/2006/relationships/slide" Target="/ppt/slides/slide5.xml" Id="Re4e58ab8faca4970" /><Relationship Type="http://schemas.openxmlformats.org/officeDocument/2006/relationships/slide" Target="/ppt/slides/slide6.xml" Id="Rbf19ae926113447c" /><Relationship Type="http://schemas.openxmlformats.org/officeDocument/2006/relationships/slide" Target="/ppt/slides/slide7.xml" Id="R3e93c74eef974543" /><Relationship Type="http://schemas.openxmlformats.org/officeDocument/2006/relationships/slide" Target="/ppt/slides/slide8.xml" Id="R3d3268731f6f4680" /><Relationship Type="http://schemas.openxmlformats.org/officeDocument/2006/relationships/slide" Target="/ppt/slides/slide9.xml" Id="Rf96631d4d83f4da2" /><Relationship Type="http://schemas.openxmlformats.org/officeDocument/2006/relationships/slide" Target="/ppt/slides/slide10.xml" Id="R68ef08a8d4d6470a" /><Relationship Type="http://schemas.openxmlformats.org/officeDocument/2006/relationships/slide" Target="/ppt/slides/slide11.xml" Id="Rfb7b8c08aa1b448e" /><Relationship Type="http://schemas.openxmlformats.org/officeDocument/2006/relationships/slide" Target="/ppt/slides/slide12.xml" Id="R9fe4cbd5d9a84442" /><Relationship Type="http://schemas.openxmlformats.org/officeDocument/2006/relationships/slide" Target="/ppt/slides/slide13.xml" Id="R61c76d5c9f3d408f" /><Relationship Type="http://schemas.openxmlformats.org/officeDocument/2006/relationships/slide" Target="/ppt/slides/slide14.xml" Id="R9604cca32dec4a3a" /><Relationship Type="http://schemas.openxmlformats.org/officeDocument/2006/relationships/slide" Target="/ppt/slides/slide15.xml" Id="R9d5b3b2bc6854a1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b2350d9ccd940e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40ad0fe8a134339" /><Relationship Type="http://schemas.openxmlformats.org/officeDocument/2006/relationships/notesMaster" Target="/ppt/notesMasters/notesMaster1.xml" Id="R38f35fb11f2f44de" /></Relationships>
</file>

<file path=ppt/notesSlides/_rels/notesSlide2.xml.rels>&#65279;<?xml version="1.0" encoding="utf-8"?><Relationships xmlns="http://schemas.openxmlformats.org/package/2006/relationships"><Relationship Type="http://schemas.openxmlformats.org/officeDocument/2006/relationships/slide" Target="/ppt/slides/slide2.xml" Id="Raa4c324acd6d4950" /><Relationship Type="http://schemas.openxmlformats.org/officeDocument/2006/relationships/notesMaster" Target="/ppt/notesMasters/notesMaster1.xml" Id="R550967ef1a0d4344" /></Relationships>
</file>

<file path=ppt/notesSlides/_rels/notesSlide3.xml.rels>&#65279;<?xml version="1.0" encoding="utf-8"?><Relationships xmlns="http://schemas.openxmlformats.org/package/2006/relationships"><Relationship Type="http://schemas.openxmlformats.org/officeDocument/2006/relationships/slide" Target="/ppt/slides/slide3.xml" Id="R83c30e0f5560435e" /><Relationship Type="http://schemas.openxmlformats.org/officeDocument/2006/relationships/notesMaster" Target="/ppt/notesMasters/notesMaster1.xml" Id="R8a337d74a1c04284" /></Relationships>
</file>

<file path=ppt/notesSlides/_rels/notesSlide4.xml.rels>&#65279;<?xml version="1.0" encoding="utf-8"?><Relationships xmlns="http://schemas.openxmlformats.org/package/2006/relationships"><Relationship Type="http://schemas.openxmlformats.org/officeDocument/2006/relationships/slide" Target="/ppt/slides/slide4.xml" Id="R4ec22b309a444937" /><Relationship Type="http://schemas.openxmlformats.org/officeDocument/2006/relationships/notesMaster" Target="/ppt/notesMasters/notesMaster1.xml" Id="R12c36a2790074e6d" /></Relationships>
</file>

<file path=ppt/notesSlides/_rels/notesSlide5.xml.rels>&#65279;<?xml version="1.0" encoding="utf-8"?><Relationships xmlns="http://schemas.openxmlformats.org/package/2006/relationships"><Relationship Type="http://schemas.openxmlformats.org/officeDocument/2006/relationships/slide" Target="/ppt/slides/slide5.xml" Id="R9444445fc2ba41fc" /><Relationship Type="http://schemas.openxmlformats.org/officeDocument/2006/relationships/notesMaster" Target="/ppt/notesMasters/notesMaster1.xml" Id="Rc185d68d9f26422e" /></Relationships>
</file>

<file path=ppt/notesSlides/_rels/notesSlide6.xml.rels>&#65279;<?xml version="1.0" encoding="utf-8"?><Relationships xmlns="http://schemas.openxmlformats.org/package/2006/relationships"><Relationship Type="http://schemas.openxmlformats.org/officeDocument/2006/relationships/slide" Target="/ppt/slides/slide6.xml" Id="R2e584ab7458b4c94" /><Relationship Type="http://schemas.openxmlformats.org/officeDocument/2006/relationships/notesMaster" Target="/ppt/notesMasters/notesMaster1.xml" Id="R5c5a1a3cb4c940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5820a1fac4f24701" /><Relationship Type="http://schemas.openxmlformats.org/officeDocument/2006/relationships/notesMaster" Target="/ppt/notesMasters/notesMaster1.xml" Id="Rf96b4a44a0cb4b30" /></Relationships>
</file>

<file path=ppt/notesSlides/_rels/notesSlide8.xml.rels>&#65279;<?xml version="1.0" encoding="utf-8"?><Relationships xmlns="http://schemas.openxmlformats.org/package/2006/relationships"><Relationship Type="http://schemas.openxmlformats.org/officeDocument/2006/relationships/slide" Target="/ppt/slides/slide8.xml" Id="R2183bf5b7fd447fb" /><Relationship Type="http://schemas.openxmlformats.org/officeDocument/2006/relationships/notesMaster" Target="/ppt/notesMasters/notesMaster1.xml" Id="Rf8817877a60843e6" /></Relationships>
</file>

<file path=ppt/notesSlides/_rels/notesSlide9.xml.rels>&#65279;<?xml version="1.0" encoding="utf-8"?><Relationships xmlns="http://schemas.openxmlformats.org/package/2006/relationships"><Relationship Type="http://schemas.openxmlformats.org/officeDocument/2006/relationships/slide" Target="/ppt/slides/slide9.xml" Id="R94e46ebeee734876" /><Relationship Type="http://schemas.openxmlformats.org/officeDocument/2006/relationships/notesMaster" Target="/ppt/notesMasters/notesMaster1.xml" Id="R63cdcff3dfc6401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b7cc12f9d36412c" /><Relationship Type="http://schemas.openxmlformats.org/officeDocument/2006/relationships/notesMaster" Target="/ppt/notesMasters/notesMaster1.xml" Id="Rf8ae435466a646d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3510680226240a6" /><Relationship Type="http://schemas.openxmlformats.org/officeDocument/2006/relationships/notesMaster" Target="/ppt/notesMasters/notesMaster1.xml" Id="R6330368ae418431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c3856da15bf4d8f" /><Relationship Type="http://schemas.openxmlformats.org/officeDocument/2006/relationships/notesMaster" Target="/ppt/notesMasters/notesMaster1.xml" Id="R173d970c57ae4e1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35a99310afd45b8" /><Relationship Type="http://schemas.openxmlformats.org/officeDocument/2006/relationships/notesMaster" Target="/ppt/notesMasters/notesMaster1.xml" Id="R4f26496f94e9462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116598781504450" /><Relationship Type="http://schemas.openxmlformats.org/officeDocument/2006/relationships/notesMaster" Target="/ppt/notesMasters/notesMaster1.xml" Id="Ra50b88a004414eb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9bc1d6d814342a2" /><Relationship Type="http://schemas.openxmlformats.org/officeDocument/2006/relationships/notesMaster" Target="/ppt/notesMasters/notesMaster1.xml" Id="Raf44c0dfc6674e3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S102 — 내 업무에 맞게 조합하고 덜어내기</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S102</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내 업무에 맞게 조합하고 덜어내기</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Full Story Recap</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1 minute</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Transition 1분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내 업무에 맞게 조합하고 덜어내기 — AI-Native Development · 업무 방식의 재설계</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“제품 기능을 활용하면서, 우리 업무에는 무엇을 조합하고 덜어낼까요?”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(0:00–0:20 / Transition) ACT 5의 제목 “내 업무에 맞게 조합하고 덜어내기”을 가리키며 구간을 연다.</ns24:t>
            </ns24:r>
          </ns24:p>
          <ns25:p xmlns:ns25="http://schemas.openxmlformats.org/drawingml/2006/main">
            <ns25:r>
              <ns25:t xml:space="preserve">2. (0:20–0:40 / Transition) 부제 “AI-Native Development · 업무 방식의 재설계”는 이번 구간의 관점만 안내한다. 구체적 기능·해결 방법·결과는 앞서 설명하지 않는다.</ns25:t>
            </ns25:r>
          </ns25:p>
          <ns26:p xmlns:ns26="http://schemas.openxmlformats.org/drawingml/2006/main">
            <ns26:r>
              <ns26:t xml:space="preserve">3. (0:40–1:00 / Transition) S103의 기존 첫 문제로 이동한다. 본문의 질문·성찰을 이 장에서 대신 진행하지 않는다.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DEC-0090. 사용자가 승인한 ACT 제목·부제, plan/MASTER_PLAN.md의 여정과 현행 plan/SLIDE_MAP.md. 새 Trial·연구·제품 검증은 없다.</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 MODEL — ACT 주제 안내이며 새 제품 기능·Trial·성과·현재 제품 지원을 주장하지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지금부터 살펴볼 주제와 앞 구간과의 경계를 알아본다.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해당 ACT가 다루는 설계 책임의 범위를 짧게 확인한다.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N/A — 기존 본문에 있는 C++ 연결을 유지한다.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N/A — 정적 제목 화면. 새 Demo 또는 실행을 시작하지 않는다.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N/A — 본문의 질문·성찰을 이 장에서 중복 운영하지 않는다.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S103에서 질문·답변에서 기준에 따른 작업으로 맡기는 범위가 넓어졌음을 회수한다. Demo의 내부 이력을 전제하지 않는다.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Transition 1분. 기존 본문 시간을 줄이거나 중복 계산하지 않는다. ACT 5 총40분, 전체406분이다. 제목·부제만 안내하고1분에 S103로 넘긴다. 실측 리허설 UNVERIFIED.</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production/preview/full/S102.png 또는 production/ACT_5.pptx의 같은 제목 장. 실제 제품 실행으로 대체하지 않는다.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DEC-0090. 로컬 패키지/Notes/렌더 대조는 production/evaluation/ACT_TITLE_SLIDES.md에 기록한다. Windows/발표 PC 글꼴/제품·계정/교육장/실측 리허설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S103 — AI에게 맡기는 범위가 넓어졌다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S103</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AI에게 맡기는 범위가 넓어졌다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Full Story Recap</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4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4분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Chatbot에서 Prompt·Context·Harness·Loop로, 질문에 답하는 범위에서 기준에 따라 작업하고 검토·수정하는 범위로 넓어졌다.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“이번 교육에서 AI에게 맡기는 범위는 어떻게 달라졌을까요?”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(0:00–0:50 / Lecture) 질문과 답변에서 출발했음을 회수한다. 새로운 업무나 개인 선택 질문을 열지 않는다.</ns24:t>
            </ns24:r>
          </ns24:p>
          <ns25:p xmlns:ns25="http://schemas.openxmlformats.org/drawingml/2006/main">
            <ns25:r>
              <ns25:t xml:space="preserve">2. (0:50–3:10 / Lecture) Prompt의 목표·제약, Context의 정보·명세, Harness의 수행 방법·환경, Loop의 검토·수정·재검토로 맡기는 범위가 넓어졌음을 읽는다. 각 기능을 다시 가르치거나 필수 도입 단계를 제시하지 않는다.</ns25:t>
            </ns25:r>
          </ns25:p>
          <ns26:p xmlns:ns26="http://schemas.openxmlformats.org/drawingml/2006/main">
            <ns26:r>
              <ns26:t xml:space="preserve">3. (3:10–4:00 / Lecture) 한 번의 답변에서 근거를 확인하며 작업을 맡기는 관점으로 변했음을 정리하고 S104의 전체 작업 흐름으로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BEAT-060.</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개념의 범위 확대와 모든 구성요소의 도입 의무를 구분한다. 개인 문제 선택과 다음 행동은 S111/S112에서만 진행한다.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다섯 단계와 질문·목표/제약·정보/명세·수행 환경·검토/수정의 범위를 순서대로 표시한다. 개인 문제나 도구 선택 메뉴를 만들지 않는다.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그 범위가 실제 작업 흐름에서는 어떻게 연결될까요? 다음은 저장소 이력을 몰라도 읽을 수 있는 작업 구조입니다.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Lecture4분.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S103와 production/preview/act5/S103.png.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S104 — 작업은 요청부터 검토·수정까지 이어진다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S104</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작업은 요청부터 검토·수정까지 이어진다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End-to-end Work Structure</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3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1분 + Case 2분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같은 목표·완료 기준 아래 요청·조사·변경·확인·판단을 연결하고, 남은 지적과 근거를 다음 수정으로 넘긴다.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“AI에게 맡긴 작업은 요청 이후 어떤 흐름으로 이어질까요?”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(0:00–1:00 / Lecture) 목표와 완료 기준을 고정한 설명용 구조임을 밝힌다. 실제 저장소 State·Trial 이력이나 새 실행 결과를 재현하지 않는다.</ns24:t>
            </ns24:r>
          </ns24:p>
          <ns25:p xmlns:ns25="http://schemas.openxmlformats.org/drawingml/2006/main">
            <ns25:r>
              <ns25:t xml:space="preserve">2. (1:00–2:20 / Case) 다섯 노드를 왼쪽부터 따라간다. 조사에서 필요한 자료를 찾고 정한 범위를 변경하며 테스트와 검토의 근거를 확인한다. 모델의 의견과 도구의 확인 근거를 합치지 않는다.</ns25:t>
            </ns25:r>
          </ns25:p>
          <ns26:p xmlns:ns26="http://schemas.openxmlformats.org/drawingml/2006/main">
            <ns26:r>
              <ns26:t xml:space="preserve">3. (2:20–3:00 / Case) 남은 지적을 수정에 넘기는 귀환선과 완료/수정/중단 판단을 읽는다. 검증할 수 없어 멈춘 것은 목표 충족 완료가 아니다. 개인 다음 행동은 정하지 않고 S105의 작업 조건으로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BEAT-060.</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여기서 보여 주는 것은 작업·피드백의 관계다. 특정 제품의 자동 실행 경로나 다중 모델 배정·반복 성과를 주장하지 않는다.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요청→조사→변경→확인→판단의 다섯 노드를 연결한다. 판단에서 남은 지적·근거를 변경으로 되돌린다. 완료·수정·미충족 중단을 구분한다.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이 흐름이 이어지려면 Agent가 무엇을 참고하고 어떤 방법과 도구를 사용할 수 있어야 할까요?</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Lecture1분+Case2분.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S104와 production/preview/act5/S104.png.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S105 — 작업 흐름에는 정보·절차·도구가 연결된다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S105</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작업 흐름에는 정보·절차·도구가 연결된다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Work Conditions</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2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2분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프로젝트 정보와 명세, 재사용할 수행 방법, 테스트·측정 도구를 Agent의 작업에 연결해 변경 내용·확인 근거·미해결 항목을 남긴다.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“이 작업 흐름은 어떤 정보와 수행 조건에 연결되어 있을까요?”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(0:00–0:30 / Lecture) S104의 작업 흐름에 연결되는 조건을 설명한다. 특정 Demo나 코드의 사전 지식 없이 읽는다.</ns24:t>
            </ns24:r>
          </ns24:p>
          <ns25:p xmlns:ns25="http://schemas.openxmlformats.org/drawingml/2006/main">
            <ns25:r>
              <ns25:t xml:space="preserve">2. (0:30–1:30 / Lecture) 프로젝트 정보는 코드·명세·프로젝트 지식, 수행 방법은 조사·변경·검증 순서, 검증 도구는 테스트·측정·결과 비교의 역할임을 짚는다. Skill이나 도구 사용법을 재강의하지 않고 연결 관계만 보여 준다.</ns25:t>
            </ns25:r>
          </ns25:p>
          <ns26:p xmlns:ns26="http://schemas.openxmlformats.org/drawingml/2006/main">
            <ns26:r>
              <ns26:t xml:space="preserve">3. (1:30–2:00 / Lecture) 결과에 변경 내용·확인 근거·미해결 항목을 남기는 이유를 회수한다. Subagent/Memory 채택·보류나 개인 행동을 선택시키지 않고 S106의 수용 판단으로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BEAT-061–062. 실제 Product 이력과 DEC-0018은 당시 관찰·판단으로 보존하며 이 도식의 실행 근거로 쓰지 않는다.</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Context의 사실, Workflow의 방법, 도구가 제공하는 근거는 책임이 다르다. 모든 작업의 필수 구현·저장 방식이나 특정 구성이 더 우월하다는 결과를 제시하지 않는다.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상단 세 입력인 프로젝트 정보·재사용 수행 방법·검증 도구를 가운데 Agent 작업으로 연결한다. 하단에 변경 내용·확인 근거·미해결 항목을 표시한다. 구성요소 채택·보류 메뉴를 만들지 않는다.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그렇게 얻은 결과를 완료 보고만으로 받아들일 수 있을까요? S106에서 사람의 수용 판단을 봅니다.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Lecture2분.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S105와 production/preview/act5/S105.png.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S106 — 결과를 수용할지는 사람이 판단한다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S106</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결과를 수용할지는 사람이 판단한다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Developer Responsibility</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3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3분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작업 완료 보고 뒤에도 사람은 목표·선택·검증 근거·남은 위험을 확인해 결과를 수용한다.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“작업 완료 보고 뒤에 사람이 확인할 것은 무엇일까요?”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(0:00–0:35 / Lecture) S105에서 남긴 변경 내용·확인 근거·미해결 항목을 사람의 수용 판단에 연결한다. Agent나 Goal의 완료 보고 자체를 검증 결과로 취급하지 않는다.</ns24:t>
            </ns24:r>
          </ns24:p>
          <ns25:p xmlns:ns25="http://schemas.openxmlformats.org/drawingml/2006/main">
            <ns25:r>
              <ns25:t xml:space="preserve">2. (0:35–2:30 / Lecture) 목표·제약에 맞는지, 선택이 적절한지, 근거로 확인했는지, 남은 위험을 수용할지의 네 질문을 한 번씩 설명한다. 새 실패 사례나 실제 PASS/FAIL을 추가하지 않는다.</ns25:t>
            </ns25:r>
          </ns25:p>
          <ns26:p xmlns:ns26="http://schemas.openxmlformats.org/drawingml/2006/main">
            <ns26:r>
              <ns26:t xml:space="preserve">3. (2:30–3:00 / Lecture) 사람이 직접 모든 단계를 수행한다는 뜻이 아니라 중요한 기준과 최종 수용 책임을 유지한다는 의미를 남기고 S107로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BEAT-061–062. 실제 Product 이력과 DEC-0018은 당시 관찰·판단으로 보존하며 이 도식의 실행 근거로 쓰지 않는다.</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위임한 작업과 사람이 보유할 목표·중요 판단·위험 수용 책임을 구분한다. 현재 제품의 완료 오류율이나 검토 성과를 관찰한 주장이 아니다.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AI의 변경·실행·검사·비교 기록과 사람이 확인할 목표·판단·검증·책임의 네 질문을 연결한다. Goal 한 기능에 한정하지 않는다.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이 수용 판단까지 연결되도록 작업 조건을 설계하고 운영하는 관점을 S107에서 정리합니다.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Lecture3분.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S106와 production/preview/act5/S106.png.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S107 — AI가 일할 조건과 확인 경로를 설계한다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S107</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AI가 일할 조건과 확인 경로를 설계한다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AI-Native Development</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3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3분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맡길 범위와 일할 조건, 검증·수정·재검토와 사람의 수용 판단을 연결해 개발 방식을 설계하고 운영한다.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“우리가 설계한 것은 어떤 개발 방식이었을까요?”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(0:00–0:35 / Lecture) S103의 범위 확대, S104의 작업 흐름, S105의 수행 조건과 S106의 수용 판단을 하나의 개발 방식으로 회수한다.</ns24:t>
            </ns24:r>
          </ns24:p>
          <ns25:p xmlns:ns25="http://schemas.openxmlformats.org/drawingml/2006/main">
            <ns25:r>
              <ns25:t xml:space="preserve">2. (0:35–2:10 / Lecture) 맡길 범위는 목표·제약·완료 기준, 일할 조건은 정보·수행 방법·도구·검토 역할, 확인과 책임은 검증·수정·재검토와 사람의 수용이다. 이 과정에서 사용하는 AI-Native Development의 관점이며 보편 공식 정의가 아니다.</ns25:t>
            </ns25:r>
          </ns25:p>
          <ns26:p xmlns:ns26="http://schemas.openxmlformats.org/drawingml/2006/main">
            <ns26:r>
              <ns26:t xml:space="preserve">3. (2:10–3:00 / Lecture) 모델·플랫폼이 달라져도 지금의 구성이 모두 필요할지 질문한다. 통합·제거의 상세 기준은 S108–S110에, 개인 문제와 다음 행동은 S111–S112에 남긴다.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BEAT-061–062. 실제 Product 이력과 DEC-0018은 당시 관찰·판단으로 보존하며 이 도식의 실행 근거로 쓰지 않는다.</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특정 제품 기능이나 모든 구성요소를 반드시 도입하는 목록과 개발 방식의 설계 관점을 구분한다. 무엇을 제거할지는 다음 구간에서 근거를 보고 판단한다.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맡길 범위·일할 조건·확인과 책임의 세 영역을 연결한다. 이 교육의 AI-Native Development 관점임을 밝히고 모델·플랫폼 변화 시 현재 구성의 필요성을 묻는다.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이렇게 설계한 작업 방식도 모델·플랫폼이 달라지면 그대로 필요할까요? S108부터 기존 구조의 통합·제거를 재평가합니다.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Lecture3분.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S107와 production/preview/act5/S107.png.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S108 — 모델·플랫폼이 바뀌면 Harness도 다시 본다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S108</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모델·플랫폼이 바뀌면 Harness도 다시 본다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Harness Reassessment</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2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2분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“Goal처럼 플랫폼이 일부 역할을 제공한다면, 이전에 만든 보조 장치도 계속 필요할까요?”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(0:00–0:25 / Lecture) S107의 설계 관점에서 “그때 필요했던 보조 장치가 지금도 필요한가?”를 묻는다. 앞 구간은 작업 체계의 구조를 설명했고, 여기서는 과거 필요했던 구성의 후속 재평가를 다룬다.</ns24:t>
            </ns24:r>
          </ns24:p>
          <ns25:p xmlns:ns25="http://schemas.openxmlformats.org/drawingml/2006/main">
            <ns25:r>
              <ns25:t xml:space="preserve">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ns25:t>
            </ns25:r>
          </ns25:p>
          <ns26:p xmlns:ns26="http://schemas.openxmlformats.org/drawingml/2006/main">
            <ns26:r>
              <ns26:t xml:space="preserve">3. (1:25–2:00 / Lecture) 새 모델이나 플랫폼이면 무조건 합치라는 뜻이 아니며 우리 Demo의 통합·비용·품질 비교 실험도 아니라고 한정한다. 외부 수치나 모델명 성능을 추가하지 않고 S109의 판단 기준으로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RESEARCH / TEACHING_MODEL · SRC-0236, CLM-0040, BEAT-061, BEAT-069, DEC-0083. references/engineering/harness-reassessment.md에 출처·해석·한계를 분리한다.</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처음에는 필요했던 장치도 조건이 달라지면 다시 볼 수 있음을 이해한다.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Goal은 앞 ACT의 OpenAI 공식 기능 안내다. 이 화면의 Anthropic 기업 Agent 통합 사례는 별도 출처이며 같은 실험·제품·효과로 합치지 않는다. 통합/제거는 실제 대표 작업의 결과와 회귀를 확인한 뒤 판단한다.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Contextual — 실제 C++ 구조·도구·성과를 새로 제시하지 않는다.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질문은 설명을 여는 수사적 질문이다. 응답·실습·기록·제출을 요구하지 않는다. 개인 선택은 S111/S110에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“그렇다면 무엇을 보존하고, 어떤 부분을 합치거나 제거할 후보로 볼까요?”</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Lecture2분. 0:00–0:25 연결 질문,0:25–1:25 도식·범위 설명,1:25–2:00 판단 경계와 다음 장 연결. 외부 사례의 수치·상세 아키텍처 설명을 확장하지 않는다. 초과하면 예시 설명을 줄이고 근거 경계를 유지한다.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S108와 production/preview/act5/S108.png. Native 도식은 공개 사례 각색/교육용 판단 모델이며 실행 Screenshot이 아니다.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DEC-0083. 최종 패키지/PNG/내장 Notes 대조는 production/evaluation/ACT_5_HARNESS_REASSESSMENT.md에 별도 기록한다. Windows/발표 PC 글꼴/제품·계정/교육장/실측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S109 — 무엇을 남기고, 무엇을 덜어낼까?</a:t>
            </a:r>
          </a:p>
          <a:p xmlns:a="http://schemas.openxmlformats.org/drawingml/2006/main">
            <a:r>
              <a:t/>
            </a:r>
          </a:p>
          <a:p xmlns:a="http://schemas.openxmlformats.org/drawingml/2006/main">
            <a:r>
              <a:t>**Slide ID:**</a:t>
            </a:r>
          </a:p>
          <a:p xmlns:a="http://schemas.openxmlformats.org/drawingml/2006/main">
            <a:r>
              <a:t>S109</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S108의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S110으로 연결한다.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S111/S110에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S109와 production/preview/act5/S109.png.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S110 — 덜어낸 뒤에도 필요한 일을 하는가?</a:t>
            </a:r>
          </a:p>
          <a:p xmlns:a="http://schemas.openxmlformats.org/drawingml/2006/main">
            <a:r>
              <a:t/>
            </a:r>
          </a:p>
          <a:p xmlns:a="http://schemas.openxmlformats.org/drawingml/2006/main">
            <a:r>
              <a:t>**Slide ID:**</a:t>
            </a:r>
          </a:p>
          <a:p xmlns:a="http://schemas.openxmlformats.org/drawingml/2006/main">
            <a:r>
              <a:t>S110</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S109에서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S111에서 자신의 부족한 기준과 중복 구성을 포함한 문제 하나를 고른다.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S111/S110에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S110와 production/preview/act5/S110.png.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S111 — 내 업무에서는 무엇이 반복해서 막힐까?</a:t>
            </a:r>
          </a:p>
          <a:p xmlns:a="http://schemas.openxmlformats.org/drawingml/2006/main">
            <a:r>
              <a:t/>
            </a:r>
          </a:p>
          <a:p xmlns:a="http://schemas.openxmlformats.org/drawingml/2006/main">
            <a:r>
              <a:t>**Slide ID:**</a:t>
            </a:r>
          </a:p>
          <a:p xmlns:a="http://schemas.openxmlformats.org/drawingml/2006/main">
            <a:r>
              <a:t>S111</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기존 A–E 문제의 E를 검토 지적이 다음 수정으로 이어지지 않는 문제로 정렬한다.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 적용을 위한 교육용 질문이다. 실제 회사 사건이나 검증된 도입 순서로 제시하지 않는다.</a:t>
            </a:r>
          </a:p>
          <a:p xmlns:a="http://schemas.openxmlformats.org/drawingml/2006/main">
            <a:r>
              <a:t>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xmlns:a="http://schemas.openxmlformats.org/drawingml/2006/main">
            <a:r>
              <a:t>3. (3:00–5:00 / Transition) 가까운 문제 하나를 마음속으로 고르게 한다. E는 검토 지적과 다음 수정 사이에 어떤 근거·판단이 필요한지 생각하는 출발점이다. S112에서 같은 글자의 행동·확인 근거로 연결한다.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기존 A–E 문제의 E를 검토 지적이 다음 수정으로 이어지지 않는 문제로 정렬한다.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S112의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S111와 production/preview/act5/S111.png를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S112 — 고른 문제에서, 다음 행동 하나로</a:t>
            </a:r>
          </a:p>
          <a:p xmlns:a="http://schemas.openxmlformats.org/drawingml/2006/main">
            <a:r>
              <a:t/>
            </a:r>
          </a:p>
          <a:p xmlns:a="http://schemas.openxmlformats.org/drawingml/2006/main">
            <a:r>
              <a:t>**Slide ID:**</a:t>
            </a:r>
          </a:p>
          <a:p xmlns:a="http://schemas.openxmlformats.org/drawingml/2006/main">
            <a:r>
              <a:t>S112</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선택한 문제의 E에서 검토 지적·다음 수정·완료 기준을 잇는 작은 행동을 고른다.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S111에서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xmlns:a="http://schemas.openxmlformats.org/drawingml/2006/main">
            <a:r>
              <a:t>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xmlns:a="http://schemas.openxmlformats.org/drawingml/2006/main">
            <a:r>
              <a:t>3. (2:00–4:00 / Reflection) 문제→작은 행동→확인 근거를 마음속으로 연결한다. 기록·발표·실습·제출은 요구하지 않는다. S113–S115의 찾아보기에서 팁 위치만 짚고 S116 Q&amp;A/Closing으로 넘어간다.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선택한 문제의 E에서 검토 지적·다음 수정·완료 기준을 잇는 작은 행동을 고른다.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S111과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“마지막 질문을 받기 전에, 실무에서 다시 찾아볼 팁의 위치를 한 번에 정리하겠습니다.”라고 S113의 마지막 찾아보기를 연다.</a:t>
            </a:r>
          </a:p>
          <a:p xmlns:a="http://schemas.openxmlformats.org/drawingml/2006/main">
            <a:r>
              <a:t/>
            </a:r>
          </a:p>
          <a:p xmlns:a="http://schemas.openxmlformats.org/drawingml/2006/main">
            <a:r>
              <a:t>**Time Management:**</a:t>
            </a:r>
          </a:p>
          <a:p xmlns:a="http://schemas.openxmlformats.org/drawingml/2006/main">
            <a:r>
              <a:t>Lecture2분+Reflection2분=4분. S111의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S112와 production/preview/act5/S112.png를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S113 — 실무 적용 팁 · 작업 환경과 기준</a:t>
            </a:r>
          </a:p>
          <a:p xmlns:a="http://schemas.openxmlformats.org/drawingml/2006/main">
            <a:r>
              <a:t/>
            </a:r>
          </a:p>
          <a:p xmlns:a="http://schemas.openxmlformats.org/drawingml/2006/main">
            <a:r>
              <a:t>**Slide ID:**</a:t>
            </a:r>
          </a:p>
          <a:p xmlns:a="http://schemas.openxmlformats.org/drawingml/2006/main">
            <a:r>
              <a:t>S113</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기준의 팁 위치는 S12, S48, S58, S63, S68, S70, S80, S99다. 공식 안내 각색과 기존 관찰의 근거를 각 장의 범위로 유지한다.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마지막 통합 찾아보기이며 필요할 때 해당 장으로 돌아오는 목록임을 알린다.</a:t>
            </a:r>
          </a:p>
          <a:p xmlns:a="http://schemas.openxmlformats.org/drawingml/2006/main">
            <a:r>
              <a:t>2. (0:15–0:45 / Lecture) S12 Repository 작업은 Codex에서 시작한다 / S48 AGENTS.md에는 무엇을 남길까? / S58 테스트 명령을 언제 쓰고 무엇을 판단할까? / S63 대화로 재사용할 Skill 만들기 / S68 대화로 조사 Agent 만들기 / S70 이번 Context와 다시 쓸 지식 / S80 반복 보정을 개선으로 잇는 기록. 새 S63/S68을 포함해 제목·위치만 짚고 본문을 다시 강의하지 않는다.</a:t>
            </a:r>
          </a:p>
          <a:p xmlns:a="http://schemas.openxmlformats.org/drawingml/2006/main">
            <a:r>
              <a:t>3. (0:45–1:00 / Lecture) 요청 작성 팁 목록 S114으로 이어간다.</a:t>
            </a:r>
          </a:p>
          <a:p xmlns:a="http://schemas.openxmlformats.org/drawingml/2006/main">
            <a:r>
              <a:t/>
            </a:r>
          </a:p>
          <a:p xmlns:a="http://schemas.openxmlformats.org/drawingml/2006/main">
            <a:r>
              <a:t>**Evidence / Source:**</a:t>
            </a:r>
          </a:p>
          <a:p xmlns:a="http://schemas.openxmlformats.org/drawingml/2006/main">
            <a:r>
              <a:t>DEC-0088, DEC-0093. 현재 Slide Map의 제목·ID와 실무 팁 목록. S63/S68은 SRC-0111/0112와 CLM-0041/0042의 공식 안내 각색이며 모든 팁의 실제 관찰/연구/가상 경계는 해당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S114으로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production/preview/full/S113.png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S114 — 실무 적용 팁 · 요청 작성</a:t>
            </a:r>
          </a:p>
          <a:p xmlns:a="http://schemas.openxmlformats.org/drawingml/2006/main">
            <a:r>
              <a:t/>
            </a:r>
          </a:p>
          <a:p xmlns:a="http://schemas.openxmlformats.org/drawingml/2006/main">
            <a:r>
              <a:t>**Slide ID:**</a:t>
            </a:r>
          </a:p>
          <a:p xmlns:a="http://schemas.openxmlformats.org/drawingml/2006/main">
            <a:r>
              <a:t>S114</a:t>
            </a:r>
          </a:p>
          <a:p xmlns:a="http://schemas.openxmlformats.org/drawingml/2006/main">
            <a:r>
              <a:t/>
            </a:r>
          </a:p>
          <a:p xmlns:a="http://schemas.openxmlformats.org/drawingml/2006/main">
            <a:r>
              <a:t>**Working Title:**</a:t>
            </a:r>
          </a:p>
          <a:p xmlns:a="http://schemas.openxmlformats.org/drawingml/2006/main">
            <a:r>
              <a:t>실무 적용 팁 · 요청 작성</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요청 작성에 필요한 기존 팁의 위치는 S27, S28, S29, S30, S31, S32, S33, S34다.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S27 지시와 참고 자료의 구분 / S28 입력과 기대 결과의 작은 예시 / S29 바로 검토할 수 있는 결과 형식 / S30 근거가 있는 설명과 미확인의 구분 / S31 결과를 바꾸는 결정에서 확인 질문 / S32 큰 작업을 검토할 결과물로 나누기 / S33 기준을 지정한 코드 리뷰 요청 / S34 구체적인 근거로 수정 방향 피드백. 제목·위치만 짚고 본문을 다시 강의하지 않는다.</a:t>
            </a:r>
          </a:p>
          <a:p xmlns:a="http://schemas.openxmlformats.org/drawingml/2006/main">
            <a:r>
              <a:t>3. (0:45–1:00 / Lecture) S115로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“요청 뒤에는 근거를 확인하고 기존 구성을 다시 판단할 기준이 필요합니다.”라고 S115로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production/preview/full/S114.png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S115 — 실무 적용 팁 · 검증과 개선</a:t>
            </a:r>
          </a:p>
          <a:p xmlns:a="http://schemas.openxmlformats.org/drawingml/2006/main">
            <a:r>
              <a:t/>
            </a:r>
          </a:p>
          <a:p xmlns:a="http://schemas.openxmlformats.org/drawingml/2006/main">
            <a:r>
              <a:t>**Slide ID:**</a:t>
            </a:r>
          </a:p>
          <a:p xmlns:a="http://schemas.openxmlformats.org/drawingml/2006/main">
            <a:r>
              <a:t>S115</a:t>
            </a:r>
          </a:p>
          <a:p xmlns:a="http://schemas.openxmlformats.org/drawingml/2006/main">
            <a:r>
              <a:t/>
            </a:r>
          </a:p>
          <a:p xmlns:a="http://schemas.openxmlformats.org/drawingml/2006/main">
            <a:r>
              <a:t>**Working Title:**</a:t>
            </a:r>
          </a:p>
          <a:p xmlns:a="http://schemas.openxmlformats.org/drawingml/2006/main">
            <a:r>
              <a:t>실무 적용 팁 · 검증과 개선</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검증과 개선의 팁 위치는 S87, S91, S100, S109, S110이다. Goal 작성 예시와 검토·통합·제거 기준의 근거는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S87 원인을 고르기 전에 확인할 기록 / S91 지침을 고친 뒤, 무엇을 다시 확인할까? / S109 무엇을 남기고, 무엇을 덜어낼까? / S110 덜어낸 뒤에도 필요한 일을 하는가?. 제목·위치만 짚고 본문을 다시 강의하지 않는다.</a:t>
            </a:r>
          </a:p>
          <a:p xmlns:a="http://schemas.openxmlformats.org/drawingml/2006/main">
            <a:r>
              <a:t>3. (0:45–1:00 / Lecture) S116로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production/preview/full/S115.png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S116 — Q&amp;A와 교육 마무리</a:t>
            </a:r>
          </a:p>
          <a:p xmlns:a="http://schemas.openxmlformats.org/drawingml/2006/main">
            <a:r>
              <a:t/>
            </a:r>
          </a:p>
          <a:p xmlns:a="http://schemas.openxmlformats.org/drawingml/2006/main">
            <a:r>
              <a:t>**Slide ID:**</a:t>
            </a:r>
          </a:p>
          <a:p xmlns:a="http://schemas.openxmlformats.org/drawingml/2006/main">
            <a:r>
              <a:t>S116</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S112에서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S103과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S112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S116와 production/preview/act5/S116.png를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142fb5dc583447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31878eaedcd45e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916c05a6ee2448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d484654a2824f7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65cade2d45f468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ef9ef607c4349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BB2559A-A1EB-4A17-8BAF-5451FBDAB7B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EAD2391-41C4-4AC7-B701-E8BA9859749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A151ECF-8D23-47A9-B470-FEA3929ABB8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3B4E4DC-E1ED-4A14-94CD-910D549DB22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4656610-559A-4378-B660-471A60A01B2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B73CE90-9D4A-45E1-AE64-7B501822DDF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291FA91-D2FB-4589-A0B1-225432D8533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6C90F6C-212A-4722-A620-6F172AD1339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514F88F-396F-4F26-8D92-B697D604C60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7DB76FF-2EEB-41EB-9B06-CD0DB97D0BA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63b45ac7c8948aa" /><Relationship Type="http://schemas.openxmlformats.org/officeDocument/2006/relationships/slideLayout" Target="/ppt/slideLayouts/slideLayout1.xml" Id="R9408c66d0a174aa8" /><Relationship Type="http://schemas.openxmlformats.org/officeDocument/2006/relationships/slideLayout" Target="/ppt/slideLayouts/slideLayout2.xml" Id="Rf09f9acc8e384615" /><Relationship Type="http://schemas.openxmlformats.org/officeDocument/2006/relationships/slideLayout" Target="/ppt/slideLayouts/slideLayout3.xml" Id="R38732a9f21834a1f" /><Relationship Type="http://schemas.openxmlformats.org/officeDocument/2006/relationships/slideLayout" Target="/ppt/slideLayouts/slideLayout4.xml" Id="R2b216ccea9d240e8" /><Relationship Type="http://schemas.openxmlformats.org/officeDocument/2006/relationships/slideLayout" Target="/ppt/slideLayouts/slideLayout5.xml" Id="R6769fa1869d94e66" /><Relationship Type="http://schemas.openxmlformats.org/officeDocument/2006/relationships/slideLayout" Target="/ppt/slideLayouts/slideLayout6.xml" Id="R913a3292d2d0402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408c66d0a174aa8"/>
    <p:sldLayoutId xmlns:r="http://schemas.openxmlformats.org/officeDocument/2006/relationships" id="2147483650" r:id="Rf09f9acc8e384615"/>
    <p:sldLayoutId xmlns:r="http://schemas.openxmlformats.org/officeDocument/2006/relationships" id="2147483651" r:id="R38732a9f21834a1f"/>
    <p:sldLayoutId xmlns:r="http://schemas.openxmlformats.org/officeDocument/2006/relationships" id="2147483652" r:id="R2b216ccea9d240e8"/>
    <p:sldLayoutId xmlns:r="http://schemas.openxmlformats.org/officeDocument/2006/relationships" id="2147483653" r:id="R6769fa1869d94e66"/>
    <p:sldLayoutId xmlns:r="http://schemas.openxmlformats.org/officeDocument/2006/relationships" id="2147483654" r:id="R913a3292d2d0402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71c099fff6a4825" /><Relationship Type="http://schemas.openxmlformats.org/officeDocument/2006/relationships/notesSlide" Target="/ppt/notesSlides/notesSlide1.xml" Id="R054601ed8d3540b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752501c45594741" /><Relationship Type="http://schemas.openxmlformats.org/officeDocument/2006/relationships/notesSlide" Target="/ppt/notesSlides/notesSlide2.xml" Id="R0792d558b95e43c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25a3ce519234b90" /><Relationship Type="http://schemas.openxmlformats.org/officeDocument/2006/relationships/notesSlide" Target="/ppt/notesSlides/notesSlide3.xml" Id="Rb514decb73484ea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397c639bbef4512" /><Relationship Type="http://schemas.openxmlformats.org/officeDocument/2006/relationships/notesSlide" Target="/ppt/notesSlides/notesSlide4.xml" Id="R9ed506f443de43c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2ba8da1927f45a9" /><Relationship Type="http://schemas.openxmlformats.org/officeDocument/2006/relationships/notesSlide" Target="/ppt/notesSlides/notesSlide5.xml" Id="Re641b4ca00c342c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1e4c222895e431c" /><Relationship Type="http://schemas.openxmlformats.org/officeDocument/2006/relationships/notesSlide" Target="/ppt/notesSlides/notesSlide6.xml" Id="R3a4bc4e2a98144b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d7568b96f7c4145" /><Relationship Type="http://schemas.openxmlformats.org/officeDocument/2006/relationships/notesSlide" Target="/ppt/notesSlides/notesSlide7.xml" Id="Rf30cb7a1eeaf441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e1b96c893854980" /><Relationship Type="http://schemas.openxmlformats.org/officeDocument/2006/relationships/notesSlide" Target="/ppt/notesSlides/notesSlide8.xml" Id="Rf5f742cd2639479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9ca9e01a383416e" /><Relationship Type="http://schemas.openxmlformats.org/officeDocument/2006/relationships/notesSlide" Target="/ppt/notesSlides/notesSlide9.xml" Id="Rf1933de1103a4b1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e447dff070046dd" /><Relationship Type="http://schemas.openxmlformats.org/officeDocument/2006/relationships/notesSlide" Target="/ppt/notesSlides/notesSlide10.xml" Id="R0312392ad9834e9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3ff337187dc46e3" /><Relationship Type="http://schemas.openxmlformats.org/officeDocument/2006/relationships/notesSlide" Target="/ppt/notesSlides/notesSlide11.xml" Id="R3991099c1c6e4a2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7fd3de9e1204d07" /><Relationship Type="http://schemas.openxmlformats.org/officeDocument/2006/relationships/notesSlide" Target="/ppt/notesSlides/notesSlide12.xml" Id="R3c6263a1977f487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2c5b9f09bb54acd" /><Relationship Type="http://schemas.openxmlformats.org/officeDocument/2006/relationships/notesSlide" Target="/ppt/notesSlides/notesSlide13.xml" Id="R7e766ed4b6f24b0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0b7b5da2be74cfd" /><Relationship Type="http://schemas.openxmlformats.org/officeDocument/2006/relationships/notesSlide" Target="/ppt/notesSlides/notesSlide14.xml" Id="R8304ad583f4942e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676949f84ed47f3" /><Relationship Type="http://schemas.openxmlformats.org/officeDocument/2006/relationships/notesSlide" Target="/ppt/notesSlides/notesSlide15.xml" Id="R275575e38b264034"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2DE1CAD0-6095-4A68-BFA9-74D0144AB89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2">
            <a:extLst xmlns:a="http://schemas.openxmlformats.org/drawingml/2006/main">
              <a:ext uri="{FF2B5EF4-FFF2-40B4-BE49-F238E27FC236}">
                <a16:creationId xmlns:a16="http://schemas.microsoft.com/office/drawing/2014/main" id="{CC96DDEA-0820-4268-BEC1-73E30566D2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
            <a:extLst xmlns:a="http://schemas.openxmlformats.org/drawingml/2006/main">
              <a:ext uri="{FF2B5EF4-FFF2-40B4-BE49-F238E27FC236}">
                <a16:creationId xmlns:a16="http://schemas.microsoft.com/office/drawing/2014/main" id="{C08634E6-29B3-44E0-9B6E-D35F57DCD710}"/>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FD8DD93D-48A3-43E7-A22E-B6CF897FF49F}"/>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A992FA36-DD4A-4AD3-9ED4-D329ED79F57F}"/>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34E1CC7C-62CA-4B6D-B6E3-D5D96D6D74F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C3AFA5EF-6CE1-4C33-BD90-0B731826CB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523587068"/>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전체 여정의 의미">
            <a:extLst xmlns:a="http://schemas.openxmlformats.org/drawingml/2006/main">
              <a:ext uri="{FF2B5EF4-FFF2-40B4-BE49-F238E27FC236}">
                <a16:creationId xmlns:a16="http://schemas.microsoft.com/office/drawing/2014/main" id="{3B8A042F-07CF-4A4F-9DD5-4EA68A9FA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여정의 의미</a:t>
            </a:r>
          </a:p>
        </p:txBody>
      </p:sp>
      <p:sp>
        <p:nvSpPr>
          <p:cNvPr id="2" name="S103">
            <a:extLst xmlns:a="http://schemas.openxmlformats.org/drawingml/2006/main">
              <a:ext uri="{FF2B5EF4-FFF2-40B4-BE49-F238E27FC236}">
                <a16:creationId xmlns:a16="http://schemas.microsoft.com/office/drawing/2014/main" id="{B2A28520-A890-4B22-BB8E-F6C1C51FA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AI에게 맡기는 범위가 넓어졌다">
            <a:extLst xmlns:a="http://schemas.openxmlformats.org/drawingml/2006/main">
              <a:ext uri="{FF2B5EF4-FFF2-40B4-BE49-F238E27FC236}">
                <a16:creationId xmlns:a16="http://schemas.microsoft.com/office/drawing/2014/main" id="{1334A17A-5E32-4C7D-BC73-4408F5C5D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맡기는 범위가 넓어졌다</a:t>
            </a:r>
          </a:p>
        </p:txBody>
      </p:sp>
      <p:sp>
        <p:nvSpPr>
          <p:cNvPr id="4" name="">
            <a:extLst xmlns:a="http://schemas.openxmlformats.org/drawingml/2006/main">
              <a:ext uri="{FF2B5EF4-FFF2-40B4-BE49-F238E27FC236}">
                <a16:creationId xmlns:a16="http://schemas.microsoft.com/office/drawing/2014/main" id="{C64E9A4F-C1DA-436B-8179-D18C51895C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에서 배운 관점의 종합 · TEACHING MODEL">
            <a:extLst xmlns:a="http://schemas.openxmlformats.org/drawingml/2006/main">
              <a:ext uri="{FF2B5EF4-FFF2-40B4-BE49-F238E27FC236}">
                <a16:creationId xmlns:a16="http://schemas.microsoft.com/office/drawing/2014/main" id="{86075CB1-F919-4BD4-9B52-62DFE98C50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교육에서 배운 관점의 종합 · TEACHING MODEL</a:t>
            </a:r>
          </a:p>
        </p:txBody>
      </p:sp>
      <p:sp>
        <p:nvSpPr>
          <p:cNvPr id="6" name="설명용 도식 · 실제 실행·측정 결과나 모든 작업의 필수 구성표가 아님">
            <a:extLst xmlns:a="http://schemas.openxmlformats.org/drawingml/2006/main">
              <a:ext uri="{FF2B5EF4-FFF2-40B4-BE49-F238E27FC236}">
                <a16:creationId xmlns:a16="http://schemas.microsoft.com/office/drawing/2014/main" id="{82BBE801-EB25-4788-976D-9F1114D6D3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설명용 도식 · 실제 실행·측정 결과나 모든 작업의 필수 구성표가 아님</a:t>
            </a:r>
          </a:p>
        </p:txBody>
      </p:sp>
      <p:sp>
        <p:nvSpPr>
          <p:cNvPr id="7" name="질문에 답하는 것에서, 기준에 따라 작업을 이어가는 방식으로">
            <a:extLst xmlns:a="http://schemas.openxmlformats.org/drawingml/2006/main">
              <a:ext uri="{FF2B5EF4-FFF2-40B4-BE49-F238E27FC236}">
                <a16:creationId xmlns:a16="http://schemas.microsoft.com/office/drawing/2014/main" id="{DF3FEEFA-7FE9-4635-A733-149D5C14856E}"/>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질문에 답하는 것에서, 기준에 따라 작업을 이어가는 방식으로</a:t>
            </a:r>
          </a:p>
        </p:txBody>
      </p:sp>
      <p:sp>
        <p:nvSpPr>
          <p:cNvPr id="8" name="">
            <a:extLst xmlns:a="http://schemas.openxmlformats.org/drawingml/2006/main">
              <a:ext uri="{FF2B5EF4-FFF2-40B4-BE49-F238E27FC236}">
                <a16:creationId xmlns:a16="http://schemas.microsoft.com/office/drawing/2014/main" id="{1DAD4EF7-6B1E-4A40-89D7-EA0B3567E3E0}"/>
              </a:ext>
            </a:extLst>
          </p:cNvPr>
          <p:cNvSpPr>
            <a:spLocks xmlns:a="http://schemas.openxmlformats.org/drawingml/2006/main" noGrp="1"/>
          </p:cNvSpPr>
          <p:nvPr/>
        </p:nvSpPr>
        <p:spPr>
          <a:xfrm xmlns:a="http://schemas.openxmlformats.org/drawingml/2006/main">
            <a:off x="6096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Chatbot">
            <a:extLst xmlns:a="http://schemas.openxmlformats.org/drawingml/2006/main">
              <a:ext uri="{FF2B5EF4-FFF2-40B4-BE49-F238E27FC236}">
                <a16:creationId xmlns:a16="http://schemas.microsoft.com/office/drawing/2014/main" id="{7040B7B4-68F3-4C95-BC25-B491FB8AFF0A}"/>
              </a:ext>
            </a:extLst>
          </p:cNvPr>
          <p:cNvSpPr>
            <a:spLocks xmlns:a="http://schemas.openxmlformats.org/drawingml/2006/main" noGrp="1"/>
          </p:cNvSpPr>
          <p:nvPr/>
        </p:nvSpPr>
        <p:spPr>
          <a:xfrm xmlns:a="http://schemas.openxmlformats.org/drawingml/2006/main">
            <a:off x="6096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0" name="질문과 답변">
            <a:extLst xmlns:a="http://schemas.openxmlformats.org/drawingml/2006/main">
              <a:ext uri="{FF2B5EF4-FFF2-40B4-BE49-F238E27FC236}">
                <a16:creationId xmlns:a16="http://schemas.microsoft.com/office/drawing/2014/main" id="{282E4FD5-47FB-4B42-BB8C-EE29F3E7F674}"/>
              </a:ext>
            </a:extLst>
          </p:cNvPr>
          <p:cNvSpPr>
            <a:spLocks xmlns:a="http://schemas.openxmlformats.org/drawingml/2006/main" noGrp="1"/>
          </p:cNvSpPr>
          <p:nvPr/>
        </p:nvSpPr>
        <p:spPr>
          <a:xfrm xmlns:a="http://schemas.openxmlformats.org/drawingml/2006/main">
            <a:off x="6096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질문과 답변</a:t>
            </a:r>
          </a:p>
        </p:txBody>
      </p:sp>
      <p:cxnSp>
        <p:nvCxnSpPr>
          <p:cNvPr id="11" name="">
            <a:extLst xmlns:a="http://schemas.openxmlformats.org/drawingml/2006/main">
              <a:ext uri="{FF2B5EF4-FFF2-40B4-BE49-F238E27FC236}">
                <a16:creationId xmlns:a16="http://schemas.microsoft.com/office/drawing/2014/main" id="{9B7AF675-5A51-4024-BE48-621A0577067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27665FC-0496-4088-9DEC-6076FE448624}"/>
              </a:ext>
            </a:extLst>
          </p:cNvPr>
          <p:cNvSpPr>
            <a:spLocks xmlns:a="http://schemas.openxmlformats.org/drawingml/2006/main" noGrp="1"/>
          </p:cNvSpPr>
          <p:nvPr/>
        </p:nvSpPr>
        <p:spPr>
          <a:xfrm xmlns:a="http://schemas.openxmlformats.org/drawingml/2006/main">
            <a:off x="28575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Prompt">
            <a:extLst xmlns:a="http://schemas.openxmlformats.org/drawingml/2006/main">
              <a:ext uri="{FF2B5EF4-FFF2-40B4-BE49-F238E27FC236}">
                <a16:creationId xmlns:a16="http://schemas.microsoft.com/office/drawing/2014/main" id="{C7C7A0CE-E7BF-4719-8F69-A2447157E9B7}"/>
              </a:ext>
            </a:extLst>
          </p:cNvPr>
          <p:cNvSpPr>
            <a:spLocks xmlns:a="http://schemas.openxmlformats.org/drawingml/2006/main" noGrp="1"/>
          </p:cNvSpPr>
          <p:nvPr/>
        </p:nvSpPr>
        <p:spPr>
          <a:xfrm xmlns:a="http://schemas.openxmlformats.org/drawingml/2006/main">
            <a:off x="28575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4" name="목표와 제약">
            <a:extLst xmlns:a="http://schemas.openxmlformats.org/drawingml/2006/main">
              <a:ext uri="{FF2B5EF4-FFF2-40B4-BE49-F238E27FC236}">
                <a16:creationId xmlns:a16="http://schemas.microsoft.com/office/drawing/2014/main" id="{2C240A64-1955-4CA1-87D0-8C91A38C814A}"/>
              </a:ext>
            </a:extLst>
          </p:cNvPr>
          <p:cNvSpPr>
            <a:spLocks xmlns:a="http://schemas.openxmlformats.org/drawingml/2006/main" noGrp="1"/>
          </p:cNvSpPr>
          <p:nvPr/>
        </p:nvSpPr>
        <p:spPr>
          <a:xfrm xmlns:a="http://schemas.openxmlformats.org/drawingml/2006/main">
            <a:off x="28575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목표와 제약</a:t>
            </a:r>
          </a:p>
        </p:txBody>
      </p:sp>
      <p:cxnSp>
        <p:nvCxnSpPr>
          <p:cNvPr id="15" name="">
            <a:extLst xmlns:a="http://schemas.openxmlformats.org/drawingml/2006/main">
              <a:ext uri="{FF2B5EF4-FFF2-40B4-BE49-F238E27FC236}">
                <a16:creationId xmlns:a16="http://schemas.microsoft.com/office/drawing/2014/main" id="{0001D547-3C6B-474B-98D3-F8C919D6FD24}"/>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594077A-310B-4F0E-82D4-8CCE0AA0C29F}"/>
              </a:ext>
            </a:extLst>
          </p:cNvPr>
          <p:cNvSpPr>
            <a:spLocks xmlns:a="http://schemas.openxmlformats.org/drawingml/2006/main" noGrp="1"/>
          </p:cNvSpPr>
          <p:nvPr/>
        </p:nvSpPr>
        <p:spPr>
          <a:xfrm xmlns:a="http://schemas.openxmlformats.org/drawingml/2006/main">
            <a:off x="51054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Context">
            <a:extLst xmlns:a="http://schemas.openxmlformats.org/drawingml/2006/main">
              <a:ext uri="{FF2B5EF4-FFF2-40B4-BE49-F238E27FC236}">
                <a16:creationId xmlns:a16="http://schemas.microsoft.com/office/drawing/2014/main" id="{567CF878-9689-4F2B-87EA-DCF13A299656}"/>
              </a:ext>
            </a:extLst>
          </p:cNvPr>
          <p:cNvSpPr>
            <a:spLocks xmlns:a="http://schemas.openxmlformats.org/drawingml/2006/main" noGrp="1"/>
          </p:cNvSpPr>
          <p:nvPr/>
        </p:nvSpPr>
        <p:spPr>
          <a:xfrm xmlns:a="http://schemas.openxmlformats.org/drawingml/2006/main">
            <a:off x="51054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18" name="필요한 정보와&#10;명세">
            <a:extLst xmlns:a="http://schemas.openxmlformats.org/drawingml/2006/main">
              <a:ext uri="{FF2B5EF4-FFF2-40B4-BE49-F238E27FC236}">
                <a16:creationId xmlns:a16="http://schemas.microsoft.com/office/drawing/2014/main" id="{DBBAF6D3-D330-4327-955B-CD3B6B3A4C96}"/>
              </a:ext>
            </a:extLst>
          </p:cNvPr>
          <p:cNvSpPr>
            <a:spLocks xmlns:a="http://schemas.openxmlformats.org/drawingml/2006/main" noGrp="1"/>
          </p:cNvSpPr>
          <p:nvPr/>
        </p:nvSpPr>
        <p:spPr>
          <a:xfrm xmlns:a="http://schemas.openxmlformats.org/drawingml/2006/main">
            <a:off x="51054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필요한 정보와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명세</a:t>
            </a:r>
          </a:p>
        </p:txBody>
      </p:sp>
      <p:cxnSp>
        <p:nvCxnSpPr>
          <p:cNvPr id="19" name="">
            <a:extLst xmlns:a="http://schemas.openxmlformats.org/drawingml/2006/main">
              <a:ext uri="{FF2B5EF4-FFF2-40B4-BE49-F238E27FC236}">
                <a16:creationId xmlns:a16="http://schemas.microsoft.com/office/drawing/2014/main" id="{01FD94FD-8DB9-449A-BFB1-AD3218E12719}"/>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F47E66A-7770-4993-A878-F63033A791CE}"/>
              </a:ext>
            </a:extLst>
          </p:cNvPr>
          <p:cNvSpPr>
            <a:spLocks xmlns:a="http://schemas.openxmlformats.org/drawingml/2006/main" noGrp="1"/>
          </p:cNvSpPr>
          <p:nvPr/>
        </p:nvSpPr>
        <p:spPr>
          <a:xfrm xmlns:a="http://schemas.openxmlformats.org/drawingml/2006/main">
            <a:off x="73533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Harness">
            <a:extLst xmlns:a="http://schemas.openxmlformats.org/drawingml/2006/main">
              <a:ext uri="{FF2B5EF4-FFF2-40B4-BE49-F238E27FC236}">
                <a16:creationId xmlns:a16="http://schemas.microsoft.com/office/drawing/2014/main" id="{EDD910D1-C07C-44A8-A2CF-4351E6A3B87A}"/>
              </a:ext>
            </a:extLst>
          </p:cNvPr>
          <p:cNvSpPr>
            <a:spLocks xmlns:a="http://schemas.openxmlformats.org/drawingml/2006/main" noGrp="1"/>
          </p:cNvSpPr>
          <p:nvPr/>
        </p:nvSpPr>
        <p:spPr>
          <a:xfrm xmlns:a="http://schemas.openxmlformats.org/drawingml/2006/main">
            <a:off x="73533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2" name="수행 방법과&#10;환경">
            <a:extLst xmlns:a="http://schemas.openxmlformats.org/drawingml/2006/main">
              <a:ext uri="{FF2B5EF4-FFF2-40B4-BE49-F238E27FC236}">
                <a16:creationId xmlns:a16="http://schemas.microsoft.com/office/drawing/2014/main" id="{E22F5597-537D-48D0-93D7-F333CD3F87CF}"/>
              </a:ext>
            </a:extLst>
          </p:cNvPr>
          <p:cNvSpPr>
            <a:spLocks xmlns:a="http://schemas.openxmlformats.org/drawingml/2006/main" noGrp="1"/>
          </p:cNvSpPr>
          <p:nvPr/>
        </p:nvSpPr>
        <p:spPr>
          <a:xfrm xmlns:a="http://schemas.openxmlformats.org/drawingml/2006/main">
            <a:off x="73533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방법과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환경</a:t>
            </a:r>
          </a:p>
        </p:txBody>
      </p:sp>
      <p:cxnSp>
        <p:nvCxnSpPr>
          <p:cNvPr id="23" name="">
            <a:extLst xmlns:a="http://schemas.openxmlformats.org/drawingml/2006/main">
              <a:ext uri="{FF2B5EF4-FFF2-40B4-BE49-F238E27FC236}">
                <a16:creationId xmlns:a16="http://schemas.microsoft.com/office/drawing/2014/main" id="{2039BD68-59AB-406B-A289-9C9B52A3F1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D070B20F-48FC-471E-A624-F2369E8B183D}"/>
              </a:ext>
            </a:extLst>
          </p:cNvPr>
          <p:cNvSpPr>
            <a:spLocks xmlns:a="http://schemas.openxmlformats.org/drawingml/2006/main" noGrp="1"/>
          </p:cNvSpPr>
          <p:nvPr/>
        </p:nvSpPr>
        <p:spPr>
          <a:xfrm xmlns:a="http://schemas.openxmlformats.org/drawingml/2006/main">
            <a:off x="96012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Loop">
            <a:extLst xmlns:a="http://schemas.openxmlformats.org/drawingml/2006/main">
              <a:ext uri="{FF2B5EF4-FFF2-40B4-BE49-F238E27FC236}">
                <a16:creationId xmlns:a16="http://schemas.microsoft.com/office/drawing/2014/main" id="{A63F5B8E-D0EB-47BF-A94B-B5198462322C}"/>
              </a:ext>
            </a:extLst>
          </p:cNvPr>
          <p:cNvSpPr>
            <a:spLocks xmlns:a="http://schemas.openxmlformats.org/drawingml/2006/main" noGrp="1"/>
          </p:cNvSpPr>
          <p:nvPr/>
        </p:nvSpPr>
        <p:spPr>
          <a:xfrm xmlns:a="http://schemas.openxmlformats.org/drawingml/2006/main">
            <a:off x="96012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26" name="검토·수정·재검토">
            <a:extLst xmlns:a="http://schemas.openxmlformats.org/drawingml/2006/main">
              <a:ext uri="{FF2B5EF4-FFF2-40B4-BE49-F238E27FC236}">
                <a16:creationId xmlns:a16="http://schemas.microsoft.com/office/drawing/2014/main" id="{1BE1E9E5-B2AA-4CC8-9802-BC60B6F603CA}"/>
              </a:ext>
            </a:extLst>
          </p:cNvPr>
          <p:cNvSpPr>
            <a:spLocks xmlns:a="http://schemas.openxmlformats.org/drawingml/2006/main" noGrp="1"/>
          </p:cNvSpPr>
          <p:nvPr/>
        </p:nvSpPr>
        <p:spPr>
          <a:xfrm xmlns:a="http://schemas.openxmlformats.org/drawingml/2006/main">
            <a:off x="96012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검토·수정·재검토</a:t>
            </a:r>
          </a:p>
        </p:txBody>
      </p:sp>
      <p:sp>
        <p:nvSpPr>
          <p:cNvPr id="27" name="한 번의 답변에서, 근거를 확인하며 일을 맡기는 방식으로">
            <a:extLst xmlns:a="http://schemas.openxmlformats.org/drawingml/2006/main">
              <a:ext uri="{FF2B5EF4-FFF2-40B4-BE49-F238E27FC236}">
                <a16:creationId xmlns:a16="http://schemas.microsoft.com/office/drawing/2014/main" id="{A1B9904B-A51E-4C8B-BD87-56FCE14FF903}"/>
              </a:ext>
            </a:extLst>
          </p:cNvPr>
          <p:cNvSpPr>
            <a:spLocks xmlns:a="http://schemas.openxmlformats.org/drawingml/2006/main" noGrp="1"/>
          </p:cNvSpPr>
          <p:nvPr/>
        </p:nvSpPr>
        <p:spPr>
          <a:xfrm xmlns:a="http://schemas.openxmlformats.org/drawingml/2006/main">
            <a:off x="609600" y="5248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번의 답변에서, 근거를 확인하며 일을 맡기는 방식으로</a:t>
            </a:r>
          </a:p>
        </p:txBody>
      </p:sp>
      <p:sp>
        <p:nvSpPr>
          <p:cNvPr id="28" name="Legacy module connection">
            <a:extLst xmlns:a="http://schemas.openxmlformats.org/drawingml/2006/main">
              <a:ext uri="{FF2B5EF4-FFF2-40B4-BE49-F238E27FC236}">
                <a16:creationId xmlns:a16="http://schemas.microsoft.com/office/drawing/2014/main" id="{0823411A-2026-401F-AE62-D9C6F40B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631212"/>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목표와 피드백이 연결되는 작업">
            <a:extLst xmlns:a="http://schemas.openxmlformats.org/drawingml/2006/main">
              <a:ext uri="{FF2B5EF4-FFF2-40B4-BE49-F238E27FC236}">
                <a16:creationId xmlns:a16="http://schemas.microsoft.com/office/drawing/2014/main" id="{85286088-2EB6-41F0-8D5A-DB6813774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목표와 피드백이 연결되는 작업</a:t>
            </a:r>
          </a:p>
        </p:txBody>
      </p:sp>
      <p:sp>
        <p:nvSpPr>
          <p:cNvPr id="2" name="S104">
            <a:extLst xmlns:a="http://schemas.openxmlformats.org/drawingml/2006/main">
              <a:ext uri="{FF2B5EF4-FFF2-40B4-BE49-F238E27FC236}">
                <a16:creationId xmlns:a16="http://schemas.microsoft.com/office/drawing/2014/main" id="{E049C4A2-E2C8-435D-852F-CEDEA1748F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작업은 요청부터 검토·수정까지 이어진다">
            <a:extLst xmlns:a="http://schemas.openxmlformats.org/drawingml/2006/main">
              <a:ext uri="{FF2B5EF4-FFF2-40B4-BE49-F238E27FC236}">
                <a16:creationId xmlns:a16="http://schemas.microsoft.com/office/drawing/2014/main" id="{58595375-C493-4459-BE5F-146CB67926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작업은 요청부터 검토·수정까지 이어진다</a:t>
            </a:r>
          </a:p>
        </p:txBody>
      </p:sp>
      <p:sp>
        <p:nvSpPr>
          <p:cNvPr id="4" name="">
            <a:extLst xmlns:a="http://schemas.openxmlformats.org/drawingml/2006/main">
              <a:ext uri="{FF2B5EF4-FFF2-40B4-BE49-F238E27FC236}">
                <a16:creationId xmlns:a16="http://schemas.microsoft.com/office/drawing/2014/main" id="{56B0246E-18F1-4863-A487-CEFE51F58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에서 배운 관점의 종합 · TEACHING MODEL">
            <a:extLst xmlns:a="http://schemas.openxmlformats.org/drawingml/2006/main">
              <a:ext uri="{FF2B5EF4-FFF2-40B4-BE49-F238E27FC236}">
                <a16:creationId xmlns:a16="http://schemas.microsoft.com/office/drawing/2014/main" id="{2B4F4CF0-67A2-4C4B-ABA4-3652EF958A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교육에서 배운 관점의 종합 · TEACHING MODEL</a:t>
            </a:r>
          </a:p>
        </p:txBody>
      </p:sp>
      <p:sp>
        <p:nvSpPr>
          <p:cNvPr id="6" name="설명용 도식 · 실제 실행·측정 결과나 모든 작업의 필수 구성표가 아님">
            <a:extLst xmlns:a="http://schemas.openxmlformats.org/drawingml/2006/main">
              <a:ext uri="{FF2B5EF4-FFF2-40B4-BE49-F238E27FC236}">
                <a16:creationId xmlns:a16="http://schemas.microsoft.com/office/drawing/2014/main" id="{CDEE2C0F-FCF3-4089-8739-03F867C3A0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설명용 도식 · 실제 실행·측정 결과나 모든 작업의 필수 구성표가 아님</a:t>
            </a:r>
          </a:p>
        </p:txBody>
      </p:sp>
      <p:sp>
        <p:nvSpPr>
          <p:cNvPr id="7" name="목표와 완료 기준을 유지하며, 남은 문제를 다음 수정으로 연결한다">
            <a:extLst xmlns:a="http://schemas.openxmlformats.org/drawingml/2006/main">
              <a:ext uri="{FF2B5EF4-FFF2-40B4-BE49-F238E27FC236}">
                <a16:creationId xmlns:a16="http://schemas.microsoft.com/office/drawing/2014/main" id="{F7AF834B-2409-4CA2-B3D3-8BD7109BCA08}"/>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목표와 완료 기준을 유지하며, 남은 문제를 다음 수정으로 연결한다</a:t>
            </a:r>
          </a:p>
        </p:txBody>
      </p:sp>
      <p:sp>
        <p:nvSpPr>
          <p:cNvPr id="8" name="">
            <a:extLst xmlns:a="http://schemas.openxmlformats.org/drawingml/2006/main">
              <a:ext uri="{FF2B5EF4-FFF2-40B4-BE49-F238E27FC236}">
                <a16:creationId xmlns:a16="http://schemas.microsoft.com/office/drawing/2014/main" id="{1F5E097B-E465-4ED2-89CC-5D22B443618B}"/>
              </a:ext>
            </a:extLst>
          </p:cNvPr>
          <p:cNvSpPr>
            <a:spLocks xmlns:a="http://schemas.openxmlformats.org/drawingml/2006/main" noGrp="1"/>
          </p:cNvSpPr>
          <p:nvPr/>
        </p:nvSpPr>
        <p:spPr>
          <a:xfrm xmlns:a="http://schemas.openxmlformats.org/drawingml/2006/main">
            <a:off x="6096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요청">
            <a:extLst xmlns:a="http://schemas.openxmlformats.org/drawingml/2006/main">
              <a:ext uri="{FF2B5EF4-FFF2-40B4-BE49-F238E27FC236}">
                <a16:creationId xmlns:a16="http://schemas.microsoft.com/office/drawing/2014/main" id="{A34D956D-24DD-4E5F-BCC6-7B9D47DE7D4C}"/>
              </a:ext>
            </a:extLst>
          </p:cNvPr>
          <p:cNvSpPr>
            <a:spLocks xmlns:a="http://schemas.openxmlformats.org/drawingml/2006/main" noGrp="1"/>
          </p:cNvSpPr>
          <p:nvPr/>
        </p:nvSpPr>
        <p:spPr>
          <a:xfrm xmlns:a="http://schemas.openxmlformats.org/drawingml/2006/main">
            <a:off x="6096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요청</a:t>
            </a:r>
          </a:p>
        </p:txBody>
      </p:sp>
      <p:sp>
        <p:nvSpPr>
          <p:cNvPr id="10" name="목표·완료 기준">
            <a:extLst xmlns:a="http://schemas.openxmlformats.org/drawingml/2006/main">
              <a:ext uri="{FF2B5EF4-FFF2-40B4-BE49-F238E27FC236}">
                <a16:creationId xmlns:a16="http://schemas.microsoft.com/office/drawing/2014/main" id="{1486CA28-31EE-4E23-A198-D8EB674FC972}"/>
              </a:ext>
            </a:extLst>
          </p:cNvPr>
          <p:cNvSpPr>
            <a:spLocks xmlns:a="http://schemas.openxmlformats.org/drawingml/2006/main" noGrp="1"/>
          </p:cNvSpPr>
          <p:nvPr/>
        </p:nvSpPr>
        <p:spPr>
          <a:xfrm xmlns:a="http://schemas.openxmlformats.org/drawingml/2006/main">
            <a:off x="6096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목표·완료 기준</a:t>
            </a:r>
          </a:p>
        </p:txBody>
      </p:sp>
      <p:cxnSp>
        <p:nvCxnSpPr>
          <p:cNvPr id="11" name="">
            <a:extLst xmlns:a="http://schemas.openxmlformats.org/drawingml/2006/main">
              <a:ext uri="{FF2B5EF4-FFF2-40B4-BE49-F238E27FC236}">
                <a16:creationId xmlns:a16="http://schemas.microsoft.com/office/drawing/2014/main" id="{93BCDE06-D8CB-4E2F-8A73-FFFA8EC8EB13}"/>
              </a:ext>
            </a:extLst>
          </p:cNvPr>
          <p:cNvCxnSpPr/>
          <p:nvPr/>
        </p:nvCxnSpPr>
        <p:spPr>
          <a:xfrm xmlns:a="http://schemas.openxmlformats.org/drawingml/2006/main">
            <a:off x="26479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3A8E447-5B8A-4ECE-B6E0-F618E370D173}"/>
              </a:ext>
            </a:extLst>
          </p:cNvPr>
          <p:cNvSpPr>
            <a:spLocks xmlns:a="http://schemas.openxmlformats.org/drawingml/2006/main" noGrp="1"/>
          </p:cNvSpPr>
          <p:nvPr/>
        </p:nvSpPr>
        <p:spPr>
          <a:xfrm xmlns:a="http://schemas.openxmlformats.org/drawingml/2006/main">
            <a:off x="28575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조사">
            <a:extLst xmlns:a="http://schemas.openxmlformats.org/drawingml/2006/main">
              <a:ext uri="{FF2B5EF4-FFF2-40B4-BE49-F238E27FC236}">
                <a16:creationId xmlns:a16="http://schemas.microsoft.com/office/drawing/2014/main" id="{7E8F4167-464A-4B48-A2D1-AD362A60F78F}"/>
              </a:ext>
            </a:extLst>
          </p:cNvPr>
          <p:cNvSpPr>
            <a:spLocks xmlns:a="http://schemas.openxmlformats.org/drawingml/2006/main" noGrp="1"/>
          </p:cNvSpPr>
          <p:nvPr/>
        </p:nvSpPr>
        <p:spPr>
          <a:xfrm xmlns:a="http://schemas.openxmlformats.org/drawingml/2006/main">
            <a:off x="28575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조사</a:t>
            </a:r>
          </a:p>
        </p:txBody>
      </p:sp>
      <p:sp>
        <p:nvSpPr>
          <p:cNvPr id="14" name="필요한 자료 찾기">
            <a:extLst xmlns:a="http://schemas.openxmlformats.org/drawingml/2006/main">
              <a:ext uri="{FF2B5EF4-FFF2-40B4-BE49-F238E27FC236}">
                <a16:creationId xmlns:a16="http://schemas.microsoft.com/office/drawing/2014/main" id="{6ADBB28A-A403-4508-B328-140641BB1B43}"/>
              </a:ext>
            </a:extLst>
          </p:cNvPr>
          <p:cNvSpPr>
            <a:spLocks xmlns:a="http://schemas.openxmlformats.org/drawingml/2006/main" noGrp="1"/>
          </p:cNvSpPr>
          <p:nvPr/>
        </p:nvSpPr>
        <p:spPr>
          <a:xfrm xmlns:a="http://schemas.openxmlformats.org/drawingml/2006/main">
            <a:off x="28575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필요한 자료 찾기</a:t>
            </a:r>
          </a:p>
        </p:txBody>
      </p:sp>
      <p:cxnSp>
        <p:nvCxnSpPr>
          <p:cNvPr id="15" name="">
            <a:extLst xmlns:a="http://schemas.openxmlformats.org/drawingml/2006/main">
              <a:ext uri="{FF2B5EF4-FFF2-40B4-BE49-F238E27FC236}">
                <a16:creationId xmlns:a16="http://schemas.microsoft.com/office/drawing/2014/main" id="{8AF4EB52-B6CB-4609-995B-9FFBB78DD319}"/>
              </a:ext>
            </a:extLst>
          </p:cNvPr>
          <p:cNvCxnSpPr/>
          <p:nvPr/>
        </p:nvCxnSpPr>
        <p:spPr>
          <a:xfrm xmlns:a="http://schemas.openxmlformats.org/drawingml/2006/main">
            <a:off x="48958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71CE61-636E-4028-81EB-0B2A7C65B57C}"/>
              </a:ext>
            </a:extLst>
          </p:cNvPr>
          <p:cNvSpPr>
            <a:spLocks xmlns:a="http://schemas.openxmlformats.org/drawingml/2006/main" noGrp="1"/>
          </p:cNvSpPr>
          <p:nvPr/>
        </p:nvSpPr>
        <p:spPr>
          <a:xfrm xmlns:a="http://schemas.openxmlformats.org/drawingml/2006/main">
            <a:off x="51054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변경">
            <a:extLst xmlns:a="http://schemas.openxmlformats.org/drawingml/2006/main">
              <a:ext uri="{FF2B5EF4-FFF2-40B4-BE49-F238E27FC236}">
                <a16:creationId xmlns:a16="http://schemas.microsoft.com/office/drawing/2014/main" id="{D9300083-7FDE-4F2A-B400-52322C0CD7D5}"/>
              </a:ext>
            </a:extLst>
          </p:cNvPr>
          <p:cNvSpPr>
            <a:spLocks xmlns:a="http://schemas.openxmlformats.org/drawingml/2006/main" noGrp="1"/>
          </p:cNvSpPr>
          <p:nvPr/>
        </p:nvSpPr>
        <p:spPr>
          <a:xfrm xmlns:a="http://schemas.openxmlformats.org/drawingml/2006/main">
            <a:off x="51054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변경</a:t>
            </a:r>
          </a:p>
        </p:txBody>
      </p:sp>
      <p:sp>
        <p:nvSpPr>
          <p:cNvPr id="18" name="정한 범위 수정">
            <a:extLst xmlns:a="http://schemas.openxmlformats.org/drawingml/2006/main">
              <a:ext uri="{FF2B5EF4-FFF2-40B4-BE49-F238E27FC236}">
                <a16:creationId xmlns:a16="http://schemas.microsoft.com/office/drawing/2014/main" id="{1BA6B802-447A-4CF6-AA2B-1532A0A96867}"/>
              </a:ext>
            </a:extLst>
          </p:cNvPr>
          <p:cNvSpPr>
            <a:spLocks xmlns:a="http://schemas.openxmlformats.org/drawingml/2006/main" noGrp="1"/>
          </p:cNvSpPr>
          <p:nvPr/>
        </p:nvSpPr>
        <p:spPr>
          <a:xfrm xmlns:a="http://schemas.openxmlformats.org/drawingml/2006/main">
            <a:off x="51054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정한 범위 수정</a:t>
            </a:r>
          </a:p>
        </p:txBody>
      </p:sp>
      <p:cxnSp>
        <p:nvCxnSpPr>
          <p:cNvPr id="19" name="">
            <a:extLst xmlns:a="http://schemas.openxmlformats.org/drawingml/2006/main">
              <a:ext uri="{FF2B5EF4-FFF2-40B4-BE49-F238E27FC236}">
                <a16:creationId xmlns:a16="http://schemas.microsoft.com/office/drawing/2014/main" id="{3E98C9F8-E342-4C88-8948-1B57A924CDEC}"/>
              </a:ext>
            </a:extLst>
          </p:cNvPr>
          <p:cNvCxnSpPr/>
          <p:nvPr/>
        </p:nvCxnSpPr>
        <p:spPr>
          <a:xfrm xmlns:a="http://schemas.openxmlformats.org/drawingml/2006/main">
            <a:off x="71437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5620E37-F35E-4A5A-812E-06ED3C7D2413}"/>
              </a:ext>
            </a:extLst>
          </p:cNvPr>
          <p:cNvSpPr>
            <a:spLocks xmlns:a="http://schemas.openxmlformats.org/drawingml/2006/main" noGrp="1"/>
          </p:cNvSpPr>
          <p:nvPr/>
        </p:nvSpPr>
        <p:spPr>
          <a:xfrm xmlns:a="http://schemas.openxmlformats.org/drawingml/2006/main">
            <a:off x="73533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확인">
            <a:extLst xmlns:a="http://schemas.openxmlformats.org/drawingml/2006/main">
              <a:ext uri="{FF2B5EF4-FFF2-40B4-BE49-F238E27FC236}">
                <a16:creationId xmlns:a16="http://schemas.microsoft.com/office/drawing/2014/main" id="{533B1A94-7B68-4F05-AA3B-B2CA30316028}"/>
              </a:ext>
            </a:extLst>
          </p:cNvPr>
          <p:cNvSpPr>
            <a:spLocks xmlns:a="http://schemas.openxmlformats.org/drawingml/2006/main" noGrp="1"/>
          </p:cNvSpPr>
          <p:nvPr/>
        </p:nvSpPr>
        <p:spPr>
          <a:xfrm xmlns:a="http://schemas.openxmlformats.org/drawingml/2006/main">
            <a:off x="73533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확인</a:t>
            </a:r>
          </a:p>
        </p:txBody>
      </p:sp>
      <p:sp>
        <p:nvSpPr>
          <p:cNvPr id="22" name="테스트와 검토">
            <a:extLst xmlns:a="http://schemas.openxmlformats.org/drawingml/2006/main">
              <a:ext uri="{FF2B5EF4-FFF2-40B4-BE49-F238E27FC236}">
                <a16:creationId xmlns:a16="http://schemas.microsoft.com/office/drawing/2014/main" id="{5A974587-77FE-49E8-B2E4-2230DFB7EF98}"/>
              </a:ext>
            </a:extLst>
          </p:cNvPr>
          <p:cNvSpPr>
            <a:spLocks xmlns:a="http://schemas.openxmlformats.org/drawingml/2006/main" noGrp="1"/>
          </p:cNvSpPr>
          <p:nvPr/>
        </p:nvSpPr>
        <p:spPr>
          <a:xfrm xmlns:a="http://schemas.openxmlformats.org/drawingml/2006/main">
            <a:off x="73533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테스트와 검토</a:t>
            </a:r>
          </a:p>
        </p:txBody>
      </p:sp>
      <p:cxnSp>
        <p:nvCxnSpPr>
          <p:cNvPr id="23" name="">
            <a:extLst xmlns:a="http://schemas.openxmlformats.org/drawingml/2006/main">
              <a:ext uri="{FF2B5EF4-FFF2-40B4-BE49-F238E27FC236}">
                <a16:creationId xmlns:a16="http://schemas.microsoft.com/office/drawing/2014/main" id="{A7C31FF9-0627-4EFE-8CB8-F9E5EBB794B3}"/>
              </a:ext>
            </a:extLst>
          </p:cNvPr>
          <p:cNvCxnSpPr/>
          <p:nvPr/>
        </p:nvCxnSpPr>
        <p:spPr>
          <a:xfrm xmlns:a="http://schemas.openxmlformats.org/drawingml/2006/main">
            <a:off x="93916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7C52DB90-9DE2-4D36-BE80-1CA34B90EA7A}"/>
              </a:ext>
            </a:extLst>
          </p:cNvPr>
          <p:cNvSpPr>
            <a:spLocks xmlns:a="http://schemas.openxmlformats.org/drawingml/2006/main" noGrp="1"/>
          </p:cNvSpPr>
          <p:nvPr/>
        </p:nvSpPr>
        <p:spPr>
          <a:xfrm xmlns:a="http://schemas.openxmlformats.org/drawingml/2006/main">
            <a:off x="96012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판단">
            <a:extLst xmlns:a="http://schemas.openxmlformats.org/drawingml/2006/main">
              <a:ext uri="{FF2B5EF4-FFF2-40B4-BE49-F238E27FC236}">
                <a16:creationId xmlns:a16="http://schemas.microsoft.com/office/drawing/2014/main" id="{3977EDF5-BA9C-40D0-A326-9112B87133D9}"/>
              </a:ext>
            </a:extLst>
          </p:cNvPr>
          <p:cNvSpPr>
            <a:spLocks xmlns:a="http://schemas.openxmlformats.org/drawingml/2006/main" noGrp="1"/>
          </p:cNvSpPr>
          <p:nvPr/>
        </p:nvSpPr>
        <p:spPr>
          <a:xfrm xmlns:a="http://schemas.openxmlformats.org/drawingml/2006/main">
            <a:off x="96012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판단</a:t>
            </a:r>
          </a:p>
        </p:txBody>
      </p:sp>
      <p:sp>
        <p:nvSpPr>
          <p:cNvPr id="26" name="완료·수정·중단">
            <a:extLst xmlns:a="http://schemas.openxmlformats.org/drawingml/2006/main">
              <a:ext uri="{FF2B5EF4-FFF2-40B4-BE49-F238E27FC236}">
                <a16:creationId xmlns:a16="http://schemas.microsoft.com/office/drawing/2014/main" id="{EABC5C45-A606-4128-9040-8A5197E605E1}"/>
              </a:ext>
            </a:extLst>
          </p:cNvPr>
          <p:cNvSpPr>
            <a:spLocks xmlns:a="http://schemas.openxmlformats.org/drawingml/2006/main" noGrp="1"/>
          </p:cNvSpPr>
          <p:nvPr/>
        </p:nvSpPr>
        <p:spPr>
          <a:xfrm xmlns:a="http://schemas.openxmlformats.org/drawingml/2006/main">
            <a:off x="96012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완료·수정·중단</a:t>
            </a:r>
          </a:p>
        </p:txBody>
      </p:sp>
      <p:sp>
        <p:nvSpPr>
          <p:cNvPr id="27" name="">
            <a:extLst xmlns:a="http://schemas.openxmlformats.org/drawingml/2006/main">
              <a:ext uri="{FF2B5EF4-FFF2-40B4-BE49-F238E27FC236}">
                <a16:creationId xmlns:a16="http://schemas.microsoft.com/office/drawing/2014/main" id="{11CB1B6A-932D-4F5F-930C-2437393BCE19}"/>
              </a:ext>
            </a:extLst>
          </p:cNvPr>
          <p:cNvSpPr>
            <a:spLocks xmlns:a="http://schemas.openxmlformats.org/drawingml/2006/main" noGrp="1"/>
          </p:cNvSpPr>
          <p:nvPr/>
        </p:nvSpPr>
        <p:spPr>
          <a:xfrm xmlns:a="http://schemas.openxmlformats.org/drawingml/2006/main">
            <a:off x="6096000" y="4924425"/>
            <a:ext cx="449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8" name="">
            <a:extLst xmlns:a="http://schemas.openxmlformats.org/drawingml/2006/main">
              <a:ext uri="{FF2B5EF4-FFF2-40B4-BE49-F238E27FC236}">
                <a16:creationId xmlns:a16="http://schemas.microsoft.com/office/drawing/2014/main" id="{4CED8B9B-7D05-4D74-90C9-829F539C2CE6}"/>
              </a:ext>
            </a:extLst>
          </p:cNvPr>
          <p:cNvSpPr>
            <a:spLocks xmlns:a="http://schemas.openxmlformats.org/drawingml/2006/main" noGrp="1"/>
          </p:cNvSpPr>
          <p:nvPr/>
        </p:nvSpPr>
        <p:spPr>
          <a:xfrm xmlns:a="http://schemas.openxmlformats.org/drawingml/2006/main">
            <a:off x="10591800" y="4314825"/>
            <a:ext cx="0" cy="609600"/>
          </a:xfrm>
          <a:prstGeom xmlns:a="http://schemas.openxmlformats.org/drawingml/2006/main" prst="line">
            <a:avLst/>
          </a:prstGeom>
          <a:ln xmlns:a="http://schemas.openxmlformats.org/drawingml/2006/main" w="23813">
            <a:solidFill>
              <a:srgbClr val="0B6172"/>
            </a:solidFill>
          </a:ln>
        </p:spPr>
      </p:sp>
      <p:cxnSp>
        <p:nvCxnSpPr>
          <p:cNvPr id="29" name="">
            <a:extLst xmlns:a="http://schemas.openxmlformats.org/drawingml/2006/main">
              <a:ext uri="{FF2B5EF4-FFF2-40B4-BE49-F238E27FC236}">
                <a16:creationId xmlns:a16="http://schemas.microsoft.com/office/drawing/2014/main" id="{27D43F10-E460-49F2-B5DA-938112EAA938}"/>
              </a:ext>
            </a:extLst>
          </p:cNvPr>
          <p:cNvCxnSpPr/>
          <p:nvPr/>
        </p:nvCxnSpPr>
        <p:spPr>
          <a:xfrm xmlns:a="http://schemas.openxmlformats.org/drawingml/2006/main">
            <a:off x="6096000" y="4314825"/>
            <a:ext cx="0" cy="6096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0" name="남은 지적과 근거를 다음 수정에 전달">
            <a:extLst xmlns:a="http://schemas.openxmlformats.org/drawingml/2006/main">
              <a:ext uri="{FF2B5EF4-FFF2-40B4-BE49-F238E27FC236}">
                <a16:creationId xmlns:a16="http://schemas.microsoft.com/office/drawing/2014/main" id="{EA0BF241-E63C-4EC9-98C3-EE225490CAD9}"/>
              </a:ext>
            </a:extLst>
          </p:cNvPr>
          <p:cNvSpPr>
            <a:spLocks xmlns:a="http://schemas.openxmlformats.org/drawingml/2006/main" noGrp="1"/>
          </p:cNvSpPr>
          <p:nvPr/>
        </p:nvSpPr>
        <p:spPr>
          <a:xfrm xmlns:a="http://schemas.openxmlformats.org/drawingml/2006/main">
            <a:off x="6343650" y="44481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지적과 근거를 다음 수정에 전달</a:t>
            </a:r>
          </a:p>
        </p:txBody>
      </p:sp>
      <p:sp>
        <p:nvSpPr>
          <p:cNvPr id="31" name="목표를 충족한 완료와, 검증하지 못한 중단을 구분한다">
            <a:extLst xmlns:a="http://schemas.openxmlformats.org/drawingml/2006/main">
              <a:ext uri="{FF2B5EF4-FFF2-40B4-BE49-F238E27FC236}">
                <a16:creationId xmlns:a16="http://schemas.microsoft.com/office/drawing/2014/main" id="{A9F98C5D-05E6-4A3F-860E-B4C65C15CE61}"/>
              </a:ext>
            </a:extLst>
          </p:cNvPr>
          <p:cNvSpPr>
            <a:spLocks xmlns:a="http://schemas.openxmlformats.org/drawingml/2006/main" noGrp="1"/>
          </p:cNvSpPr>
          <p:nvPr/>
        </p:nvSpPr>
        <p:spPr>
          <a:xfrm xmlns:a="http://schemas.openxmlformats.org/drawingml/2006/main">
            <a:off x="609600" y="52959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목표를 충족한 완료와, 검증하지 못한 중단을 구분한다</a:t>
            </a:r>
          </a:p>
        </p:txBody>
      </p:sp>
      <p:sp>
        <p:nvSpPr>
          <p:cNvPr id="32" name="Legacy module connection">
            <a:extLst xmlns:a="http://schemas.openxmlformats.org/drawingml/2006/main">
              <a:ext uri="{FF2B5EF4-FFF2-40B4-BE49-F238E27FC236}">
                <a16:creationId xmlns:a16="http://schemas.microsoft.com/office/drawing/2014/main" id="{B42F17E7-FE03-408D-9F6A-0C8F0618C8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7480081"/>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5 · AI가 일하는 조건">
            <a:extLst xmlns:a="http://schemas.openxmlformats.org/drawingml/2006/main">
              <a:ext uri="{FF2B5EF4-FFF2-40B4-BE49-F238E27FC236}">
                <a16:creationId xmlns:a16="http://schemas.microsoft.com/office/drawing/2014/main" id="{8C88EA2B-E612-41E2-9ED3-7FEB80694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AI가 일하는 조건</a:t>
            </a:r>
          </a:p>
        </p:txBody>
      </p:sp>
      <p:sp>
        <p:nvSpPr>
          <p:cNvPr id="2" name="S105">
            <a:extLst xmlns:a="http://schemas.openxmlformats.org/drawingml/2006/main">
              <a:ext uri="{FF2B5EF4-FFF2-40B4-BE49-F238E27FC236}">
                <a16:creationId xmlns:a16="http://schemas.microsoft.com/office/drawing/2014/main" id="{13BE381B-7E5A-4CD7-9919-93AC74C2E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작업 흐름에는 정보·절차·도구가 연결된다">
            <a:extLst xmlns:a="http://schemas.openxmlformats.org/drawingml/2006/main">
              <a:ext uri="{FF2B5EF4-FFF2-40B4-BE49-F238E27FC236}">
                <a16:creationId xmlns:a16="http://schemas.microsoft.com/office/drawing/2014/main" id="{07AB9B31-6459-4315-BFBE-E11643E71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흐름에는 정보·절차·도구가 연결된다</a:t>
            </a:r>
          </a:p>
        </p:txBody>
      </p:sp>
      <p:sp>
        <p:nvSpPr>
          <p:cNvPr id="4" name="">
            <a:extLst xmlns:a="http://schemas.openxmlformats.org/drawingml/2006/main">
              <a:ext uri="{FF2B5EF4-FFF2-40B4-BE49-F238E27FC236}">
                <a16:creationId xmlns:a16="http://schemas.microsoft.com/office/drawing/2014/main" id="{FB929122-891B-4AB2-AC71-E339147D9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에서 배운 관점의 종합 · TEACHING MODEL">
            <a:extLst xmlns:a="http://schemas.openxmlformats.org/drawingml/2006/main">
              <a:ext uri="{FF2B5EF4-FFF2-40B4-BE49-F238E27FC236}">
                <a16:creationId xmlns:a16="http://schemas.microsoft.com/office/drawing/2014/main" id="{336BC607-85D5-4025-9FAA-A6ED4B13E8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교육에서 배운 관점의 종합 · TEACHING MODEL</a:t>
            </a:r>
          </a:p>
        </p:txBody>
      </p:sp>
      <p:sp>
        <p:nvSpPr>
          <p:cNvPr id="6" name="설명용 도식 · 실제 실행·측정 결과나 모든 작업의 필수 구성표가 아님">
            <a:extLst xmlns:a="http://schemas.openxmlformats.org/drawingml/2006/main">
              <a:ext uri="{FF2B5EF4-FFF2-40B4-BE49-F238E27FC236}">
                <a16:creationId xmlns:a16="http://schemas.microsoft.com/office/drawing/2014/main" id="{78CD4AE2-B470-40D6-9E7A-7588468D23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설명용 도식 · 실제 실행·측정 결과나 모든 작업의 필수 구성표가 아님</a:t>
            </a:r>
          </a:p>
        </p:txBody>
      </p:sp>
      <p:sp>
        <p:nvSpPr>
          <p:cNvPr id="7" name="Agent의 작업은 주어진 명세·수행 방법·확인 도구와 연결된다">
            <a:extLst xmlns:a="http://schemas.openxmlformats.org/drawingml/2006/main">
              <a:ext uri="{FF2B5EF4-FFF2-40B4-BE49-F238E27FC236}">
                <a16:creationId xmlns:a16="http://schemas.microsoft.com/office/drawing/2014/main" id="{3EA3858D-8EC3-4128-B25E-D7A643ED32F9}"/>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Agent의 작업은 주어진 명세·수행 방법·확인 도구와 연결된다</a:t>
            </a:r>
          </a:p>
        </p:txBody>
      </p:sp>
      <p:sp>
        <p:nvSpPr>
          <p:cNvPr id="8" name="">
            <a:extLst xmlns:a="http://schemas.openxmlformats.org/drawingml/2006/main">
              <a:ext uri="{FF2B5EF4-FFF2-40B4-BE49-F238E27FC236}">
                <a16:creationId xmlns:a16="http://schemas.microsoft.com/office/drawing/2014/main" id="{06F8612B-C628-4AF5-9A39-E1D99CB2E466}"/>
              </a:ext>
            </a:extLst>
          </p:cNvPr>
          <p:cNvSpPr>
            <a:spLocks xmlns:a="http://schemas.openxmlformats.org/drawingml/2006/main" noGrp="1"/>
          </p:cNvSpPr>
          <p:nvPr/>
        </p:nvSpPr>
        <p:spPr>
          <a:xfrm xmlns:a="http://schemas.openxmlformats.org/drawingml/2006/main">
            <a:off x="60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프로젝트 정보">
            <a:extLst xmlns:a="http://schemas.openxmlformats.org/drawingml/2006/main">
              <a:ext uri="{FF2B5EF4-FFF2-40B4-BE49-F238E27FC236}">
                <a16:creationId xmlns:a16="http://schemas.microsoft.com/office/drawing/2014/main" id="{05EC56EB-C45E-4A5C-91D3-4D340A8A84BB}"/>
              </a:ext>
            </a:extLst>
          </p:cNvPr>
          <p:cNvSpPr>
            <a:spLocks xmlns:a="http://schemas.openxmlformats.org/drawingml/2006/main" noGrp="1"/>
          </p:cNvSpPr>
          <p:nvPr/>
        </p:nvSpPr>
        <p:spPr>
          <a:xfrm xmlns:a="http://schemas.openxmlformats.org/drawingml/2006/main">
            <a:off x="60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정보</a:t>
            </a:r>
          </a:p>
        </p:txBody>
      </p:sp>
      <p:sp>
        <p:nvSpPr>
          <p:cNvPr id="10" name="코드 · 명세 · 프로젝트 지식">
            <a:extLst xmlns:a="http://schemas.openxmlformats.org/drawingml/2006/main">
              <a:ext uri="{FF2B5EF4-FFF2-40B4-BE49-F238E27FC236}">
                <a16:creationId xmlns:a16="http://schemas.microsoft.com/office/drawing/2014/main" id="{B72E7B73-C976-41D0-9479-C2C9E8BAF0EB}"/>
              </a:ext>
            </a:extLst>
          </p:cNvPr>
          <p:cNvSpPr>
            <a:spLocks xmlns:a="http://schemas.openxmlformats.org/drawingml/2006/main" noGrp="1"/>
          </p:cNvSpPr>
          <p:nvPr/>
        </p:nvSpPr>
        <p:spPr>
          <a:xfrm xmlns:a="http://schemas.openxmlformats.org/drawingml/2006/main">
            <a:off x="60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 · 명세 · 프로젝트 지식</a:t>
            </a:r>
          </a:p>
        </p:txBody>
      </p:sp>
      <p:sp>
        <p:nvSpPr>
          <p:cNvPr id="11" name="">
            <a:extLst xmlns:a="http://schemas.openxmlformats.org/drawingml/2006/main">
              <a:ext uri="{FF2B5EF4-FFF2-40B4-BE49-F238E27FC236}">
                <a16:creationId xmlns:a16="http://schemas.microsoft.com/office/drawing/2014/main" id="{F9499B88-508C-4E05-B483-6656922DCC5F}"/>
              </a:ext>
            </a:extLst>
          </p:cNvPr>
          <p:cNvSpPr>
            <a:spLocks xmlns:a="http://schemas.openxmlformats.org/drawingml/2006/main" noGrp="1"/>
          </p:cNvSpPr>
          <p:nvPr/>
        </p:nvSpPr>
        <p:spPr>
          <a:xfrm xmlns:a="http://schemas.openxmlformats.org/drawingml/2006/main">
            <a:off x="2286000" y="3829050"/>
            <a:ext cx="0" cy="247650"/>
          </a:xfrm>
          <a:prstGeom xmlns:a="http://schemas.openxmlformats.org/drawingml/2006/main" prst="line">
            <a:avLst/>
          </a:prstGeom>
          <a:ln xmlns:a="http://schemas.openxmlformats.org/drawingml/2006/main" w="23813">
            <a:solidFill>
              <a:srgbClr val="0B6172"/>
            </a:solidFill>
          </a:ln>
        </p:spPr>
      </p:sp>
      <p:sp>
        <p:nvSpPr>
          <p:cNvPr id="12" name="">
            <a:extLst xmlns:a="http://schemas.openxmlformats.org/drawingml/2006/main">
              <a:ext uri="{FF2B5EF4-FFF2-40B4-BE49-F238E27FC236}">
                <a16:creationId xmlns:a16="http://schemas.microsoft.com/office/drawing/2014/main" id="{F89680FD-6ABB-4639-BE00-015E99EA4438}"/>
              </a:ext>
            </a:extLst>
          </p:cNvPr>
          <p:cNvSpPr>
            <a:spLocks xmlns:a="http://schemas.openxmlformats.org/drawingml/2006/main" noGrp="1"/>
          </p:cNvSpPr>
          <p:nvPr/>
        </p:nvSpPr>
        <p:spPr>
          <a:xfrm xmlns:a="http://schemas.openxmlformats.org/drawingml/2006/main">
            <a:off x="441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재사용할 수행 방법">
            <a:extLst xmlns:a="http://schemas.openxmlformats.org/drawingml/2006/main">
              <a:ext uri="{FF2B5EF4-FFF2-40B4-BE49-F238E27FC236}">
                <a16:creationId xmlns:a16="http://schemas.microsoft.com/office/drawing/2014/main" id="{D8B2AB35-DB66-4817-9366-D2CC3C50C39A}"/>
              </a:ext>
            </a:extLst>
          </p:cNvPr>
          <p:cNvSpPr>
            <a:spLocks xmlns:a="http://schemas.openxmlformats.org/drawingml/2006/main" noGrp="1"/>
          </p:cNvSpPr>
          <p:nvPr/>
        </p:nvSpPr>
        <p:spPr>
          <a:xfrm xmlns:a="http://schemas.openxmlformats.org/drawingml/2006/main">
            <a:off x="441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수행 방법</a:t>
            </a:r>
          </a:p>
        </p:txBody>
      </p:sp>
      <p:sp>
        <p:nvSpPr>
          <p:cNvPr id="14" name="조사 · 변경 · 검증 순서">
            <a:extLst xmlns:a="http://schemas.openxmlformats.org/drawingml/2006/main">
              <a:ext uri="{FF2B5EF4-FFF2-40B4-BE49-F238E27FC236}">
                <a16:creationId xmlns:a16="http://schemas.microsoft.com/office/drawing/2014/main" id="{4EDC5BFA-1243-49D5-ACDC-B9B905502652}"/>
              </a:ext>
            </a:extLst>
          </p:cNvPr>
          <p:cNvSpPr>
            <a:spLocks xmlns:a="http://schemas.openxmlformats.org/drawingml/2006/main" noGrp="1"/>
          </p:cNvSpPr>
          <p:nvPr/>
        </p:nvSpPr>
        <p:spPr>
          <a:xfrm xmlns:a="http://schemas.openxmlformats.org/drawingml/2006/main">
            <a:off x="441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 순서</a:t>
            </a:r>
          </a:p>
        </p:txBody>
      </p:sp>
      <p:sp>
        <p:nvSpPr>
          <p:cNvPr id="15" name="">
            <a:extLst xmlns:a="http://schemas.openxmlformats.org/drawingml/2006/main">
              <a:ext uri="{FF2B5EF4-FFF2-40B4-BE49-F238E27FC236}">
                <a16:creationId xmlns:a16="http://schemas.microsoft.com/office/drawing/2014/main" id="{EF211687-DCCC-4C25-A5AE-62A15C932CE5}"/>
              </a:ext>
            </a:extLst>
          </p:cNvPr>
          <p:cNvSpPr>
            <a:spLocks xmlns:a="http://schemas.openxmlformats.org/drawingml/2006/main" noGrp="1"/>
          </p:cNvSpPr>
          <p:nvPr/>
        </p:nvSpPr>
        <p:spPr>
          <a:xfrm xmlns:a="http://schemas.openxmlformats.org/drawingml/2006/main">
            <a:off x="822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도구">
            <a:extLst xmlns:a="http://schemas.openxmlformats.org/drawingml/2006/main">
              <a:ext uri="{FF2B5EF4-FFF2-40B4-BE49-F238E27FC236}">
                <a16:creationId xmlns:a16="http://schemas.microsoft.com/office/drawing/2014/main" id="{C6653433-28D1-4780-8C26-87564A08FAAB}"/>
              </a:ext>
            </a:extLst>
          </p:cNvPr>
          <p:cNvSpPr>
            <a:spLocks xmlns:a="http://schemas.openxmlformats.org/drawingml/2006/main" noGrp="1"/>
          </p:cNvSpPr>
          <p:nvPr/>
        </p:nvSpPr>
        <p:spPr>
          <a:xfrm xmlns:a="http://schemas.openxmlformats.org/drawingml/2006/main">
            <a:off x="822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도구</a:t>
            </a:r>
          </a:p>
        </p:txBody>
      </p:sp>
      <p:sp>
        <p:nvSpPr>
          <p:cNvPr id="17" name="테스트 · 측정 · 결과 비교">
            <a:extLst xmlns:a="http://schemas.openxmlformats.org/drawingml/2006/main">
              <a:ext uri="{FF2B5EF4-FFF2-40B4-BE49-F238E27FC236}">
                <a16:creationId xmlns:a16="http://schemas.microsoft.com/office/drawing/2014/main" id="{1DB6972F-0A05-4E1E-B63B-B704EA2C150C}"/>
              </a:ext>
            </a:extLst>
          </p:cNvPr>
          <p:cNvSpPr>
            <a:spLocks xmlns:a="http://schemas.openxmlformats.org/drawingml/2006/main" noGrp="1"/>
          </p:cNvSpPr>
          <p:nvPr/>
        </p:nvSpPr>
        <p:spPr>
          <a:xfrm xmlns:a="http://schemas.openxmlformats.org/drawingml/2006/main">
            <a:off x="822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 결과 비교</a:t>
            </a:r>
          </a:p>
        </p:txBody>
      </p:sp>
      <p:sp>
        <p:nvSpPr>
          <p:cNvPr id="18" name="">
            <a:extLst xmlns:a="http://schemas.openxmlformats.org/drawingml/2006/main">
              <a:ext uri="{FF2B5EF4-FFF2-40B4-BE49-F238E27FC236}">
                <a16:creationId xmlns:a16="http://schemas.microsoft.com/office/drawing/2014/main" id="{1ADCB255-4B39-4168-99FA-CDD9F8D29615}"/>
              </a:ext>
            </a:extLst>
          </p:cNvPr>
          <p:cNvSpPr>
            <a:spLocks xmlns:a="http://schemas.openxmlformats.org/drawingml/2006/main" noGrp="1"/>
          </p:cNvSpPr>
          <p:nvPr/>
        </p:nvSpPr>
        <p:spPr>
          <a:xfrm xmlns:a="http://schemas.openxmlformats.org/drawingml/2006/main">
            <a:off x="9906000" y="3829050"/>
            <a:ext cx="0" cy="2476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B15085C-765C-49D7-9ED2-60C410EE592E}"/>
              </a:ext>
            </a:extLst>
          </p:cNvPr>
          <p:cNvSpPr>
            <a:spLocks xmlns:a="http://schemas.openxmlformats.org/drawingml/2006/main" noGrp="1"/>
          </p:cNvSpPr>
          <p:nvPr/>
        </p:nvSpPr>
        <p:spPr>
          <a:xfrm xmlns:a="http://schemas.openxmlformats.org/drawingml/2006/main">
            <a:off x="2286000" y="4076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AC0637-8364-488D-9870-2647A972C5FA}"/>
              </a:ext>
            </a:extLst>
          </p:cNvPr>
          <p:cNvCxnSpPr/>
          <p:nvPr/>
        </p:nvCxnSpPr>
        <p:spPr>
          <a:xfrm xmlns:a="http://schemas.openxmlformats.org/drawingml/2006/main">
            <a:off x="6096000" y="3781425"/>
            <a:ext cx="0" cy="6000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5517B83-C98F-4ABF-B0D3-74A6E9952848}"/>
              </a:ext>
            </a:extLst>
          </p:cNvPr>
          <p:cNvSpPr>
            <a:spLocks xmlns:a="http://schemas.openxmlformats.org/drawingml/2006/main" noGrp="1"/>
          </p:cNvSpPr>
          <p:nvPr/>
        </p:nvSpPr>
        <p:spPr>
          <a:xfrm xmlns:a="http://schemas.openxmlformats.org/drawingml/2006/main">
            <a:off x="3962400" y="4381500"/>
            <a:ext cx="42672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조사·변경·검토하는 Agent">
            <a:extLst xmlns:a="http://schemas.openxmlformats.org/drawingml/2006/main">
              <a:ext uri="{FF2B5EF4-FFF2-40B4-BE49-F238E27FC236}">
                <a16:creationId xmlns:a16="http://schemas.microsoft.com/office/drawing/2014/main" id="{927FB579-2D09-4432-BB0C-E1FE9B9FB219}"/>
              </a:ext>
            </a:extLst>
          </p:cNvPr>
          <p:cNvSpPr>
            <a:spLocks xmlns:a="http://schemas.openxmlformats.org/drawingml/2006/main" noGrp="1"/>
          </p:cNvSpPr>
          <p:nvPr/>
        </p:nvSpPr>
        <p:spPr>
          <a:xfrm xmlns:a="http://schemas.openxmlformats.org/drawingml/2006/main">
            <a:off x="4152900" y="4495800"/>
            <a:ext cx="3886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조사·변경·검토하는 Agent</a:t>
            </a:r>
          </a:p>
        </p:txBody>
      </p:sp>
      <p:sp>
        <p:nvSpPr>
          <p:cNvPr id="23" name="결과로 남길 것: 변경 내용 · 확인 근거 · 미해결 항목">
            <a:extLst xmlns:a="http://schemas.openxmlformats.org/drawingml/2006/main">
              <a:ext uri="{FF2B5EF4-FFF2-40B4-BE49-F238E27FC236}">
                <a16:creationId xmlns:a16="http://schemas.microsoft.com/office/drawing/2014/main" id="{A95D0918-0361-4073-B6AD-735DEA5B7422}"/>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결과로 남길 것: 변경 내용 · 확인 근거 · 미해결 항목</a:t>
            </a:r>
          </a:p>
        </p:txBody>
      </p:sp>
      <p:sp>
        <p:nvSpPr>
          <p:cNvPr id="24" name="Legacy module connection">
            <a:extLst xmlns:a="http://schemas.openxmlformats.org/drawingml/2006/main">
              <a:ext uri="{FF2B5EF4-FFF2-40B4-BE49-F238E27FC236}">
                <a16:creationId xmlns:a16="http://schemas.microsoft.com/office/drawing/2014/main" id="{2E16B966-62E2-4D2C-85B5-7AAB63048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종합</a:t>
            </a:r>
          </a:p>
        </p:txBody>
      </p:sp>
    </p:spTree>
    <p:extLst>
      <p:ext uri="{BB962C8B-B14F-4D97-AF65-F5344CB8AC3E}">
        <p14:creationId xmlns:p14="http://schemas.microsoft.com/office/powerpoint/2010/main" val="1397326974"/>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완료 보고와 수용 판단">
            <a:extLst xmlns:a="http://schemas.openxmlformats.org/drawingml/2006/main">
              <a:ext uri="{FF2B5EF4-FFF2-40B4-BE49-F238E27FC236}">
                <a16:creationId xmlns:a16="http://schemas.microsoft.com/office/drawing/2014/main" id="{7BC4A09B-5DD8-462B-B8C7-204D7AD1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완료 보고와 수용 판단</a:t>
            </a:r>
          </a:p>
        </p:txBody>
      </p:sp>
      <p:sp>
        <p:nvSpPr>
          <p:cNvPr id="2" name="S106">
            <a:extLst xmlns:a="http://schemas.openxmlformats.org/drawingml/2006/main">
              <a:ext uri="{FF2B5EF4-FFF2-40B4-BE49-F238E27FC236}">
                <a16:creationId xmlns:a16="http://schemas.microsoft.com/office/drawing/2014/main" id="{D57D1879-B4BF-4C86-AA89-06C8BDE19E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결과를 수용할지는 사람이 판단한다">
            <a:extLst xmlns:a="http://schemas.openxmlformats.org/drawingml/2006/main">
              <a:ext uri="{FF2B5EF4-FFF2-40B4-BE49-F238E27FC236}">
                <a16:creationId xmlns:a16="http://schemas.microsoft.com/office/drawing/2014/main" id="{F4DBE855-CCEB-4901-9051-A5C0A0EF7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0DAEEDE-B0D2-4DEA-801D-95E79AA5F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에서 배운 관점의 종합 · TEACHING MODEL">
            <a:extLst xmlns:a="http://schemas.openxmlformats.org/drawingml/2006/main">
              <a:ext uri="{FF2B5EF4-FFF2-40B4-BE49-F238E27FC236}">
                <a16:creationId xmlns:a16="http://schemas.microsoft.com/office/drawing/2014/main" id="{8DFE2CFF-02AF-4A4D-A2B8-28A3AD7092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교육에서 배운 관점의 종합 · TEACHING MODEL</a:t>
            </a:r>
          </a:p>
        </p:txBody>
      </p:sp>
      <p:sp>
        <p:nvSpPr>
          <p:cNvPr id="6" name="설명용 도식 · 실제 실행·측정 결과나 모든 작업의 필수 구성표가 아님">
            <a:extLst xmlns:a="http://schemas.openxmlformats.org/drawingml/2006/main">
              <a:ext uri="{FF2B5EF4-FFF2-40B4-BE49-F238E27FC236}">
                <a16:creationId xmlns:a16="http://schemas.microsoft.com/office/drawing/2014/main" id="{7CFE56CF-EC04-43E2-9191-6BA7946F72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설명용 도식 · 실제 실행·측정 결과나 모든 작업의 필수 구성표가 아님</a:t>
            </a:r>
          </a:p>
        </p:txBody>
      </p:sp>
      <p:sp>
        <p:nvSpPr>
          <p:cNvPr id="7" name="작업 완료 보고 뒤에도, 목표·근거·남은 위험을 확인한다">
            <a:extLst xmlns:a="http://schemas.openxmlformats.org/drawingml/2006/main">
              <a:ext uri="{FF2B5EF4-FFF2-40B4-BE49-F238E27FC236}">
                <a16:creationId xmlns:a16="http://schemas.microsoft.com/office/drawing/2014/main" id="{BE85A14E-655B-4C15-9FD7-4B9502CFA7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완료 보고 뒤에도, 목표·근거·남은 위험을 확인한다</a:t>
            </a:r>
          </a:p>
        </p:txBody>
      </p:sp>
      <p:sp>
        <p:nvSpPr>
          <p:cNvPr id="8" name="AI의 작업 결과">
            <a:extLst xmlns:a="http://schemas.openxmlformats.org/drawingml/2006/main">
              <a:ext uri="{FF2B5EF4-FFF2-40B4-BE49-F238E27FC236}">
                <a16:creationId xmlns:a16="http://schemas.microsoft.com/office/drawing/2014/main" id="{BF56A914-A171-4CBA-AEC7-7403CDF4615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C5763F4-DDA8-4476-B0F9-F139B86169E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4CED0F98-49BC-42CC-8FE1-3ECD136C7A7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7C0CCE7-6F14-4ECD-BC53-C94C01ABBC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A4AD46F-5204-4C07-931A-987EF7BA6819}"/>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0A6A33D0-3910-4855-8353-C17FD914D4A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2269840-F996-4714-8D31-CB80FAA32B2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55E2B7C-066A-4889-A21F-8286BD38DCE9}"/>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79939080-CD1E-4D7C-B783-48B9453F0F4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0D71E02-109A-4C87-9D8A-8D6B7507141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B5D54200-6623-472E-9D46-45500C9699C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D77A7D3-E36E-4E07-9180-088608327CB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EF53662-FDB2-437D-B4FE-8FE459ADB4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278BE83-9AE5-4AF2-8540-89BC944D550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6881CFF-5B9E-46A9-8FFE-C8F1136F81D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351D950-E7B7-4C85-B24E-0BD6FDD78BC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5517926D-4A94-4311-9576-6B219BC9800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ABDB20D-EDF7-47DC-B5DD-8B39712D0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418672"/>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AI-Native Development / 이 교육의 관점">
            <a:extLst xmlns:a="http://schemas.openxmlformats.org/drawingml/2006/main">
              <a:ext uri="{FF2B5EF4-FFF2-40B4-BE49-F238E27FC236}">
                <a16:creationId xmlns:a16="http://schemas.microsoft.com/office/drawing/2014/main" id="{28E70CCD-9538-46BC-9CBF-B27D0D3B3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관점</a:t>
            </a:r>
          </a:p>
        </p:txBody>
      </p:sp>
      <p:sp>
        <p:nvSpPr>
          <p:cNvPr id="2" name="S107">
            <a:extLst xmlns:a="http://schemas.openxmlformats.org/drawingml/2006/main">
              <a:ext uri="{FF2B5EF4-FFF2-40B4-BE49-F238E27FC236}">
                <a16:creationId xmlns:a16="http://schemas.microsoft.com/office/drawing/2014/main" id="{183E1EEA-927E-430D-9538-683E6EBE5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AI가 일할 조건과 확인 경로를 설계한다">
            <a:extLst xmlns:a="http://schemas.openxmlformats.org/drawingml/2006/main">
              <a:ext uri="{FF2B5EF4-FFF2-40B4-BE49-F238E27FC236}">
                <a16:creationId xmlns:a16="http://schemas.microsoft.com/office/drawing/2014/main" id="{919848CC-02D0-48C8-8D56-CB3EA693E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68DDA0D-4B9D-44D4-A414-58DC32EDA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에서 배운 관점의 종합 · TEACHING MODEL">
            <a:extLst xmlns:a="http://schemas.openxmlformats.org/drawingml/2006/main">
              <a:ext uri="{FF2B5EF4-FFF2-40B4-BE49-F238E27FC236}">
                <a16:creationId xmlns:a16="http://schemas.microsoft.com/office/drawing/2014/main" id="{36695EA7-E543-46AE-A299-4766BA0A5A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교육에서 배운 관점의 종합 · TEACHING MODEL</a:t>
            </a:r>
          </a:p>
        </p:txBody>
      </p:sp>
      <p:sp>
        <p:nvSpPr>
          <p:cNvPr id="6" name="설명용 도식 · 실제 실행·측정 결과나 모든 작업의 필수 구성표가 아님">
            <a:extLst xmlns:a="http://schemas.openxmlformats.org/drawingml/2006/main">
              <a:ext uri="{FF2B5EF4-FFF2-40B4-BE49-F238E27FC236}">
                <a16:creationId xmlns:a16="http://schemas.microsoft.com/office/drawing/2014/main" id="{827553AA-482E-4059-8570-E666723F60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설명용 도식 · 실제 실행·측정 결과나 모든 작업의 필수 구성표가 아님</a:t>
            </a:r>
          </a:p>
        </p:txBody>
      </p:sp>
      <p:sp>
        <p:nvSpPr>
          <p:cNvPr id="7" name="작업을 맡기는 범위와, 수행·검토·수용의 연결을 설계한다">
            <a:extLst xmlns:a="http://schemas.openxmlformats.org/drawingml/2006/main">
              <a:ext uri="{FF2B5EF4-FFF2-40B4-BE49-F238E27FC236}">
                <a16:creationId xmlns:a16="http://schemas.microsoft.com/office/drawing/2014/main" id="{5F3F0D1C-A422-438C-8F34-BB11E8FF8115}"/>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작업을 맡기는 범위와, 수행·검토·수용의 연결을 설계한다</a:t>
            </a:r>
          </a:p>
        </p:txBody>
      </p:sp>
      <p:sp>
        <p:nvSpPr>
          <p:cNvPr id="8" name="">
            <a:extLst xmlns:a="http://schemas.openxmlformats.org/drawingml/2006/main">
              <a:ext uri="{FF2B5EF4-FFF2-40B4-BE49-F238E27FC236}">
                <a16:creationId xmlns:a16="http://schemas.microsoft.com/office/drawing/2014/main" id="{BCE39582-A96C-43AE-818C-1CFE82A1D4B2}"/>
              </a:ext>
            </a:extLst>
          </p:cNvPr>
          <p:cNvSpPr>
            <a:spLocks xmlns:a="http://schemas.openxmlformats.org/drawingml/2006/main" noGrp="1"/>
          </p:cNvSpPr>
          <p:nvPr/>
        </p:nvSpPr>
        <p:spPr>
          <a:xfrm xmlns:a="http://schemas.openxmlformats.org/drawingml/2006/main">
            <a:off x="60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7ABCEC2-E7C4-4ADE-8571-1CD1751CCA4E}"/>
              </a:ext>
            </a:extLst>
          </p:cNvPr>
          <p:cNvSpPr>
            <a:spLocks xmlns:a="http://schemas.openxmlformats.org/drawingml/2006/main" noGrp="1"/>
          </p:cNvSpPr>
          <p:nvPr/>
        </p:nvSpPr>
        <p:spPr>
          <a:xfrm xmlns:a="http://schemas.openxmlformats.org/drawingml/2006/main">
            <a:off x="60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10;완료 기준">
            <a:extLst xmlns:a="http://schemas.openxmlformats.org/drawingml/2006/main">
              <a:ext uri="{FF2B5EF4-FFF2-40B4-BE49-F238E27FC236}">
                <a16:creationId xmlns:a16="http://schemas.microsoft.com/office/drawing/2014/main" id="{477B3844-ED2C-4987-97A7-62DB9263B15D}"/>
              </a:ext>
            </a:extLst>
          </p:cNvPr>
          <p:cNvSpPr>
            <a:spLocks xmlns:a="http://schemas.openxmlformats.org/drawingml/2006/main" noGrp="1"/>
          </p:cNvSpPr>
          <p:nvPr/>
        </p:nvSpPr>
        <p:spPr>
          <a:xfrm xmlns:a="http://schemas.openxmlformats.org/drawingml/2006/main">
            <a:off x="60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완료 기준</a:t>
            </a:r>
          </a:p>
        </p:txBody>
      </p:sp>
      <p:cxnSp>
        <p:nvCxnSpPr>
          <p:cNvPr id="11" name="">
            <a:extLst xmlns:a="http://schemas.openxmlformats.org/drawingml/2006/main">
              <a:ext uri="{FF2B5EF4-FFF2-40B4-BE49-F238E27FC236}">
                <a16:creationId xmlns:a16="http://schemas.microsoft.com/office/drawing/2014/main" id="{25D9700E-77EA-4E33-A658-96A30343209C}"/>
              </a:ext>
            </a:extLst>
          </p:cNvPr>
          <p:cNvCxnSpPr/>
          <p:nvPr/>
        </p:nvCxnSpPr>
        <p:spPr>
          <a:xfrm xmlns:a="http://schemas.openxmlformats.org/drawingml/2006/main">
            <a:off x="404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EA15DC-A80A-4BCA-AC58-8DD1D9DE459B}"/>
              </a:ext>
            </a:extLst>
          </p:cNvPr>
          <p:cNvSpPr>
            <a:spLocks xmlns:a="http://schemas.openxmlformats.org/drawingml/2006/main" noGrp="1"/>
          </p:cNvSpPr>
          <p:nvPr/>
        </p:nvSpPr>
        <p:spPr>
          <a:xfrm xmlns:a="http://schemas.openxmlformats.org/drawingml/2006/main">
            <a:off x="441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일할 조건">
            <a:extLst xmlns:a="http://schemas.openxmlformats.org/drawingml/2006/main">
              <a:ext uri="{FF2B5EF4-FFF2-40B4-BE49-F238E27FC236}">
                <a16:creationId xmlns:a16="http://schemas.microsoft.com/office/drawing/2014/main" id="{8256166C-B859-4124-BBD8-648FC5B0D9F2}"/>
              </a:ext>
            </a:extLst>
          </p:cNvPr>
          <p:cNvSpPr>
            <a:spLocks xmlns:a="http://schemas.openxmlformats.org/drawingml/2006/main" noGrp="1"/>
          </p:cNvSpPr>
          <p:nvPr/>
        </p:nvSpPr>
        <p:spPr>
          <a:xfrm xmlns:a="http://schemas.openxmlformats.org/drawingml/2006/main">
            <a:off x="441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4" name="정보·수행 방법&#10;도구·검토 역할">
            <a:extLst xmlns:a="http://schemas.openxmlformats.org/drawingml/2006/main">
              <a:ext uri="{FF2B5EF4-FFF2-40B4-BE49-F238E27FC236}">
                <a16:creationId xmlns:a16="http://schemas.microsoft.com/office/drawing/2014/main" id="{9006B090-2AA2-4EB7-BE08-A83E34EE8AA9}"/>
              </a:ext>
            </a:extLst>
          </p:cNvPr>
          <p:cNvSpPr>
            <a:spLocks xmlns:a="http://schemas.openxmlformats.org/drawingml/2006/main" noGrp="1"/>
          </p:cNvSpPr>
          <p:nvPr/>
        </p:nvSpPr>
        <p:spPr>
          <a:xfrm xmlns:a="http://schemas.openxmlformats.org/drawingml/2006/main">
            <a:off x="441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정보·수행 방법</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도구·검토 역할</a:t>
            </a:r>
          </a:p>
        </p:txBody>
      </p:sp>
      <p:cxnSp>
        <p:nvCxnSpPr>
          <p:cNvPr id="15" name="">
            <a:extLst xmlns:a="http://schemas.openxmlformats.org/drawingml/2006/main">
              <a:ext uri="{FF2B5EF4-FFF2-40B4-BE49-F238E27FC236}">
                <a16:creationId xmlns:a16="http://schemas.microsoft.com/office/drawing/2014/main" id="{B92379BE-46C4-4758-B3F9-3C71AEE0A827}"/>
              </a:ext>
            </a:extLst>
          </p:cNvPr>
          <p:cNvCxnSpPr/>
          <p:nvPr/>
        </p:nvCxnSpPr>
        <p:spPr>
          <a:xfrm xmlns:a="http://schemas.openxmlformats.org/drawingml/2006/main">
            <a:off x="785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EDD40F6-44DE-44D5-AF80-CC251BD6FD5A}"/>
              </a:ext>
            </a:extLst>
          </p:cNvPr>
          <p:cNvSpPr>
            <a:spLocks xmlns:a="http://schemas.openxmlformats.org/drawingml/2006/main" noGrp="1"/>
          </p:cNvSpPr>
          <p:nvPr/>
        </p:nvSpPr>
        <p:spPr>
          <a:xfrm xmlns:a="http://schemas.openxmlformats.org/drawingml/2006/main">
            <a:off x="822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확인과 책임">
            <a:extLst xmlns:a="http://schemas.openxmlformats.org/drawingml/2006/main">
              <a:ext uri="{FF2B5EF4-FFF2-40B4-BE49-F238E27FC236}">
                <a16:creationId xmlns:a16="http://schemas.microsoft.com/office/drawing/2014/main" id="{E41D8737-9F04-4CF2-8103-F951406E3D50}"/>
              </a:ext>
            </a:extLst>
          </p:cNvPr>
          <p:cNvSpPr>
            <a:spLocks xmlns:a="http://schemas.openxmlformats.org/drawingml/2006/main" noGrp="1"/>
          </p:cNvSpPr>
          <p:nvPr/>
        </p:nvSpPr>
        <p:spPr>
          <a:xfrm xmlns:a="http://schemas.openxmlformats.org/drawingml/2006/main">
            <a:off x="822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책임</a:t>
            </a:r>
          </a:p>
        </p:txBody>
      </p:sp>
      <p:sp>
        <p:nvSpPr>
          <p:cNvPr id="18" name="검증·수정·재검토&#10;사람의 수용 판단">
            <a:extLst xmlns:a="http://schemas.openxmlformats.org/drawingml/2006/main">
              <a:ext uri="{FF2B5EF4-FFF2-40B4-BE49-F238E27FC236}">
                <a16:creationId xmlns:a16="http://schemas.microsoft.com/office/drawing/2014/main" id="{B12FF429-FED9-41F7-8E4C-BDB130386723}"/>
              </a:ext>
            </a:extLst>
          </p:cNvPr>
          <p:cNvSpPr>
            <a:spLocks xmlns:a="http://schemas.openxmlformats.org/drawingml/2006/main" noGrp="1"/>
          </p:cNvSpPr>
          <p:nvPr/>
        </p:nvSpPr>
        <p:spPr>
          <a:xfrm xmlns:a="http://schemas.openxmlformats.org/drawingml/2006/main">
            <a:off x="822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검증·수정·재검토</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사람의 수용 판단</a:t>
            </a:r>
          </a:p>
        </p:txBody>
      </p:sp>
      <p:sp>
        <p:nvSpPr>
          <p:cNvPr id="19" name="이 교육에서는 이를 AI-Native Development의 관점으로 본다">
            <a:extLst xmlns:a="http://schemas.openxmlformats.org/drawingml/2006/main">
              <a:ext uri="{FF2B5EF4-FFF2-40B4-BE49-F238E27FC236}">
                <a16:creationId xmlns:a16="http://schemas.microsoft.com/office/drawing/2014/main" id="{3126C60D-535F-405D-AFAE-6E0049CB7309}"/>
              </a:ext>
            </a:extLst>
          </p:cNvPr>
          <p:cNvSpPr>
            <a:spLocks xmlns:a="http://schemas.openxmlformats.org/drawingml/2006/main" noGrp="1"/>
          </p:cNvSpPr>
          <p:nvPr/>
        </p:nvSpPr>
        <p:spPr>
          <a:xfrm xmlns:a="http://schemas.openxmlformats.org/drawingml/2006/main">
            <a:off x="609600" y="4857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 교육에서는 이를 AI-Native Development의 관점으로 본다</a:t>
            </a:r>
          </a:p>
        </p:txBody>
      </p:sp>
      <p:sp>
        <p:nvSpPr>
          <p:cNvPr id="20" name="모델·플랫폼이 달라져도, 지금의 구성이 모두 필요할까?">
            <a:extLst xmlns:a="http://schemas.openxmlformats.org/drawingml/2006/main">
              <a:ext uri="{FF2B5EF4-FFF2-40B4-BE49-F238E27FC236}">
                <a16:creationId xmlns:a16="http://schemas.microsoft.com/office/drawing/2014/main" id="{9C5DF8D7-88A0-47B6-82FE-D909214E8EF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모델·플랫폼이 달라져도, 지금의 구성이 모두 필요할까?</a:t>
            </a:r>
          </a:p>
        </p:txBody>
      </p:sp>
      <p:sp>
        <p:nvSpPr>
          <p:cNvPr id="21" name="Legacy module connection">
            <a:extLst xmlns:a="http://schemas.openxmlformats.org/drawingml/2006/main">
              <a:ext uri="{FF2B5EF4-FFF2-40B4-BE49-F238E27FC236}">
                <a16:creationId xmlns:a16="http://schemas.microsoft.com/office/drawing/2014/main" id="{9C67C335-4D94-4A96-9C4B-A47E8F452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247212"/>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51EDC52-8475-4F96-86AF-E919B9889D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8">
            <a:extLst xmlns:a="http://schemas.openxmlformats.org/drawingml/2006/main">
              <a:ext uri="{FF2B5EF4-FFF2-40B4-BE49-F238E27FC236}">
                <a16:creationId xmlns:a16="http://schemas.microsoft.com/office/drawing/2014/main" id="{47C8FE52-7423-40C4-A639-F44808F2DC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모델·플랫폼이 바뀌면 Harness도 다시 본다">
            <a:extLst xmlns:a="http://schemas.openxmlformats.org/drawingml/2006/main">
              <a:ext uri="{FF2B5EF4-FFF2-40B4-BE49-F238E27FC236}">
                <a16:creationId xmlns:a16="http://schemas.microsoft.com/office/drawing/2014/main" id="{B149D998-1608-4E51-AA9E-FFF5AAE980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998ACF8E-E3A5-4A6A-98E9-93F0FF1FDB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AD6368B7-9853-4BCB-A4B5-A548D03295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FFA11895-3883-43A0-A4A6-263B19A114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28578BC4-735D-4490-9823-4717918195E6}"/>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707DE67F-47B7-49F5-BC56-144197086D4F}"/>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99275A8A-F035-4A52-8BA3-E100841A0C7B}"/>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2E9E29E4-6634-4B6F-9C7C-D321BCD4FFCD}"/>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2E3944AB-DE00-4E8A-89F1-7F73D4010EF9}"/>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3FC241E0-7EF7-40A2-8586-6AA3B8AC6951}"/>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85EE2AF6-71FC-4B77-AE4E-DEF5DED02307}"/>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A0656EDC-9AC5-4814-ABE7-8619D5E2C68B}"/>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051FBE3F-D923-4E4A-9046-01421DB39357}"/>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016C07C4-80F7-4BF0-88A1-AE6642D3660E}"/>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A144BFE6-27A0-48AA-99FA-865E0184F3D8}"/>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811399C1-D913-402B-A327-D9CD0485AC6C}"/>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E0562641-C321-4210-A730-EC994FB9AC11}"/>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49985588-1870-447E-BC59-A810FC866057}"/>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915F55BD-79EB-406C-94F9-8BE9BDC0882A}"/>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421FA23E-4667-4B0B-9FBD-55A15DD587CD}"/>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355C056F-8765-4BA0-916B-1747905CC6A3}"/>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18B93D3B-E541-42CF-948F-ED5A5547A19A}"/>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EE7D8AA5-8E4B-4875-9459-F2DD2817665B}"/>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BC4AC3E-1685-4B4B-82FF-00B0E4F4BD1E}"/>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DD74DF24-F5B4-4E54-A94D-E22EC52DE1F1}"/>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611C0E7-8C35-4239-BECA-E7F628A52588}"/>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1D02F98D-FC56-40DB-9C68-6363E3B8AF3E}"/>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777A8B5-6009-4A4E-BD72-458478CCFB1E}"/>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F1E4D7BC-17EB-490C-A369-980C830366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72034863"/>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1942218-62CA-4BFA-A13E-F996F89FD3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9">
            <a:extLst xmlns:a="http://schemas.openxmlformats.org/drawingml/2006/main">
              <a:ext uri="{FF2B5EF4-FFF2-40B4-BE49-F238E27FC236}">
                <a16:creationId xmlns:a16="http://schemas.microsoft.com/office/drawing/2014/main" id="{CB450B4B-983F-432A-BE0E-B76ED79CB8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무엇을 남기고, 무엇을 덜어낼까?">
            <a:extLst xmlns:a="http://schemas.openxmlformats.org/drawingml/2006/main">
              <a:ext uri="{FF2B5EF4-FFF2-40B4-BE49-F238E27FC236}">
                <a16:creationId xmlns:a16="http://schemas.microsoft.com/office/drawing/2014/main" id="{20B68103-E5AC-4CEB-998C-95CAAE626B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F7583117-D089-42AF-800D-7A615252EE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BED005C3-00E5-41E8-9336-45E72FDEDE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05C497E8-2D1A-4D15-800B-838AEA9E5B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3EEEA72E-7FC5-4DB0-A2E2-2B7699C24017}"/>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87641E5F-DD6C-4AA8-9A2B-45DA163D524F}"/>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B02FCC0F-3AD3-4826-AAA5-B019793CF2AF}"/>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EEBE44F0-8BE2-4A91-A870-2691A89A9630}"/>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F13B1639-E520-472B-B450-0F47DB2AF4CA}"/>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BF2AED61-4620-4CB6-8C2D-0425EFE308A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19CA3FD-D5A0-44E7-9090-B787EA30AD51}"/>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43E8005-3332-4921-B59A-BFF2B0EC7B4C}"/>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48E50073-67C2-47C8-A799-6D82A50D8427}"/>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90E67630-2442-4375-A1AF-6685A85FB1C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2233BCE5-09B3-4986-96D8-C0AF6A1B00E8}"/>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33F62D79-939E-458C-8C91-9C964D339C09}"/>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13AC2561-19AD-4B6A-AE13-94ECB0E1CC27}"/>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BD9DA80F-C78E-4F9F-B6A1-D8C0F7A49CAF}"/>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DA9112B4-F192-4E8E-966F-2E25A2D113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6C0184F-A3A3-46EC-8EDD-301373821A7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EFBE264E-B286-44FA-94E4-EA94E9A58C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982565"/>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4DCCE11A-37EB-4F4D-950F-6F7D2674E3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0">
            <a:extLst xmlns:a="http://schemas.openxmlformats.org/drawingml/2006/main">
              <a:ext uri="{FF2B5EF4-FFF2-40B4-BE49-F238E27FC236}">
                <a16:creationId xmlns:a16="http://schemas.microsoft.com/office/drawing/2014/main" id="{AA8482D3-138F-456B-AA96-8FC134C176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덜어낸 뒤에도 필요한 일을 하는가?">
            <a:extLst xmlns:a="http://schemas.openxmlformats.org/drawingml/2006/main">
              <a:ext uri="{FF2B5EF4-FFF2-40B4-BE49-F238E27FC236}">
                <a16:creationId xmlns:a16="http://schemas.microsoft.com/office/drawing/2014/main" id="{FE2D5884-2806-47A6-980C-D745249DBB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83215E3C-6177-49E6-B313-7580FDE8FA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0D85F9F9-8D88-4A6E-9412-881740FD7B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0B6DEF2B-E781-4859-B3B0-ADCF0A8534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BC649997-9D75-4AAB-B8F1-7D773A6280B1}"/>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4F150E79-9D26-4DE4-B608-D889DEF6C98C}"/>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23CEC7C4-D73E-4816-8260-3772E3A45ED2}"/>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A0EAA22F-C880-4752-80F9-9B6832A1ED40}"/>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C750AB9E-C1C2-4D48-87F3-DF22D1CC8CB6}"/>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70802D7C-2942-4F23-90DD-C0CADF6B3657}"/>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5C8C47-98B5-4CE6-A2D9-29851786915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DA700E7E-41EA-47E4-BC1C-B16B8356B886}"/>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67AA9532-F72C-4AC1-B497-3C3F96D7628C}"/>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C3C8AE7E-98B1-4B20-9DCF-05BE7CEE37C3}"/>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C749943F-7542-42EA-B1DB-519B33DF3DB0}"/>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D37AB5CD-C2D5-411C-AC46-61C8501E75B8}"/>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C50A5B4-B37D-4E64-83F8-3CFFEDF63C5A}"/>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8AA2DAC6-29D6-4D37-894A-7475E953517E}"/>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F77866B5-D768-4E36-8210-A9315CDCA1A3}"/>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CE94162A-00AD-4651-AE72-BC2B4AE3B0E0}"/>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7338C02B-3F77-4CA3-AA45-A8827A17525A}"/>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AF1C33CB-3650-43E7-AD09-BD0497E61F9A}"/>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77B7C365-51DB-479A-8307-65F577D49000}"/>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C40D4B46-D198-47E5-A9A2-97CC2FC3C2D8}"/>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BB8EF6C8-264A-412E-AFE9-7765EA6C0680}"/>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D3F43F1E-BD14-41D0-BC75-048707571054}"/>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376ED4FB-E743-4A6E-BEC0-F0CDB5AD5004}"/>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EEA4C063-FC7A-4725-B1DF-15ACDE025416}"/>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1EC1F1B0-2EE8-4CB5-8004-1B989BD8912A}"/>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9040F1B2-6F6C-441C-A4D5-6BAE56771BE8}"/>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3F4B237A-78FE-488F-94FE-72E37526DEF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5B2AA04D-B84C-480E-B67C-B98B690B4A1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62AC6202-9AA4-49F3-A4A0-63AC2B0EBC8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64255DCB-66FD-4ED7-A85E-9573A676E3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51805639"/>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53764389-CA6D-42F3-A85A-1FF3EA599C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1">
            <a:extLst xmlns:a="http://schemas.openxmlformats.org/drawingml/2006/main">
              <a:ext uri="{FF2B5EF4-FFF2-40B4-BE49-F238E27FC236}">
                <a16:creationId xmlns:a16="http://schemas.microsoft.com/office/drawing/2014/main" id="{A9842413-C022-4025-84E6-B6B9C27A59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내 업무에서는 무엇이 반복해서 막힐까?">
            <a:extLst xmlns:a="http://schemas.openxmlformats.org/drawingml/2006/main">
              <a:ext uri="{FF2B5EF4-FFF2-40B4-BE49-F238E27FC236}">
                <a16:creationId xmlns:a16="http://schemas.microsoft.com/office/drawing/2014/main" id="{5566D187-7E93-4D75-A9B9-AEB7F37E11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27C71A2D-1E4A-420D-B001-3C6FE56554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538C2386-9E63-420C-A80E-F237C2E2EA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5E7045AF-45C1-493E-AB9F-95B68A8136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769140BA-9B44-4AED-807E-30D754763985}"/>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2AFE2AF5-FF18-4F93-BC2B-2512F5EFE08C}"/>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8116D272-88E9-451E-B611-EA4A3EB14A9C}"/>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AFCE260-3AFA-4FB0-971E-95A30F29BA3A}"/>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C6C5B1D6-FEE2-4DA9-AB43-864D923D78A6}"/>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F41CDE00-F44E-4AA9-8A33-85D26B327806}"/>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513F95CC-B604-446C-8B8E-7C4253B576EF}"/>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E2E5334C-EE15-4B7B-BE2B-528FC476E23E}"/>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5B108F4C-4C19-47AC-A503-D9FEAD5CB98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154660A7-C9B3-49E9-88CC-B61A24A7592C}"/>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755B935D-6F6B-4B9D-B5B2-8F78211AA529}"/>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7216AC52-0827-4F46-9E16-561D8427A1D2}"/>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A2B9E37E-88CB-4ECA-8276-064E0840C58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B50BC50B-611E-47E0-AE79-3E40FA4386DC}"/>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839C4293-FE97-4BB8-837F-51270ACC570D}"/>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3109AF27-1779-4298-8027-FDC81CD1BC37}"/>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70087ECF-794B-4C8B-8410-8340CC3B0171}"/>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076D40B5-642D-419B-9F94-694087E29279}"/>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C6846741-2849-4914-A669-926D76E67098}"/>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05F343A-FD57-4F91-9311-E2C71F887555}"/>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24855F0C-7D0A-4196-AF0D-70839492C980}"/>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3F60CE94-AB56-4D91-A16F-267DEBA0D0C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30CCAF06-B362-43FD-881A-48F0F324A06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9CEBF04E-CD6E-4587-BA6E-80F49F39A1DD}"/>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A1E17455-79AA-4CDF-B22C-38AA3B5681E5}"/>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6A908B48-960D-4356-AFAE-41EE9EC3F05F}"/>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4DD37D8C-3D73-494D-B01C-2D80271CFD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25171446"/>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B6EBE041-7DF6-4675-89F2-4C0585A4DA2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2">
            <a:extLst xmlns:a="http://schemas.openxmlformats.org/drawingml/2006/main">
              <a:ext uri="{FF2B5EF4-FFF2-40B4-BE49-F238E27FC236}">
                <a16:creationId xmlns:a16="http://schemas.microsoft.com/office/drawing/2014/main" id="{8BFEA03A-93CC-408B-9B1F-3AC470AA52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고른 문제에서, 다음 행동 하나로">
            <a:extLst xmlns:a="http://schemas.openxmlformats.org/drawingml/2006/main">
              <a:ext uri="{FF2B5EF4-FFF2-40B4-BE49-F238E27FC236}">
                <a16:creationId xmlns:a16="http://schemas.microsoft.com/office/drawing/2014/main" id="{78D3411C-D948-4F99-B14B-EADFC9F31B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0C5F10DA-AE82-40BB-84AE-62F9548E45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3B7D4CC2-C4D8-46BC-83D3-D98FF7B0D6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923AA80A-3F4B-4CAA-A56E-4CEE3CE6EB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4ECD836D-B2C0-49E0-8BFA-8475EDB93334}"/>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80D584D0-D5B3-413F-95D8-6B9991032B6D}"/>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A54A0F59-4A0E-469E-B54A-87FBDA5CC5AE}"/>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71605CFC-8205-435D-AD34-D2CC05AD2E45}"/>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E880714-5269-4430-995E-04946BE3FD02}"/>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8F305432-1537-4F0D-8067-8E671A83948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7C7154D0-A02E-47AD-A567-E948028BD892}"/>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B649E4A0-EFBD-4C4C-BE82-518EAC9AB7B8}"/>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4A3903CA-D0B4-4200-B078-511D960F8D95}"/>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F75462D0-B679-4A71-94F1-58DE0FAC115B}"/>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8BBAEC0-8C82-4614-9F8D-5DEAF602A117}"/>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0A716833-3119-4E58-823F-789D6E211CD4}"/>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6C217787-49EC-4B2A-A99F-F44B6BC05055}"/>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A2BAF22A-515F-4227-BF3D-51DF6D0095B5}"/>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553A2AAA-5FD5-4E98-B285-0AAA7F9D58BF}"/>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97FD1530-5FED-4ED6-B6A0-3FB2AE2C4A4A}"/>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07FD4EC9-C4AB-481A-B969-65CFB95895FE}"/>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35444C59-369E-4896-AB40-A4A1E4798056}"/>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610BA8FC-B147-472F-AC04-97775FC28316}"/>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FBBB359F-FC54-4C68-8AC8-22FCFDF314A0}"/>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8E8972EA-DEC0-41CD-837F-F27C72B40804}"/>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383F1879-6495-4A42-A591-F4971F55B4C0}"/>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1D776527-92DA-4B75-8E8C-98F2BD45021E}"/>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92A125EA-6BF5-4FB6-8E8E-642426FA8649}"/>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0FDC1BCF-DEE4-4302-915A-1D5472364B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386619352"/>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1/3">
            <a:extLst xmlns:a="http://schemas.openxmlformats.org/drawingml/2006/main">
              <a:ext uri="{FF2B5EF4-FFF2-40B4-BE49-F238E27FC236}">
                <a16:creationId xmlns:a16="http://schemas.microsoft.com/office/drawing/2014/main" id="{AB33795F-89EB-4D3C-9EE4-2C306E3689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3">
            <a:extLst xmlns:a="http://schemas.openxmlformats.org/drawingml/2006/main">
              <a:ext uri="{FF2B5EF4-FFF2-40B4-BE49-F238E27FC236}">
                <a16:creationId xmlns:a16="http://schemas.microsoft.com/office/drawing/2014/main" id="{F16B4E24-ABB2-4E87-94C7-3EA5A2F577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실무 적용 팁 · 작업 환경과 기준">
            <a:extLst xmlns:a="http://schemas.openxmlformats.org/drawingml/2006/main">
              <a:ext uri="{FF2B5EF4-FFF2-40B4-BE49-F238E27FC236}">
                <a16:creationId xmlns:a16="http://schemas.microsoft.com/office/drawing/2014/main" id="{8110A1D8-A934-4637-9454-E8606C4B4E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4A83DAAF-2729-45DB-AADA-392E27FB7F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8EC68528-4E31-4FE4-9CEE-823423855D4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3674E21F-7AD0-4CDA-9D39-2001932202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DAA33D51-4DEA-4E50-B1C7-E51626706DF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B9BBC062-BEC5-4B41-B076-1AF43478A85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AFF01B4-2E8F-40CD-94C5-3C2C2B50A862}"/>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AB93BDC5-2EA5-4AE9-8293-B4D2498BA726}"/>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B6BDD6D5-0363-4AF9-9964-7C8694C76B0F}"/>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2">
            <a:extLst xmlns:a="http://schemas.openxmlformats.org/drawingml/2006/main">
              <a:ext uri="{FF2B5EF4-FFF2-40B4-BE49-F238E27FC236}">
                <a16:creationId xmlns:a16="http://schemas.microsoft.com/office/drawing/2014/main" id="{EBE82B44-D774-4872-A773-EC6759C81532}"/>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S12</a:t>
            </a:r>
          </a:p>
        </p:txBody>
      </p:sp>
      <p:sp>
        <p:nvSpPr>
          <p:cNvPr id="13" name="Repository 작업은 Codex에서 시작한다">
            <a:extLst xmlns:a="http://schemas.openxmlformats.org/drawingml/2006/main">
              <a:ext uri="{FF2B5EF4-FFF2-40B4-BE49-F238E27FC236}">
                <a16:creationId xmlns:a16="http://schemas.microsoft.com/office/drawing/2014/main" id="{6AE7E016-E241-4100-8C69-17DF3A242192}"/>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Repository 작업은 Codex에서 시작한다</a:t>
            </a:r>
          </a:p>
        </p:txBody>
      </p:sp>
      <p:sp>
        <p:nvSpPr>
          <p:cNvPr id="14" name="">
            <a:extLst xmlns:a="http://schemas.openxmlformats.org/drawingml/2006/main">
              <a:ext uri="{FF2B5EF4-FFF2-40B4-BE49-F238E27FC236}">
                <a16:creationId xmlns:a16="http://schemas.microsoft.com/office/drawing/2014/main" id="{633A1DA0-93F3-4149-9E47-42A7E94D2E1E}"/>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095D217E-551F-48AE-88FB-59C699A8478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48">
            <a:extLst xmlns:a="http://schemas.openxmlformats.org/drawingml/2006/main">
              <a:ext uri="{FF2B5EF4-FFF2-40B4-BE49-F238E27FC236}">
                <a16:creationId xmlns:a16="http://schemas.microsoft.com/office/drawing/2014/main" id="{2E205A01-370A-4B6D-AFE0-707217C0F09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S48</a:t>
            </a:r>
          </a:p>
        </p:txBody>
      </p:sp>
      <p:sp>
        <p:nvSpPr>
          <p:cNvPr id="17" name="AGENTS.md에는 무엇을 남길까?">
            <a:extLst xmlns:a="http://schemas.openxmlformats.org/drawingml/2006/main">
              <a:ext uri="{FF2B5EF4-FFF2-40B4-BE49-F238E27FC236}">
                <a16:creationId xmlns:a16="http://schemas.microsoft.com/office/drawing/2014/main" id="{08394634-BE6E-4143-AB02-63D35A9E19CE}"/>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AGENTS.md에는 무엇을 남길까?</a:t>
            </a:r>
          </a:p>
        </p:txBody>
      </p:sp>
      <p:sp>
        <p:nvSpPr>
          <p:cNvPr id="18" name="">
            <a:extLst xmlns:a="http://schemas.openxmlformats.org/drawingml/2006/main">
              <a:ext uri="{FF2B5EF4-FFF2-40B4-BE49-F238E27FC236}">
                <a16:creationId xmlns:a16="http://schemas.microsoft.com/office/drawing/2014/main" id="{FD5B9B57-CC0A-4977-A172-0FE62B1DDD2F}"/>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EE4C459-F5F5-45CF-ACBA-8484F49C0497}"/>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58">
            <a:extLst xmlns:a="http://schemas.openxmlformats.org/drawingml/2006/main">
              <a:ext uri="{FF2B5EF4-FFF2-40B4-BE49-F238E27FC236}">
                <a16:creationId xmlns:a16="http://schemas.microsoft.com/office/drawing/2014/main" id="{03EC8001-6FB4-4AB0-B5C3-C3BF9E819688}"/>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S58</a:t>
            </a:r>
          </a:p>
        </p:txBody>
      </p:sp>
      <p:sp>
        <p:nvSpPr>
          <p:cNvPr id="21" name="테스트 명령을 언제 쓰고 무엇을 판단할까?">
            <a:extLst xmlns:a="http://schemas.openxmlformats.org/drawingml/2006/main">
              <a:ext uri="{FF2B5EF4-FFF2-40B4-BE49-F238E27FC236}">
                <a16:creationId xmlns:a16="http://schemas.microsoft.com/office/drawing/2014/main" id="{8023BF51-D28C-4379-BD1D-87E257520918}"/>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명령을 언제 쓰고 무엇을 판단할까?</a:t>
            </a:r>
          </a:p>
        </p:txBody>
      </p:sp>
      <p:sp>
        <p:nvSpPr>
          <p:cNvPr id="22" name="">
            <a:extLst xmlns:a="http://schemas.openxmlformats.org/drawingml/2006/main">
              <a:ext uri="{FF2B5EF4-FFF2-40B4-BE49-F238E27FC236}">
                <a16:creationId xmlns:a16="http://schemas.microsoft.com/office/drawing/2014/main" id="{5194EA86-651A-4671-A4A1-FAB4AA85BBEE}"/>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2887B636-3061-4534-A77A-7AD8754AFED7}"/>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63">
            <a:extLst xmlns:a="http://schemas.openxmlformats.org/drawingml/2006/main">
              <a:ext uri="{FF2B5EF4-FFF2-40B4-BE49-F238E27FC236}">
                <a16:creationId xmlns:a16="http://schemas.microsoft.com/office/drawing/2014/main" id="{9644105E-D533-4B9B-9EA7-0E023FAACA47}"/>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S63</a:t>
            </a:r>
          </a:p>
        </p:txBody>
      </p:sp>
      <p:sp>
        <p:nvSpPr>
          <p:cNvPr id="25" name="대화로 재사용할 Skill 만들기">
            <a:extLst xmlns:a="http://schemas.openxmlformats.org/drawingml/2006/main">
              <a:ext uri="{FF2B5EF4-FFF2-40B4-BE49-F238E27FC236}">
                <a16:creationId xmlns:a16="http://schemas.microsoft.com/office/drawing/2014/main" id="{CDDAD4B4-700B-4AE4-9C81-67AD562A20CB}"/>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재사용할 Skill 만들기</a:t>
            </a:r>
          </a:p>
        </p:txBody>
      </p:sp>
      <p:sp>
        <p:nvSpPr>
          <p:cNvPr id="26" name="">
            <a:extLst xmlns:a="http://schemas.openxmlformats.org/drawingml/2006/main">
              <a:ext uri="{FF2B5EF4-FFF2-40B4-BE49-F238E27FC236}">
                <a16:creationId xmlns:a16="http://schemas.microsoft.com/office/drawing/2014/main" id="{F405C5E1-26F7-4959-817B-38244F00DDC2}"/>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4FAFC349-CFB0-4838-8DE2-ED0CF005EC2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68">
            <a:extLst xmlns:a="http://schemas.openxmlformats.org/drawingml/2006/main">
              <a:ext uri="{FF2B5EF4-FFF2-40B4-BE49-F238E27FC236}">
                <a16:creationId xmlns:a16="http://schemas.microsoft.com/office/drawing/2014/main" id="{09DC94E3-14C9-440C-922C-AFBFC2C0DA0E}"/>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S68</a:t>
            </a:r>
          </a:p>
        </p:txBody>
      </p:sp>
      <p:sp>
        <p:nvSpPr>
          <p:cNvPr id="29" name="대화로 조사 Agent 만들기">
            <a:extLst xmlns:a="http://schemas.openxmlformats.org/drawingml/2006/main">
              <a:ext uri="{FF2B5EF4-FFF2-40B4-BE49-F238E27FC236}">
                <a16:creationId xmlns:a16="http://schemas.microsoft.com/office/drawing/2014/main" id="{24319486-0AD7-41FB-979C-FFC34F617D9B}"/>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조사 Agent 만들기</a:t>
            </a:r>
          </a:p>
        </p:txBody>
      </p:sp>
      <p:sp>
        <p:nvSpPr>
          <p:cNvPr id="30" name="">
            <a:extLst xmlns:a="http://schemas.openxmlformats.org/drawingml/2006/main">
              <a:ext uri="{FF2B5EF4-FFF2-40B4-BE49-F238E27FC236}">
                <a16:creationId xmlns:a16="http://schemas.microsoft.com/office/drawing/2014/main" id="{8BACBCD5-7062-4610-9599-C29F9F39AA63}"/>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F1C86927-CAA8-47E5-813A-8CB7BA9AD626}"/>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70">
            <a:extLst xmlns:a="http://schemas.openxmlformats.org/drawingml/2006/main">
              <a:ext uri="{FF2B5EF4-FFF2-40B4-BE49-F238E27FC236}">
                <a16:creationId xmlns:a16="http://schemas.microsoft.com/office/drawing/2014/main" id="{DC929ABA-1170-4FAF-9FF3-D158E0D8FCFC}"/>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S70</a:t>
            </a:r>
          </a:p>
        </p:txBody>
      </p:sp>
      <p:sp>
        <p:nvSpPr>
          <p:cNvPr id="33" name="이번 Context와 다시 쓸 지식">
            <a:extLst xmlns:a="http://schemas.openxmlformats.org/drawingml/2006/main">
              <a:ext uri="{FF2B5EF4-FFF2-40B4-BE49-F238E27FC236}">
                <a16:creationId xmlns:a16="http://schemas.microsoft.com/office/drawing/2014/main" id="{0F22F3B4-D8C1-447E-AD49-873F508E2829}"/>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Context와 다시 쓸 지식</a:t>
            </a:r>
          </a:p>
        </p:txBody>
      </p:sp>
      <p:sp>
        <p:nvSpPr>
          <p:cNvPr id="34" name="">
            <a:extLst xmlns:a="http://schemas.openxmlformats.org/drawingml/2006/main">
              <a:ext uri="{FF2B5EF4-FFF2-40B4-BE49-F238E27FC236}">
                <a16:creationId xmlns:a16="http://schemas.microsoft.com/office/drawing/2014/main" id="{1D5A4576-62D6-46F9-A11E-84365BB2BE61}"/>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F6D9FBCF-BBA9-42F6-98DA-45096597B875}"/>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80">
            <a:extLst xmlns:a="http://schemas.openxmlformats.org/drawingml/2006/main">
              <a:ext uri="{FF2B5EF4-FFF2-40B4-BE49-F238E27FC236}">
                <a16:creationId xmlns:a16="http://schemas.microsoft.com/office/drawing/2014/main" id="{F30F58B2-E5B0-45FB-9928-0726ECD54DC0}"/>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S80</a:t>
            </a:r>
          </a:p>
        </p:txBody>
      </p:sp>
      <p:sp>
        <p:nvSpPr>
          <p:cNvPr id="37" name="다음 수정에 넘길 기록">
            <a:extLst xmlns:a="http://schemas.openxmlformats.org/drawingml/2006/main">
              <a:ext uri="{FF2B5EF4-FFF2-40B4-BE49-F238E27FC236}">
                <a16:creationId xmlns:a16="http://schemas.microsoft.com/office/drawing/2014/main" id="{4AE598C5-7DF3-490C-AB89-8091656B60B3}"/>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다음 수정에 넘길 기록</a:t>
            </a:r>
          </a:p>
        </p:txBody>
      </p:sp>
      <p:sp>
        <p:nvSpPr>
          <p:cNvPr id="38" name="">
            <a:extLst xmlns:a="http://schemas.openxmlformats.org/drawingml/2006/main">
              <a:ext uri="{FF2B5EF4-FFF2-40B4-BE49-F238E27FC236}">
                <a16:creationId xmlns:a16="http://schemas.microsoft.com/office/drawing/2014/main" id="{B41F0E43-A440-487F-AF68-0CE20764F3E4}"/>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410DA62E-E781-4FE6-B4B6-97B3897BF6E6}"/>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99">
            <a:extLst xmlns:a="http://schemas.openxmlformats.org/drawingml/2006/main">
              <a:ext uri="{FF2B5EF4-FFF2-40B4-BE49-F238E27FC236}">
                <a16:creationId xmlns:a16="http://schemas.microsoft.com/office/drawing/2014/main" id="{4456D7D3-420D-4707-B740-76A68FECAEE5}"/>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S99</a:t>
            </a:r>
          </a:p>
        </p:txBody>
      </p:sp>
      <p:sp>
        <p:nvSpPr>
          <p:cNvPr id="41" name="Goal이 목표와 다음 작업을 이어준다">
            <a:extLst xmlns:a="http://schemas.openxmlformats.org/drawingml/2006/main">
              <a:ext uri="{FF2B5EF4-FFF2-40B4-BE49-F238E27FC236}">
                <a16:creationId xmlns:a16="http://schemas.microsoft.com/office/drawing/2014/main" id="{1FA8EB86-5CF8-4A6E-891C-20A102731EB8}"/>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Goal이 목표와 다음 작업을 이어준다</a:t>
            </a:r>
          </a:p>
        </p:txBody>
      </p:sp>
      <p:sp>
        <p:nvSpPr>
          <p:cNvPr id="42" name="Legacy module connection">
            <a:extLst xmlns:a="http://schemas.openxmlformats.org/drawingml/2006/main">
              <a:ext uri="{FF2B5EF4-FFF2-40B4-BE49-F238E27FC236}">
                <a16:creationId xmlns:a16="http://schemas.microsoft.com/office/drawing/2014/main" id="{3C7739A4-4169-4CCC-AB49-A90D3DB7FC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666932441"/>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E1A99FB8-A537-4852-BF2A-F574C959C9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4">
            <a:extLst xmlns:a="http://schemas.openxmlformats.org/drawingml/2006/main">
              <a:ext uri="{FF2B5EF4-FFF2-40B4-BE49-F238E27FC236}">
                <a16:creationId xmlns:a16="http://schemas.microsoft.com/office/drawing/2014/main" id="{06D83FC2-17C4-4DFF-8787-C926E14167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실무 적용 팁 · 요청 작성">
            <a:extLst xmlns:a="http://schemas.openxmlformats.org/drawingml/2006/main">
              <a:ext uri="{FF2B5EF4-FFF2-40B4-BE49-F238E27FC236}">
                <a16:creationId xmlns:a16="http://schemas.microsoft.com/office/drawing/2014/main" id="{F6465331-F6A7-4E7B-A46C-BF7752CD4B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E9F9BE26-94C7-49DB-8B48-4931B80814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8133BD1D-972E-40A3-B64C-772A6DAC04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33D1AB4B-A032-4FA8-8097-504AD96F15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CA340D33-FCD1-41E6-8E5D-99CAFAFF7B65}"/>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0514AB39-4475-4BC1-A7E7-1FA6D9C9F5A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AAD29AC-030D-4780-9121-E65F203640E9}"/>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B74B8B99-B0B5-47D9-9669-EFB34A44C80C}"/>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8FB5B38-BA65-4316-A1B5-23228FE345BC}"/>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3BEF6D47-B122-4B31-9957-D39790DE9662}"/>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S27</a:t>
            </a:r>
          </a:p>
        </p:txBody>
      </p:sp>
      <p:sp>
        <p:nvSpPr>
          <p:cNvPr id="13" name="지시와 참고 자료의 구분">
            <a:extLst xmlns:a="http://schemas.openxmlformats.org/drawingml/2006/main">
              <a:ext uri="{FF2B5EF4-FFF2-40B4-BE49-F238E27FC236}">
                <a16:creationId xmlns:a16="http://schemas.microsoft.com/office/drawing/2014/main" id="{569429B2-DBA6-415C-8809-AD30CF1B01BD}"/>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30E118E9-8628-4808-8168-442439B8D6D1}"/>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15C22316-CD43-4AB4-BE02-47746E6F6DDE}"/>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76A71179-841C-4FAD-8C22-7F1C652D1AE1}"/>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7" name="입력과 기대 결과의 작은 예시">
            <a:extLst xmlns:a="http://schemas.openxmlformats.org/drawingml/2006/main">
              <a:ext uri="{FF2B5EF4-FFF2-40B4-BE49-F238E27FC236}">
                <a16:creationId xmlns:a16="http://schemas.microsoft.com/office/drawing/2014/main" id="{73E99896-E16E-44E6-821C-0575DECF7401}"/>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3A10C05D-2234-463D-A024-4E36D585D514}"/>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2413AB19-0384-472F-8D39-F6CC933D814A}"/>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0FB9D4D0-279C-4FF6-8991-98ACDFB1C0FD}"/>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21" name="바로 검토할 수 있는 결과 형식">
            <a:extLst xmlns:a="http://schemas.openxmlformats.org/drawingml/2006/main">
              <a:ext uri="{FF2B5EF4-FFF2-40B4-BE49-F238E27FC236}">
                <a16:creationId xmlns:a16="http://schemas.microsoft.com/office/drawing/2014/main" id="{E3CC9C6B-053B-4F9E-B9A9-7D5CE6DD9AD1}"/>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C0F4BD2C-B233-4C64-A3FB-BD903CCDAD28}"/>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C044F261-97D1-499A-91CD-69859486969E}"/>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6910D1D7-55EF-4507-981C-F78586C8E99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5" name="근거가 있는 설명과 미확인의 구분">
            <a:extLst xmlns:a="http://schemas.openxmlformats.org/drawingml/2006/main">
              <a:ext uri="{FF2B5EF4-FFF2-40B4-BE49-F238E27FC236}">
                <a16:creationId xmlns:a16="http://schemas.microsoft.com/office/drawing/2014/main" id="{A9CF4398-D07B-47CF-937E-02C9B8A05CC2}"/>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CB19D909-7DDF-4343-B9EC-20EBA0C20407}"/>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59D3314-423F-4BC6-AD4F-4B5A91D73028}"/>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AC56D162-D4E4-47F1-85E7-86B1998B89DE}"/>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9" name="결과를 바꾸는 결정에서 확인 질문">
            <a:extLst xmlns:a="http://schemas.openxmlformats.org/drawingml/2006/main">
              <a:ext uri="{FF2B5EF4-FFF2-40B4-BE49-F238E27FC236}">
                <a16:creationId xmlns:a16="http://schemas.microsoft.com/office/drawing/2014/main" id="{11509563-A2C1-47A3-A18C-077CFE8A8871}"/>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00BCDAB2-5B67-4BA9-B023-F9059D897957}"/>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B6A18BF2-22AC-4505-8E3A-A7F6A6C328B3}"/>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4DD9A218-9AD6-4555-9E4C-2657561E1040}"/>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33" name="큰 작업을 검토할 결과물로 나누기">
            <a:extLst xmlns:a="http://schemas.openxmlformats.org/drawingml/2006/main">
              <a:ext uri="{FF2B5EF4-FFF2-40B4-BE49-F238E27FC236}">
                <a16:creationId xmlns:a16="http://schemas.microsoft.com/office/drawing/2014/main" id="{D9CFD49C-27E6-4287-958F-DDBE96E4EDAA}"/>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67F5F122-EA3C-4E02-A86B-944073925F24}"/>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3A6B7FBF-431D-49BF-88FB-C099395AF36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84C112F2-2743-4800-A947-1EE63F5F658A}"/>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7" name="기준을 지정한 코드 리뷰 요청">
            <a:extLst xmlns:a="http://schemas.openxmlformats.org/drawingml/2006/main">
              <a:ext uri="{FF2B5EF4-FFF2-40B4-BE49-F238E27FC236}">
                <a16:creationId xmlns:a16="http://schemas.microsoft.com/office/drawing/2014/main" id="{C404CB63-5657-42E1-8497-3C1680316A7B}"/>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E38240CE-8BE1-40AE-B99F-0940C3A06501}"/>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81AAF58E-009B-4DE5-A318-7809F290C966}"/>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7494C4F0-1231-45F2-9AE1-775589EACD03}"/>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41" name="구체적인 근거로 수정 방향 피드백">
            <a:extLst xmlns:a="http://schemas.openxmlformats.org/drawingml/2006/main">
              <a:ext uri="{FF2B5EF4-FFF2-40B4-BE49-F238E27FC236}">
                <a16:creationId xmlns:a16="http://schemas.microsoft.com/office/drawing/2014/main" id="{1B6E7F76-22B3-4DA2-95C6-424DE8061529}"/>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85210F0B-7273-4DF0-88B4-9D4CFC5FA9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95993315"/>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8E7ADB0B-AEED-4A97-AED0-F907E34605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5">
            <a:extLst xmlns:a="http://schemas.openxmlformats.org/drawingml/2006/main">
              <a:ext uri="{FF2B5EF4-FFF2-40B4-BE49-F238E27FC236}">
                <a16:creationId xmlns:a16="http://schemas.microsoft.com/office/drawing/2014/main" id="{B0A6FB8A-F3CD-4B99-98E8-C0FF609A4E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실무 적용 팁 · 검증과 개선">
            <a:extLst xmlns:a="http://schemas.openxmlformats.org/drawingml/2006/main">
              <a:ext uri="{FF2B5EF4-FFF2-40B4-BE49-F238E27FC236}">
                <a16:creationId xmlns:a16="http://schemas.microsoft.com/office/drawing/2014/main" id="{24ECC0BB-1422-496C-B110-73A1DEF482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55335EA6-68FC-47F7-B7B5-DFE4D8F131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E2DBB700-F732-4F2F-AB3E-F23F538222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16AE7047-2BC4-467C-BAD3-60C555550F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B62B85D3-8E29-472D-8201-85EF74AB9CC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57C9E66C-A405-4B8B-9572-EB5D885C8C7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9313CDE4-6D59-4DBC-9CCD-16E8CBAB1D4F}"/>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8AC1634A-AEAB-4267-917C-A1E65D34E7EC}"/>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CDAA08E6-2936-40C6-A275-C3DA8852C4A7}"/>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7">
            <a:extLst xmlns:a="http://schemas.openxmlformats.org/drawingml/2006/main">
              <a:ext uri="{FF2B5EF4-FFF2-40B4-BE49-F238E27FC236}">
                <a16:creationId xmlns:a16="http://schemas.microsoft.com/office/drawing/2014/main" id="{5402C34B-3BA1-4535-A093-5E72F5B1EA87}"/>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S87</a:t>
            </a:r>
          </a:p>
        </p:txBody>
      </p:sp>
      <p:sp>
        <p:nvSpPr>
          <p:cNvPr id="13" name="모델 B는 무엇을 근거로 검토할까?">
            <a:extLst xmlns:a="http://schemas.openxmlformats.org/drawingml/2006/main">
              <a:ext uri="{FF2B5EF4-FFF2-40B4-BE49-F238E27FC236}">
                <a16:creationId xmlns:a16="http://schemas.microsoft.com/office/drawing/2014/main" id="{4BDA98BA-91CE-43A9-A68D-A2226EFBE586}"/>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E3FC67D9-29CC-40C7-A050-660DD1280759}"/>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A4D2B984-4C64-458D-84AA-A54383BB40B2}"/>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1">
            <a:extLst xmlns:a="http://schemas.openxmlformats.org/drawingml/2006/main">
              <a:ext uri="{FF2B5EF4-FFF2-40B4-BE49-F238E27FC236}">
                <a16:creationId xmlns:a16="http://schemas.microsoft.com/office/drawing/2014/main" id="{6C7B51C6-B837-43BD-B683-C072EF913579}"/>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S91</a:t>
            </a:r>
          </a:p>
        </p:txBody>
      </p:sp>
      <p:sp>
        <p:nvSpPr>
          <p:cNvPr id="17" name="언제 계속하고, 언제 끝낼까?">
            <a:extLst xmlns:a="http://schemas.openxmlformats.org/drawingml/2006/main">
              <a:ext uri="{FF2B5EF4-FFF2-40B4-BE49-F238E27FC236}">
                <a16:creationId xmlns:a16="http://schemas.microsoft.com/office/drawing/2014/main" id="{74DED4D2-4F25-4EFA-98D9-0FB7D2DC5A91}"/>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386433A5-1246-47CE-8DE7-37A9525481E0}"/>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C80330C3-AB1E-445D-BC3C-38E28E261E8C}"/>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0">
            <a:extLst xmlns:a="http://schemas.openxmlformats.org/drawingml/2006/main">
              <a:ext uri="{FF2B5EF4-FFF2-40B4-BE49-F238E27FC236}">
                <a16:creationId xmlns:a16="http://schemas.microsoft.com/office/drawing/2014/main" id="{45FE3BC6-58E0-427C-9DEC-3521B1E47682}"/>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S100</a:t>
            </a:r>
          </a:p>
        </p:txBody>
      </p:sp>
      <p:sp>
        <p:nvSpPr>
          <p:cNvPr id="21" name="Goal에는 완료 근거와 멈출 조건을 담는다">
            <a:extLst xmlns:a="http://schemas.openxmlformats.org/drawingml/2006/main">
              <a:ext uri="{FF2B5EF4-FFF2-40B4-BE49-F238E27FC236}">
                <a16:creationId xmlns:a16="http://schemas.microsoft.com/office/drawing/2014/main" id="{55A02E06-6976-4904-86CE-468BE914563A}"/>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2F436CB5-FBD6-497B-B3B0-530E89E75257}"/>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B0B9F9DD-380C-4D8E-BD62-6D6AAC007305}"/>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9">
            <a:extLst xmlns:a="http://schemas.openxmlformats.org/drawingml/2006/main">
              <a:ext uri="{FF2B5EF4-FFF2-40B4-BE49-F238E27FC236}">
                <a16:creationId xmlns:a16="http://schemas.microsoft.com/office/drawing/2014/main" id="{EABD6443-C35F-4958-B605-78973948EAB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S109</a:t>
            </a:r>
          </a:p>
        </p:txBody>
      </p:sp>
      <p:sp>
        <p:nvSpPr>
          <p:cNvPr id="25" name="무엇을 남기고, 무엇을 덜어낼까?">
            <a:extLst xmlns:a="http://schemas.openxmlformats.org/drawingml/2006/main">
              <a:ext uri="{FF2B5EF4-FFF2-40B4-BE49-F238E27FC236}">
                <a16:creationId xmlns:a16="http://schemas.microsoft.com/office/drawing/2014/main" id="{CE609277-339E-40BA-964F-3A151179D440}"/>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DE761756-D618-4410-9053-1CA71B39CD68}"/>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AF0596CE-FC76-458F-B143-A978E10004CF}"/>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0">
            <a:extLst xmlns:a="http://schemas.openxmlformats.org/drawingml/2006/main">
              <a:ext uri="{FF2B5EF4-FFF2-40B4-BE49-F238E27FC236}">
                <a16:creationId xmlns:a16="http://schemas.microsoft.com/office/drawing/2014/main" id="{737F3E10-27FA-4C13-A3DD-BE20E9079ADB}"/>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S110</a:t>
            </a:r>
          </a:p>
        </p:txBody>
      </p:sp>
      <p:sp>
        <p:nvSpPr>
          <p:cNvPr id="29" name="덜어낸 뒤에도 필요한 일을 하는가?">
            <a:extLst xmlns:a="http://schemas.openxmlformats.org/drawingml/2006/main">
              <a:ext uri="{FF2B5EF4-FFF2-40B4-BE49-F238E27FC236}">
                <a16:creationId xmlns:a16="http://schemas.microsoft.com/office/drawing/2014/main" id="{6C63280E-C1D0-44EF-94E0-7CE8BB524787}"/>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3D937AFA-760D-4A30-8416-E6836BD09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809946284"/>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EA1767B8-6188-42BD-A5E8-47D2DAFEDC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6">
            <a:extLst xmlns:a="http://schemas.openxmlformats.org/drawingml/2006/main">
              <a:ext uri="{FF2B5EF4-FFF2-40B4-BE49-F238E27FC236}">
                <a16:creationId xmlns:a16="http://schemas.microsoft.com/office/drawing/2014/main" id="{E7501FAE-9B0A-4947-8809-8383598D2B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Q&amp;A와 교육 마무리">
            <a:extLst xmlns:a="http://schemas.openxmlformats.org/drawingml/2006/main">
              <a:ext uri="{FF2B5EF4-FFF2-40B4-BE49-F238E27FC236}">
                <a16:creationId xmlns:a16="http://schemas.microsoft.com/office/drawing/2014/main" id="{C4E34A15-C3BB-4E14-887E-1ED2A79B7C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FD37E0B0-FCB2-47A8-BB19-FA31B8CAFC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EA0ABABC-CBEA-40E2-AB35-8590C278C1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5681F1E7-88C7-48A5-9538-EA683A6C10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F82E0F46-5E03-45CD-ABFD-B7C046E770DC}"/>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3F7DFF1C-EA3A-4C56-B45E-7E2DF40DA484}"/>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3655315C-246A-4F41-A1D5-D18EA53A4303}"/>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343CAFAD-3076-4AE0-8522-03C4F9227B64}"/>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1D82D1B1-3F06-4E27-BF23-FB19C55D08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132253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2026-10-25T13:24:59.4730000Z</dcterms:created>
  <dcterms:modified xsi:type="dcterms:W3CDTF">2026-10-25T13:24:59.4730000Z</dcterms:modified>
</coreProperties>
</file>