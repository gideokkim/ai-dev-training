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d3cebddcc6d4310" /><Relationship Type="http://schemas.openxmlformats.org/officeDocument/2006/relationships/extended-properties" Target="/docProps/app.xml" Id="Rf87c42e768c64a36" /><Relationship Type="http://schemas.openxmlformats.org/officeDocument/2006/relationships/officeDocument" Target="/ppt/presentation.xml" Id="Ra26aad1b18544f16" /></Relationships>
</file>

<file path=ppt/presentation.xml><?xml version="1.0" encoding="utf-8"?>
<p:presentation xmlns:p="http://schemas.openxmlformats.org/presentationml/2006/main">
  <p:sldMasterIdLst>
    <p:sldMasterId xmlns:r="http://schemas.openxmlformats.org/officeDocument/2006/relationships" id="2147483648" r:id="R943aae0c9a5c4b80"/>
  </p:sldMasterIdLst>
  <p:notesMasterIdLst>
    <p:notesMasterId xmlns:r="http://schemas.openxmlformats.org/officeDocument/2006/relationships" r:id="R85bf477999b74fec"/>
  </p:notesMasterIdLst>
  <p:sldIdLst>
    <p:sldId xmlns:r="http://schemas.openxmlformats.org/officeDocument/2006/relationships" id="256" r:id="R04584866797e4e13"/>
    <p:sldId xmlns:r="http://schemas.openxmlformats.org/officeDocument/2006/relationships" id="257" r:id="Rf739b6c2a41d4503"/>
    <p:sldId xmlns:r="http://schemas.openxmlformats.org/officeDocument/2006/relationships" id="258" r:id="R09f5f0dfb77641c7"/>
    <p:sldId xmlns:r="http://schemas.openxmlformats.org/officeDocument/2006/relationships" id="259" r:id="R9683543c7f9b441b"/>
    <p:sldId xmlns:r="http://schemas.openxmlformats.org/officeDocument/2006/relationships" id="260" r:id="R2a56e17bf5d24604"/>
    <p:sldId xmlns:r="http://schemas.openxmlformats.org/officeDocument/2006/relationships" id="261" r:id="R16685995947249b0"/>
    <p:sldId xmlns:r="http://schemas.openxmlformats.org/officeDocument/2006/relationships" id="262" r:id="R7e1d0f9b49534330"/>
    <p:sldId xmlns:r="http://schemas.openxmlformats.org/officeDocument/2006/relationships" id="263" r:id="R8f24faa490534ae9"/>
    <p:sldId xmlns:r="http://schemas.openxmlformats.org/officeDocument/2006/relationships" id="264" r:id="Rd5b3416b846a4845"/>
    <p:sldId xmlns:r="http://schemas.openxmlformats.org/officeDocument/2006/relationships" id="265" r:id="R43eb42af90b64e9c"/>
    <p:sldId xmlns:r="http://schemas.openxmlformats.org/officeDocument/2006/relationships" id="266" r:id="Rcee33c718d824cc8"/>
    <p:sldId xmlns:r="http://schemas.openxmlformats.org/officeDocument/2006/relationships" id="267" r:id="R85aff09a9f9046ba"/>
    <p:sldId xmlns:r="http://schemas.openxmlformats.org/officeDocument/2006/relationships" id="268" r:id="Rf2451fffad44483c"/>
    <p:sldId xmlns:r="http://schemas.openxmlformats.org/officeDocument/2006/relationships" id="269" r:id="R81fff3cf7bc24f01"/>
    <p:sldId xmlns:r="http://schemas.openxmlformats.org/officeDocument/2006/relationships" id="270" r:id="R79674335ef7440c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f236cf3a3184c33" /><Relationship Type="http://schemas.openxmlformats.org/officeDocument/2006/relationships/slideMaster" Target="/ppt/slideMasters/slideMaster1.xml" Id="R943aae0c9a5c4b80" /><Relationship Type="http://schemas.openxmlformats.org/officeDocument/2006/relationships/notesMaster" Target="/ppt/notesMasters/notesMaster1.xml" Id="R85bf477999b74fec" /><Relationship Type="http://schemas.openxmlformats.org/officeDocument/2006/relationships/presProps" Target="/ppt/presProps.xml" Id="R7d1c119c719c4ea5" /><Relationship Type="http://schemas.openxmlformats.org/officeDocument/2006/relationships/tableStyles" Target="/ppt/tableStyles.xml" Id="Rde61ba6d050947a7" /><Relationship Type="http://schemas.openxmlformats.org/officeDocument/2006/relationships/slide" Target="/ppt/slides/slide1.xml" Id="R04584866797e4e13" /><Relationship Type="http://schemas.openxmlformats.org/officeDocument/2006/relationships/slide" Target="/ppt/slides/slide2.xml" Id="Rf739b6c2a41d4503" /><Relationship Type="http://schemas.openxmlformats.org/officeDocument/2006/relationships/slide" Target="/ppt/slides/slide3.xml" Id="R09f5f0dfb77641c7" /><Relationship Type="http://schemas.openxmlformats.org/officeDocument/2006/relationships/slide" Target="/ppt/slides/slide4.xml" Id="R9683543c7f9b441b" /><Relationship Type="http://schemas.openxmlformats.org/officeDocument/2006/relationships/slide" Target="/ppt/slides/slide5.xml" Id="R2a56e17bf5d24604" /><Relationship Type="http://schemas.openxmlformats.org/officeDocument/2006/relationships/slide" Target="/ppt/slides/slide6.xml" Id="R16685995947249b0" /><Relationship Type="http://schemas.openxmlformats.org/officeDocument/2006/relationships/slide" Target="/ppt/slides/slide7.xml" Id="R7e1d0f9b49534330" /><Relationship Type="http://schemas.openxmlformats.org/officeDocument/2006/relationships/slide" Target="/ppt/slides/slide8.xml" Id="R8f24faa490534ae9" /><Relationship Type="http://schemas.openxmlformats.org/officeDocument/2006/relationships/slide" Target="/ppt/slides/slide9.xml" Id="Rd5b3416b846a4845" /><Relationship Type="http://schemas.openxmlformats.org/officeDocument/2006/relationships/slide" Target="/ppt/slides/slide10.xml" Id="R43eb42af90b64e9c" /><Relationship Type="http://schemas.openxmlformats.org/officeDocument/2006/relationships/slide" Target="/ppt/slides/slide11.xml" Id="Rcee33c718d824cc8" /><Relationship Type="http://schemas.openxmlformats.org/officeDocument/2006/relationships/slide" Target="/ppt/slides/slide12.xml" Id="R85aff09a9f9046ba" /><Relationship Type="http://schemas.openxmlformats.org/officeDocument/2006/relationships/slide" Target="/ppt/slides/slide13.xml" Id="Rf2451fffad44483c" /><Relationship Type="http://schemas.openxmlformats.org/officeDocument/2006/relationships/slide" Target="/ppt/slides/slide14.xml" Id="R81fff3cf7bc24f01" /><Relationship Type="http://schemas.openxmlformats.org/officeDocument/2006/relationships/slide" Target="/ppt/slides/slide15.xml" Id="R79674335ef7440c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09b59053e67401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890acd08bdb49f3" /><Relationship Type="http://schemas.openxmlformats.org/officeDocument/2006/relationships/notesMaster" Target="/ppt/notesMasters/notesMaster1.xml" Id="R96c66d370fd244e3" /></Relationships>
</file>

<file path=ppt/notesSlides/_rels/notesSlide2.xml.rels>&#65279;<?xml version="1.0" encoding="utf-8"?><Relationships xmlns="http://schemas.openxmlformats.org/package/2006/relationships"><Relationship Type="http://schemas.openxmlformats.org/officeDocument/2006/relationships/slide" Target="/ppt/slides/slide2.xml" Id="R6d837a248c9344ef" /><Relationship Type="http://schemas.openxmlformats.org/officeDocument/2006/relationships/notesMaster" Target="/ppt/notesMasters/notesMaster1.xml" Id="R5a024e7829254202" /></Relationships>
</file>

<file path=ppt/notesSlides/_rels/notesSlide3.xml.rels>&#65279;<?xml version="1.0" encoding="utf-8"?><Relationships xmlns="http://schemas.openxmlformats.org/package/2006/relationships"><Relationship Type="http://schemas.openxmlformats.org/officeDocument/2006/relationships/slide" Target="/ppt/slides/slide3.xml" Id="R96b0ac78ccdc465b" /><Relationship Type="http://schemas.openxmlformats.org/officeDocument/2006/relationships/notesMaster" Target="/ppt/notesMasters/notesMaster1.xml" Id="R5f904953f1ca493f" /></Relationships>
</file>

<file path=ppt/notesSlides/_rels/notesSlide4.xml.rels>&#65279;<?xml version="1.0" encoding="utf-8"?><Relationships xmlns="http://schemas.openxmlformats.org/package/2006/relationships"><Relationship Type="http://schemas.openxmlformats.org/officeDocument/2006/relationships/slide" Target="/ppt/slides/slide4.xml" Id="Rab4020a9079d4f9b" /><Relationship Type="http://schemas.openxmlformats.org/officeDocument/2006/relationships/notesMaster" Target="/ppt/notesMasters/notesMaster1.xml" Id="R6bc6b720c0dc4d22" /></Relationships>
</file>

<file path=ppt/notesSlides/_rels/notesSlide5.xml.rels>&#65279;<?xml version="1.0" encoding="utf-8"?><Relationships xmlns="http://schemas.openxmlformats.org/package/2006/relationships"><Relationship Type="http://schemas.openxmlformats.org/officeDocument/2006/relationships/slide" Target="/ppt/slides/slide5.xml" Id="R6a3fe52514c74323" /><Relationship Type="http://schemas.openxmlformats.org/officeDocument/2006/relationships/notesMaster" Target="/ppt/notesMasters/notesMaster1.xml" Id="Rfc2745d2c0184523" /></Relationships>
</file>

<file path=ppt/notesSlides/_rels/notesSlide6.xml.rels>&#65279;<?xml version="1.0" encoding="utf-8"?><Relationships xmlns="http://schemas.openxmlformats.org/package/2006/relationships"><Relationship Type="http://schemas.openxmlformats.org/officeDocument/2006/relationships/slide" Target="/ppt/slides/slide6.xml" Id="R5c9e40fdf6bf453c" /><Relationship Type="http://schemas.openxmlformats.org/officeDocument/2006/relationships/notesMaster" Target="/ppt/notesMasters/notesMaster1.xml" Id="R01916fd4a2fc4160" /></Relationships>
</file>

<file path=ppt/notesSlides/_rels/notesSlide7.xml.rels>&#65279;<?xml version="1.0" encoding="utf-8"?><Relationships xmlns="http://schemas.openxmlformats.org/package/2006/relationships"><Relationship Type="http://schemas.openxmlformats.org/officeDocument/2006/relationships/slide" Target="/ppt/slides/slide7.xml" Id="Rfed6827db7084057" /><Relationship Type="http://schemas.openxmlformats.org/officeDocument/2006/relationships/notesMaster" Target="/ppt/notesMasters/notesMaster1.xml" Id="R95bf6a8f02994a8a" /></Relationships>
</file>

<file path=ppt/notesSlides/_rels/notesSlide8.xml.rels>&#65279;<?xml version="1.0" encoding="utf-8"?><Relationships xmlns="http://schemas.openxmlformats.org/package/2006/relationships"><Relationship Type="http://schemas.openxmlformats.org/officeDocument/2006/relationships/slide" Target="/ppt/slides/slide8.xml" Id="Rb1a26736ed6b41d0" /><Relationship Type="http://schemas.openxmlformats.org/officeDocument/2006/relationships/notesMaster" Target="/ppt/notesMasters/notesMaster1.xml" Id="R5dbbd447c0004895" /></Relationships>
</file>

<file path=ppt/notesSlides/_rels/notesSlide9.xml.rels>&#65279;<?xml version="1.0" encoding="utf-8"?><Relationships xmlns="http://schemas.openxmlformats.org/package/2006/relationships"><Relationship Type="http://schemas.openxmlformats.org/officeDocument/2006/relationships/slide" Target="/ppt/slides/slide9.xml" Id="Rb1a1df47d3d746cc" /><Relationship Type="http://schemas.openxmlformats.org/officeDocument/2006/relationships/notesMaster" Target="/ppt/notesMasters/notesMaster1.xml" Id="Re70d7a0d4432440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dd25626b0664519" /><Relationship Type="http://schemas.openxmlformats.org/officeDocument/2006/relationships/notesMaster" Target="/ppt/notesMasters/notesMaster1.xml" Id="R51497ff5de6b4ea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91e528e533c4db3" /><Relationship Type="http://schemas.openxmlformats.org/officeDocument/2006/relationships/notesMaster" Target="/ppt/notesMasters/notesMaster1.xml" Id="Rec3d58f292be43a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f8e9ff5e77f4acb" /><Relationship Type="http://schemas.openxmlformats.org/officeDocument/2006/relationships/notesMaster" Target="/ppt/notesMasters/notesMaster1.xml" Id="R5cbed253586141e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af459c5a58f4a40" /><Relationship Type="http://schemas.openxmlformats.org/officeDocument/2006/relationships/notesMaster" Target="/ppt/notesMasters/notesMaster1.xml" Id="R79081aa0880444e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7b86cc959454c0a" /><Relationship Type="http://schemas.openxmlformats.org/officeDocument/2006/relationships/notesMaster" Target="/ppt/notesMasters/notesMaster1.xml" Id="R37bc349cb282409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e60d35735414edc" /><Relationship Type="http://schemas.openxmlformats.org/officeDocument/2006/relationships/notesMaster" Target="/ppt/notesMasters/notesMaster1.xml" Id="R9808c4f8efd34ed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내 업무에 맞게 조합하고 덜어내기</a:t>
            </a:r>
          </a:p>
          <a:p xmlns:a="http://schemas.openxmlformats.org/drawingml/2006/main">
            <a:r>
              <a:t/>
            </a:r>
          </a:p>
          <a:p xmlns:a="http://schemas.openxmlformats.org/drawingml/2006/main">
            <a:r>
              <a:t>**Slide ID:**</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내 업무에 맞게 조합하고 덜어내기</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내 업무에 맞게 조합하고 덜어내기 — AI-Native Development · 업무 방식의 재설계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5의 제목 “내 업무에 맞게 조합하고 덜어내기”을 가리키며 구간을 연다.</a:t>
            </a:r>
          </a:p>
          <a:p xmlns:a="http://schemas.openxmlformats.org/drawingml/2006/main">
            <a:r>
              <a:t>2. (0:20–0:40 / Transition) 부제 “AI-Native Development · 업무 방식의 재설계”는 이번 구간의 관점만 안내한다. 구체적 기능·해결 방법·결과는 앞서 설명하지 않는다.</a:t>
            </a:r>
          </a:p>
          <a:p xmlns:a="http://schemas.openxmlformats.org/drawingml/2006/main">
            <a:r>
              <a:t>3. (0:40–1:00 / Transition) S95의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S95 — 문제에 맞춰, 일하는 방식을 넓혔다로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5 총40분, 전체396분이다. 제목·부제만 안내하고1분에 S95로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production/preview/full/S94.png 또는 production/ACT_5.pptx의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문제에 맞춰, 일하는 방식을 넓혔다</a:t>
            </a:r>
          </a:p>
          <a:p xmlns:a="http://schemas.openxmlformats.org/drawingml/2006/main">
            <a:r>
              <a:t/>
            </a:r>
          </a:p>
          <a:p xmlns:a="http://schemas.openxmlformats.org/drawingml/2006/main">
            <a:r>
              <a:t>**Slide ID:**</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답을 구하던 출발점에서 요청의 모호함, 프로젝트 설명 반복, 수행 절차 반복, 조건 변화에 대응하며 Prompt·Context·Harness·Loop를 필요에 따라 더했다. 앞의 방식이 사라지는 필수 성숙도 순서가 아니다.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(0:00–0:30 / Lecture) S93가 닫은 검증 조건·유지 판단에서 전체 여정으로 시야를 넓힌다. 이번 장은 학습자 수준 평가나 새 성찰 시간이 아니라 문제와 대응의 회수다.</a:t>
            </a:r>
          </a:p>
          <a:p xmlns:a="http://schemas.openxmlformats.org/drawingml/2006/main">
            <a:r>
              <a:t>2. (0:30–2:45 / Lecture) 다섯 열을 왼쪽부터 읽는다. Chatbot은 답을 구하던 출발점, 요청이 모호하면 이번 작업 구체화, 설명을 반복하면 프로젝트 지식 출처, 절차를 반복하면 일하는 환경, 조건이 달라지면 근거를 확인한 시스템 개선이다. 이미 다룬 문제만 한 문장씩 회수한다.</a:t>
            </a:r>
          </a:p>
          <a:p xmlns:a="http://schemas.openxmlformats.org/drawingml/2006/main">
            <a:r>
              <a:t>3. (2:45–4:00 / Lecture) 필요한 대응이 더해졌고 모든 프로젝트가 같은 순서로 이동하거나 모든 구성요소를 도입할 필요는 없다고 한정한다. 다음 S96은 이 전체 모델 가운데 실제 Product 이력만 별도로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문제 범위에 맞춘 대응과 고정된 기능 성숙도 평가를 구분한다.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S103/S98에 남긴다.</a:t>
            </a:r>
          </a:p>
          <a:p xmlns:a="http://schemas.openxmlformats.org/drawingml/2006/main">
            <a:r>
              <a:t/>
            </a:r>
          </a:p>
          <a:p xmlns:a="http://schemas.openxmlformats.org/drawingml/2006/main">
            <a:r>
              <a:t>**Transition:**</a:t>
            </a:r>
          </a:p>
          <a:p xmlns:a="http://schemas.openxmlformats.org/drawingml/2006/main">
            <a:r>
              <a:t>“전체 교육 모델 중, 제품 저장소에서 실제로 확인한 변화만 다시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S95와 production/preview/act5/S95.png를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실제 Demo는 문제에 맞춰 바뀌었다</a:t>
            </a:r>
          </a:p>
          <a:p xmlns:a="http://schemas.openxmlformats.org/drawingml/2006/main">
            <a:r>
              <a:t/>
            </a:r>
          </a:p>
          <a:p xmlns:a="http://schemas.openxmlformats.org/drawingml/2006/main">
            <a:r>
              <a:t>**Slide ID:**</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제품 변경을 crop 경계 수정, 프로젝트 지침·상세 문서 정리, 재사용 Skill·검증의 세 시간순 묶음으로 회고한다. 일곱 Git State는 모두 유지하며 Loop의 가상 사례·실제 제작 기록은 Product 이력에 합치지 않는다.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상단의 제품 저장소에서 확인한 변화만이라는 범위를 읽는다. 왼쪽 문제와 오른쪽 변경을 위에서 아래로 세 묶음으로 연결한다. 세 묶음은 새 Git State가 아니라 일곱 기존 State를 읽기 쉽게 모은 설명이다.</a:t>
            </a:r>
          </a:p>
          <a:p xmlns:a="http://schemas.openxmlformats.org/drawingml/2006/main">
            <a:r>
              <a:t>2. (1:00–2:30 / VISUAL Demo) 첫째 crop 경계 오류를 끝 좌표 제외 명세에 맞게 고쳤다(STATE-00→STATE-00-FIXED, TRIAL-002/S21). 둘째 지침의 반복·증가를 기본 안내와 상세 문서로 정리했다(STATE-01→STATE-02→STATE-03, TRIAL-003/004/005A/B 및 S49). 셋째 반복 절차를 Skill로 재사용하고 밝기 통계 제품 변경을 검증했다(STATE-04→STATE-04-PERF, TRIAL-008/S61). 각 변화와 문제의 연결만 회수하고 수치·전체 코드·개별 Trial을 다시 읽지 않는다.</a:t>
            </a:r>
          </a:p>
          <a:p xmlns:a="http://schemas.openxmlformats.org/drawingml/2006/main">
            <a:r>
              <a:t>3. (2:30–3:00 / VISUAL Demo) Product endpoint는 STATE-04-PERF다. Loop는 앞 ACT에서 분리한 가상 지침 사례와 실제 교육 제작의 평가·보고 기록에서 보았다. 새 Product State나 성공한 Product Loop를 덧붙이지 않는다.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TRIAL-002/S21, 지침·문서 재구성은 TRIAL-003/004/005A/B 및 S49, Skill과 제품 성능 검증은 TRIAL-008·STATE-04-PERF/S61에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S23/S46/S61다.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기록된 State와 Demo evidence 범위에 한정한다. Benchmark preparation commits는 supporting history이며 별도 State가 아니다. Subagent, Memory, stale Harness 또는 Loop를 Product State로 표시하지 않는다. 화면의 세 묶음은 기존 일곱 State의 시간순 요약이며 새 State·실행 캡처가 아니다. Routing 우월성·토큰 절감을 주장하지 않고 성능은 tracemalloc 피크와 해당 코드·입력·환경의 결과로 한정하며 RSS·Harness 단독 인과성으로 확대하지 않는다. 이전 세 발췌의 원본·provenance는 보존한다.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제품 변경 이력과 교육 모델·가상 사례·실제 Meta 이력의 범위를 나누고 bounded Product endpoint를 유지한다.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실제 작업에서 Subagent와 Memory는 왜 추가하지 않았을까요?”</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S96와 production/preview/act5/S96.png를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S97 — 이번 문제에 필요한 구성만 선택했다</a:t>
            </a:r>
          </a:p>
          <a:p xmlns:a="http://schemas.openxmlformats.org/drawingml/2006/main">
            <a:r>
              <a:t/>
            </a:r>
          </a:p>
          <a:p xmlns:a="http://schemas.openxmlformats.org/drawingml/2006/main">
            <a:r>
              <a:t>**Slide ID:**</a:t>
            </a:r>
          </a:p>
          <a:p xmlns:a="http://schemas.openxmlformats.org/drawingml/2006/main">
            <a:r>
              <a:t>S97</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S96의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S98로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역할 간 의존성과 지식 원출처를 보고 구성 추가의 필요성을 평가한다. 실험하지 않은 대안의 효과를 단정하지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S69에서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“필요한 구성을 골랐더라도, 나온 결과를 받아들일지는 누가 판단할까요?”</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S97와 production/preview/act5/S97.png를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S98 — 결과를 수용할지는 사람이 판단한다</a:t>
            </a:r>
          </a:p>
          <a:p xmlns:a="http://schemas.openxmlformats.org/drawingml/2006/main">
            <a:r>
              <a:t/>
            </a:r>
          </a:p>
          <a:p xmlns:a="http://schemas.openxmlformats.org/drawingml/2006/main">
            <a:r>
              <a:t>**Slide ID:**</a:t>
            </a:r>
          </a:p>
          <a:p xmlns:a="http://schemas.openxmlformats.org/drawingml/2006/main">
            <a:r>
              <a:t>S98</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AI가 만든 변경 내용·실행·검사·비교 기록을 받아도 목표와 제약, 선택의 적절성, 검증 근거, 남은 위험과 완료 수용은 개발자가 판단한다.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(0:00–0:40 / Lecture) S97의 구성 선택에서 결과 수용으로 넘어간다. 왼쪽 AI의 작업 결과는 교육용 묶음이지 실제 실행 보고서나 제품 UI가 아니다. AI는 조사·생성·변경·실행·비교를 도울 수 있다.</a:t>
            </a:r>
          </a:p>
          <a:p xmlns:a="http://schemas.openxmlformats.org/drawingml/2006/main">
            <a:r>
              <a:t>2. (0:40–2:20 / Lecture) 오른쪽 네 질문을 위 행 왼쪽→오른쪽, 아래 행 왼쪽→오른쪽으로 읽는다. 목표·제약에 맞는가, 선택이 적절한가, 근거로 확인했는가, 남은 위험을 보고 완료를 수용할 수 있는가. 목표와 제약은 작업 전에 정하고 결과에서도 대조한다.</a:t>
            </a:r>
          </a:p>
          <a:p xmlns:a="http://schemas.openxmlformats.org/drawingml/2006/main">
            <a:r>
              <a:t>3. (2:20–3:00 / Lecture) 고정된 인간/Agent 분업이 아니라 개발자의 판단과 책임을 강조한다. S99에서는 이 판단에 필요한 자료가 나오도록 작업 환경을 준비하는 설계로 시점을 바꾼다.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판단에 필요한 근거가 나오도록, AI의 작업 환경을 어떻게 준비할까요?”</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S98와 production/preview/act5/S98.png를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AI가 일할 조건과 확인 경로를 설계한다</a:t>
            </a:r>
          </a:p>
          <a:p xmlns:a="http://schemas.openxmlformats.org/drawingml/2006/main">
            <a:r>
              <a:t/>
            </a:r>
          </a:p>
          <a:p xmlns:a="http://schemas.openxmlformats.org/drawingml/2006/main">
            <a:r>
              <a:t>**Slide ID:**</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맡길 범위, 프로젝트 지식·재사용 절차, 검증·피드백 경로를 의도적으로 설계·운영하는 방식을 이 교육에서는 AI-Native Development라고 부른다. 새 기능이나 보편 표준의 도입이 아니다.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S98의 사람이 판단할 질문을 이어 받는다. 이번 장은 판단 책임을 다시 나열하지 않고, 판단할 근거가 나올 작업 조건을 설계하는 관점이다.</a:t>
            </a:r>
          </a:p>
          <a:p xmlns:a="http://schemas.openxmlformats.org/drawingml/2006/main">
            <a:r>
              <a:t>2. (0:30–2:20 / Lecture) 가로 세 열을 읽는다. 맡길 범위는 Task boundary(목표·제약·변경 범위), 일할 조건은 Project Context와 Reusable Workflow(프로젝트 지식·재사용 수행 방법), 확인과 피드백은 Verification과 Feedback Loop(검증 근거·다음 작업의 개선)다. 앞에서 배운 다섯 요소를 세 질문으로 묶었으며 새 단계나 필수 도입 순서가 아니다.</a:t>
            </a:r>
          </a:p>
          <a:p xmlns:a="http://schemas.openxmlformats.org/drawingml/2006/main">
            <a:r>
              <a:t>3. (2:20–3:00 / Lecture) 이 설계·운영 방식을 이 과정의 AI-Native Development로 부른다고 이름만 회수한다. 공식·보편 정의 또는 모든 Task의 의무 목록이 아니다. 이제 이미 만든 환경도 모델·플랫폼·업무 조건이 달라지면 재평가해야 한다는 S100로 이동한다. 추가가 설계의 전부가 아니라는 질문만 열고3장 내용을 미리 설명하지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Model capability와 작업 System 설계를 구분하고, 필요한 근거·피드백 경로를 설계한다.</a:t>
            </a:r>
          </a:p>
          <a:p xmlns:a="http://schemas.openxmlformats.org/drawingml/2006/main">
            <a:r>
              <a:t/>
            </a:r>
          </a:p>
          <a:p xmlns:a="http://schemas.openxmlformats.org/drawingml/2006/main">
            <a:r>
              <a:t>**C++ Vision Bridge:**</a:t>
            </a:r>
          </a:p>
          <a:p xmlns:a="http://schemas.openxmlformats.org/drawingml/2006/main">
            <a:r>
              <a:t>재평가3장을 거쳐 S103에서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“설계는 추가에서 끝날까요? 모델·플랫폼이 바뀌면 이미 만든 구조도 다시 봐야 합니다.”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S99와 production/preview/act5/S99.png를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S100 — 모델·플랫폼이 바뀌면 Harness도 다시 본다</a:t>
            </a:r>
          </a:p>
          <a:p xmlns:a="http://schemas.openxmlformats.org/drawingml/2006/main">
            <a:r>
              <a:t/>
            </a:r>
          </a:p>
          <a:p xmlns:a="http://schemas.openxmlformats.org/drawingml/2006/main">
            <a:r>
              <a:t>**Slide ID:**</a:t>
            </a:r>
          </a:p>
          <a:p xmlns:a="http://schemas.openxmlformats.org/drawingml/2006/main">
            <a:r>
              <a:t>S100</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“그때 필요했던 보조 장치가 지금도 필요한가요?”</a:t>
            </a:r>
          </a:p>
          <a:p xmlns:a="http://schemas.openxmlformats.org/drawingml/2006/main">
            <a:r>
              <a:t/>
            </a:r>
          </a:p>
          <a:p xmlns:a="http://schemas.openxmlformats.org/drawingml/2006/main">
            <a:r>
              <a:t>**Speaker Flow:**</a:t>
            </a:r>
          </a:p>
          <a:p xmlns:a="http://schemas.openxmlformats.org/drawingml/2006/main">
            <a:r>
              <a:t>1. (0:00–0:25 / Lecture) S99의 설계 관점에서 “그때 필요했던 보조 장치가 지금도 필요한가?”를 묻는다. S97은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S101의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더 강한 모델·플랫폼 기능의 도입을 기존 구조의 자동 유지나 무조건 제거와 분리하고, 현재의 역할·경계를 재평가한다.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S103/S98에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S100와 production/preview/act5/S100.png.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S101 — 무엇을 남기고, 무엇을 덜어낼까?</a:t>
            </a:r>
          </a:p>
          <a:p xmlns:a="http://schemas.openxmlformats.org/drawingml/2006/main">
            <a:r>
              <a:t/>
            </a:r>
          </a:p>
          <a:p xmlns:a="http://schemas.openxmlformats.org/drawingml/2006/main">
            <a:r>
              <a:t>**Slide ID:**</a:t>
            </a:r>
          </a:p>
          <a:p xmlns:a="http://schemas.openxmlformats.org/drawingml/2006/main">
            <a:r>
              <a:t>S101</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S100의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S102으로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S103/S98에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S101와 production/preview/act5/S101.png.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S102 — 덜어낸 뒤에도 필요한 일을 하는가?</a:t>
            </a:r>
          </a:p>
          <a:p xmlns:a="http://schemas.openxmlformats.org/drawingml/2006/main">
            <a:r>
              <a:t/>
            </a:r>
          </a:p>
          <a:p xmlns:a="http://schemas.openxmlformats.org/drawingml/2006/main">
            <a:r>
              <a:t>**Slide ID:**</a:t>
            </a:r>
          </a:p>
          <a:p xmlns:a="http://schemas.openxmlformats.org/drawingml/2006/main">
            <a:r>
              <a:t>S102</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S101에서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S103에서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S103/S98에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S102와 production/preview/act5/S102.png.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S103 — 내 업무에서는 무엇이 반복해서 막힐까?</a:t>
            </a:r>
          </a:p>
          <a:p xmlns:a="http://schemas.openxmlformats.org/drawingml/2006/main">
            <a:r>
              <a:t/>
            </a:r>
          </a:p>
          <a:p xmlns:a="http://schemas.openxmlformats.org/drawingml/2006/main">
            <a:r>
              <a:t>**Slide ID:**</a:t>
            </a:r>
          </a:p>
          <a:p xmlns:a="http://schemas.openxmlformats.org/drawingml/2006/main">
            <a:r>
              <a:t>S103</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성능 조사·빌드·측정 업무의 반복 마찰과 겹쳐 쌓인 지침·절차·역할을 증상부터 읽고 Task/Context/Workflow/Verification/Feedback 중 가까운 문제 하나를 고른다. 원인 확인 없이 추가·통합·제거를 처방하지 않는다.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업무에 비춰 보는 교육용 질문임을 밝힌다. 성능 조사 범위, 빌드·동작 명세·장치 조건, 분석·변경·측정·회귀 확인을 앞의 Demo와 같은 engineering 관점으로 연결한다. 실제 회사 사건이나 검증된 절차가 아니다.</a:t>
            </a:r>
          </a:p>
          <a:p xmlns:a="http://schemas.openxmlformats.org/drawingml/2006/main">
            <a:r>
              <a:t>2. (1:00–3:00 / Transition) A–E의 가운데 증상을 먼저 읽고 오른쪽 분류를 보조로 연결한다. A 요청 범위, B 반복·중복되는 프로젝트 사실·지침, C 반복되거나 역할 간 겹치는 수행 방법, D 완료 판단의 검사 기준, E 반복 실패의 원인·기준 재검토다. 다섯 항목은 같은 수준의 적용 후보이지 순서가 아니다. B의 빌드·명세·장치 조건과 C의 분석·변경·측정·회귀 확인 예시는 보존한다. 부족한 안내를 보완하는 것뿐 아니라 이미 겹친 지침·절차·역할을 통합·제거할 필요도 볼 수 있다.</a:t>
            </a:r>
          </a:p>
          <a:p xmlns:a="http://schemas.openxmlformats.org/drawingml/2006/main">
            <a:r>
              <a:t>3. (3:00–5:00 / Transition) 자기 업무와 가까운 문제 하나만 마음속으로 떠올리게 한다. E는 실패가 반복됐으니 무조건 추가·통합·제거하라는 뜻이 아니라 기록·원인·기준을 다시 보는 출발점이다. S104에서 같은 글자의 다음 행동과 확인 근거를 생각하게 한다. 새 분류 이론·Demo를 열지 않는다.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반복 비용·중복 유지 부담·위험과 근거에 맞는 적용 후보를 고른다. 원인 확인과 시스템 변경을 분리한다.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S104의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S103와 production/preview/act5/S103.png를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S104 — 고른 문제에서, 다음 행동 하나로</a:t>
            </a:r>
          </a:p>
          <a:p xmlns:a="http://schemas.openxmlformats.org/drawingml/2006/main">
            <a:r>
              <a:t/>
            </a:r>
          </a:p>
          <a:p xmlns:a="http://schemas.openxmlformats.org/drawingml/2006/main">
            <a:r>
              <a:t>**Slide ID:**</a:t>
            </a:r>
          </a:p>
          <a:p xmlns:a="http://schemas.openxmlformats.org/drawingml/2006/main">
            <a:r>
              <a:t>S104</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S103에서 고른 A–E를 같은 글자의 작은 다음 행동으로 이어 받는다. B는 출처·검토자와 중복 지침 통합, C는 수행 절차·역할의 통합·제거 후보와 둘 위치·갱신 책임을 생각한다. 확인 근거 하나를 함께 고르되 다섯 행동을 모두 수행하거나 약속할 필요는 없다.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S103에서 마음속으로 고른 같은 글자의 행동만 생각하도록 안내한다. A 목표·변경 범위를 요청에 적기, B 출처·검토자를 정하고 중복 지침 통합, C 절차·역할의 통합·제거 후보와 둘 위치·갱신자, D 완료 판단 검사, E 반복 실패의 기록·원인 대조다. 모든 항목을 도입하는 목록이 아니다.</a:t>
            </a:r>
          </a:p>
          <a:p xmlns:a="http://schemas.openxmlformats.org/drawingml/2006/main">
            <a:r>
              <a:t>2. (1:00–2:00 / Lecture) 오른쪽의 확인 근거 질문을 읽는다. 무엇이 달라졌는지 어떤 기록으로 볼지 생각한다. 예를 들어 A 목표와 변경 범위 대조, B 원출처와 참조 경로, C 실제 적용 절차 기록, D 명세와 검사 결과, E 원문과 현재 기준을 볼 수 있다. B/C에서 통합·제거를 생각했다면 같은 대표 작업의 결과·회귀·남은 위험을 대조할 근거도 정한다. 이는 앞으로 확인할 자료 후보이며 이미 실행하거나 좋아진 결과가 아니다. 원인에 따라 그대로 유지하거나 후보를 되돌리는 선택도 가능하다.</a:t>
            </a:r>
          </a:p>
          <a:p xmlns:a="http://schemas.openxmlformats.org/drawingml/2006/main">
            <a:r>
              <a:t>3. (2:00–4:00 / Reflection) 두 분 동안 선택한 문제→작은 행동→확인 근거를 조용히 마음속으로 연결하게 한다. 답변·기록·발표·제출·실천 약속은 요구하지 않는다. 도구나 문서를 새로 만드는 과제가 아니며 기존 출처로 충분하면 그대로 쓸 수 있다. 2분 뒤 Q&amp;A로 이동한다.</a:t>
            </a:r>
          </a:p>
          <a:p xmlns:a="http://schemas.openxmlformats.org/drawingml/2006/main">
            <a:r>
              <a:t>마지막 연결: 다음 질문으로 이동하기 전에 S105–S107에서 팁 제목·현재 위치만 회수하고 S108의 기존 Q&amp;A/Closing으로 이어간다.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추가·통합·제거 후보를 확인 근거와 유지 위치·검토/갱신 책임에 연결한다. 원인 미확인 상태의 시스템 변경을 강요하지 않는다.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S103과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“마지막 질문을 받기 전에, 실무에서 다시 찾아볼 팁의 위치를 한 번에 정리하겠습니다.”라고 S105의 마지막 찾아보기를 연다.</a:t>
            </a:r>
          </a:p>
          <a:p xmlns:a="http://schemas.openxmlformats.org/drawingml/2006/main">
            <a:r>
              <a:t/>
            </a:r>
          </a:p>
          <a:p xmlns:a="http://schemas.openxmlformats.org/drawingml/2006/main">
            <a:r>
              <a:t>**Time Management:**</a:t>
            </a:r>
          </a:p>
          <a:p xmlns:a="http://schemas.openxmlformats.org/drawingml/2006/main">
            <a:r>
              <a:t>Lecture2분+Reflection2분=4분. S103의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S104와 production/preview/act5/S104.png를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S105 — 실무 적용 팁 · 작업 환경과 기준</a:t>
            </a:r>
          </a:p>
          <a:p xmlns:a="http://schemas.openxmlformats.org/drawingml/2006/main">
            <a:r>
              <a:t/>
            </a:r>
          </a:p>
          <a:p xmlns:a="http://schemas.openxmlformats.org/drawingml/2006/main">
            <a:r>
              <a:t>**Slide ID:**</a:t>
            </a:r>
          </a:p>
          <a:p xmlns:a="http://schemas.openxmlformats.org/drawingml/2006/main">
            <a:r>
              <a:t>S105</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기준에 필요한 기존 팁의 위치는 S12, S48, S58, S68, S73다.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S12 Repository 작업은 Codex에서 시작한다 / S48 AGENTS.md에는 무엇을 남길까? / S58 테스트 명령을 언제 쓰고 무엇을 판단할까? / S68 이번 Context와 다시 쓸 지식 / S73 밝기 통계의 판단을 C++ 검사에 적용하기. 제목·위치만 짚고 본문을 다시 강의하지 않는다.</a:t>
            </a:r>
          </a:p>
          <a:p xmlns:a="http://schemas.openxmlformats.org/drawingml/2006/main">
            <a:r>
              <a:t>3. (0:45–1:00 / Lecture) S106로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S106으로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production/preview/full/S105.png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S106 — 실무 적용 팁 · 요청 작성</a:t>
            </a:r>
          </a:p>
          <a:p xmlns:a="http://schemas.openxmlformats.org/drawingml/2006/main">
            <a:r>
              <a:t/>
            </a:r>
          </a:p>
          <a:p xmlns:a="http://schemas.openxmlformats.org/drawingml/2006/main">
            <a:r>
              <a:t>**Slide ID:**</a:t>
            </a:r>
          </a:p>
          <a:p xmlns:a="http://schemas.openxmlformats.org/drawingml/2006/main">
            <a:r>
              <a:t>S106</a:t>
            </a:r>
          </a:p>
          <a:p xmlns:a="http://schemas.openxmlformats.org/drawingml/2006/main">
            <a:r>
              <a:t/>
            </a:r>
          </a:p>
          <a:p xmlns:a="http://schemas.openxmlformats.org/drawingml/2006/main">
            <a:r>
              <a:t>**Working Title:**</a:t>
            </a:r>
          </a:p>
          <a:p xmlns:a="http://schemas.openxmlformats.org/drawingml/2006/main">
            <a:r>
              <a:t>실무 적용 팁 · 요청 작성</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요청 작성에 필요한 기존 팁의 위치는 S27, S28, S29, S30, S31, S32, S33, S34다.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S27 지시와 참고 자료의 구분 / S28 입력과 기대 결과의 작은 예시 / S29 바로 검토할 수 있는 결과 형식 / S30 근거가 있는 설명과 미확인의 구분 / S31 결과를 바꾸는 결정에서 확인 질문 / S32 큰 작업을 검토할 결과물로 나누기 / S33 기준을 지정한 코드 리뷰 요청 / S34 구체적인 근거로 수정 방향 피드백. 제목·위치만 짚고 본문을 다시 강의하지 않는다.</a:t>
            </a:r>
          </a:p>
          <a:p xmlns:a="http://schemas.openxmlformats.org/drawingml/2006/main">
            <a:r>
              <a:t>3. (0:45–1:00 / Lecture) S107로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“요청 뒤에는 근거를 확인하고 기존 구성을 다시 판단할 기준이 필요합니다.”라고 S107로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production/preview/full/S106.png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S107 — 실무 적용 팁 · 검증과 개선</a:t>
            </a:r>
          </a:p>
          <a:p xmlns:a="http://schemas.openxmlformats.org/drawingml/2006/main">
            <a:r>
              <a:t/>
            </a:r>
          </a:p>
          <a:p xmlns:a="http://schemas.openxmlformats.org/drawingml/2006/main">
            <a:r>
              <a:t>**Slide ID:**</a:t>
            </a:r>
          </a:p>
          <a:p xmlns:a="http://schemas.openxmlformats.org/drawingml/2006/main">
            <a:r>
              <a:t>S107</a:t>
            </a:r>
          </a:p>
          <a:p xmlns:a="http://schemas.openxmlformats.org/drawingml/2006/main">
            <a:r>
              <a:t/>
            </a:r>
          </a:p>
          <a:p xmlns:a="http://schemas.openxmlformats.org/drawingml/2006/main">
            <a:r>
              <a:t>**Working Title:**</a:t>
            </a:r>
          </a:p>
          <a:p xmlns:a="http://schemas.openxmlformats.org/drawingml/2006/main">
            <a:r>
              <a:t>실무 적용 팁 · 검증과 개선</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검증과 개선에 필요한 기존 팁의 위치는 S80, S84, S101, S102다.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S80 원인을 고르기 전에 확인할 기록 / S84 지침을 고친 뒤, 무엇을 다시 확인할까? / S101 무엇을 남기고, 무엇을 덜어낼까? / S102 덜어낸 뒤에도 필요한 일을 하는가?. 제목·위치만 짚고 본문을 다시 강의하지 않는다.</a:t>
            </a:r>
          </a:p>
          <a:p xmlns:a="http://schemas.openxmlformats.org/drawingml/2006/main">
            <a:r>
              <a:t>3. (0:45–1:00 / Lecture) S108로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production/preview/full/S107.png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S108 — Q&amp;A와 교육 마무리</a:t>
            </a:r>
          </a:p>
          <a:p xmlns:a="http://schemas.openxmlformats.org/drawingml/2006/main">
            <a:r>
              <a:t/>
            </a:r>
          </a:p>
          <a:p xmlns:a="http://schemas.openxmlformats.org/drawingml/2006/main">
            <a:r>
              <a:t>**Slide ID:**</a:t>
            </a:r>
          </a:p>
          <a:p xmlns:a="http://schemas.openxmlformats.org/drawingml/2006/main">
            <a:r>
              <a:t>S108</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S104에서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S95과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S104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S108와 production/preview/act5/S108.png를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32cf30cee04406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0ac03f198ec4be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d81bb7cba194ab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c7981bb077f4ef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19f3ab78f74492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eda1923e11f4e5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03E174C-CA45-4B77-BC5B-8F041D9F851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3F05DF0-DF00-4012-8D5E-647CE21494E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712F2AD-3C56-45D0-B6C9-10FBEA05A89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0102C03-4902-4CCA-8C4C-AAFE92C2C0B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7A2E27A-B58D-4F70-B416-95A40018B06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FA8C6C5-D5CD-4354-9F70-0864EEE9F93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E01A043-46B9-43B8-B5A4-27AC2DE35EB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EA5D6F7-F854-4CD4-8D4F-CCC1AFF458D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3889EF5-1271-41ED-A5A7-D871D5BA7C2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F75E6E1-9AE5-43CC-8029-9246511E5B6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5b2f852da6349f0" /><Relationship Type="http://schemas.openxmlformats.org/officeDocument/2006/relationships/slideLayout" Target="/ppt/slideLayouts/slideLayout1.xml" Id="R3498090e7f5e4f8c" /><Relationship Type="http://schemas.openxmlformats.org/officeDocument/2006/relationships/slideLayout" Target="/ppt/slideLayouts/slideLayout2.xml" Id="R12d6a1aabae243de" /><Relationship Type="http://schemas.openxmlformats.org/officeDocument/2006/relationships/slideLayout" Target="/ppt/slideLayouts/slideLayout3.xml" Id="R7a1c5fcffe174038" /><Relationship Type="http://schemas.openxmlformats.org/officeDocument/2006/relationships/slideLayout" Target="/ppt/slideLayouts/slideLayout4.xml" Id="Rd9fa698931804c1e" /><Relationship Type="http://schemas.openxmlformats.org/officeDocument/2006/relationships/slideLayout" Target="/ppt/slideLayouts/slideLayout5.xml" Id="R49e4792c90f347af" /><Relationship Type="http://schemas.openxmlformats.org/officeDocument/2006/relationships/slideLayout" Target="/ppt/slideLayouts/slideLayout6.xml" Id="R5f0db6052e1d41e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498090e7f5e4f8c"/>
    <p:sldLayoutId xmlns:r="http://schemas.openxmlformats.org/officeDocument/2006/relationships" id="2147483650" r:id="R12d6a1aabae243de"/>
    <p:sldLayoutId xmlns:r="http://schemas.openxmlformats.org/officeDocument/2006/relationships" id="2147483651" r:id="R7a1c5fcffe174038"/>
    <p:sldLayoutId xmlns:r="http://schemas.openxmlformats.org/officeDocument/2006/relationships" id="2147483652" r:id="Rd9fa698931804c1e"/>
    <p:sldLayoutId xmlns:r="http://schemas.openxmlformats.org/officeDocument/2006/relationships" id="2147483653" r:id="R49e4792c90f347af"/>
    <p:sldLayoutId xmlns:r="http://schemas.openxmlformats.org/officeDocument/2006/relationships" id="2147483654" r:id="R5f0db6052e1d41e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e24a72b3bea44d2" /><Relationship Type="http://schemas.openxmlformats.org/officeDocument/2006/relationships/notesSlide" Target="/ppt/notesSlides/notesSlide1.xml" Id="R60c162d594684d6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dc5eaaf13694c8a" /><Relationship Type="http://schemas.openxmlformats.org/officeDocument/2006/relationships/notesSlide" Target="/ppt/notesSlides/notesSlide2.xml" Id="Re2d769f180974f8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16ca91d99bf4870" /><Relationship Type="http://schemas.openxmlformats.org/officeDocument/2006/relationships/notesSlide" Target="/ppt/notesSlides/notesSlide3.xml" Id="R1ee0350af8434c0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e563573c5a7414d" /><Relationship Type="http://schemas.openxmlformats.org/officeDocument/2006/relationships/notesSlide" Target="/ppt/notesSlides/notesSlide4.xml" Id="Rd5c4d9b1ef8c4f0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6dd0bab2f544b13" /><Relationship Type="http://schemas.openxmlformats.org/officeDocument/2006/relationships/notesSlide" Target="/ppt/notesSlides/notesSlide5.xml" Id="R9d1d3181808b4b3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8b32e6165114333" /><Relationship Type="http://schemas.openxmlformats.org/officeDocument/2006/relationships/notesSlide" Target="/ppt/notesSlides/notesSlide6.xml" Id="Rac4f15c83eb6443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372c86ee3d5410d" /><Relationship Type="http://schemas.openxmlformats.org/officeDocument/2006/relationships/notesSlide" Target="/ppt/notesSlides/notesSlide7.xml" Id="R998bb5447e4f4f5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88ca535e5cf469e" /><Relationship Type="http://schemas.openxmlformats.org/officeDocument/2006/relationships/notesSlide" Target="/ppt/notesSlides/notesSlide8.xml" Id="R8820ae454f9747a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7303f4709ac48c6" /><Relationship Type="http://schemas.openxmlformats.org/officeDocument/2006/relationships/notesSlide" Target="/ppt/notesSlides/notesSlide9.xml" Id="R7bd0f3ccaf884e2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fbefe5e495f4bce" /><Relationship Type="http://schemas.openxmlformats.org/officeDocument/2006/relationships/notesSlide" Target="/ppt/notesSlides/notesSlide10.xml" Id="R0b8db37bbe0d4be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e13b561e5224f5f" /><Relationship Type="http://schemas.openxmlformats.org/officeDocument/2006/relationships/notesSlide" Target="/ppt/notesSlides/notesSlide11.xml" Id="R2cdf65e7592b4bb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2668282658d45e6" /><Relationship Type="http://schemas.openxmlformats.org/officeDocument/2006/relationships/notesSlide" Target="/ppt/notesSlides/notesSlide12.xml" Id="Rd6235d84594a458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e09277bc1c442be" /><Relationship Type="http://schemas.openxmlformats.org/officeDocument/2006/relationships/notesSlide" Target="/ppt/notesSlides/notesSlide13.xml" Id="R48c8a38233b4466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2e4b28e99ea44ba" /><Relationship Type="http://schemas.openxmlformats.org/officeDocument/2006/relationships/notesSlide" Target="/ppt/notesSlides/notesSlide14.xml" Id="Rb8ffe99b022d48b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2eb4a568d424063" /><Relationship Type="http://schemas.openxmlformats.org/officeDocument/2006/relationships/notesSlide" Target="/ppt/notesSlides/notesSlide15.xml" Id="R12cddd08de6444dc"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4CCC161F-FC0C-4F45-8BE0-165BFC56E898}"/>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94">
            <a:extLst xmlns:a="http://schemas.openxmlformats.org/drawingml/2006/main">
              <a:ext uri="{FF2B5EF4-FFF2-40B4-BE49-F238E27FC236}">
                <a16:creationId xmlns:a16="http://schemas.microsoft.com/office/drawing/2014/main" id="{D247E8A9-5D66-45AB-BA12-8B61641581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
            <a:extLst xmlns:a="http://schemas.openxmlformats.org/drawingml/2006/main">
              <a:ext uri="{FF2B5EF4-FFF2-40B4-BE49-F238E27FC236}">
                <a16:creationId xmlns:a16="http://schemas.microsoft.com/office/drawing/2014/main" id="{9A39FCB2-97AB-430B-BD0A-B9E85172E095}"/>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67FC75A9-D3CC-4CFD-87CF-4CAD76779715}"/>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180D5AB1-8E88-4B43-87D7-99B3F45C5C44}"/>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1D607B25-48B7-4C09-8916-F1AB926E76DA}"/>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0847E765-F861-426A-92B5-2BAC592DD5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819016423"/>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36A23F09-8AF7-468C-AD41-7855D8D9CC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95">
            <a:extLst xmlns:a="http://schemas.openxmlformats.org/drawingml/2006/main">
              <a:ext uri="{FF2B5EF4-FFF2-40B4-BE49-F238E27FC236}">
                <a16:creationId xmlns:a16="http://schemas.microsoft.com/office/drawing/2014/main" id="{B2BDA74F-5E9D-4D7D-BA82-8340922941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문제에 맞춰, 일하는 방식을 넓혔다">
            <a:extLst xmlns:a="http://schemas.openxmlformats.org/drawingml/2006/main">
              <a:ext uri="{FF2B5EF4-FFF2-40B4-BE49-F238E27FC236}">
                <a16:creationId xmlns:a16="http://schemas.microsoft.com/office/drawing/2014/main" id="{1C2C22DB-4209-479E-B089-07423E1A4B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01781EEB-8DCB-44C7-92B4-93D2D2D745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55A22C1C-8177-487E-BFB2-47CC2D444B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9556629B-112C-4E1F-A8F0-D108373B3D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필요한 대응을 더하며, 여기까지 왔다">
            <a:extLst xmlns:a="http://schemas.openxmlformats.org/drawingml/2006/main">
              <a:ext uri="{FF2B5EF4-FFF2-40B4-BE49-F238E27FC236}">
                <a16:creationId xmlns:a16="http://schemas.microsoft.com/office/drawing/2014/main" id="{FEC09B39-D9D0-44C2-B81E-323FF03DF2C1}"/>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필요한 대응을 더하며, 여기까지 왔다</a:t>
            </a:r>
          </a:p>
        </p:txBody>
      </p:sp>
      <p:sp>
        <p:nvSpPr>
          <p:cNvPr id="8" name="답을 구하던 출발점">
            <a:extLst xmlns:a="http://schemas.openxmlformats.org/drawingml/2006/main">
              <a:ext uri="{FF2B5EF4-FFF2-40B4-BE49-F238E27FC236}">
                <a16:creationId xmlns:a16="http://schemas.microsoft.com/office/drawing/2014/main" id="{5BFEA09F-4149-4EBA-B3A8-7E8E2C57BA24}"/>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DE6E8931-4F66-4B5D-B10D-862EF1DAB573}"/>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CF7512D7-D317-4B61-B4F4-2A368F660A11}"/>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781C1BE9-44CB-4820-9CF7-D1EA6A474BE7}"/>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9BD98A66-3B9A-427A-B051-1B0F7A683A83}"/>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339130CE-4AE7-4145-AF74-855CCF27CC21}"/>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7AE481A0-E16F-45E8-916C-6ACCB669E69C}"/>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40C5A5B3-9A58-4AB4-8AB6-D5F7CFE67FA3}"/>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45C72835-576D-4FD6-A4A0-8614FEB22F19}"/>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4AFCB256-E1E4-4C54-9987-A78603F500E8}"/>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B84A2B76-45EE-4925-9F2B-54F5E00C9E25}"/>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ACCBAF38-A5D8-46AD-9267-DF438D8FA784}"/>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8B50B67C-920A-4161-8345-865A7645D4F9}"/>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0BF8ED44-EE5A-492D-8BBB-2D6D2AA1F60F}"/>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E8859AA2-E112-4D5B-AB49-046B603666A4}"/>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D0517FD3-24E3-499D-BE14-9B0D8BB4A438}"/>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81F33DDC-C772-4DB0-B19D-EA2281B3F720}"/>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FB96A627-FBC2-4554-81FC-827E055AD257}"/>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22638EAA-7653-4497-AFD8-D48C3D0499AB}"/>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C851855A-990D-4FEB-B5D9-4EC42A5C072D}"/>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조건이 달라지면">
            <a:extLst xmlns:a="http://schemas.openxmlformats.org/drawingml/2006/main">
              <a:ext uri="{FF2B5EF4-FFF2-40B4-BE49-F238E27FC236}">
                <a16:creationId xmlns:a16="http://schemas.microsoft.com/office/drawing/2014/main" id="{6E757A6F-29F6-4ACD-B92A-14B224078586}"/>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조건이 달라지면</a:t>
            </a:r>
          </a:p>
        </p:txBody>
      </p:sp>
      <p:sp>
        <p:nvSpPr>
          <p:cNvPr id="29" name="">
            <a:extLst xmlns:a="http://schemas.openxmlformats.org/drawingml/2006/main">
              <a:ext uri="{FF2B5EF4-FFF2-40B4-BE49-F238E27FC236}">
                <a16:creationId xmlns:a16="http://schemas.microsoft.com/office/drawing/2014/main" id="{EA4CA622-F573-4432-8D07-CCE9F9B20785}"/>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50D03D9D-BF7D-4E02-8F4F-F9F58A8C5E36}"/>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근거를 확인해&#10;시스템을 고친다">
            <a:extLst xmlns:a="http://schemas.openxmlformats.org/drawingml/2006/main">
              <a:ext uri="{FF2B5EF4-FFF2-40B4-BE49-F238E27FC236}">
                <a16:creationId xmlns:a16="http://schemas.microsoft.com/office/drawing/2014/main" id="{AAAF6D00-D600-4F05-9FA0-E5892528ED96}"/>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근거를 확인해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시스템을 고친다</a:t>
            </a:r>
          </a:p>
        </p:txBody>
      </p:sp>
      <p:sp>
        <p:nvSpPr>
          <p:cNvPr id="32" name="문제에 따라 더해진 대응이지, 기능을 모두 갖추는 순서는 아니다">
            <a:extLst xmlns:a="http://schemas.openxmlformats.org/drawingml/2006/main">
              <a:ext uri="{FF2B5EF4-FFF2-40B4-BE49-F238E27FC236}">
                <a16:creationId xmlns:a16="http://schemas.microsoft.com/office/drawing/2014/main" id="{C2B1A36A-FF0C-40B6-9BBC-88B9425DBDC9}"/>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문제에 따라 더해진 대응이지, 기능을 모두 갖추는 순서는 아니다</a:t>
            </a:r>
          </a:p>
        </p:txBody>
      </p:sp>
      <p:sp>
        <p:nvSpPr>
          <p:cNvPr id="33" name="Legacy module connection">
            <a:extLst xmlns:a="http://schemas.openxmlformats.org/drawingml/2006/main">
              <a:ext uri="{FF2B5EF4-FFF2-40B4-BE49-F238E27FC236}">
                <a16:creationId xmlns:a16="http://schemas.microsoft.com/office/drawing/2014/main" id="{980D2E7D-B821-460D-8578-EF99E57AE6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9426265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02F7043F-36A8-4425-B368-CF2D32AC11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96">
            <a:extLst xmlns:a="http://schemas.openxmlformats.org/drawingml/2006/main">
              <a:ext uri="{FF2B5EF4-FFF2-40B4-BE49-F238E27FC236}">
                <a16:creationId xmlns:a16="http://schemas.microsoft.com/office/drawing/2014/main" id="{027D6BDE-EBBC-4010-A7BD-41EE1A8F44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실제 Demo는 문제에 맞춰 바뀌었다">
            <a:extLst xmlns:a="http://schemas.openxmlformats.org/drawingml/2006/main">
              <a:ext uri="{FF2B5EF4-FFF2-40B4-BE49-F238E27FC236}">
                <a16:creationId xmlns:a16="http://schemas.microsoft.com/office/drawing/2014/main" id="{AF1CE698-3D5B-4BA5-9F79-BAA7409620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7412E155-3241-46D7-B9D3-23BD1F587F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6E0B75CC-6009-4D5C-8B2F-854C22EE43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7BC6BF48-7418-4E58-8A00-FF1BD8FE6CB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85197C57-924A-448A-B9C4-1AFC7DD97774}"/>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33E3028C-460D-4E25-AD33-0D8ACDEE866E}"/>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FDF94AA2-31B8-42D2-A315-78FFDFC4B31E}"/>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8DF89891-DA11-4E79-9AF6-8747A3355AF2}"/>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8672CA05-E77D-4F45-9B4E-1FA5A7863947}"/>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7E575386-03A0-492E-8317-462C5E4E2F35}"/>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6B45D205-32BC-4C1D-9B93-93DC177D4717}"/>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BEB80444-3F3D-4809-9350-D12C30ED45CA}"/>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C73287CF-BE78-4A02-A789-AFA25004BED0}"/>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4232A069-3AEB-46F8-8170-030E0754621A}"/>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E3D3FA4F-FD50-45A6-A6F5-66B9A4C4B0D8}"/>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8CAEA5B7-07BC-4100-87E1-79AA6CE26E33}"/>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1DCA8985-68CB-491B-9F04-51A07F3EF487}"/>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4BEBE7EB-E42C-48B4-A5EF-C6D4D11DB081}"/>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C57E949A-7295-4FAF-97FD-17CAA3BD0E6B}"/>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A995C4FD-79B8-490B-B16B-DDA3658E57B5}"/>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AEF057DE-33B8-42DA-9A90-F5FCC3C3DAEC}"/>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F1020E24-0058-4C6F-B253-872A21622F78}"/>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Loop는 앞 ACT의 가상 사례·실제 제작 기록에서 따로 살펴봤다">
            <a:extLst xmlns:a="http://schemas.openxmlformats.org/drawingml/2006/main">
              <a:ext uri="{FF2B5EF4-FFF2-40B4-BE49-F238E27FC236}">
                <a16:creationId xmlns:a16="http://schemas.microsoft.com/office/drawing/2014/main" id="{4973C56D-BDA2-42E5-9A6A-F80C82489518}"/>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Loop는 앞 ACT의 가상 사례·실제 제작 기록에서 따로 살펴봤다</a:t>
            </a:r>
          </a:p>
        </p:txBody>
      </p:sp>
      <p:sp>
        <p:nvSpPr>
          <p:cNvPr id="26" name="Legacy module connection">
            <a:extLst xmlns:a="http://schemas.openxmlformats.org/drawingml/2006/main">
              <a:ext uri="{FF2B5EF4-FFF2-40B4-BE49-F238E27FC236}">
                <a16:creationId xmlns:a16="http://schemas.microsoft.com/office/drawing/2014/main" id="{1FC26542-270E-489F-A414-04B8BC6404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90225034"/>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B0868FDA-41DB-4C24-AF98-0BA8B9B6C0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97">
            <a:extLst xmlns:a="http://schemas.openxmlformats.org/drawingml/2006/main">
              <a:ext uri="{FF2B5EF4-FFF2-40B4-BE49-F238E27FC236}">
                <a16:creationId xmlns:a16="http://schemas.microsoft.com/office/drawing/2014/main" id="{A5374DBF-57AB-4007-B20B-2BC508C5F1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이번 문제에 필요한 구성만 선택했다">
            <a:extLst xmlns:a="http://schemas.openxmlformats.org/drawingml/2006/main">
              <a:ext uri="{FF2B5EF4-FFF2-40B4-BE49-F238E27FC236}">
                <a16:creationId xmlns:a16="http://schemas.microsoft.com/office/drawing/2014/main" id="{87C2A713-8F78-4B4A-A2C7-97D9280108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A9DE0D5B-19CF-4B89-8FD4-B3DD319FE2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A847BF76-F329-4CA5-B7B2-AC68182072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3C44AFD9-B315-4AEE-9E38-DF1034BA3AC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E16810EF-DD61-4427-B40D-DA69CB62C7E3}"/>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00E1A0B5-4C87-447F-8BA8-C7CFF63AB6D9}"/>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1B1DA34E-12B0-47A2-ACC9-7EAC130A9962}"/>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6B263EEF-F515-490B-8E8A-907402776724}"/>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6614E81A-4E61-4FC9-AAF1-5EF59DE83146}"/>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46F7575B-452B-48CE-8063-660C1C3B4EA9}"/>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1CCAE004-BA8E-444E-82C2-E8DFDFA20A74}"/>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33610158-9D87-4221-BB41-9CD66522554B}"/>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27270662-C815-4F9E-9F0A-0469728493D7}"/>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48A5B134-B360-4484-9351-B0610400B100}"/>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8D149BAB-6DE3-45FB-ABBA-DCDABEBDD7F2}"/>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B5F78067-FA1F-415B-B8C2-FE322A804F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514114141"/>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8926D66E-060A-415E-8711-E60FD1FA8E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98">
            <a:extLst xmlns:a="http://schemas.openxmlformats.org/drawingml/2006/main">
              <a:ext uri="{FF2B5EF4-FFF2-40B4-BE49-F238E27FC236}">
                <a16:creationId xmlns:a16="http://schemas.microsoft.com/office/drawing/2014/main" id="{B891EEB9-2F7A-4F49-B816-2F9D4B1ABC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결과를 수용할지는 사람이 판단한다">
            <a:extLst xmlns:a="http://schemas.openxmlformats.org/drawingml/2006/main">
              <a:ext uri="{FF2B5EF4-FFF2-40B4-BE49-F238E27FC236}">
                <a16:creationId xmlns:a16="http://schemas.microsoft.com/office/drawing/2014/main" id="{556971A0-09D4-4D21-947A-48E663C20A5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41DD9C69-7C39-48F1-95CB-D69AD76D4B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FA479079-B890-4677-9999-52DEC2107D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3C6D6D72-6BE7-497C-AEC7-C1150C0465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23FF701A-A870-4FA6-8574-88D5AA839B6C}"/>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AI가 조사·생성·변경·실행·비교를 도와도</a:t>
            </a:r>
          </a:p>
        </p:txBody>
      </p:sp>
      <p:sp>
        <p:nvSpPr>
          <p:cNvPr id="8" name="AI의 작업 결과">
            <a:extLst xmlns:a="http://schemas.openxmlformats.org/drawingml/2006/main">
              <a:ext uri="{FF2B5EF4-FFF2-40B4-BE49-F238E27FC236}">
                <a16:creationId xmlns:a16="http://schemas.microsoft.com/office/drawing/2014/main" id="{A3D1A93A-13DE-49EC-9C70-FA9C5378DC7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7E27A629-D2ED-49D6-A4BF-DC61C28774F3}"/>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F58ABE76-DFE1-447E-ADBB-FDB3F72F62D8}"/>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62AB1F66-1D4D-4714-9E9F-2892111F6BEF}"/>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95AF1743-EF75-43B7-84D9-D85EC65E8C2B}"/>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A828BA07-5EFB-439F-9F0C-A53B3B705FE7}"/>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B891926F-21B1-4887-89EA-4A6B9EC61E79}"/>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7B43B900-C447-4CCC-BD98-2143330EDDCD}"/>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BAEE141B-76CD-4320-A9B8-9EE4C4A7DAFD}"/>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62C70904-65CC-4046-9D4C-C6D3550692CD}"/>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7955F37B-7035-4845-B02C-2D7AAA7CB0F4}"/>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333B17EB-D494-4009-88F9-D75AFE1B5E05}"/>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7F44A950-4ED3-4408-AA71-2C57EE5B68BC}"/>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7C61BFC5-38A0-444D-9FFF-A3A30B28290F}"/>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66FA6301-D1E9-4A4F-A87E-159C46479B36}"/>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9B4D9E01-8E48-4C58-90E5-1D32BA9697BF}"/>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2A0D12FE-5421-4A4F-9CB8-6B31677AE54E}"/>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89DD3B3B-14AD-4EC3-9684-CE94E7A2FD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538867169"/>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2458C6CE-F6E9-41C4-8659-FDA578FEC7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99">
            <a:extLst xmlns:a="http://schemas.openxmlformats.org/drawingml/2006/main">
              <a:ext uri="{FF2B5EF4-FFF2-40B4-BE49-F238E27FC236}">
                <a16:creationId xmlns:a16="http://schemas.microsoft.com/office/drawing/2014/main" id="{EBD03CA7-4461-4534-818F-AFBD4EA718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AI가 일할 조건과 확인 경로를 설계한다">
            <a:extLst xmlns:a="http://schemas.openxmlformats.org/drawingml/2006/main">
              <a:ext uri="{FF2B5EF4-FFF2-40B4-BE49-F238E27FC236}">
                <a16:creationId xmlns:a16="http://schemas.microsoft.com/office/drawing/2014/main" id="{D1BC8168-CEF5-486B-8A08-5BF8DF5362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6071E898-7510-4664-B54D-D3121AC313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95E33E92-69EE-4DCA-B306-711250BBBD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7AD39080-83A4-4ECE-841E-FAF5F6FAAC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3B23BF5F-5D4E-43AA-932C-642CAD044654}"/>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38D55B7D-0FC7-4C33-9980-1AEEF236E199}"/>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FE569541-38C4-4308-B4C8-9142F37643D9}"/>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286C45E3-3AB0-44C8-9F5B-868DC8089F1C}"/>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DD9BC9AC-F6F3-4F78-ADC5-14DA01C8A0D8}"/>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1B80255D-F74C-4CFA-BEFF-A91176D0838F}"/>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F1A1EEE7-212D-4C17-88B2-000160E1932C}"/>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3E0E4600-1F9F-4B3E-98B0-6195028C3829}"/>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29A48ADE-3BBF-44D0-9774-5D9FC6054FCD}"/>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F2FDEA22-5B77-420E-8A1F-AAA190BCDA5C}"/>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883CC185-8A98-4C97-AC1A-DCCC1643CD17}"/>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F816AAC3-7040-468D-BE58-8C92A1F14069}"/>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4097F7FA-2AA4-41B6-93A5-8F783B8C5356}"/>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다음 작업의 개선">
            <a:extLst xmlns:a="http://schemas.openxmlformats.org/drawingml/2006/main">
              <a:ext uri="{FF2B5EF4-FFF2-40B4-BE49-F238E27FC236}">
                <a16:creationId xmlns:a16="http://schemas.microsoft.com/office/drawing/2014/main" id="{0A216582-A817-4C0D-9ECF-ECADADFCB5E1}"/>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작업의 개선</a:t>
            </a:r>
          </a:p>
        </p:txBody>
      </p:sp>
      <p:sp>
        <p:nvSpPr>
          <p:cNvPr id="21" name="Verification · Feedback Loop">
            <a:extLst xmlns:a="http://schemas.openxmlformats.org/drawingml/2006/main">
              <a:ext uri="{FF2B5EF4-FFF2-40B4-BE49-F238E27FC236}">
                <a16:creationId xmlns:a16="http://schemas.microsoft.com/office/drawing/2014/main" id="{8F93BE51-8401-41F7-9382-97B131D56954}"/>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58DEA9BE-E4A8-4A0D-AD6A-7B812504F213}"/>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2EA711E8-F6F4-4983-B1F1-F72B6DCD92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39247271"/>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3652B378-D105-4381-814A-4737F81257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0">
            <a:extLst xmlns:a="http://schemas.openxmlformats.org/drawingml/2006/main">
              <a:ext uri="{FF2B5EF4-FFF2-40B4-BE49-F238E27FC236}">
                <a16:creationId xmlns:a16="http://schemas.microsoft.com/office/drawing/2014/main" id="{A10D5513-2CDA-4E23-93A2-45CA74CE39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모델·플랫폼이 바뀌면 Harness도 다시 본다">
            <a:extLst xmlns:a="http://schemas.openxmlformats.org/drawingml/2006/main">
              <a:ext uri="{FF2B5EF4-FFF2-40B4-BE49-F238E27FC236}">
                <a16:creationId xmlns:a16="http://schemas.microsoft.com/office/drawing/2014/main" id="{2005AA16-48A2-4C34-BF28-9EAC507BF3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54A81D8B-58E1-42F3-8FA0-FC3B8DC590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A19853E6-8993-4417-B618-1C501165F9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B93B1A00-5A78-4A59-B963-22098CEF8C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ED258462-B63E-4038-820D-0182336F493A}"/>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09A3F2F1-C7C2-4C64-BE02-137D38BD398D}"/>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A6384302-7756-4105-97A7-BCACFCBFE4E4}"/>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6FAFDA9E-457D-4204-BFC4-BE0983635B3F}"/>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A317D886-4714-4747-8194-EDC7FF17F2A7}"/>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F9C5291B-97EB-45E4-83D9-E872BD2AEA80}"/>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963BE53D-1E4E-4DE8-AF41-3A75F43CA462}"/>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ABE346FE-E07B-45CD-AB94-3A072AE255C4}"/>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55E9F697-C7E0-4A75-A91B-E40023E9ED25}"/>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AA9077CD-A508-4F5C-8C6F-74F068F4BF92}"/>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4521B372-AB78-4016-B490-0BB05946D95B}"/>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89FA1185-E234-44E9-A182-9751A7A9E1C1}"/>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291DDA04-6A3A-4722-9315-7BCCDE144CC9}"/>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F270EDD4-387D-4821-803B-E8F54802C7E8}"/>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C9D0B9D7-0069-4499-9A76-E1E08FA741A2}"/>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5EA3B162-6C07-40EE-8512-20A56FBA7F55}"/>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A8CD8213-C232-40FD-9188-B51A3EF46B84}"/>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E19864D6-1B84-46AB-93B1-6F84D6EFBC86}"/>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46FC59D8-8B10-4BFB-9AEC-06F7734ACCF1}"/>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80B94366-0085-47E2-A1A4-710F0D0491EC}"/>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C6BCFF6F-FF63-4F75-8238-985A7B51E348}"/>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A5F9FF6B-C98E-447A-B502-3A13C813EF01}"/>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B0BA70F8-6548-4955-ADFA-02E223E9A3F6}"/>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40294ECE-BF64-4503-AFED-AADA30D995DC}"/>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792CD055-272E-481F-909A-BBCF77BCBA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11461167"/>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D2D715A0-92C4-4C39-9AD1-47245CDCD7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1">
            <a:extLst xmlns:a="http://schemas.openxmlformats.org/drawingml/2006/main">
              <a:ext uri="{FF2B5EF4-FFF2-40B4-BE49-F238E27FC236}">
                <a16:creationId xmlns:a16="http://schemas.microsoft.com/office/drawing/2014/main" id="{69D43854-E2EB-4FB2-9761-76A2C4A9BF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무엇을 남기고, 무엇을 덜어낼까?">
            <a:extLst xmlns:a="http://schemas.openxmlformats.org/drawingml/2006/main">
              <a:ext uri="{FF2B5EF4-FFF2-40B4-BE49-F238E27FC236}">
                <a16:creationId xmlns:a16="http://schemas.microsoft.com/office/drawing/2014/main" id="{1A4EF3F2-83B3-4FA2-BC44-9EC285D35D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C62E595E-7E4B-4BFE-9895-6D4CE7D9F0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A9AAFF97-D806-4ADD-8B0E-D0ADB69119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EF92A877-AC37-4FDE-95B2-331DCD9793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2B33E596-683E-4AD5-8C34-918BC62F5A61}"/>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3CBBFC8D-3DE2-4701-B3AA-5F4B7E9D8291}"/>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F35EEFED-9F5D-4DCD-A228-8C48EA7ED1D1}"/>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B2536FE8-34CF-4398-A2D0-9C6C0902BC8D}"/>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5D21B543-2D3E-46A0-AC47-C81F3E569DD9}"/>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5F440909-94F9-4ECB-9B75-14183985517C}"/>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ECD93EBD-49B6-436D-9496-BC0FA85B8C57}"/>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6EE45E30-B215-4DB7-B993-881E705A7E0D}"/>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71D8CF11-B49C-4E62-889C-F168C669AAA4}"/>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0BF43DB1-D033-4D21-BC15-A7B834A06FC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358F95B9-F76B-4AB1-B666-4F0F17EF9712}"/>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590B6889-6B6B-4FC5-B2A8-22C801108AB8}"/>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CD697C35-BB7A-462E-ACF9-B4ED5B0C9850}"/>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892033F3-2D80-4F76-9EE1-0D3A2433B7F2}"/>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6EC03699-73EA-4544-AD43-66490B19C6F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64BF88E-73C4-440A-BBB6-72B6C6B7D7D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4ED37A64-A700-4DB3-9332-E6E886A9AA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02864055"/>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C25B3533-E8C3-49DC-BA88-7905CC3858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02">
            <a:extLst xmlns:a="http://schemas.openxmlformats.org/drawingml/2006/main">
              <a:ext uri="{FF2B5EF4-FFF2-40B4-BE49-F238E27FC236}">
                <a16:creationId xmlns:a16="http://schemas.microsoft.com/office/drawing/2014/main" id="{6FE6529D-C20C-49B5-AF18-0D0CB76431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덜어낸 뒤에도 필요한 일을 하는가?">
            <a:extLst xmlns:a="http://schemas.openxmlformats.org/drawingml/2006/main">
              <a:ext uri="{FF2B5EF4-FFF2-40B4-BE49-F238E27FC236}">
                <a16:creationId xmlns:a16="http://schemas.microsoft.com/office/drawing/2014/main" id="{83AF5C8D-C81B-4106-99C4-7C8390E770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19942F8E-FA7C-473A-B206-0648640ECB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2375C51C-6F8D-4E4B-B470-F6CE451ED9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EABEC3BB-4720-4635-A199-6799E3533C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7EF5F1E1-74D7-44E3-B6E5-7B688E7E2ED7}"/>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C8D87189-687B-4A29-9142-F3A679EC24B5}"/>
              </a:ext>
            </a:extLst>
          </p:cNvPr>
          <p:cNvSpPr>
            <a:spLocks xmlns:a="http://schemas.openxmlformats.org/drawingml/2006/main" noGrp="1"/>
          </p:cNvSpPr>
          <p:nvPr/>
        </p:nvSpPr>
        <p:spPr>
          <a:xfrm xmlns:a="http://schemas.openxmlformats.org/drawingml/2006/main">
            <a:off x="609600" y="3381375"/>
            <a:ext cx="1924050" cy="9334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2D15CCF0-53B0-44B1-8A41-E769A4B061B4}"/>
              </a:ext>
            </a:extLst>
          </p:cNvPr>
          <p:cNvSpPr>
            <a:spLocks xmlns:a="http://schemas.openxmlformats.org/drawingml/2006/main" noGrp="1"/>
          </p:cNvSpPr>
          <p:nvPr/>
        </p:nvSpPr>
        <p:spPr>
          <a:xfrm xmlns:a="http://schemas.openxmlformats.org/drawingml/2006/main">
            <a:off x="762000" y="3486150"/>
            <a:ext cx="1619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E9A79D81-A6EA-4F5E-AD7E-808B30996BEC}"/>
              </a:ext>
            </a:extLst>
          </p:cNvPr>
          <p:cNvCxnSpPr/>
          <p:nvPr/>
        </p:nvCxnSpPr>
        <p:spPr>
          <a:xfrm xmlns:a="http://schemas.openxmlformats.org/drawingml/2006/main">
            <a:off x="2628900" y="38481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E5C33B97-50AD-46E9-893E-CA2B3E83A86D}"/>
              </a:ext>
            </a:extLst>
          </p:cNvPr>
          <p:cNvCxnSpPr/>
          <p:nvPr/>
        </p:nvCxnSpPr>
        <p:spPr>
          <a:xfrm xmlns:a="http://schemas.openxmlformats.org/drawingml/2006/main">
            <a:off x="2895600"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8C815868-1F0A-4A2C-88CE-8500EECE2393}"/>
              </a:ext>
            </a:extLst>
          </p:cNvPr>
          <p:cNvCxnSpPr/>
          <p:nvPr/>
        </p:nvCxnSpPr>
        <p:spPr>
          <a:xfrm xmlns:a="http://schemas.openxmlformats.org/drawingml/2006/main">
            <a:off x="7439025"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8CAD82D4-CAA8-4394-B47A-049D04F63969}"/>
              </a:ext>
            </a:extLst>
          </p:cNvPr>
          <p:cNvCxnSpPr/>
          <p:nvPr/>
        </p:nvCxnSpPr>
        <p:spPr>
          <a:xfrm xmlns:a="http://schemas.openxmlformats.org/drawingml/2006/main">
            <a:off x="7439025" y="3829050"/>
            <a:ext cx="1143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D20CF4BF-6F8F-41BA-A862-1CD01BECEFFD}"/>
              </a:ext>
            </a:extLst>
          </p:cNvPr>
          <p:cNvCxnSpPr/>
          <p:nvPr/>
        </p:nvCxnSpPr>
        <p:spPr>
          <a:xfrm xmlns:a="http://schemas.openxmlformats.org/drawingml/2006/main">
            <a:off x="2895600" y="31337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1B7341DB-D281-4A7B-95EA-5F39A445E506}"/>
              </a:ext>
            </a:extLst>
          </p:cNvPr>
          <p:cNvSpPr>
            <a:spLocks xmlns:a="http://schemas.openxmlformats.org/drawingml/2006/main" noGrp="1"/>
          </p:cNvSpPr>
          <p:nvPr/>
        </p:nvSpPr>
        <p:spPr>
          <a:xfrm xmlns:a="http://schemas.openxmlformats.org/drawingml/2006/main">
            <a:off x="3476625" y="2762250"/>
            <a:ext cx="32956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508A5B26-E15B-4A5C-A4F5-F87581CDCE4B}"/>
              </a:ext>
            </a:extLst>
          </p:cNvPr>
          <p:cNvSpPr>
            <a:spLocks xmlns:a="http://schemas.openxmlformats.org/drawingml/2006/main" noGrp="1"/>
          </p:cNvSpPr>
          <p:nvPr/>
        </p:nvSpPr>
        <p:spPr>
          <a:xfrm xmlns:a="http://schemas.openxmlformats.org/drawingml/2006/main">
            <a:off x="3629025" y="28860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C5B46EA0-2C93-49FE-869D-2047FDB9613C}"/>
              </a:ext>
            </a:extLst>
          </p:cNvPr>
          <p:cNvCxnSpPr/>
          <p:nvPr/>
        </p:nvCxnSpPr>
        <p:spPr>
          <a:xfrm xmlns:a="http://schemas.openxmlformats.org/drawingml/2006/main">
            <a:off x="6858000" y="31337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3F23B288-7A3E-4348-81C4-2547FDB17494}"/>
              </a:ext>
            </a:extLst>
          </p:cNvPr>
          <p:cNvCxnSpPr/>
          <p:nvPr/>
        </p:nvCxnSpPr>
        <p:spPr>
          <a:xfrm xmlns:a="http://schemas.openxmlformats.org/drawingml/2006/main">
            <a:off x="2895600" y="45815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7219DE2E-C618-4CE9-B780-43F9BFB521AC}"/>
              </a:ext>
            </a:extLst>
          </p:cNvPr>
          <p:cNvSpPr>
            <a:spLocks xmlns:a="http://schemas.openxmlformats.org/drawingml/2006/main" noGrp="1"/>
          </p:cNvSpPr>
          <p:nvPr/>
        </p:nvSpPr>
        <p:spPr>
          <a:xfrm xmlns:a="http://schemas.openxmlformats.org/drawingml/2006/main">
            <a:off x="3476625" y="4210050"/>
            <a:ext cx="329565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1BD13AAB-F6B3-4FDC-BC26-D04251D59EC5}"/>
              </a:ext>
            </a:extLst>
          </p:cNvPr>
          <p:cNvSpPr>
            <a:spLocks xmlns:a="http://schemas.openxmlformats.org/drawingml/2006/main" noGrp="1"/>
          </p:cNvSpPr>
          <p:nvPr/>
        </p:nvSpPr>
        <p:spPr>
          <a:xfrm xmlns:a="http://schemas.openxmlformats.org/drawingml/2006/main">
            <a:off x="3629025" y="43338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7A244682-6927-4A1A-8AE3-C5B1CC4212DE}"/>
              </a:ext>
            </a:extLst>
          </p:cNvPr>
          <p:cNvCxnSpPr/>
          <p:nvPr/>
        </p:nvCxnSpPr>
        <p:spPr>
          <a:xfrm xmlns:a="http://schemas.openxmlformats.org/drawingml/2006/main">
            <a:off x="6858000" y="45815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001867BC-CB7B-4F7D-877C-EF9E0F691712}"/>
              </a:ext>
            </a:extLst>
          </p:cNvPr>
          <p:cNvSpPr>
            <a:spLocks xmlns:a="http://schemas.openxmlformats.org/drawingml/2006/main" noGrp="1"/>
          </p:cNvSpPr>
          <p:nvPr/>
        </p:nvSpPr>
        <p:spPr>
          <a:xfrm xmlns:a="http://schemas.openxmlformats.org/drawingml/2006/main">
            <a:off x="7648575" y="2590800"/>
            <a:ext cx="3933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CEE7815F-16CA-4D0E-A017-DECC7C65E608}"/>
              </a:ext>
            </a:extLst>
          </p:cNvPr>
          <p:cNvSpPr>
            <a:spLocks xmlns:a="http://schemas.openxmlformats.org/drawingml/2006/main" noGrp="1"/>
          </p:cNvSpPr>
          <p:nvPr/>
        </p:nvSpPr>
        <p:spPr>
          <a:xfrm xmlns:a="http://schemas.openxmlformats.org/drawingml/2006/main">
            <a:off x="7648575" y="31146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57AE03CD-B5BB-4D45-9C54-4BC6D8D4F7F2}"/>
              </a:ext>
            </a:extLst>
          </p:cNvPr>
          <p:cNvSpPr>
            <a:spLocks xmlns:a="http://schemas.openxmlformats.org/drawingml/2006/main" noGrp="1"/>
          </p:cNvSpPr>
          <p:nvPr/>
        </p:nvSpPr>
        <p:spPr>
          <a:xfrm xmlns:a="http://schemas.openxmlformats.org/drawingml/2006/main">
            <a:off x="7648575" y="31623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520488D7-9292-4AC0-A255-13E62EF7327A}"/>
              </a:ext>
            </a:extLst>
          </p:cNvPr>
          <p:cNvSpPr>
            <a:spLocks xmlns:a="http://schemas.openxmlformats.org/drawingml/2006/main" noGrp="1"/>
          </p:cNvSpPr>
          <p:nvPr/>
        </p:nvSpPr>
        <p:spPr>
          <a:xfrm xmlns:a="http://schemas.openxmlformats.org/drawingml/2006/main">
            <a:off x="7648575" y="34671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778E6E6-FF04-425E-ADDC-B126F63A2F73}"/>
              </a:ext>
            </a:extLst>
          </p:cNvPr>
          <p:cNvSpPr>
            <a:spLocks xmlns:a="http://schemas.openxmlformats.org/drawingml/2006/main" noGrp="1"/>
          </p:cNvSpPr>
          <p:nvPr/>
        </p:nvSpPr>
        <p:spPr>
          <a:xfrm xmlns:a="http://schemas.openxmlformats.org/drawingml/2006/main">
            <a:off x="7648575" y="378142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7978506C-F5A2-475D-AABB-AC1780BC4C36}"/>
              </a:ext>
            </a:extLst>
          </p:cNvPr>
          <p:cNvSpPr>
            <a:spLocks xmlns:a="http://schemas.openxmlformats.org/drawingml/2006/main" noGrp="1"/>
          </p:cNvSpPr>
          <p:nvPr/>
        </p:nvSpPr>
        <p:spPr>
          <a:xfrm xmlns:a="http://schemas.openxmlformats.org/drawingml/2006/main">
            <a:off x="7648575" y="38290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F3544D17-C2E9-4B54-AA6B-CF38053F8251}"/>
              </a:ext>
            </a:extLst>
          </p:cNvPr>
          <p:cNvSpPr>
            <a:spLocks xmlns:a="http://schemas.openxmlformats.org/drawingml/2006/main" noGrp="1"/>
          </p:cNvSpPr>
          <p:nvPr/>
        </p:nvSpPr>
        <p:spPr>
          <a:xfrm xmlns:a="http://schemas.openxmlformats.org/drawingml/2006/main">
            <a:off x="7648575" y="41338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BE8F6B70-DCBC-4870-9481-5D3854387AEB}"/>
              </a:ext>
            </a:extLst>
          </p:cNvPr>
          <p:cNvSpPr>
            <a:spLocks xmlns:a="http://schemas.openxmlformats.org/drawingml/2006/main" noGrp="1"/>
          </p:cNvSpPr>
          <p:nvPr/>
        </p:nvSpPr>
        <p:spPr>
          <a:xfrm xmlns:a="http://schemas.openxmlformats.org/drawingml/2006/main">
            <a:off x="7648575" y="44481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4596DF71-5A34-4265-9C80-1E161C2D6485}"/>
              </a:ext>
            </a:extLst>
          </p:cNvPr>
          <p:cNvSpPr>
            <a:spLocks xmlns:a="http://schemas.openxmlformats.org/drawingml/2006/main" noGrp="1"/>
          </p:cNvSpPr>
          <p:nvPr/>
        </p:nvSpPr>
        <p:spPr>
          <a:xfrm xmlns:a="http://schemas.openxmlformats.org/drawingml/2006/main">
            <a:off x="7648575" y="44958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C2BE16AE-5130-42DB-B773-0FF5F3654DF5}"/>
              </a:ext>
            </a:extLst>
          </p:cNvPr>
          <p:cNvSpPr>
            <a:spLocks xmlns:a="http://schemas.openxmlformats.org/drawingml/2006/main" noGrp="1"/>
          </p:cNvSpPr>
          <p:nvPr/>
        </p:nvSpPr>
        <p:spPr>
          <a:xfrm xmlns:a="http://schemas.openxmlformats.org/drawingml/2006/main">
            <a:off x="7648575" y="48006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04B5126D-EF78-4A10-9011-5855EB7E7D5C}"/>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92EA0D8D-6FDA-4B28-B0F0-F7711D42066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E4245C6A-DFD0-4D1E-BD2A-C2F9EF6B4DB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C3EC83E2-2803-45D8-91E3-BCC54F82419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D375F2CF-468F-402B-8EE6-41955AA7E9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53344126"/>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288D79E5-1F9D-483B-A7E2-4C27156574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03">
            <a:extLst xmlns:a="http://schemas.openxmlformats.org/drawingml/2006/main">
              <a:ext uri="{FF2B5EF4-FFF2-40B4-BE49-F238E27FC236}">
                <a16:creationId xmlns:a16="http://schemas.microsoft.com/office/drawing/2014/main" id="{915ADDA1-1761-4B9E-9D41-A24045E72A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내 업무에서는 무엇이 반복해서 막힐까?">
            <a:extLst xmlns:a="http://schemas.openxmlformats.org/drawingml/2006/main">
              <a:ext uri="{FF2B5EF4-FFF2-40B4-BE49-F238E27FC236}">
                <a16:creationId xmlns:a16="http://schemas.microsoft.com/office/drawing/2014/main" id="{15CA8986-BF8A-4F3F-8460-174DD7592E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A23B74C4-BD32-4048-BF61-3B1E65D09EB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25BECB22-F61F-4E14-B305-32A84EC185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E0473D57-1E2F-42AF-841E-1708207687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44E8E1E3-7698-489A-87CA-AB2F903E3995}"/>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FC55F994-6568-49EC-8858-6025CA023E68}"/>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C18B0AF-E09C-4E40-BC15-C5F78AF1484D}"/>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368C85BE-DF50-4125-A915-BBBB3A7E3516}"/>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30D9CC55-74E6-4429-9A5F-758743B5C564}"/>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B0D1F645-5FE3-41F0-894F-A65029855294}"/>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D5AFFD00-BD1A-4B0C-AE99-43A10F63E5EB}"/>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9EF031CA-A446-4B76-AD04-A53752DBC5FE}"/>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CF4F3859-349B-4574-80C9-18F8816FC938}"/>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6B8CCAEA-DA0F-41D2-A8CA-9D3D6AF0C8A3}"/>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1A6A2EF6-8B37-444F-A679-0782A3F40FC4}"/>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BB540406-BE7E-4A19-BB80-E5B3991C9A60}"/>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0710E0D7-72F5-4567-A096-4EE81A13E52F}"/>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F59ACB9A-9C35-46F5-B683-7D2CED535D1C}"/>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CFB7A2BA-1C9F-4404-A46E-F7F44B6198FA}"/>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656BB92F-B67A-4B8D-BA59-BF4A76CD1061}"/>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91FE0FD4-A576-4DDE-9AB8-4E4CB415D6AC}"/>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9001DDEB-E587-4C25-A17B-0152ACF9C2E0}"/>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23EC76C7-3BB0-463A-8060-4EA57F9F4011}"/>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9D1F2C12-BDE8-4CD9-8A33-9D5F0802E939}"/>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8B934A86-2ABC-422A-96A3-9EF140F470FD}"/>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CC1280E0-24A5-4BB0-9A46-D814BBF5F9E6}"/>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1C32E618-DE79-4504-B343-1CF6D1FB5CE7}"/>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1C5683C1-6605-446B-80C5-863F0F2BD198}"/>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같은 실패 뒤에도 원인·기준을 다시 안 본다">
            <a:extLst xmlns:a="http://schemas.openxmlformats.org/drawingml/2006/main">
              <a:ext uri="{FF2B5EF4-FFF2-40B4-BE49-F238E27FC236}">
                <a16:creationId xmlns:a16="http://schemas.microsoft.com/office/drawing/2014/main" id="{12D14E0B-F3BC-4998-8655-1C7BB2B752CF}"/>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실패 뒤에도 원인·기준을 다시 안 본다</a:t>
            </a:r>
          </a:p>
        </p:txBody>
      </p:sp>
      <p:sp>
        <p:nvSpPr>
          <p:cNvPr id="32" name="개선 · Feedback Loop">
            <a:extLst xmlns:a="http://schemas.openxmlformats.org/drawingml/2006/main">
              <a:ext uri="{FF2B5EF4-FFF2-40B4-BE49-F238E27FC236}">
                <a16:creationId xmlns:a16="http://schemas.microsoft.com/office/drawing/2014/main" id="{26A1C83E-1F39-494F-B79C-DA5EFC81A4A4}"/>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7EB30C0E-ED8A-42C0-88A8-577B5B315C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85584411"/>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A3C709E9-1F64-44AB-B076-9D5D78CE0D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04">
            <a:extLst xmlns:a="http://schemas.openxmlformats.org/drawingml/2006/main">
              <a:ext uri="{FF2B5EF4-FFF2-40B4-BE49-F238E27FC236}">
                <a16:creationId xmlns:a16="http://schemas.microsoft.com/office/drawing/2014/main" id="{1BD8F9C2-B9BD-4655-B526-5C08C6361C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고른 문제에서, 다음 행동 하나로">
            <a:extLst xmlns:a="http://schemas.openxmlformats.org/drawingml/2006/main">
              <a:ext uri="{FF2B5EF4-FFF2-40B4-BE49-F238E27FC236}">
                <a16:creationId xmlns:a16="http://schemas.microsoft.com/office/drawing/2014/main" id="{6DF6124C-EA5A-41F7-AD17-051C1DDB28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85F68425-1D96-42FE-9103-E7E0E54A90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806D4BA7-10FF-446E-9DF1-0F674F1467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2DB8AD3B-B0DB-4FAF-91EA-A972FF5DE0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6D21ECBA-CCFC-4E17-A262-C7ADFB00694C}"/>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31628B10-E650-4E18-8DF7-FA08B913236C}"/>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25886275-4094-4264-8BC9-473DA0E8E1D1}"/>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F5FCDF0A-BCD0-438A-B0DF-E4C74CB25A5C}"/>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1B5F85AA-8EAB-4BC8-8BAC-384E95D13143}"/>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248905C0-9CE6-4D0C-A729-F0E074857165}"/>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61B2BB6E-BEA2-4DC6-9B35-48E546AE350C}"/>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306C641B-57F6-4E5C-8BD2-00F5CA1B5D5B}"/>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03957277-DCAF-4342-B2C7-FA44A0020F6B}"/>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465ED1B4-68BE-47CF-8CBD-82B6DCA544AE}"/>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5DE4A419-065C-4ECE-B9F2-E492F65EA86B}"/>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B2BF118B-366C-4180-964E-C84CD167B4A0}"/>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DAD255EC-67AC-4F2F-91B9-BD1A0B4159C0}"/>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4C9D792A-0AA5-4D0A-AEEB-8F0FBF93AB38}"/>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3F2220BD-04D1-40E8-8AED-F0C9E7E51666}"/>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FDA40580-908D-4FFE-82FC-25D00627D2BA}"/>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C585E3CD-34EB-42F8-8AF7-1563489C929E}"/>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5152EBE3-F0C4-4617-9134-EC340B23F370}"/>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3457EC08-2FB3-4A36-AE36-C110D031E0A5}"/>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7EEFED02-32FF-443E-8C46-D2419CBEEDCF}"/>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반복 실패의 기록·원인부터 대조한다">
            <a:extLst xmlns:a="http://schemas.openxmlformats.org/drawingml/2006/main">
              <a:ext uri="{FF2B5EF4-FFF2-40B4-BE49-F238E27FC236}">
                <a16:creationId xmlns:a16="http://schemas.microsoft.com/office/drawing/2014/main" id="{BB72AD1E-DD1F-461B-93D6-C0C3CFC6E6EE}"/>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 실패의 기록·원인부터 대조한다</a:t>
            </a:r>
          </a:p>
        </p:txBody>
      </p:sp>
      <p:sp>
        <p:nvSpPr>
          <p:cNvPr id="28" name="그리고,&#10;확인할 근거 하나">
            <a:extLst xmlns:a="http://schemas.openxmlformats.org/drawingml/2006/main">
              <a:ext uri="{FF2B5EF4-FFF2-40B4-BE49-F238E27FC236}">
                <a16:creationId xmlns:a16="http://schemas.microsoft.com/office/drawing/2014/main" id="{D286D339-B5BE-4ADE-8B21-C740A6671399}"/>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697D3063-6815-4FC6-A93C-5035F82D900C}"/>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1DB2221E-B972-4224-9A11-BF986BF155EC}"/>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81A4C355-5A90-4BD4-A763-E9808EBF04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993145776"/>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1/3">
            <a:extLst xmlns:a="http://schemas.openxmlformats.org/drawingml/2006/main">
              <a:ext uri="{FF2B5EF4-FFF2-40B4-BE49-F238E27FC236}">
                <a16:creationId xmlns:a16="http://schemas.microsoft.com/office/drawing/2014/main" id="{B9B6BB84-F86B-4A98-9CF6-7A1BDD5671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05">
            <a:extLst xmlns:a="http://schemas.openxmlformats.org/drawingml/2006/main">
              <a:ext uri="{FF2B5EF4-FFF2-40B4-BE49-F238E27FC236}">
                <a16:creationId xmlns:a16="http://schemas.microsoft.com/office/drawing/2014/main" id="{C55D42F3-CD3D-4450-AE1D-0AE415330F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실무 적용 팁 · 작업 환경과 기준">
            <a:extLst xmlns:a="http://schemas.openxmlformats.org/drawingml/2006/main">
              <a:ext uri="{FF2B5EF4-FFF2-40B4-BE49-F238E27FC236}">
                <a16:creationId xmlns:a16="http://schemas.microsoft.com/office/drawing/2014/main" id="{510CC48D-A52F-4015-A472-460FA19A51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BF2F8031-AF7D-414E-8861-2F226410598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D8784BAF-E03E-4A61-80E9-A5697C424E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4877C1D0-1243-4D52-B1C3-E6D21E9A79A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5F13C406-224E-4450-B3E3-EDD629335A9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690CBEDE-B580-4180-A319-3A2488E6E12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24AB3B21-53AA-4CB0-B51C-8B3FB546E761}"/>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D19C4FD5-8ABC-4776-947E-7D60C3E57B38}"/>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90993957-DA4F-4BA0-821E-320353F958E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2">
            <a:extLst xmlns:a="http://schemas.openxmlformats.org/drawingml/2006/main">
              <a:ext uri="{FF2B5EF4-FFF2-40B4-BE49-F238E27FC236}">
                <a16:creationId xmlns:a16="http://schemas.microsoft.com/office/drawing/2014/main" id="{CFD13127-A707-42C7-AFBF-7153DAAFD14F}"/>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S12</a:t>
            </a:r>
          </a:p>
        </p:txBody>
      </p:sp>
      <p:sp>
        <p:nvSpPr>
          <p:cNvPr id="13" name="Repository 작업은 Codex에서 시작한다">
            <a:extLst xmlns:a="http://schemas.openxmlformats.org/drawingml/2006/main">
              <a:ext uri="{FF2B5EF4-FFF2-40B4-BE49-F238E27FC236}">
                <a16:creationId xmlns:a16="http://schemas.microsoft.com/office/drawing/2014/main" id="{5781A301-6F82-48EC-9663-C258B91E0A33}"/>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Repository 작업은 Codex에서 시작한다</a:t>
            </a:r>
          </a:p>
        </p:txBody>
      </p:sp>
      <p:sp>
        <p:nvSpPr>
          <p:cNvPr id="14" name="">
            <a:extLst xmlns:a="http://schemas.openxmlformats.org/drawingml/2006/main">
              <a:ext uri="{FF2B5EF4-FFF2-40B4-BE49-F238E27FC236}">
                <a16:creationId xmlns:a16="http://schemas.microsoft.com/office/drawing/2014/main" id="{DBDE9433-28DE-4A55-B6C2-1DCEDF4E2EC9}"/>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CB14ED4E-4F12-4476-87DC-1CD7FA0103DF}"/>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48">
            <a:extLst xmlns:a="http://schemas.openxmlformats.org/drawingml/2006/main">
              <a:ext uri="{FF2B5EF4-FFF2-40B4-BE49-F238E27FC236}">
                <a16:creationId xmlns:a16="http://schemas.microsoft.com/office/drawing/2014/main" id="{730EDFBC-94C8-4E50-B2CE-348ABF74F795}"/>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S48</a:t>
            </a:r>
          </a:p>
        </p:txBody>
      </p:sp>
      <p:sp>
        <p:nvSpPr>
          <p:cNvPr id="17" name="AGENTS.md에는 무엇을 남길까?">
            <a:extLst xmlns:a="http://schemas.openxmlformats.org/drawingml/2006/main">
              <a:ext uri="{FF2B5EF4-FFF2-40B4-BE49-F238E27FC236}">
                <a16:creationId xmlns:a16="http://schemas.microsoft.com/office/drawing/2014/main" id="{0CB1DCB9-0F75-47AF-BDC6-FA174270933F}"/>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AGENTS.md에는 무엇을 남길까?</a:t>
            </a:r>
          </a:p>
        </p:txBody>
      </p:sp>
      <p:sp>
        <p:nvSpPr>
          <p:cNvPr id="18" name="">
            <a:extLst xmlns:a="http://schemas.openxmlformats.org/drawingml/2006/main">
              <a:ext uri="{FF2B5EF4-FFF2-40B4-BE49-F238E27FC236}">
                <a16:creationId xmlns:a16="http://schemas.microsoft.com/office/drawing/2014/main" id="{9FF4C71C-8CC8-4FD0-A11F-7BC681E73E70}"/>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C281F951-0CAB-450B-B40C-9224DD61DE0E}"/>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58">
            <a:extLst xmlns:a="http://schemas.openxmlformats.org/drawingml/2006/main">
              <a:ext uri="{FF2B5EF4-FFF2-40B4-BE49-F238E27FC236}">
                <a16:creationId xmlns:a16="http://schemas.microsoft.com/office/drawing/2014/main" id="{BE40BC9A-6CD0-4382-A7A7-FC7899E2F2EA}"/>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S58</a:t>
            </a:r>
          </a:p>
        </p:txBody>
      </p:sp>
      <p:sp>
        <p:nvSpPr>
          <p:cNvPr id="21" name="테스트 명령을 언제 쓰고 무엇을 판단할까?">
            <a:extLst xmlns:a="http://schemas.openxmlformats.org/drawingml/2006/main">
              <a:ext uri="{FF2B5EF4-FFF2-40B4-BE49-F238E27FC236}">
                <a16:creationId xmlns:a16="http://schemas.microsoft.com/office/drawing/2014/main" id="{D3663AE7-A401-4D34-9CD1-8A2A4D839F5C}"/>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명령을 언제 쓰고 무엇을 판단할까?</a:t>
            </a:r>
          </a:p>
        </p:txBody>
      </p:sp>
      <p:sp>
        <p:nvSpPr>
          <p:cNvPr id="22" name="">
            <a:extLst xmlns:a="http://schemas.openxmlformats.org/drawingml/2006/main">
              <a:ext uri="{FF2B5EF4-FFF2-40B4-BE49-F238E27FC236}">
                <a16:creationId xmlns:a16="http://schemas.microsoft.com/office/drawing/2014/main" id="{ED330B98-5650-48F7-9282-346F10E58E6A}"/>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0E452D6C-9A76-4DC6-AA16-D33F3912E07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68">
            <a:extLst xmlns:a="http://schemas.openxmlformats.org/drawingml/2006/main">
              <a:ext uri="{FF2B5EF4-FFF2-40B4-BE49-F238E27FC236}">
                <a16:creationId xmlns:a16="http://schemas.microsoft.com/office/drawing/2014/main" id="{38C34BB0-0D28-409D-8666-D8E62F5CEAD8}"/>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S68</a:t>
            </a:r>
          </a:p>
        </p:txBody>
      </p:sp>
      <p:sp>
        <p:nvSpPr>
          <p:cNvPr id="25" name="이번 Context와 다시 쓸 지식">
            <a:extLst xmlns:a="http://schemas.openxmlformats.org/drawingml/2006/main">
              <a:ext uri="{FF2B5EF4-FFF2-40B4-BE49-F238E27FC236}">
                <a16:creationId xmlns:a16="http://schemas.microsoft.com/office/drawing/2014/main" id="{BA3584C6-61F0-4637-8ECF-326E5FDD2870}"/>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Context와 다시 쓸 지식</a:t>
            </a:r>
          </a:p>
        </p:txBody>
      </p:sp>
      <p:sp>
        <p:nvSpPr>
          <p:cNvPr id="26" name="">
            <a:extLst xmlns:a="http://schemas.openxmlformats.org/drawingml/2006/main">
              <a:ext uri="{FF2B5EF4-FFF2-40B4-BE49-F238E27FC236}">
                <a16:creationId xmlns:a16="http://schemas.microsoft.com/office/drawing/2014/main" id="{0EBA290E-DBF7-4316-90BD-5BF6DB7F37DE}"/>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4FFBB08C-A486-4002-BB00-E87D09FC2A88}"/>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73">
            <a:extLst xmlns:a="http://schemas.openxmlformats.org/drawingml/2006/main">
              <a:ext uri="{FF2B5EF4-FFF2-40B4-BE49-F238E27FC236}">
                <a16:creationId xmlns:a16="http://schemas.microsoft.com/office/drawing/2014/main" id="{440DB48A-239C-4D5F-8214-AC5C7DA068F9}"/>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S73</a:t>
            </a:r>
          </a:p>
        </p:txBody>
      </p:sp>
      <p:sp>
        <p:nvSpPr>
          <p:cNvPr id="29" name="밝기 통계의 판단을 C++ 검사에 적용하기">
            <a:extLst xmlns:a="http://schemas.openxmlformats.org/drawingml/2006/main">
              <a:ext uri="{FF2B5EF4-FFF2-40B4-BE49-F238E27FC236}">
                <a16:creationId xmlns:a16="http://schemas.microsoft.com/office/drawing/2014/main" id="{EE8DDC4D-27DD-41AA-8DAB-86C3627BC9EF}"/>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밝기 통계의 판단을 C++ 검사에 적용하기</a:t>
            </a:r>
          </a:p>
        </p:txBody>
      </p:sp>
      <p:sp>
        <p:nvSpPr>
          <p:cNvPr id="30" name="Legacy module connection">
            <a:extLst xmlns:a="http://schemas.openxmlformats.org/drawingml/2006/main">
              <a:ext uri="{FF2B5EF4-FFF2-40B4-BE49-F238E27FC236}">
                <a16:creationId xmlns:a16="http://schemas.microsoft.com/office/drawing/2014/main" id="{DFCF1209-E062-44F5-915F-B6AE28315C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610880136"/>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5977B4F1-8391-4963-B04F-C602781707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06">
            <a:extLst xmlns:a="http://schemas.openxmlformats.org/drawingml/2006/main">
              <a:ext uri="{FF2B5EF4-FFF2-40B4-BE49-F238E27FC236}">
                <a16:creationId xmlns:a16="http://schemas.microsoft.com/office/drawing/2014/main" id="{069DFD5B-191B-4BAA-89B4-3712FE10CDF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실무 적용 팁 · 요청 작성">
            <a:extLst xmlns:a="http://schemas.openxmlformats.org/drawingml/2006/main">
              <a:ext uri="{FF2B5EF4-FFF2-40B4-BE49-F238E27FC236}">
                <a16:creationId xmlns:a16="http://schemas.microsoft.com/office/drawing/2014/main" id="{70A357D3-42E0-4FA2-9C12-8C00152F1A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08D319D5-63FB-4602-93F1-1D191AB6B3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0457817A-0A12-4158-B718-2A3843CE16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DA71FC31-6AD6-4244-AD47-DE8B76F41B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6CE03FE6-8C53-45D5-A6B5-AB04505B9D3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8C7237B9-5B06-4808-B1D3-4550F5CEB4F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4064AD81-1E81-4CD7-BCE4-C57866CB691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1F470491-AB9C-42A3-97CB-D27804162590}"/>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61BDD4C8-9667-4AD3-8AFD-7D5A44BD9849}"/>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5BBEB2AC-1601-4A34-AB09-23BD4E964AD4}"/>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13" name="지시와 참고 자료의 구분">
            <a:extLst xmlns:a="http://schemas.openxmlformats.org/drawingml/2006/main">
              <a:ext uri="{FF2B5EF4-FFF2-40B4-BE49-F238E27FC236}">
                <a16:creationId xmlns:a16="http://schemas.microsoft.com/office/drawing/2014/main" id="{1A0D0D42-0667-4FAD-A62A-27A384862DDC}"/>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BA6DAA29-3FF5-4968-A48A-583415B09160}"/>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0761C2FF-E70C-48FD-B22C-998FA69B061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93D1E5C4-C6F4-466C-B062-C20739A94D50}"/>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7" name="입력과 기대 결과의 작은 예시">
            <a:extLst xmlns:a="http://schemas.openxmlformats.org/drawingml/2006/main">
              <a:ext uri="{FF2B5EF4-FFF2-40B4-BE49-F238E27FC236}">
                <a16:creationId xmlns:a16="http://schemas.microsoft.com/office/drawing/2014/main" id="{4F0E173D-6C75-498D-BE1B-8A422F043CA6}"/>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AF665112-8AF7-48A6-BB22-712B0F3CE5F4}"/>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CFA7AF08-0C95-47B7-9068-8E9BB875480A}"/>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DB7EFD1E-87C3-4C42-AE12-FD58A39A2673}"/>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1" name="바로 검토할 수 있는 결과 형식">
            <a:extLst xmlns:a="http://schemas.openxmlformats.org/drawingml/2006/main">
              <a:ext uri="{FF2B5EF4-FFF2-40B4-BE49-F238E27FC236}">
                <a16:creationId xmlns:a16="http://schemas.microsoft.com/office/drawing/2014/main" id="{3CDE180B-5238-44DF-A9D9-4AE692F23174}"/>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7F9ED430-28EA-4739-B21B-5E38DBDAB0B6}"/>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7A430B8-D29F-482C-9131-FF3797BCD826}"/>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D4E0F7B8-540A-4FCA-A019-BDB00C19EEBB}"/>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5" name="근거가 있는 설명과 미확인의 구분">
            <a:extLst xmlns:a="http://schemas.openxmlformats.org/drawingml/2006/main">
              <a:ext uri="{FF2B5EF4-FFF2-40B4-BE49-F238E27FC236}">
                <a16:creationId xmlns:a16="http://schemas.microsoft.com/office/drawing/2014/main" id="{FBA2C20C-92A6-4372-A9D6-A1EF9DBC6F84}"/>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7E4C6C0A-B1B4-4AAF-A8DB-B0B58E498B44}"/>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C41523ED-797C-4618-B5FE-7427E4A9B55B}"/>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74717C26-5038-4C3E-91EB-BD090D3F3B65}"/>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9" name="결과를 바꾸는 결정에서 확인 질문">
            <a:extLst xmlns:a="http://schemas.openxmlformats.org/drawingml/2006/main">
              <a:ext uri="{FF2B5EF4-FFF2-40B4-BE49-F238E27FC236}">
                <a16:creationId xmlns:a16="http://schemas.microsoft.com/office/drawing/2014/main" id="{EDCC5FB8-1DAE-40F3-A70A-3B0B538E70FD}"/>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BF9B0C72-6DC3-495C-837C-3E68B5D2E414}"/>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BB9D22DD-38F7-4E52-A9A7-83D9E867B4AE}"/>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5FFDD231-9973-4294-AC18-B2479B9D00E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33" name="큰 작업을 검토할 결과물로 나누기">
            <a:extLst xmlns:a="http://schemas.openxmlformats.org/drawingml/2006/main">
              <a:ext uri="{FF2B5EF4-FFF2-40B4-BE49-F238E27FC236}">
                <a16:creationId xmlns:a16="http://schemas.microsoft.com/office/drawing/2014/main" id="{86958A50-6CE5-4208-9218-C26AA85C58BF}"/>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81122EF1-78BA-4233-8EAE-B71346270097}"/>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CE69E15F-F631-4102-B82C-CE2E02F40798}"/>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981D8555-C1CC-49BB-8337-B6B22EC2BE10}"/>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7" name="기준을 지정한 코드 리뷰 요청">
            <a:extLst xmlns:a="http://schemas.openxmlformats.org/drawingml/2006/main">
              <a:ext uri="{FF2B5EF4-FFF2-40B4-BE49-F238E27FC236}">
                <a16:creationId xmlns:a16="http://schemas.microsoft.com/office/drawing/2014/main" id="{C5A0A87D-B511-4A00-A54D-BA1390EEFCB5}"/>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E9C39325-D4D5-43ED-9F46-CCFB28C5B945}"/>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0B6F72D1-2A15-4B28-AADB-D2408F2328C5}"/>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74DB35AC-C143-4B0B-8A5C-ADBE3952FA52}"/>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41" name="구체적인 근거로 수정 방향 피드백">
            <a:extLst xmlns:a="http://schemas.openxmlformats.org/drawingml/2006/main">
              <a:ext uri="{FF2B5EF4-FFF2-40B4-BE49-F238E27FC236}">
                <a16:creationId xmlns:a16="http://schemas.microsoft.com/office/drawing/2014/main" id="{8108F2AB-3088-43D2-8257-DCB02DCCBCBA}"/>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4B54E97E-14AB-4490-A181-8CE69E493B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873281657"/>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마지막 정리 · 찾아보기 3/3">
            <a:extLst xmlns:a="http://schemas.openxmlformats.org/drawingml/2006/main">
              <a:ext uri="{FF2B5EF4-FFF2-40B4-BE49-F238E27FC236}">
                <a16:creationId xmlns:a16="http://schemas.microsoft.com/office/drawing/2014/main" id="{B4B29244-1F7D-4B29-B55F-AC11F93CF8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07">
            <a:extLst xmlns:a="http://schemas.openxmlformats.org/drawingml/2006/main">
              <a:ext uri="{FF2B5EF4-FFF2-40B4-BE49-F238E27FC236}">
                <a16:creationId xmlns:a16="http://schemas.microsoft.com/office/drawing/2014/main" id="{05FB511B-E96C-40EC-90DF-8AEC3D7C32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실무 적용 팁 · 검증과 개선">
            <a:extLst xmlns:a="http://schemas.openxmlformats.org/drawingml/2006/main">
              <a:ext uri="{FF2B5EF4-FFF2-40B4-BE49-F238E27FC236}">
                <a16:creationId xmlns:a16="http://schemas.microsoft.com/office/drawing/2014/main" id="{7BF34099-533F-4D85-9765-1C6F0195EF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F3D62C87-6803-495E-98C8-1B06C9169F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94B72507-74B2-4BB2-B9AE-5B5F825239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A172D4CF-092A-42A5-B6D6-EAD4B846CFB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CA97DA8A-946A-4498-9E5D-33BAB5EF60C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A4213E5D-0811-4A3E-B8C1-A72DFE7F4AC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76547C1-14B8-4E6A-A8AB-0507708C4CB8}"/>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F2B64BFE-194F-4ABD-B4E9-193B71A13F34}"/>
              </a:ext>
            </a:extLst>
          </p:cNvPr>
          <p:cNvSpPr>
            <a:spLocks xmlns:a="http://schemas.openxmlformats.org/drawingml/2006/main" noGrp="1"/>
          </p:cNvSpPr>
          <p:nvPr/>
        </p:nvSpPr>
        <p:spPr>
          <a:xfrm xmlns:a="http://schemas.openxmlformats.org/drawingml/2006/main">
            <a:off x="609600" y="2476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8FCF8975-F33A-4B3E-B4F0-16E46363FD54}"/>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0">
            <a:extLst xmlns:a="http://schemas.openxmlformats.org/drawingml/2006/main">
              <a:ext uri="{FF2B5EF4-FFF2-40B4-BE49-F238E27FC236}">
                <a16:creationId xmlns:a16="http://schemas.microsoft.com/office/drawing/2014/main" id="{AD260137-412E-45EF-9DA5-1F5ED9365092}"/>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S80</a:t>
            </a:r>
          </a:p>
        </p:txBody>
      </p:sp>
      <p:sp>
        <p:nvSpPr>
          <p:cNvPr id="13" name="원인을 고르기 전에 확인할 기록">
            <a:extLst xmlns:a="http://schemas.openxmlformats.org/drawingml/2006/main">
              <a:ext uri="{FF2B5EF4-FFF2-40B4-BE49-F238E27FC236}">
                <a16:creationId xmlns:a16="http://schemas.microsoft.com/office/drawing/2014/main" id="{C269C163-5A91-46E0-AFBE-56986C70C780}"/>
              </a:ext>
            </a:extLst>
          </p:cNvPr>
          <p:cNvSpPr>
            <a:spLocks xmlns:a="http://schemas.openxmlformats.org/drawingml/2006/main" noGrp="1"/>
          </p:cNvSpPr>
          <p:nvPr/>
        </p:nvSpPr>
        <p:spPr>
          <a:xfrm xmlns:a="http://schemas.openxmlformats.org/drawingml/2006/main">
            <a:off x="1714500" y="26003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원인을 고르기 전에 확인할 기록</a:t>
            </a:r>
          </a:p>
        </p:txBody>
      </p:sp>
      <p:sp>
        <p:nvSpPr>
          <p:cNvPr id="14" name="">
            <a:extLst xmlns:a="http://schemas.openxmlformats.org/drawingml/2006/main">
              <a:ext uri="{FF2B5EF4-FFF2-40B4-BE49-F238E27FC236}">
                <a16:creationId xmlns:a16="http://schemas.microsoft.com/office/drawing/2014/main" id="{D0C7F4A5-0673-44B0-A793-3418CEF753EB}"/>
              </a:ext>
            </a:extLst>
          </p:cNvPr>
          <p:cNvSpPr>
            <a:spLocks xmlns:a="http://schemas.openxmlformats.org/drawingml/2006/main" noGrp="1"/>
          </p:cNvSpPr>
          <p:nvPr/>
        </p:nvSpPr>
        <p:spPr>
          <a:xfrm xmlns:a="http://schemas.openxmlformats.org/drawingml/2006/main">
            <a:off x="609600" y="3200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CAEBB795-3103-4C62-A635-33BB9C2696E0}"/>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84">
            <a:extLst xmlns:a="http://schemas.openxmlformats.org/drawingml/2006/main">
              <a:ext uri="{FF2B5EF4-FFF2-40B4-BE49-F238E27FC236}">
                <a16:creationId xmlns:a16="http://schemas.microsoft.com/office/drawing/2014/main" id="{C68C9400-C24D-4C89-930C-33C779627CCD}"/>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S84</a:t>
            </a:r>
          </a:p>
        </p:txBody>
      </p:sp>
      <p:sp>
        <p:nvSpPr>
          <p:cNvPr id="17" name="지침을 고친 뒤, 무엇을 다시 확인할까?">
            <a:extLst xmlns:a="http://schemas.openxmlformats.org/drawingml/2006/main">
              <a:ext uri="{FF2B5EF4-FFF2-40B4-BE49-F238E27FC236}">
                <a16:creationId xmlns:a16="http://schemas.microsoft.com/office/drawing/2014/main" id="{6A58352F-8EB2-41B5-A826-B70444DEC447}"/>
              </a:ext>
            </a:extLst>
          </p:cNvPr>
          <p:cNvSpPr>
            <a:spLocks xmlns:a="http://schemas.openxmlformats.org/drawingml/2006/main" noGrp="1"/>
          </p:cNvSpPr>
          <p:nvPr/>
        </p:nvSpPr>
        <p:spPr>
          <a:xfrm xmlns:a="http://schemas.openxmlformats.org/drawingml/2006/main">
            <a:off x="1714500" y="33242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지침을 고친 뒤, 무엇을 다시 확인할까?</a:t>
            </a:r>
          </a:p>
        </p:txBody>
      </p:sp>
      <p:sp>
        <p:nvSpPr>
          <p:cNvPr id="18" name="">
            <a:extLst xmlns:a="http://schemas.openxmlformats.org/drawingml/2006/main">
              <a:ext uri="{FF2B5EF4-FFF2-40B4-BE49-F238E27FC236}">
                <a16:creationId xmlns:a16="http://schemas.microsoft.com/office/drawing/2014/main" id="{B2DD6A67-3DAF-4AEE-B621-BA303D11218D}"/>
              </a:ext>
            </a:extLst>
          </p:cNvPr>
          <p:cNvSpPr>
            <a:spLocks xmlns:a="http://schemas.openxmlformats.org/drawingml/2006/main" noGrp="1"/>
          </p:cNvSpPr>
          <p:nvPr/>
        </p:nvSpPr>
        <p:spPr>
          <a:xfrm xmlns:a="http://schemas.openxmlformats.org/drawingml/2006/main">
            <a:off x="609600" y="3924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29279A4-E812-42F2-B568-A7437EC6DD5C}"/>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1">
            <a:extLst xmlns:a="http://schemas.openxmlformats.org/drawingml/2006/main">
              <a:ext uri="{FF2B5EF4-FFF2-40B4-BE49-F238E27FC236}">
                <a16:creationId xmlns:a16="http://schemas.microsoft.com/office/drawing/2014/main" id="{0BA0CD24-4D96-4F11-88B3-3A807D4D0F10}"/>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S101</a:t>
            </a:r>
          </a:p>
        </p:txBody>
      </p:sp>
      <p:sp>
        <p:nvSpPr>
          <p:cNvPr id="21" name="무엇을 남기고, 무엇을 덜어낼까?">
            <a:extLst xmlns:a="http://schemas.openxmlformats.org/drawingml/2006/main">
              <a:ext uri="{FF2B5EF4-FFF2-40B4-BE49-F238E27FC236}">
                <a16:creationId xmlns:a16="http://schemas.microsoft.com/office/drawing/2014/main" id="{41C16100-8D51-4582-AE46-1F7A505CE653}"/>
              </a:ext>
            </a:extLst>
          </p:cNvPr>
          <p:cNvSpPr>
            <a:spLocks xmlns:a="http://schemas.openxmlformats.org/drawingml/2006/main" noGrp="1"/>
          </p:cNvSpPr>
          <p:nvPr/>
        </p:nvSpPr>
        <p:spPr>
          <a:xfrm xmlns:a="http://schemas.openxmlformats.org/drawingml/2006/main">
            <a:off x="1714500" y="40481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남기고, 무엇을 덜어낼까?</a:t>
            </a:r>
          </a:p>
        </p:txBody>
      </p:sp>
      <p:sp>
        <p:nvSpPr>
          <p:cNvPr id="22" name="">
            <a:extLst xmlns:a="http://schemas.openxmlformats.org/drawingml/2006/main">
              <a:ext uri="{FF2B5EF4-FFF2-40B4-BE49-F238E27FC236}">
                <a16:creationId xmlns:a16="http://schemas.microsoft.com/office/drawing/2014/main" id="{B57B3066-2FDC-49BE-98F4-C49BB8C02F18}"/>
              </a:ext>
            </a:extLst>
          </p:cNvPr>
          <p:cNvSpPr>
            <a:spLocks xmlns:a="http://schemas.openxmlformats.org/drawingml/2006/main" noGrp="1"/>
          </p:cNvSpPr>
          <p:nvPr/>
        </p:nvSpPr>
        <p:spPr>
          <a:xfrm xmlns:a="http://schemas.openxmlformats.org/drawingml/2006/main">
            <a:off x="609600" y="4648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3D4940D9-D70A-442F-A667-58209715F58F}"/>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2">
            <a:extLst xmlns:a="http://schemas.openxmlformats.org/drawingml/2006/main">
              <a:ext uri="{FF2B5EF4-FFF2-40B4-BE49-F238E27FC236}">
                <a16:creationId xmlns:a16="http://schemas.microsoft.com/office/drawing/2014/main" id="{30A0E6FB-240C-4759-9658-F366E9E7E770}"/>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S102</a:t>
            </a:r>
          </a:p>
        </p:txBody>
      </p:sp>
      <p:sp>
        <p:nvSpPr>
          <p:cNvPr id="25" name="덜어낸 뒤에도 필요한 일을 하는가?">
            <a:extLst xmlns:a="http://schemas.openxmlformats.org/drawingml/2006/main">
              <a:ext uri="{FF2B5EF4-FFF2-40B4-BE49-F238E27FC236}">
                <a16:creationId xmlns:a16="http://schemas.microsoft.com/office/drawing/2014/main" id="{48F13B77-F0E9-4416-9572-5C3B51348255}"/>
              </a:ext>
            </a:extLst>
          </p:cNvPr>
          <p:cNvSpPr>
            <a:spLocks xmlns:a="http://schemas.openxmlformats.org/drawingml/2006/main" noGrp="1"/>
          </p:cNvSpPr>
          <p:nvPr/>
        </p:nvSpPr>
        <p:spPr>
          <a:xfrm xmlns:a="http://schemas.openxmlformats.org/drawingml/2006/main">
            <a:off x="1714500" y="47720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덜어낸 뒤에도 필요한 일을 하는가?</a:t>
            </a:r>
          </a:p>
        </p:txBody>
      </p:sp>
      <p:sp>
        <p:nvSpPr>
          <p:cNvPr id="26" name="Legacy module connection">
            <a:extLst xmlns:a="http://schemas.openxmlformats.org/drawingml/2006/main">
              <a:ext uri="{FF2B5EF4-FFF2-40B4-BE49-F238E27FC236}">
                <a16:creationId xmlns:a16="http://schemas.microsoft.com/office/drawing/2014/main" id="{9D37A01D-1C28-4944-9E32-4C43F6795D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237391619"/>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ABE61A4E-ACC5-49B1-88F7-96075902F0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08">
            <a:extLst xmlns:a="http://schemas.openxmlformats.org/drawingml/2006/main">
              <a:ext uri="{FF2B5EF4-FFF2-40B4-BE49-F238E27FC236}">
                <a16:creationId xmlns:a16="http://schemas.microsoft.com/office/drawing/2014/main" id="{B42A839E-BDF0-4484-A78B-1A80572BF9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Q&amp;A와 교육 마무리">
            <a:extLst xmlns:a="http://schemas.openxmlformats.org/drawingml/2006/main">
              <a:ext uri="{FF2B5EF4-FFF2-40B4-BE49-F238E27FC236}">
                <a16:creationId xmlns:a16="http://schemas.microsoft.com/office/drawing/2014/main" id="{A30DCB2A-081B-4BF4-96D0-62FEE04EE0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0B92873B-0B6D-4807-9A70-D5B4CB6855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FF2A1489-8455-493D-A136-F1F3DB0E16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F19C6959-BFF0-4C8F-BAD9-B3E2478700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6C21EF2C-1218-4815-9FAF-EA78451886AC}"/>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002ED98B-E5FC-48DC-834F-5613AB732646}"/>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171301E3-5017-4206-BDEF-E53ED8FA0CA9}"/>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EA53E565-DBC8-4CAD-A4AD-94E08B711C8F}"/>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347C80D7-09C2-4B2A-AF0B-8559300081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186663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2026-10-25T09:27:48.6850000Z</dcterms:created>
  <dcterms:modified xsi:type="dcterms:W3CDTF">2026-10-25T09:27:48.6850000Z</dcterms:modified>
</coreProperties>
</file>