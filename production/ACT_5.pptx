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058b66913d042ff" /><Relationship Type="http://schemas.openxmlformats.org/officeDocument/2006/relationships/extended-properties" Target="/docProps/app.xml" Id="R4c11ed693cea4e8a" /><Relationship Type="http://schemas.openxmlformats.org/officeDocument/2006/relationships/officeDocument" Target="/ppt/presentation.xml" Id="Ra121661e7f10427d" /></Relationships>
</file>

<file path=ppt/presentation.xml><?xml version="1.0" encoding="utf-8"?>
<p:presentation xmlns:p="http://schemas.openxmlformats.org/presentationml/2006/main">
  <p:sldMasterIdLst>
    <p:sldMasterId xmlns:r="http://schemas.openxmlformats.org/officeDocument/2006/relationships" id="2147483648" r:id="R0d2adf74ab4b47a7"/>
  </p:sldMasterIdLst>
  <p:notesMasterIdLst>
    <p:notesMasterId xmlns:r="http://schemas.openxmlformats.org/officeDocument/2006/relationships" r:id="R6c272faee33349ac"/>
  </p:notesMasterIdLst>
  <p:sldIdLst>
    <p:sldId xmlns:r="http://schemas.openxmlformats.org/officeDocument/2006/relationships" id="256" r:id="Re8c1165f6cdd45d9"/>
    <p:sldId xmlns:r="http://schemas.openxmlformats.org/officeDocument/2006/relationships" id="257" r:id="Rcf69a310b84b4242"/>
    <p:sldId xmlns:r="http://schemas.openxmlformats.org/officeDocument/2006/relationships" id="258" r:id="Ra93ee76a7dc940a6"/>
    <p:sldId xmlns:r="http://schemas.openxmlformats.org/officeDocument/2006/relationships" id="259" r:id="R8f5a0eff6bfd42d9"/>
    <p:sldId xmlns:r="http://schemas.openxmlformats.org/officeDocument/2006/relationships" id="260" r:id="R4b8b337943ca4c21"/>
    <p:sldId xmlns:r="http://schemas.openxmlformats.org/officeDocument/2006/relationships" id="261" r:id="R85345ef1ee5a49d6"/>
    <p:sldId xmlns:r="http://schemas.openxmlformats.org/officeDocument/2006/relationships" id="262" r:id="Ra229477b30e14d00"/>
    <p:sldId xmlns:r="http://schemas.openxmlformats.org/officeDocument/2006/relationships" id="263" r:id="R438acc6a649f477e"/>
    <p:sldId xmlns:r="http://schemas.openxmlformats.org/officeDocument/2006/relationships" id="264" r:id="R66fbbc9b0d124526"/>
    <p:sldId xmlns:r="http://schemas.openxmlformats.org/officeDocument/2006/relationships" id="265" r:id="R149e12d9889a4861"/>
    <p:sldId xmlns:r="http://schemas.openxmlformats.org/officeDocument/2006/relationships" id="266" r:id="Rc65767d6b1c44c74"/>
    <p:sldId xmlns:r="http://schemas.openxmlformats.org/officeDocument/2006/relationships" id="267" r:id="R65660de4662245f6"/>
    <p:sldId xmlns:r="http://schemas.openxmlformats.org/officeDocument/2006/relationships" id="268" r:id="Raa2c91aa309a418d"/>
    <p:sldId xmlns:r="http://schemas.openxmlformats.org/officeDocument/2006/relationships" id="269" r:id="R05f98b82316a40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94bd4bbab74cbe" /><Relationship Type="http://schemas.openxmlformats.org/officeDocument/2006/relationships/slideMaster" Target="/ppt/slideMasters/slideMaster1.xml" Id="R0d2adf74ab4b47a7" /><Relationship Type="http://schemas.openxmlformats.org/officeDocument/2006/relationships/notesMaster" Target="/ppt/notesMasters/notesMaster1.xml" Id="R6c272faee33349ac" /><Relationship Type="http://schemas.openxmlformats.org/officeDocument/2006/relationships/presProps" Target="/ppt/presProps.xml" Id="Re4762e8158fe496a" /><Relationship Type="http://schemas.openxmlformats.org/officeDocument/2006/relationships/tableStyles" Target="/ppt/tableStyles.xml" Id="Rd7e0d353c3bb45e3" /><Relationship Type="http://schemas.openxmlformats.org/officeDocument/2006/relationships/slide" Target="/ppt/slides/slide1.xml" Id="Re8c1165f6cdd45d9" /><Relationship Type="http://schemas.openxmlformats.org/officeDocument/2006/relationships/slide" Target="/ppt/slides/slide2.xml" Id="Rcf69a310b84b4242" /><Relationship Type="http://schemas.openxmlformats.org/officeDocument/2006/relationships/slide" Target="/ppt/slides/slide3.xml" Id="Ra93ee76a7dc940a6" /><Relationship Type="http://schemas.openxmlformats.org/officeDocument/2006/relationships/slide" Target="/ppt/slides/slide4.xml" Id="R8f5a0eff6bfd42d9" /><Relationship Type="http://schemas.openxmlformats.org/officeDocument/2006/relationships/slide" Target="/ppt/slides/slide5.xml" Id="R4b8b337943ca4c21" /><Relationship Type="http://schemas.openxmlformats.org/officeDocument/2006/relationships/slide" Target="/ppt/slides/slide6.xml" Id="R85345ef1ee5a49d6" /><Relationship Type="http://schemas.openxmlformats.org/officeDocument/2006/relationships/slide" Target="/ppt/slides/slide7.xml" Id="Ra229477b30e14d00" /><Relationship Type="http://schemas.openxmlformats.org/officeDocument/2006/relationships/slide" Target="/ppt/slides/slide8.xml" Id="R438acc6a649f477e" /><Relationship Type="http://schemas.openxmlformats.org/officeDocument/2006/relationships/slide" Target="/ppt/slides/slide9.xml" Id="R66fbbc9b0d124526" /><Relationship Type="http://schemas.openxmlformats.org/officeDocument/2006/relationships/slide" Target="/ppt/slides/slide10.xml" Id="R149e12d9889a4861" /><Relationship Type="http://schemas.openxmlformats.org/officeDocument/2006/relationships/slide" Target="/ppt/slides/slide11.xml" Id="Rc65767d6b1c44c74" /><Relationship Type="http://schemas.openxmlformats.org/officeDocument/2006/relationships/slide" Target="/ppt/slides/slide12.xml" Id="R65660de4662245f6" /><Relationship Type="http://schemas.openxmlformats.org/officeDocument/2006/relationships/slide" Target="/ppt/slides/slide13.xml" Id="Raa2c91aa309a418d" /><Relationship Type="http://schemas.openxmlformats.org/officeDocument/2006/relationships/slide" Target="/ppt/slides/slide14.xml" Id="R05f98b82316a40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f45acbebfc947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fc3b2c5f48481d" /><Relationship Type="http://schemas.openxmlformats.org/officeDocument/2006/relationships/notesMaster" Target="/ppt/notesMasters/notesMaster1.xml" Id="Rd0c37e360d8441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62cad44c8f47f7" /><Relationship Type="http://schemas.openxmlformats.org/officeDocument/2006/relationships/notesMaster" Target="/ppt/notesMasters/notesMaster1.xml" Id="R57e8a5e2c5184b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85410a053b4570" /><Relationship Type="http://schemas.openxmlformats.org/officeDocument/2006/relationships/notesMaster" Target="/ppt/notesMasters/notesMaster1.xml" Id="Re53057f2f92e4a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dbb489ff654d2e" /><Relationship Type="http://schemas.openxmlformats.org/officeDocument/2006/relationships/notesMaster" Target="/ppt/notesMasters/notesMaster1.xml" Id="Ra19f92c394e04c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c0335663e9c41cf" /><Relationship Type="http://schemas.openxmlformats.org/officeDocument/2006/relationships/notesMaster" Target="/ppt/notesMasters/notesMaster1.xml" Id="R14d737ab30eb4b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f5aef4ce88491d" /><Relationship Type="http://schemas.openxmlformats.org/officeDocument/2006/relationships/notesMaster" Target="/ppt/notesMasters/notesMaster1.xml" Id="Ra5f5e9051cbc4b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f7e5640d75418c" /><Relationship Type="http://schemas.openxmlformats.org/officeDocument/2006/relationships/notesMaster" Target="/ppt/notesMasters/notesMaster1.xml" Id="R2d97a0bd40fa4d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018f303c654245" /><Relationship Type="http://schemas.openxmlformats.org/officeDocument/2006/relationships/notesMaster" Target="/ppt/notesMasters/notesMaster1.xml" Id="Raf0599a8797b45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51f7b61efd54e83" /><Relationship Type="http://schemas.openxmlformats.org/officeDocument/2006/relationships/notesMaster" Target="/ppt/notesMasters/notesMaster1.xml" Id="R0962413a19cc48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e83b38679704b98" /><Relationship Type="http://schemas.openxmlformats.org/officeDocument/2006/relationships/notesMaster" Target="/ppt/notesMasters/notesMaster1.xml" Id="Rd9652f91fa454a7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a8b5fbb6d244f1" /><Relationship Type="http://schemas.openxmlformats.org/officeDocument/2006/relationships/notesMaster" Target="/ppt/notesMasters/notesMaster1.xml" Id="R1403c5242f2540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7684ff5d5054da2" /><Relationship Type="http://schemas.openxmlformats.org/officeDocument/2006/relationships/notesMaster" Target="/ppt/notesMasters/notesMaster1.xml" Id="R9cbe154d0cce42e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e31c3b032143ea" /><Relationship Type="http://schemas.openxmlformats.org/officeDocument/2006/relationships/notesMaster" Target="/ppt/notesMasters/notesMaster1.xml" Id="R1ce8183b24e44d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3d87f6594014eb8" /><Relationship Type="http://schemas.openxmlformats.org/officeDocument/2006/relationships/notesMaster" Target="/ppt/notesMasters/notesMaster1.xml" Id="R709fafe91c9245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문제에 맞춰, 일하는 방식을 넓혔다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S90은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S97/S98에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실제 Demo는 문제에 맞춰 바뀌었다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S46).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S46,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S21/S46/S61다.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이번 문제에 필요한 구성만 선택했다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S90의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S92로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S65에서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결과를 수용할지는 사람이 판단한다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S91의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S93에서는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AI가 일할 조건과 확인 경로를 설계한다</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S92의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S94로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S97에서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모델·플랫폼이 바뀌면 Harness도 다시 본다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S93의 설계 관점에서 “그때 필요했던 보조 장치가 지금도 필요한가?”를 묻는다. S91은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S95의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무엇을 남기고, 무엇을 덜어낼까?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S94의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S96으로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덜어낸 뒤에도 필요한 일을 하는가?</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S95에서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S97에서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내 업무에서는 무엇이 반복해서 막힐까?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S98에서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S98의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고른 문제에서, 다음 행동 하나로</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S97에서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S97에서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S99–S101에서 팁 제목·현재 위치만 회수하고 S102의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S97과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S99의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S97의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실무 적용 팁 · 작업 환경과 기준</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S11, S45, S54, S64, S69다.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S11 Repository 작업은 Codex에서 시작한다 / S45 AGENTS.md에는 무엇을 남길까? / S54 테스트 명령을 언제 쓰고 무엇을 판단할까? / S64 이번 Context와 다시 쓸 지식 / S69 밝기 통계의 판단을 C++ 검사에 적용하기. 제목·위치만 짚고 본문을 다시 강의하지 않는다.</a:t>
            </a:r>
          </a:p>
          <a:p xmlns:a="http://schemas.openxmlformats.org/drawingml/2006/main">
            <a:r>
              <a:t>3. (0:45–1:00 / Lecture) S100로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S100으로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production/preview/full/S99.png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실무 적용 팁 · 요청 작성</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S25, S26, S27, S28, S29, S30, S31, S32다.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S25 지시와 참고 자료의 구분 / S26 입력과 기대 결과의 작은 예시 / S27 바로 검토할 수 있는 결과 형식 / S28 근거가 있는 설명과 미확인의 구분 / S29 결과를 바꾸는 결정에서 확인 질문 / S30 큰 작업을 검토할 결과물로 나누기 / S31 기준을 지정한 코드 리뷰 요청 / S32 구체적인 근거로 수정 방향 피드백. 제목·위치만 짚고 본문을 다시 강의하지 않는다.</a:t>
            </a:r>
          </a:p>
          <a:p xmlns:a="http://schemas.openxmlformats.org/drawingml/2006/main">
            <a:r>
              <a:t>3. (0:45–1:00 / Lecture) S101로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S101로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production/preview/full/S100.png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실무 적용 팁 · 검증과 개선</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S75, S79, S95, S96다.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S75 원인을 고르기 전에 확인할 기록 / S79 지침을 고친 뒤, 무엇을 다시 확인할까? / S95 무엇을 남기고, 무엇을 덜어낼까? / S96 덜어낸 뒤에도 필요한 일을 하는가?. 제목·위치만 짚고 본문을 다시 강의하지 않는다.</a:t>
            </a:r>
          </a:p>
          <a:p xmlns:a="http://schemas.openxmlformats.org/drawingml/2006/main">
            <a:r>
              <a:t>3. (0:45–1:00 / Lecture) S102로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production/preview/full/S101.png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Q&amp;A와 교육 마무리</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S98에서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S89과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S98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0920bf1410423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718f713b4354f0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276371b91f143f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52fddd214844cf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8fdb4ca8af84f0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cf117c97b9a43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A17615-3799-494A-AA18-7968EF1356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2F23CAC-0E8C-4ECC-831E-C69DE2AF8BF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DFA5BAD-E959-4BCE-8F2F-D930A5FD17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9078E2-E0F1-47C5-B306-0FDB68A369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9F7B9EF-D831-45F7-9390-D7271DFD387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7DF6F68-106A-4597-B9EE-CD15850182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F8145CC-C213-4EAF-B460-5F947BF9D70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42C63AC-F866-4473-8476-AB1A21FB51E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973CB1-8ED2-421B-97F9-2AAA209B92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46C1AC-BF8F-4BF4-AEA7-FFA0056482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15e445155d49ef" /><Relationship Type="http://schemas.openxmlformats.org/officeDocument/2006/relationships/slideLayout" Target="/ppt/slideLayouts/slideLayout1.xml" Id="R8efbc35b86564aba" /><Relationship Type="http://schemas.openxmlformats.org/officeDocument/2006/relationships/slideLayout" Target="/ppt/slideLayouts/slideLayout2.xml" Id="Re7a0d60b645540c1" /><Relationship Type="http://schemas.openxmlformats.org/officeDocument/2006/relationships/slideLayout" Target="/ppt/slideLayouts/slideLayout3.xml" Id="R20d631da9f6a4202" /><Relationship Type="http://schemas.openxmlformats.org/officeDocument/2006/relationships/slideLayout" Target="/ppt/slideLayouts/slideLayout4.xml" Id="Rff3f46090d2340c5" /><Relationship Type="http://schemas.openxmlformats.org/officeDocument/2006/relationships/slideLayout" Target="/ppt/slideLayouts/slideLayout5.xml" Id="Ra7f162ae8cd749d6" /><Relationship Type="http://schemas.openxmlformats.org/officeDocument/2006/relationships/slideLayout" Target="/ppt/slideLayouts/slideLayout6.xml" Id="R7e6ee6976c124f1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fbc35b86564aba"/>
    <p:sldLayoutId xmlns:r="http://schemas.openxmlformats.org/officeDocument/2006/relationships" id="2147483650" r:id="Re7a0d60b645540c1"/>
    <p:sldLayoutId xmlns:r="http://schemas.openxmlformats.org/officeDocument/2006/relationships" id="2147483651" r:id="R20d631da9f6a4202"/>
    <p:sldLayoutId xmlns:r="http://schemas.openxmlformats.org/officeDocument/2006/relationships" id="2147483652" r:id="Rff3f46090d2340c5"/>
    <p:sldLayoutId xmlns:r="http://schemas.openxmlformats.org/officeDocument/2006/relationships" id="2147483653" r:id="Ra7f162ae8cd749d6"/>
    <p:sldLayoutId xmlns:r="http://schemas.openxmlformats.org/officeDocument/2006/relationships" id="2147483654" r:id="R7e6ee6976c124f1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ca252afb5c04980" /><Relationship Type="http://schemas.openxmlformats.org/officeDocument/2006/relationships/notesSlide" Target="/ppt/notesSlides/notesSlide1.xml" Id="R6d7397a571fb46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f9773831b3d44ee" /><Relationship Type="http://schemas.openxmlformats.org/officeDocument/2006/relationships/notesSlide" Target="/ppt/notesSlides/notesSlide2.xml" Id="R128cd62db38847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0832117a1a44201" /><Relationship Type="http://schemas.openxmlformats.org/officeDocument/2006/relationships/notesSlide" Target="/ppt/notesSlides/notesSlide3.xml" Id="Ra0783ff7e3554e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6b56c81d708447e" /><Relationship Type="http://schemas.openxmlformats.org/officeDocument/2006/relationships/notesSlide" Target="/ppt/notesSlides/notesSlide4.xml" Id="Re68a824a9924426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974c2945454443f" /><Relationship Type="http://schemas.openxmlformats.org/officeDocument/2006/relationships/notesSlide" Target="/ppt/notesSlides/notesSlide5.xml" Id="R0f2341017fa44ab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dcb02d489524317" /><Relationship Type="http://schemas.openxmlformats.org/officeDocument/2006/relationships/notesSlide" Target="/ppt/notesSlides/notesSlide6.xml" Id="R53158714d57144a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06aef9162ee40e5" /><Relationship Type="http://schemas.openxmlformats.org/officeDocument/2006/relationships/notesSlide" Target="/ppt/notesSlides/notesSlide7.xml" Id="Rb4c7e7465d0d46f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68304da416244bd" /><Relationship Type="http://schemas.openxmlformats.org/officeDocument/2006/relationships/notesSlide" Target="/ppt/notesSlides/notesSlide8.xml" Id="R5b0614989c9f455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8e5b280e3aa4e61" /><Relationship Type="http://schemas.openxmlformats.org/officeDocument/2006/relationships/notesSlide" Target="/ppt/notesSlides/notesSlide9.xml" Id="R0857aafda55946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deaa63229a340a4" /><Relationship Type="http://schemas.openxmlformats.org/officeDocument/2006/relationships/notesSlide" Target="/ppt/notesSlides/notesSlide10.xml" Id="Re015f0ff2ce34e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f996b29b1b7410a" /><Relationship Type="http://schemas.openxmlformats.org/officeDocument/2006/relationships/notesSlide" Target="/ppt/notesSlides/notesSlide11.xml" Id="Rc86edd1d9a1b443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7ec640348974a0d" /><Relationship Type="http://schemas.openxmlformats.org/officeDocument/2006/relationships/notesSlide" Target="/ppt/notesSlides/notesSlide12.xml" Id="R259446669eb34b2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af056aa762f4db9" /><Relationship Type="http://schemas.openxmlformats.org/officeDocument/2006/relationships/notesSlide" Target="/ppt/notesSlides/notesSlide13.xml" Id="Rb0ea32a95ea34a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1b3d4dc0fa64db8" /><Relationship Type="http://schemas.openxmlformats.org/officeDocument/2006/relationships/notesSlide" Target="/ppt/notesSlides/notesSlide14.xml" Id="Rb89fc5269665426f"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4E6A05E4-A5AE-4C5A-921D-143A8D8D0C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9">
            <a:extLst xmlns:a="http://schemas.openxmlformats.org/drawingml/2006/main">
              <a:ext uri="{FF2B5EF4-FFF2-40B4-BE49-F238E27FC236}">
                <a16:creationId xmlns:a16="http://schemas.microsoft.com/office/drawing/2014/main" id="{588FF779-0038-4412-A9F1-AC4DC335A0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문제에 맞춰, 일하는 방식을 넓혔다">
            <a:extLst xmlns:a="http://schemas.openxmlformats.org/drawingml/2006/main">
              <a:ext uri="{FF2B5EF4-FFF2-40B4-BE49-F238E27FC236}">
                <a16:creationId xmlns:a16="http://schemas.microsoft.com/office/drawing/2014/main" id="{BC775928-ECC3-4A66-B1C0-2FDA13A668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98264EDA-D782-46E8-93D8-F1B36D2185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DF81002-15D5-41F9-8457-0C71B13BA9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0C5B29F9-74EB-4E7F-B984-268308C28A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146464D1-3620-4C39-A5D9-5FD1EBC7AE2C}"/>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F6289A4E-CE06-455B-86EB-25BBD5E66773}"/>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508B5CE4-22A0-42A3-A630-5A64E890CD1E}"/>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4EA33BF3-902B-4A1E-AB01-1A7395630F8C}"/>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2F134328-C5C2-4FA4-97C0-CFB236351728}"/>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A3EBF5A3-B04F-4FAA-A109-E1659A259232}"/>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5D234126-C974-491A-98CF-500C4A57C7A4}"/>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FC9CB0A9-B4D8-45E4-BE50-22D7F98F8B21}"/>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50936635-D8CB-448B-810D-71CC6ED8A609}"/>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05D61D8E-1B65-4684-B72C-C5D2CD4F57B8}"/>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AFFF5A8E-AE53-47DE-AA58-2CDB862FECF6}"/>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BF64C1FF-465A-450F-B292-94FE2551E9AB}"/>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D69EC8B9-D64D-4FC7-98E2-A1C3CB91589D}"/>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720FB192-F8F7-41C6-BB32-CF450B3F7BBF}"/>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13288A68-ED56-4E5D-83F3-A050D0BD63BF}"/>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ACA59112-8588-4A9C-867D-009CC0C8B68E}"/>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40A85F3F-6914-436B-8AED-31A489634400}"/>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F380D8D0-1270-4A6B-B72B-6C360BC15C80}"/>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1555767-E407-4A01-A876-16EAD262787F}"/>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1E664CCC-B572-4C34-82B5-203085B63857}"/>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96A21243-8D7E-414B-B88F-99C55CEF393D}"/>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365DE876-2ED8-4F09-A903-09D8D7F07D92}"/>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4660D5D2-A8F9-405B-AE0B-C4E062B7BE31}"/>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14BEB179-0CC3-4A75-82D9-F1AF8DB0068F}"/>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2BBC84BD-7AED-4953-B7B2-B6CE4D819709}"/>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6E6AD956-C05A-4CEA-BC16-2AB66044E344}"/>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3134D099-7BD1-4574-A69E-04EEB76C04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4157835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90657461-45AE-4400-83BB-C10F945E6C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0">
            <a:extLst xmlns:a="http://schemas.openxmlformats.org/drawingml/2006/main">
              <a:ext uri="{FF2B5EF4-FFF2-40B4-BE49-F238E27FC236}">
                <a16:creationId xmlns:a16="http://schemas.microsoft.com/office/drawing/2014/main" id="{4A912D3D-7D72-413F-A9A3-B7E6921738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Demo는 문제에 맞춰 바뀌었다">
            <a:extLst xmlns:a="http://schemas.openxmlformats.org/drawingml/2006/main">
              <a:ext uri="{FF2B5EF4-FFF2-40B4-BE49-F238E27FC236}">
                <a16:creationId xmlns:a16="http://schemas.microsoft.com/office/drawing/2014/main" id="{9217C094-1AFE-471D-BA5A-47D0B45D50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0550361F-4DFB-4C46-8398-3128A16CE0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A606AF35-0B62-4D05-86F2-36E63AA144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054BD834-3B61-45E7-BB17-E3DD6B74A2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C29D88AE-A6AC-4DD9-9315-4BD591437CFA}"/>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0A61BA2C-E3C1-47DC-ADE6-4063E1FE1981}"/>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E2783D94-DD4F-4EBA-BC99-197DBD5A8605}"/>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3B9BD1BF-51F2-4967-91CD-EE86A1AFCC60}"/>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85EE558B-8624-4189-A2A4-505DE0D3C634}"/>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2FB6C770-C727-409E-A4CA-4F115CDBB776}"/>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A5F3E592-EB11-4B88-B2B2-96A2A79C1EEC}"/>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58F99023-EE44-46AD-BE39-CE623124D09D}"/>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301EB9DA-E600-4853-AC7E-238F2399ED38}"/>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BCBCC73D-37A5-40F1-80FE-9885CAA45935}"/>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1C89FFE2-0469-45A1-801A-C6412E9230E1}"/>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371EDA5B-548F-4BCF-8E0E-60DE0252232A}"/>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1F93AD41-7B5D-40FA-933A-13F8E57ABE53}"/>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43A04AFE-D8FA-4440-AB62-2B7006314E88}"/>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D91923DD-9261-45BD-8974-A4559DF84730}"/>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FBB6B74F-5325-41D2-9D11-C1DE58AB055E}"/>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B7D5F14B-3A23-4092-BE6E-13B10467AA3D}"/>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A78D5CC8-46E7-4FBD-AF0A-188D069A8FF2}"/>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31BB5EBE-D5BD-41B0-8FE7-F68EF6CCE451}"/>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C99EF3FA-ECDE-443A-B72C-BDC092682F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23846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3DBCC199-EE5C-4D03-BA17-D4D79BB28C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1">
            <a:extLst xmlns:a="http://schemas.openxmlformats.org/drawingml/2006/main">
              <a:ext uri="{FF2B5EF4-FFF2-40B4-BE49-F238E27FC236}">
                <a16:creationId xmlns:a16="http://schemas.microsoft.com/office/drawing/2014/main" id="{E0225165-6170-43AD-B5D8-02A5C54563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이번 문제에 필요한 구성만 선택했다">
            <a:extLst xmlns:a="http://schemas.openxmlformats.org/drawingml/2006/main">
              <a:ext uri="{FF2B5EF4-FFF2-40B4-BE49-F238E27FC236}">
                <a16:creationId xmlns:a16="http://schemas.microsoft.com/office/drawing/2014/main" id="{FE9F63EB-14E3-4B11-A015-A6D8AE76AF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0E043A87-A68A-4476-A7C4-7EB825347E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CC82944B-F396-4199-BB8F-8D6601EB0C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75EF6BAC-4BCA-4520-B773-47093B83BD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529F1DA8-8346-4437-8158-6D5D766E0AEF}"/>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B08EADD0-05A6-465B-9432-8D2B3D6A3D64}"/>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6C5C9DCD-3C75-4465-B099-E4F19D9B7056}"/>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77DA776C-3A6A-43E2-B277-FE8502AA7F7A}"/>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D7091078-CF66-4DFC-8690-F1877E2DC20B}"/>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515C86EF-BA7F-4390-A67F-4B85C2723B41}"/>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4D492DA6-D93C-46FE-B0F7-CC380729906B}"/>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8B1E8E4A-27CA-4960-ACBB-A02811466174}"/>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53A9550F-97FB-4E0B-8487-36B22AE4F205}"/>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D8652410-2F82-46CC-A4DE-04073298A623}"/>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ABD9E8BC-32BD-429F-8711-5A0C0861C4BD}"/>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F3FF7FBC-AA73-40CE-865C-B9E8D6D448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39092305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CCCA2B5A-277A-40AF-BFAF-3A35386EAE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2">
            <a:extLst xmlns:a="http://schemas.openxmlformats.org/drawingml/2006/main">
              <a:ext uri="{FF2B5EF4-FFF2-40B4-BE49-F238E27FC236}">
                <a16:creationId xmlns:a16="http://schemas.microsoft.com/office/drawing/2014/main" id="{B9FD04E0-E886-46EA-B715-3DD6D30326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결과를 수용할지는 사람이 판단한다">
            <a:extLst xmlns:a="http://schemas.openxmlformats.org/drawingml/2006/main">
              <a:ext uri="{FF2B5EF4-FFF2-40B4-BE49-F238E27FC236}">
                <a16:creationId xmlns:a16="http://schemas.microsoft.com/office/drawing/2014/main" id="{C7D165E5-560A-4429-8731-B09A066221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3399C6DD-3BCC-4829-94AD-B1604D586B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24CB3977-6236-4196-BAF7-1A365C629A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F43A3AD0-19ED-43BB-878A-427DD2EF3A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DC991F03-AC93-4ACE-9D66-92726C1D98BB}"/>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B74C138C-469C-4A98-8A7C-4547393FA351}"/>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2F13BA47-0F99-48D8-A9F8-5C392BBC6E81}"/>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228E6B1F-CD24-4175-AA40-B985DD8B6562}"/>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67EE417D-514A-4A5A-9CE4-EFFF72B51091}"/>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6EC62796-1E49-4500-9588-77804EE2A5C3}"/>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22B8BFFA-77F8-4886-8B3B-EE64EFCF0E5B}"/>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43AE447D-46CA-41E6-8A70-FE1E73604C1E}"/>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90739E83-6361-4D02-9AD9-3A9106F4F0C3}"/>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AA5DB177-4ECB-42B1-8354-FECA047FEF3F}"/>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B19E7EC5-8205-42E5-BD60-764FD0844440}"/>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77FEA1CD-B3E1-4515-AF78-A339911E6D4E}"/>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3AA0A6A-EA3B-4147-82EA-E3E6018D1522}"/>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81B2F110-BC2B-49C7-9B8D-802C31422E3B}"/>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DDAB0DC0-1437-460D-A71B-01F317D9BF6B}"/>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D3D35C98-54FA-4361-8A7B-DDD5D0D25598}"/>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BE74796-0CB9-482B-B066-74BCF51AB6AE}"/>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7F62B014-7DBB-4960-AD1E-CD6350EA01B3}"/>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9B7FFEE3-5278-4C67-B1B8-30F4761377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30690566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555EA5C6-BC4B-4E53-89F3-20C0914484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3">
            <a:extLst xmlns:a="http://schemas.openxmlformats.org/drawingml/2006/main">
              <a:ext uri="{FF2B5EF4-FFF2-40B4-BE49-F238E27FC236}">
                <a16:creationId xmlns:a16="http://schemas.microsoft.com/office/drawing/2014/main" id="{C51FC7DC-BBBB-425B-8952-E69860CF0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AI가 일할 조건과 확인 경로를 설계한다">
            <a:extLst xmlns:a="http://schemas.openxmlformats.org/drawingml/2006/main">
              <a:ext uri="{FF2B5EF4-FFF2-40B4-BE49-F238E27FC236}">
                <a16:creationId xmlns:a16="http://schemas.microsoft.com/office/drawing/2014/main" id="{A69A73B8-7A7A-47B1-8885-066E44321C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6F9DD7E9-9D83-4E09-971B-008A94FDCD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5630B8DD-A39D-418E-BFC6-95CA8AFE17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D949463C-CFE1-4403-9E51-8192BA711E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6D4326E5-6BD1-4EAB-93DC-0F944D686F2F}"/>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D4AEA63F-62D7-4E61-8729-AC3EE326C16C}"/>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B29C0D57-12B8-48D7-8A16-464646E361C4}"/>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778F806F-107B-495A-AA07-D40D52176A5A}"/>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A14C3101-0ABD-4D31-95B9-1F1C9894C138}"/>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EB6721A1-B7E8-41C0-B424-6FCF5C0F67C1}"/>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30485DBC-5F6E-4599-BF16-B595A709C4E1}"/>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DD2FFF00-71C3-4786-994E-D3CF3CB0AB10}"/>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58D1709D-26C6-4172-801C-4C6EA559B33A}"/>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340F5F38-DA1E-4967-96AE-EDCB4E2C8486}"/>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584E2EED-DA98-44CE-88D3-6B3E5ED1BCA9}"/>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1A92BACE-26A4-4452-BDFA-185B00EFB03C}"/>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66F263E0-D85C-4FA2-A526-5D80BD24195F}"/>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88A6CBD9-92DD-4723-9A9B-AFF911BB3B0B}"/>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FECC032A-72F5-44B4-9406-0F2F8C41C493}"/>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02F238FA-5760-4F7B-A44D-A4BD22267B1C}"/>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365AE06F-55B8-4CD0-8A24-95B9B57AAE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4808789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32FFAF8C-69A5-445D-9A56-0894DD39E3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4">
            <a:extLst xmlns:a="http://schemas.openxmlformats.org/drawingml/2006/main">
              <a:ext uri="{FF2B5EF4-FFF2-40B4-BE49-F238E27FC236}">
                <a16:creationId xmlns:a16="http://schemas.microsoft.com/office/drawing/2014/main" id="{02B2D76C-D5DD-4955-B3E5-7AD2FB680B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모델·플랫폼이 바뀌면 Harness도 다시 본다">
            <a:extLst xmlns:a="http://schemas.openxmlformats.org/drawingml/2006/main">
              <a:ext uri="{FF2B5EF4-FFF2-40B4-BE49-F238E27FC236}">
                <a16:creationId xmlns:a16="http://schemas.microsoft.com/office/drawing/2014/main" id="{8F0D79E0-0552-4BAD-9A40-FC0C1E8B71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C7410050-37BD-45D5-B915-2AF5910D26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AABC31EA-A201-4867-9DF8-088A6FEE5B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A1194041-B94A-4086-8C1B-EE5B97C9CD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0D22A3A8-B355-45DE-BC36-78C582290D64}"/>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B32F11AE-071C-407D-B650-562B7474EE51}"/>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F7D821E3-495B-4D8E-B168-DDC61C1132FC}"/>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9D75F55A-BFD6-4E90-9BEC-AACDF1C5B9AC}"/>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A5D36AA4-677F-45FD-A241-9B7BDE24DD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68AC67BA-1E4E-4B86-8045-46F99C270F35}"/>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69884338-2061-4F3A-B31E-12C065A22091}"/>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06726F12-3D43-4A66-8B0D-8AA390573149}"/>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EA6D756F-0C9A-46B3-A7E9-B4C4F104CD90}"/>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BB477FC1-7391-4A58-A41E-12C35E10A533}"/>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6C1AC05C-7B5B-4536-84D3-BAA024DBEC6D}"/>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13872B0D-6755-48A2-9404-C34089A904A4}"/>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F40F4657-1154-46C9-A3B5-D687E7A30623}"/>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873B87B2-088F-422D-BE6F-CD4C3ADADDEA}"/>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CF148D5-72DF-4C13-8E3B-72C92FDB2A69}"/>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D8B6FAF9-C961-4994-A75C-111E88F4D54B}"/>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FF102809-0E49-4524-9970-78BFB42AC9C6}"/>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0D5FCF9A-5A01-41F2-A539-BFC8CC066622}"/>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0EF701E8-7E0D-4160-B214-308BB87BEC21}"/>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2C8A40FC-D703-4862-8615-C567580B323A}"/>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77C8ADA6-CCE5-43BF-9BB7-6EEA39ECC915}"/>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EFB669F2-92B8-4197-B85F-68765BC0E9FC}"/>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92D9C68A-FBE5-477A-B03D-5D2432A4E78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885B6B24-68AF-48B0-9174-016FECCD3721}"/>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8A2E353B-CAC2-43D7-986F-086F660E4C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9568401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DB67B78-6615-407A-A3B9-74EB704EE1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5">
            <a:extLst xmlns:a="http://schemas.openxmlformats.org/drawingml/2006/main">
              <a:ext uri="{FF2B5EF4-FFF2-40B4-BE49-F238E27FC236}">
                <a16:creationId xmlns:a16="http://schemas.microsoft.com/office/drawing/2014/main" id="{AC4ABD92-A2F0-42A9-9F94-0594F9F300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무엇을 남기고, 무엇을 덜어낼까?">
            <a:extLst xmlns:a="http://schemas.openxmlformats.org/drawingml/2006/main">
              <a:ext uri="{FF2B5EF4-FFF2-40B4-BE49-F238E27FC236}">
                <a16:creationId xmlns:a16="http://schemas.microsoft.com/office/drawing/2014/main" id="{BAE2DF42-786D-4159-8BA8-90E5878681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4DF38B7A-E813-431A-A2E5-03A29D1DDD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28A94CF5-B0E0-46E1-A7CB-0EDADB1CC5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CB4CF98E-9828-4980-A316-61CB97D3E4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B983DE2F-B970-4E60-AE88-F516EC8AF5AE}"/>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B3B95C7-A861-4AB5-AA75-6B2224B14673}"/>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24FD84A0-0435-420B-BEEE-856F2D0510EB}"/>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828ACAE1-DC26-4157-A211-66F270909F9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008AE65F-56D0-49C1-AC14-5D7F9CF6B3F0}"/>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88076EDC-B0B7-4DEE-A2E3-191491774225}"/>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6379D492-36DE-46FA-8EF3-52F28A7BE53F}"/>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208EFA70-7C7F-4A07-B87C-D6CEA169FABA}"/>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32A2AF1F-75C1-4EFD-A146-87C46F62E3F1}"/>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D6F95547-215C-4032-9291-BDAB07696D2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CE0F8851-91F2-48D9-9C59-D15954D2105C}"/>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9E1A972D-6A60-4799-BF74-7DDD63E06FB7}"/>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99FD702C-DE26-4EF5-BEEE-8466337D40A8}"/>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246CCE6C-4A37-4351-BB2F-4E6AA831566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B320DE0-5672-4C89-8256-0AA70E8F1D7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73FA13E-2B48-4AE3-8874-233B7A44247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39349E83-A4ED-4FFA-A91B-E5339358CD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948567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7290B491-412A-4A9D-B308-42A0DE3F8F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6">
            <a:extLst xmlns:a="http://schemas.openxmlformats.org/drawingml/2006/main">
              <a:ext uri="{FF2B5EF4-FFF2-40B4-BE49-F238E27FC236}">
                <a16:creationId xmlns:a16="http://schemas.microsoft.com/office/drawing/2014/main" id="{19A65F37-B153-4914-AD95-7EA27A7EB2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덜어낸 뒤에도 필요한 일을 하는가?">
            <a:extLst xmlns:a="http://schemas.openxmlformats.org/drawingml/2006/main">
              <a:ext uri="{FF2B5EF4-FFF2-40B4-BE49-F238E27FC236}">
                <a16:creationId xmlns:a16="http://schemas.microsoft.com/office/drawing/2014/main" id="{5AC7E395-1A37-4F5E-B23B-75D2C434B5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D9A8DC99-4925-4AD9-9F01-0D011FD8BD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D694806C-3BA1-43DE-892E-CC912CC35B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18798469-87D5-41AE-AFDA-3CC638508E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9A76069-58B8-40D4-9437-A74BFFA425FA}"/>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B27580A-1629-4D24-877D-E1EDE01FD859}"/>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D1825D14-FD51-4BA9-814D-2F7FB0C03328}"/>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F19C3C70-294D-4F10-BE0E-AC35A68EB535}"/>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211BBFCE-1259-4763-8E49-64059577F3C2}"/>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612B67E6-5337-42E8-9320-0C56E964276E}"/>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A4E6EC3C-E27A-45CD-8F10-16589053E7B0}"/>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93444266-5F07-4343-90FC-E8FE01B7A801}"/>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5381A914-5AB3-4B52-BB3E-361377AC93C8}"/>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6FB8FC48-0450-4610-8FFD-23A94DACE974}"/>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3E15DA57-A2CE-479F-99AB-D687E4021A6A}"/>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4D05340A-1D29-4859-8BAF-4990DCB00F20}"/>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6C37146A-63F3-4340-B89A-8EFE2D2F3725}"/>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DD64E778-B708-49AA-A879-FADA73CCEEB3}"/>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1CD99D3-0430-4471-A989-423393951990}"/>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8A0C8D01-0A55-4D8F-9CDB-9BD6347B9682}"/>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8E5F8FD7-A6E1-418A-9B42-1D04B5433B36}"/>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130177A6-4B06-4B79-AE42-912FA6B24E25}"/>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00625ACE-8E0F-4BD0-8408-714AC6822D3C}"/>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AF1774FF-8EFD-4D83-892C-A562986E123D}"/>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1DD3F896-F64C-42C5-82BC-1C816718BA3F}"/>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98557DA5-853D-4995-B07F-44483A005FB1}"/>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93400E9-F826-49F2-94D3-5AC0423ABDDA}"/>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2186D528-260B-4091-A136-16A610A9DC05}"/>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503DC59B-6673-44A6-BFD0-4986D97206FF}"/>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ACC6A7D8-6810-44D7-AD51-BC4F8AB4DDAB}"/>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05FC7E7E-C6E4-4457-8AA1-8709BB595B83}"/>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D97320ED-5D0A-44B8-813E-0EE71EC31EC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86D4F469-C4D2-4335-AC0C-F16D4A850A6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DBC170E8-6443-4BC7-B9AE-91F1909426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2999870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39AADCED-F732-4327-9A5A-76D48F0C3F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7">
            <a:extLst xmlns:a="http://schemas.openxmlformats.org/drawingml/2006/main">
              <a:ext uri="{FF2B5EF4-FFF2-40B4-BE49-F238E27FC236}">
                <a16:creationId xmlns:a16="http://schemas.microsoft.com/office/drawing/2014/main" id="{34DE62AD-EBB6-4E17-8662-0C426C0900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내 업무에서는 무엇이 반복해서 막힐까?">
            <a:extLst xmlns:a="http://schemas.openxmlformats.org/drawingml/2006/main">
              <a:ext uri="{FF2B5EF4-FFF2-40B4-BE49-F238E27FC236}">
                <a16:creationId xmlns:a16="http://schemas.microsoft.com/office/drawing/2014/main" id="{27781E5A-D304-462A-92B3-163A111A54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8B254D14-9C86-4605-9531-F183232A32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AE606B04-DF38-420A-8287-1D8E8EA816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B7DAFD3F-1A85-40A9-A991-8BF9B528AC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F271B3CA-699C-42CC-B5CF-243DD5742A44}"/>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ADD1F136-CC12-4B5A-8FD9-D4F9FDD423C6}"/>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876CA9E-EE71-44E1-8136-9D6126402D77}"/>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804CB2CA-7183-4196-8F89-FBAF40E7D893}"/>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F89E2C8F-F1D4-43DB-A9A8-6F36D8B00E0C}"/>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CEA2F7EB-9072-4105-828E-64F7CB605B8D}"/>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9007FFFE-1A82-400C-A695-8743DB5778F8}"/>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ECD8805-4EB0-4BD4-82FD-A75C20374E30}"/>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1A8DB054-54B1-4496-8DF5-6BDE623BC101}"/>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6337D7D2-F827-430C-AC91-07F257146D8F}"/>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11A2B254-C1C6-4064-8C19-FAB2FC380BB3}"/>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E2FEF90B-B64F-4080-B986-139E89CE98D1}"/>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39E0774-E683-4B75-A00C-65BCBFA35A33}"/>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1843B266-9C49-4FF4-901B-C637C92F899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71E7876D-CAA7-493F-B859-D4841C086A24}"/>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DF76B47-E1C0-4BFE-A3E3-7FF9412295D9}"/>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8FB58BC-FB43-435E-A3FD-39E80DB38C8D}"/>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BD16941-AE9A-4386-B1AE-FF3D923E2EB4}"/>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F4F8205-724C-44EE-8002-44B73D3255E0}"/>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7752661A-BDBC-447F-961B-A8E4713A0571}"/>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EB92BE41-838B-4041-88C8-8DA5ADA18E5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4F8419AA-718D-4CBD-8683-7E05D30FC2AA}"/>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DB203CD-3130-494C-9FC1-C56475DE425A}"/>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4F488970-E2E4-4CDC-B691-BEEB6F894A42}"/>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1A5B6124-8D16-4B0A-8426-2D8B4A597FEE}"/>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E5E025E0-BC5B-438C-9A6E-07200EE7DAD7}"/>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FABABF7D-8692-4BDA-AD00-66A3A134E3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3640525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162A6D5C-AA41-47CC-BD5E-87D5BCBBFF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8">
            <a:extLst xmlns:a="http://schemas.openxmlformats.org/drawingml/2006/main">
              <a:ext uri="{FF2B5EF4-FFF2-40B4-BE49-F238E27FC236}">
                <a16:creationId xmlns:a16="http://schemas.microsoft.com/office/drawing/2014/main" id="{5B48359F-89E2-4B58-A152-C2992DB8B7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고른 문제에서, 다음 행동 하나로">
            <a:extLst xmlns:a="http://schemas.openxmlformats.org/drawingml/2006/main">
              <a:ext uri="{FF2B5EF4-FFF2-40B4-BE49-F238E27FC236}">
                <a16:creationId xmlns:a16="http://schemas.microsoft.com/office/drawing/2014/main" id="{A5298835-639B-4460-BE79-DE3E2D95DA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954E1095-BF89-4B03-8660-CA397E3426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3A8EDC45-26F5-4DB3-92A9-9D7C789921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33555164-6DAB-4956-B39E-BEDD2846C5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A240A577-FDAC-4C66-81B1-D2511CD581CA}"/>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FAF38B92-057C-4AA5-8133-B14CEA5241A1}"/>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4E81792-CBC1-4D1C-80CB-6CFAD98497D9}"/>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969B72-1F7B-4037-83AF-BADB46CD87A0}"/>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2558ADE9-EFFC-4B26-814F-B7A32B01671A}"/>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038B51A8-AAB2-4F70-ACC5-9BE8A90AD30F}"/>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D95CDA58-A8FD-4FA1-BCF2-76EB60FA8BDC}"/>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88EA710-9EE4-429A-B32A-26EEEB08E95B}"/>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EDFAFA4-B12C-4D63-A0B6-76433592631E}"/>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4082F2E-7300-4A31-A5AE-5D834020DDB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902A7FC-9F17-4BF9-9D6E-6B5B1016EED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1FA98E01-F64B-41F3-9453-A63B235686C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1DF34546-589C-4C98-A1EE-63ABA22F251E}"/>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FE0DEA70-D7C7-423D-B678-BF707DD82C1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41136DD-A651-498D-BB81-DE206EA9FAB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23C031F1-DA4E-44DA-BC8D-B66277198F40}"/>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602018C1-07DB-4574-8DA0-7C61CCB76572}"/>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21B8B4A8-C0B3-411F-A711-BFC9669D90FC}"/>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D729699-ECA0-4D35-99CD-9EBAF7BC8555}"/>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3DF57C2-3DEA-4B0D-9C25-20F459A6B434}"/>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B6EC999E-173C-46C9-B0F3-0C01704FCE21}"/>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59AD8403-4FF4-48A7-8C13-9D52918D6864}"/>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382788AE-6955-4A4C-B91C-3B41FA68172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149BC5C9-233F-4F55-938B-4F26D9B3FD8B}"/>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225B8991-6F9F-4D7C-AB70-9C6881109F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95407965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E0FE2FC8-36EB-4621-9828-74DD5F74FB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99">
            <a:extLst xmlns:a="http://schemas.openxmlformats.org/drawingml/2006/main">
              <a:ext uri="{FF2B5EF4-FFF2-40B4-BE49-F238E27FC236}">
                <a16:creationId xmlns:a16="http://schemas.microsoft.com/office/drawing/2014/main" id="{29E73BBE-385F-4B1B-BFB0-E77FB486CA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실무 적용 팁 · 작업 환경과 기준">
            <a:extLst xmlns:a="http://schemas.openxmlformats.org/drawingml/2006/main">
              <a:ext uri="{FF2B5EF4-FFF2-40B4-BE49-F238E27FC236}">
                <a16:creationId xmlns:a16="http://schemas.microsoft.com/office/drawing/2014/main" id="{F598D94D-3B99-464B-8358-0DD0AE2C03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AE1F0AA4-A83B-4AA3-80EE-D2A511233F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9471C8F-F315-4CF8-9CF0-9704B48DE0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F16F64B3-8411-4916-A34B-983F2278E7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68C6E2DC-70C3-4DF2-B575-542315A44E5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29D8ADB-5071-4533-B903-A72B8F923776}"/>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56504616-0EDA-47FB-ACF6-1423E6F76535}"/>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C74DBD6-1CC7-4F60-8F23-B7E0803966FA}"/>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293BC89-4037-4351-8993-8A82CC626FB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1">
            <a:extLst xmlns:a="http://schemas.openxmlformats.org/drawingml/2006/main">
              <a:ext uri="{FF2B5EF4-FFF2-40B4-BE49-F238E27FC236}">
                <a16:creationId xmlns:a16="http://schemas.microsoft.com/office/drawing/2014/main" id="{3ADF4B65-B290-4A0B-88DD-B7E5027CCBA1}"/>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a:t>
            </a:r>
          </a:p>
        </p:txBody>
      </p:sp>
      <p:sp>
        <p:nvSpPr>
          <p:cNvPr id="13" name="Repository 작업은 Codex에서 시작한다">
            <a:extLst xmlns:a="http://schemas.openxmlformats.org/drawingml/2006/main">
              <a:ext uri="{FF2B5EF4-FFF2-40B4-BE49-F238E27FC236}">
                <a16:creationId xmlns:a16="http://schemas.microsoft.com/office/drawing/2014/main" id="{B311851A-C2D3-4660-9074-0E6C5A51AE9E}"/>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8E3E16DE-C7FB-4E75-AA83-E1844BDC0F9B}"/>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D82EEDA-0A3F-4E1E-8E4A-D244AD0B60EF}"/>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5">
            <a:extLst xmlns:a="http://schemas.openxmlformats.org/drawingml/2006/main">
              <a:ext uri="{FF2B5EF4-FFF2-40B4-BE49-F238E27FC236}">
                <a16:creationId xmlns:a16="http://schemas.microsoft.com/office/drawing/2014/main" id="{9C3257FD-265A-4C2B-BCFD-A42FE2B1527A}"/>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S45</a:t>
            </a:r>
          </a:p>
        </p:txBody>
      </p:sp>
      <p:sp>
        <p:nvSpPr>
          <p:cNvPr id="17" name="AGENTS.md에는 무엇을 남길까?">
            <a:extLst xmlns:a="http://schemas.openxmlformats.org/drawingml/2006/main">
              <a:ext uri="{FF2B5EF4-FFF2-40B4-BE49-F238E27FC236}">
                <a16:creationId xmlns:a16="http://schemas.microsoft.com/office/drawing/2014/main" id="{A7A80B95-216F-4687-B43A-5E405E686F5B}"/>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69BBB1FA-749D-4A90-A3FF-DAA066D2BC16}"/>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69C138D-6FAD-464E-9DBD-CA9946DCD33F}"/>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4">
            <a:extLst xmlns:a="http://schemas.openxmlformats.org/drawingml/2006/main">
              <a:ext uri="{FF2B5EF4-FFF2-40B4-BE49-F238E27FC236}">
                <a16:creationId xmlns:a16="http://schemas.microsoft.com/office/drawing/2014/main" id="{20FFBDE2-77BA-4D2E-B90F-31395A2E34F8}"/>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S54</a:t>
            </a:r>
          </a:p>
        </p:txBody>
      </p:sp>
      <p:sp>
        <p:nvSpPr>
          <p:cNvPr id="21" name="테스트 명령을 언제 쓰고 무엇을 판단할까?">
            <a:extLst xmlns:a="http://schemas.openxmlformats.org/drawingml/2006/main">
              <a:ext uri="{FF2B5EF4-FFF2-40B4-BE49-F238E27FC236}">
                <a16:creationId xmlns:a16="http://schemas.microsoft.com/office/drawing/2014/main" id="{2ECE1731-EE91-44C8-86A7-E3522ACA984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2E9DB527-8703-45F2-8C50-AC30B308797D}"/>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621E5E45-BEA1-47D1-B47D-A12F13E6F097}"/>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4">
            <a:extLst xmlns:a="http://schemas.openxmlformats.org/drawingml/2006/main">
              <a:ext uri="{FF2B5EF4-FFF2-40B4-BE49-F238E27FC236}">
                <a16:creationId xmlns:a16="http://schemas.microsoft.com/office/drawing/2014/main" id="{464AD736-F408-4E1F-8700-EA36791D1B1F}"/>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이번 Context와 다시 쓸 지식">
            <a:extLst xmlns:a="http://schemas.openxmlformats.org/drawingml/2006/main">
              <a:ext uri="{FF2B5EF4-FFF2-40B4-BE49-F238E27FC236}">
                <a16:creationId xmlns:a16="http://schemas.microsoft.com/office/drawing/2014/main" id="{3FCC60D1-B464-44BC-B1D0-9630DD4C670F}"/>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5F5FEF76-3CD8-4485-A0BF-E05B8CB168A9}"/>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25107F8-D3C8-4CDB-BF40-1AD8CDE6267A}"/>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9">
            <a:extLst xmlns:a="http://schemas.openxmlformats.org/drawingml/2006/main">
              <a:ext uri="{FF2B5EF4-FFF2-40B4-BE49-F238E27FC236}">
                <a16:creationId xmlns:a16="http://schemas.microsoft.com/office/drawing/2014/main" id="{92B906AE-5174-4D3D-B531-6D36FF6357B0}"/>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밝기 통계의 판단을 C++ 검사에 적용하기">
            <a:extLst xmlns:a="http://schemas.openxmlformats.org/drawingml/2006/main">
              <a:ext uri="{FF2B5EF4-FFF2-40B4-BE49-F238E27FC236}">
                <a16:creationId xmlns:a16="http://schemas.microsoft.com/office/drawing/2014/main" id="{3BCB7109-2DC1-47C1-891A-A85C8F1A2E5A}"/>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밝기 통계의 판단을 C++ 검사에 적용하기</a:t>
            </a:r>
          </a:p>
        </p:txBody>
      </p:sp>
      <p:sp>
        <p:nvSpPr>
          <p:cNvPr id="30" name="Legacy module connection">
            <a:extLst xmlns:a="http://schemas.openxmlformats.org/drawingml/2006/main">
              <a:ext uri="{FF2B5EF4-FFF2-40B4-BE49-F238E27FC236}">
                <a16:creationId xmlns:a16="http://schemas.microsoft.com/office/drawing/2014/main" id="{28CEE61A-B67B-4191-B2D1-5D5B4D3AF3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74769449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40E19A3-7694-4CC9-84E2-40D7C65322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00">
            <a:extLst xmlns:a="http://schemas.openxmlformats.org/drawingml/2006/main">
              <a:ext uri="{FF2B5EF4-FFF2-40B4-BE49-F238E27FC236}">
                <a16:creationId xmlns:a16="http://schemas.microsoft.com/office/drawing/2014/main" id="{4B27846D-AFBB-4210-B801-D36486BE2C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실무 적용 팁 · 요청 작성">
            <a:extLst xmlns:a="http://schemas.openxmlformats.org/drawingml/2006/main">
              <a:ext uri="{FF2B5EF4-FFF2-40B4-BE49-F238E27FC236}">
                <a16:creationId xmlns:a16="http://schemas.microsoft.com/office/drawing/2014/main" id="{F81E98A1-3BD4-4CF4-A59B-F50AAB0652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694A9229-5A1B-41F5-A955-54F7A14BB4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812376FC-6ECA-417B-AB6A-322FF92100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1369289F-D1E0-4E03-84FE-7EF2485ECA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D89AEED6-6234-4179-A160-EC7CC05C6246}"/>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D2FF1478-C9A8-4F13-B726-8BDB923BABA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8E62656D-787C-4460-B285-263150394A5E}"/>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F61F6A7-27C8-44CC-92FF-734E8A365563}"/>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71847D3-D4C9-4882-8721-B86D70AD968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5">
            <a:extLst xmlns:a="http://schemas.openxmlformats.org/drawingml/2006/main">
              <a:ext uri="{FF2B5EF4-FFF2-40B4-BE49-F238E27FC236}">
                <a16:creationId xmlns:a16="http://schemas.microsoft.com/office/drawing/2014/main" id="{C9204B50-8879-4B49-B8BB-3183504EC8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S25</a:t>
            </a:r>
          </a:p>
        </p:txBody>
      </p:sp>
      <p:sp>
        <p:nvSpPr>
          <p:cNvPr id="13" name="지시와 참고 자료의 구분">
            <a:extLst xmlns:a="http://schemas.openxmlformats.org/drawingml/2006/main">
              <a:ext uri="{FF2B5EF4-FFF2-40B4-BE49-F238E27FC236}">
                <a16:creationId xmlns:a16="http://schemas.microsoft.com/office/drawing/2014/main" id="{7B9F9C98-ED58-4395-BD0F-9B1AD110CD57}"/>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202A8275-3A74-42DD-B147-B4A335BEE0FD}"/>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62AF714-E307-45CB-B840-51BE50031AD3}"/>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6">
            <a:extLst xmlns:a="http://schemas.openxmlformats.org/drawingml/2006/main">
              <a:ext uri="{FF2B5EF4-FFF2-40B4-BE49-F238E27FC236}">
                <a16:creationId xmlns:a16="http://schemas.microsoft.com/office/drawing/2014/main" id="{AA40CE70-9909-4B10-AF2B-0AA91E812D3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S26</a:t>
            </a:r>
          </a:p>
        </p:txBody>
      </p:sp>
      <p:sp>
        <p:nvSpPr>
          <p:cNvPr id="17" name="입력과 기대 결과의 작은 예시">
            <a:extLst xmlns:a="http://schemas.openxmlformats.org/drawingml/2006/main">
              <a:ext uri="{FF2B5EF4-FFF2-40B4-BE49-F238E27FC236}">
                <a16:creationId xmlns:a16="http://schemas.microsoft.com/office/drawing/2014/main" id="{E92399F8-04E0-4279-B7EC-A5BF6CDF767F}"/>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677F26D5-4A61-4B4A-9E21-1D70494003DB}"/>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7AF7CFE-D21F-49AA-A7CD-460CA8078CA0}"/>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7">
            <a:extLst xmlns:a="http://schemas.openxmlformats.org/drawingml/2006/main">
              <a:ext uri="{FF2B5EF4-FFF2-40B4-BE49-F238E27FC236}">
                <a16:creationId xmlns:a16="http://schemas.microsoft.com/office/drawing/2014/main" id="{C4A4C0CE-FB42-4D65-99F3-27D5CCB96A39}"/>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21" name="바로 검토할 수 있는 결과 형식">
            <a:extLst xmlns:a="http://schemas.openxmlformats.org/drawingml/2006/main">
              <a:ext uri="{FF2B5EF4-FFF2-40B4-BE49-F238E27FC236}">
                <a16:creationId xmlns:a16="http://schemas.microsoft.com/office/drawing/2014/main" id="{47F61307-8F43-4F74-9859-E3626826E639}"/>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A54352-E0AD-4656-A0CE-0B8A5E3ED53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6A82D01-42B0-4426-98A4-7B4B2C4BF07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28">
            <a:extLst xmlns:a="http://schemas.openxmlformats.org/drawingml/2006/main">
              <a:ext uri="{FF2B5EF4-FFF2-40B4-BE49-F238E27FC236}">
                <a16:creationId xmlns:a16="http://schemas.microsoft.com/office/drawing/2014/main" id="{48D14560-66DE-4E0A-AF55-304D4B8F4186}"/>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25" name="근거가 있는 설명과 미확인의 구분">
            <a:extLst xmlns:a="http://schemas.openxmlformats.org/drawingml/2006/main">
              <a:ext uri="{FF2B5EF4-FFF2-40B4-BE49-F238E27FC236}">
                <a16:creationId xmlns:a16="http://schemas.microsoft.com/office/drawing/2014/main" id="{52BED090-717A-4168-84D1-5BA3B0434D6F}"/>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778FAA7-6834-45AF-BD66-2CA1BAF40470}"/>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5BF178-158B-4DE2-A13E-0DFEC131F73A}"/>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29">
            <a:extLst xmlns:a="http://schemas.openxmlformats.org/drawingml/2006/main">
              <a:ext uri="{FF2B5EF4-FFF2-40B4-BE49-F238E27FC236}">
                <a16:creationId xmlns:a16="http://schemas.microsoft.com/office/drawing/2014/main" id="{F222B8D9-D7A8-46F7-8B24-878305C3661D}"/>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9" name="결과를 바꾸는 결정에서 확인 질문">
            <a:extLst xmlns:a="http://schemas.openxmlformats.org/drawingml/2006/main">
              <a:ext uri="{FF2B5EF4-FFF2-40B4-BE49-F238E27FC236}">
                <a16:creationId xmlns:a16="http://schemas.microsoft.com/office/drawing/2014/main" id="{5A560496-CCB4-46AC-BFA2-E891029D593E}"/>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6DB05E0-7E48-48A5-8AB2-2A5AF2BBB2B4}"/>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47597223-016E-48CF-BB9F-95FD3D21C3C1}"/>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0">
            <a:extLst xmlns:a="http://schemas.openxmlformats.org/drawingml/2006/main">
              <a:ext uri="{FF2B5EF4-FFF2-40B4-BE49-F238E27FC236}">
                <a16:creationId xmlns:a16="http://schemas.microsoft.com/office/drawing/2014/main" id="{EA16F2BA-B7E3-4B94-8B29-1174560FDD04}"/>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33" name="큰 작업을 검토할 결과물로 나누기">
            <a:extLst xmlns:a="http://schemas.openxmlformats.org/drawingml/2006/main">
              <a:ext uri="{FF2B5EF4-FFF2-40B4-BE49-F238E27FC236}">
                <a16:creationId xmlns:a16="http://schemas.microsoft.com/office/drawing/2014/main" id="{CE08FCEB-F75C-4DAF-9553-D76AB4B62E84}"/>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1E7C5545-4381-4B6E-8215-DCB98B9D78F9}"/>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2AB7CF45-45CB-4C25-A1E5-F9614647988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1">
            <a:extLst xmlns:a="http://schemas.openxmlformats.org/drawingml/2006/main">
              <a:ext uri="{FF2B5EF4-FFF2-40B4-BE49-F238E27FC236}">
                <a16:creationId xmlns:a16="http://schemas.microsoft.com/office/drawing/2014/main" id="{9455AAED-42AA-401D-823E-2B735C4792E1}"/>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37" name="기준을 지정한 코드 리뷰 요청">
            <a:extLst xmlns:a="http://schemas.openxmlformats.org/drawingml/2006/main">
              <a:ext uri="{FF2B5EF4-FFF2-40B4-BE49-F238E27FC236}">
                <a16:creationId xmlns:a16="http://schemas.microsoft.com/office/drawing/2014/main" id="{2D5424AA-17F2-4231-B247-3045BC6C8396}"/>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DDF7750A-03C2-49D0-9DF7-3DFA93FCB364}"/>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34C456DE-975A-4685-BB8F-11139F2B8C40}"/>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2">
            <a:extLst xmlns:a="http://schemas.openxmlformats.org/drawingml/2006/main">
              <a:ext uri="{FF2B5EF4-FFF2-40B4-BE49-F238E27FC236}">
                <a16:creationId xmlns:a16="http://schemas.microsoft.com/office/drawing/2014/main" id="{F4403679-2522-4FD0-926F-D8A76B087CAD}"/>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41" name="구체적인 근거로 수정 방향 피드백">
            <a:extLst xmlns:a="http://schemas.openxmlformats.org/drawingml/2006/main">
              <a:ext uri="{FF2B5EF4-FFF2-40B4-BE49-F238E27FC236}">
                <a16:creationId xmlns:a16="http://schemas.microsoft.com/office/drawing/2014/main" id="{63C61927-0691-4ABC-A897-DF602BBAFEC3}"/>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E7E76BD7-059A-4803-9B11-926CE8546B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44371317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3D6382E5-2E0B-4D0F-84C3-18CDADAD2F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01">
            <a:extLst xmlns:a="http://schemas.openxmlformats.org/drawingml/2006/main">
              <a:ext uri="{FF2B5EF4-FFF2-40B4-BE49-F238E27FC236}">
                <a16:creationId xmlns:a16="http://schemas.microsoft.com/office/drawing/2014/main" id="{70C94136-6874-4614-B60D-D08FFA9B5B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실무 적용 팁 · 검증과 개선">
            <a:extLst xmlns:a="http://schemas.openxmlformats.org/drawingml/2006/main">
              <a:ext uri="{FF2B5EF4-FFF2-40B4-BE49-F238E27FC236}">
                <a16:creationId xmlns:a16="http://schemas.microsoft.com/office/drawing/2014/main" id="{905125A2-71E7-44AE-8CA4-28C2DABAAB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D1C44AF9-1652-407D-AFC9-7744C3C831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DDB16A58-56E2-41B6-A683-C467702210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93EE15FB-3613-4B8B-9B4F-C96950C6D6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ED3CCAD3-32BC-4DFB-B97A-C851527FDD3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D02AE82-3049-4410-964D-C8272B161A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C4C48748-B3FD-4D02-8245-C3F885241094}"/>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3DA7D45-BF6E-4357-AC3D-21F6856D8926}"/>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A399E516-7F36-49D4-B5F8-8AF795438BC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75">
            <a:extLst xmlns:a="http://schemas.openxmlformats.org/drawingml/2006/main">
              <a:ext uri="{FF2B5EF4-FFF2-40B4-BE49-F238E27FC236}">
                <a16:creationId xmlns:a16="http://schemas.microsoft.com/office/drawing/2014/main" id="{1740E811-AD07-4862-AA2D-650ECC0AE9A6}"/>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S75</a:t>
            </a:r>
          </a:p>
        </p:txBody>
      </p:sp>
      <p:sp>
        <p:nvSpPr>
          <p:cNvPr id="13" name="원인을 고르기 전에 확인할 기록">
            <a:extLst xmlns:a="http://schemas.openxmlformats.org/drawingml/2006/main">
              <a:ext uri="{FF2B5EF4-FFF2-40B4-BE49-F238E27FC236}">
                <a16:creationId xmlns:a16="http://schemas.microsoft.com/office/drawing/2014/main" id="{2EA0D4C3-D855-48CA-9A1E-E7F782F4C0D3}"/>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4C31EC60-31A3-4175-AA93-E8E174A46F35}"/>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B3878A9-67E5-49F3-A86C-88CC54053DB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79">
            <a:extLst xmlns:a="http://schemas.openxmlformats.org/drawingml/2006/main">
              <a:ext uri="{FF2B5EF4-FFF2-40B4-BE49-F238E27FC236}">
                <a16:creationId xmlns:a16="http://schemas.microsoft.com/office/drawing/2014/main" id="{CC1D63DC-163D-4E76-B743-719AB845182D}"/>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S79</a:t>
            </a:r>
          </a:p>
        </p:txBody>
      </p:sp>
      <p:sp>
        <p:nvSpPr>
          <p:cNvPr id="17" name="지침을 고친 뒤, 무엇을 다시 확인할까?">
            <a:extLst xmlns:a="http://schemas.openxmlformats.org/drawingml/2006/main">
              <a:ext uri="{FF2B5EF4-FFF2-40B4-BE49-F238E27FC236}">
                <a16:creationId xmlns:a16="http://schemas.microsoft.com/office/drawing/2014/main" id="{7BFABE22-215F-46AF-9493-74B7BD960E42}"/>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5075DD46-5223-4329-B497-070EA2C62A9F}"/>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0A7A3A2-DDE7-4359-B1DB-D70FB2F7F57E}"/>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95">
            <a:extLst xmlns:a="http://schemas.openxmlformats.org/drawingml/2006/main">
              <a:ext uri="{FF2B5EF4-FFF2-40B4-BE49-F238E27FC236}">
                <a16:creationId xmlns:a16="http://schemas.microsoft.com/office/drawing/2014/main" id="{D9D1D4BA-21BF-45AC-8B32-BF2411F4F9E5}"/>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21" name="무엇을 남기고, 무엇을 덜어낼까?">
            <a:extLst xmlns:a="http://schemas.openxmlformats.org/drawingml/2006/main">
              <a:ext uri="{FF2B5EF4-FFF2-40B4-BE49-F238E27FC236}">
                <a16:creationId xmlns:a16="http://schemas.microsoft.com/office/drawing/2014/main" id="{0636DD58-E53F-48BE-9F9D-1403218D90EA}"/>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C40593E0-B624-4404-AE71-C684AE754C94}"/>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473D4FDA-EDBE-40AE-8026-4FADEA83B8AA}"/>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96">
            <a:extLst xmlns:a="http://schemas.openxmlformats.org/drawingml/2006/main">
              <a:ext uri="{FF2B5EF4-FFF2-40B4-BE49-F238E27FC236}">
                <a16:creationId xmlns:a16="http://schemas.microsoft.com/office/drawing/2014/main" id="{70DD4659-4E25-4749-9A16-FB9F3E06A9C3}"/>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S96</a:t>
            </a:r>
          </a:p>
        </p:txBody>
      </p:sp>
      <p:sp>
        <p:nvSpPr>
          <p:cNvPr id="25" name="덜어낸 뒤에도 필요한 일을 하는가?">
            <a:extLst xmlns:a="http://schemas.openxmlformats.org/drawingml/2006/main">
              <a:ext uri="{FF2B5EF4-FFF2-40B4-BE49-F238E27FC236}">
                <a16:creationId xmlns:a16="http://schemas.microsoft.com/office/drawing/2014/main" id="{95476FD3-BC1A-4C83-BE2E-400A451BB382}"/>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FE4D2CEE-23C2-43D9-AED8-0B3368865F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52598703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037F8AFA-E252-4980-8F6E-BCB66BF89B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02">
            <a:extLst xmlns:a="http://schemas.openxmlformats.org/drawingml/2006/main">
              <a:ext uri="{FF2B5EF4-FFF2-40B4-BE49-F238E27FC236}">
                <a16:creationId xmlns:a16="http://schemas.microsoft.com/office/drawing/2014/main" id="{7630C4A6-B528-4620-B2E2-0927FDA808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Q&amp;A와 교육 마무리">
            <a:extLst xmlns:a="http://schemas.openxmlformats.org/drawingml/2006/main">
              <a:ext uri="{FF2B5EF4-FFF2-40B4-BE49-F238E27FC236}">
                <a16:creationId xmlns:a16="http://schemas.microsoft.com/office/drawing/2014/main" id="{507BE120-B5E3-4026-A3F3-85BAE6341A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6CE68D78-DBD6-4A93-BA1A-F639B0157F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1CA6615C-D125-4C04-9319-7C66A87928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663A1234-544F-4FDB-9341-4063571E3C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98586684-27E3-4A22-B594-B5EEE0C31F54}"/>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60B2A11F-708D-4F54-B9F9-2CF89A468A5C}"/>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75966BB5-9CE8-4CF1-B98F-7DDCC188B537}"/>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0C7881DC-C6AF-454B-8438-763078707828}"/>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54C65408-4BC8-4717-956D-150A0275E1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985751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2026-10-25T09:03:52.7160000Z</dcterms:created>
  <dcterms:modified xsi:type="dcterms:W3CDTF">2026-10-25T09:03:52.7160000Z</dcterms:modified>
</coreProperties>
</file>