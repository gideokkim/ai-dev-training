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3711a0819a54f22" /><Relationship Type="http://schemas.openxmlformats.org/officeDocument/2006/relationships/extended-properties" Target="/docProps/app.xml" Id="R21086db384dc46a3" /><Relationship Type="http://schemas.openxmlformats.org/officeDocument/2006/relationships/officeDocument" Target="/ppt/presentation.xml" Id="Re3973699c8de452d" /></Relationships>
</file>

<file path=ppt/presentation.xml><?xml version="1.0" encoding="utf-8"?>
<p:presentation xmlns:p="http://schemas.openxmlformats.org/presentationml/2006/main">
  <p:sldMasterIdLst>
    <p:sldMasterId xmlns:r="http://schemas.openxmlformats.org/officeDocument/2006/relationships" id="2147483648" r:id="R4ddf366f2f344c4f"/>
  </p:sldMasterIdLst>
  <p:notesMasterIdLst>
    <p:notesMasterId xmlns:r="http://schemas.openxmlformats.org/officeDocument/2006/relationships" r:id="R72b32c17d8564820"/>
  </p:notesMasterIdLst>
  <p:sldIdLst>
    <p:sldId xmlns:r="http://schemas.openxmlformats.org/officeDocument/2006/relationships" id="256" r:id="R674cbd7ad5da4e80"/>
    <p:sldId xmlns:r="http://schemas.openxmlformats.org/officeDocument/2006/relationships" id="257" r:id="R839db14daed8442b"/>
    <p:sldId xmlns:r="http://schemas.openxmlformats.org/officeDocument/2006/relationships" id="258" r:id="R3d78441f0b0647ba"/>
    <p:sldId xmlns:r="http://schemas.openxmlformats.org/officeDocument/2006/relationships" id="259" r:id="Rb43325c883bc4c01"/>
    <p:sldId xmlns:r="http://schemas.openxmlformats.org/officeDocument/2006/relationships" id="260" r:id="Rf499ef43fdb74d52"/>
    <p:sldId xmlns:r="http://schemas.openxmlformats.org/officeDocument/2006/relationships" id="261" r:id="R631db52c36ce4d50"/>
    <p:sldId xmlns:r="http://schemas.openxmlformats.org/officeDocument/2006/relationships" id="262" r:id="R79e2440776d84602"/>
    <p:sldId xmlns:r="http://schemas.openxmlformats.org/officeDocument/2006/relationships" id="263" r:id="R8007b07e65c5472e"/>
    <p:sldId xmlns:r="http://schemas.openxmlformats.org/officeDocument/2006/relationships" id="264" r:id="Rdee222acd6bb4b15"/>
    <p:sldId xmlns:r="http://schemas.openxmlformats.org/officeDocument/2006/relationships" id="265" r:id="Rba55f196431d48f4"/>
    <p:sldId xmlns:r="http://schemas.openxmlformats.org/officeDocument/2006/relationships" id="266" r:id="Ref828f4fc7b84ce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03b61fa17a426a" /><Relationship Type="http://schemas.openxmlformats.org/officeDocument/2006/relationships/slideMaster" Target="/ppt/slideMasters/slideMaster1.xml" Id="R4ddf366f2f344c4f" /><Relationship Type="http://schemas.openxmlformats.org/officeDocument/2006/relationships/notesMaster" Target="/ppt/notesMasters/notesMaster1.xml" Id="R72b32c17d8564820" /><Relationship Type="http://schemas.openxmlformats.org/officeDocument/2006/relationships/presProps" Target="/ppt/presProps.xml" Id="R2c395983e8374fd0" /><Relationship Type="http://schemas.openxmlformats.org/officeDocument/2006/relationships/tableStyles" Target="/ppt/tableStyles.xml" Id="Rd73ec2a6eb5d4738" /><Relationship Type="http://schemas.openxmlformats.org/officeDocument/2006/relationships/slide" Target="/ppt/slides/slide1.xml" Id="R674cbd7ad5da4e80" /><Relationship Type="http://schemas.openxmlformats.org/officeDocument/2006/relationships/slide" Target="/ppt/slides/slide2.xml" Id="R839db14daed8442b" /><Relationship Type="http://schemas.openxmlformats.org/officeDocument/2006/relationships/slide" Target="/ppt/slides/slide3.xml" Id="R3d78441f0b0647ba" /><Relationship Type="http://schemas.openxmlformats.org/officeDocument/2006/relationships/slide" Target="/ppt/slides/slide4.xml" Id="Rb43325c883bc4c01" /><Relationship Type="http://schemas.openxmlformats.org/officeDocument/2006/relationships/slide" Target="/ppt/slides/slide5.xml" Id="Rf499ef43fdb74d52" /><Relationship Type="http://schemas.openxmlformats.org/officeDocument/2006/relationships/slide" Target="/ppt/slides/slide6.xml" Id="R631db52c36ce4d50" /><Relationship Type="http://schemas.openxmlformats.org/officeDocument/2006/relationships/slide" Target="/ppt/slides/slide7.xml" Id="R79e2440776d84602" /><Relationship Type="http://schemas.openxmlformats.org/officeDocument/2006/relationships/slide" Target="/ppt/slides/slide8.xml" Id="R8007b07e65c5472e" /><Relationship Type="http://schemas.openxmlformats.org/officeDocument/2006/relationships/slide" Target="/ppt/slides/slide9.xml" Id="Rdee222acd6bb4b15" /><Relationship Type="http://schemas.openxmlformats.org/officeDocument/2006/relationships/slide" Target="/ppt/slides/slide10.xml" Id="Rba55f196431d48f4" /><Relationship Type="http://schemas.openxmlformats.org/officeDocument/2006/relationships/slide" Target="/ppt/slides/slide11.xml" Id="Ref828f4fc7b84ce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f76d67addb45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d0cdf85c4749ce" /><Relationship Type="http://schemas.openxmlformats.org/officeDocument/2006/relationships/notesMaster" Target="/ppt/notesMasters/notesMaster1.xml" Id="R1d6f601f7d304f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d0ef02be56f4674" /><Relationship Type="http://schemas.openxmlformats.org/officeDocument/2006/relationships/notesMaster" Target="/ppt/notesMasters/notesMaster1.xml" Id="R40e9377c450244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c80ca6bdce4f9a" /><Relationship Type="http://schemas.openxmlformats.org/officeDocument/2006/relationships/notesMaster" Target="/ppt/notesMasters/notesMaster1.xml" Id="Re6127f1b39e44d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720fbac38a4cf9" /><Relationship Type="http://schemas.openxmlformats.org/officeDocument/2006/relationships/notesMaster" Target="/ppt/notesMasters/notesMaster1.xml" Id="R80bd50d2b792480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9eb5b663834062" /><Relationship Type="http://schemas.openxmlformats.org/officeDocument/2006/relationships/notesMaster" Target="/ppt/notesMasters/notesMaster1.xml" Id="R14b220b6728940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0a4730037c459a" /><Relationship Type="http://schemas.openxmlformats.org/officeDocument/2006/relationships/notesMaster" Target="/ppt/notesMasters/notesMaster1.xml" Id="Rb30618a3427848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01866590a264c06" /><Relationship Type="http://schemas.openxmlformats.org/officeDocument/2006/relationships/notesMaster" Target="/ppt/notesMasters/notesMaster1.xml" Id="R3cefd56cbb6745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1a783cf06147a9" /><Relationship Type="http://schemas.openxmlformats.org/officeDocument/2006/relationships/notesMaster" Target="/ppt/notesMasters/notesMaster1.xml" Id="Raaa9264b7e5c42f8" /></Relationships>
</file>

<file path=ppt/notesSlides/_rels/notesSlide9.xml.rels>&#65279;<?xml version="1.0" encoding="utf-8"?><Relationships xmlns="http://schemas.openxmlformats.org/package/2006/relationships"><Relationship Type="http://schemas.openxmlformats.org/officeDocument/2006/relationships/slide" Target="/ppt/slides/slide9.xml" Id="R22523cb7c81e4348" /><Relationship Type="http://schemas.openxmlformats.org/officeDocument/2006/relationships/notesMaster" Target="/ppt/notesMasters/notesMaster1.xml" Id="R1ec64873b2d84e8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dc783275424a66" /><Relationship Type="http://schemas.openxmlformats.org/officeDocument/2006/relationships/notesMaster" Target="/ppt/notesMasters/notesMaster1.xml" Id="Ra92fd0b94fbb4f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159c4ef345442d1" /><Relationship Type="http://schemas.openxmlformats.org/officeDocument/2006/relationships/notesMaster" Target="/ppt/notesMasters/notesMaster1.xml" Id="R764503268d6448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Q&amp;A와 교육 마무리</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bd0c3d0fc945f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503a925898840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e680b6e75544ee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004b1cc2fb414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ba597a725e44a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2a4f130edc54d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444FA3-45CF-4D1D-9014-F5BD0D6A00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658BA6E-D790-404D-B4B8-61EE13BC97D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281AE49-2395-43BF-ACB9-FB107ADFFAF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18A1E5D-FF6D-4CB6-96BA-E7366580F3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84B2AFF-D390-4BF0-818E-209E5F74138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70D279D-3E1D-4C57-BA61-305E4B3396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E92323-F328-41F7-BAB2-1F33B5874B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4C33FA-81D8-4882-ACFB-DEDDFB0088E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31DA757-59B3-4D9D-9385-60B26B3552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4F34AB-C69C-4CD1-B7A7-92D39C3170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f935efd2684617" /><Relationship Type="http://schemas.openxmlformats.org/officeDocument/2006/relationships/slideLayout" Target="/ppt/slideLayouts/slideLayout1.xml" Id="R0f13622d8fa74dab" /><Relationship Type="http://schemas.openxmlformats.org/officeDocument/2006/relationships/slideLayout" Target="/ppt/slideLayouts/slideLayout2.xml" Id="R7234f95e224449b1" /><Relationship Type="http://schemas.openxmlformats.org/officeDocument/2006/relationships/slideLayout" Target="/ppt/slideLayouts/slideLayout3.xml" Id="Ra2fd60dd8d3d4b92" /><Relationship Type="http://schemas.openxmlformats.org/officeDocument/2006/relationships/slideLayout" Target="/ppt/slideLayouts/slideLayout4.xml" Id="Re3f7ebbdd5bd4fc8" /><Relationship Type="http://schemas.openxmlformats.org/officeDocument/2006/relationships/slideLayout" Target="/ppt/slideLayouts/slideLayout5.xml" Id="R5afbf7571c634c27" /><Relationship Type="http://schemas.openxmlformats.org/officeDocument/2006/relationships/slideLayout" Target="/ppt/slideLayouts/slideLayout6.xml" Id="Ra51f3a81b1c24d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13622d8fa74dab"/>
    <p:sldLayoutId xmlns:r="http://schemas.openxmlformats.org/officeDocument/2006/relationships" id="2147483650" r:id="R7234f95e224449b1"/>
    <p:sldLayoutId xmlns:r="http://schemas.openxmlformats.org/officeDocument/2006/relationships" id="2147483651" r:id="Ra2fd60dd8d3d4b92"/>
    <p:sldLayoutId xmlns:r="http://schemas.openxmlformats.org/officeDocument/2006/relationships" id="2147483652" r:id="Re3f7ebbdd5bd4fc8"/>
    <p:sldLayoutId xmlns:r="http://schemas.openxmlformats.org/officeDocument/2006/relationships" id="2147483653" r:id="R5afbf7571c634c27"/>
    <p:sldLayoutId xmlns:r="http://schemas.openxmlformats.org/officeDocument/2006/relationships" id="2147483654" r:id="Ra51f3a81b1c24d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c0e86ec92054f19" /><Relationship Type="http://schemas.openxmlformats.org/officeDocument/2006/relationships/notesSlide" Target="/ppt/notesSlides/notesSlide1.xml" Id="Ra6cc07a562764f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d7ca465ab434e82" /><Relationship Type="http://schemas.openxmlformats.org/officeDocument/2006/relationships/notesSlide" Target="/ppt/notesSlides/notesSlide2.xml" Id="R6f8472cd79e242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48708bfedad4180" /><Relationship Type="http://schemas.openxmlformats.org/officeDocument/2006/relationships/notesSlide" Target="/ppt/notesSlides/notesSlide3.xml" Id="R597e8ccb55c846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2b6da866a854dce" /><Relationship Type="http://schemas.openxmlformats.org/officeDocument/2006/relationships/notesSlide" Target="/ppt/notesSlides/notesSlide4.xml" Id="R427d46e356554d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d6563d71304463d" /><Relationship Type="http://schemas.openxmlformats.org/officeDocument/2006/relationships/notesSlide" Target="/ppt/notesSlides/notesSlide5.xml" Id="Rcc00484124154f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344c0efa70a426d" /><Relationship Type="http://schemas.openxmlformats.org/officeDocument/2006/relationships/notesSlide" Target="/ppt/notesSlides/notesSlide6.xml" Id="R0c5f8601665b45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d9afc6b508b44f8" /><Relationship Type="http://schemas.openxmlformats.org/officeDocument/2006/relationships/notesSlide" Target="/ppt/notesSlides/notesSlide7.xml" Id="Rb262192ce497443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1410525a54d4501" /><Relationship Type="http://schemas.openxmlformats.org/officeDocument/2006/relationships/notesSlide" Target="/ppt/notesSlides/notesSlide8.xml" Id="Rd8cc0a45bfba44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5484c30988545f7" /><Relationship Type="http://schemas.openxmlformats.org/officeDocument/2006/relationships/notesSlide" Target="/ppt/notesSlides/notesSlide9.xml" Id="R0c8b86164e724d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5b436008cd14cef" /><Relationship Type="http://schemas.openxmlformats.org/officeDocument/2006/relationships/notesSlide" Target="/ppt/notesSlides/notesSlide10.xml" Id="R636a39442d0f4d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2ebbe5ebcda41aa" /><Relationship Type="http://schemas.openxmlformats.org/officeDocument/2006/relationships/notesSlide" Target="/ppt/notesSlides/notesSlide11.xml" Id="R9508e7a559834dd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E381C6A-A1F0-4D44-BBD6-2A34534565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371C1EBC-ADD4-4C74-B85A-0301AE9907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C008490E-AD44-4641-8A17-4294FA0FD0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05CED6D5-F022-4D82-B7CA-5842EF0FF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515B972B-C45E-48F0-AFCB-3BA9C8EFB5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5BF12785-44C0-4525-B53A-87AC3C1CB4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F30FB798-B344-4FCC-9DE3-1CBA4F6F8C67}"/>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0605A82D-5702-469E-B59F-1395A75F8B83}"/>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125359CD-FB6E-4878-B174-37B1BDC6D7A7}"/>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D29AD83-7C1B-4295-9FCE-89887224D5D8}"/>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78C18230-A9FF-47E8-A981-7AD8C9FFF0CE}"/>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A6D4B6C3-7D26-43B7-A5F7-388F094A1FB7}"/>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F7DC3EB1-7AA8-4747-8F69-60E0E4A27D69}"/>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82548FD9-49FF-4746-BF10-1ECB1BAB4A42}"/>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49771EC-F5EA-4DAA-80B3-D5D55C3708D0}"/>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E7BAD15C-72C1-4D67-A404-9158FE957503}"/>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562A8722-E706-4821-B3D0-D96D640061FC}"/>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2D8317E2-1409-4215-B4E6-DF97CEFCC203}"/>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CF132057-AA5C-441F-9C93-5A969B143494}"/>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EC8E107-0114-4E07-9AAE-83B9E802D41A}"/>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466D96F2-3755-488A-ACE0-ED5EF48B7B4A}"/>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3A725148-F71F-40A4-A58B-DD15E4D38AED}"/>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6A872098-EC68-4EBB-B75E-726AC1A1C1FF}"/>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B1FAB1E8-5F52-41F3-89F2-0CDBE479F524}"/>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86E275C2-8899-4E14-9FAF-36D2FD276DE6}"/>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D711FF6-C20A-4531-878E-DE707F382B75}"/>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F5BEC520-2B88-4B94-A1C9-859356A82633}"/>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0642FB4A-EC1F-4B9C-A11B-660FACB35C84}"/>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D1424D84-21F6-4FC6-95C5-66CC7C340630}"/>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E7EC2A10-3292-4B3A-9572-D7D07B611793}"/>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4D55BFF5-F1B7-4243-8DD1-BA5D27E5A82F}"/>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D5BFEFF0-891D-485B-A41B-304AEAFA9F23}"/>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BF76AA57-8A41-414D-8676-F888BF5E1D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2549330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4E5B8956-0B3B-45B9-8FAF-41CA935772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5007DE23-29AF-4F0A-B005-07198ADC7C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E482CB98-6B67-41FF-A2CA-4B12971BDD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BFECBCD9-15C8-46DB-9050-7C1FCBF398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000A5E55-1D3B-4F37-A0E2-A44FAD40E8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0333E3E3-A254-46DF-99D0-99B0F509D8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5089927C-2484-405A-ACD4-F14CC01E7EA8}"/>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1B98A7BF-96DB-48AA-8B5E-00257072F8CD}"/>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50205D3-EA36-4D23-A09C-2F47ABBBDE7A}"/>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33E07B11-DEAE-40F7-868D-E72EFA903D1D}"/>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E26D2525-2E69-4754-82F6-CA716580A31D}"/>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38E2D12D-9444-4F80-80DD-E66566F55C68}"/>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2E130B45-65A3-4BF4-B122-D9BD4D3B462D}"/>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50ED75CA-9223-48FF-811E-7B8825DB2855}"/>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51F4E2E2-CDBE-4450-A39B-A7928B31932C}"/>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334BE4D7-FEAD-4A2A-8477-BB0A4B5E8362}"/>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3D890CBC-E8D1-486E-ABEE-E5CFF7409942}"/>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02061093-1D8D-4010-9544-04B80A2E671C}"/>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D6B87A1D-6018-4E7B-9C29-9828EFE9196B}"/>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89B90513-21DA-4BB2-9BBF-7535E54965A5}"/>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833AF313-F2E7-4D64-B767-A93B71402775}"/>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AB9B2B21-0D87-4149-8420-0A382963600A}"/>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7F4DEB06-90BF-4508-9D68-07B73B4D46C0}"/>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8686CB87-DF52-4719-8D06-66A376365F91}"/>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C5178D65-59DB-4511-8B86-6D1876CB52C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8E5C49EC-CACF-4FB7-8138-1A9BDA192C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229305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CABDB28E-A702-4CD8-BD0E-E52F6C8F9D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2CAFD898-8D4B-46D0-876E-A4DE67C35A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8CCC34FE-6CC6-408D-BE35-7A2067C941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0DF73D57-8917-4E7B-9CCA-10E20BC68F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FBD86692-D29C-402E-9998-BE61CCE34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FCB160A8-6400-46CE-B3A8-E1ECA6E1EE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F7576419-FA75-4464-A0BA-8D9D00482195}"/>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94AA49C4-8260-4EA7-BD2A-E6A0F122479C}"/>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EFB22D26-528C-48F6-AF2D-0DF83C3C154C}"/>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5B7C636F-9090-4078-BB31-BB63CFAEC3B7}"/>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4893BF14-7B34-44F0-B2D0-C9519A8D7F22}"/>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1EAAEC02-B520-49C9-B14C-40BA99F76626}"/>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4A69D992-15CC-450C-8881-9A20D09E7A5D}"/>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3C1F1662-FE95-42CC-ACE6-34FFAA0E2065}"/>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944D5AFB-9650-40C0-9F57-31ECAEDA9E13}"/>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8791F766-19EE-4865-8905-C37E97ED473E}"/>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66FA918B-CDCC-4DCC-A361-4F71D909B8C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180EE651-6C27-4BFE-8A3D-E6080607F5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19703326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AFAF1561-05A2-44D9-A338-3C37AF349B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1E28501C-AA2D-4D40-B7B0-500FA41FB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B05EFE71-1EA1-4887-8141-E94BB8E8B8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3F1DBF21-8407-4D91-BCC8-5312BB5D61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623200E-F6AB-4A98-80CA-74EDC25D0F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DAE866F-CB1D-404F-8CF5-3DB57EF108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A3AD503-DF47-48C2-99E2-BFA7FB726059}"/>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83AFAB3F-C651-4910-BA08-C5A28E650754}"/>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4782C871-F50B-45D8-9E73-CC792938C22E}"/>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C97194E8-FA85-4389-A8C2-4EBF473B506D}"/>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2F06EAE4-EC46-41B6-9663-A782184D83D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25AEE5BA-C22D-4E0E-A3F4-DAD0B651C5A4}"/>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5F84A076-4C7A-4395-8E72-7AFDED5D96B0}"/>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6550D570-8C11-4F87-8DA5-3DAF01D07B6F}"/>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489BE2C3-186C-48B9-95A9-283303D671AE}"/>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1A8BD6C7-F781-49B1-B10A-1D58C1425A98}"/>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C96D63F3-817E-402D-A8A2-FC1F8CB3E9D7}"/>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D5427ACA-1FAC-49BA-93D2-D3773B6F0E1B}"/>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99E352F4-FD36-4168-A098-23F014B0D9BB}"/>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EFBBD2BA-7D6C-43B0-98CD-A7CEB2BC515D}"/>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B440BB49-44FD-4D43-BEA3-A34A1921996A}"/>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B10E59FE-6CC8-4C47-A160-C96B5BB0D77E}"/>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0ABD7D69-03E1-4152-8011-481FC6F07C73}"/>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CB1AE150-0E07-4C30-8CB4-8CD9C66494F2}"/>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3F87C944-31BD-48AA-8D7D-3070CDEE08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05276239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C741BD01-4777-4C5B-9325-F3B039015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D5083B75-5C15-4F0F-A02E-6CEAD7E367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E41832A6-12D7-4A2A-A211-2AD93C1951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68FE9AC3-764B-4838-B5B1-216FE4B5E6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F0BEBDBE-9046-40A0-9790-F4BCBCB9A4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F5E6F289-E172-4466-B2E1-5D4719EE18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C7649395-4A99-4E21-BFBC-B8BC1D57BF1A}"/>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61C3F319-D569-4130-85A5-C8DDDB0786A4}"/>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CDBF3F18-7026-4E62-906D-01FC5031A839}"/>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FD947834-26EE-4693-B2DE-F4F3539D7F63}"/>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FF5A11CE-9E60-44C9-8596-39C7C2A192FE}"/>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050CA912-2B6E-4612-AAEB-5B247520AD85}"/>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8846B06-F84C-428B-8194-EDAD7B2C3EC5}"/>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EDB8AFB5-B8E2-4F96-9B84-5FACFEACE155}"/>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E0940E7A-AB83-46CA-AEB7-A298D3B60D2E}"/>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AEB3834C-3A4D-4D74-B0AE-13EE0808B659}"/>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5242B624-350A-4401-ACE8-02F47D6DBFC9}"/>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BB6EB1BD-082D-43CA-A2E9-F37E43F8D1FB}"/>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35BE6DFE-32B3-4002-BD3A-970E8ABAF2F4}"/>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22AA3F2E-34FE-4B97-A2D9-C6BE2CDACE33}"/>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7949A116-21BF-4CCB-94B2-0676E1725F5B}"/>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9D6C9D4B-9151-49B7-BC77-CFDE8CE2F53C}"/>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8FDEE960-587E-4E80-9490-949A537E9F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337896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66D17DA5-A112-48FC-92E9-9EB02E9AE2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7D63EAEB-8CAC-4FC0-BDD3-F63251BD65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35D3E3C2-9818-4BAC-9930-BBA059641C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52863315-4040-4737-B158-21720D0F06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69EA8451-5A95-401B-96C6-1F480B18C1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479E2336-2576-410E-A956-A9771EDA2D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E017DD18-F4B2-4BD6-B4D2-11975A81E57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0AA4A979-28BE-4B97-824F-4EF9E44C7A9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7EB91860-B82E-4C23-B925-7FEAB2749027}"/>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784966B0-0190-4658-A07E-39B09D3C3AA9}"/>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5CF8F643-D1FF-4C00-B608-A7E2C8D65B11}"/>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81D27F80-F053-4AB3-AC7C-37A9C338A686}"/>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FB98E847-DF1B-4E3B-97D4-4EA2295746CE}"/>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8022086-881A-4F26-93BA-7F5CF76395D2}"/>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65908A1F-ECDB-48BA-8A7F-6DE7C4EB9C41}"/>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517557A6-33A9-433F-82FF-6503DD87D406}"/>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97DAA0ED-1EB9-4BC3-B599-D0E2918CD9BD}"/>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AC45F44B-99A1-4307-AB72-B8414B34A669}"/>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70F03A0E-46A1-4466-9723-303759BF08CE}"/>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1D1D566E-95EF-468C-AC72-522296E98E62}"/>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E4EBE6B8-FB3B-46D6-8D91-3F677C82B14D}"/>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BBD184B1-A828-40BD-B3DC-34533A2A60AE}"/>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08973A7E-265A-452A-8C02-947F0D180338}"/>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543E317B-A6CD-42A4-8090-D150B64364B5}"/>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79003E1-5592-43A3-9D5C-C001A6B60A28}"/>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E6B3709F-676A-4FBF-989B-B462789F728A}"/>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1AC753C0-9E75-482A-9B35-E2D360AB2577}"/>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EA918934-70DA-4219-A89D-6A413920579B}"/>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D69300B1-E062-4D00-A8B5-8D1E84601D06}"/>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4A332F14-C0E4-4C5F-8DA9-B9F70C6C7F45}"/>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9CE7893C-C861-4B3B-8EB8-28B6061DB8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917327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재평가 2/3 · 이 교육의 판단 기준">
            <a:extLst xmlns:a="http://schemas.openxmlformats.org/drawingml/2006/main">
              <a:ext uri="{FF2B5EF4-FFF2-40B4-BE49-F238E27FC236}">
                <a16:creationId xmlns:a16="http://schemas.microsoft.com/office/drawing/2014/main" id="{94C58D37-DC06-43CE-8087-7D1A03252F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F78D8BE7-CC34-44EB-B638-1C0897EF86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0CE94AE5-7B3D-4A3D-8378-5BE0F547DC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01D7A509-875A-4FDD-AA0F-CCFDFFC387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30C30CFB-0EB0-45FC-A21C-CE9956BD05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E441984D-2EE9-4369-A597-1FA8BADBC3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1217A3D1-0C57-418A-BE2C-64B2A2AAA7E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C8B724B7-FDAE-4D36-9525-0F43D4BEA0F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48487A4B-BAAC-4D9A-A8D5-8B7566F69503}"/>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84A4758F-DFC9-4257-890B-CFE25A664774}"/>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D249BD41-516D-44EB-A7EC-4C0C4CFA743E}"/>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37504B4C-CFA1-414A-97A6-2B190F93E11A}"/>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6B4BD405-4852-488A-932E-60A7D2BDEDFF}"/>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3D67FDB1-5715-41FB-9213-0EA6AD5D75CD}"/>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86E1A775-6C7E-4D85-BA9D-A00D74493AE8}"/>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0AFA062D-32E5-4E14-806B-4CEF2141C5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7CA90CE-E0FA-47DC-A825-AB8A18695CDD}"/>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0F27B944-06CB-49C3-B414-3B9EF75D46C2}"/>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7831B6D-D63F-47C5-AFF2-6C1602712A38}"/>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CA6C2AE0-1E4C-4D28-B640-DDE731C684DD}"/>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Legacy module connection">
            <a:extLst xmlns:a="http://schemas.openxmlformats.org/drawingml/2006/main">
              <a:ext uri="{FF2B5EF4-FFF2-40B4-BE49-F238E27FC236}">
                <a16:creationId xmlns:a16="http://schemas.microsoft.com/office/drawing/2014/main" id="{9341CFA2-C19B-49CC-8265-3E9EAB97DF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2132756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5 · 재평가 3/3 · 평가 설계 / 실제 실행 결과 아님">
            <a:extLst xmlns:a="http://schemas.openxmlformats.org/drawingml/2006/main">
              <a:ext uri="{FF2B5EF4-FFF2-40B4-BE49-F238E27FC236}">
                <a16:creationId xmlns:a16="http://schemas.microsoft.com/office/drawing/2014/main" id="{1E909397-5BF6-40AE-8051-7180DCF749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EE2CA027-DEB2-4C32-9466-5506A7E043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39B4DB0A-A608-4F69-8A55-6E7291F8E2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2E5E46AD-654A-458F-A7A7-BFAC883E41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AC0F0B39-C8DC-418E-8870-433097BB3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0FBCE280-478C-4E95-99CD-1337ACD45A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92E87E7A-3DA3-4BFF-998D-96B59CD66492}"/>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F4EA02F-DC7C-4398-B451-74D8569D7DA0}"/>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0908D13D-0AF8-4877-9FCA-7E6DF8E4F374}"/>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5FB1CA51-E75D-433E-8D88-A785DF56D02A}"/>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182CF57D-70E3-4A36-8800-42AAA88C99E5}"/>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266BAB4E-30E2-40D0-8EDC-A3B4155F0B7A}"/>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1BBAA4C4-0121-4285-9F2C-99D174F80711}"/>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3CD35B09-E339-4E15-A2D6-4182ABC90326}"/>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CAADCEFD-8124-4860-81F7-ABE75721CA7D}"/>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50283F44-5808-4FB9-9A09-87A27A3184AD}"/>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4C3D32B7-34C1-4875-9D70-2AD35C8605C3}"/>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C99689C4-D3C3-42CC-9CCD-17BD2AC57840}"/>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350F5790-FE18-4391-813D-5D47F6CE5637}"/>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0D56A6B7-AE3B-4CF0-8B49-661DB72546B5}"/>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2211AF1D-6061-4CCE-8045-AA05A07DAF3E}"/>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FE222C8-4614-4D47-96A4-7DD6C31799E6}"/>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84850F5-C7F7-4DFB-ACCF-2D11508A8DD6}"/>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D9871511-D3B6-436B-9A92-35FCB4E53CE5}"/>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F62D4BF1-AFED-4723-8094-DF57876ABBD9}"/>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D4AF856-FED7-4032-A46D-1D251D4E34EA}"/>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6E15504E-A6BE-4131-BB4D-F02C2C107C5C}"/>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B0F53922-D903-4504-9D1B-225E5228A9D5}"/>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B3901255-6976-4C6D-ACAA-581AF171C3B6}"/>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BC2842D8-817D-46E1-9317-646A2E98DCCD}"/>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29EBBAC8-AFB5-45DE-8DD5-58EDACAE448E}"/>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D176D6D-E9B5-4CFA-985F-CC4B9DAC0679}"/>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9DBAF835-C25F-4175-A03B-B03C5882C13D}"/>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Legacy module connection">
            <a:extLst xmlns:a="http://schemas.openxmlformats.org/drawingml/2006/main">
              <a:ext uri="{FF2B5EF4-FFF2-40B4-BE49-F238E27FC236}">
                <a16:creationId xmlns:a16="http://schemas.microsoft.com/office/drawing/2014/main" id="{FB0CEAD5-C033-450A-AA5C-95DDC5F217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336648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92E13783-EE59-4A51-95CC-62FF14D5F3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FC27A483-36E6-4DAB-9ACA-107AD4D6AF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2490C452-D4F6-4664-981A-5BF4F3575D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C919F4C8-173A-491E-8996-6A3A895976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39449A9A-8089-43D7-A6A0-AD83F33613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8FD00035-0111-4302-9295-6ED38251E4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ED360FF3-B8D1-44F7-8F89-A7FF9355C20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C6C321F5-770A-4957-AD28-6FEB3B29EFF8}"/>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EE20C57-02F0-4359-BC2F-266E7FE5AB94}"/>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CFFCD70-69B0-4E5D-8DF7-2A3FD52959B8}"/>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52A2285E-99CC-4FC7-89AA-226B4587800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0D4121C5-592A-4C6E-9BBD-BBDF8A37C658}"/>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D541B14-4B7C-40F7-8343-9AB4BC774440}"/>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DE2C0D0-B3C7-418B-B9FD-C9C77C6BBA70}"/>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E78CE416-4EA9-44E6-864A-A1B2D7436E61}"/>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57CDA66A-FD89-4BB0-BFEF-0363BC44C9A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E5678750-B121-4E8A-87E0-B015B47E582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3B283275-627D-40DA-96B4-6742E05CF58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04E9724-BECF-4E4B-9DC1-B18F6F6EF8F9}"/>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8B268AE8-F7CB-498C-B661-92EB3A00F499}"/>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2FEBE6BF-8A1E-4BF8-9CD7-2C88111B8A6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0B3DA473-CF68-4FA4-9946-F8FA9603CA0B}"/>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F5B37E70-2640-41EB-9620-360DA6E1CA6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A9E6DD0-F059-4CAF-8C54-4C6AFA81F542}"/>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722C7A2-CF6F-4711-88A0-5AA3DEFDAC23}"/>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42EE169D-96FD-43EE-A863-9B171729B7F3}"/>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FBC46BBB-464E-4F31-833B-3C4DD3B5FD95}"/>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683D496C-FFF9-4013-ADDC-0A3B9ADE37FB}"/>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34E4DCC-B06D-49B8-B948-D0A3FDD01171}"/>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AFFD7BF7-7B63-4E13-A413-1CBD1AFB32B6}"/>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3A345CC7-2BBF-4AE3-8945-87FE4D36B287}"/>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8B74B000-4017-4BFB-AEFD-5A329D30969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862B9E2-3301-4B7F-B01B-CFA40B5813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305383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DE3FCFFD-BB58-4591-8506-D683CB757A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A0E70C68-4EC0-4367-A51F-CD5800BC1A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79CDAE8E-0F00-4992-A752-BF1888D369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FEFB467-4BDB-494A-BD1A-7FB06C5B3E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795EE859-23CC-4624-A25E-E269C3B881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AAE7D76B-FF82-4AF1-AD57-D25F0E229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478113A-13AC-4A89-81EE-5ECCA8E4487A}"/>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4AAB0313-401B-4EA5-A1E6-36FE1A780F3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F0B2B96-295B-40CA-8ACE-FE0BCCA2AA83}"/>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9A35229-5352-46A2-A30A-1C5FDEB7639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49B1D942-EE31-49F3-8B41-539301B4607D}"/>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1AFE61D1-1FFB-423E-B95A-1F372A424AC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8860E9B8-2937-4A00-8C7A-CD5F215EAA6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87E8ECC0-90B2-4B48-B9C5-C942A946B941}"/>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103B629B-0025-4F2B-8219-577A2FF5A808}"/>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CFE08AD9-D5B1-43F2-AED1-0FA7AC90E0DE}"/>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3455C1F-C57E-4DC5-A882-6DA32E1C38A5}"/>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4B146916-4055-4854-B64E-068F2C5EFE33}"/>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1ECF8934-453C-4CF6-B56E-F99D7209B6B8}"/>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73E453F5-45D7-46EF-A940-0F7EB10A240A}"/>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5CE974D-F965-4F2C-A004-2FFBFA6FAFC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3290FC49-4341-4915-97CF-AA471C191644}"/>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C8E9AA84-C0BE-407F-B9C1-F274829B58FB}"/>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B43A6C44-F9CF-4A11-B0A6-662FF5A52161}"/>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6E354DA-C80D-4540-BF5C-0060AF27C2C7}"/>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04D1050E-7D4B-4072-97B8-74A7770E5B3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BA2C2C36-EAF4-45C1-96D4-43989E095A73}"/>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85AB18B7-9078-44D9-97C0-EB8C6E7E8D03}"/>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446A7B10-9184-48B4-9023-FD620D8F50A8}"/>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FB150E4C-A4E5-4972-AF2E-DFBA81EECC6A}"/>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AB943D2B-9031-4856-A38B-C693268419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9204856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018F7610-7355-4BEF-A86E-942327CE57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9">
            <a:extLst xmlns:a="http://schemas.openxmlformats.org/drawingml/2006/main">
              <a:ext uri="{FF2B5EF4-FFF2-40B4-BE49-F238E27FC236}">
                <a16:creationId xmlns:a16="http://schemas.microsoft.com/office/drawing/2014/main" id="{8697E4CD-6F60-424C-9452-FF3322708E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Q&amp;A와 교육 마무리">
            <a:extLst xmlns:a="http://schemas.openxmlformats.org/drawingml/2006/main">
              <a:ext uri="{FF2B5EF4-FFF2-40B4-BE49-F238E27FC236}">
                <a16:creationId xmlns:a16="http://schemas.microsoft.com/office/drawing/2014/main" id="{E1A3297D-D5EE-4B60-AA0F-92882F57C8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85727E7F-0E89-446D-B030-5A2C8C43E7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677B480-94B2-46D3-9354-82222FB5CE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B46E1EA-8E86-492D-9971-5C8CF11957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1506D707-A21B-49BB-B841-2056288CF10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28852279-AA85-47AD-92E7-55319DDAE90B}"/>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134B1C5-AB3F-4BDF-BF1B-BB6B230A9218}"/>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13791DC-57FD-4C26-9583-683AA340E26F}"/>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3D06BD5E-7EBE-4AA7-AE8C-54601AA2B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489169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2026-10-25T01:33:49.5950000Z</dcterms:created>
  <dcterms:modified xsi:type="dcterms:W3CDTF">2026-10-25T01:33:49.5950000Z</dcterms:modified>
</coreProperties>
</file>