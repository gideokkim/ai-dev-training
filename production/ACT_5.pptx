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05cfe0f42c4e38" /><Relationship Type="http://schemas.openxmlformats.org/officeDocument/2006/relationships/extended-properties" Target="/docProps/app.xml" Id="R9ad103163db54e09" /><Relationship Type="http://schemas.openxmlformats.org/officeDocument/2006/relationships/officeDocument" Target="/ppt/presentation.xml" Id="R25b692bb534241e2" /></Relationships>
</file>

<file path=ppt/presentation.xml><?xml version="1.0" encoding="utf-8"?>
<p:presentation xmlns:p="http://schemas.openxmlformats.org/presentationml/2006/main">
  <p:sldMasterIdLst>
    <p:sldMasterId xmlns:r="http://schemas.openxmlformats.org/officeDocument/2006/relationships" id="2147483648" r:id="R6e12a16059f44aa5"/>
  </p:sldMasterIdLst>
  <p:notesMasterIdLst>
    <p:notesMasterId xmlns:r="http://schemas.openxmlformats.org/officeDocument/2006/relationships" r:id="Rc7dd99d5072b46a1"/>
  </p:notesMasterIdLst>
  <p:sldIdLst>
    <p:sldId xmlns:r="http://schemas.openxmlformats.org/officeDocument/2006/relationships" id="256" r:id="R019bfb0156ac47bb"/>
    <p:sldId xmlns:r="http://schemas.openxmlformats.org/officeDocument/2006/relationships" id="257" r:id="Ra2bedd61b09548c8"/>
    <p:sldId xmlns:r="http://schemas.openxmlformats.org/officeDocument/2006/relationships" id="258" r:id="Rac9ad98e2d3d4be7"/>
    <p:sldId xmlns:r="http://schemas.openxmlformats.org/officeDocument/2006/relationships" id="259" r:id="Re011bfc8a339499b"/>
    <p:sldId xmlns:r="http://schemas.openxmlformats.org/officeDocument/2006/relationships" id="260" r:id="Re8d4086d8f3547c4"/>
    <p:sldId xmlns:r="http://schemas.openxmlformats.org/officeDocument/2006/relationships" id="261" r:id="Rd652330feb63466a"/>
    <p:sldId xmlns:r="http://schemas.openxmlformats.org/officeDocument/2006/relationships" id="262" r:id="R5190b823f1c64722"/>
    <p:sldId xmlns:r="http://schemas.openxmlformats.org/officeDocument/2006/relationships" id="263" r:id="Rd0ff48d04a134454"/>
    <p:sldId xmlns:r="http://schemas.openxmlformats.org/officeDocument/2006/relationships" id="264" r:id="R39eee79e502d4091"/>
    <p:sldId xmlns:r="http://schemas.openxmlformats.org/officeDocument/2006/relationships" id="265" r:id="Ra9f660aa84cd45db"/>
    <p:sldId xmlns:r="http://schemas.openxmlformats.org/officeDocument/2006/relationships" id="266" r:id="Rd175a2c0430c4014"/>
    <p:sldId xmlns:r="http://schemas.openxmlformats.org/officeDocument/2006/relationships" id="267" r:id="R81d885600b254d1f"/>
    <p:sldId xmlns:r="http://schemas.openxmlformats.org/officeDocument/2006/relationships" id="268" r:id="R28249a4892374f87"/>
    <p:sldId xmlns:r="http://schemas.openxmlformats.org/officeDocument/2006/relationships" id="269" r:id="R1054ae7d28044ed1"/>
    <p:sldId xmlns:r="http://schemas.openxmlformats.org/officeDocument/2006/relationships" id="270" r:id="R443e5e1c24c34e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574384e495a46c4" /><Relationship Type="http://schemas.openxmlformats.org/officeDocument/2006/relationships/slideMaster" Target="/ppt/slideMasters/slideMaster1.xml" Id="R6e12a16059f44aa5" /><Relationship Type="http://schemas.openxmlformats.org/officeDocument/2006/relationships/notesMaster" Target="/ppt/notesMasters/notesMaster1.xml" Id="Rc7dd99d5072b46a1" /><Relationship Type="http://schemas.openxmlformats.org/officeDocument/2006/relationships/presProps" Target="/ppt/presProps.xml" Id="R87347bdf00464193" /><Relationship Type="http://schemas.openxmlformats.org/officeDocument/2006/relationships/tableStyles" Target="/ppt/tableStyles.xml" Id="R94c2716a4ed44129" /><Relationship Type="http://schemas.openxmlformats.org/officeDocument/2006/relationships/slide" Target="/ppt/slides/slide1.xml" Id="R019bfb0156ac47bb" /><Relationship Type="http://schemas.openxmlformats.org/officeDocument/2006/relationships/slide" Target="/ppt/slides/slide2.xml" Id="Ra2bedd61b09548c8" /><Relationship Type="http://schemas.openxmlformats.org/officeDocument/2006/relationships/slide" Target="/ppt/slides/slide3.xml" Id="Rac9ad98e2d3d4be7" /><Relationship Type="http://schemas.openxmlformats.org/officeDocument/2006/relationships/slide" Target="/ppt/slides/slide4.xml" Id="Re011bfc8a339499b" /><Relationship Type="http://schemas.openxmlformats.org/officeDocument/2006/relationships/slide" Target="/ppt/slides/slide5.xml" Id="Re8d4086d8f3547c4" /><Relationship Type="http://schemas.openxmlformats.org/officeDocument/2006/relationships/slide" Target="/ppt/slides/slide6.xml" Id="Rd652330feb63466a" /><Relationship Type="http://schemas.openxmlformats.org/officeDocument/2006/relationships/slide" Target="/ppt/slides/slide7.xml" Id="R5190b823f1c64722" /><Relationship Type="http://schemas.openxmlformats.org/officeDocument/2006/relationships/slide" Target="/ppt/slides/slide8.xml" Id="Rd0ff48d04a134454" /><Relationship Type="http://schemas.openxmlformats.org/officeDocument/2006/relationships/slide" Target="/ppt/slides/slide9.xml" Id="R39eee79e502d4091" /><Relationship Type="http://schemas.openxmlformats.org/officeDocument/2006/relationships/slide" Target="/ppt/slides/slide10.xml" Id="Ra9f660aa84cd45db" /><Relationship Type="http://schemas.openxmlformats.org/officeDocument/2006/relationships/slide" Target="/ppt/slides/slide11.xml" Id="Rd175a2c0430c4014" /><Relationship Type="http://schemas.openxmlformats.org/officeDocument/2006/relationships/slide" Target="/ppt/slides/slide12.xml" Id="R81d885600b254d1f" /><Relationship Type="http://schemas.openxmlformats.org/officeDocument/2006/relationships/slide" Target="/ppt/slides/slide13.xml" Id="R28249a4892374f87" /><Relationship Type="http://schemas.openxmlformats.org/officeDocument/2006/relationships/slide" Target="/ppt/slides/slide14.xml" Id="R1054ae7d28044ed1" /><Relationship Type="http://schemas.openxmlformats.org/officeDocument/2006/relationships/slide" Target="/ppt/slides/slide15.xml" Id="R443e5e1c24c34e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724418657f14e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de7147afa5497c" /><Relationship Type="http://schemas.openxmlformats.org/officeDocument/2006/relationships/notesMaster" Target="/ppt/notesMasters/notesMaster1.xml" Id="Re0dce34e766049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9f45f9494446d8" /><Relationship Type="http://schemas.openxmlformats.org/officeDocument/2006/relationships/notesMaster" Target="/ppt/notesMasters/notesMaster1.xml" Id="Recb70e69d0c644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4dfa77ef4ed74db8" /><Relationship Type="http://schemas.openxmlformats.org/officeDocument/2006/relationships/notesMaster" Target="/ppt/notesMasters/notesMaster1.xml" Id="R45374c1db2dd4a2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66fbad12cf419c" /><Relationship Type="http://schemas.openxmlformats.org/officeDocument/2006/relationships/notesMaster" Target="/ppt/notesMasters/notesMaster1.xml" Id="Rcdff38ecabf6430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1ae63cff4349ab" /><Relationship Type="http://schemas.openxmlformats.org/officeDocument/2006/relationships/notesMaster" Target="/ppt/notesMasters/notesMaster1.xml" Id="Rf80b411bf52042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a62dad5e9949f9" /><Relationship Type="http://schemas.openxmlformats.org/officeDocument/2006/relationships/notesMaster" Target="/ppt/notesMasters/notesMaster1.xml" Id="Rf02676ef513646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6bfbe19f814a99" /><Relationship Type="http://schemas.openxmlformats.org/officeDocument/2006/relationships/notesMaster" Target="/ppt/notesMasters/notesMaster1.xml" Id="R8053b4cdc0a44cb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e42c46323a4307" /><Relationship Type="http://schemas.openxmlformats.org/officeDocument/2006/relationships/notesMaster" Target="/ppt/notesMasters/notesMaster1.xml" Id="R1275ac8004724f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d8ac799e0494e61" /><Relationship Type="http://schemas.openxmlformats.org/officeDocument/2006/relationships/notesMaster" Target="/ppt/notesMasters/notesMaster1.xml" Id="R5ecbea2cf06849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bf68d2715734cf7" /><Relationship Type="http://schemas.openxmlformats.org/officeDocument/2006/relationships/notesMaster" Target="/ppt/notesMasters/notesMaster1.xml" Id="R290c77f1ddf84c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3f237b16ee941cf" /><Relationship Type="http://schemas.openxmlformats.org/officeDocument/2006/relationships/notesMaster" Target="/ppt/notesMasters/notesMaster1.xml" Id="R9f86b1bc8e84483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9fd6092a7b4534" /><Relationship Type="http://schemas.openxmlformats.org/officeDocument/2006/relationships/notesMaster" Target="/ppt/notesMasters/notesMaster1.xml" Id="R2fc68e12ebd348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8832d697564424" /><Relationship Type="http://schemas.openxmlformats.org/officeDocument/2006/relationships/notesMaster" Target="/ppt/notesMasters/notesMaster1.xml" Id="R982f1d63de3f475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c10980e40a64cbd" /><Relationship Type="http://schemas.openxmlformats.org/officeDocument/2006/relationships/notesMaster" Target="/ppt/notesMasters/notesMaster1.xml" Id="R7a5383b54403426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a87e2c39a984919" /><Relationship Type="http://schemas.openxmlformats.org/officeDocument/2006/relationships/notesMaster" Target="/ppt/notesMasters/notesMaster1.xml" Id="R5b1d2026a3c14d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내 업무에 맞게 조합하고 덜어내기</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S102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문제에 맞춰, 일하는 방식을 넓혔다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S100가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S103은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S110/S100에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실제 Demo는 문제에 맞춰 바뀌었다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이번 문제에 필요한 구성만 선택했다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S103의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S105로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결과를 수용할지는 사람이 판단한다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S104의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S106에서는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AI가 일할 조건과 확인 경로를 설계한다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S105의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S107로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S110에서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모델·플랫폼이 바뀌면 Harness도 다시 본다</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S106의 설계 관점에서 “그때 필요했던 보조 장치가 지금도 필요한가?”를 묻는다. S104은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S108의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무엇을 남기고, 무엇을 덜어낼까?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S107의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S109으로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덜어낸 뒤에도 필요한 일을 하는가?</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S108에서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S110에서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내 업무에서는 무엇이 반복해서 막힐까?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S111에서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S111의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고른 문제에서, 다음 행동 하나로</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S110에서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S110에서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S112–S114에서 팁 제목·현재 위치만 회수하고 S115의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S110과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S112의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S110의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작업 환경과 기준</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팁의 위치는 S12, S48, S58, S63, S68, S70, S80다. 새 제작 팁도 공식 안내 각색이며 실제 Trial 생성 이력이 아니다. 각 원래 장의 근거 범위를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S113으로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S113으로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요청 작성</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S114로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S114로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검증과 개선</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S87, S91, S108, S109다.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S108 무엇을 남기고, 무엇을 덜어낼까? / S109 덜어낸 뒤에도 필요한 일을 하는가?.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Q&amp;A와 교육 마무리</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S111에서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S102과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S111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S115와 production/preview/act5/S115.png를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cd6b3bf5ec461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f6b688195c24c9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0fa1f98c7eb490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019b83e82224f3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a06027899b44c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8bb7b3cd96c44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815277-9094-4FAF-896E-D0B9B49EA7A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45B5DA2-6CD9-4898-8115-522353AC441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F5F4D96-C409-489D-9BC4-5CBB0AF0303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DDA0AC-B922-4D0C-AE93-60026E651D5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1DDCAB9-EAF2-42EF-8B12-996DA2BFFA9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0E70C76-3744-4D7F-8830-A599D292E9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292F9E-C274-4099-8986-D4C3CC3B9B9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FB2526-3A87-4FB9-A3EA-8EDDF5FDDB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D3A491-DA94-4837-A4AE-CDB1A79457B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E20722D-BD9F-4394-879A-B3135D2EEAB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7db1b1bb4f49e8" /><Relationship Type="http://schemas.openxmlformats.org/officeDocument/2006/relationships/slideLayout" Target="/ppt/slideLayouts/slideLayout1.xml" Id="Rf8f5f9fb38c84194" /><Relationship Type="http://schemas.openxmlformats.org/officeDocument/2006/relationships/slideLayout" Target="/ppt/slideLayouts/slideLayout2.xml" Id="Ra4d2a2faa8ce4e7e" /><Relationship Type="http://schemas.openxmlformats.org/officeDocument/2006/relationships/slideLayout" Target="/ppt/slideLayouts/slideLayout3.xml" Id="Rc45284b510cb4fe4" /><Relationship Type="http://schemas.openxmlformats.org/officeDocument/2006/relationships/slideLayout" Target="/ppt/slideLayouts/slideLayout4.xml" Id="R38d53257d3884edb" /><Relationship Type="http://schemas.openxmlformats.org/officeDocument/2006/relationships/slideLayout" Target="/ppt/slideLayouts/slideLayout5.xml" Id="R667809436cda48d7" /><Relationship Type="http://schemas.openxmlformats.org/officeDocument/2006/relationships/slideLayout" Target="/ppt/slideLayouts/slideLayout6.xml" Id="R60d43f67a20b4d0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f5f9fb38c84194"/>
    <p:sldLayoutId xmlns:r="http://schemas.openxmlformats.org/officeDocument/2006/relationships" id="2147483650" r:id="Ra4d2a2faa8ce4e7e"/>
    <p:sldLayoutId xmlns:r="http://schemas.openxmlformats.org/officeDocument/2006/relationships" id="2147483651" r:id="Rc45284b510cb4fe4"/>
    <p:sldLayoutId xmlns:r="http://schemas.openxmlformats.org/officeDocument/2006/relationships" id="2147483652" r:id="R38d53257d3884edb"/>
    <p:sldLayoutId xmlns:r="http://schemas.openxmlformats.org/officeDocument/2006/relationships" id="2147483653" r:id="R667809436cda48d7"/>
    <p:sldLayoutId xmlns:r="http://schemas.openxmlformats.org/officeDocument/2006/relationships" id="2147483654" r:id="R60d43f67a20b4d0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922d2dfc6ab48ce" /><Relationship Type="http://schemas.openxmlformats.org/officeDocument/2006/relationships/notesSlide" Target="/ppt/notesSlides/notesSlide1.xml" Id="Rf0e0725f1caf489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7e6b157573a4287" /><Relationship Type="http://schemas.openxmlformats.org/officeDocument/2006/relationships/notesSlide" Target="/ppt/notesSlides/notesSlide2.xml" Id="Rdc0ffcf63f8048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18e51122c744e90" /><Relationship Type="http://schemas.openxmlformats.org/officeDocument/2006/relationships/notesSlide" Target="/ppt/notesSlides/notesSlide3.xml" Id="R2487df8460fc45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638f31355e04d61" /><Relationship Type="http://schemas.openxmlformats.org/officeDocument/2006/relationships/notesSlide" Target="/ppt/notesSlides/notesSlide4.xml" Id="R022a8b2115444e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295d450f6fb4fc6" /><Relationship Type="http://schemas.openxmlformats.org/officeDocument/2006/relationships/notesSlide" Target="/ppt/notesSlides/notesSlide5.xml" Id="R25bc6c14d69643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8686f22cd8f4648" /><Relationship Type="http://schemas.openxmlformats.org/officeDocument/2006/relationships/notesSlide" Target="/ppt/notesSlides/notesSlide6.xml" Id="Rbe3e964987cd48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874df0e027848f4" /><Relationship Type="http://schemas.openxmlformats.org/officeDocument/2006/relationships/notesSlide" Target="/ppt/notesSlides/notesSlide7.xml" Id="R03c378721c0e48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71410fa0341488f" /><Relationship Type="http://schemas.openxmlformats.org/officeDocument/2006/relationships/notesSlide" Target="/ppt/notesSlides/notesSlide8.xml" Id="R020186267d484e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7223e71f8504b99" /><Relationship Type="http://schemas.openxmlformats.org/officeDocument/2006/relationships/notesSlide" Target="/ppt/notesSlides/notesSlide9.xml" Id="Rd60cb783d5074c6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2c05fd5eb134e20" /><Relationship Type="http://schemas.openxmlformats.org/officeDocument/2006/relationships/notesSlide" Target="/ppt/notesSlides/notesSlide10.xml" Id="Rc4239a3d0cdd4a4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3f06025980c470b" /><Relationship Type="http://schemas.openxmlformats.org/officeDocument/2006/relationships/notesSlide" Target="/ppt/notesSlides/notesSlide11.xml" Id="R8cd218d0ec9f45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0ee72050e5b44af" /><Relationship Type="http://schemas.openxmlformats.org/officeDocument/2006/relationships/notesSlide" Target="/ppt/notesSlides/notesSlide12.xml" Id="R2d72b47b53774e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a5d0047c9a645fa" /><Relationship Type="http://schemas.openxmlformats.org/officeDocument/2006/relationships/notesSlide" Target="/ppt/notesSlides/notesSlide13.xml" Id="R16a632ab0f2942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36c0dfac15b4428" /><Relationship Type="http://schemas.openxmlformats.org/officeDocument/2006/relationships/notesSlide" Target="/ppt/notesSlides/notesSlide14.xml" Id="R9808c15969d74c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9a4dd40bfd04c75" /><Relationship Type="http://schemas.openxmlformats.org/officeDocument/2006/relationships/notesSlide" Target="/ppt/notesSlides/notesSlide15.xml" Id="Rf54dd99b0c7546f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FB373967-B179-4F2F-AAE3-E8CE10DA1FC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1">
            <a:extLst xmlns:a="http://schemas.openxmlformats.org/drawingml/2006/main">
              <a:ext uri="{FF2B5EF4-FFF2-40B4-BE49-F238E27FC236}">
                <a16:creationId xmlns:a16="http://schemas.microsoft.com/office/drawing/2014/main" id="{E9304A0E-29AC-4339-83B0-AF9170A5B2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
            <a:extLst xmlns:a="http://schemas.openxmlformats.org/drawingml/2006/main">
              <a:ext uri="{FF2B5EF4-FFF2-40B4-BE49-F238E27FC236}">
                <a16:creationId xmlns:a16="http://schemas.microsoft.com/office/drawing/2014/main" id="{53523832-56F0-481A-831D-19FD6B49FD0E}"/>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143723AC-5F85-4976-AACC-A8BD8F0E479B}"/>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7CA72039-82CD-49B6-A72F-C4359AA01FC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2477C9EB-7778-47ED-B3B6-8FF1B648CE9A}"/>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8EBCFB4-0F64-4212-AA74-0807827A04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9299026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3F852212-E057-4CF5-BE5C-868E61C21A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2">
            <a:extLst xmlns:a="http://schemas.openxmlformats.org/drawingml/2006/main">
              <a:ext uri="{FF2B5EF4-FFF2-40B4-BE49-F238E27FC236}">
                <a16:creationId xmlns:a16="http://schemas.microsoft.com/office/drawing/2014/main" id="{FF1CCFB0-C0F3-487B-A86F-926171FAA6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문제에 맞춰, 일하는 방식을 넓혔다">
            <a:extLst xmlns:a="http://schemas.openxmlformats.org/drawingml/2006/main">
              <a:ext uri="{FF2B5EF4-FFF2-40B4-BE49-F238E27FC236}">
                <a16:creationId xmlns:a16="http://schemas.microsoft.com/office/drawing/2014/main" id="{07F90C0B-8301-4B1C-AED3-BE8EC527A2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10F80314-F649-402E-AE30-AE0D127603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55DCD93F-349D-4C26-8092-05B56D770B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F993EF71-AB3C-473D-AADC-7CD9321E5F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27DDB8B5-BB16-4EB6-ACDC-08C46AF4E1F5}"/>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9B59FA41-5A77-4CDB-A9DA-BD14A9B2ADB9}"/>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E6AB3C64-05DA-44AD-A22C-1538D1069181}"/>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AA323353-29CF-4AF9-B3C5-952AC7D5B448}"/>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1E6536CB-D68F-4AF7-8D5E-58A550FE6D8F}"/>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6AEA4498-AA13-4FEB-94E1-23A5A1E2A667}"/>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2D5AD855-5417-4CD0-BFDD-B10C3C132BFE}"/>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97FDC4C4-C474-46AF-82AA-36AD84E83131}"/>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C2139E03-8515-49D8-B281-8C94984236B7}"/>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5D6A9A2C-1149-45F6-9F96-F63C40F837DA}"/>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F6567396-AD5E-4131-9856-A1D7F0E4B3A2}"/>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3EE652C6-282D-44EB-A03D-C3A060064D46}"/>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BDFEAFC8-EFBF-4C50-8BB7-71305BF68E7C}"/>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C4F3140F-4E60-4FAF-9187-E53C03A2D018}"/>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9CB98772-42C9-49E2-8C6A-465F03F96B7D}"/>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DB67A094-FF50-4EDC-9624-A8FF2BDF64C1}"/>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785F3C74-48DA-4B14-9F0A-23410472C9A6}"/>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B7B360FA-D011-4C64-BC2C-949AFCE970D4}"/>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331142EB-A495-4ABD-BB68-766A4001BDB1}"/>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21906B99-2201-4410-BDF1-940D4E6901B7}"/>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3E6E6A6C-99B6-4C5F-9CDE-A055EF071E66}"/>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949C4D9E-A0F3-423D-8DE0-108A7B1C5346}"/>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9330B922-010E-4724-A116-F6A916CE9EF8}"/>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62229F4F-9F7A-44EA-8113-2F91257B7C24}"/>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43B7F95B-91A5-498B-BACC-3A5A5D9ADD87}"/>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6C88CB9D-9B0A-4507-AF8D-B68B03C6C00A}"/>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6E9206F2-CC9A-4398-B7C6-CB66E35C56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32319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E805E8B3-566F-47C6-8875-AB931B0DF8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3">
            <a:extLst xmlns:a="http://schemas.openxmlformats.org/drawingml/2006/main">
              <a:ext uri="{FF2B5EF4-FFF2-40B4-BE49-F238E27FC236}">
                <a16:creationId xmlns:a16="http://schemas.microsoft.com/office/drawing/2014/main" id="{03ECF86D-9782-4AFF-8730-943AD71B79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실제 Demo는 문제에 맞춰 바뀌었다">
            <a:extLst xmlns:a="http://schemas.openxmlformats.org/drawingml/2006/main">
              <a:ext uri="{FF2B5EF4-FFF2-40B4-BE49-F238E27FC236}">
                <a16:creationId xmlns:a16="http://schemas.microsoft.com/office/drawing/2014/main" id="{14673A50-7020-4B06-98E5-985267E0C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9DDBD3AA-DFC3-4044-AFFE-52E35B6A28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6A7E364A-9439-47C4-A294-B41229AA75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A2E26712-3E61-440B-8160-31B3DF6CC3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66C22BA6-E935-4092-A038-E24F8C22F20D}"/>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439303BA-BF83-4125-9A60-F730B1002A1B}"/>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DA442F57-306A-46DD-B55D-C1DA7668151F}"/>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9A0FDA31-C348-4E07-AFAF-915BDD4FDB34}"/>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1E97FCE9-CE27-4525-97A7-58021E512D8C}"/>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5A1EE6BF-48C3-40CD-AA76-76F73ED59F77}"/>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D93C31E4-A81F-4F50-A756-F0558FD2ED10}"/>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5BA4D6A2-5BEA-4347-B6A9-24EFEC39DC47}"/>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31CD32A3-BAE7-4A5E-9B09-5C8976D7C5FE}"/>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4F3DFA26-DC22-410D-A3DB-58FD5961198F}"/>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2BCBD801-584F-40EB-8D27-B7A24F1A0B4D}"/>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0B404809-44C1-4639-8573-97FAA9D0B375}"/>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D1ACE747-491A-485E-9DFF-C2B62CC67BEE}"/>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14093EA5-7FCF-4DB1-A2FB-15E3FF75F40C}"/>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FABA3494-EA46-404D-AAA5-A0A54A3C5255}"/>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B80CD080-9C13-40D1-8C2A-03AD455329AB}"/>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6B8A3023-181F-4E17-85ED-35E2250F15B5}"/>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94BF31B9-7650-4764-BEE0-48853C54E101}"/>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FE55F2C4-B308-4D7E-9F8A-6D36E2BC3C1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E4BC3F69-235A-4273-824D-4C7F090826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678491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9EC94969-2330-4435-84A7-0EADBD200D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4">
            <a:extLst xmlns:a="http://schemas.openxmlformats.org/drawingml/2006/main">
              <a:ext uri="{FF2B5EF4-FFF2-40B4-BE49-F238E27FC236}">
                <a16:creationId xmlns:a16="http://schemas.microsoft.com/office/drawing/2014/main" id="{B26D45FC-55E4-4F50-A3F3-BC34721AFC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이번 문제에 필요한 구성만 선택했다">
            <a:extLst xmlns:a="http://schemas.openxmlformats.org/drawingml/2006/main">
              <a:ext uri="{FF2B5EF4-FFF2-40B4-BE49-F238E27FC236}">
                <a16:creationId xmlns:a16="http://schemas.microsoft.com/office/drawing/2014/main" id="{A0AD6AC0-1841-4B40-9E90-91EE02E72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9647DB53-EBE7-460B-9D7C-706AA69D0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29C257D5-B2D7-415F-B48A-9F99571527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17FFD841-36E0-4C31-95BE-4486466882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EF145D67-DECB-4E8C-824F-907DAE46A748}"/>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4418BDCE-1B48-40A7-88EC-E99CB9763CB1}"/>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19EBE575-BA9A-4D27-B9DE-A6DE6472659E}"/>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3C999FFF-9BFB-4995-867F-487EEA21CBB5}"/>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2BE0D660-C360-461B-BA80-B6EEFADB8002}"/>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08A5152D-2DEA-48F4-9BDF-EB8F421BF058}"/>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C6A49A27-7C74-452F-B404-7EA37F149F93}"/>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3046F6E6-F8C7-4525-8592-6F435A02918F}"/>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2744795A-9C3F-4DBC-B849-97229411D57C}"/>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EAA825AB-3488-47C2-9DAA-622FF80BA2FA}"/>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3B1859FF-C0B8-4732-BD15-66C9F401C96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C57B8B42-2B98-443C-8C05-70560AE417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12015833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DA52A36C-2039-4000-83F8-315EBC43A1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5">
            <a:extLst xmlns:a="http://schemas.openxmlformats.org/drawingml/2006/main">
              <a:ext uri="{FF2B5EF4-FFF2-40B4-BE49-F238E27FC236}">
                <a16:creationId xmlns:a16="http://schemas.microsoft.com/office/drawing/2014/main" id="{6BB6250F-5048-42AC-8292-697E1C6C77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결과를 수용할지는 사람이 판단한다">
            <a:extLst xmlns:a="http://schemas.openxmlformats.org/drawingml/2006/main">
              <a:ext uri="{FF2B5EF4-FFF2-40B4-BE49-F238E27FC236}">
                <a16:creationId xmlns:a16="http://schemas.microsoft.com/office/drawing/2014/main" id="{EE55F1F7-0020-41A2-9C76-DBD7C70B52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B222B443-A417-4AFD-9E62-85C4C266E8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82DA6C60-6E99-4C2B-8BFB-76C80EECED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03043EDD-BBA0-44E7-9A17-C074B08C42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CB3682B2-D70C-433C-B601-B7E9266DA73E}"/>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E700681C-F8B9-486B-9B4F-89D6795872FB}"/>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22131E08-F77B-48D0-93DA-4170160411CA}"/>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6F59B0B1-A87F-435B-993E-441CB2F82913}"/>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26E34E7C-0573-4F38-98FA-B91AAF25C869}"/>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053F12CE-907D-4EC8-9E7B-4D26EA5B43C3}"/>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48D57190-3A9F-42B3-906E-0C1E0F5CF8F2}"/>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54D81856-9901-4EB9-976D-92DE02D92D74}"/>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3DB1A4AC-4897-4451-B8AE-ECC5E64F5C5C}"/>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9B4FB68F-2E3E-49E7-B2D9-E2F507FF6028}"/>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376680AE-CC70-46D7-8CDE-58129C7B1F81}"/>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CD629722-99C2-450C-89E7-A3D26BE11F1B}"/>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5918162A-18FF-420C-BCC1-33BB4D857E87}"/>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C4A31E8E-4304-4A9F-A00B-7D63FB4DCB19}"/>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D0180CCA-E303-41A4-9ADF-47F32FF3283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F0122E0E-5508-4447-9F86-83F8B051A7EC}"/>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8E1A8661-F1B7-4F77-A628-6CC20161FCD2}"/>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A55DCBA0-36F6-4F6C-A6F2-297A38A26A21}"/>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89E1E116-1867-4A28-94FB-462E4E900F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43258385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CD138586-471C-4F12-999D-B3C6C58411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6">
            <a:extLst xmlns:a="http://schemas.openxmlformats.org/drawingml/2006/main">
              <a:ext uri="{FF2B5EF4-FFF2-40B4-BE49-F238E27FC236}">
                <a16:creationId xmlns:a16="http://schemas.microsoft.com/office/drawing/2014/main" id="{FCABCF1B-C885-426D-9630-2867D85B94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가 일할 조건과 확인 경로를 설계한다">
            <a:extLst xmlns:a="http://schemas.openxmlformats.org/drawingml/2006/main">
              <a:ext uri="{FF2B5EF4-FFF2-40B4-BE49-F238E27FC236}">
                <a16:creationId xmlns:a16="http://schemas.microsoft.com/office/drawing/2014/main" id="{66DE5E5D-37E5-44B4-BEDB-FBA819493D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B8AFBDC3-FDA9-41AA-8313-29B6562D45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28A3FDA8-0AD9-4056-B01F-5E414F2205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9C89B117-AA8D-499A-A026-5A2E90CFF8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CDA50608-DABF-4DC0-8BBC-7F88DA40BA72}"/>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FFE850D0-E047-4D21-96CB-AD6F80A8990E}"/>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36D0CA94-C97E-45EB-8BDF-217AF24E05C1}"/>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BD4EC1DB-E3E1-482D-BD82-A1D5F5D99C22}"/>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A95EB765-08EF-4EFA-B418-1C7667ACBEB2}"/>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412DF30F-AB9B-4038-A698-5C9A7D76812C}"/>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195AAF1F-DB9A-4F56-A7F5-67540C74A3EB}"/>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4ADE6997-580B-4A87-9DC5-01B08473B5D6}"/>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9D51FFF1-894A-4979-B80B-8939E03E8A98}"/>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66F90307-1DE3-43C9-ADA7-B6EE04A4695A}"/>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131A1A5C-318B-440B-A48F-70FD2079CE94}"/>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B1D8FFD6-6791-4DDB-B394-F844F115FE51}"/>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EC5495E7-B98A-4542-9F8C-E151AC0E25E1}"/>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5B5FB113-7017-486C-A3F6-9D60A6458D6D}"/>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9268E162-86D2-4261-8044-6AD7E7402430}"/>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C7FE8054-6B2C-4EE9-884E-061FFA14E1D6}"/>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95DDB0A3-8A51-48AC-AA2E-920F5A960E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885960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BDA3209A-A576-4907-87CC-6E99E41D8B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7">
            <a:extLst xmlns:a="http://schemas.openxmlformats.org/drawingml/2006/main">
              <a:ext uri="{FF2B5EF4-FFF2-40B4-BE49-F238E27FC236}">
                <a16:creationId xmlns:a16="http://schemas.microsoft.com/office/drawing/2014/main" id="{CF068A6D-A7E8-4B54-8547-CB177DA551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모델·플랫폼이 바뀌면 Harness도 다시 본다">
            <a:extLst xmlns:a="http://schemas.openxmlformats.org/drawingml/2006/main">
              <a:ext uri="{FF2B5EF4-FFF2-40B4-BE49-F238E27FC236}">
                <a16:creationId xmlns:a16="http://schemas.microsoft.com/office/drawing/2014/main" id="{56BA0111-2048-4B57-A2DA-1E8B8EF37A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AE87918E-B1DA-48CF-91C4-5AC0CB064C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1A45DAA2-0AB7-4B0D-AE47-FDD964E622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ED94AA15-4598-4BF6-B7A5-4EFA8E10D5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34872D95-35EE-4A3D-BD7B-76D4F0F829E8}"/>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A7255C64-C2DD-411A-8202-CA293DDC98D2}"/>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FCBF8700-59C7-4E3D-964E-C0F4759A1759}"/>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63E16085-1895-454F-9363-A89EFD27C786}"/>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D9153A4A-9A70-4A81-A42A-8BBC87B10657}"/>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D5E23B31-6BD8-4D93-A31F-F9B11AE7269B}"/>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D92E0956-5C4C-4376-A0CD-336C79833E2B}"/>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D3100994-E5EF-4038-9361-642EA15BA1E9}"/>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53D40FEB-3AB9-4EE1-AE58-50A7F7518BBE}"/>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6FFC1F09-E057-4C96-8EA1-6E3C3B74226F}"/>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E816F361-7353-41A5-8B4B-2300B89D30D6}"/>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A6CADF5D-8219-4A1D-8E60-A06BF3530725}"/>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3C39D9BC-9B7D-45EA-86A2-DB8DFCE1E3F4}"/>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292E6C39-9DB9-498A-AE3E-B6D07487BC3B}"/>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96F8586-EC22-4549-9E73-08AF90F2BF92}"/>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F6CDB048-A286-449C-AE38-BC0D9740E681}"/>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76880A50-3E9E-4380-8D3E-C4C1C9EDC036}"/>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31759885-7370-45EC-AA27-56EEF78C912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1ED8F7C5-1858-4EFD-A531-09E98678172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20FDF07-1F3E-47AB-BAEF-C0A3EEE8A533}"/>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98F8501E-14C0-4244-91DA-C8A0616CDE15}"/>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9135EF1C-0823-4E4F-98DF-EDBF889137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F0C1FD66-62A6-4E78-B892-70F165802C5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AD9333F1-90B7-4FFC-A9C6-6C1ABDD45839}"/>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D851419-7694-44DF-85CF-9B2B4E09C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945840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E1E56A25-6BA9-43E3-AD68-980199D4C9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8">
            <a:extLst xmlns:a="http://schemas.openxmlformats.org/drawingml/2006/main">
              <a:ext uri="{FF2B5EF4-FFF2-40B4-BE49-F238E27FC236}">
                <a16:creationId xmlns:a16="http://schemas.microsoft.com/office/drawing/2014/main" id="{BD378ACE-8D35-4DD1-9004-39916080CC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무엇을 남기고, 무엇을 덜어낼까?">
            <a:extLst xmlns:a="http://schemas.openxmlformats.org/drawingml/2006/main">
              <a:ext uri="{FF2B5EF4-FFF2-40B4-BE49-F238E27FC236}">
                <a16:creationId xmlns:a16="http://schemas.microsoft.com/office/drawing/2014/main" id="{919A2076-6BBB-47F0-8256-9657725DAE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C52933FB-D0ED-482F-9392-9D1D52FF2F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8C9E9D74-170A-4D31-B87A-F9758BF55E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7E1C8BE8-143A-45D2-907A-CF8F9981AD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9651E924-B591-4EF5-816D-7DF4452FB33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E77EFA76-1888-495F-80CE-E6463DA1269B}"/>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936B046B-BD57-4B7D-9613-507467DB7C40}"/>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A34E1BC8-76C2-4591-A136-63E1BC287ECE}"/>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5C34F6BF-B91A-4988-9444-A40E48A4171C}"/>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97E7ED9D-50A8-496D-A890-0A130D8BD481}"/>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0D7B40B3-A671-4AFE-95AA-41E573A10A08}"/>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5B254412-6421-4358-AFDE-371B9DBD365A}"/>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6527D769-317C-4398-ACCD-C00A166E7CAB}"/>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C0EF1B8-1CF2-4742-A915-399977B82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DC8B8C16-1EE3-4CFF-8643-BDF0B005A65E}"/>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AC76D257-4285-46B4-973E-67896F1D538F}"/>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E0235610-DB22-4B0D-A510-0801F640F8F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435622EE-66B5-47DF-84EF-7704171C8C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24EDF7D1-4647-4506-805F-96B6CBFADD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2164B1A-D489-4904-9386-A4AC3CA59D8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8DF001A4-3BE6-4A13-B146-92D0F7D942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018152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24709178-AFC6-4834-8A14-643F849B7E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9">
            <a:extLst xmlns:a="http://schemas.openxmlformats.org/drawingml/2006/main">
              <a:ext uri="{FF2B5EF4-FFF2-40B4-BE49-F238E27FC236}">
                <a16:creationId xmlns:a16="http://schemas.microsoft.com/office/drawing/2014/main" id="{3A6A459E-30E2-4C93-8610-83DB033338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덜어낸 뒤에도 필요한 일을 하는가?">
            <a:extLst xmlns:a="http://schemas.openxmlformats.org/drawingml/2006/main">
              <a:ext uri="{FF2B5EF4-FFF2-40B4-BE49-F238E27FC236}">
                <a16:creationId xmlns:a16="http://schemas.microsoft.com/office/drawing/2014/main" id="{8650B199-7420-4335-8E97-A217EC4C6B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93B5481-87A5-48E1-995E-58AB56ADEE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6249E591-B923-4848-AE14-12F2859E34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19ECEB79-C903-4F59-935D-DE4FC7248A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1F448F77-47A1-4D36-91AE-AE33AA1585F8}"/>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6752D745-9D83-4FD1-9AEC-DA43C7F16E90}"/>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41D41F4F-1B2C-401D-8234-640107AAE8B3}"/>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F7EE15C-C3EF-4F44-81A0-330DBB4C2D37}"/>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FFB30A44-9412-4162-BE7D-140FF4335507}"/>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2C3ACE40-FFEA-4C50-B133-B12D1E86D313}"/>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748C2ED4-B5FF-4664-8BC3-6FB7298B1C10}"/>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4E189AF8-B725-4213-BDE8-154B58894ACC}"/>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9C76706-77E2-4D2F-8EA2-276A080BA8C7}"/>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096D1EE1-17EE-4338-B084-ADB29BF8424A}"/>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B22C4F6-1278-4CEA-9ADF-81BDD4CD0BFD}"/>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4245DFB-236F-48F1-8150-BDA9525C04C6}"/>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21525A85-C0AB-4A00-9F5A-CD90B26F0971}"/>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0C995098-AF9E-438B-9A22-30EDEE7A3A53}"/>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AC59A759-FF3E-400E-818F-D31D052634D5}"/>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DFA9C80B-063A-486F-B4C8-D72C68679426}"/>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975CA25-941F-49EB-9C0E-DAA641DFF7C3}"/>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8612C561-1D6E-41E5-92F1-19C1DE6AA8A1}"/>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077AFA8E-7B71-4A49-8309-33EC030105C8}"/>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3561D63E-4DD1-44FD-B724-D3CFA0648655}"/>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1E745FBD-058E-4C57-9D53-86A982DEEC18}"/>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CC938C7-A7F5-4521-8B5D-CB980E51D0C5}"/>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999793D8-3E7C-4701-87F5-136D59B4CC1B}"/>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11B6A4FD-C5E4-43E6-8C74-2CAFC6BA7C0A}"/>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85AEBD25-6B6D-4924-8907-E9FA46A07067}"/>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C0342C1D-EC64-48C7-AD01-CDBD3455D614}"/>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A8E7EFEC-82A0-45C4-BC6A-CF54DEED9E97}"/>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8B5022E0-F1F8-4A8E-ABCC-52DEC18F24E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5DA8414C-075B-479D-AEC1-C09A2B2ADFE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541A482B-BC72-4868-856B-BA3183A772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391786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00BD2162-52B8-4F23-AB2A-77E826D382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0">
            <a:extLst xmlns:a="http://schemas.openxmlformats.org/drawingml/2006/main">
              <a:ext uri="{FF2B5EF4-FFF2-40B4-BE49-F238E27FC236}">
                <a16:creationId xmlns:a16="http://schemas.microsoft.com/office/drawing/2014/main" id="{A5021FC7-A1BB-43E0-97C0-5D11D8D6B5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내 업무에서는 무엇이 반복해서 막힐까?">
            <a:extLst xmlns:a="http://schemas.openxmlformats.org/drawingml/2006/main">
              <a:ext uri="{FF2B5EF4-FFF2-40B4-BE49-F238E27FC236}">
                <a16:creationId xmlns:a16="http://schemas.microsoft.com/office/drawing/2014/main" id="{4EDC12CA-BEC7-4D00-92D7-D8653D9B29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0C999C23-CFB7-4585-BFF8-0CF8958E61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88154221-F5DD-4853-9110-31D6DB5208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5021123C-BF0C-4C1F-B025-D4F57FF385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3A9D05B5-E2DB-4332-ACFA-F1CE623BBBB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DB37433-792D-4AEF-A0B7-2D4570AFF410}"/>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B948FFE-39BD-41D3-A510-7167AF469E51}"/>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CB9B3806-38DA-43BA-B247-9A1BEFD19D4D}"/>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715A2F8C-B6F1-47D8-999E-2A6AF1999EA4}"/>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C05911E5-D2AB-4738-B6D2-82726CFC284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630417CE-291A-49DC-AE9E-69810FB35976}"/>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A44FF2C-3CB1-4EC0-8B70-EFABED01D43D}"/>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E459A07-607E-4051-86C1-C456E9390E00}"/>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4E684ABC-5B88-4383-BB25-18E0DD4F49C7}"/>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46F588CD-1CEC-4D0C-AD20-3103D79FEE4A}"/>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1B6BC0A2-AF2D-4F06-A10B-98809AB2265F}"/>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58B756E-DAAB-4005-8403-3B1330457054}"/>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E21F329-ECB5-4DCE-B741-B979043289C8}"/>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04C9BB34-846C-4186-9E3D-E10265AC63A4}"/>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1A3D8FBF-9BDD-40D5-AFB1-F4CF97D4D73D}"/>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CCEB138D-C9D9-497A-BCBE-EE9FB719EC08}"/>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E2AFB09B-065E-4D07-89E1-13A6000657D8}"/>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FB19A01E-0282-429F-8F31-79D1C9C5A9BF}"/>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B19918D6-A323-4C57-A005-6CA398799894}"/>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67BECCC3-CD01-4033-84D8-CA97CFF261C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039997F-5628-41F8-A49E-CD43AD0571E2}"/>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F10EC87-6DAF-4963-B19C-03D63939B082}"/>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E778FCA6-A975-462C-B3B1-350CE8AAC6B6}"/>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3BE151B0-846A-463D-BA20-D36B6FFFA678}"/>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4857B09C-9792-4ECB-B53E-DD3DD84DC790}"/>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F7A7C7EC-0C10-4D02-801C-CF3A1681EE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327753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38D54B6A-F414-4473-B2EF-AA4BFF91CB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1">
            <a:extLst xmlns:a="http://schemas.openxmlformats.org/drawingml/2006/main">
              <a:ext uri="{FF2B5EF4-FFF2-40B4-BE49-F238E27FC236}">
                <a16:creationId xmlns:a16="http://schemas.microsoft.com/office/drawing/2014/main" id="{BFEA143B-4077-41B6-A280-F8D591675E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고른 문제에서, 다음 행동 하나로">
            <a:extLst xmlns:a="http://schemas.openxmlformats.org/drawingml/2006/main">
              <a:ext uri="{FF2B5EF4-FFF2-40B4-BE49-F238E27FC236}">
                <a16:creationId xmlns:a16="http://schemas.microsoft.com/office/drawing/2014/main" id="{83519783-54F9-4685-985F-DCD3E61A3E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EB8E1AEC-D8F9-4A74-B550-7FCAC6E951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1592BA96-E45F-4845-AA5B-A79BF558A7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15F8786D-9A05-4A42-B427-AD8868CC6D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8AA88472-C7BF-4D5C-810F-D9755FA60EC1}"/>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95A1207-0BA3-4A9F-B4BB-78B85EF91FE4}"/>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1F0DD64-A801-499E-9B66-82C16029C08A}"/>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4438FFD9-58E3-482F-BC8C-67CCED018AB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E1AB8FE9-1E10-459A-AAC6-14C8A7D0BCB1}"/>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6B7FD8A5-72BF-4839-A3CA-BD55EA14C880}"/>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5B740822-281F-4BFE-9225-BDDC88B35DEE}"/>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925B247D-70A8-40B2-ACCE-F3BAFC741BE9}"/>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7FF7FBB5-6483-47D9-A765-F3297E3206AA}"/>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BEAF4004-1B3C-4433-AA8E-64BEBED7C0B3}"/>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8E2CFB8A-A428-4BA2-8872-9D40F0D86F2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99D1CFFB-89FE-43A6-BE9C-78AA169A9D05}"/>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33AB72BC-8511-46B3-A23E-6F804E5DE33D}"/>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D61F1DC4-BB05-47D9-B5F1-7302545E571C}"/>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A379F23-72E1-43F9-A615-76CCD169741E}"/>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407EB2BC-0092-4FB5-9CB0-A3E0DD98C931}"/>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F58C0E34-299F-4A0B-A1F7-670EBF05C170}"/>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D3998DA-5C53-4609-9A97-750A27B12241}"/>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1F0836B-46C4-4D26-90B7-55440A153361}"/>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9B2F29D6-A35C-4F90-9B5D-CB2714C12663}"/>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32E2F4D9-1663-4F84-B4D6-517E952FF8C6}"/>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DBCFDE39-86D6-4F77-B6F1-CF2C289C6DDB}"/>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580502CF-AACA-4011-9085-882621823B63}"/>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D1355E90-E40A-4228-B478-0B0C161595C2}"/>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B67E501D-ACC4-49BA-9262-D7E3D4CEFF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05949282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마지막 정리 · 찾아보기 1/3">
            <a:extLst xmlns:a="http://schemas.openxmlformats.org/drawingml/2006/main">
              <a:ext uri="{FF2B5EF4-FFF2-40B4-BE49-F238E27FC236}">
                <a16:creationId xmlns:a16="http://schemas.microsoft.com/office/drawing/2014/main" id="{349C1DDB-5A09-4190-B7E7-5DC32DB9F9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2">
            <a:extLst xmlns:a="http://schemas.openxmlformats.org/drawingml/2006/main">
              <a:ext uri="{FF2B5EF4-FFF2-40B4-BE49-F238E27FC236}">
                <a16:creationId xmlns:a16="http://schemas.microsoft.com/office/drawing/2014/main" id="{DA52B093-E67E-4CBE-BC51-F46531ABA3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작업 환경과 기준">
            <a:extLst xmlns:a="http://schemas.openxmlformats.org/drawingml/2006/main">
              <a:ext uri="{FF2B5EF4-FFF2-40B4-BE49-F238E27FC236}">
                <a16:creationId xmlns:a16="http://schemas.microsoft.com/office/drawing/2014/main" id="{32DB4850-099C-4240-92F2-16812681C3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D9D54FF2-54CF-42DF-BC41-DDF14271DB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DA38FB2D-7845-43F4-8490-DA1F65B48E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D1E31057-DAD6-486A-8151-43BAF2D591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D6D6E977-F51B-45A8-A276-28C28BA82F8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732CB62F-D76D-4046-AB24-44C19131660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BAB7AB3A-3662-4D63-8751-7196EF6F746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D9982C0-2CA4-4A23-B737-FD4D00216264}"/>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791E0E3-6A70-43B2-8A2D-3AF169401B1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BC7853B1-8FB4-46CF-A6F1-7DFF623C75D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08F8EDF5-A6F7-4ED8-87BC-51AE02F20C50}"/>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06939622-937A-4E23-BC09-870E4F43D205}"/>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6D7B879-BD12-4D86-AACC-2834BE218103}"/>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4DD174B4-7EA9-4744-8EB5-6F00CCA46FC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FB887334-0DFA-4CD9-95E2-2FD5B22D0387}"/>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79178B4-91A9-4116-828D-C8DC3DED210B}"/>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45F574F-5D3E-4B28-86B5-5385F7EFF41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A7EB49D9-D0D5-41A7-8B73-E1E6E21C19A5}"/>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BCC7DA63-DA0C-493E-ACB3-E07D112FF7C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3EEFF23E-45AB-42B1-8F00-DAB359096C60}"/>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4D65E0E3-8437-4FF1-9B15-DBB0A136493B}"/>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617B48B1-08F4-4F37-8B3A-38F8AF39D9D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50F56669-287B-440E-B2B3-6FDA8EBB309D}"/>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3A3DB4EE-24BD-40A0-B369-966141B3EB61}"/>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CC4DADCA-2620-4733-8EAD-E8618BBE2E52}"/>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47925828-D64E-4FFA-AE90-9E81202441AD}"/>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4DAB0C07-E429-4A29-BD9D-08EBFEA6868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ED01A44C-2C93-43CB-A978-CB71880C910B}"/>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8E3DABCC-BBD6-44E1-9223-CF923A94701C}"/>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82DFC555-C087-459B-A1A6-60B8F5C127E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56134787-2CB7-47E5-9862-E5186CBF002B}"/>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69050477-62DC-4755-B386-6E54C8E6FFDF}"/>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610EC28-0906-44B7-B509-FF1437B6D622}"/>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41D7F5DA-0B33-445F-A515-E0C0869499D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반복 보정을 개선으로 잇는 기록">
            <a:extLst xmlns:a="http://schemas.openxmlformats.org/drawingml/2006/main">
              <a:ext uri="{FF2B5EF4-FFF2-40B4-BE49-F238E27FC236}">
                <a16:creationId xmlns:a16="http://schemas.microsoft.com/office/drawing/2014/main" id="{411DE852-C066-491B-82A2-7D4FE34C6B4A}"/>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반복 보정을 개선으로 잇는 기록</a:t>
            </a:r>
          </a:p>
        </p:txBody>
      </p:sp>
      <p:sp>
        <p:nvSpPr>
          <p:cNvPr id="38" name="Legacy module connection">
            <a:extLst xmlns:a="http://schemas.openxmlformats.org/drawingml/2006/main">
              <a:ext uri="{FF2B5EF4-FFF2-40B4-BE49-F238E27FC236}">
                <a16:creationId xmlns:a16="http://schemas.microsoft.com/office/drawing/2014/main" id="{9A964DC7-8FFF-4DCD-9229-DEF943B3DB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3251633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F289C9AE-4343-40F9-9182-E0966A5F5E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3">
            <a:extLst xmlns:a="http://schemas.openxmlformats.org/drawingml/2006/main">
              <a:ext uri="{FF2B5EF4-FFF2-40B4-BE49-F238E27FC236}">
                <a16:creationId xmlns:a16="http://schemas.microsoft.com/office/drawing/2014/main" id="{EC3C7388-86B8-4D71-AFF6-CC33DCAC9C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요청 작성">
            <a:extLst xmlns:a="http://schemas.openxmlformats.org/drawingml/2006/main">
              <a:ext uri="{FF2B5EF4-FFF2-40B4-BE49-F238E27FC236}">
                <a16:creationId xmlns:a16="http://schemas.microsoft.com/office/drawing/2014/main" id="{B551419C-4CD7-4104-81DE-6AFA0387E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98EA5A63-A8B8-4033-AB2B-BA6A10DEF1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191684A-F77C-4AB1-9444-52C8B39A0E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6EF37C64-1753-423A-B3D0-1DEEC18EB5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B94BF4F5-4462-4288-9522-6DF7769BA4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C3B2E611-C508-4B10-AFFF-585ABA96423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E41355D6-B6ED-4018-AF6A-91234B00252D}"/>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5D33100-0763-426C-9685-BA93B134F14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3AB16B3-2206-436D-AC61-BDCF775D63C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6EF5CAFF-682B-466A-885F-D40F992570D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1BB036DD-A271-43BC-A6D3-0427EF5E6ECC}"/>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B75C0D4C-95AE-4552-9DDE-E95C4102AA2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C69AC13-01CC-41D5-B242-AA6F21AD9300}"/>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AFDBF62C-D406-47B9-92B4-A19DFB4FBBA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3DC9DE40-1BD5-47B6-AFA7-13D12BB917B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57C6CEA-CD03-4E0B-B1CD-D359574F4BF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3305B33-BE0B-4447-9B01-F2CB3EA67885}"/>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2C45812F-CD56-473C-BF7E-1A8C0AC04BB0}"/>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C93BDBCB-BDFD-4EF2-8E43-B473AB440A33}"/>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EDC5F0D6-57C7-4CA8-89A9-AA06980B5594}"/>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358C48B-3BD5-4BF4-B939-1055A95DA064}"/>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6595CA9-DD21-4739-9A2B-0E5CD581D6E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C535C94B-2440-4C57-A603-696A68C576D4}"/>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2E1A32E8-272C-4FA7-A701-3C893101960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0BD1F708-29E5-40EF-8686-5B0A796334E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949F4D88-1C5C-4940-BD80-F79F5ABAC40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DFAC5CE5-0EB9-42A3-A662-150FCFEA5763}"/>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3CAD7741-5E0C-4E6A-BCB1-746E219F94D6}"/>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0D676D78-FE6A-4281-B1FF-5047476D0CA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AD728B02-0D96-40CE-AA9B-24792AF448B5}"/>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547780C9-86BF-430E-9DBB-271FB111B731}"/>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AF1E2BB6-3C7D-4118-8C15-7CA644CFBF5F}"/>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8BF043D7-8037-4EE7-B4BD-94513999BCE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CFD38578-DABA-463E-90D7-E7DE542FE624}"/>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3229914B-AEB8-4885-9FE4-AA71862E4AE5}"/>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ABC9D27A-A45A-4653-8CB2-78C1548A240D}"/>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C1F1DA85-DCB8-4AF0-96AA-3D2D0ED9C8C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2238533-4250-4F8D-A6E2-55C480F0B6FA}"/>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58E47AD1-B110-48FF-99C4-726D437E224E}"/>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949D770D-85CA-4E81-B286-4E6FA04BC9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5631675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7A80B548-B4D3-43D7-B970-3D6830DD6B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4">
            <a:extLst xmlns:a="http://schemas.openxmlformats.org/drawingml/2006/main">
              <a:ext uri="{FF2B5EF4-FFF2-40B4-BE49-F238E27FC236}">
                <a16:creationId xmlns:a16="http://schemas.microsoft.com/office/drawing/2014/main" id="{7D0397A7-AB6F-461C-A95C-BD4738A878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검증과 개선">
            <a:extLst xmlns:a="http://schemas.openxmlformats.org/drawingml/2006/main">
              <a:ext uri="{FF2B5EF4-FFF2-40B4-BE49-F238E27FC236}">
                <a16:creationId xmlns:a16="http://schemas.microsoft.com/office/drawing/2014/main" id="{A750BE08-0F08-4654-9B59-B57194E23D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D6156FFB-69BA-42B9-8FEF-012826AC37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1BA1929-C6F8-4BE5-A955-29C5AD96AD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CDB496D-8F3C-4429-AB3C-2788C88345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FE5D20B-3CB2-4433-AD32-4A6123DA657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9FF9B244-4482-49AB-94A7-BD64FA7BA42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69A83486-EA7C-4C14-AF49-EF6B4A7F21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E8004ABF-FDA5-49DB-9AD0-6BD6589C0DAE}"/>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C0659B2-33BB-44F4-89B2-A2FB219A6CF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A1FFB426-ACE4-41B9-A536-41560FC3B0C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원인을 고르기 전에 확인할 기록">
            <a:extLst xmlns:a="http://schemas.openxmlformats.org/drawingml/2006/main">
              <a:ext uri="{FF2B5EF4-FFF2-40B4-BE49-F238E27FC236}">
                <a16:creationId xmlns:a16="http://schemas.microsoft.com/office/drawing/2014/main" id="{92867274-BDC3-4AC0-9E01-DCB7260FEAA3}"/>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7E257F2A-BE52-45FC-9AC1-33843A22EE24}"/>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2C7EFEA-DC9E-4027-BC28-FEE72B9D8D6A}"/>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40F924A9-5FC8-4638-9B0E-C8EABC839E7C}"/>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지침을 고친 뒤, 무엇을 다시 확인할까?">
            <a:extLst xmlns:a="http://schemas.openxmlformats.org/drawingml/2006/main">
              <a:ext uri="{FF2B5EF4-FFF2-40B4-BE49-F238E27FC236}">
                <a16:creationId xmlns:a16="http://schemas.microsoft.com/office/drawing/2014/main" id="{6976D23B-7729-4A73-8300-97DC0D4515C2}"/>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81A04D4A-80A3-46C0-B4D9-A8A2D9693A75}"/>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5011AE5-D481-40E5-BD0B-1B5E60E6919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8">
            <a:extLst xmlns:a="http://schemas.openxmlformats.org/drawingml/2006/main">
              <a:ext uri="{FF2B5EF4-FFF2-40B4-BE49-F238E27FC236}">
                <a16:creationId xmlns:a16="http://schemas.microsoft.com/office/drawing/2014/main" id="{59E76B85-D893-4806-8954-AA288924C3A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S108</a:t>
            </a:r>
          </a:p>
        </p:txBody>
      </p:sp>
      <p:sp>
        <p:nvSpPr>
          <p:cNvPr id="21" name="무엇을 남기고, 무엇을 덜어낼까?">
            <a:extLst xmlns:a="http://schemas.openxmlformats.org/drawingml/2006/main">
              <a:ext uri="{FF2B5EF4-FFF2-40B4-BE49-F238E27FC236}">
                <a16:creationId xmlns:a16="http://schemas.microsoft.com/office/drawing/2014/main" id="{16F6BE63-F9FB-4045-B361-7CAFD3D7AB21}"/>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FB57DA4D-8E91-4724-B2C6-65804FA3304B}"/>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2A8A56C-C3C7-4BD4-970D-C60229CCAAA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C88183DE-1E18-426C-8159-B0BFC765AD0B}"/>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덜어낸 뒤에도 필요한 일을 하는가?">
            <a:extLst xmlns:a="http://schemas.openxmlformats.org/drawingml/2006/main">
              <a:ext uri="{FF2B5EF4-FFF2-40B4-BE49-F238E27FC236}">
                <a16:creationId xmlns:a16="http://schemas.microsoft.com/office/drawing/2014/main" id="{4F18ABA7-820F-4BB9-B6CB-F4CB0B989AFA}"/>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1978BF8D-910F-46ED-BAD3-430823089F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72002585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BA3B46D8-AD2F-4261-9C98-6A590629D2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5">
            <a:extLst xmlns:a="http://schemas.openxmlformats.org/drawingml/2006/main">
              <a:ext uri="{FF2B5EF4-FFF2-40B4-BE49-F238E27FC236}">
                <a16:creationId xmlns:a16="http://schemas.microsoft.com/office/drawing/2014/main" id="{5192C11A-6A02-4F71-9608-DADDD3E166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Q&amp;A와 교육 마무리">
            <a:extLst xmlns:a="http://schemas.openxmlformats.org/drawingml/2006/main">
              <a:ext uri="{FF2B5EF4-FFF2-40B4-BE49-F238E27FC236}">
                <a16:creationId xmlns:a16="http://schemas.microsoft.com/office/drawing/2014/main" id="{801EAB77-E458-464C-8455-4F8373AA68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6835A742-8D58-4A41-A4DB-DDCCFFA871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94252F54-21C0-46DC-B1F5-7FE78AEAC6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7B511F45-4A7F-4EF2-82AF-24E49A32CD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B58957AC-8297-4EAD-9E26-FC2490051212}"/>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6E33E9C9-3B40-4939-AEC4-D766B17A8CFD}"/>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230F202-563F-400F-87A8-E2B1D263D1F1}"/>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08507BCF-AE3D-4962-980A-0EF3EEFA7956}"/>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3E79F553-596A-42F1-9EDF-C3824572B1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416303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2026-10-25T11:33:21.0650000Z</dcterms:created>
  <dcterms:modified xsi:type="dcterms:W3CDTF">2026-10-25T11:33:21.0650000Z</dcterms:modified>
</coreProperties>
</file>