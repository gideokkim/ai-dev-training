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xml version="1.0" encoding="utf-8"?><Relationships xmlns="http://schemas.openxmlformats.org/package/2006/relationships"><Relationship Type="http://schemas.openxmlformats.org/officeDocument/2006/relationships/slide" Target="/ppt/slides/slide12.xml" Id="R58179a36448c4275"/><Relationship Type="http://schemas.openxmlformats.org/officeDocument/2006/relationships/notesMaster" Target="/ppt/notesMasters/notesMaster1.xml" Id="R38560c6956584fa4"/></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S68/S73은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2.xml" Id="R4a5121eea5284374"/></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6">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7">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8">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9">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0">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1">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2">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3">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4">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5">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6">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8">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8">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9">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0">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1">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2">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3">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4">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5">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9">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1">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5">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4">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3">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4">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0">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