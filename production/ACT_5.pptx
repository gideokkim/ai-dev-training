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f72d7fd416443a" /><Relationship Type="http://schemas.openxmlformats.org/officeDocument/2006/relationships/extended-properties" Target="/docProps/app.xml" Id="Rca48fac4c3724e2f" /><Relationship Type="http://schemas.openxmlformats.org/officeDocument/2006/relationships/officeDocument" Target="/ppt/presentation.xml" Id="R51abb7c03da648b5" /></Relationships>
</file>

<file path=ppt/presentation.xml><?xml version="1.0" encoding="utf-8"?>
<p:presentation xmlns:p="http://schemas.openxmlformats.org/presentationml/2006/main">
  <p:sldMasterIdLst>
    <p:sldMasterId xmlns:r="http://schemas.openxmlformats.org/officeDocument/2006/relationships" id="2147483648" r:id="Ra0af98aa450a4002"/>
  </p:sldMasterIdLst>
  <p:notesMasterIdLst>
    <p:notesMasterId xmlns:r="http://schemas.openxmlformats.org/officeDocument/2006/relationships" r:id="R0feb39a27cdb49cb"/>
  </p:notesMasterIdLst>
  <p:sldIdLst>
    <p:sldId xmlns:r="http://schemas.openxmlformats.org/officeDocument/2006/relationships" id="256" r:id="Rc647d0597df04595"/>
    <p:sldId xmlns:r="http://schemas.openxmlformats.org/officeDocument/2006/relationships" id="257" r:id="Rbb28666f3a54427d"/>
    <p:sldId xmlns:r="http://schemas.openxmlformats.org/officeDocument/2006/relationships" id="258" r:id="R02fd84e6acb448a2"/>
    <p:sldId xmlns:r="http://schemas.openxmlformats.org/officeDocument/2006/relationships" id="259" r:id="R039870580ae84216"/>
    <p:sldId xmlns:r="http://schemas.openxmlformats.org/officeDocument/2006/relationships" id="260" r:id="Re4e58ab8faca4970"/>
    <p:sldId xmlns:r="http://schemas.openxmlformats.org/officeDocument/2006/relationships" id="261" r:id="Rbf19ae926113447c"/>
    <p:sldId xmlns:r="http://schemas.openxmlformats.org/officeDocument/2006/relationships" id="262" r:id="R3e93c74eef974543"/>
    <p:sldId xmlns:r="http://schemas.openxmlformats.org/officeDocument/2006/relationships" id="263" r:id="R3d3268731f6f4680"/>
    <p:sldId xmlns:r="http://schemas.openxmlformats.org/officeDocument/2006/relationships" id="264" r:id="Rf96631d4d83f4da2"/>
    <p:sldId xmlns:r="http://schemas.openxmlformats.org/officeDocument/2006/relationships" id="265" r:id="R68ef08a8d4d6470a"/>
    <p:sldId xmlns:r="http://schemas.openxmlformats.org/officeDocument/2006/relationships" id="266" r:id="Rfb7b8c08aa1b448e"/>
    <p:sldId xmlns:r="http://schemas.openxmlformats.org/officeDocument/2006/relationships" id="267" r:id="R9fe4cbd5d9a84442"/>
    <p:sldId xmlns:r="http://schemas.openxmlformats.org/officeDocument/2006/relationships" id="268" r:id="R61c76d5c9f3d408f"/>
    <p:sldId xmlns:r="http://schemas.openxmlformats.org/officeDocument/2006/relationships" id="269" r:id="R9604cca32dec4a3a"/>
    <p:sldId xmlns:r="http://schemas.openxmlformats.org/officeDocument/2006/relationships" id="270" r:id="R9d5b3b2bc6854a1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f1c601ea2343fb" /><Relationship Type="http://schemas.openxmlformats.org/officeDocument/2006/relationships/slideMaster" Target="/ppt/slideMasters/slideMaster1.xml" Id="Ra0af98aa450a4002" /><Relationship Type="http://schemas.openxmlformats.org/officeDocument/2006/relationships/notesMaster" Target="/ppt/notesMasters/notesMaster1.xml" Id="R0feb39a27cdb49cb" /><Relationship Type="http://schemas.openxmlformats.org/officeDocument/2006/relationships/presProps" Target="/ppt/presProps.xml" Id="R0cc0adb81d8c42cc" /><Relationship Type="http://schemas.openxmlformats.org/officeDocument/2006/relationships/tableStyles" Target="/ppt/tableStyles.xml" Id="Rda5adcf211cb4bdd" /><Relationship Type="http://schemas.openxmlformats.org/officeDocument/2006/relationships/slide" Target="/ppt/slides/slide1.xml" Id="Rc647d0597df04595" /><Relationship Type="http://schemas.openxmlformats.org/officeDocument/2006/relationships/slide" Target="/ppt/slides/slide2.xml" Id="Rbb28666f3a54427d" /><Relationship Type="http://schemas.openxmlformats.org/officeDocument/2006/relationships/slide" Target="/ppt/slides/slide3.xml" Id="R02fd84e6acb448a2" /><Relationship Type="http://schemas.openxmlformats.org/officeDocument/2006/relationships/slide" Target="/ppt/slides/slide4.xml" Id="R039870580ae84216" /><Relationship Type="http://schemas.openxmlformats.org/officeDocument/2006/relationships/slide" Target="/ppt/slides/slide5.xml" Id="Re4e58ab8faca4970" /><Relationship Type="http://schemas.openxmlformats.org/officeDocument/2006/relationships/slide" Target="/ppt/slides/slide6.xml" Id="Rbf19ae926113447c" /><Relationship Type="http://schemas.openxmlformats.org/officeDocument/2006/relationships/slide" Target="/ppt/slides/slide7.xml" Id="R3e93c74eef974543" /><Relationship Type="http://schemas.openxmlformats.org/officeDocument/2006/relationships/slide" Target="/ppt/slides/slide8.xml" Id="R3d3268731f6f4680" /><Relationship Type="http://schemas.openxmlformats.org/officeDocument/2006/relationships/slide" Target="/ppt/slides/slide9.xml" Id="Rf96631d4d83f4da2" /><Relationship Type="http://schemas.openxmlformats.org/officeDocument/2006/relationships/slide" Target="/ppt/slides/slide10.xml" Id="R68ef08a8d4d6470a" /><Relationship Type="http://schemas.openxmlformats.org/officeDocument/2006/relationships/slide" Target="/ppt/slides/slide11.xml" Id="Rfb7b8c08aa1b448e" /><Relationship Type="http://schemas.openxmlformats.org/officeDocument/2006/relationships/slide" Target="/ppt/slides/slide12.xml" Id="R9fe4cbd5d9a84442" /><Relationship Type="http://schemas.openxmlformats.org/officeDocument/2006/relationships/slide" Target="/ppt/slides/slide13.xml" Id="R61c76d5c9f3d408f" /><Relationship Type="http://schemas.openxmlformats.org/officeDocument/2006/relationships/slide" Target="/ppt/slides/slide14.xml" Id="R9604cca32dec4a3a" /><Relationship Type="http://schemas.openxmlformats.org/officeDocument/2006/relationships/slide" Target="/ppt/slides/slide15.xml" Id="R9d5b3b2bc6854a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2350d9ccd940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0ad0fe8a134339" /><Relationship Type="http://schemas.openxmlformats.org/officeDocument/2006/relationships/notesMaster" Target="/ppt/notesMasters/notesMaster1.xml" Id="R38f35fb11f2f44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4c324acd6d4950" /><Relationship Type="http://schemas.openxmlformats.org/officeDocument/2006/relationships/notesMaster" Target="/ppt/notesMasters/notesMaster1.xml" Id="R550967ef1a0d43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3c30e0f5560435e" /><Relationship Type="http://schemas.openxmlformats.org/officeDocument/2006/relationships/notesMaster" Target="/ppt/notesMasters/notesMaster1.xml" Id="R8a337d74a1c04284"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c22b309a444937" /><Relationship Type="http://schemas.openxmlformats.org/officeDocument/2006/relationships/notesMaster" Target="/ppt/notesMasters/notesMaster1.xml" Id="R12c36a2790074e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44445fc2ba41fc" /><Relationship Type="http://schemas.openxmlformats.org/officeDocument/2006/relationships/notesMaster" Target="/ppt/notesMasters/notesMaster1.xml" Id="Rc185d68d9f2642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584ab7458b4c94" /><Relationship Type="http://schemas.openxmlformats.org/officeDocument/2006/relationships/notesMaster" Target="/ppt/notesMasters/notesMaster1.xml" Id="R5c5a1a3cb4c940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20a1fac4f24701" /><Relationship Type="http://schemas.openxmlformats.org/officeDocument/2006/relationships/notesMaster" Target="/ppt/notesMasters/notesMaster1.xml" Id="Rf96b4a44a0cb4b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183bf5b7fd447fb" /><Relationship Type="http://schemas.openxmlformats.org/officeDocument/2006/relationships/notesMaster" Target="/ppt/notesMasters/notesMaster1.xml" Id="Rf8817877a60843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e46ebeee734876" /><Relationship Type="http://schemas.openxmlformats.org/officeDocument/2006/relationships/notesMaster" Target="/ppt/notesMasters/notesMaster1.xml" Id="R63cdcff3dfc6401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7cc12f9d36412c" /><Relationship Type="http://schemas.openxmlformats.org/officeDocument/2006/relationships/notesMaster" Target="/ppt/notesMasters/notesMaster1.xml" Id="Rf8ae435466a646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3510680226240a6" /><Relationship Type="http://schemas.openxmlformats.org/officeDocument/2006/relationships/notesMaster" Target="/ppt/notesMasters/notesMaster1.xml" Id="R6330368ae418431c" /></Relationships>
</file>

<file path=ppt/notesSlides/_rels/notesSlide12.xml.rels><?xml version="1.0" encoding="utf-8"?><Relationships xmlns="http://schemas.openxmlformats.org/package/2006/relationships"><Relationship Type="http://schemas.openxmlformats.org/officeDocument/2006/relationships/slide" Target="/ppt/slides/slide12.xml" Id="R58179a36448c4275"/><Relationship Type="http://schemas.openxmlformats.org/officeDocument/2006/relationships/notesMaster" Target="/ppt/notesMasters/notesMaster1.xml" Id="R38560c6956584fa4"/></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35a99310afd45b8" /><Relationship Type="http://schemas.openxmlformats.org/officeDocument/2006/relationships/notesMaster" Target="/ppt/notesMasters/notesMaster1.xml" Id="R4f26496f94e946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116598781504450" /><Relationship Type="http://schemas.openxmlformats.org/officeDocument/2006/relationships/notesMaster" Target="/ppt/notesMasters/notesMaster1.xml" Id="Ra50b88a004414e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9bc1d6d814342a2" /><Relationship Type="http://schemas.openxmlformats.org/officeDocument/2006/relationships/notesMaster" Target="/ppt/notesMasters/notesMaster1.xml" Id="Raf44c0dfc6674e30"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내 업무에 맞게 조합하고 덜어내기</a:t>
            </a:r>
          </a:p>
          <a:p>
            <a:r>
              <a:t xml:space="preserve"/>
            </a:r>
          </a:p>
          <a:p>
            <a:r>
              <a:t xml:space="preserve">**Slide ID:**</a:t>
            </a:r>
          </a:p>
          <a:p>
            <a:r>
              <a:t xml:space="preserve">S106</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S107에서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S107로 넘긴다. 실측 리허설 UNVERIFIED.</a:t>
            </a:r>
          </a:p>
          <a:p>
            <a:r>
              <a:t xml:space="preserve"/>
            </a:r>
          </a:p>
          <a:p>
            <a:r>
              <a:t xml:space="preserve">**Fallback:**</a:t>
            </a:r>
          </a:p>
          <a:p>
            <a:r>
              <a:t xml:space="preserve">LOCAL STATIC ARTIFACT — production/preview/full/S106.png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AI에게 맡기는 범위가 넓어졌다</a:t>
            </a:r>
          </a:p>
          <a:p>
            <a:r>
              <a:t xml:space="preserve"/>
            </a:r>
          </a:p>
          <a:p>
            <a:r>
              <a:t xml:space="preserve">**Slide ID:**</a:t>
            </a:r>
          </a:p>
          <a:p>
            <a:r>
              <a:t xml:space="preserve">S107</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S108의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S115/S116에서만 진행한다.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작업은 요청부터 검토·수정까지 이어진다</a:t>
            </a:r>
          </a:p>
          <a:p>
            <a:r>
              <a:t xml:space="preserve"/>
            </a:r>
          </a:p>
          <a:p>
            <a:r>
              <a:t xml:space="preserve">**Slide ID:**</a:t>
            </a:r>
          </a:p>
          <a:p>
            <a:r>
              <a:t xml:space="preserve">S108</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S109의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 흐름에는 정보·절차·도구가 연결된다</a:t>
            </a:r>
          </a:p>
          <a:p>
            <a:r>
              <a:t xml:space="preserve"/>
            </a:r>
          </a:p>
          <a:p>
            <a:r>
              <a:t xml:space="preserve">**Slide ID:**</a:t>
            </a:r>
          </a:p>
          <a:p>
            <a:r>
              <a:t xml:space="preserve">S109</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S108의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S110의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그렇게 얻은 결과를 완료 보고만으로 받아들일 수 있을까요? S110에서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결과를 수용할지는 사람이 판단한다</a:t>
            </a:r>
          </a:p>
          <a:p>
            <a:r>
              <a:t xml:space="preserve"/>
            </a:r>
          </a:p>
          <a:p>
            <a:r>
              <a:t xml:space="preserve">**Slide ID:**</a:t>
            </a:r>
          </a:p>
          <a:p>
            <a:r>
              <a:t xml:space="preserve">S110</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S109에서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S111로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수용 판단까지 연결되도록 작업 조건을 설계하고 운영하는 관점을 S111에서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AI가 일할 조건과 확인 경로를 설계한다</a:t>
            </a:r>
          </a:p>
          <a:p>
            <a:r>
              <a:t xml:space="preserve"/>
            </a:r>
          </a:p>
          <a:p>
            <a:r>
              <a:t xml:space="preserve">**Slide ID:**</a:t>
            </a:r>
          </a:p>
          <a:p>
            <a:r>
              <a:t xml:space="preserve">S111</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S107의 범위 확대, S108의 작업 흐름, S109의 수행 조건과 S110의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S112–S114에, 개인 문제와 다음 행동은 S115–S116에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이렇게 설계한 작업 방식도 모델·플랫폼이 달라지면 그대로 필요할까요? S112부터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모델·플랫폼이 바뀌면 Harness도 다시 본다</a:t>
            </a:r>
          </a:p>
          <a:p>
            <a:r>
              <a:t xml:space="preserve"/>
            </a:r>
          </a:p>
          <a:p>
            <a:r>
              <a:t xml:space="preserve">**Slide ID:**</a:t>
            </a:r>
          </a:p>
          <a:p>
            <a:r>
              <a:t xml:space="preserve">S112</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S111의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S113의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무엇을 남기고, 무엇을 덜어낼까?</a:t>
            </a:r>
          </a:p>
          <a:p>
            <a:r>
              <a:t xml:space="preserve"/>
            </a:r>
          </a:p>
          <a:p>
            <a:r>
              <a:t xml:space="preserve">**Slide ID:**</a:t>
            </a:r>
          </a:p>
          <a:p>
            <a:r>
              <a:t xml:space="preserve">S113</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S112의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S114으로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덜어낸 뒤에도 필요한 일을 하는가?</a:t>
            </a:r>
          </a:p>
          <a:p>
            <a:r>
              <a:t xml:space="preserve"/>
            </a:r>
          </a:p>
          <a:p>
            <a:r>
              <a:t xml:space="preserve">**Slide ID:**</a:t>
            </a:r>
          </a:p>
          <a:p>
            <a:r>
              <a:t xml:space="preserve">S114</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S113에서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S115에서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내 업무에서는 무엇이 반복해서 막힐까?</a:t>
            </a:r>
          </a:p>
          <a:p>
            <a:r>
              <a:t xml:space="preserve"/>
            </a:r>
          </a:p>
          <a:p>
            <a:r>
              <a:t xml:space="preserve">**Slide ID:**</a:t>
            </a:r>
          </a:p>
          <a:p>
            <a:r>
              <a:t xml:space="preserve">S115</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S116에서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S116의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고른 문제에서, 다음 행동 하나로</a:t>
            </a:r>
          </a:p>
          <a:p>
            <a:r>
              <a:t xml:space="preserve"/>
            </a:r>
          </a:p>
          <a:p>
            <a:r>
              <a:t xml:space="preserve">**Slide ID:**</a:t>
            </a:r>
          </a:p>
          <a:p>
            <a:r>
              <a:t xml:space="preserve">S116</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S115에서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S117–S119의 찾아보기에서 팁 위치만 짚고 S120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S115과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S117의 마지막 찾아보기를 연다.</a:t>
            </a:r>
          </a:p>
          <a:p>
            <a:r>
              <a:t xml:space="preserve"/>
            </a:r>
          </a:p>
          <a:p>
            <a:r>
              <a:t xml:space="preserve">**Time Management:**</a:t>
            </a:r>
          </a:p>
          <a:p>
            <a:r>
              <a:t xml:space="preserve">Lecture2분+Reflection2분=4분. S115의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실무 적용 팁 · 작업 환경과 기준</a:t>
            </a:r>
          </a:p>
          <a:p>
            <a:r>
              <a:t xml:space="preserve"/>
            </a:r>
          </a:p>
          <a:p>
            <a:r>
              <a:t xml:space="preserve">**Slide ID:**</a:t>
            </a:r>
          </a:p>
          <a:p>
            <a:r>
              <a:t xml:space="preserve">S117</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S49, S56–S58, S62, S67, S72, S74, S84, S103다.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S56–S58은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S49 AGENTS.md에는 무엇을 남길까? / S62 테스트 명령을 언제 쓰고 무엇을 판단할까? / S67 대화로 재사용할 Skill 만들기 / S72 대화로 조사 Agent 만들기 / S74 이번 Context와 다시 쓸 지식 / S84 반복 보정을 개선으로 잇는 기록. 새 S67/S72을 포함해 제목·위치만 짚고 본문을 다시 강의하지 않는다.</a:t>
            </a:r>
          </a:p>
          <a:p>
            <a:r>
              <a:t xml:space="preserve">3. (0:45–1:00 / Lecture) 요청 작성 팁 목록 S118으로 이어간다.</a:t>
            </a:r>
          </a:p>
          <a:p>
            <a:r>
              <a:t xml:space="preserve"/>
            </a:r>
          </a:p>
          <a:p>
            <a:r>
              <a:t xml:space="preserve">**Evidence / Source:**</a:t>
            </a:r>
          </a:p>
          <a:p>
            <a:r>
              <a:t xml:space="preserve">DEC-0088, DEC-0093. 현재 Slide Map의 제목·ID와 실무 팁 목록. S67/S72은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S118으로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production/preview/full/S117.png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요청 작성</a:t>
            </a:r>
          </a:p>
          <a:p>
            <a:r>
              <a:t xml:space="preserve"/>
            </a:r>
          </a:p>
          <a:p>
            <a:r>
              <a:t xml:space="preserve">**Slide ID:**</a:t>
            </a:r>
          </a:p>
          <a:p>
            <a:r>
              <a:t xml:space="preserve">S118</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S28, S29, S30, S31, S32, S33, S34, S35다.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S119로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검증과 개선</a:t>
            </a:r>
          </a:p>
          <a:p>
            <a:r>
              <a:t xml:space="preserve"/>
            </a:r>
          </a:p>
          <a:p>
            <a:r>
              <a:t xml:space="preserve">**Slide ID:**</a:t>
            </a:r>
          </a:p>
          <a:p>
            <a:r>
              <a:t xml:space="preserve">S119</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S91, S95, S104, S113, S114이다.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S91 원인을 고르기 전에 확인할 기록 / S95 지침을 고친 뒤, 무엇을 다시 확인할까? / S113 무엇을 남기고, 무엇을 덜어낼까? / S114 덜어낸 뒤에도 필요한 일을 하는가?.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Q&amp;A와 교육 마무리</a:t>
            </a:r>
          </a:p>
          <a:p>
            <a:r>
              <a:t xml:space="preserve"/>
            </a:r>
          </a:p>
          <a:p>
            <a:r>
              <a:t xml:space="preserve">**Slide ID:**</a:t>
            </a:r>
          </a:p>
          <a:p>
            <a:r>
              <a:t xml:space="preserve">S120</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S116에서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S107과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S116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S120와 production/preview/act5/S120.png를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42fb5dc58344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31878eaedcd45e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16c05a6ee244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484654a2824f7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65cade2d45f468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f9ef607c4349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B2559A-A1EB-4A17-8BAF-5451FBDAB7B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EAD2391-41C4-4AC7-B701-E8BA9859749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A151ECF-8D23-47A9-B470-FEA3929ABB8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B4E4DC-E1ED-4A14-94CD-910D549DB2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4656610-559A-4378-B660-471A60A01B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B73CE90-9D4A-45E1-AE64-7B501822DD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291FA91-D2FB-4589-A0B1-225432D8533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6C90F6C-212A-4722-A620-6F172AD1339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14F88F-396F-4F26-8D92-B697D604C6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DB76FF-2EEB-41EB-9B06-CD0DB97D0B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3b45ac7c8948aa" /><Relationship Type="http://schemas.openxmlformats.org/officeDocument/2006/relationships/slideLayout" Target="/ppt/slideLayouts/slideLayout1.xml" Id="R9408c66d0a174aa8" /><Relationship Type="http://schemas.openxmlformats.org/officeDocument/2006/relationships/slideLayout" Target="/ppt/slideLayouts/slideLayout2.xml" Id="Rf09f9acc8e384615" /><Relationship Type="http://schemas.openxmlformats.org/officeDocument/2006/relationships/slideLayout" Target="/ppt/slideLayouts/slideLayout3.xml" Id="R38732a9f21834a1f" /><Relationship Type="http://schemas.openxmlformats.org/officeDocument/2006/relationships/slideLayout" Target="/ppt/slideLayouts/slideLayout4.xml" Id="R2b216ccea9d240e8" /><Relationship Type="http://schemas.openxmlformats.org/officeDocument/2006/relationships/slideLayout" Target="/ppt/slideLayouts/slideLayout5.xml" Id="R6769fa1869d94e66" /><Relationship Type="http://schemas.openxmlformats.org/officeDocument/2006/relationships/slideLayout" Target="/ppt/slideLayouts/slideLayout6.xml" Id="R913a3292d2d040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08c66d0a174aa8"/>
    <p:sldLayoutId xmlns:r="http://schemas.openxmlformats.org/officeDocument/2006/relationships" id="2147483650" r:id="Rf09f9acc8e384615"/>
    <p:sldLayoutId xmlns:r="http://schemas.openxmlformats.org/officeDocument/2006/relationships" id="2147483651" r:id="R38732a9f21834a1f"/>
    <p:sldLayoutId xmlns:r="http://schemas.openxmlformats.org/officeDocument/2006/relationships" id="2147483652" r:id="R2b216ccea9d240e8"/>
    <p:sldLayoutId xmlns:r="http://schemas.openxmlformats.org/officeDocument/2006/relationships" id="2147483653" r:id="R6769fa1869d94e66"/>
    <p:sldLayoutId xmlns:r="http://schemas.openxmlformats.org/officeDocument/2006/relationships" id="2147483654" r:id="R913a3292d2d040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71c099fff6a4825" /><Relationship Type="http://schemas.openxmlformats.org/officeDocument/2006/relationships/notesSlide" Target="/ppt/notesSlides/notesSlide1.xml" Id="R054601ed8d3540b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752501c45594741" /><Relationship Type="http://schemas.openxmlformats.org/officeDocument/2006/relationships/notesSlide" Target="/ppt/notesSlides/notesSlide2.xml" Id="R0792d558b95e43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25a3ce519234b90" /><Relationship Type="http://schemas.openxmlformats.org/officeDocument/2006/relationships/notesSlide" Target="/ppt/notesSlides/notesSlide3.xml" Id="Rb514decb73484e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397c639bbef4512" /><Relationship Type="http://schemas.openxmlformats.org/officeDocument/2006/relationships/notesSlide" Target="/ppt/notesSlides/notesSlide4.xml" Id="R9ed506f443de43c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ba8da1927f45a9" /><Relationship Type="http://schemas.openxmlformats.org/officeDocument/2006/relationships/notesSlide" Target="/ppt/notesSlides/notesSlide5.xml" Id="Re641b4ca00c342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1e4c222895e431c" /><Relationship Type="http://schemas.openxmlformats.org/officeDocument/2006/relationships/notesSlide" Target="/ppt/notesSlides/notesSlide6.xml" Id="R3a4bc4e2a98144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d7568b96f7c4145" /><Relationship Type="http://schemas.openxmlformats.org/officeDocument/2006/relationships/notesSlide" Target="/ppt/notesSlides/notesSlide7.xml" Id="Rf30cb7a1eeaf44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e1b96c893854980" /><Relationship Type="http://schemas.openxmlformats.org/officeDocument/2006/relationships/notesSlide" Target="/ppt/notesSlides/notesSlide8.xml" Id="Rf5f742cd2639479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9ca9e01a383416e" /><Relationship Type="http://schemas.openxmlformats.org/officeDocument/2006/relationships/notesSlide" Target="/ppt/notesSlides/notesSlide9.xml" Id="Rf1933de1103a4b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e447dff070046dd" /><Relationship Type="http://schemas.openxmlformats.org/officeDocument/2006/relationships/notesSlide" Target="/ppt/notesSlides/notesSlide10.xml" Id="R0312392ad9834e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3ff337187dc46e3" /><Relationship Type="http://schemas.openxmlformats.org/officeDocument/2006/relationships/notesSlide" Target="/ppt/notesSlides/notesSlide11.xml" Id="R3991099c1c6e4a20"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2.xml" Id="R4a5121eea5284374"/></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2c5b9f09bb54acd" /><Relationship Type="http://schemas.openxmlformats.org/officeDocument/2006/relationships/notesSlide" Target="/ppt/notesSlides/notesSlide13.xml" Id="R7e766ed4b6f24b0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0b7b5da2be74cfd" /><Relationship Type="http://schemas.openxmlformats.org/officeDocument/2006/relationships/notesSlide" Target="/ppt/notesSlides/notesSlide14.xml" Id="R8304ad583f4942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676949f84ed47f3" /><Relationship Type="http://schemas.openxmlformats.org/officeDocument/2006/relationships/notesSlide" Target="/ppt/notesSlides/notesSlide15.xml" Id="R275575e38b264034"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2DE1CAD0-6095-4A68-BFA9-74D0144AB89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CC96DDEA-0820-4268-BEC1-73E30566D2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
            <a:extLst xmlns:a="http://schemas.openxmlformats.org/drawingml/2006/main">
              <a:ext uri="{FF2B5EF4-FFF2-40B4-BE49-F238E27FC236}">
                <a16:creationId xmlns:a16="http://schemas.microsoft.com/office/drawing/2014/main" id="{C08634E6-29B3-44E0-9B6E-D35F57DCD710}"/>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FD8DD93D-48A3-43E7-A22E-B6CF897FF49F}"/>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A992FA36-DD4A-4AD3-9ED4-D329ED79F57F}"/>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34E1CC7C-62CA-4B6D-B6E3-D5D96D6D74F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3AFA5EF-6CE1-4C33-BD90-0B731826CB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235870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3">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4">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5">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6">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07">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51EDC52-8475-4F96-86AF-E919B9889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47C8FE52-7423-40C4-A639-F44808F2DC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모델·플랫폼이 바뀌면 Harness도 다시 본다">
            <a:extLst xmlns:a="http://schemas.openxmlformats.org/drawingml/2006/main">
              <a:ext uri="{FF2B5EF4-FFF2-40B4-BE49-F238E27FC236}">
                <a16:creationId xmlns:a16="http://schemas.microsoft.com/office/drawing/2014/main" id="{B149D998-1608-4E51-AA9E-FFF5AAE980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998ACF8E-E3A5-4A6A-98E9-93F0FF1FDB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D6368B7-9853-4BCB-A4B5-A548D03295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28578BC4-735D-4490-9823-4717918195E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707DE67F-47B7-49F5-BC56-144197086D4F}"/>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99275A8A-F035-4A52-8BA3-E100841A0C7B}"/>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2E9E29E4-6634-4B6F-9C7C-D321BCD4FFCD}"/>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2E3944AB-DE00-4E8A-89F1-7F73D4010EF9}"/>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3FC241E0-7EF7-40A2-8586-6AA3B8AC6951}"/>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85EE2AF6-71FC-4B77-AE4E-DEF5DED02307}"/>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A0656EDC-9AC5-4814-ABE7-8619D5E2C68B}"/>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051FBE3F-D923-4E4A-9046-01421DB39357}"/>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016C07C4-80F7-4BF0-88A1-AE6642D3660E}"/>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A144BFE6-27A0-48AA-99FA-865E0184F3D8}"/>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811399C1-D913-402B-A327-D9CD0485AC6C}"/>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E0562641-C321-4210-A730-EC994FB9AC11}"/>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49985588-1870-447E-BC59-A810FC866057}"/>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915F55BD-79EB-406C-94F9-8BE9BDC0882A}"/>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421FA23E-4667-4B0B-9FBD-55A15DD587CD}"/>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355C056F-8765-4BA0-916B-1747905CC6A3}"/>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18B93D3B-E541-42CF-948F-ED5A5547A19A}"/>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EE7D8AA5-8E4B-4875-9459-F2DD2817665B}"/>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BC4AC3E-1685-4B4B-82FF-00B0E4F4BD1E}"/>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DD74DF24-F5B4-4E54-A94D-E22EC52DE1F1}"/>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611C0E7-8C35-4239-BECA-E7F628A52588}"/>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1D02F98D-FC56-40DB-9C68-6363E3B8AF3E}"/>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777A8B5-6009-4A4E-BD72-458478CCFB1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F1E4D7BC-17EB-490C-A369-980C830366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203486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1942218-62CA-4BFA-A13E-F996F89FD3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CB450B4B-983F-432A-BE0E-B76ED79CB8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무엇을 남기고, 무엇을 덜어낼까?">
            <a:extLst xmlns:a="http://schemas.openxmlformats.org/drawingml/2006/main">
              <a:ext uri="{FF2B5EF4-FFF2-40B4-BE49-F238E27FC236}">
                <a16:creationId xmlns:a16="http://schemas.microsoft.com/office/drawing/2014/main" id="{20B68103-E5AC-4CEB-998C-95CAAE626B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F7583117-D089-42AF-800D-7A615252EE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ED005C3-00E5-41E8-9336-45E72FDEDE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3EEEA72E-7FC5-4DB0-A2E2-2B7699C2401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87641E5F-DD6C-4AA8-9A2B-45DA163D524F}"/>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B02FCC0F-3AD3-4826-AAA5-B019793CF2AF}"/>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EEBE44F0-8BE2-4A91-A870-2691A89A9630}"/>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F13B1639-E520-472B-B450-0F47DB2AF4CA}"/>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BF2AED61-4620-4CB6-8C2D-0425EFE308A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19CA3FD-D5A0-44E7-9090-B787EA30AD51}"/>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43E8005-3332-4921-B59A-BFF2B0EC7B4C}"/>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48E50073-67C2-47C8-A799-6D82A50D8427}"/>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90E67630-2442-4375-A1AF-6685A85FB1C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2233BCE5-09B3-4986-96D8-C0AF6A1B00E8}"/>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33F62D79-939E-458C-8C91-9C964D339C09}"/>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13AC2561-19AD-4B6A-AE13-94ECB0E1CC27}"/>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BD9DA80F-C78E-4F9F-B6A1-D8C0F7A49CAF}"/>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DA9112B4-F192-4E8E-966F-2E25A2D113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6C0184F-A3A3-46EC-8EDD-301373821A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EFBE264E-B286-44FA-94E4-EA94E9A58C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82565"/>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4DCCE11A-37EB-4F4D-950F-6F7D2674E3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AA8482D3-138F-456B-AA96-8FC134C176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덜어낸 뒤에도 필요한 일을 하는가?">
            <a:extLst xmlns:a="http://schemas.openxmlformats.org/drawingml/2006/main">
              <a:ext uri="{FF2B5EF4-FFF2-40B4-BE49-F238E27FC236}">
                <a16:creationId xmlns:a16="http://schemas.microsoft.com/office/drawing/2014/main" id="{FE2D5884-2806-47A6-980C-D745249DBB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83215E3C-6177-49E6-B313-7580FDE8FA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85F9F9-8D88-4A6E-9412-881740FD7B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BC649997-9D75-4AAB-B8F1-7D773A6280B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4F150E79-9D26-4DE4-B608-D889DEF6C98C}"/>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23CEC7C4-D73E-4816-8260-3772E3A45ED2}"/>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A0EAA22F-C880-4752-80F9-9B6832A1ED40}"/>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C750AB9E-C1C2-4D48-87F3-DF22D1CC8CB6}"/>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70802D7C-2942-4F23-90DD-C0CADF6B3657}"/>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5C8C47-98B5-4CE6-A2D9-29851786915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DA700E7E-41EA-47E4-BC1C-B16B8356B886}"/>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67AA9532-F72C-4AC1-B497-3C3F96D7628C}"/>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C3C8AE7E-98B1-4B20-9DCF-05BE7CEE37C3}"/>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C749943F-7542-42EA-B1DB-519B33DF3DB0}"/>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D37AB5CD-C2D5-411C-AC46-61C8501E75B8}"/>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C50A5B4-B37D-4E64-83F8-3CFFEDF63C5A}"/>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8AA2DAC6-29D6-4D37-894A-7475E953517E}"/>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F77866B5-D768-4E36-8210-A9315CDCA1A3}"/>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CE94162A-00AD-4651-AE72-BC2B4AE3B0E0}"/>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7338C02B-3F77-4CA3-AA45-A8827A17525A}"/>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AF1C33CB-3650-43E7-AD09-BD0497E61F9A}"/>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77B7C365-51DB-479A-8307-65F577D49000}"/>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C40D4B46-D198-47E5-A9A2-97CC2FC3C2D8}"/>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BB8EF6C8-264A-412E-AFE9-7765EA6C0680}"/>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D3F43F1E-BD14-41D0-BC75-048707571054}"/>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376ED4FB-E743-4A6E-BEC0-F0CDB5AD5004}"/>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EEA4C063-FC7A-4725-B1DF-15ACDE025416}"/>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1EC1F1B0-2EE8-4CB5-8004-1B989BD8912A}"/>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9040F1B2-6F6C-441C-A4D5-6BAE56771BE8}"/>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3F4B237A-78FE-488F-94FE-72E37526DEF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5B2AA04D-B84C-480E-B67C-B98B690B4A1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62AC6202-9AA4-49F3-A4A0-63AC2B0EBC8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64255DCB-66FD-4ED7-A85E-9573A676E3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1805639"/>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53764389-CA6D-42F3-A85A-1FF3EA599C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A9842413-C022-4025-84E6-B6B9C27A59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내 업무에서는 무엇이 반복해서 막힐까?">
            <a:extLst xmlns:a="http://schemas.openxmlformats.org/drawingml/2006/main">
              <a:ext uri="{FF2B5EF4-FFF2-40B4-BE49-F238E27FC236}">
                <a16:creationId xmlns:a16="http://schemas.microsoft.com/office/drawing/2014/main" id="{5566D187-7E93-4D75-A9B9-AEB7F37E1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27C71A2D-1E4A-420D-B001-3C6FE56554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769140BA-9B44-4AED-807E-30D75476398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2AFE2AF5-FF18-4F93-BC2B-2512F5EFE08C}"/>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116D272-88E9-451E-B611-EA4A3EB14A9C}"/>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AFCE260-3AFA-4FB0-971E-95A30F29BA3A}"/>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C6C5B1D6-FEE2-4DA9-AB43-864D923D78A6}"/>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F41CDE00-F44E-4AA9-8A33-85D26B327806}"/>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513F95CC-B604-446C-8B8E-7C4253B576EF}"/>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2E5334C-EE15-4B7B-BE2B-528FC476E23E}"/>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B108F4C-4C19-47AC-A503-D9FEAD5CB98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154660A7-C9B3-49E9-88CC-B61A24A7592C}"/>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755B935D-6F6B-4B9D-B5B2-8F78211AA529}"/>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7216AC52-0827-4F46-9E16-561D8427A1D2}"/>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2B9E37E-88CB-4ECA-8276-064E0840C58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50BC50B-611E-47E0-AE79-3E40FA4386DC}"/>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839C4293-FE97-4BB8-837F-51270ACC570D}"/>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3109AF27-1779-4298-8027-FDC81CD1BC37}"/>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70087ECF-794B-4C8B-8410-8340CC3B0171}"/>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76D40B5-642D-419B-9F94-694087E29279}"/>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6846741-2849-4914-A669-926D76E67098}"/>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05F343A-FD57-4F91-9311-E2C71F887555}"/>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24855F0C-7D0A-4196-AF0D-70839492C980}"/>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3F60CE94-AB56-4D91-A16F-267DEBA0D0C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0CCAF06-B362-43FD-881A-48F0F324A06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9CEBF04E-CD6E-4587-BA6E-80F49F39A1DD}"/>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A1E17455-79AA-4CDF-B22C-38AA3B5681E5}"/>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6A908B48-960D-4356-AFAE-41EE9EC3F05F}"/>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4DD37D8C-3D73-494D-B01C-2D80271CFD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2517144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B6EBE041-7DF6-4675-89F2-4C0585A4DA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8BFEA03A-93CC-408B-9B1F-3AC470AA52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고른 문제에서, 다음 행동 하나로">
            <a:extLst xmlns:a="http://schemas.openxmlformats.org/drawingml/2006/main">
              <a:ext uri="{FF2B5EF4-FFF2-40B4-BE49-F238E27FC236}">
                <a16:creationId xmlns:a16="http://schemas.microsoft.com/office/drawing/2014/main" id="{78D3411C-D948-4F99-B14B-EADFC9F31B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0C5F10DA-AE82-40BB-84AE-62F9548E45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B7D4CC2-C4D8-46BC-83D3-D98FF7B0D6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4ECD836D-B2C0-49E0-8BFA-8475EDB93334}"/>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80D584D0-D5B3-413F-95D8-6B9991032B6D}"/>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54A0F59-4A0E-469E-B54A-87FBDA5CC5AE}"/>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1605CFC-8205-435D-AD34-D2CC05AD2E45}"/>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E880714-5269-4430-995E-04946BE3FD02}"/>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8F305432-1537-4F0D-8067-8E671A83948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7C7154D0-A02E-47AD-A567-E948028BD892}"/>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B649E4A0-EFBD-4C4C-BE82-518EAC9AB7B8}"/>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4A3903CA-D0B4-4200-B078-511D960F8D95}"/>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F75462D0-B679-4A71-94F1-58DE0FAC115B}"/>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8BBAEC0-8C82-4614-9F8D-5DEAF602A117}"/>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0A716833-3119-4E58-823F-789D6E211CD4}"/>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6C217787-49EC-4B2A-A99F-F44B6BC05055}"/>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A2BAF22A-515F-4227-BF3D-51DF6D0095B5}"/>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53A2AAA-5FD5-4E98-B285-0AAA7F9D58BF}"/>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97FD1530-5FED-4ED6-B6A0-3FB2AE2C4A4A}"/>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07FD4EC9-C4AB-481A-B969-65CFB95895FE}"/>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35444C59-369E-4896-AB40-A4A1E4798056}"/>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10BA8FC-B147-472F-AC04-97775FC28316}"/>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FBBB359F-FC54-4C68-8AC8-22FCFDF314A0}"/>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8E8972EA-DEC0-41CD-837F-F27C72B40804}"/>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383F1879-6495-4A42-A591-F4971F55B4C0}"/>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1D776527-92DA-4B75-8E8C-98F2BD45021E}"/>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92A125EA-6BF5-4FB6-8E8E-642426FA8649}"/>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0FDC1BCF-DEE4-4302-915A-1D5472364B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386619352"/>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7">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9">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6–58">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S56–58</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2">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S62</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7">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S67</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2">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S72</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4">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S74</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4">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S84</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3">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E1A99FB8-A537-4852-BF2A-F574C959C9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06D83FC2-17C4-4DFF-8787-C926E14167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요청 작성">
            <a:extLst xmlns:a="http://schemas.openxmlformats.org/drawingml/2006/main">
              <a:ext uri="{FF2B5EF4-FFF2-40B4-BE49-F238E27FC236}">
                <a16:creationId xmlns:a16="http://schemas.microsoft.com/office/drawing/2014/main" id="{F6465331-F6A7-4E7B-A46C-BF7752CD4B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E9F9BE26-94C7-49DB-8B48-4931B80814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CA340D33-FCD1-41E6-8E5D-99CAFAFF7B6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0514AB39-4475-4BC1-A7E7-1FA6D9C9F5A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AAD29AC-030D-4780-9121-E65F203640E9}"/>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74B8B99-B0B5-47D9-9669-EFB34A44C80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8FB5B38-BA65-4316-A1B5-23228FE345B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3BEF6D47-B122-4B31-9957-D39790DE966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569429B2-DBA6-415C-8809-AD30CF1B01BD}"/>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30E118E9-8628-4808-8168-442439B8D6D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5C22316-CD43-4AB4-BE02-47746E6F6DD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76A71179-841C-4FAD-8C22-7F1C652D1AE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3E99896-E16E-44E6-821C-0575DECF7401}"/>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3A10C05D-2234-463D-A024-4E36D585D514}"/>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413AB19-0384-472F-8D39-F6CC933D814A}"/>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FB9D4D0-279C-4FF6-8991-98ACDFB1C0FD}"/>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E3CC9C6B-053B-4F9E-B9A9-7D5CE6DD9AD1}"/>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C0F4BD2C-B233-4C64-A3FB-BD903CCDAD2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C044F261-97D1-499A-91CD-69859486969E}"/>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6910D1D7-55EF-4507-981C-F78586C8E99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A9CF4398-D07B-47CF-937E-02C9B8A05CC2}"/>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CB19D909-7DDF-4343-B9EC-20EBA0C2040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59D3314-423F-4BC6-AD4F-4B5A91D7302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AC56D162-D4E4-47F1-85E7-86B1998B89D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11509563-A2C1-47A3-A18C-077CFE8A8871}"/>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00BCDAB2-5B67-4BA9-B023-F9059D897957}"/>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B6A18BF2-22AC-4505-8E3A-A7F6A6C328B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4DD9A218-9AD6-4555-9E4C-2657561E1040}"/>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D9CFD49C-27E6-4287-958F-DDBE96E4EDAA}"/>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67F5F122-EA3C-4E02-A86B-944073925F24}"/>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3A6B7FBF-431D-49BF-88FB-C099395AF36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84C112F2-2743-4800-A947-1EE63F5F658A}"/>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C404CB63-5657-42E1-8497-3C1680316A7B}"/>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E38240CE-8BE1-40AE-B99F-0940C3A06501}"/>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81AAF58E-009B-4DE5-A318-7809F290C96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7494C4F0-1231-45F2-9AE1-775589EACD03}"/>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1B6E7F76-22B3-4DA2-95C6-424DE8061529}"/>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85210F0B-7273-4DF0-88B4-9D4CFC5FA9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95993315"/>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8E7ADB0B-AEED-4A97-AED0-F907E34605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B0A6FB8A-F3CD-4B99-98E8-C0FF609A4E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검증과 개선">
            <a:extLst xmlns:a="http://schemas.openxmlformats.org/drawingml/2006/main">
              <a:ext uri="{FF2B5EF4-FFF2-40B4-BE49-F238E27FC236}">
                <a16:creationId xmlns:a16="http://schemas.microsoft.com/office/drawing/2014/main" id="{24ECC0BB-1422-496C-B110-73A1DEF482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55335EA6-68FC-47F7-B7B5-DFE4D8F13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B62B85D3-8E29-472D-8201-85EF74AB9CC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57C9E66C-A405-4B8B-9572-EB5D885C8C7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9313CDE4-6D59-4DBC-9CCD-16E8CBAB1D4F}"/>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AC1634A-AEAB-4267-917C-A1E65D34E7E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DAA08E6-2936-40C6-A275-C3DA8852C4A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5402C34B-3BA1-4535-A093-5E72F5B1EA8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3" name="모델 B는 무엇을 근거로 검토할까?">
            <a:extLst xmlns:a="http://schemas.openxmlformats.org/drawingml/2006/main">
              <a:ext uri="{FF2B5EF4-FFF2-40B4-BE49-F238E27FC236}">
                <a16:creationId xmlns:a16="http://schemas.microsoft.com/office/drawing/2014/main" id="{4BDA98BA-91CE-43A9-A68D-A2226EFBE586}"/>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E3FC67D9-29CC-40C7-A050-660DD1280759}"/>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4D2B984-4C64-458D-84AA-A54383BB40B2}"/>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6C7B51C6-B837-43BD-B683-C072EF913579}"/>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17" name="언제 계속하고, 언제 끝낼까?">
            <a:extLst xmlns:a="http://schemas.openxmlformats.org/drawingml/2006/main">
              <a:ext uri="{FF2B5EF4-FFF2-40B4-BE49-F238E27FC236}">
                <a16:creationId xmlns:a16="http://schemas.microsoft.com/office/drawing/2014/main" id="{74DED4D2-4F25-4EFA-98D9-0FB7D2DC5A91}"/>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386433A5-1246-47CE-8DE7-37A9525481E0}"/>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80330C3-AB1E-445D-BC3C-38E28E261E8C}"/>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45FE3BC6-58E0-427C-9DEC-3521B1E47682}"/>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21" name="Goal에는 완료 근거와 멈출 조건을 담는다">
            <a:extLst xmlns:a="http://schemas.openxmlformats.org/drawingml/2006/main">
              <a:ext uri="{FF2B5EF4-FFF2-40B4-BE49-F238E27FC236}">
                <a16:creationId xmlns:a16="http://schemas.microsoft.com/office/drawing/2014/main" id="{55A02E06-6976-4904-86CE-468BE914563A}"/>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2F436CB5-FBD6-497B-B3B0-530E89E7525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B0B9F9DD-380C-4D8E-BD62-6D6AAC007305}"/>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EABD6443-C35F-4958-B605-78973948EAB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5" name="무엇을 남기고, 무엇을 덜어낼까?">
            <a:extLst xmlns:a="http://schemas.openxmlformats.org/drawingml/2006/main">
              <a:ext uri="{FF2B5EF4-FFF2-40B4-BE49-F238E27FC236}">
                <a16:creationId xmlns:a16="http://schemas.microsoft.com/office/drawing/2014/main" id="{CE609277-339E-40BA-964F-3A151179D440}"/>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DE761756-D618-4410-9053-1CA71B39CD68}"/>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F0596CE-FC76-458F-B143-A978E10004CF}"/>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737F3E10-27FA-4C13-A3DD-BE20E9079ADB}"/>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9" name="덜어낸 뒤에도 필요한 일을 하는가?">
            <a:extLst xmlns:a="http://schemas.openxmlformats.org/drawingml/2006/main">
              <a:ext uri="{FF2B5EF4-FFF2-40B4-BE49-F238E27FC236}">
                <a16:creationId xmlns:a16="http://schemas.microsoft.com/office/drawing/2014/main" id="{6C63280E-C1D0-44EF-94E0-7CE8BB524787}"/>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3D937AFA-760D-4A30-8416-E6836BD09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09946284"/>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EA1767B8-6188-42BD-A5E8-47D2DAFEDC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E7501FAE-9B0A-4947-8809-8383598D2B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Q&amp;A와 교육 마무리">
            <a:extLst xmlns:a="http://schemas.openxmlformats.org/drawingml/2006/main">
              <a:ext uri="{FF2B5EF4-FFF2-40B4-BE49-F238E27FC236}">
                <a16:creationId xmlns:a16="http://schemas.microsoft.com/office/drawing/2014/main" id="{C4E34A15-C3BB-4E14-887E-1ED2A79B7C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FD37E0B0-FCB2-47A8-BB19-FA31B8CAFC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A0ABABC-CBEA-40E2-AB35-8590C278C1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F82E0F46-5E03-45CD-ABFD-B7C046E770DC}"/>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3F7DFF1C-EA3A-4C56-B45E-7E2DF40DA484}"/>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655315C-246A-4F41-A1D5-D18EA53A4303}"/>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343CAFAD-3076-4AE0-8522-03C4F9227B6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1D82D1B1-3F06-4E27-BF23-FB19C55D08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32253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15</ap:Slides>
  <ap:Notes>15</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2026-10-25T13:24:59.4730000Z</dcterms:created>
  <dcterms:modified xsi:type="dcterms:W3CDTF">2026-10-25T13:24:59.4730000Z</dcterms:modified>
</coreProperties>
</file>