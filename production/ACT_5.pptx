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xml version="1.0" encoding="utf-8"?><Relationships xmlns="http://schemas.openxmlformats.org/package/2006/relationships"><Relationship Type="http://schemas.openxmlformats.org/officeDocument/2006/relationships/slide" Target="/ppt/slides/slide12.xml" Id="R58179a36448c4275"/><Relationship Type="http://schemas.openxmlformats.org/officeDocument/2006/relationships/notesMaster" Target="/ppt/notesMasters/notesMaster1.xml" Id="R38560c6956584fa4"/></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내 업무에 맞게 조합하고 덜어내기</a:t>
            </a:r>
          </a:p>
          <a:p>
            <a:r>
              <a:t xml:space="preserve"/>
            </a:r>
          </a:p>
          <a:p>
            <a:r>
              <a:t xml:space="preserve">**Slide ID:**</a:t>
            </a:r>
          </a:p>
          <a:p>
            <a:r>
              <a:t xml:space="preserve">S107</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S108에서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S108로 넘긴다. 실측 리허설 UNVERIFIED.</a:t>
            </a:r>
          </a:p>
          <a:p>
            <a:r>
              <a:t xml:space="preserve"/>
            </a:r>
          </a:p>
          <a:p>
            <a:r>
              <a:t xml:space="preserve">**Fallback:**</a:t>
            </a:r>
          </a:p>
          <a:p>
            <a:r>
              <a:t xml:space="preserve">LOCAL STATIC ARTIFACT — production/preview/full/S107.png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AI에게 맡기는 범위가 넓어졌다</a:t>
            </a:r>
          </a:p>
          <a:p>
            <a:r>
              <a:t xml:space="preserve"/>
            </a:r>
          </a:p>
          <a:p>
            <a:r>
              <a:t xml:space="preserve">**Slide ID:**</a:t>
            </a:r>
          </a:p>
          <a:p>
            <a:r>
              <a:t xml:space="preserve">S108</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S109의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S116/S117에서만 진행한다.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작업은 요청부터 검토·수정까지 이어진다</a:t>
            </a:r>
          </a:p>
          <a:p>
            <a:r>
              <a:t xml:space="preserve"/>
            </a:r>
          </a:p>
          <a:p>
            <a:r>
              <a:t xml:space="preserve">**Slide ID:**</a:t>
            </a:r>
          </a:p>
          <a:p>
            <a:r>
              <a:t xml:space="preserve">S109</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S110의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작업 흐름에는 정보·절차·도구가 연결된다</a:t>
            </a:r>
          </a:p>
          <a:p>
            <a:r>
              <a:t xml:space="preserve"/>
            </a:r>
          </a:p>
          <a:p>
            <a:r>
              <a:t xml:space="preserve">**Slide ID:**</a:t>
            </a:r>
          </a:p>
          <a:p>
            <a:r>
              <a:t xml:space="preserve">S110</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S109의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S111의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그렇게 얻은 결과를 완료 보고만으로 받아들일 수 있을까요? S111에서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결과를 수용할지는 사람이 판단한다</a:t>
            </a:r>
          </a:p>
          <a:p>
            <a:r>
              <a:t xml:space="preserve"/>
            </a:r>
          </a:p>
          <a:p>
            <a:r>
              <a:t xml:space="preserve">**Slide ID:**</a:t>
            </a:r>
          </a:p>
          <a:p>
            <a:r>
              <a:t xml:space="preserve">S111</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S110에서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S112로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수용 판단까지 연결되도록 작업 조건을 설계하고 운영하는 관점을 S112에서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AI가 일할 조건과 확인 경로를 설계한다</a:t>
            </a:r>
          </a:p>
          <a:p>
            <a:r>
              <a:t xml:space="preserve"/>
            </a:r>
          </a:p>
          <a:p>
            <a:r>
              <a:t xml:space="preserve">**Slide ID:**</a:t>
            </a:r>
          </a:p>
          <a:p>
            <a:r>
              <a:t xml:space="preserve">S112</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S108의 범위 확대, S109의 작업 흐름, S110의 수행 조건과 S111의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S113–S115에, 개인 문제와 다음 행동은 S116–S117에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이렇게 설계한 작업 방식도 모델·플랫폼이 달라지면 그대로 필요할까요? S113부터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S112와 production/preview/act5/S112.png.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모델·플랫폼이 바뀌면 Harness도 다시 본다</a:t>
            </a:r>
          </a:p>
          <a:p>
            <a:r>
              <a:t xml:space="preserve"/>
            </a:r>
          </a:p>
          <a:p>
            <a:r>
              <a:t xml:space="preserve">**Slide ID:**</a:t>
            </a:r>
          </a:p>
          <a:p>
            <a:r>
              <a:t xml:space="preserve">S113</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S112의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S114의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무엇을 남기고, 무엇을 덜어낼까?</a:t>
            </a:r>
          </a:p>
          <a:p>
            <a:r>
              <a:t xml:space="preserve"/>
            </a:r>
          </a:p>
          <a:p>
            <a:r>
              <a:t xml:space="preserve">**Slide ID:**</a:t>
            </a:r>
          </a:p>
          <a:p>
            <a:r>
              <a:t xml:space="preserve">S114</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S113의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S115으로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덜어낸 뒤에도 필요한 일을 하는가?</a:t>
            </a:r>
          </a:p>
          <a:p>
            <a:r>
              <a:t xml:space="preserve"/>
            </a:r>
          </a:p>
          <a:p>
            <a:r>
              <a:t xml:space="preserve">**Slide ID:**</a:t>
            </a:r>
          </a:p>
          <a:p>
            <a:r>
              <a:t xml:space="preserve">S115</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S114에서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S116에서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S115와 production/preview/act5/S115.png.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내 업무에서는 무엇이 반복해서 막힐까?</a:t>
            </a:r>
          </a:p>
          <a:p>
            <a:r>
              <a:t xml:space="preserve"/>
            </a:r>
          </a:p>
          <a:p>
            <a:r>
              <a:t xml:space="preserve">**Slide ID:**</a:t>
            </a:r>
          </a:p>
          <a:p>
            <a:r>
              <a:t xml:space="preserve">S116</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S117에서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S117의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고른 문제에서, 다음 행동 하나로</a:t>
            </a:r>
          </a:p>
          <a:p>
            <a:r>
              <a:t xml:space="preserve"/>
            </a:r>
          </a:p>
          <a:p>
            <a:r>
              <a:t xml:space="preserve">**Slide ID:**</a:t>
            </a:r>
          </a:p>
          <a:p>
            <a:r>
              <a:t xml:space="preserve">S117</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S116에서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S118–S120의 찾아보기에서 팁 위치만 짚고 S121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S116과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S118의 마지막 찾아보기를 연다.</a:t>
            </a:r>
          </a:p>
          <a:p>
            <a:r>
              <a:t xml:space="preserve"/>
            </a:r>
          </a:p>
          <a:p>
            <a:r>
              <a:t xml:space="preserve">**Time Management:**</a:t>
            </a:r>
          </a:p>
          <a:p>
            <a:r>
              <a:t xml:space="preserve">Lecture2분+Reflection2분=4분. S116의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S117와 production/preview/act5/S117.png를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작업 환경과 기준</a:t>
            </a:r>
          </a:p>
          <a:p>
            <a:r>
              <a:t xml:space="preserve"/>
            </a:r>
          </a:p>
          <a:p>
            <a:r>
              <a:t xml:space="preserve">**Slide ID:**</a:t>
            </a:r>
          </a:p>
          <a:p>
            <a:r>
              <a:t xml:space="preserve">S118</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S50, S57–S59, S63, S68, S73, S75, S85, S104다.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S57–S59은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S50 AGENTS.md에는 무엇을 남길까? / S63 테스트 명령을 언제 쓰고 무엇을 판단할까? / S68 대화로 재사용할 Skill 만들기 / S73 대화로 조사 Agent 만들기 / S75 이번 Context와 다시 쓸 지식 / S85 반복 보정을 개선으로 잇는 기록. 새 S68/S73을 포함해 제목·위치만 짚고 본문을 다시 강의하지 않는다.</a:t>
            </a:r>
          </a:p>
          <a:p>
            <a:r>
              <a:t xml:space="preserve">3. (0:45–1:00 / Lecture) 요청 작성 팁 목록 S119으로 이어간다.</a:t>
            </a:r>
          </a:p>
          <a:p>
            <a:r>
              <a:t xml:space="preserve"/>
            </a:r>
          </a:p>
          <a:p>
            <a:r>
              <a:t xml:space="preserve">**Evidence / Source:**</a:t>
            </a:r>
          </a:p>
          <a:p>
            <a:r>
              <a:t xml:space="preserve">DEC-0088, DEC-0093. 현재 Slide Map의 제목·ID와 실무 팁 목록. S69/S74은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S119으로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요청 작성</a:t>
            </a:r>
          </a:p>
          <a:p>
            <a:r>
              <a:t xml:space="preserve"/>
            </a:r>
          </a:p>
          <a:p>
            <a:r>
              <a:t xml:space="preserve">**Slide ID:**</a:t>
            </a:r>
          </a:p>
          <a:p>
            <a:r>
              <a:t xml:space="preserve">S119</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S29, S30, S31, S32, S33, S34, S35, S36다.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S29 지시와 참고 자료의 구분 / S30 입력과 기대 결과의 작은 예시 / S31 바로 검토할 수 있는 결과 형식 / S32 근거가 있는 설명과 미확인의 구분 / S33 결과를 바꾸는 결정에서 확인 질문 / S34 큰 작업을 검토할 결과물로 나누기 / S35 기준을 지정한 코드 리뷰 요청 / S36 구체적인 근거로 수정 방향 피드백.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S120로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실무 적용 팁 · 검증과 개선</a:t>
            </a:r>
          </a:p>
          <a:p>
            <a:r>
              <a:t xml:space="preserve"/>
            </a:r>
          </a:p>
          <a:p>
            <a:r>
              <a:t xml:space="preserve">**Slide ID:**</a:t>
            </a:r>
          </a:p>
          <a:p>
            <a:r>
              <a:t xml:space="preserve">S120</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S92, S96, S105, S114, S115이다.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S92 원인을 고르기 전에 확인할 기록 / S96 지침을 고친 뒤, 무엇을 다시 확인할까? / S114 무엇을 남기고, 무엇을 덜어낼까? / S115 덜어낸 뒤에도 필요한 일을 하는가?. 제목·위치만 짚고 본문을 다시 강의하지 않는다.</a:t>
            </a:r>
          </a:p>
          <a:p>
            <a:r>
              <a:t xml:space="preserve">3. (0:45–1:00 / Lecture) S121로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production/preview/full/S120.png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S121 — Q&amp;A와 교육 마무리</a:t>
            </a:r>
          </a:p>
          <a:p>
            <a:r>
              <a:t xml:space="preserve"/>
            </a:r>
          </a:p>
          <a:p>
            <a:r>
              <a:t xml:space="preserve">**Slide ID:**</a:t>
            </a:r>
          </a:p>
          <a:p>
            <a:r>
              <a:t xml:space="preserve">S121</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S117에서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S108과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S117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S121와 production/preview/act5/S121.png를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2.xml" Id="R4a5121eea5284374"/></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7">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8">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9">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10">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1">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2">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3">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4">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5">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6">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7">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8">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50">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S50</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7–59">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S57–59</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3">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8">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3">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5">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5">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4">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9">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9">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30">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1">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2">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3">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4">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5">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6">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S36</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20">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2">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6">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5">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S105</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4">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5">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S115</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1">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S121</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