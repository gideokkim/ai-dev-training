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032e59a3e34d17" /><Relationship Type="http://schemas.openxmlformats.org/officeDocument/2006/relationships/extended-properties" Target="/docProps/app.xml" Id="Rca717286e2084994" /><Relationship Type="http://schemas.openxmlformats.org/officeDocument/2006/relationships/officeDocument" Target="/ppt/presentation.xml" Id="Rf8d3d36961854608" /></Relationships>
</file>

<file path=ppt/presentation.xml><?xml version="1.0" encoding="utf-8"?>
<p:presentation xmlns:p="http://schemas.openxmlformats.org/presentationml/2006/main">
  <p:sldMasterIdLst>
    <p:sldMasterId xmlns:r="http://schemas.openxmlformats.org/officeDocument/2006/relationships" id="2147483648" r:id="R64e097316bbe48b2"/>
  </p:sldMasterIdLst>
  <p:notesMasterIdLst>
    <p:notesMasterId xmlns:r="http://schemas.openxmlformats.org/officeDocument/2006/relationships" r:id="Rd188c31955b54f48"/>
  </p:notesMasterIdLst>
  <p:sldIdLst>
    <p:sldId xmlns:r="http://schemas.openxmlformats.org/officeDocument/2006/relationships" id="256" r:id="R22cc80999cc64a12"/>
    <p:sldId xmlns:r="http://schemas.openxmlformats.org/officeDocument/2006/relationships" id="257" r:id="Rc076de35a2304d0f"/>
    <p:sldId xmlns:r="http://schemas.openxmlformats.org/officeDocument/2006/relationships" id="258" r:id="R9bed0d5bb730477b"/>
    <p:sldId xmlns:r="http://schemas.openxmlformats.org/officeDocument/2006/relationships" id="259" r:id="R008a5da6dbef4209"/>
    <p:sldId xmlns:r="http://schemas.openxmlformats.org/officeDocument/2006/relationships" id="260" r:id="Rd5fbe8a7c93e41eb"/>
    <p:sldId xmlns:r="http://schemas.openxmlformats.org/officeDocument/2006/relationships" id="261" r:id="Rb06e15ffa9124724"/>
    <p:sldId xmlns:r="http://schemas.openxmlformats.org/officeDocument/2006/relationships" id="262" r:id="Ra6f8f6e25504487d"/>
    <p:sldId xmlns:r="http://schemas.openxmlformats.org/officeDocument/2006/relationships" id="263" r:id="Rf1dcd9fc8c4f41c4"/>
    <p:sldId xmlns:r="http://schemas.openxmlformats.org/officeDocument/2006/relationships" id="264" r:id="Ra0971338188d483f"/>
    <p:sldId xmlns:r="http://schemas.openxmlformats.org/officeDocument/2006/relationships" id="265" r:id="R9bb74b6d9ed64654"/>
    <p:sldId xmlns:r="http://schemas.openxmlformats.org/officeDocument/2006/relationships" id="266" r:id="R2e703bb3f45048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f76f20cd2347b6" /><Relationship Type="http://schemas.openxmlformats.org/officeDocument/2006/relationships/slideMaster" Target="/ppt/slideMasters/slideMaster1.xml" Id="R64e097316bbe48b2" /><Relationship Type="http://schemas.openxmlformats.org/officeDocument/2006/relationships/notesMaster" Target="/ppt/notesMasters/notesMaster1.xml" Id="Rd188c31955b54f48" /><Relationship Type="http://schemas.openxmlformats.org/officeDocument/2006/relationships/presProps" Target="/ppt/presProps.xml" Id="R0bd64241c0fc4ede" /><Relationship Type="http://schemas.openxmlformats.org/officeDocument/2006/relationships/tableStyles" Target="/ppt/tableStyles.xml" Id="Rb4c6c0d310754a78" /><Relationship Type="http://schemas.openxmlformats.org/officeDocument/2006/relationships/slide" Target="/ppt/slides/slide1.xml" Id="R22cc80999cc64a12" /><Relationship Type="http://schemas.openxmlformats.org/officeDocument/2006/relationships/slide" Target="/ppt/slides/slide2.xml" Id="Rc076de35a2304d0f" /><Relationship Type="http://schemas.openxmlformats.org/officeDocument/2006/relationships/slide" Target="/ppt/slides/slide3.xml" Id="R9bed0d5bb730477b" /><Relationship Type="http://schemas.openxmlformats.org/officeDocument/2006/relationships/slide" Target="/ppt/slides/slide4.xml" Id="R008a5da6dbef4209" /><Relationship Type="http://schemas.openxmlformats.org/officeDocument/2006/relationships/slide" Target="/ppt/slides/slide5.xml" Id="Rd5fbe8a7c93e41eb" /><Relationship Type="http://schemas.openxmlformats.org/officeDocument/2006/relationships/slide" Target="/ppt/slides/slide6.xml" Id="Rb06e15ffa9124724" /><Relationship Type="http://schemas.openxmlformats.org/officeDocument/2006/relationships/slide" Target="/ppt/slides/slide7.xml" Id="Ra6f8f6e25504487d" /><Relationship Type="http://schemas.openxmlformats.org/officeDocument/2006/relationships/slide" Target="/ppt/slides/slide8.xml" Id="Rf1dcd9fc8c4f41c4" /><Relationship Type="http://schemas.openxmlformats.org/officeDocument/2006/relationships/slide" Target="/ppt/slides/slide9.xml" Id="Ra0971338188d483f" /><Relationship Type="http://schemas.openxmlformats.org/officeDocument/2006/relationships/slide" Target="/ppt/slides/slide10.xml" Id="R9bb74b6d9ed64654" /><Relationship Type="http://schemas.openxmlformats.org/officeDocument/2006/relationships/slide" Target="/ppt/slides/slide11.xml" Id="R2e703bb3f45048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52a4f8d58241c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acb6b859b14c72" /><Relationship Type="http://schemas.openxmlformats.org/officeDocument/2006/relationships/notesMaster" Target="/ppt/notesMasters/notesMaster1.xml" Id="R13d408fff275422a" /></Relationships>
</file>

<file path=ppt/notesSlides/_rels/notesSlide2.xml.rels>&#65279;<?xml version="1.0" encoding="utf-8"?><Relationships xmlns="http://schemas.openxmlformats.org/package/2006/relationships"><Relationship Type="http://schemas.openxmlformats.org/officeDocument/2006/relationships/slide" Target="/ppt/slides/slide2.xml" Id="R515ef7641a0441fa" /><Relationship Type="http://schemas.openxmlformats.org/officeDocument/2006/relationships/notesMaster" Target="/ppt/notesMasters/notesMaster1.xml" Id="R090702ffec9d4277"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75eba71e984a93" /><Relationship Type="http://schemas.openxmlformats.org/officeDocument/2006/relationships/notesMaster" Target="/ppt/notesMasters/notesMaster1.xml" Id="R58d20c605c604b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b46156217ba64fa9" /><Relationship Type="http://schemas.openxmlformats.org/officeDocument/2006/relationships/notesMaster" Target="/ppt/notesMasters/notesMaster1.xml" Id="R9e3e86ffeb29445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40f68d0b604cd2" /><Relationship Type="http://schemas.openxmlformats.org/officeDocument/2006/relationships/notesMaster" Target="/ppt/notesMasters/notesMaster1.xml" Id="R21cf1c9b57da467c"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0c66594e074302" /><Relationship Type="http://schemas.openxmlformats.org/officeDocument/2006/relationships/notesMaster" Target="/ppt/notesMasters/notesMaster1.xml" Id="R8844767cde64497a" /></Relationships>
</file>

<file path=ppt/notesSlides/_rels/notesSlide7.xml.rels>&#65279;<?xml version="1.0" encoding="utf-8"?><Relationships xmlns="http://schemas.openxmlformats.org/package/2006/relationships"><Relationship Type="http://schemas.openxmlformats.org/officeDocument/2006/relationships/slide" Target="/ppt/slides/slide7.xml" Id="Rce9272aa1ce04c75" /><Relationship Type="http://schemas.openxmlformats.org/officeDocument/2006/relationships/notesMaster" Target="/ppt/notesMasters/notesMaster1.xml" Id="Re5130ec54f3840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6e8224383a4dfc" /><Relationship Type="http://schemas.openxmlformats.org/officeDocument/2006/relationships/notesMaster" Target="/ppt/notesMasters/notesMaster1.xml" Id="Raefa2c2db2484c79" /></Relationships>
</file>

<file path=ppt/notesSlides/_rels/notesSlide9.xml.rels>&#65279;<?xml version="1.0" encoding="utf-8"?><Relationships xmlns="http://schemas.openxmlformats.org/package/2006/relationships"><Relationship Type="http://schemas.openxmlformats.org/officeDocument/2006/relationships/slide" Target="/ppt/slides/slide9.xml" Id="R934b07d4044e4b20" /><Relationship Type="http://schemas.openxmlformats.org/officeDocument/2006/relationships/notesMaster" Target="/ppt/notesMasters/notesMaster1.xml" Id="R3df252ec94244fd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2522233abb04fc6" /><Relationship Type="http://schemas.openxmlformats.org/officeDocument/2006/relationships/notesMaster" Target="/ppt/notesMasters/notesMaster1.xml" Id="Racc657eda8e64f4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ad2f3cc8834e6a" /><Relationship Type="http://schemas.openxmlformats.org/officeDocument/2006/relationships/notesMaster" Target="/ppt/notesMasters/notesMaster1.xml" Id="Rfd53ac68c0de4ee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문제에 맞춰, 일하는 방식을 넓혔다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S85가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S87은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S94/S95에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Demo는 문제에 맞춰 바뀌었다</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TRIAL-002/S18). 둘째 지침의 반복·증가를 기본 안내와 상세 문서로 정리했다(STATE-01→STATE-02→STATE-03, TRIAL-003/004/005A/B 및 S43). 셋째 반복 절차를 Skill로 재사용하고 밝기 통계 제품 변경을 검증했다(STATE-04→STATE-04-PERF, TRIAL-008/S58).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TRIAL-002/S18, 지침·문서 재구성은 TRIAL-003/004/005A/B 및 S43, Skill과 제품 성능 검증은 TRIAL-008·STATE-04-PERF/S58에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S18/S43/S58다.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이번 문제에 필요한 구성만 선택했다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S87의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S89로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S62에서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결과를 수용할지는 사람이 판단한다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S88의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S90에서는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AI가 일할 조건과 확인 경로를 설계한다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S89의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S91로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S94에서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모델·플랫폼이 바뀌면 Harness도 다시 본다</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S90의 설계 관점에서 “그때 필요했던 보조 장치가 지금도 필요한가?”를 묻는다. S88은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S92의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S94/S95에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무엇을 남기고, 무엇을 덜어낼까?</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S91의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S93으로 연결한다.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S94/S95에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덜어낸 뒤에도 필요한 일을 하는가?</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S92에서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S94에서 자신의 부족한 기준과 중복 구성을 포함한 문제 하나를 고른다.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S94/S95에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내 업무에서는 무엇이 반복해서 막힐까?</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S95에서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S95의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S94와 production/preview/act5/S94.png를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고른 문제에서, 다음 행동 하나로</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S94에서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S94에서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S94과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Lecture2분+Reflection2분=4분. S94의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Q&amp;A와 교육 마무리</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S95에서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S86과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S95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10544e99df341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97ec919387f42f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0927469a58441e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4bc8269f1a43e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b040ee4f13844f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82b4aecc5eb49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EDE3247-4637-450A-B565-4A266C5C0B5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E16AB64-7394-4B35-8CF3-EC00252E783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CB37C7D-B32A-401C-A451-06D3960B3B5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1E7EC7-DCCF-4FC9-8334-A993ACA1F9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A938B71-743A-45ED-8C81-7EAFAEFE3A8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255E8BC-CB4E-4B18-BD5E-7BCE39D1470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BF06BBC-928D-404D-958A-60B97C1423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F04E055-1D4E-4AC3-8FC5-9D11ED2AA12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A1C0F6B-C76F-4D2F-B55A-B95347E9F7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9699E53-5872-4CBC-A5C6-130782D7457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d1bc1aeac4f4c73" /><Relationship Type="http://schemas.openxmlformats.org/officeDocument/2006/relationships/slideLayout" Target="/ppt/slideLayouts/slideLayout1.xml" Id="Rf9dd3190fdbe4f2c" /><Relationship Type="http://schemas.openxmlformats.org/officeDocument/2006/relationships/slideLayout" Target="/ppt/slideLayouts/slideLayout2.xml" Id="R6acb33e126634c29" /><Relationship Type="http://schemas.openxmlformats.org/officeDocument/2006/relationships/slideLayout" Target="/ppt/slideLayouts/slideLayout3.xml" Id="Re62994b593244017" /><Relationship Type="http://schemas.openxmlformats.org/officeDocument/2006/relationships/slideLayout" Target="/ppt/slideLayouts/slideLayout4.xml" Id="R651e66a949d840d0" /><Relationship Type="http://schemas.openxmlformats.org/officeDocument/2006/relationships/slideLayout" Target="/ppt/slideLayouts/slideLayout5.xml" Id="R0010c14802304d1e" /><Relationship Type="http://schemas.openxmlformats.org/officeDocument/2006/relationships/slideLayout" Target="/ppt/slideLayouts/slideLayout6.xml" Id="R3957ae64dc7043f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dd3190fdbe4f2c"/>
    <p:sldLayoutId xmlns:r="http://schemas.openxmlformats.org/officeDocument/2006/relationships" id="2147483650" r:id="R6acb33e126634c29"/>
    <p:sldLayoutId xmlns:r="http://schemas.openxmlformats.org/officeDocument/2006/relationships" id="2147483651" r:id="Re62994b593244017"/>
    <p:sldLayoutId xmlns:r="http://schemas.openxmlformats.org/officeDocument/2006/relationships" id="2147483652" r:id="R651e66a949d840d0"/>
    <p:sldLayoutId xmlns:r="http://schemas.openxmlformats.org/officeDocument/2006/relationships" id="2147483653" r:id="R0010c14802304d1e"/>
    <p:sldLayoutId xmlns:r="http://schemas.openxmlformats.org/officeDocument/2006/relationships" id="2147483654" r:id="R3957ae64dc7043f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729b510266e438f" /><Relationship Type="http://schemas.openxmlformats.org/officeDocument/2006/relationships/notesSlide" Target="/ppt/notesSlides/notesSlide1.xml" Id="R85e5a6f73a9b4e3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6bf3e79408543e5" /><Relationship Type="http://schemas.openxmlformats.org/officeDocument/2006/relationships/notesSlide" Target="/ppt/notesSlides/notesSlide2.xml" Id="Rb085ba1dc88f43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47d2838a66f4588" /><Relationship Type="http://schemas.openxmlformats.org/officeDocument/2006/relationships/notesSlide" Target="/ppt/notesSlides/notesSlide3.xml" Id="R3734829bf9c24fe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9c1628dbd83490d" /><Relationship Type="http://schemas.openxmlformats.org/officeDocument/2006/relationships/notesSlide" Target="/ppt/notesSlides/notesSlide4.xml" Id="Rabbd3fd86bf247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8ed08b9e63a421b" /><Relationship Type="http://schemas.openxmlformats.org/officeDocument/2006/relationships/notesSlide" Target="/ppt/notesSlides/notesSlide5.xml" Id="Ra56914aeec754aa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440561d2f4a49fa" /><Relationship Type="http://schemas.openxmlformats.org/officeDocument/2006/relationships/notesSlide" Target="/ppt/notesSlides/notesSlide6.xml" Id="R1f5e0728f9944f9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6a00bacdf224cf4" /><Relationship Type="http://schemas.openxmlformats.org/officeDocument/2006/relationships/notesSlide" Target="/ppt/notesSlides/notesSlide7.xml" Id="R8e415974ed16473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9967ba39d4d4bc0" /><Relationship Type="http://schemas.openxmlformats.org/officeDocument/2006/relationships/notesSlide" Target="/ppt/notesSlides/notesSlide8.xml" Id="R7291208c57e84a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3d5d21c4f5349a7" /><Relationship Type="http://schemas.openxmlformats.org/officeDocument/2006/relationships/notesSlide" Target="/ppt/notesSlides/notesSlide9.xml" Id="Rb2ec58a15ed842c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def22dea9584d3d" /><Relationship Type="http://schemas.openxmlformats.org/officeDocument/2006/relationships/notesSlide" Target="/ppt/notesSlides/notesSlide10.xml" Id="R584ab61db2af4b4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70d6dcbfd494ceb" /><Relationship Type="http://schemas.openxmlformats.org/officeDocument/2006/relationships/notesSlide" Target="/ppt/notesSlides/notesSlide11.xml" Id="Ref85c01aa8a24c5d"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0D28F1B7-B19B-45B2-B367-67D985DE72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D14369C3-603B-404C-9D02-1CB4FD6A9E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문제에 맞춰, 일하는 방식을 넓혔다">
            <a:extLst xmlns:a="http://schemas.openxmlformats.org/drawingml/2006/main">
              <a:ext uri="{FF2B5EF4-FFF2-40B4-BE49-F238E27FC236}">
                <a16:creationId xmlns:a16="http://schemas.microsoft.com/office/drawing/2014/main" id="{E266302E-1E90-4150-8959-462BDEE302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C54A6767-D4C3-47D1-B631-67587743C8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1D171FC1-6D33-4364-BE8E-EAE62E88E2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6FDD06AC-3EB7-4087-917D-52FAAD0E20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A0BC1CE5-55A6-492F-8B86-33B11D2A4ED0}"/>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89849717-F2B9-40B0-AA2A-F61BC3EB82E0}"/>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48F6616D-455F-4437-BF99-1F18FF666215}"/>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971F2D89-3AFA-462C-A5BD-B4834D79D7AB}"/>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EEBE0A77-5F8F-4EFA-9E4D-2BC3D33A027D}"/>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ED5EA339-2D75-4845-A961-C03B7CAB66A0}"/>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A7A48DCA-8EC7-4415-8708-6E42C0C2CE6B}"/>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C560EC80-D464-4DF1-8AEC-BC01120FA6FA}"/>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1AF20849-7232-4866-9279-385BD8BA6C2C}"/>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BC030753-3A56-40B5-A7C1-F9FBA7CA63F0}"/>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8BD997E9-B56A-48FF-8B5A-FFCC3ED868EB}"/>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DB351E86-0B1D-4925-B747-68CD32EF7A6C}"/>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F26CC5E9-1343-4280-BA6E-271F1DACCDAC}"/>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67EC7911-C7FF-4D4B-93BF-9F76173231BC}"/>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56119425-5B7F-47A5-922F-FEB587A77AA8}"/>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C6CBC21C-4190-462C-9AAD-36D73642A100}"/>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22FCC14C-C004-4352-8FC4-4B080B331DB7}"/>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9D3189DA-F0DC-4954-997A-AF1B4F03B54D}"/>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D3B55508-5DE9-4EEE-92E5-A18B8D8CBE1C}"/>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CED9E044-887D-4327-BD25-599719D086A7}"/>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204813B9-EFFF-4EEA-B4A3-94D1AA2B7043}"/>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6471052A-36E7-4D25-AB7F-2E27715A9B8B}"/>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6E982761-B7CA-4665-96FA-C377432A34DB}"/>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6A71BF13-3800-40E2-A196-BB730B1B5933}"/>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E3E18890-A004-4458-8622-A2B328E9FCDE}"/>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4E5F94E8-57EA-4CF5-8846-751ABCF37EDA}"/>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D52D490A-94E5-499D-8B4F-CB8F3059B8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70645047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9F9B686F-87FD-4AF5-8E1B-01C37A53C3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87">
            <a:extLst xmlns:a="http://schemas.openxmlformats.org/drawingml/2006/main">
              <a:ext uri="{FF2B5EF4-FFF2-40B4-BE49-F238E27FC236}">
                <a16:creationId xmlns:a16="http://schemas.microsoft.com/office/drawing/2014/main" id="{3BC26BF8-17EC-4685-83E0-DC9B2C6124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Demo는 문제에 맞춰 바뀌었다">
            <a:extLst xmlns:a="http://schemas.openxmlformats.org/drawingml/2006/main">
              <a:ext uri="{FF2B5EF4-FFF2-40B4-BE49-F238E27FC236}">
                <a16:creationId xmlns:a16="http://schemas.microsoft.com/office/drawing/2014/main" id="{EFECC252-A8E1-4AE3-BD53-BE7DE5DBB2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725447A7-7F59-47D7-905F-26626A7C39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25057508-FF44-408C-803B-911EA283BF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395512D0-8348-4519-B482-C776AA627D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B8895B83-2930-419F-85D2-F6EFA0FABF8D}"/>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60050EC3-7572-4A43-A2DB-960A8EA29EAB}"/>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B73C90D1-43B0-49DC-8580-700209163E94}"/>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E0C44533-D16A-4483-BCC1-231DD1840D15}"/>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5BC7209C-D9FE-4EC1-8598-0A46B5960D14}"/>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119A973D-48B1-4279-8B13-4FCB974124F6}"/>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0F596471-C0D1-4AE1-B16E-457070E717F9}"/>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023A1A1A-340F-4FE7-979C-AABF7F98A576}"/>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45DFC9B6-7DAB-4281-9CC6-0B3B3E2D8F7F}"/>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6EDA325D-71C3-4461-B9BF-9586F4B8ED13}"/>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FCA23D49-DD91-4A0C-9230-9B81232D0CD4}"/>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3733F7BC-85B0-4D0B-99CB-515D7BA0F198}"/>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AA2C424F-6431-476D-8DB9-FB839E795599}"/>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AF8B79E5-DABE-40E9-8C65-998C8566154D}"/>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99ECBE73-45F2-4147-A1BB-414BC738491A}"/>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96EEA6BC-E34E-4EA5-8DA9-8F112FAB7E17}"/>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7E05E847-C4CF-444D-99D4-FB614A00008F}"/>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AD5F5E5E-56B2-4C6D-80A1-4AF04A7B74CA}"/>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79CE5E62-1495-4EDC-9D74-F545EBBEC35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904175D2-BBC5-4ADD-8081-10E9EBE438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0558365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4D8E6A00-798C-4D09-820F-197EB1611C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01AE2776-4035-4594-9F26-48187E74F0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이번 문제에 필요한 구성만 선택했다">
            <a:extLst xmlns:a="http://schemas.openxmlformats.org/drawingml/2006/main">
              <a:ext uri="{FF2B5EF4-FFF2-40B4-BE49-F238E27FC236}">
                <a16:creationId xmlns:a16="http://schemas.microsoft.com/office/drawing/2014/main" id="{719DDDDF-BBEC-47E4-BBE4-0835B0AD7E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22FBD74A-1C20-4207-A9E1-A1D749CC79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35861C29-F4FA-41DD-944F-248B71B153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6DBF37D8-08E0-4C33-988E-53E8CFBA36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DA386A9E-247F-415A-839F-7CF5A00549CC}"/>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AE0360B2-8C4C-4163-8025-A3C34F8075AD}"/>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9E82AE68-C898-443C-8F6F-D3D933A4E9AA}"/>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E98B08B4-8017-4837-B144-716981FB1B7B}"/>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F3961C4D-796D-4081-8F7D-D175FEA9977F}"/>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19BB9A19-0A15-4953-9219-B12C63E672E7}"/>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D1FDB2F2-DAEC-4726-A17D-497D5BE7D29A}"/>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8919CCDB-D2C7-473B-BCD6-B97B6DF19B89}"/>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2FEDF557-E97A-4A60-BAE3-88F8C8A38DA3}"/>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906230AA-0A21-431A-B785-8F803C0A7497}"/>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A7DA2A59-D3CF-47BE-AF75-0C375272377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C461E494-5417-485C-8047-41B24B824D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19973234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CC698577-55E7-46F8-97EA-4A4A8BD618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89">
            <a:extLst xmlns:a="http://schemas.openxmlformats.org/drawingml/2006/main">
              <a:ext uri="{FF2B5EF4-FFF2-40B4-BE49-F238E27FC236}">
                <a16:creationId xmlns:a16="http://schemas.microsoft.com/office/drawing/2014/main" id="{15E8ED20-3F86-417A-8FD8-EE64DB1AE7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결과를 수용할지는 사람이 판단한다">
            <a:extLst xmlns:a="http://schemas.openxmlformats.org/drawingml/2006/main">
              <a:ext uri="{FF2B5EF4-FFF2-40B4-BE49-F238E27FC236}">
                <a16:creationId xmlns:a16="http://schemas.microsoft.com/office/drawing/2014/main" id="{D9997B09-4179-4D6C-A3C7-D592C567CC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DD31EB1-1835-4500-A74E-7A9EF4B3DE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4FEE24AA-E766-4D33-8994-F85AA1B209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3276CB73-8790-4AAF-B2A7-95D776E108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3EA73B15-8E8D-4BFA-8736-A542ECB1E343}"/>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010B22F1-4E24-4EC8-85F9-097D5600E5A6}"/>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DCE313DA-735C-4522-8FDC-8EB31C72C463}"/>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3A23B495-40D8-4F92-B2EB-6CDF315A7B33}"/>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65EF42EB-9F39-4F9B-B094-E4D3BD0B638E}"/>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FA161F5E-5578-49D0-AE21-207DFCE03DB8}"/>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38B83176-1A30-4B6B-9A04-64246A99E6C4}"/>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3F3126FC-8FE8-45EB-9794-8DCA458DEDB9}"/>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9A8E6D03-4C41-4B11-B6D8-EEC370D30AB1}"/>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DA8B0819-B16A-4CE0-9F67-54CEBA6829A3}"/>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B0B5FB1F-13D2-49E7-94ED-57B105F3E405}"/>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241F4D82-BD5A-4E7F-B9C5-CBC98F33DFE7}"/>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76904A3C-2808-467F-9457-70BF3F1AE9F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EEA7F013-F1A9-405F-8C4A-38533721BC8D}"/>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4B19C014-E437-4013-B7FD-D9B5FAC398A6}"/>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B39375C9-232C-4FAC-92DA-0B47ECD1E776}"/>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9542E326-75A4-4506-A21F-29299C0FB4C6}"/>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D8EB52F0-E173-47C1-9D30-D63E79AA62B3}"/>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1480C496-50A1-4BFF-B66F-BAEF8BE04B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66131609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9D11740D-8973-424C-8B50-117587F3C6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0">
            <a:extLst xmlns:a="http://schemas.openxmlformats.org/drawingml/2006/main">
              <a:ext uri="{FF2B5EF4-FFF2-40B4-BE49-F238E27FC236}">
                <a16:creationId xmlns:a16="http://schemas.microsoft.com/office/drawing/2014/main" id="{CF67B43B-C697-4B8B-B4D3-F71D18FA3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가 일할 조건과 확인 경로를 설계한다">
            <a:extLst xmlns:a="http://schemas.openxmlformats.org/drawingml/2006/main">
              <a:ext uri="{FF2B5EF4-FFF2-40B4-BE49-F238E27FC236}">
                <a16:creationId xmlns:a16="http://schemas.microsoft.com/office/drawing/2014/main" id="{E780837E-2304-4D2D-82F6-64D4AF3BFD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7FC5CA1-9A64-486F-A4EF-F3B2B1D144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7AAC6594-29FF-475E-9CC7-43BD501E3B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C46ADA31-05FC-4AAA-A362-5BC00E4FD2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1512C8F2-6ADD-4A13-8B55-17F4F452AE6C}"/>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AA1A4422-73E7-4672-873B-CC92F8BEC333}"/>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01257179-0A74-475B-868E-86AEDD8F36B4}"/>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E090AA86-2177-483F-8365-ADDABFB0DF34}"/>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9C56B0BF-B427-46F4-AEA4-D1D0D28945E9}"/>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45DE0553-D846-474C-8A38-13A504D10647}"/>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24D7EB4B-2341-455E-8A61-9D22028CCD4C}"/>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83B4326F-DB28-4B1A-8B4C-E2ECE0B56926}"/>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CBDE090A-101E-4F01-922C-166A3F839C65}"/>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FA80B58D-3E37-402B-97D7-BBF08E30B846}"/>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77AA8EB7-742E-4145-98ED-6C0D8D616856}"/>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97142374-D599-4FCC-9FF5-76B44468CE3F}"/>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20908B52-07B4-4F9C-A44B-43C822B274D8}"/>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BB0A9F46-1F6F-41B3-954E-EFF227DC546B}"/>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B5DFF654-DF3A-4A0D-AAE1-4B7B4662D653}"/>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9C1F06EA-C870-4C61-8551-C4991AA54372}"/>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C39B1CC6-EC06-4A80-88FB-FD61748088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7773236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ECA9EE73-01D2-41E1-83F6-4875307A93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91">
            <a:extLst xmlns:a="http://schemas.openxmlformats.org/drawingml/2006/main">
              <a:ext uri="{FF2B5EF4-FFF2-40B4-BE49-F238E27FC236}">
                <a16:creationId xmlns:a16="http://schemas.microsoft.com/office/drawing/2014/main" id="{3DDE17A1-148E-45F8-BDF7-A04674533C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모델·플랫폼이 바뀌면 Harness도 다시 본다">
            <a:extLst xmlns:a="http://schemas.openxmlformats.org/drawingml/2006/main">
              <a:ext uri="{FF2B5EF4-FFF2-40B4-BE49-F238E27FC236}">
                <a16:creationId xmlns:a16="http://schemas.microsoft.com/office/drawing/2014/main" id="{1CC6A0B3-D43C-45EC-8E0C-A0BA59049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D27FA688-B055-4BDC-82AA-55DB7E144F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E8D7D808-83FA-4F31-A558-35A6F93368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5393ACF4-F406-4E8C-B8D1-DCD5B1531E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2C9DE28A-F6FD-4017-9442-AC2AAF806CCA}"/>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378F6529-0D75-40B2-85FE-A7EB0C8285C2}"/>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BAF0B4B2-2BF3-4D45-BF68-8A8204F2ECB2}"/>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1001B2D9-5B89-49CB-BCF8-EA4FB2BEE8CE}"/>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633EE4C2-BF04-42B9-83EE-5D24BCF8AA81}"/>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30F8BAEC-3463-46EC-A3A8-941655E7DBD3}"/>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EA720412-5A73-43D6-AC38-C7410709F325}"/>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396FDFD-8E36-4C0F-8839-F93E199297AC}"/>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5EE58B64-00F5-4644-B6DC-A891239F9635}"/>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7463146C-F030-446C-93A0-B7A2C743374B}"/>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6156B1FB-12B0-46AB-9904-5A801D2F7F79}"/>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D28547CC-01F8-4EBB-B210-08749467F354}"/>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40061B98-A431-4949-ABAE-ACE9B8CC4839}"/>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8E0453D0-5809-4E8B-980C-AE90558DEF9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BCFE92D2-91D5-4125-B251-0CBB243D8022}"/>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B6E0133F-CAC2-4B26-90A6-0CB98172B3BB}"/>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9A0D4E88-1E32-4226-9513-B969FBF059EA}"/>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254FF888-9A07-43A0-963F-A8717C85E504}"/>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0B985089-78D0-4AE8-ACF9-A2860C9225F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A7150A5F-F180-428E-9AE7-8FBED54E9197}"/>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2E1F4605-D89A-40E3-B727-E0ECC03BA4D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48B98BD4-6646-492E-8741-07CEC0FE71A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8545B0C0-FA09-4A4A-826B-C68F589F558A}"/>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9AC5D75E-7DBE-4723-B3AC-0B68531F1D30}"/>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9CC2B2B5-17BF-4176-B47E-6D6751E4D1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085714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재평가 2/3 · 이 교육의 판단 기준">
            <a:extLst xmlns:a="http://schemas.openxmlformats.org/drawingml/2006/main">
              <a:ext uri="{FF2B5EF4-FFF2-40B4-BE49-F238E27FC236}">
                <a16:creationId xmlns:a16="http://schemas.microsoft.com/office/drawing/2014/main" id="{AE1EB508-50CB-412F-9852-4A13FDCA0B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92">
            <a:extLst xmlns:a="http://schemas.openxmlformats.org/drawingml/2006/main">
              <a:ext uri="{FF2B5EF4-FFF2-40B4-BE49-F238E27FC236}">
                <a16:creationId xmlns:a16="http://schemas.microsoft.com/office/drawing/2014/main" id="{25944500-774C-4016-8C42-46F3260DF8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무엇을 남기고, 무엇을 덜어낼까?">
            <a:extLst xmlns:a="http://schemas.openxmlformats.org/drawingml/2006/main">
              <a:ext uri="{FF2B5EF4-FFF2-40B4-BE49-F238E27FC236}">
                <a16:creationId xmlns:a16="http://schemas.microsoft.com/office/drawing/2014/main" id="{78EE7770-BC9B-478A-B513-3C89540466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BF926E16-BC84-4EC6-A6F2-584617BB5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9F548CFE-51F6-49CF-845A-0CDC92952C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E65126F9-ACD6-408B-B3CA-6B5598B3B9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1AC39EAD-46E9-498A-B13C-7B4E033EFD0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EC3B7CEA-742A-40CF-B814-A74B555E07CE}"/>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75C3B4EC-CC90-44A4-A002-B3F95AC29E87}"/>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89D99C51-9AEE-4B5B-8056-58439D3AAAEA}"/>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925D9A8-0123-4068-B7DE-689E6B30E32E}"/>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DDEA3D1F-6EA5-41EB-8354-62239861A6E8}"/>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AFDD3D47-07F7-472D-AE22-C435371FE4EF}"/>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F4EFA893-C425-4CFA-BFA8-AE6315757C7C}"/>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0DCD5343-946D-4E92-A396-49EF7A61ED05}"/>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50279528-D3B8-4BC5-A5DB-3EF7022E043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6138C5A4-313B-447A-ABA5-A03DABAD206D}"/>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AC086EDC-0EFC-48D1-9C5E-206367258CA1}"/>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05081543-C86F-45B3-A2BA-78C95437C88C}"/>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6C92696D-25C0-4B71-87A6-B3516BA0CD5A}"/>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Legacy module connection">
            <a:extLst xmlns:a="http://schemas.openxmlformats.org/drawingml/2006/main">
              <a:ext uri="{FF2B5EF4-FFF2-40B4-BE49-F238E27FC236}">
                <a16:creationId xmlns:a16="http://schemas.microsoft.com/office/drawing/2014/main" id="{2A181164-7EAB-489E-A2D4-1EF66A1FD2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03135180"/>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5 · 재평가 3/3 · 평가 설계 / 실제 실행 결과 아님">
            <a:extLst xmlns:a="http://schemas.openxmlformats.org/drawingml/2006/main">
              <a:ext uri="{FF2B5EF4-FFF2-40B4-BE49-F238E27FC236}">
                <a16:creationId xmlns:a16="http://schemas.microsoft.com/office/drawing/2014/main" id="{4F3B51E8-583C-4C06-AEE4-A9FA88BB74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93">
            <a:extLst xmlns:a="http://schemas.openxmlformats.org/drawingml/2006/main">
              <a:ext uri="{FF2B5EF4-FFF2-40B4-BE49-F238E27FC236}">
                <a16:creationId xmlns:a16="http://schemas.microsoft.com/office/drawing/2014/main" id="{5D997E24-A085-4C22-864C-5CB91A29BB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덜어낸 뒤에도 필요한 일을 하는가?">
            <a:extLst xmlns:a="http://schemas.openxmlformats.org/drawingml/2006/main">
              <a:ext uri="{FF2B5EF4-FFF2-40B4-BE49-F238E27FC236}">
                <a16:creationId xmlns:a16="http://schemas.microsoft.com/office/drawing/2014/main" id="{C51D39AC-4FDC-4948-8C5D-68F962C57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DE3E7116-80DD-4FF4-9276-7109AD16A5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54BBBBF7-9D01-4D91-ACC7-4A897A84F5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8D966F73-8BB3-4896-867E-A45DB3FD29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24E5C9C9-36E2-4854-80D6-7A6DBCA97BE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291D2925-6EE3-46AF-B4F5-117E87423158}"/>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86E3C745-51AC-4D83-85F7-FAB50ABB4DBE}"/>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36BAD08D-8F82-4CF5-9037-4A5A870CA3C4}"/>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4B28E938-232C-4A21-9525-78B2944720F0}"/>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D3B051C3-30F8-4F6C-A84B-CE66AB241601}"/>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D85330A8-2AF4-4B6A-B2A8-A5C6D7AC315B}"/>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6DF7EC0B-0E2F-4A14-8F2D-50C6392BE10D}"/>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FBAF767B-D6F0-4080-AD12-F568FD41A7D9}"/>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7FBC9CF3-E7DD-4AEB-AB73-D9CB93F716AD}"/>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C0A8E8C7-46F3-4167-9176-1BD82F40E13E}"/>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E03F28FF-B3A8-4673-8C89-398AD12E81F1}"/>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3E7D3429-51F1-4732-B1E3-DFCDB7D82F23}"/>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4C9B9610-D038-468F-81F7-E9FE0054E14F}"/>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A54B8565-BD5F-4A8C-934D-B5C5E4950B85}"/>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65659A92-626F-40D0-B848-ADF72EE76186}"/>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D68401D3-45BA-42D7-A586-0457A88D17FE}"/>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C0CA0072-B2E8-4C6B-982E-D2080E885160}"/>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1D3713A9-250D-47E9-B786-31DCC07B4FAA}"/>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D51E23D7-D44E-410E-BF6C-3D223164A534}"/>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78D42D0F-42E5-4C8E-972C-55B6457FFBC7}"/>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2D808129-167A-4C36-B433-58E0172BA781}"/>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014EA8CC-E332-4E41-9175-3CFC5FF8BFEE}"/>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43E98496-4F40-4FB8-977C-CEC46DAAFB2F}"/>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E4F1CCD2-79E4-48D2-8353-7BDBE490B3D6}"/>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0CAB5C9E-1BD0-4654-9F73-80047B334DE5}"/>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32FC3AB4-9186-4CB5-B93C-BBC7159EAF70}"/>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Legacy module connection">
            <a:extLst xmlns:a="http://schemas.openxmlformats.org/drawingml/2006/main">
              <a:ext uri="{FF2B5EF4-FFF2-40B4-BE49-F238E27FC236}">
                <a16:creationId xmlns:a16="http://schemas.microsoft.com/office/drawing/2014/main" id="{E25305DD-9195-42A7-ADEF-EE85C45C77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229073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A56FE515-D66B-475D-87D3-4B2D45AD1B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94">
            <a:extLst xmlns:a="http://schemas.openxmlformats.org/drawingml/2006/main">
              <a:ext uri="{FF2B5EF4-FFF2-40B4-BE49-F238E27FC236}">
                <a16:creationId xmlns:a16="http://schemas.microsoft.com/office/drawing/2014/main" id="{8FDCACE7-2DF7-417D-9294-AFFF62DF24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내 업무에서는 무엇이 반복해서 막힐까?">
            <a:extLst xmlns:a="http://schemas.openxmlformats.org/drawingml/2006/main">
              <a:ext uri="{FF2B5EF4-FFF2-40B4-BE49-F238E27FC236}">
                <a16:creationId xmlns:a16="http://schemas.microsoft.com/office/drawing/2014/main" id="{9B46BB36-EA58-4B6A-919E-F2D76FAFBC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2CA45EA7-EE1E-45A7-B6EF-BB4F1122ED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1C6B6D08-4462-49DC-8C3B-ECFFF61732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12F00924-5C6C-4998-A0E0-CF2D92BDB5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6FF7AD89-5224-487B-805E-DF8E8A89B2B9}"/>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0D7ADDB3-6A95-47EF-9D5D-D4454C4DCFB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1224F2A-E2C5-48AB-93AD-8A6F5C24B35A}"/>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EFD67CD-A9CB-4C68-BC95-8FF9ADBA0B0D}"/>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63FF5FA9-C2DF-446F-AB66-F0C89860BC4C}"/>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4ACE06F0-430E-4163-8BF7-3071AA3D2C53}"/>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AC7C5AC5-C66C-4056-84C9-08A72FDD53A1}"/>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D24F83A-D4E2-40E6-AD6E-BAE8A68DBDCB}"/>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0C42BD4E-4F24-4C87-9CEA-11B995FB3F1E}"/>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BB0F0991-DEED-412E-8517-872941DBE9A5}"/>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F0BB1C40-B80F-4772-A16F-B4A2BB1BB1CC}"/>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EC3A1FD8-9671-41A9-9108-A0BEC801F641}"/>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EB8766C2-2FB6-44E6-B211-252BCDBD913D}"/>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5CDB1623-1912-4B2E-918F-EE7BDDA1D010}"/>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C909925B-29F1-476E-8EC3-7336314A5B3F}"/>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D9E0AFA4-82DF-4783-8C17-16F869208E0B}"/>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34502491-3341-4E55-B270-117B31DF7F7F}"/>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FBA94E54-A38B-4EEB-B819-5A5C82190FF3}"/>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9FC67FDC-8DD9-405C-A2BA-98FCE3F3C6DC}"/>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CEB5AA41-7F41-4BE9-A004-18E04B80DFA3}"/>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891A27D8-77EB-4D72-8AF2-2A6552FCF4C6}"/>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452DD22A-7B61-4348-84AE-3B183EB3035B}"/>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ABA02E7-0019-405F-886E-5CAD3A6A7981}"/>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56D00D85-D8FB-4828-81C1-D45359D77751}"/>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CEC46391-CD05-4D6E-AD7D-B590AFACB21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D841FC6F-9B5F-4F50-B3BB-7B454F6412E0}"/>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077A1174-5EDA-4151-B0D4-888453475F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8679767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C37A2365-B56D-4C40-9AA0-D20F6AB422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95">
            <a:extLst xmlns:a="http://schemas.openxmlformats.org/drawingml/2006/main">
              <a:ext uri="{FF2B5EF4-FFF2-40B4-BE49-F238E27FC236}">
                <a16:creationId xmlns:a16="http://schemas.microsoft.com/office/drawing/2014/main" id="{22CD6DF4-5174-4050-BC7E-AF7F9476A4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고른 문제에서, 다음 행동 하나로">
            <a:extLst xmlns:a="http://schemas.openxmlformats.org/drawingml/2006/main">
              <a:ext uri="{FF2B5EF4-FFF2-40B4-BE49-F238E27FC236}">
                <a16:creationId xmlns:a16="http://schemas.microsoft.com/office/drawing/2014/main" id="{7B12FF14-7986-4A11-971D-68469A5ADF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C27C8BF2-F54B-49C3-8F08-7FF8DBA1FA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F863A35C-CED3-4F88-9938-A3FD64C7A8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AB4A9A38-E582-4A10-9939-437DC2EBD8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B159BE6C-E44E-45FB-B01A-16B2CDA2DB85}"/>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6D88CA2-7E6A-4E2D-B220-606295C41089}"/>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9E8AE1F-18A3-4C44-BA02-AF7AB9B98A0A}"/>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5D63EE89-8D57-4401-B101-59D683C12FE6}"/>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A2BE9C9C-4BD6-410A-BD81-C1BAB846EA0C}"/>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066C7BFC-F68E-4C81-9749-7D613C07B1FB}"/>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27FC0410-3AC2-4E2C-ACAD-85D58E3389E9}"/>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4118330F-A22D-4C4E-939E-640E4CBB5CD7}"/>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77CEA6D0-F75F-4E38-B532-D9FC1BD56BAA}"/>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52BB6342-5B28-4276-A915-C2209CF8F34F}"/>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4C8E2E95-6168-4AA3-B442-716B22D5FA5F}"/>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3C9EF3CC-76F4-4B3E-B6E5-127E78D13BFF}"/>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ADDC1449-CE23-4539-8A74-F0918D40A3EC}"/>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321D779A-1C2E-4063-A25F-34F492ED1E4D}"/>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9DE42A3-9CBD-4D67-A527-84B918AD05DF}"/>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639FBA41-7C9F-40A7-91D1-FBA5A2A03B1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EF214E92-A988-4803-B868-1FBCFA87A1F4}"/>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45EF13DF-0868-4C99-8BDD-4F84D3CACD90}"/>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1CE7858-EC0E-476A-ADF0-F8FFB00B484F}"/>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F3513F75-7A99-465A-A76A-236A747E4F43}"/>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57159BD2-ECF0-4623-9A36-8724C128B5B6}"/>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772C7D00-094C-4E3A-84B1-6E14FDE92D00}"/>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4C4660BD-2234-4C7C-B32A-016340CD62AC}"/>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93C81ABB-BCDB-49CE-A6BE-9DC78686DD69}"/>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394610F8-8A1B-4091-A418-F19882CEDD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1935111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54CA0BFD-5832-44BE-B5ED-0D633EE346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96">
            <a:extLst xmlns:a="http://schemas.openxmlformats.org/drawingml/2006/main">
              <a:ext uri="{FF2B5EF4-FFF2-40B4-BE49-F238E27FC236}">
                <a16:creationId xmlns:a16="http://schemas.microsoft.com/office/drawing/2014/main" id="{96DED278-3292-4AC8-A155-C31ACD00FE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Q&amp;A와 교육 마무리">
            <a:extLst xmlns:a="http://schemas.openxmlformats.org/drawingml/2006/main">
              <a:ext uri="{FF2B5EF4-FFF2-40B4-BE49-F238E27FC236}">
                <a16:creationId xmlns:a16="http://schemas.microsoft.com/office/drawing/2014/main" id="{C6889F06-5E9F-4D9E-9D84-3589097CF6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4096DAC6-9AC4-48D8-8D72-71F3D4685F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42401DDC-D32B-4DEA-A1CB-40C0CE4019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6BF0C661-352F-47ED-A68D-1C3E423077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AEEC1B0D-8636-400B-ACAC-22AAC009683A}"/>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FC195FDB-DBBC-440E-963C-06668BE3D3A9}"/>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2EAA797D-0E9A-434F-A46A-B8C3778C37EE}"/>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0417B14-C4B3-4D36-9E75-DFD9EB377D7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66605FE6-148D-44D2-A447-61E3A2926F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881068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2026-10-25T01:05:52.8400000Z</dcterms:created>
  <dcterms:modified xsi:type="dcterms:W3CDTF">2026-10-25T01:05:52.8400000Z</dcterms:modified>
</coreProperties>
</file>