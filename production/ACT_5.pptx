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97d16cc1574b70" /><Relationship Type="http://schemas.openxmlformats.org/officeDocument/2006/relationships/extended-properties" Target="/docProps/app.xml" Id="R79d007b5259445d5" /><Relationship Type="http://schemas.openxmlformats.org/officeDocument/2006/relationships/officeDocument" Target="/ppt/presentation.xml" Id="R37eab34aa0ec4a62" /></Relationships>
</file>

<file path=ppt/presentation.xml><?xml version="1.0" encoding="utf-8"?>
<p:presentation xmlns:p="http://schemas.openxmlformats.org/presentationml/2006/main">
  <p:sldMasterIdLst>
    <p:sldMasterId xmlns:r="http://schemas.openxmlformats.org/officeDocument/2006/relationships" id="2147483648" r:id="Rcd84dbd352f8450b"/>
  </p:sldMasterIdLst>
  <p:notesMasterIdLst>
    <p:notesMasterId xmlns:r="http://schemas.openxmlformats.org/officeDocument/2006/relationships" r:id="R7f57892abf00439f"/>
  </p:notesMasterIdLst>
  <p:sldIdLst>
    <p:sldId xmlns:r="http://schemas.openxmlformats.org/officeDocument/2006/relationships" id="256" r:id="R1f273ee67d074bb6"/>
    <p:sldId xmlns:r="http://schemas.openxmlformats.org/officeDocument/2006/relationships" id="257" r:id="Rbfc7718cd10b4647"/>
    <p:sldId xmlns:r="http://schemas.openxmlformats.org/officeDocument/2006/relationships" id="258" r:id="R2b9d39cf62394ff2"/>
    <p:sldId xmlns:r="http://schemas.openxmlformats.org/officeDocument/2006/relationships" id="259" r:id="Rb3b7033d95cf4f72"/>
    <p:sldId xmlns:r="http://schemas.openxmlformats.org/officeDocument/2006/relationships" id="260" r:id="R6bf97a28b0e048ac"/>
    <p:sldId xmlns:r="http://schemas.openxmlformats.org/officeDocument/2006/relationships" id="261" r:id="R80783758e4af4399"/>
    <p:sldId xmlns:r="http://schemas.openxmlformats.org/officeDocument/2006/relationships" id="262" r:id="Rb4baa67afd684798"/>
    <p:sldId xmlns:r="http://schemas.openxmlformats.org/officeDocument/2006/relationships" id="263" r:id="Re377e9cab3b94176"/>
    <p:sldId xmlns:r="http://schemas.openxmlformats.org/officeDocument/2006/relationships" id="264" r:id="Rec795aa6ecd0481e"/>
    <p:sldId xmlns:r="http://schemas.openxmlformats.org/officeDocument/2006/relationships" id="265" r:id="Rbbf35e1fbdfb4fa7"/>
    <p:sldId xmlns:r="http://schemas.openxmlformats.org/officeDocument/2006/relationships" id="266" r:id="R61df7c1cf5ef468b"/>
    <p:sldId xmlns:r="http://schemas.openxmlformats.org/officeDocument/2006/relationships" id="267" r:id="R394326ef47234d4f"/>
    <p:sldId xmlns:r="http://schemas.openxmlformats.org/officeDocument/2006/relationships" id="268" r:id="Raca648297433451a"/>
    <p:sldId xmlns:r="http://schemas.openxmlformats.org/officeDocument/2006/relationships" id="269" r:id="R2322666df30b411a"/>
    <p:sldId xmlns:r="http://schemas.openxmlformats.org/officeDocument/2006/relationships" id="270" r:id="Rf25842b0b26b46d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d3cad9cec44f13" /><Relationship Type="http://schemas.openxmlformats.org/officeDocument/2006/relationships/slideMaster" Target="/ppt/slideMasters/slideMaster1.xml" Id="Rcd84dbd352f8450b" /><Relationship Type="http://schemas.openxmlformats.org/officeDocument/2006/relationships/notesMaster" Target="/ppt/notesMasters/notesMaster1.xml" Id="R7f57892abf00439f" /><Relationship Type="http://schemas.openxmlformats.org/officeDocument/2006/relationships/presProps" Target="/ppt/presProps.xml" Id="R4b4b72758f3246a9" /><Relationship Type="http://schemas.openxmlformats.org/officeDocument/2006/relationships/tableStyles" Target="/ppt/tableStyles.xml" Id="Rc07c3bf16cc842f4" /><Relationship Type="http://schemas.openxmlformats.org/officeDocument/2006/relationships/slide" Target="/ppt/slides/slide1.xml" Id="R1f273ee67d074bb6" /><Relationship Type="http://schemas.openxmlformats.org/officeDocument/2006/relationships/slide" Target="/ppt/slides/slide2.xml" Id="Rbfc7718cd10b4647" /><Relationship Type="http://schemas.openxmlformats.org/officeDocument/2006/relationships/slide" Target="/ppt/slides/slide3.xml" Id="R2b9d39cf62394ff2" /><Relationship Type="http://schemas.openxmlformats.org/officeDocument/2006/relationships/slide" Target="/ppt/slides/slide4.xml" Id="Rb3b7033d95cf4f72" /><Relationship Type="http://schemas.openxmlformats.org/officeDocument/2006/relationships/slide" Target="/ppt/slides/slide5.xml" Id="R6bf97a28b0e048ac" /><Relationship Type="http://schemas.openxmlformats.org/officeDocument/2006/relationships/slide" Target="/ppt/slides/slide6.xml" Id="R80783758e4af4399" /><Relationship Type="http://schemas.openxmlformats.org/officeDocument/2006/relationships/slide" Target="/ppt/slides/slide7.xml" Id="Rb4baa67afd684798" /><Relationship Type="http://schemas.openxmlformats.org/officeDocument/2006/relationships/slide" Target="/ppt/slides/slide8.xml" Id="Re377e9cab3b94176" /><Relationship Type="http://schemas.openxmlformats.org/officeDocument/2006/relationships/slide" Target="/ppt/slides/slide9.xml" Id="Rec795aa6ecd0481e" /><Relationship Type="http://schemas.openxmlformats.org/officeDocument/2006/relationships/slide" Target="/ppt/slides/slide10.xml" Id="Rbbf35e1fbdfb4fa7" /><Relationship Type="http://schemas.openxmlformats.org/officeDocument/2006/relationships/slide" Target="/ppt/slides/slide11.xml" Id="R61df7c1cf5ef468b" /><Relationship Type="http://schemas.openxmlformats.org/officeDocument/2006/relationships/slide" Target="/ppt/slides/slide12.xml" Id="R394326ef47234d4f" /><Relationship Type="http://schemas.openxmlformats.org/officeDocument/2006/relationships/slide" Target="/ppt/slides/slide13.xml" Id="Raca648297433451a" /><Relationship Type="http://schemas.openxmlformats.org/officeDocument/2006/relationships/slide" Target="/ppt/slides/slide14.xml" Id="R2322666df30b411a" /><Relationship Type="http://schemas.openxmlformats.org/officeDocument/2006/relationships/slide" Target="/ppt/slides/slide15.xml" Id="Rf25842b0b26b46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de759edcf04e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3b165725256404e" /><Relationship Type="http://schemas.openxmlformats.org/officeDocument/2006/relationships/notesMaster" Target="/ppt/notesMasters/notesMaster1.xml" Id="Rbeb2b8b18e3440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d589fe74c924417" /><Relationship Type="http://schemas.openxmlformats.org/officeDocument/2006/relationships/notesMaster" Target="/ppt/notesMasters/notesMaster1.xml" Id="Rf819b2330f6642d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8711c447c44810" /><Relationship Type="http://schemas.openxmlformats.org/officeDocument/2006/relationships/notesMaster" Target="/ppt/notesMasters/notesMaster1.xml" Id="Rb6ba546e22c544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c9429473a64c03" /><Relationship Type="http://schemas.openxmlformats.org/officeDocument/2006/relationships/notesMaster" Target="/ppt/notesMasters/notesMaster1.xml" Id="R3564733bfddf4014"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65216990944916" /><Relationship Type="http://schemas.openxmlformats.org/officeDocument/2006/relationships/notesMaster" Target="/ppt/notesMasters/notesMaster1.xml" Id="R84b2b35c573b4f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c6a8b520c54090" /><Relationship Type="http://schemas.openxmlformats.org/officeDocument/2006/relationships/notesMaster" Target="/ppt/notesMasters/notesMaster1.xml" Id="R56fba74bad624ef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a2dec795994574" /><Relationship Type="http://schemas.openxmlformats.org/officeDocument/2006/relationships/notesMaster" Target="/ppt/notesMasters/notesMaster1.xml" Id="Rc9e9b71419974412" /></Relationships>
</file>

<file path=ppt/notesSlides/_rels/notesSlide8.xml.rels>&#65279;<?xml version="1.0" encoding="utf-8"?><Relationships xmlns="http://schemas.openxmlformats.org/package/2006/relationships"><Relationship Type="http://schemas.openxmlformats.org/officeDocument/2006/relationships/slide" Target="/ppt/slides/slide8.xml" Id="R52d9010bcfe841cb" /><Relationship Type="http://schemas.openxmlformats.org/officeDocument/2006/relationships/notesMaster" Target="/ppt/notesMasters/notesMaster1.xml" Id="Rdabd2496f1b14db7"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5fdf41e3da4e55" /><Relationship Type="http://schemas.openxmlformats.org/officeDocument/2006/relationships/notesMaster" Target="/ppt/notesMasters/notesMaster1.xml" Id="R9ae77385ad2f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d51f67bf5cb4eb2" /><Relationship Type="http://schemas.openxmlformats.org/officeDocument/2006/relationships/notesMaster" Target="/ppt/notesMasters/notesMaster1.xml" Id="Ra69795b9111646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17d2fe16264695" /><Relationship Type="http://schemas.openxmlformats.org/officeDocument/2006/relationships/notesMaster" Target="/ppt/notesMasters/notesMaster1.xml" Id="R55c81005d85a48f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b1a55c9ff194549" /><Relationship Type="http://schemas.openxmlformats.org/officeDocument/2006/relationships/notesMaster" Target="/ppt/notesMasters/notesMaster1.xml" Id="Re585aa02e99f4e7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3ee07db07674125" /><Relationship Type="http://schemas.openxmlformats.org/officeDocument/2006/relationships/notesMaster" Target="/ppt/notesMasters/notesMaster1.xml" Id="R700f19abb19f48c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03daf989fba4f52" /><Relationship Type="http://schemas.openxmlformats.org/officeDocument/2006/relationships/notesMaster" Target="/ppt/notesMasters/notesMaster1.xml" Id="Re800f9adc8f345c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97b59967d10431e" /><Relationship Type="http://schemas.openxmlformats.org/officeDocument/2006/relationships/notesMaster" Target="/ppt/notesMasters/notesMaster1.xml" Id="R78b1c67eccfa41f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내 업무에 맞게 조합하고 덜어내기</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S101의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S101에서 실제 제품 이력과 이번 교육의 모델을 구분하며 전체 여정을 회수한다.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전체406분이다. 제목·부제만 안내하고1분에 S101로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production/preview/full/S100.png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문제에 맞춰, 일하는 방식을 넓혔다</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목표에 이르기까지 검토와 수정을 연결하는 Loop를 전체 여정에서 회수한다.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S99의 목표·피드백·운영 질문과 S100의 ACT5 제목을 받아 전체 여정으로 시야를 넓힌다. 새 성찰이나 평가를 요구하지 않는다.</a:t>
            </a:r>
          </a:p>
          <a:p xmlns:a="http://schemas.openxmlformats.org/drawingml/2006/main">
            <a:r>
              <a:t>2. (0:30–2:45 / Lecture) 다섯 열을 읽는다. Chatbot은 질문과 답, Prompt는 이번 작업의 구체화, Context는 프로젝트 지식의 출처, Harness는 방법·환경 설계, Loop는 목표 충족까지 검토·수정을 이어 주는 대응이다. 이미 다룬 문제만 한 문장씩 회수한다.</a:t>
            </a:r>
          </a:p>
          <a:p xmlns:a="http://schemas.openxmlformats.org/drawingml/2006/main">
            <a:r>
              <a:t>3. (2:45–4:00 / Lecture) 모든 프로젝트가 같은 순서나 구성을 요구하지 않는다고 한정한다. 다음 S102는 이 모델 가운데 실제 제품 이력만 별도로 보여 준다.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목표에 이르기까지 검토와 수정을 연결하는 Loop를 전체 여정에서 회수한다.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S109/S110에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실제 Demo는 문제에 맞춰 바뀌었다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Product State의 변화는 기존 관찰대로 보존하고, 다중 모델 루프는 앞 ACT의 설계·연구라는 경계를 밝힌다.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제품 저장소에서 확인한 변화만이라는 범위를 먼저 읽는다. 세 행은 일곱 기존 Git State를 모은 설명이며 새 State가 아니다.</a:t>
            </a:r>
          </a:p>
          <a:p xmlns:a="http://schemas.openxmlformats.org/drawingml/2006/main">
            <a:r>
              <a:t>2. (1:00–2:30 / VISUAL Demo) crop 구현 수정은 TRIAL-002/S23–S24, 기본 안내·상세 문서 정리는 STATE-01–03/S39–S53, Skill 재사용과 밝기 통계 변경 검증은 TRIAL-008/S61–S66을 근거로 짚는다. 수치·전체 코드·개별 Trial을 다시 설명하지 않는다.</a:t>
            </a:r>
          </a:p>
          <a:p xmlns:a="http://schemas.openxmlformats.org/drawingml/2006/main">
            <a:r>
              <a:t>3. (2:30–3:00 / VISUAL Demo) Product endpoint는 STATE-04-PERF다. 목표 기반 다중 모델 루프는 앞 ACT의 교육용 설계와 연구에서 살펴봤으며 실제 제품 실행 이력에 합치지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FROZEN — 기존99장의 Story·배정·Demo 범위를 보존한 현행115장 구조; FROZEN WITH SCOPE; TEACHING_MODEL; State 의미는 기록된 Demo evidence 범위에 한정한다. Benchmark 준비 commit은 보조 이력이지 별도 State가 아니다. 다중 모델 반복 루프는 실제 Product Git State로 구현·검증하지 않았다. 앞 ACT의 설계와 논문 근거를 실제 제품 이력에 합치지 않는다.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실제 Product State의 변화는 기존 관찰대로 보존하고, 다중 모델 루프는 앞 ACT의 설계·연구라는 경계를 밝힌다.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이번 문제에 필요한 구성만 선택했다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S102의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S104로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S71에서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결과를 수용할지는 사람이 판단한다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S103의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S105에서는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AI가 일할 조건과 확인 경로를 설계한다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목표·Context·수행 방법·검증과 목표까지의 수정·재검토를 업무에 맞게 설계한다.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S104의 수용 판단을 받아, 그 판단에 필요한 근거가 나오도록 작업 조건을 설계하는 관점으로 이동한다.</a:t>
            </a:r>
          </a:p>
          <a:p xmlns:a="http://schemas.openxmlformats.org/drawingml/2006/main">
            <a:r>
              <a:t>2. (0:30–2:20 / Lecture) 맡길 범위는 목표·제약·변경 범위, 일할 조건은 프로젝트 지식과 재사용할 수행 방법, 확인과 피드백은 검증 근거와 목표까지의 수정·재검토다. 앞의 다섯 관점을 세 책임 영역에 연결하며 새 필수 단계로 만들지 않는다.</a:t>
            </a:r>
          </a:p>
          <a:p xmlns:a="http://schemas.openxmlformats.org/drawingml/2006/main">
            <a:r>
              <a:t>3. (2:20–3:00 / Lecture) 이 과정의 AI-Native Development라는 이름을 회수한다. 이후 S106에서 모델·플랫폼·업무 조건이 달라지면 이미 만든 구조도 재평가해야 한다는 질문을 연다. 통합·제거의 상세 내용은 다음 세 장에 남긴다.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목표·Context·수행 방법·검증과 목표까지의 수정·재검토를 업무에 맞게 설계한다.</a:t>
            </a:r>
          </a:p>
          <a:p xmlns:a="http://schemas.openxmlformats.org/drawingml/2006/main">
            <a:r>
              <a:t/>
            </a:r>
          </a:p>
          <a:p xmlns:a="http://schemas.openxmlformats.org/drawingml/2006/main">
            <a:r>
              <a:t>**C++ Vision Bridge:**</a:t>
            </a:r>
          </a:p>
          <a:p xmlns:a="http://schemas.openxmlformats.org/drawingml/2006/main">
            <a:r>
              <a:t>재평가3장을 거쳐 S109에서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모델·플랫폼이 바뀌면 Harness도 다시 본다</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S105의 설계 관점에서 “그때 필요했던 보조 장치가 지금도 필요한가?”를 묻는다. S103은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S107의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S109/S110에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무엇을 남기고, 무엇을 덜어낼까?</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S106의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S108으로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S109/S110에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덜어낸 뒤에도 필요한 일을 하는가?</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S107에서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S109에서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S109/S110에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내 업무에서는 무엇이 반복해서 막힐까?</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S110에서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S110의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고른 문제에서, 다음 행동 하나로</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S109에서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S111–S113의 찾아보기에서 팁 위치만 짚고 S114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S109과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S111의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S109의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실무 적용 팁 · 작업 환경과 기준</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팁의 위치는 S12, S48, S58, S63, S68, S70, S80다. 새 제작 팁도 공식 안내 각색이며 실제 Trial 생성 이력이 아니다. 각 원래 장의 근거 범위를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S112으로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S112으로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production/preview/full/S111.png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요청 작성</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S113로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S113로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검증과 개선</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S87, S91, S107, S108다.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S107 무엇을 남기고, 무엇을 덜어낼까? / S108 덜어낸 뒤에도 필요한 일을 하는가?. 제목·위치만 짚고 본문을 다시 강의하지 않는다.</a:t>
            </a:r>
          </a:p>
          <a:p xmlns:a="http://schemas.openxmlformats.org/drawingml/2006/main">
            <a:r>
              <a:t>3. (0:45–1:00 / Lecture) S114로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Q&amp;A와 교육 마무리</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S110에서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S101과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S110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S114와 production/preview/act5/S114.png를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2768b42c1545d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4c3dca17efd49e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fef55d6657d469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3bdfd73b2204f2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41b4f88021d40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af53494db37470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FE19CF-3BA2-41DF-BE0A-A32A2B7437F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4A7C7CE-EFAB-4FC6-BDD0-6509BED9CF0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325857-5A9F-444E-815A-39A12823023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581B2E-7EDF-488C-9660-E2B2B6C9BB3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D7E23B1-1190-40F7-ADAC-6FBE4000597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C68ED99-83FE-4CE0-B96E-9A6A0F0E4F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52D9F77-708F-4DCB-99D3-7D3A41E7C30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9DC7828-3B0D-47F9-991E-5E52D122905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5C0B0B-6A97-46FF-BFE1-A357B7D4D0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0FBC4CB-1FCD-4999-B7EA-FF6BFC67A87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efd79d5484f42cd" /><Relationship Type="http://schemas.openxmlformats.org/officeDocument/2006/relationships/slideLayout" Target="/ppt/slideLayouts/slideLayout1.xml" Id="Rdb8d906d3bd64fa6" /><Relationship Type="http://schemas.openxmlformats.org/officeDocument/2006/relationships/slideLayout" Target="/ppt/slideLayouts/slideLayout2.xml" Id="R5c620cd3d7954a3c" /><Relationship Type="http://schemas.openxmlformats.org/officeDocument/2006/relationships/slideLayout" Target="/ppt/slideLayouts/slideLayout3.xml" Id="Rdd527598610b4e92" /><Relationship Type="http://schemas.openxmlformats.org/officeDocument/2006/relationships/slideLayout" Target="/ppt/slideLayouts/slideLayout4.xml" Id="R91f8fb2a3b7b443e" /><Relationship Type="http://schemas.openxmlformats.org/officeDocument/2006/relationships/slideLayout" Target="/ppt/slideLayouts/slideLayout5.xml" Id="R71e3890693634ac8" /><Relationship Type="http://schemas.openxmlformats.org/officeDocument/2006/relationships/slideLayout" Target="/ppt/slideLayouts/slideLayout6.xml" Id="R25d2e48828914c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b8d906d3bd64fa6"/>
    <p:sldLayoutId xmlns:r="http://schemas.openxmlformats.org/officeDocument/2006/relationships" id="2147483650" r:id="R5c620cd3d7954a3c"/>
    <p:sldLayoutId xmlns:r="http://schemas.openxmlformats.org/officeDocument/2006/relationships" id="2147483651" r:id="Rdd527598610b4e92"/>
    <p:sldLayoutId xmlns:r="http://schemas.openxmlformats.org/officeDocument/2006/relationships" id="2147483652" r:id="R91f8fb2a3b7b443e"/>
    <p:sldLayoutId xmlns:r="http://schemas.openxmlformats.org/officeDocument/2006/relationships" id="2147483653" r:id="R71e3890693634ac8"/>
    <p:sldLayoutId xmlns:r="http://schemas.openxmlformats.org/officeDocument/2006/relationships" id="2147483654" r:id="R25d2e48828914c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1b3016140e4b1c" /><Relationship Type="http://schemas.openxmlformats.org/officeDocument/2006/relationships/notesSlide" Target="/ppt/notesSlides/notesSlide1.xml" Id="Ra043a188dfbd42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743b98848284071" /><Relationship Type="http://schemas.openxmlformats.org/officeDocument/2006/relationships/notesSlide" Target="/ppt/notesSlides/notesSlide2.xml" Id="R9cd057cec5f54ff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6b81636a48e4807" /><Relationship Type="http://schemas.openxmlformats.org/officeDocument/2006/relationships/notesSlide" Target="/ppt/notesSlides/notesSlide3.xml" Id="Ra15926c9b67c4d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f49d73a85ee4aa7" /><Relationship Type="http://schemas.openxmlformats.org/officeDocument/2006/relationships/notesSlide" Target="/ppt/notesSlides/notesSlide4.xml" Id="Ra99cc92c5c654a8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e75e2e0221a4f96" /><Relationship Type="http://schemas.openxmlformats.org/officeDocument/2006/relationships/notesSlide" Target="/ppt/notesSlides/notesSlide5.xml" Id="R6e4e84240bb840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f4e6216de944df9" /><Relationship Type="http://schemas.openxmlformats.org/officeDocument/2006/relationships/notesSlide" Target="/ppt/notesSlides/notesSlide6.xml" Id="Rc3ba79fcffd54e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f2423320fb4af8" /><Relationship Type="http://schemas.openxmlformats.org/officeDocument/2006/relationships/notesSlide" Target="/ppt/notesSlides/notesSlide7.xml" Id="R365e30b3f32f41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b28ca4d2c3f48a2" /><Relationship Type="http://schemas.openxmlformats.org/officeDocument/2006/relationships/notesSlide" Target="/ppt/notesSlides/notesSlide8.xml" Id="Rbc42b5cd7ba34ed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5e2a9bde10d4435" /><Relationship Type="http://schemas.openxmlformats.org/officeDocument/2006/relationships/notesSlide" Target="/ppt/notesSlides/notesSlide9.xml" Id="R95dd7b7afae1415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fd71d08aeba4e90" /><Relationship Type="http://schemas.openxmlformats.org/officeDocument/2006/relationships/notesSlide" Target="/ppt/notesSlides/notesSlide10.xml" Id="Rf3fb7547017247a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7ccc3b228e4ddb" /><Relationship Type="http://schemas.openxmlformats.org/officeDocument/2006/relationships/notesSlide" Target="/ppt/notesSlides/notesSlide11.xml" Id="Rbb30be2131a146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3e239dd797e4370" /><Relationship Type="http://schemas.openxmlformats.org/officeDocument/2006/relationships/notesSlide" Target="/ppt/notesSlides/notesSlide12.xml" Id="R0631a7446e22401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aae56988c9043f4" /><Relationship Type="http://schemas.openxmlformats.org/officeDocument/2006/relationships/notesSlide" Target="/ppt/notesSlides/notesSlide13.xml" Id="R55f067b725f049e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7be39a7d8ff4360" /><Relationship Type="http://schemas.openxmlformats.org/officeDocument/2006/relationships/notesSlide" Target="/ppt/notesSlides/notesSlide14.xml" Id="Rbba39f71f23e422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e6fbf9129fb4cc8" /><Relationship Type="http://schemas.openxmlformats.org/officeDocument/2006/relationships/notesSlide" Target="/ppt/notesSlides/notesSlide15.xml" Id="R71088bf065d14ae7"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314F968-5FAA-4205-8C8B-7E36E2B1F872}"/>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0">
            <a:extLst xmlns:a="http://schemas.openxmlformats.org/drawingml/2006/main">
              <a:ext uri="{FF2B5EF4-FFF2-40B4-BE49-F238E27FC236}">
                <a16:creationId xmlns:a16="http://schemas.microsoft.com/office/drawing/2014/main" id="{4719E116-ACB1-4BA8-BCC9-4A6D69C9AA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
            <a:extLst xmlns:a="http://schemas.openxmlformats.org/drawingml/2006/main">
              <a:ext uri="{FF2B5EF4-FFF2-40B4-BE49-F238E27FC236}">
                <a16:creationId xmlns:a16="http://schemas.microsoft.com/office/drawing/2014/main" id="{B656870E-5068-4124-98EB-4ABC6818CD4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4E4E44F3-6856-463C-82EA-BCCE025A558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431B25F3-3A64-4EE8-8CA4-727D69D5FB07}"/>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AE2AA7A8-0C4E-40BD-9CAC-886E0DCE61B4}"/>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D64B0FB4-15A4-4D30-894B-01BA1090AB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79937585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D76C83CA-2C5A-44DA-A62F-7D77AB1496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1">
            <a:extLst xmlns:a="http://schemas.openxmlformats.org/drawingml/2006/main">
              <a:ext uri="{FF2B5EF4-FFF2-40B4-BE49-F238E27FC236}">
                <a16:creationId xmlns:a16="http://schemas.microsoft.com/office/drawing/2014/main" id="{5F8F0C67-78E0-4480-AA81-17CF59C97C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문제에 맞춰, 일하는 방식을 넓혔다">
            <a:extLst xmlns:a="http://schemas.openxmlformats.org/drawingml/2006/main">
              <a:ext uri="{FF2B5EF4-FFF2-40B4-BE49-F238E27FC236}">
                <a16:creationId xmlns:a16="http://schemas.microsoft.com/office/drawing/2014/main" id="{F61C0E68-06D7-4176-9C17-229B531846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7B485594-1D7F-40A8-AF73-0D324749B8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190BBC58-B1EC-4739-B05C-F04BFD1BC6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CD2CAEB-C198-4B5C-AD82-66B15F38F9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2B820FC4-C2D2-4A65-B725-59B676503617}"/>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6E665450-ABAD-4228-AA83-CD440B058EE4}"/>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AFA31C12-99AE-42B8-B02A-187C16ADB8FB}"/>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8E7E0A99-5DC8-4B1A-B2AA-3BAA29009BF4}"/>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FDBFC488-F6FC-4F14-834F-F22A0425612D}"/>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8AACFEF8-AB8B-4DA5-BDF8-25C7FD4B6F3A}"/>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1087BCA0-7D06-437B-BB2F-7E863F626D52}"/>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D4C289FB-AD52-4212-B494-082DE07A9B82}"/>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4BD8F21A-F55F-4750-AB36-62D8F4BB1BCC}"/>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4B752EA1-E7A0-47DF-9B52-CB10B6F45148}"/>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EDE580C0-7DAA-4F2C-99F7-504608ACF5DA}"/>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9E241D3F-7EC1-4068-BDC2-DBB01D41CB2B}"/>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EFD210F1-51A9-447B-BE5E-470A3424DECC}"/>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9977F9AA-3682-4EDD-A308-E6BBF321CE74}"/>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F678B2F4-5B5F-421D-8B77-2303DD81E9F9}"/>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C5B6BD0F-79E1-4EDB-8288-ABDD9A087BA7}"/>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2FC20860-6C2F-4C7A-AA19-69FFFB357F30}"/>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A6263DA1-0611-47CC-8773-9170436F4FCE}"/>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5745DBF9-72C8-412F-9504-ED05A3B7220E}"/>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108E6C7A-5A94-4E11-90E3-F6D1C6E8DA7C}"/>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2EFDBA6E-CB60-476A-9B57-EA181F6B6817}"/>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검토·수정이 이어지면">
            <a:extLst xmlns:a="http://schemas.openxmlformats.org/drawingml/2006/main">
              <a:ext uri="{FF2B5EF4-FFF2-40B4-BE49-F238E27FC236}">
                <a16:creationId xmlns:a16="http://schemas.microsoft.com/office/drawing/2014/main" id="{3C03A26A-0A25-4CE8-9AE3-524374E8CBC5}"/>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검토·수정이 이어지면</a:t>
            </a:r>
          </a:p>
        </p:txBody>
      </p:sp>
      <p:sp>
        <p:nvSpPr>
          <p:cNvPr id="29" name="">
            <a:extLst xmlns:a="http://schemas.openxmlformats.org/drawingml/2006/main">
              <a:ext uri="{FF2B5EF4-FFF2-40B4-BE49-F238E27FC236}">
                <a16:creationId xmlns:a16="http://schemas.microsoft.com/office/drawing/2014/main" id="{B5A2F567-C94F-45AC-9F1B-4BC50F3645FE}"/>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FAA20598-70F8-4D3B-93EA-5221EEBBEB6B}"/>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목표 충족까지&#10;검토·수정한다">
            <a:extLst xmlns:a="http://schemas.openxmlformats.org/drawingml/2006/main">
              <a:ext uri="{FF2B5EF4-FFF2-40B4-BE49-F238E27FC236}">
                <a16:creationId xmlns:a16="http://schemas.microsoft.com/office/drawing/2014/main" id="{84390D91-2AD9-4EBB-B6E3-7A0BB86172B1}"/>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충족까지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566EEE0A-0EC1-4307-9DAC-AD466F337D72}"/>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77F793D4-EFA8-41B5-8AB3-2E30425061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2857592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18AA8BAB-C91E-4CC6-AA6F-3383EA69ED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2">
            <a:extLst xmlns:a="http://schemas.openxmlformats.org/drawingml/2006/main">
              <a:ext uri="{FF2B5EF4-FFF2-40B4-BE49-F238E27FC236}">
                <a16:creationId xmlns:a16="http://schemas.microsoft.com/office/drawing/2014/main" id="{DA27193D-B8FC-437E-9A8A-0926EF9849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실제 Demo는 문제에 맞춰 바뀌었다">
            <a:extLst xmlns:a="http://schemas.openxmlformats.org/drawingml/2006/main">
              <a:ext uri="{FF2B5EF4-FFF2-40B4-BE49-F238E27FC236}">
                <a16:creationId xmlns:a16="http://schemas.microsoft.com/office/drawing/2014/main" id="{A697281E-DDA9-4E7B-9BEC-A1F352EC6E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6C58B9C0-96F7-464B-A18F-3F1AC23A68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7A3F8DC1-8D14-43C6-AB5D-9383567FBA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73875A60-BB3C-4D97-BA59-6823AF21C7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E441DC7F-778D-4B3E-B251-943B7EB5D50E}"/>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29C550BD-1896-4846-80CD-E8FD0D4346EF}"/>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07078CD4-46DD-44B8-8ACB-CD967F432475}"/>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C2AA4A60-A159-4C6D-99AA-6A6741A59A61}"/>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D6728F06-B7DB-4EFE-9A60-96CC5C3EAD58}"/>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6031F898-7F51-4C44-8094-53F47EBBB9AF}"/>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A1DF683E-7C0C-4898-B542-A5369903F7CC}"/>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B00CBD08-FF9D-480F-994A-95B45804116F}"/>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355BC928-5F08-49D9-8F8F-B7F3A6ED6F20}"/>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5B8963DC-3457-4291-BFCD-84187D96EA02}"/>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086F9DB8-5CE1-4667-900F-FAA948B5D5C0}"/>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89A23A87-9A7E-4C2A-A93D-525DB5F83953}"/>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D8526592-0163-459F-AB34-3B12CBEE789D}"/>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59D6D8EB-1B94-4649-B853-1C95A72B7F4C}"/>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EF0DA768-3D8D-4422-AB58-7D164D7569E0}"/>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F881C731-A2CE-43C2-A5D1-6F7A2AEAFEC3}"/>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2A02466F-DFA1-4899-9D39-8D9512FA2BD7}"/>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1A944362-C0EA-4B68-AF26-4D31801251D9}"/>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설계 사례·연구에서 살펴봤다 · 제품 실행 이력과 구분">
            <a:extLst xmlns:a="http://schemas.openxmlformats.org/drawingml/2006/main">
              <a:ext uri="{FF2B5EF4-FFF2-40B4-BE49-F238E27FC236}">
                <a16:creationId xmlns:a16="http://schemas.microsoft.com/office/drawing/2014/main" id="{08642606-BAC3-4F84-A444-CB713C35FE54}"/>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Loop는 앞 ACT의 설계 사례·연구에서 살펴봤다 · 제품 실행 이력과 구분</a:t>
            </a:r>
          </a:p>
        </p:txBody>
      </p:sp>
      <p:sp>
        <p:nvSpPr>
          <p:cNvPr id="26" name="Legacy module connection">
            <a:extLst xmlns:a="http://schemas.openxmlformats.org/drawingml/2006/main">
              <a:ext uri="{FF2B5EF4-FFF2-40B4-BE49-F238E27FC236}">
                <a16:creationId xmlns:a16="http://schemas.microsoft.com/office/drawing/2014/main" id="{AF10D7E8-D626-424A-B1F7-0958BFE94F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6872051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97F182EE-3E7A-46D7-B648-A77CD16657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3">
            <a:extLst xmlns:a="http://schemas.openxmlformats.org/drawingml/2006/main">
              <a:ext uri="{FF2B5EF4-FFF2-40B4-BE49-F238E27FC236}">
                <a16:creationId xmlns:a16="http://schemas.microsoft.com/office/drawing/2014/main" id="{53CA2E2F-185D-445F-BAC1-27A7E8547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이번 문제에 필요한 구성만 선택했다">
            <a:extLst xmlns:a="http://schemas.openxmlformats.org/drawingml/2006/main">
              <a:ext uri="{FF2B5EF4-FFF2-40B4-BE49-F238E27FC236}">
                <a16:creationId xmlns:a16="http://schemas.microsoft.com/office/drawing/2014/main" id="{9AF1F7E3-C1D6-4E89-AFD7-B67031625F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2988B72C-667A-468C-9C4E-72E9E349F4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38640621-DCD5-4196-8AE4-B326029F2E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1C2CD84B-021F-40C2-9C91-11420B7547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095C3595-E785-43B0-A80E-D68500EB3623}"/>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8DDDE252-4F0B-4A17-A27E-C8138C543010}"/>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9D7123E7-BEB6-4F06-A9D8-ACF8A3A258B7}"/>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1761B8CE-0D19-461D-8A1E-D6EF0BDC45B5}"/>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ED97E79C-A371-4446-A58C-1E1BC5EA036B}"/>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6571CC93-CE76-4DE6-93E8-33EC3D728E05}"/>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1F24B993-C68D-410B-9196-B333D2FB3DD3}"/>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69C3B5DB-5463-4AE8-92F8-34A64879412C}"/>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47CD8BB1-CF3E-4C13-BFA8-9351C4BC520B}"/>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45F978DC-EBBB-4DE3-AFCD-69DC328B6276}"/>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30BFE83D-29FE-42A7-8523-7E188857823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B8C072C7-E8C7-489E-AFC3-D59AFF497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06306000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0307D50D-258E-45BF-982B-D3565DC146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4">
            <a:extLst xmlns:a="http://schemas.openxmlformats.org/drawingml/2006/main">
              <a:ext uri="{FF2B5EF4-FFF2-40B4-BE49-F238E27FC236}">
                <a16:creationId xmlns:a16="http://schemas.microsoft.com/office/drawing/2014/main" id="{23F7002D-5D12-4FE0-81F6-EE8132026A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결과를 수용할지는 사람이 판단한다">
            <a:extLst xmlns:a="http://schemas.openxmlformats.org/drawingml/2006/main">
              <a:ext uri="{FF2B5EF4-FFF2-40B4-BE49-F238E27FC236}">
                <a16:creationId xmlns:a16="http://schemas.microsoft.com/office/drawing/2014/main" id="{7C35AFA2-F878-483F-833E-B9998A0F49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ABC97C3F-AC18-4722-9813-5404479596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A8E5CF52-9E4C-4C90-8E51-5AA156D869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A3375759-22C9-4ACB-B845-F2BD0CB765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477E99AF-446F-400D-B8A6-45FA7CEBD7EC}"/>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0EA1F96D-2C53-4E8A-B15A-FED51E8B40F4}"/>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D00D9210-329F-4840-876A-2E45B88D04C3}"/>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0F2E7434-14D7-4EF1-8C76-1713022457A1}"/>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CAE5A59C-BBDD-4423-A42E-2184F380627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D39BB8AB-4C7E-42EC-B311-FCFAEE585DFC}"/>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B9873BEF-03FA-47AD-8EED-AAC7EBEAE164}"/>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7CFBCE95-1006-461B-9CFC-4644D073E0D5}"/>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C24AFB0-DA98-45DE-90B1-B4BDD3B5B8BE}"/>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55765541-EF8D-4E38-8641-A553ED3D906E}"/>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34FAF606-9235-4F42-8C10-4243992FA2BB}"/>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C9611F86-E08D-4CB8-B9F2-22DFFDEE2DE5}"/>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90A218F5-61AA-43CD-8136-3A372E04045E}"/>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372AFAE1-4F64-4C27-AF70-A53058EE7C44}"/>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EC719C9C-252B-45BF-A39C-35B1F67A240F}"/>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56DE6F65-028E-48BC-B4CC-B11533F80B21}"/>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277935EE-D503-43B0-A2D0-F750B2972BF8}"/>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3D8A796C-2D54-4825-B24D-18A19B30D7ED}"/>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C10587B8-1432-4D7F-867A-B66CAEF86B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27126611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4467D904-9E74-492D-A84A-AD14E1FD18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5">
            <a:extLst xmlns:a="http://schemas.openxmlformats.org/drawingml/2006/main">
              <a:ext uri="{FF2B5EF4-FFF2-40B4-BE49-F238E27FC236}">
                <a16:creationId xmlns:a16="http://schemas.microsoft.com/office/drawing/2014/main" id="{DA39CD76-D732-435A-B7ED-E8D1C309FF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AI가 일할 조건과 확인 경로를 설계한다">
            <a:extLst xmlns:a="http://schemas.openxmlformats.org/drawingml/2006/main">
              <a:ext uri="{FF2B5EF4-FFF2-40B4-BE49-F238E27FC236}">
                <a16:creationId xmlns:a16="http://schemas.microsoft.com/office/drawing/2014/main" id="{DE26E764-D188-4EB3-8528-944354668D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B562A715-9A46-49AD-8D9E-024241B944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C2D07C45-747A-4489-8349-7F25359700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E6BEDA34-667A-4377-A1D0-528B5B8EF2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8CCF421E-40B3-40E8-B4D0-C5017816C070}"/>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BBA362E9-5687-4DEA-BF0D-170052E00B11}"/>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3582960B-52C6-4734-967A-3D81CC242FFB}"/>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F6350C86-29F9-4445-8123-32EC02B810E9}"/>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F96AE704-17D2-4BC0-92D4-8107720F5AA5}"/>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1818A43F-B7BC-4FC4-8B0C-324ECC239EEF}"/>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1A186418-088E-4A6E-A35E-07C52317CDE4}"/>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671FEE4A-7F28-4312-9AFF-9710EC19004F}"/>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9DE93126-25AA-4E45-AA3F-32FED1B716C8}"/>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5EA09918-D623-4CCA-A09A-CCBD01D4CAE3}"/>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02F8EEB0-FA31-4545-BEFA-0AE0EC4E2A1B}"/>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9FFE0ADD-D9CE-45D9-8862-8D799CF977BD}"/>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3A195B68-5C39-4CC4-BE32-697B45617A8A}"/>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목표까지 수정·재검토">
            <a:extLst xmlns:a="http://schemas.openxmlformats.org/drawingml/2006/main">
              <a:ext uri="{FF2B5EF4-FFF2-40B4-BE49-F238E27FC236}">
                <a16:creationId xmlns:a16="http://schemas.microsoft.com/office/drawing/2014/main" id="{8B2BDBC3-F4B0-4DD4-8DDB-D7F1EC19A071}"/>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목표까지 수정·재검토</a:t>
            </a:r>
          </a:p>
        </p:txBody>
      </p:sp>
      <p:sp>
        <p:nvSpPr>
          <p:cNvPr id="21" name="Verification · Feedback Loop">
            <a:extLst xmlns:a="http://schemas.openxmlformats.org/drawingml/2006/main">
              <a:ext uri="{FF2B5EF4-FFF2-40B4-BE49-F238E27FC236}">
                <a16:creationId xmlns:a16="http://schemas.microsoft.com/office/drawing/2014/main" id="{131B8D97-E248-47FC-9183-4554C13CD21A}"/>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7B092E83-EF02-47EF-A254-314428448080}"/>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84BD1652-6E65-48CB-81F0-54FA252559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191043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5A282760-BB14-4163-8DF5-F21CD21DE3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6">
            <a:extLst xmlns:a="http://schemas.openxmlformats.org/drawingml/2006/main">
              <a:ext uri="{FF2B5EF4-FFF2-40B4-BE49-F238E27FC236}">
                <a16:creationId xmlns:a16="http://schemas.microsoft.com/office/drawing/2014/main" id="{3A29525E-8340-4CA4-8514-C2A46568CA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모델·플랫폼이 바뀌면 Harness도 다시 본다">
            <a:extLst xmlns:a="http://schemas.openxmlformats.org/drawingml/2006/main">
              <a:ext uri="{FF2B5EF4-FFF2-40B4-BE49-F238E27FC236}">
                <a16:creationId xmlns:a16="http://schemas.microsoft.com/office/drawing/2014/main" id="{040C3DEA-81B8-4301-B224-23B60A580F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BA01F0F7-8EBF-4B13-A15D-0CC1E74730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B8646E36-288E-4EFD-ABAD-A211CE8386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EF3440EE-0DE5-4194-A1C8-74A922A3AB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32754D51-C4EF-4E7C-B561-D1ED0921AF69}"/>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2D60264B-BED7-457F-AB56-D6DA64B30905}"/>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5737AE4-27BA-47DA-8D81-05909E6F0747}"/>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134BF042-583E-40B5-9AE6-DB25B08DDCA8}"/>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DF1A0968-3AAC-439F-BB37-34E5EAB56728}"/>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49E4404E-97C4-42CD-9F32-62B2D1052E0A}"/>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9EB82673-7F47-4A47-92F6-C9B2C9F9F57E}"/>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97022682-4BBF-481C-82AE-56C06661745A}"/>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F6153FB9-EA8D-412A-8A55-3826ACBE6911}"/>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DAEEA17E-DB1D-4CA7-8B57-C092109795FB}"/>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092BF14D-BA23-4C5A-82A8-5DE8B7A1D682}"/>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582C5F8-DFA8-4C4A-B4BA-2D2E84DA76A7}"/>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177FD86F-A7E7-46D9-83DC-56CFA37BC0F2}"/>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E92EF04E-8051-4D61-8E0D-21F0A4A1CD34}"/>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E16E3415-1066-4950-A23F-58414B53828C}"/>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D690B0A8-FEEB-4D88-98D5-59F4FBA895F1}"/>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66626395-5A16-4AAC-908C-7D6C4D23D4F4}"/>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9F0C354D-7075-4D24-9558-BB527201CD78}"/>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583948B2-B125-4A76-BFF4-7A223CD675DA}"/>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82E9CFBA-B76A-48F2-9A29-496F3529F5FF}"/>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C9B95A22-6781-4B21-8DDA-D4A43AA31BEB}"/>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D391709F-C6EB-4901-ACC4-D92A1AB46433}"/>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762A327-BA92-481A-80F7-0B1D1D2B2815}"/>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627DCC2C-1D8E-4669-8516-09C5B4E8260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18EEBD1D-A9C8-4BF1-B1A3-6D0D39A084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976191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E490F799-C1AD-417E-B57F-7FA4820A24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7">
            <a:extLst xmlns:a="http://schemas.openxmlformats.org/drawingml/2006/main">
              <a:ext uri="{FF2B5EF4-FFF2-40B4-BE49-F238E27FC236}">
                <a16:creationId xmlns:a16="http://schemas.microsoft.com/office/drawing/2014/main" id="{EE16C4BC-5342-44A3-84BA-AC79A2DE49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무엇을 남기고, 무엇을 덜어낼까?">
            <a:extLst xmlns:a="http://schemas.openxmlformats.org/drawingml/2006/main">
              <a:ext uri="{FF2B5EF4-FFF2-40B4-BE49-F238E27FC236}">
                <a16:creationId xmlns:a16="http://schemas.microsoft.com/office/drawing/2014/main" id="{F4671B0A-6AA2-4AD4-A0B6-E4416C04A2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562CCB91-CD7B-4F4E-A9EB-CA09C23A2A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147EDFB3-750A-470A-9F26-C729487804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2163CE6E-A920-40EA-8AE2-9C5EE22E82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77C403E1-BE52-4A94-8C03-69C52CAA00B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4EF964BB-21AC-4D5C-9BA8-86DED4E5AAC5}"/>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CEFE8715-818A-4BD5-B971-123705B68AC6}"/>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B026F033-0535-4083-9577-125496FD838B}"/>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347AF387-12BC-41CF-ACF5-3D869D881AB5}"/>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38B7CA21-61B3-4943-B3CA-304C3EE3D639}"/>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A49EAE47-23FE-48C9-BA15-61A9071EFE53}"/>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F5F46715-AA93-4134-A04A-916F25789C57}"/>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0CDCAA-6519-4343-944E-2BF3D2D6B634}"/>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FF3200AA-9AE8-4CDE-B717-1E9605C3BB9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070C26E-5854-4BB8-8E84-BB7EA92CAC54}"/>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F20EAE60-36CB-4F75-8484-76DFCBF8DD43}"/>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9EA4E95D-CD92-41DB-9B48-E82BEC7EA47D}"/>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8503086F-5E16-4DDC-8542-A2424FB70A7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729DF63A-98B9-4097-84E5-CE119C8878F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5B64B01-2A03-431F-941C-BFD2E9935DA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07F893AA-9984-4B2E-8145-9C0CC74FBE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947323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B7C9170F-6E9D-47DA-B24B-B7EB17F915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8">
            <a:extLst xmlns:a="http://schemas.openxmlformats.org/drawingml/2006/main">
              <a:ext uri="{FF2B5EF4-FFF2-40B4-BE49-F238E27FC236}">
                <a16:creationId xmlns:a16="http://schemas.microsoft.com/office/drawing/2014/main" id="{12100B16-9D14-442D-ACF0-A668EAA17A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덜어낸 뒤에도 필요한 일을 하는가?">
            <a:extLst xmlns:a="http://schemas.openxmlformats.org/drawingml/2006/main">
              <a:ext uri="{FF2B5EF4-FFF2-40B4-BE49-F238E27FC236}">
                <a16:creationId xmlns:a16="http://schemas.microsoft.com/office/drawing/2014/main" id="{25F9FC87-F932-4AC4-A15C-F4CB57208B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586E2450-24B0-4B51-952A-AA9C492408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E2248C18-6D65-42C4-98CF-BB6A85F1CD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81BAEF91-B45E-4939-9EB0-5C10C31E1E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F530A03-1A71-4A39-947E-C027468854F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2112BE3-9EF8-4037-A8C4-0615078E98D2}"/>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C388D1D-5F6D-4CB5-95D6-945CA47F001A}"/>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B67278DE-9352-4C24-9B44-942530947115}"/>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FB6963E9-3202-4B3D-A758-D7968BCEB1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5261DB08-F2D2-48B2-A5AF-593DD9716AA9}"/>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54EF3931-CCFE-4FF3-94B2-06A3632FD63F}"/>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7D5D9EA7-94A9-402E-A2C6-70D080FD7309}"/>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3BAE218-B1B9-4FEB-9E7F-8F8D4576CC10}"/>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75FE3EF-8069-4D2B-A1EA-42F71C3C62AA}"/>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D5B5A824-30EB-42D7-AF13-E0D52A945F76}"/>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746DE06F-F321-4EEA-8E27-8EF731B00A3E}"/>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188E4F25-588C-46C7-92A8-8E4410DA380C}"/>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ABDA19EC-4571-4EF3-9BED-222D808CD3FA}"/>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DDEF9D0E-FF4A-4479-BEF2-B9B7D4F2D12F}"/>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BAF11059-FCFB-4DDC-B25C-A4DCCAE7EE9B}"/>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C45ECF1B-24DD-4EEB-974F-7FDDA4B7F7B6}"/>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37074B25-429E-4F48-B629-044D77D97A8C}"/>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376FC23F-16EA-4CAB-B55C-1CAE2102002D}"/>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174B8137-1967-4875-8084-9F27F6B8064E}"/>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E3F3E9DA-3084-4FE0-B55E-9BF2B5F3148B}"/>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8943F3B7-9744-4510-87A8-23438C65D506}"/>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505E4220-C830-435A-8837-E302025038FF}"/>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108D5583-94FE-4E9B-A484-FCE70F4AF1E5}"/>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6FA62D6A-231D-4A29-85D4-72951FE76911}"/>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F160ED27-EC54-4C84-87F3-F9244E9686B5}"/>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E63C0701-EC11-4037-A610-6C401F461307}"/>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A31AE2C4-A9D7-4215-A25E-78E6A91E679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5A776F59-023C-42B2-B5CE-CCC1759B7B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A116FBEB-E89B-4D39-8791-40C68CE02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648193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8A56CFB3-F63B-4FEF-8295-9963EADC2F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9">
            <a:extLst xmlns:a="http://schemas.openxmlformats.org/drawingml/2006/main">
              <a:ext uri="{FF2B5EF4-FFF2-40B4-BE49-F238E27FC236}">
                <a16:creationId xmlns:a16="http://schemas.microsoft.com/office/drawing/2014/main" id="{69CB590F-2B0D-4C95-B942-C79AFB2C9D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내 업무에서는 무엇이 반복해서 막힐까?">
            <a:extLst xmlns:a="http://schemas.openxmlformats.org/drawingml/2006/main">
              <a:ext uri="{FF2B5EF4-FFF2-40B4-BE49-F238E27FC236}">
                <a16:creationId xmlns:a16="http://schemas.microsoft.com/office/drawing/2014/main" id="{D32D3C10-2887-4B4F-8C96-E9AC3248BD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7D6A346-7B8E-47FE-9A7C-BF5DDD0923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66619EEB-DAB7-4616-8AA0-B1EEA98EAC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4BD9394C-CC50-4217-A971-E1D0D3341B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5528468B-C30C-4604-88C9-6591071C87C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6FF983AC-EE59-4C8E-B264-0648BEE51CE2}"/>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374D7E2-2B83-4276-8E05-529D0C007A81}"/>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8B2143AD-3954-4A0A-B29D-CADB2F8D32A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F07D71C7-FDFD-45D2-BDF4-DFA064655C41}"/>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E8E82D92-5D70-41DB-8A5A-80D268F381CF}"/>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788C14C6-BE87-4D1F-89EB-B92E21DD4034}"/>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F722A38-F5D5-4C8D-AC2C-9D74921DDCAB}"/>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AE05F92C-99AF-4D9C-867E-33119406BB4F}"/>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06FC8952-D7E8-4633-966E-3E3912A47263}"/>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B2C895C1-2EE8-41CD-AE8C-557DBD9A3F4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E21563AE-5466-4175-87F1-BCE2904D273B}"/>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7F113B6-82EA-4E1E-841F-8BB599107B94}"/>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C415C7D-21F1-4FA0-8907-D498BEF80F05}"/>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BBD4B4C-3B7C-4952-869A-27EEC664FB20}"/>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54A8C81-53FE-405F-87AB-64772E57C898}"/>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EE1AEA87-E039-4948-9BD6-EF0D80D7AD39}"/>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63653BBA-3E0A-4EFB-9930-BD0D4EC35AB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FEDF45B9-4F64-48EB-8650-F3874B50FB2D}"/>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3DCFFAA6-7357-4A2C-9C69-7A30CE1B4961}"/>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3AF0ADBF-69C8-4887-AA48-A369381BB58C}"/>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91DF488C-B86F-4A22-A426-1238D23E0A61}"/>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92D6D43-21C6-422C-8820-22713BA70628}"/>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DD0DC017-125D-4CC3-AE77-16C815A0EC54}"/>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43F6D66D-7982-4EC3-8E45-208E05995318}"/>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153E04E6-3958-4EDB-B576-22836A6AC025}"/>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CB863604-8F25-4BBC-9E5A-987B53A311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4915591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4D766FE-794F-4D25-A0B0-FDB4CE8114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0">
            <a:extLst xmlns:a="http://schemas.openxmlformats.org/drawingml/2006/main">
              <a:ext uri="{FF2B5EF4-FFF2-40B4-BE49-F238E27FC236}">
                <a16:creationId xmlns:a16="http://schemas.microsoft.com/office/drawing/2014/main" id="{1CD751DC-054B-41B6-8744-EF66DE2823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고른 문제에서, 다음 행동 하나로">
            <a:extLst xmlns:a="http://schemas.openxmlformats.org/drawingml/2006/main">
              <a:ext uri="{FF2B5EF4-FFF2-40B4-BE49-F238E27FC236}">
                <a16:creationId xmlns:a16="http://schemas.microsoft.com/office/drawing/2014/main" id="{BB5B0277-B021-45C7-AB7D-724C2A9C70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E4E5EB56-CA4A-4672-9EF8-D447EF858F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6683BF6A-EFF7-4871-9222-E04587EE9E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0711B1D3-581E-4DA1-B1E6-7E003CC5C7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FEC96408-93AC-4DE3-8FC2-C9A4307CD5A9}"/>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D583B086-37C3-4E2E-8AE4-AA842025BE58}"/>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9903E8A-D312-4EB2-BAF8-EA9027228E83}"/>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23F9F27-8FCF-4F62-9948-F1DCBEB90F67}"/>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00E67446-5B65-443D-A19C-D659B4459110}"/>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7D4014FA-A569-4053-A409-779C42F4B062}"/>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F9886905-1DE6-421E-A2F9-03D6A9B6B53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A8160730-AC6E-4201-A445-D832577E34BE}"/>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11D64B5E-CC9F-464E-9ADE-72598CBC1B44}"/>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1D40F77F-171E-4FB5-993A-31A9303D74EC}"/>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8F54F9CC-6410-4D58-9253-042A15EDBA0F}"/>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336E9567-AE05-4148-AA7B-CD601CFB3373}"/>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052E9937-FA4F-4796-A6F7-479FFDFDF79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22111A40-C313-432E-B275-B3F99DF1951B}"/>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266AEF2-D9F2-403A-9E8F-56BC7FA906B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42E880FC-4987-4D7C-98B5-F5B070F23028}"/>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87D16505-F670-473B-8F34-6E81F05BFA99}"/>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0B8DB57E-240B-4804-9520-C53355CE5220}"/>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05721CC-62D7-4D3E-A9B3-81A70F3C8E08}"/>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3AE21273-DC51-4B96-A41E-D81FCA664503}"/>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9538721D-8A7C-4922-B1E0-FF0BEA2069AD}"/>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601527D-1C43-4D2C-B035-25EFC000DBAF}"/>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4CCB9A59-D9BE-4F5F-87CB-C93BA093EE73}"/>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0E05775E-7CCA-4D6D-BD49-606AE3D2DDD2}"/>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129F4563-27B1-4B26-ACBB-455B3ADA13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5414307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마지막 정리 · 찾아보기 1/3">
            <a:extLst xmlns:a="http://schemas.openxmlformats.org/drawingml/2006/main">
              <a:ext uri="{FF2B5EF4-FFF2-40B4-BE49-F238E27FC236}">
                <a16:creationId xmlns:a16="http://schemas.microsoft.com/office/drawing/2014/main" id="{D26D795F-4F1F-4945-93F5-273EEF5450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1">
            <a:extLst xmlns:a="http://schemas.openxmlformats.org/drawingml/2006/main">
              <a:ext uri="{FF2B5EF4-FFF2-40B4-BE49-F238E27FC236}">
                <a16:creationId xmlns:a16="http://schemas.microsoft.com/office/drawing/2014/main" id="{368A15E1-F7DD-4F6E-9EDD-78EF95ED46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실무 적용 팁 · 작업 환경과 기준">
            <a:extLst xmlns:a="http://schemas.openxmlformats.org/drawingml/2006/main">
              <a:ext uri="{FF2B5EF4-FFF2-40B4-BE49-F238E27FC236}">
                <a16:creationId xmlns:a16="http://schemas.microsoft.com/office/drawing/2014/main" id="{AA0CADF0-5A37-4461-B72B-568BCB24E7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F00A8032-7C11-4CC9-9F3D-838BFF1F9D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F2BE84F4-6FE7-4F4B-A5FA-DD53331C6C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37471DA4-854A-4490-BB9A-D624B7A326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CC66CE81-48E8-4B3C-9840-5C8383029B2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231D292-1A0D-48E6-9D1E-D1DB98C106B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DDC7F758-C936-43C7-AB6B-18B5E253A0F4}"/>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FB42CD37-DC66-4DCA-9A68-E37B7CF3C9BA}"/>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75441AC-9433-4C89-BDEA-540E1532E49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707D2011-FBE0-4418-BB62-EDB61D8B56AE}"/>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6EDFD28F-590A-4F88-97D8-68AB7678CD19}"/>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DE622B39-B8F8-49AB-AB7E-B4A4356E0762}"/>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362DD45-341F-4A83-9B6C-258E437BE4AB}"/>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1E7F5B56-97A0-4D75-9A1A-58756B8597D2}"/>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A7B436E1-BB38-4B69-855E-245E49815F70}"/>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0BA4CD32-5352-4518-AE1A-B409F7628E10}"/>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BB62A0D-C568-41B4-BBF1-6831C046ABC4}"/>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1AC5A14F-2624-416A-B6C3-D81791D71D6F}"/>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83830566-39DC-457A-9DB3-5F726A67FD73}"/>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6F2CE5B6-9FFC-489B-9EE2-FB5B571F43CB}"/>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9B0803C8-857D-4C81-85E6-44BA910A0B82}"/>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8E05B08C-DD40-4E07-9E80-1A43B5F722D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8DCF1044-0A47-48B2-A633-3FDFFC1E7E45}"/>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6A099EF5-EDB7-4D4B-AB76-2F86A7E0E1FA}"/>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B898B9B-FB93-4A35-BF42-1A89AEE9E26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D90BF2D6-B07F-44FE-887E-7C089BF3499B}"/>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0BEF8AB7-2E5C-48DC-A4B8-82A49A057C3A}"/>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22C03902-7B5E-4EA7-9AA7-E25FC55DB50E}"/>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C673E41F-E83B-4FBB-B1C5-BC9FC072A0B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B3AC39F7-48EB-4A24-B1B1-27BA84416F4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BAD76421-9FA2-4C58-80EB-004E2B91EFFC}"/>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2BF60475-CD76-42E8-B10E-7BDABBEDFC8A}"/>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D20BDFD1-9029-498E-889E-D1DF13C58327}"/>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2BA78F5B-74CA-4EAD-A2EB-400D1795BD93}"/>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다음 수정에 넘길 기록">
            <a:extLst xmlns:a="http://schemas.openxmlformats.org/drawingml/2006/main">
              <a:ext uri="{FF2B5EF4-FFF2-40B4-BE49-F238E27FC236}">
                <a16:creationId xmlns:a16="http://schemas.microsoft.com/office/drawing/2014/main" id="{79CBA3C6-012E-4F5D-8CF4-2DEF47EF4BC5}"/>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Legacy module connection">
            <a:extLst xmlns:a="http://schemas.openxmlformats.org/drawingml/2006/main">
              <a:ext uri="{FF2B5EF4-FFF2-40B4-BE49-F238E27FC236}">
                <a16:creationId xmlns:a16="http://schemas.microsoft.com/office/drawing/2014/main" id="{DE838F93-C3C2-444E-98F6-A1CD95E923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8877447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B8C28F33-CD66-4FFD-B577-718C0429B7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2">
            <a:extLst xmlns:a="http://schemas.openxmlformats.org/drawingml/2006/main">
              <a:ext uri="{FF2B5EF4-FFF2-40B4-BE49-F238E27FC236}">
                <a16:creationId xmlns:a16="http://schemas.microsoft.com/office/drawing/2014/main" id="{789930AE-B474-419C-A0A4-2FB153F898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요청 작성">
            <a:extLst xmlns:a="http://schemas.openxmlformats.org/drawingml/2006/main">
              <a:ext uri="{FF2B5EF4-FFF2-40B4-BE49-F238E27FC236}">
                <a16:creationId xmlns:a16="http://schemas.microsoft.com/office/drawing/2014/main" id="{5B097972-CD5A-4F04-9D9D-4D663EA1B4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2DCA660C-E743-44DE-A177-4AC2FB1EE0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34910BDC-7589-467D-BB8A-8F066B4130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18DF8709-277C-4469-9A54-4F99F701FF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3377CA90-2F35-4F8D-8711-C19A13B41D6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1FEBB1A-C5FF-4EC7-9487-ED77566757B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53F463C3-038C-4B99-AF29-B45441AE52DE}"/>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95A405F-945B-462E-A881-D63E31509EAA}"/>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FB3900F-E8DD-40A5-84DB-6ABC3B9C434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C6F4A8C3-9984-4757-ABFF-8B1B1AA00F44}"/>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2BE50F74-CFE7-4212-ADC6-A95DE8D25CBF}"/>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1DCD6A9-8DCD-4003-AA86-325E491A623C}"/>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420D245-428F-4F6D-AC53-4339C4DC05F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ED5E8FF7-6F92-4C28-A7A2-C65A3EBF8795}"/>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E71B45FA-C4B6-4297-8009-D84DFE954635}"/>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CCCC4668-BFBB-4D0E-AA42-3014091EAAFB}"/>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EC22E3BE-EE33-437F-8647-0DEA31DCD4D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2009606-9372-4C6B-8520-0CD462929A0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D779EF66-22D1-4B0B-B891-7A4E8FBC72B4}"/>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B02B9680-7AF6-47B4-A036-543E7957A2E0}"/>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F78218BA-C5F6-4F10-B1F0-A1CC56EC7950}"/>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F0FC4C6E-414F-475C-B480-B8D56E1035C1}"/>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A41BD254-03B2-4E8C-90F2-F2111BE73407}"/>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FC727FF3-61D4-4030-B3B3-405D6367853D}"/>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925A95A-24EE-4E14-A0A4-70DE95A8BB47}"/>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16E7557F-5C06-4FFD-83B4-F4FD5BF4BB4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484D1862-B26E-44D9-AFA7-98CE4A4D7E3D}"/>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EEDD452D-0303-47C0-8B23-8143950C7589}"/>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94B464-5328-4F01-8840-F05A2C14D59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D078E2FC-6230-42AB-B89F-8ECB5D8E4059}"/>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74011277-DA9F-439C-B550-053CD6B08D0D}"/>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F1628E8B-22FE-46FE-A8E0-CF1A4CED3C37}"/>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CFB8AF02-F8B3-44FD-9FB0-3964717D6C51}"/>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97736310-4ABE-4BB5-92CE-7A17CCFD934D}"/>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0E5F5231-6F1A-4F1C-B40E-755CF752B435}"/>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FDC849B8-5AB5-46AB-BB5C-5BE1AE59C31F}"/>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BDDC5E4D-4BFA-4A63-AC5F-EBF7450B8F37}"/>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4A7FE0F-A7CD-4BDB-81D5-6BB7CD71047A}"/>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D730DBB3-17C2-4FEE-81BE-FDEA822F4614}"/>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72B82194-0DC3-45B1-9688-F1B88D9AA8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49325428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5EA9B4EA-53F2-4DE3-8331-358B17CD55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3">
            <a:extLst xmlns:a="http://schemas.openxmlformats.org/drawingml/2006/main">
              <a:ext uri="{FF2B5EF4-FFF2-40B4-BE49-F238E27FC236}">
                <a16:creationId xmlns:a16="http://schemas.microsoft.com/office/drawing/2014/main" id="{0FF1C756-5FFE-413E-A4FA-F75E246499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검증과 개선">
            <a:extLst xmlns:a="http://schemas.openxmlformats.org/drawingml/2006/main">
              <a:ext uri="{FF2B5EF4-FFF2-40B4-BE49-F238E27FC236}">
                <a16:creationId xmlns:a16="http://schemas.microsoft.com/office/drawing/2014/main" id="{85391EBC-013D-4505-A275-73F3A5C9A2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31B8BAB5-C1FE-4DC0-9247-43F5C255B5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67C47F69-3DDC-471C-A0B8-C69AA964DA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03F546C9-81E0-4748-B91D-F93DBD62AB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04DDA40A-AF80-4B7F-BFDE-99791D237FF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12CA6BC3-06EB-4D5F-B7EA-C965079A9CC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6C967E69-4795-47C1-960A-9E969DAAFC25}"/>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A56BA7C-9A66-4564-8868-8B4B6ED909F7}"/>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4EC357D-E188-423C-A7C3-49507E56EAC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D147B027-518E-4FAC-A038-499060352594}"/>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모델 B는 무엇을 근거로 검토할까?">
            <a:extLst xmlns:a="http://schemas.openxmlformats.org/drawingml/2006/main">
              <a:ext uri="{FF2B5EF4-FFF2-40B4-BE49-F238E27FC236}">
                <a16:creationId xmlns:a16="http://schemas.microsoft.com/office/drawing/2014/main" id="{77E29F8D-FC32-4513-BAA6-87121AA65F71}"/>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5BAB53B0-68AA-4CF9-A3A0-45D169B50DD6}"/>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006B50E-D023-43FE-B11E-8548E37DB7BB}"/>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DE6F0998-A4CD-493A-9BDB-C573423842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언제 계속하고, 언제 끝낼까?">
            <a:extLst xmlns:a="http://schemas.openxmlformats.org/drawingml/2006/main">
              <a:ext uri="{FF2B5EF4-FFF2-40B4-BE49-F238E27FC236}">
                <a16:creationId xmlns:a16="http://schemas.microsoft.com/office/drawing/2014/main" id="{46CDB060-904A-4ECF-8C6F-75EF4FB6D412}"/>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D0D16D4-EE11-4821-A3F9-1F8C456718B5}"/>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E9341FC-9283-413F-A6BD-A8ECDC4A3DF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7">
            <a:extLst xmlns:a="http://schemas.openxmlformats.org/drawingml/2006/main">
              <a:ext uri="{FF2B5EF4-FFF2-40B4-BE49-F238E27FC236}">
                <a16:creationId xmlns:a16="http://schemas.microsoft.com/office/drawing/2014/main" id="{6675457D-87E8-4F9B-876E-DFF9EAE3095C}"/>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S107</a:t>
            </a:r>
          </a:p>
        </p:txBody>
      </p:sp>
      <p:sp>
        <p:nvSpPr>
          <p:cNvPr id="21" name="무엇을 남기고, 무엇을 덜어낼까?">
            <a:extLst xmlns:a="http://schemas.openxmlformats.org/drawingml/2006/main">
              <a:ext uri="{FF2B5EF4-FFF2-40B4-BE49-F238E27FC236}">
                <a16:creationId xmlns:a16="http://schemas.microsoft.com/office/drawing/2014/main" id="{37494FEC-A418-40C3-A21E-6D4173D90863}"/>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06D58C27-DF63-4FB5-8F24-7EF33B363FF7}"/>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9D6310A7-8D45-4FEF-91D1-789D0367F0E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8">
            <a:extLst xmlns:a="http://schemas.openxmlformats.org/drawingml/2006/main">
              <a:ext uri="{FF2B5EF4-FFF2-40B4-BE49-F238E27FC236}">
                <a16:creationId xmlns:a16="http://schemas.microsoft.com/office/drawing/2014/main" id="{A025C510-2901-4AB7-BEE5-3289C52ED8CC}"/>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S108</a:t>
            </a:r>
          </a:p>
        </p:txBody>
      </p:sp>
      <p:sp>
        <p:nvSpPr>
          <p:cNvPr id="25" name="덜어낸 뒤에도 필요한 일을 하는가?">
            <a:extLst xmlns:a="http://schemas.openxmlformats.org/drawingml/2006/main">
              <a:ext uri="{FF2B5EF4-FFF2-40B4-BE49-F238E27FC236}">
                <a16:creationId xmlns:a16="http://schemas.microsoft.com/office/drawing/2014/main" id="{FB93D0C4-58BF-4487-A84E-1897A6E3586D}"/>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151EC8DE-20E4-49A4-9C6C-8025AE7D6D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90557656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74291C6A-C5B8-4FC6-84B6-B5CA65FD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4">
            <a:extLst xmlns:a="http://schemas.openxmlformats.org/drawingml/2006/main">
              <a:ext uri="{FF2B5EF4-FFF2-40B4-BE49-F238E27FC236}">
                <a16:creationId xmlns:a16="http://schemas.microsoft.com/office/drawing/2014/main" id="{A524D921-73C0-4DA0-BC7A-EAB1992B55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Q&amp;A와 교육 마무리">
            <a:extLst xmlns:a="http://schemas.openxmlformats.org/drawingml/2006/main">
              <a:ext uri="{FF2B5EF4-FFF2-40B4-BE49-F238E27FC236}">
                <a16:creationId xmlns:a16="http://schemas.microsoft.com/office/drawing/2014/main" id="{CF0DD1CD-F0B2-4122-97BE-44B05C8A9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3FE8C922-1D18-4039-90C9-B7E652AD67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C85132CA-80A5-4E4E-8261-517BF9830D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E3184475-E7FF-46C5-9252-3C985C197A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749E8A37-14BB-4247-9DC7-D95F24B7EAA8}"/>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C4D4BE9B-FB4E-4B0E-86B1-CCA0F134D926}"/>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A2094D06-8959-4243-97A5-CA11A385FBC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2F169DE-B52C-4AD0-97CC-38A6A7B1E78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0142F4F-691C-4962-AFB6-AD35D735D4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003679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2026-10-25T12:57:49.4970000Z</dcterms:created>
  <dcterms:modified xsi:type="dcterms:W3CDTF">2026-10-25T12:57:49.4970000Z</dcterms:modified>
</coreProperties>
</file>