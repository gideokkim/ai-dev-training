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3856da15bf4d8f" /><Relationship Type="http://schemas.openxmlformats.org/officeDocument/2006/relationships/notesMaster" Target="/ppt/notesMasters/notesMaster1.xml" Id="R173d970c57ae4e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무엇을 남기고, 무엇을 덜어낼까?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덜어낸 뒤에도 필요한 일을 하는가?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S110에서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내 업무에서는 무엇이 반복해서 막힐까?</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S113에서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고른 문제에서, 다음 행동 하나로</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S112에서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S114–S116의 찾아보기에서 팁 위치만 짚고 S117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S114의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작업 환경과 기준</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S59, S64, S69, S71, S81, S100다.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S59 테스트 명령을 언제 쓰고 무엇을 판단할까? / S64 대화로 재사용할 Skill 만들기 / S69 대화로 조사 Agent 만들기 / S71 이번 Context와 다시 쓸 지식 / S81 반복 보정을 개선으로 잇는 기록. 새 S64/S69을 포함해 제목·위치만 짚고 본문을 다시 강의하지 않는다.</a:t>
            </a:r>
          </a:p>
          <a:p xmlns:a="http://schemas.openxmlformats.org/drawingml/2006/main">
            <a:r>
              <a:t>3. (0:45–1:00 / Lecture) 요청 작성 팁 목록 S115으로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S64/S69은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S115으로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요청 작성</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S28, S29, S30, S31, S32, S33, S34, S35다.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S116로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실무 적용 팁 · 검증과 개선</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S88, S92, S101, S110, S111이다.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S88 원인을 고르기 전에 확인할 기록 / S92 지침을 고친 뒤, 무엇을 다시 확인할까? / S110 무엇을 남기고, 무엇을 덜어낼까? / S111 덜어낸 뒤에도 필요한 일을 하는가?. 제목·위치만 짚고 본문을 다시 강의하지 않는다.</a:t>
            </a:r>
          </a:p>
          <a:p xmlns:a="http://schemas.openxmlformats.org/drawingml/2006/main">
            <a:r>
              <a:t>3. (0:45–1:00 / Lecture) S117로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Q&amp;A와 교육 마무리</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S117와 production/preview/act5/S117.png를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7fd3de9e1204d07" /><Relationship Type="http://schemas.openxmlformats.org/officeDocument/2006/relationships/notesSlide" Target="/ppt/notesSlides/notesSlide12.xml" Id="R3c6263a1977f48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6075CB1-F919-4BD4-9B52-62DFE98C50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BBE801-EB25-4788-976D-9F1114D6D3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2B4F4CF0-67A2-4C4B-ABA4-3652EF958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CDEE2C0F-FCF3-4089-8739-03F867C3A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36BC607-85D5-4025-9FAA-A6ED4B13E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8CD4AE2-B470-40D6-9E7A-7588468D23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8DFE2CFF-02AF-4A4D-A2B8-28A3AD709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7CFE56CF-EC04-43E2-9191-6BA7946F7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에서 배운 관점의 종합 · TEACHING MODEL">
            <a:extLst xmlns:a="http://schemas.openxmlformats.org/drawingml/2006/main">
              <a:ext uri="{FF2B5EF4-FFF2-40B4-BE49-F238E27FC236}">
                <a16:creationId xmlns:a16="http://schemas.microsoft.com/office/drawing/2014/main" id="{36695EA7-E543-46AE-A299-4766BA0A5A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교육에서 배운 관점의 종합 · TEACHING MODEL</a:t>
            </a:r>
          </a:p>
        </p:txBody>
      </p:sp>
      <p:sp>
        <p:nvSpPr>
          <p:cNvPr id="6" name="설명용 도식 · 실제 실행·측정 결과나 모든 작업의 필수 구성표가 아님">
            <a:extLst xmlns:a="http://schemas.openxmlformats.org/drawingml/2006/main">
              <a:ext uri="{FF2B5EF4-FFF2-40B4-BE49-F238E27FC236}">
                <a16:creationId xmlns:a16="http://schemas.microsoft.com/office/drawing/2014/main" id="{827553AA-482E-4059-8570-E666723F60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설명용 도식 · 실제 실행·측정 결과나 모든 작업의 필수 구성표가 아님</a:t>
            </a:r>
          </a:p>
        </p:txBody>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FFA11895-3883-43A0-A4A6-263B19A114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05C497E8-2D1A-4D15-800B-838AEA9E5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0B6DEF2B-E781-4859-B3B0-ADCF0A853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38C2386-9E63-420C-A80E-F237C2E2EA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5E7045AF-45C1-493E-AB9F-95B68A8136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923AA80A-3F4B-4CAA-A56E-4CEE3CE6EB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AB33795F-89EB-4D3C-9EE4-2C306E3689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F16B4E24-ABB2-4E87-94C7-3EA5A2F577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작업 환경과 기준">
            <a:extLst xmlns:a="http://schemas.openxmlformats.org/drawingml/2006/main">
              <a:ext uri="{FF2B5EF4-FFF2-40B4-BE49-F238E27FC236}">
                <a16:creationId xmlns:a16="http://schemas.microsoft.com/office/drawing/2014/main" id="{8110A1D8-A934-4637-9454-E8606C4B4E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4A83DAAF-2729-45DB-AADA-392E27FB7F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EC68528-4E31-4FE4-9CEE-823423855D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674E21F-7AD0-4CDA-9D39-2001932202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DAA33D51-4DEA-4E50-B1C7-E51626706DF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B9BBC062-BEC5-4B41-B076-1AF43478A85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AFF01B4-2E8F-40CD-94C5-3C2C2B50A86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B93BDC5-2EA5-4AE9-8293-B4D2498BA726}"/>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6BDD6D5-0363-4AF9-9964-7C8694C76B0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EBE82B44-D774-4872-A773-EC6759C8153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3" name="Repository 작업은 Codex에서 시작한다">
            <a:extLst xmlns:a="http://schemas.openxmlformats.org/drawingml/2006/main">
              <a:ext uri="{FF2B5EF4-FFF2-40B4-BE49-F238E27FC236}">
                <a16:creationId xmlns:a16="http://schemas.microsoft.com/office/drawing/2014/main" id="{6AE7E016-E241-4100-8C69-17DF3A24219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633A1DA0-93F3-4149-9E47-42A7E94D2E1E}"/>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95D217E-551F-48AE-88FB-59C699A8478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2E205A01-370A-4B6D-AFE0-707217C0F0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7" name="AGENTS.md에는 무엇을 남길까?">
            <a:extLst xmlns:a="http://schemas.openxmlformats.org/drawingml/2006/main">
              <a:ext uri="{FF2B5EF4-FFF2-40B4-BE49-F238E27FC236}">
                <a16:creationId xmlns:a16="http://schemas.microsoft.com/office/drawing/2014/main" id="{08394634-BE6E-4143-AB02-63D35A9E19CE}"/>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FD5B9B57-CC0A-4977-A172-0FE62B1DDD2F}"/>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EE4C459-F5F5-45CF-ACBA-8484F49C049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03EC8001-6FB4-4AB0-B5C3-C3BF9E81968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S59</a:t>
            </a:r>
          </a:p>
        </p:txBody>
      </p:sp>
      <p:sp>
        <p:nvSpPr>
          <p:cNvPr id="21" name="테스트 명령을 언제 쓰고 무엇을 판단할까?">
            <a:extLst xmlns:a="http://schemas.openxmlformats.org/drawingml/2006/main">
              <a:ext uri="{FF2B5EF4-FFF2-40B4-BE49-F238E27FC236}">
                <a16:creationId xmlns:a16="http://schemas.microsoft.com/office/drawing/2014/main" id="{8023BF51-D28C-4379-BD1D-87E2575209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5194EA86-651A-4671-A4A1-FAB4AA85BBEE}"/>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887B636-3061-4534-A77A-7AD8754AFED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9644105E-D533-4B9B-9EA7-0E023FAACA4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대화로 재사용할 Skill 만들기">
            <a:extLst xmlns:a="http://schemas.openxmlformats.org/drawingml/2006/main">
              <a:ext uri="{FF2B5EF4-FFF2-40B4-BE49-F238E27FC236}">
                <a16:creationId xmlns:a16="http://schemas.microsoft.com/office/drawing/2014/main" id="{CDDAD4B4-700B-4AE4-9C81-67AD562A20CB}"/>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405C5E1-26F7-4959-817B-38244F00DDC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FAFC349-CFB0-4838-8DE2-ED0CF005EC2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09DC94E3-14C9-440C-922C-AFBFC2C0DA0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대화로 조사 Agent 만들기">
            <a:extLst xmlns:a="http://schemas.openxmlformats.org/drawingml/2006/main">
              <a:ext uri="{FF2B5EF4-FFF2-40B4-BE49-F238E27FC236}">
                <a16:creationId xmlns:a16="http://schemas.microsoft.com/office/drawing/2014/main" id="{24319486-0AD7-41FB-979C-FFC34F617D9B}"/>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8BACBCD5-7062-4610-9599-C29F9F39AA6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F1C86927-CAA8-47E5-813A-8CB7BA9AD62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DC929ABA-1170-4FAF-9FF3-D158E0D8FCF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3" name="이번 Context와 다시 쓸 지식">
            <a:extLst xmlns:a="http://schemas.openxmlformats.org/drawingml/2006/main">
              <a:ext uri="{FF2B5EF4-FFF2-40B4-BE49-F238E27FC236}">
                <a16:creationId xmlns:a16="http://schemas.microsoft.com/office/drawing/2014/main" id="{0F22F3B4-D8C1-447E-AD49-873F508E2829}"/>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1D5A4576-62D6-46F9-A11E-84365BB2BE6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6D9FBCF-BBA9-42F6-98DA-45096597B87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F30F58B2-E5B0-45FB-9928-0726ECD54DC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S81</a:t>
            </a:r>
          </a:p>
        </p:txBody>
      </p:sp>
      <p:sp>
        <p:nvSpPr>
          <p:cNvPr id="37" name="다음 수정에 넘길 기록">
            <a:extLst xmlns:a="http://schemas.openxmlformats.org/drawingml/2006/main">
              <a:ext uri="{FF2B5EF4-FFF2-40B4-BE49-F238E27FC236}">
                <a16:creationId xmlns:a16="http://schemas.microsoft.com/office/drawing/2014/main" id="{4AE598C5-7DF3-490C-AB89-8091656B60B3}"/>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B41F0E43-A440-487F-AF68-0CE20764F3E4}"/>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10DA62E-E781-4FE6-B4B6-97B3897BF6E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4456D7D3-420D-4707-B740-76A68FECAEE5}"/>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41" name="Goal이 목표와 다음 작업을 이어준다">
            <a:extLst xmlns:a="http://schemas.openxmlformats.org/drawingml/2006/main">
              <a:ext uri="{FF2B5EF4-FFF2-40B4-BE49-F238E27FC236}">
                <a16:creationId xmlns:a16="http://schemas.microsoft.com/office/drawing/2014/main" id="{1FA8EB86-5CF8-4A6E-891C-20A102731EB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3C7739A4-4169-4CCC-AB49-A90D3DB7FC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669324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133BD1D-972E-40A3-B64C-772A6DAC04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3D1AB4B-A032-4FA8-8097-504AD96F15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E2DBB700-F732-4F2F-AB3E-F23F538222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6AE7047-2BC4-467C-BAD3-60C555550F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S88</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S111</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681F1E7-88C7-48A5-9538-EA683A6C10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