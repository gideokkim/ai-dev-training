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bc4e405bd844fc" /><Relationship Type="http://schemas.openxmlformats.org/officeDocument/2006/relationships/extended-properties" Target="/docProps/app.xml" Id="R25c29b3aec284e23" /><Relationship Type="http://schemas.openxmlformats.org/officeDocument/2006/relationships/officeDocument" Target="/ppt/presentation.xml" Id="R9c2ed5fc975e4459" /></Relationships>
</file>

<file path=ppt/presentation.xml><?xml version="1.0" encoding="utf-8"?>
<p:presentation xmlns:p="http://schemas.openxmlformats.org/presentationml/2006/main">
  <p:sldMasterIdLst>
    <p:sldMasterId xmlns:r="http://schemas.openxmlformats.org/officeDocument/2006/relationships" id="2147483648" r:id="Rd59791f0e28d4b8b"/>
  </p:sldMasterIdLst>
  <p:notesMasterIdLst>
    <p:notesMasterId xmlns:r="http://schemas.openxmlformats.org/officeDocument/2006/relationships" r:id="Ra3f27a4237dd4cd6"/>
  </p:notesMasterIdLst>
  <p:sldIdLst>
    <p:sldId xmlns:r="http://schemas.openxmlformats.org/officeDocument/2006/relationships" id="256" r:id="R34e4f7d57f1d4d24"/>
    <p:sldId xmlns:r="http://schemas.openxmlformats.org/officeDocument/2006/relationships" id="257" r:id="R30e9a19d6d154448"/>
    <p:sldId xmlns:r="http://schemas.openxmlformats.org/officeDocument/2006/relationships" id="258" r:id="Reaeca2ca1b68436f"/>
    <p:sldId xmlns:r="http://schemas.openxmlformats.org/officeDocument/2006/relationships" id="259" r:id="R9c422262d6544f41"/>
    <p:sldId xmlns:r="http://schemas.openxmlformats.org/officeDocument/2006/relationships" id="260" r:id="Rbc1e12a994e34f0d"/>
    <p:sldId xmlns:r="http://schemas.openxmlformats.org/officeDocument/2006/relationships" id="261" r:id="R862b13b7e51a449c"/>
    <p:sldId xmlns:r="http://schemas.openxmlformats.org/officeDocument/2006/relationships" id="262" r:id="Ra679c442aa594a37"/>
    <p:sldId xmlns:r="http://schemas.openxmlformats.org/officeDocument/2006/relationships" id="263" r:id="R18bb778d92514b89"/>
    <p:sldId xmlns:r="http://schemas.openxmlformats.org/officeDocument/2006/relationships" id="264" r:id="R2191ef66778d428b"/>
    <p:sldId xmlns:r="http://schemas.openxmlformats.org/officeDocument/2006/relationships" id="265" r:id="R10955a5c7b4b46c0"/>
    <p:sldId xmlns:r="http://schemas.openxmlformats.org/officeDocument/2006/relationships" id="266" r:id="Rd33facd179144261"/>
    <p:sldId xmlns:r="http://schemas.openxmlformats.org/officeDocument/2006/relationships" id="267" r:id="Rc4d9471b834c4632"/>
    <p:sldId xmlns:r="http://schemas.openxmlformats.org/officeDocument/2006/relationships" id="268" r:id="R9ad5ff1839d6422b"/>
    <p:sldId xmlns:r="http://schemas.openxmlformats.org/officeDocument/2006/relationships" id="269" r:id="R3a57e9ebc69045b1"/>
    <p:sldId xmlns:r="http://schemas.openxmlformats.org/officeDocument/2006/relationships" id="270" r:id="R40cd20df06934a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e6a3698aeed47d9" /><Relationship Type="http://schemas.openxmlformats.org/officeDocument/2006/relationships/slideMaster" Target="/ppt/slideMasters/slideMaster1.xml" Id="Rd59791f0e28d4b8b" /><Relationship Type="http://schemas.openxmlformats.org/officeDocument/2006/relationships/notesMaster" Target="/ppt/notesMasters/notesMaster1.xml" Id="Ra3f27a4237dd4cd6" /><Relationship Type="http://schemas.openxmlformats.org/officeDocument/2006/relationships/presProps" Target="/ppt/presProps.xml" Id="R8b16d6bf6c1e4fef" /><Relationship Type="http://schemas.openxmlformats.org/officeDocument/2006/relationships/tableStyles" Target="/ppt/tableStyles.xml" Id="R4998403e3a754e11" /><Relationship Type="http://schemas.openxmlformats.org/officeDocument/2006/relationships/slide" Target="/ppt/slides/slide1.xml" Id="R34e4f7d57f1d4d24" /><Relationship Type="http://schemas.openxmlformats.org/officeDocument/2006/relationships/slide" Target="/ppt/slides/slide2.xml" Id="R30e9a19d6d154448" /><Relationship Type="http://schemas.openxmlformats.org/officeDocument/2006/relationships/slide" Target="/ppt/slides/slide3.xml" Id="Reaeca2ca1b68436f" /><Relationship Type="http://schemas.openxmlformats.org/officeDocument/2006/relationships/slide" Target="/ppt/slides/slide4.xml" Id="R9c422262d6544f41" /><Relationship Type="http://schemas.openxmlformats.org/officeDocument/2006/relationships/slide" Target="/ppt/slides/slide5.xml" Id="Rbc1e12a994e34f0d" /><Relationship Type="http://schemas.openxmlformats.org/officeDocument/2006/relationships/slide" Target="/ppt/slides/slide6.xml" Id="R862b13b7e51a449c" /><Relationship Type="http://schemas.openxmlformats.org/officeDocument/2006/relationships/slide" Target="/ppt/slides/slide7.xml" Id="Ra679c442aa594a37" /><Relationship Type="http://schemas.openxmlformats.org/officeDocument/2006/relationships/slide" Target="/ppt/slides/slide8.xml" Id="R18bb778d92514b89" /><Relationship Type="http://schemas.openxmlformats.org/officeDocument/2006/relationships/slide" Target="/ppt/slides/slide9.xml" Id="R2191ef66778d428b" /><Relationship Type="http://schemas.openxmlformats.org/officeDocument/2006/relationships/slide" Target="/ppt/slides/slide10.xml" Id="R10955a5c7b4b46c0" /><Relationship Type="http://schemas.openxmlformats.org/officeDocument/2006/relationships/slide" Target="/ppt/slides/slide11.xml" Id="Rd33facd179144261" /><Relationship Type="http://schemas.openxmlformats.org/officeDocument/2006/relationships/slide" Target="/ppt/slides/slide12.xml" Id="Rc4d9471b834c4632" /><Relationship Type="http://schemas.openxmlformats.org/officeDocument/2006/relationships/slide" Target="/ppt/slides/slide13.xml" Id="R9ad5ff1839d6422b" /><Relationship Type="http://schemas.openxmlformats.org/officeDocument/2006/relationships/slide" Target="/ppt/slides/slide14.xml" Id="R3a57e9ebc69045b1" /><Relationship Type="http://schemas.openxmlformats.org/officeDocument/2006/relationships/slide" Target="/ppt/slides/slide15.xml" Id="R40cd20df06934a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78858ef58946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5ae55ffc324b27" /><Relationship Type="http://schemas.openxmlformats.org/officeDocument/2006/relationships/notesMaster" Target="/ppt/notesMasters/notesMaster1.xml" Id="Rdb14bece737242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d105843ada4489" /><Relationship Type="http://schemas.openxmlformats.org/officeDocument/2006/relationships/notesMaster" Target="/ppt/notesMasters/notesMaster1.xml" Id="R94cd0aab04914e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73bb170dca4d3f" /><Relationship Type="http://schemas.openxmlformats.org/officeDocument/2006/relationships/notesMaster" Target="/ppt/notesMasters/notesMaster1.xml" Id="Rfac423bf0b7140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f220f1dcc194ef4" /><Relationship Type="http://schemas.openxmlformats.org/officeDocument/2006/relationships/notesMaster" Target="/ppt/notesMasters/notesMaster1.xml" Id="R903e6f5888a649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217d36292746c0" /><Relationship Type="http://schemas.openxmlformats.org/officeDocument/2006/relationships/notesMaster" Target="/ppt/notesMasters/notesMaster1.xml" Id="Ra96739c837874d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53e026ab4ab4cb6" /><Relationship Type="http://schemas.openxmlformats.org/officeDocument/2006/relationships/notesMaster" Target="/ppt/notesMasters/notesMaster1.xml" Id="R36e04bde16a7472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510318175647cb" /><Relationship Type="http://schemas.openxmlformats.org/officeDocument/2006/relationships/notesMaster" Target="/ppt/notesMasters/notesMaster1.xml" Id="R791eb45bfcdc47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27756892b54cbd" /><Relationship Type="http://schemas.openxmlformats.org/officeDocument/2006/relationships/notesMaster" Target="/ppt/notesMasters/notesMaster1.xml" Id="R11c7f946207743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6ac3e3cec74c07" /><Relationship Type="http://schemas.openxmlformats.org/officeDocument/2006/relationships/notesMaster" Target="/ppt/notesMasters/notesMaster1.xml" Id="R8a95e17fd08f49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66819724d464dba" /><Relationship Type="http://schemas.openxmlformats.org/officeDocument/2006/relationships/notesMaster" Target="/ppt/notesMasters/notesMaster1.xml" Id="R2ca22f3547a54e2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2df8404efa4068" /><Relationship Type="http://schemas.openxmlformats.org/officeDocument/2006/relationships/notesMaster" Target="/ppt/notesMasters/notesMaster1.xml" Id="Rc59db8603dc341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4f96def748e48a2" /><Relationship Type="http://schemas.openxmlformats.org/officeDocument/2006/relationships/notesMaster" Target="/ppt/notesMasters/notesMaster1.xml" Id="R2f78df6245c34e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42e8e5a8dc64132" /><Relationship Type="http://schemas.openxmlformats.org/officeDocument/2006/relationships/notesMaster" Target="/ppt/notesMasters/notesMaster1.xml" Id="R54e261f21d64400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eb4d35a4124674" /><Relationship Type="http://schemas.openxmlformats.org/officeDocument/2006/relationships/notesMaster" Target="/ppt/notesMasters/notesMaster1.xml" Id="R4ecb728947a1405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5a5c155a8f94b36" /><Relationship Type="http://schemas.openxmlformats.org/officeDocument/2006/relationships/notesMaster" Target="/ppt/notesMasters/notesMaster1.xml" Id="R95925803a79845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내 업무에 맞게 조합하고 덜어내기</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S102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문제에 맞춰, 일하는 방식을 넓혔다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S100가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S103은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S110/S100에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실제 Demo는 문제에 맞춰 바뀌었다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이번 문제에 필요한 구성만 선택했다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S103의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S105로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결과를 수용할지는 사람이 판단한다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S104의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S106에서는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AI가 일할 조건과 확인 경로를 설계한다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S105의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S107로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S110에서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모델·플랫폼이 바뀌면 Harness도 다시 본다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S106의 설계 관점에서 “그때 필요했던 보조 장치가 지금도 필요한가?”를 묻는다. S104은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S108의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무엇을 남기고, 무엇을 덜어낼까?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S107의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S109으로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덜어낸 뒤에도 필요한 일을 하는가?</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S108에서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S110에서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내 업무에서는 무엇이 반복해서 막힐까?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S111에서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S111의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고른 문제에서, 다음 행동 하나로</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S110에서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S110에서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S112–S114에서 팁 제목·현재 위치만 회수하고 S115의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S110과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S112의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S110의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작업 환경과 기준</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S113으로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S113으로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요청 작성</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S114로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검증과 개선</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S108, S109다.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S108 무엇을 남기고, 무엇을 덜어낼까? / S109 덜어낸 뒤에도 필요한 일을 하는가?.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Q&amp;A와 교육 마무리</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S111에서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S102과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S111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S115와 production/preview/act5/S115.png를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34a1a0a2ca4f6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d87d9fff86473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df88732971945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13a42ee5ccd44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bf4734f79654b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e2ebe4c8ca45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1A13FF-6753-4126-907F-8595FFBA7A6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BDDD681-4D00-4FE3-91E5-9A50DF5A609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86D52A7-8C32-487A-A04B-15F98FD482C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1D5E9C5-132F-4CA0-80C5-94E3505C70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B6E8F82-71D0-4B6B-8CD8-8D7271FE1CC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E697CD-9AFF-4469-9EF1-F9C96DF7B0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EE99DB-5941-4B24-B129-A02050DB1B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87A1230-D3C1-4AF6-8FB4-69B94EA7DFD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AA632E-8720-4B07-B964-87FB6A8F8D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BD8238-B1BF-46D2-9A50-211D9B91667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3d8228895c41a9" /><Relationship Type="http://schemas.openxmlformats.org/officeDocument/2006/relationships/slideLayout" Target="/ppt/slideLayouts/slideLayout1.xml" Id="R1de2eb9c188a4d93" /><Relationship Type="http://schemas.openxmlformats.org/officeDocument/2006/relationships/slideLayout" Target="/ppt/slideLayouts/slideLayout2.xml" Id="Ra4c2248d10994d3b" /><Relationship Type="http://schemas.openxmlformats.org/officeDocument/2006/relationships/slideLayout" Target="/ppt/slideLayouts/slideLayout3.xml" Id="R709fc0dd8c6d408f" /><Relationship Type="http://schemas.openxmlformats.org/officeDocument/2006/relationships/slideLayout" Target="/ppt/slideLayouts/slideLayout4.xml" Id="Rcd29ab7cb4ad4f62" /><Relationship Type="http://schemas.openxmlformats.org/officeDocument/2006/relationships/slideLayout" Target="/ppt/slideLayouts/slideLayout5.xml" Id="R87da962afab24f61" /><Relationship Type="http://schemas.openxmlformats.org/officeDocument/2006/relationships/slideLayout" Target="/ppt/slideLayouts/slideLayout6.xml" Id="R3f82a336489449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e2eb9c188a4d93"/>
    <p:sldLayoutId xmlns:r="http://schemas.openxmlformats.org/officeDocument/2006/relationships" id="2147483650" r:id="Ra4c2248d10994d3b"/>
    <p:sldLayoutId xmlns:r="http://schemas.openxmlformats.org/officeDocument/2006/relationships" id="2147483651" r:id="R709fc0dd8c6d408f"/>
    <p:sldLayoutId xmlns:r="http://schemas.openxmlformats.org/officeDocument/2006/relationships" id="2147483652" r:id="Rcd29ab7cb4ad4f62"/>
    <p:sldLayoutId xmlns:r="http://schemas.openxmlformats.org/officeDocument/2006/relationships" id="2147483653" r:id="R87da962afab24f61"/>
    <p:sldLayoutId xmlns:r="http://schemas.openxmlformats.org/officeDocument/2006/relationships" id="2147483654" r:id="R3f82a336489449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5c65230ba204dd2" /><Relationship Type="http://schemas.openxmlformats.org/officeDocument/2006/relationships/notesSlide" Target="/ppt/notesSlides/notesSlide1.xml" Id="R2cc4a74bd76a40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5c3fdc90764917" /><Relationship Type="http://schemas.openxmlformats.org/officeDocument/2006/relationships/notesSlide" Target="/ppt/notesSlides/notesSlide2.xml" Id="R12b9277681c841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bbbaca58c854eea" /><Relationship Type="http://schemas.openxmlformats.org/officeDocument/2006/relationships/notesSlide" Target="/ppt/notesSlides/notesSlide3.xml" Id="Rc1c7262712c949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4927b5c5b824164" /><Relationship Type="http://schemas.openxmlformats.org/officeDocument/2006/relationships/notesSlide" Target="/ppt/notesSlides/notesSlide4.xml" Id="Rf7421b2da1ce44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cb753f7263e4aed" /><Relationship Type="http://schemas.openxmlformats.org/officeDocument/2006/relationships/notesSlide" Target="/ppt/notesSlides/notesSlide5.xml" Id="Rdf6dd8795ccf4f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49f7346d0d44c3a" /><Relationship Type="http://schemas.openxmlformats.org/officeDocument/2006/relationships/notesSlide" Target="/ppt/notesSlides/notesSlide6.xml" Id="R392edbe5e2d54d1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add3aae3de040e1" /><Relationship Type="http://schemas.openxmlformats.org/officeDocument/2006/relationships/notesSlide" Target="/ppt/notesSlides/notesSlide7.xml" Id="Rbbff8bc6d7c445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0abda750d414f94" /><Relationship Type="http://schemas.openxmlformats.org/officeDocument/2006/relationships/notesSlide" Target="/ppt/notesSlides/notesSlide8.xml" Id="R8265f9e80e3d47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335c6afaf1f4afa" /><Relationship Type="http://schemas.openxmlformats.org/officeDocument/2006/relationships/notesSlide" Target="/ppt/notesSlides/notesSlide9.xml" Id="R2b08e6e4d0ce42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347e7d9f969483d" /><Relationship Type="http://schemas.openxmlformats.org/officeDocument/2006/relationships/notesSlide" Target="/ppt/notesSlides/notesSlide10.xml" Id="Rac8397b6c16c420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4e1e6c4e4744988" /><Relationship Type="http://schemas.openxmlformats.org/officeDocument/2006/relationships/notesSlide" Target="/ppt/notesSlides/notesSlide11.xml" Id="R89efb389817e473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b3bbbe8b2874b21" /><Relationship Type="http://schemas.openxmlformats.org/officeDocument/2006/relationships/notesSlide" Target="/ppt/notesSlides/notesSlide12.xml" Id="Rdc4a1ded09b34ec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948e7e46dae42c0" /><Relationship Type="http://schemas.openxmlformats.org/officeDocument/2006/relationships/notesSlide" Target="/ppt/notesSlides/notesSlide13.xml" Id="R0186aa0ed92245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dab9eaf166b48bf" /><Relationship Type="http://schemas.openxmlformats.org/officeDocument/2006/relationships/notesSlide" Target="/ppt/notesSlides/notesSlide14.xml" Id="R5982333268ed49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ca95d5a2b294964" /><Relationship Type="http://schemas.openxmlformats.org/officeDocument/2006/relationships/notesSlide" Target="/ppt/notesSlides/notesSlide15.xml" Id="Rb9b6f652138a4b3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A1D450C9-285F-4726-9DEF-F2D065B26BB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1">
            <a:extLst xmlns:a="http://schemas.openxmlformats.org/drawingml/2006/main">
              <a:ext uri="{FF2B5EF4-FFF2-40B4-BE49-F238E27FC236}">
                <a16:creationId xmlns:a16="http://schemas.microsoft.com/office/drawing/2014/main" id="{CA8E593D-FDBE-4C64-B05E-074D3F0CD3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
            <a:extLst xmlns:a="http://schemas.openxmlformats.org/drawingml/2006/main">
              <a:ext uri="{FF2B5EF4-FFF2-40B4-BE49-F238E27FC236}">
                <a16:creationId xmlns:a16="http://schemas.microsoft.com/office/drawing/2014/main" id="{219E1A4E-A66B-4D4D-82CB-A42D2932E86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43594793-D50F-498C-A9EF-D1D6BCBEA70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5B6A9002-3713-4F95-AC52-E4E106135B6B}"/>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4EB15124-7494-4F20-91E9-12DED2D43835}"/>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C40D990-68BC-41B9-B46D-F501083BBA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20274758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E1062AAA-42AB-4B46-B689-FD24427AEC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2">
            <a:extLst xmlns:a="http://schemas.openxmlformats.org/drawingml/2006/main">
              <a:ext uri="{FF2B5EF4-FFF2-40B4-BE49-F238E27FC236}">
                <a16:creationId xmlns:a16="http://schemas.microsoft.com/office/drawing/2014/main" id="{CA6549A3-CF5A-48D4-A0D0-5A5DE3BAD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문제에 맞춰, 일하는 방식을 넓혔다">
            <a:extLst xmlns:a="http://schemas.openxmlformats.org/drawingml/2006/main">
              <a:ext uri="{FF2B5EF4-FFF2-40B4-BE49-F238E27FC236}">
                <a16:creationId xmlns:a16="http://schemas.microsoft.com/office/drawing/2014/main" id="{F7156AA9-E949-45E3-9E26-9B8C718E79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08FE6B10-1233-4A67-81BA-3306D9F4E0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1787C2C-E06E-4640-BCBA-71D73CFC61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BC82ACF-330C-4DD3-92C3-2C411C0DE2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C7EDC275-3714-42CA-8C64-8060E634F72C}"/>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2AE0CD35-9EF3-4557-8925-F825D52DA199}"/>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E0C3C1D8-B39A-422C-A0B9-6ACBDFA1E39B}"/>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313948F9-E47C-4247-9D98-2044B7E0EA01}"/>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DE164A90-015C-4D7B-980B-AD34D3C25DB2}"/>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BD846274-8C17-435F-ABF8-7EFD90933E6F}"/>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21521734-2705-46FC-AAD2-6A45D57453E0}"/>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66B4BCFB-B45B-48EA-A53B-BA57585D5B9D}"/>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BF849ADB-D6AD-48F0-83B5-104AC23071DC}"/>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F1429CD-6090-4662-963D-C19BD39F7749}"/>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333F439A-10F6-4BE5-92DB-8C9269958F24}"/>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9D84D139-81A6-4EAC-87C2-82F6DD994FF8}"/>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91DBCB4D-BD9F-4EF7-A22B-5EAE91660E48}"/>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0C5010A3-2302-49FB-8FA6-BA7A33E7FC36}"/>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B470A21-1C6B-47F4-A846-CAC3201A6349}"/>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5C6580C9-C4B8-4850-8517-7C70A0D83AFF}"/>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FA60724C-6DBF-479C-AAFB-AD2B3F1D560A}"/>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DD55A396-E830-417F-9241-A516B69E2E2D}"/>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1EF77123-54A0-4760-88A7-EFBD7B8F8B8F}"/>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7F2338C2-7996-4614-8EAC-36A9F9FD0099}"/>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9E46FEFD-E946-434D-A100-036FCABA854C}"/>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3E58255B-C4BA-4AE2-90E0-CD51502592E7}"/>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1ECEC14B-B0CC-444E-98AB-A987CC2D7110}"/>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0494A26-1708-4CFA-BDCB-D0F0EF67CF59}"/>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A8E53CC0-5ABD-4468-A4D0-C18C1EFBCD15}"/>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29BA6528-EA2E-44F8-BBC3-B76DD94C375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E6E41E9D-8A92-4222-9D85-CB348CFBFD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4180631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13E3B4DB-0542-4C07-B7CA-1472FC444B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3">
            <a:extLst xmlns:a="http://schemas.openxmlformats.org/drawingml/2006/main">
              <a:ext uri="{FF2B5EF4-FFF2-40B4-BE49-F238E27FC236}">
                <a16:creationId xmlns:a16="http://schemas.microsoft.com/office/drawing/2014/main" id="{A08B7932-E89D-4F2F-9791-DDFF158F6F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실제 Demo는 문제에 맞춰 바뀌었다">
            <a:extLst xmlns:a="http://schemas.openxmlformats.org/drawingml/2006/main">
              <a:ext uri="{FF2B5EF4-FFF2-40B4-BE49-F238E27FC236}">
                <a16:creationId xmlns:a16="http://schemas.microsoft.com/office/drawing/2014/main" id="{6A900866-D441-4023-AF96-86F46366B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1FFC849A-4499-4EDC-9970-59BB01F7F8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838386FA-ABB1-4634-B2C2-49059EFE65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4E729A99-C7DC-4CD2-9397-242B382ACD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4FF2B6F9-9619-43CF-90B5-63C8E20881B8}"/>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6F2E4D25-726E-4953-A0C7-B8B8D972B2A6}"/>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1F6415B1-B06A-4035-9A3D-A53BB709B8BB}"/>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D4C53249-38D7-4342-BD30-389E5525F384}"/>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34ED9015-260B-44E3-9B67-FBCC343D87EA}"/>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550142A1-558C-423F-AC54-C09B5734FEBA}"/>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A8C694CB-5F68-49F0-B784-CBB8F482483B}"/>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E000DAB9-804B-40CE-B92F-510F0614CC99}"/>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72221C8-94B1-4B93-9550-67FDBFA195FA}"/>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922DF4B2-AD2D-4942-8AA8-34DB428E3E13}"/>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B8FF84FA-8FB6-4318-B401-A51EBF0E9386}"/>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FE98AD1B-9B8B-4C47-A363-DB326A05F84C}"/>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47A5DACE-3477-4CAF-9D67-C1BF20236D16}"/>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C64C5A92-40AB-469C-8E3C-373BE82D478C}"/>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57A1CBB4-451E-4D91-89C9-DC4577EAC339}"/>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D3E041EF-A027-477A-B3CE-75D9D9CE85CD}"/>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2B7F4EA6-9395-4BA9-A954-B2E15E866B78}"/>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DF555CA5-9D5B-47D8-BA14-4979DE655651}"/>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1C2FA786-0A08-46B3-BB06-3C493B3553C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F4C3B8EE-B5C0-4DBA-8E7E-81CD41A4A0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135472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D2DB9661-E231-44CC-81EE-377DB8F682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4">
            <a:extLst xmlns:a="http://schemas.openxmlformats.org/drawingml/2006/main">
              <a:ext uri="{FF2B5EF4-FFF2-40B4-BE49-F238E27FC236}">
                <a16:creationId xmlns:a16="http://schemas.microsoft.com/office/drawing/2014/main" id="{9892D943-5D14-4DCD-8EBA-5C7B3DC21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이번 문제에 필요한 구성만 선택했다">
            <a:extLst xmlns:a="http://schemas.openxmlformats.org/drawingml/2006/main">
              <a:ext uri="{FF2B5EF4-FFF2-40B4-BE49-F238E27FC236}">
                <a16:creationId xmlns:a16="http://schemas.microsoft.com/office/drawing/2014/main" id="{ED363E65-FFC7-469E-A1DC-7AE54488A7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95B3C151-F4B5-4999-9E6B-2357741EE7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B616AD4F-8B78-4B1B-92CD-4BE75A5EA2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3601DF01-EB13-49DE-BC1B-828CD17FCF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477B9DA7-1FD8-4C4A-B6E1-ADA337292441}"/>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62197665-CA1A-4AE9-B305-E44352184878}"/>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A42283E4-D015-40A3-B729-D0AFC05351A0}"/>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6C5DF8AA-AEE2-4159-A893-8F118845DD90}"/>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A10F7742-3690-4831-A942-EA82FC9BCF1A}"/>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2EEAA53D-14E0-48D5-85C1-5856C31162C6}"/>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F6C22FF2-AC36-4526-8DF6-26AA36597765}"/>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C92E9A75-0E33-4AE0-883C-E0347D75E256}"/>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4C0093B4-2666-4BF2-9804-1413CAB34267}"/>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2FF61A53-CB91-4276-8F5E-4D1189160802}"/>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97158DAA-0551-4D9C-972A-28386616F73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AB017B7E-CC31-41EE-8655-7CB3FB8971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39527738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D50B9444-BBE2-422C-88D0-A32589BF4A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5">
            <a:extLst xmlns:a="http://schemas.openxmlformats.org/drawingml/2006/main">
              <a:ext uri="{FF2B5EF4-FFF2-40B4-BE49-F238E27FC236}">
                <a16:creationId xmlns:a16="http://schemas.microsoft.com/office/drawing/2014/main" id="{A0C66463-88B8-4C8A-9CE3-EBB5DE1CEE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결과를 수용할지는 사람이 판단한다">
            <a:extLst xmlns:a="http://schemas.openxmlformats.org/drawingml/2006/main">
              <a:ext uri="{FF2B5EF4-FFF2-40B4-BE49-F238E27FC236}">
                <a16:creationId xmlns:a16="http://schemas.microsoft.com/office/drawing/2014/main" id="{8B5D9374-8773-4E79-B406-436D2D64F3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015BCF66-A2B3-4675-BD93-A34E8AA022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80B24B7E-85FA-4F5C-8BC3-ACF03DD658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5CFBF7B3-A9C8-47E9-9A16-FF4EEC10E0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A765CF7B-FB54-42C7-B3D7-D86FC7F64BC0}"/>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E185842C-8EA9-4D18-ADFE-C92D5006F38D}"/>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495E1977-8A60-441F-BDD4-1E95E834AC1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7D09FAFC-8477-44B8-97BF-56678FA1CCB6}"/>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083B67F4-56B0-492B-A0EA-2442A04BAD7F}"/>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00C86B31-F9E5-44EC-9266-DC7E753DBDE8}"/>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4482FC83-A0F6-4E9B-BE43-E68425198AE2}"/>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589C714-D3A3-43C0-8D20-F169C9B86467}"/>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586494B7-69CD-4B90-A33A-B52DDE0E0572}"/>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CF944675-69D9-47B0-949E-F12CE1BC03CD}"/>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DBDE830D-754B-4E0B-B5CA-5C6A17BF8D41}"/>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DC7617EE-BDB1-489F-BE63-23645DD5B038}"/>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86EB2656-B240-41B5-BB2A-B57B53089BFB}"/>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9890CEDF-6D02-4EC2-8B19-290B4E80BD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F068BCD4-F4A4-427A-876F-012F63607488}"/>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1B047246-EDC5-4ACC-B3D4-F5FCE7450F8D}"/>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2478EA40-CFE5-4C22-939C-1F7581274A6E}"/>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B02A9F1B-E771-48E2-9227-486CE5E5FAF8}"/>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3192B44D-B77E-4C36-A0BA-989B29D301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5968035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857CF382-4B88-4590-81EC-09E9507813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6">
            <a:extLst xmlns:a="http://schemas.openxmlformats.org/drawingml/2006/main">
              <a:ext uri="{FF2B5EF4-FFF2-40B4-BE49-F238E27FC236}">
                <a16:creationId xmlns:a16="http://schemas.microsoft.com/office/drawing/2014/main" id="{0714117E-102D-48B1-AD40-6E7723E8FD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가 일할 조건과 확인 경로를 설계한다">
            <a:extLst xmlns:a="http://schemas.openxmlformats.org/drawingml/2006/main">
              <a:ext uri="{FF2B5EF4-FFF2-40B4-BE49-F238E27FC236}">
                <a16:creationId xmlns:a16="http://schemas.microsoft.com/office/drawing/2014/main" id="{230B7944-D81D-412D-879A-4ED68D6145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BCD7EAFB-27A9-4A50-92D2-1FC468C35D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0D04AEF3-0B54-4104-B231-AE954F2727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CB496683-2FA7-4227-A035-CBB7C01492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06423847-7659-4580-A3B9-D6B2B0CA8716}"/>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595D5492-8C33-4E29-8815-5537C71A5A96}"/>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25EF96BE-473C-4FDC-B336-824382219ACB}"/>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422937A1-6413-4DA7-BA2D-2A73B43A4B3A}"/>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E2FE0425-0F1A-4F51-805F-6F7049496729}"/>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354D2B71-1A2C-4507-8BF5-F27F84742BB2}"/>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5D47A69D-EA82-418F-8EA0-C412B27D9F07}"/>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D65F7CAB-19FF-4FC2-B41F-26B611DC967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3AC61AFD-7E22-463F-9108-E306D0CA3296}"/>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97840F3A-4402-467F-A587-B2D12C9733B5}"/>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A711ADEB-6C4C-4CE5-870F-31BF361F8CE0}"/>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9E964E72-4215-48F2-AC30-AB5E58568191}"/>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7C0D2595-CC1F-4021-97A3-D6B55C3BDCE2}"/>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6FA64733-3D1E-4AA1-914D-620083F1F753}"/>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1BAC9A7E-92FA-4C3E-986D-EE8B02E90AA5}"/>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5F20ACF3-8B08-4759-A426-B5362FCA7739}"/>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07E8D63C-5BC6-4854-934E-940362EE67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41394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732634A6-0805-4DDD-820F-931D314683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7">
            <a:extLst xmlns:a="http://schemas.openxmlformats.org/drawingml/2006/main">
              <a:ext uri="{FF2B5EF4-FFF2-40B4-BE49-F238E27FC236}">
                <a16:creationId xmlns:a16="http://schemas.microsoft.com/office/drawing/2014/main" id="{95EB6BE7-1167-46D0-8949-7D6C94D39A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모델·플랫폼이 바뀌면 Harness도 다시 본다">
            <a:extLst xmlns:a="http://schemas.openxmlformats.org/drawingml/2006/main">
              <a:ext uri="{FF2B5EF4-FFF2-40B4-BE49-F238E27FC236}">
                <a16:creationId xmlns:a16="http://schemas.microsoft.com/office/drawing/2014/main" id="{403160A8-5F1A-4C0E-9FA0-E2BF7CD81F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8A57AA5F-4B9A-47AC-8DC3-7DF76ACBF0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D84FECE5-17D0-428A-A131-40960B6910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7096C6B3-5D37-428B-A150-C63438ED97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594193AB-61A8-4C74-82A8-FD89EC19160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BD139EDC-F157-4E5D-8370-02E83121202B}"/>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F9DB4578-ABFD-4E68-B553-218E77F2E17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415368CE-7D62-4363-9106-A66E19A9B7E4}"/>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63A54129-7816-4635-AEA0-AF195B95D928}"/>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E67E1773-F173-427D-8E17-0CB2348EED87}"/>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DA095EF3-0726-4F35-9C0F-B4A687AB50E2}"/>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F94889E2-7657-4866-8091-DFC4C27A512C}"/>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6682FF7-C717-4E0B-B1BF-F22062CEE39F}"/>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B9711EA8-FCCD-46CD-AAF9-A2DECC348369}"/>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532AC1DA-A1F8-42C8-934A-AF4BD1E04C72}"/>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F80E382-42AB-4997-BE95-AEE80C91FF9D}"/>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742500CF-6AC8-4559-9246-A7051926F07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58E48714-1821-42CE-A3B6-98EB6BA318DF}"/>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D3BF2F9A-B0A5-4289-810D-57A5070D0232}"/>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023237CC-0990-42BE-B8FF-8EFF8A105B35}"/>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6EB4A2F6-1C72-4FE2-828B-1A79A3896E7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C53C3C62-D7C4-46CA-BB18-A26782F0F89F}"/>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762565C5-92D0-4507-90B9-375D35E193D1}"/>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5E4D6CF-8108-404A-8453-D1ED0976631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055166CA-9D40-4807-9020-5FF9591699CC}"/>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BA0C5E96-8267-475E-983A-345BE6804D79}"/>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444809CD-8B50-42D3-B1EF-2DF7A805035B}"/>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63CF22B6-60B2-4995-B2EA-58F3E16F11C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D25D1008-AC78-4594-84E2-4B5870E5E0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030430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239AE395-3C45-4825-965F-4CD65C8DCC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8">
            <a:extLst xmlns:a="http://schemas.openxmlformats.org/drawingml/2006/main">
              <a:ext uri="{FF2B5EF4-FFF2-40B4-BE49-F238E27FC236}">
                <a16:creationId xmlns:a16="http://schemas.microsoft.com/office/drawing/2014/main" id="{10A47825-30D8-460E-9701-1B275DE7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무엇을 남기고, 무엇을 덜어낼까?">
            <a:extLst xmlns:a="http://schemas.openxmlformats.org/drawingml/2006/main">
              <a:ext uri="{FF2B5EF4-FFF2-40B4-BE49-F238E27FC236}">
                <a16:creationId xmlns:a16="http://schemas.microsoft.com/office/drawing/2014/main" id="{34240CF4-0561-4363-913A-A96194FE07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497A66A1-5B1C-4966-89A9-06E4BFF2A8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037D1020-9BD6-4709-8EAF-AD99273B90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70BCD3F6-0E5C-476C-9DF9-93155D42F0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DB06677B-6F06-4A8F-A6FD-26822A5BFED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18A9E187-9212-42D6-BBED-0EDBE140A8D7}"/>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5E5C8B1E-49E9-4768-A58C-060DEBC2F137}"/>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4AD0213B-1579-40AF-8E5C-ABD9207D583C}"/>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9FB319F6-0DE5-4386-A09B-90738671C878}"/>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940EB54E-F3B5-4714-9E46-1298A7FA4F3D}"/>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DCC34852-5800-4EBA-83CF-2FDAD941895B}"/>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8D429208-9F31-452C-BD90-5D712DFB1B8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2FE1A26A-99B7-44BF-84F7-D6F8A27DDD1B}"/>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09681A3F-04BB-4229-8B5A-20EDF5AD70D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A65EF21D-43CE-4F19-8515-8619339FAFF9}"/>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57B16BD-99EA-41B6-AED9-500B8DE5CF74}"/>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61BD33BC-C48D-4F79-B842-402B0D4B4C76}"/>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74F94DC-4DDF-4A2D-BC16-36174DF0FE0A}"/>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ED30799A-7E8B-4ADE-97D4-5DA653AD0F6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79DAA34-8A31-4559-9231-B056682B50E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2563BBBA-09CB-4990-8ADF-7591A7117D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3706782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A5423557-3C26-4AC4-B75D-DA9DF96DB5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9">
            <a:extLst xmlns:a="http://schemas.openxmlformats.org/drawingml/2006/main">
              <a:ext uri="{FF2B5EF4-FFF2-40B4-BE49-F238E27FC236}">
                <a16:creationId xmlns:a16="http://schemas.microsoft.com/office/drawing/2014/main" id="{0AF16FB5-B29D-429D-90B4-0D1524721B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덜어낸 뒤에도 필요한 일을 하는가?">
            <a:extLst xmlns:a="http://schemas.openxmlformats.org/drawingml/2006/main">
              <a:ext uri="{FF2B5EF4-FFF2-40B4-BE49-F238E27FC236}">
                <a16:creationId xmlns:a16="http://schemas.microsoft.com/office/drawing/2014/main" id="{C0005B7F-8BC3-4D9B-B2D5-2BE8449BB4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7DD132D5-DE3D-486E-9C41-60989EF4BF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B215225F-F0F3-4D6B-B46F-277488E542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0F4D1439-C0ED-4208-BD9C-B5152258D2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6900689F-D04B-492A-B0F6-3F72975077A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D828B54B-FDB1-4CC9-893E-41AEB8207FC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7BB1A3A-75B4-425C-82A9-0E344C6968A3}"/>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215DF81A-707E-40E4-9F43-7DEE5749DDA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08F11220-AC6F-4676-98BE-A3B7F6C4F1B9}"/>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3A48ABE6-072F-4EA2-9AC8-77FFB15F492B}"/>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38C72309-341E-4C76-9F85-584E1453E43F}"/>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B995611A-4C87-41DE-8D2E-F524C757BF2F}"/>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74CBEF80-1A93-42D1-8E38-2C0F8BD1AB3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08C66F2B-B63B-4BE3-BE7D-177505106FA7}"/>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79157D29-72DA-4506-AF0B-08FB52D888B8}"/>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C131A2DE-0FDE-405D-8803-7FEF25024A54}"/>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73DE13A-4A8E-4F4C-ABF1-E64FA8E5564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2F533E44-96BE-4586-8F04-CD412DF4BA87}"/>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E0C9C798-0C3F-4C3B-AC41-CA303EC95049}"/>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D0625E74-14CE-49B0-932C-943BDD3A76A4}"/>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017D4A9E-83CE-484F-9C24-4C9202BB20F8}"/>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5A19B978-BB9D-4692-A699-195660389C52}"/>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A1515687-6BEF-494A-847B-DA8D1C4824C1}"/>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F624E84A-2C53-4E8A-96A3-CE95A8F856A9}"/>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A9DFE32E-B8F8-44F7-B93A-EAA5203EE543}"/>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1EC42B78-6A31-4301-AC20-A8207112D207}"/>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5012C98E-314B-4661-B8FC-D01CC5FD0ABA}"/>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A4302CF7-EF0D-47F6-9488-12EAFD8E99F9}"/>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AE52EE71-E36D-404C-9ACB-64D3DFD4642C}"/>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14DAA77-A22F-4D30-BBF3-CD2A79951AB6}"/>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2247491B-04FF-4C8C-B2E3-3F6D511DB1D1}"/>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459E02BB-5BBB-4B08-B384-9664046E40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1D802E07-6BFC-4704-A692-289EB63658B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0E2927CA-CAEB-46D5-9619-F03F80ED9A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657877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A08F9E83-3EB9-4899-9D69-8F5E69B75E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0">
            <a:extLst xmlns:a="http://schemas.openxmlformats.org/drawingml/2006/main">
              <a:ext uri="{FF2B5EF4-FFF2-40B4-BE49-F238E27FC236}">
                <a16:creationId xmlns:a16="http://schemas.microsoft.com/office/drawing/2014/main" id="{310270DD-C472-4A84-A92B-FA5BF6BF51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내 업무에서는 무엇이 반복해서 막힐까?">
            <a:extLst xmlns:a="http://schemas.openxmlformats.org/drawingml/2006/main">
              <a:ext uri="{FF2B5EF4-FFF2-40B4-BE49-F238E27FC236}">
                <a16:creationId xmlns:a16="http://schemas.microsoft.com/office/drawing/2014/main" id="{728161EF-001D-423B-AC6C-BE4BB055CE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82EE00F5-ADD9-4EBB-BE1B-685C991A84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53F87AF-F4A7-4E5B-AD4F-DD21008EF7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6B85E6C1-B6AF-4B90-9732-A0FB0A3FA2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592864D2-7764-41BE-94A5-52427998B617}"/>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ED348DED-245E-4369-9E5F-45F97EEFFCA7}"/>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42EE0D8-A28F-4A60-B1E1-232D5BA88088}"/>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7F97443-3069-4121-ADEC-C26FB2AA8C14}"/>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E52C5B63-C904-421C-862D-77D0E74C63D9}"/>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DEB14AA4-7CA5-47BC-BBFB-F2ED18FA23E9}"/>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4E186C3C-A07F-4FDE-BC63-B4462E1F76F4}"/>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BF0B14E-F59E-442B-9140-4DD1A8F1D07F}"/>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D922A198-D6E5-48D2-924D-E7F3FA0BF052}"/>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6CB9B8-6580-4D71-8ED9-A88E8092111D}"/>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0731BDA9-9C53-4D0C-BEF9-9E84F912B335}"/>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25E8176-55A9-4EB2-A13F-95AF351744D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20B27D6-44E5-4AAC-B661-461A37504519}"/>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0456F16-4896-4977-8660-FC8B06C9B191}"/>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E8273141-165F-4A96-8A5F-6B9EEF1A58E2}"/>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A858587-4177-4282-9F77-7715BF34E239}"/>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93415207-55CB-4A71-96C3-F5293364A7D8}"/>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3176009-B001-486C-BD00-005B0B1585B0}"/>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8012D0A5-43FA-4376-B6DE-A16BAFC1B81C}"/>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0E8B8439-1D0D-4402-BA68-036637DD7AD9}"/>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F6776025-EE82-46EB-A804-EE8F508EDD7B}"/>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BBAE3C97-423B-4A54-9756-14E58F170FE2}"/>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6F6A3F2-A15A-4F94-A745-69125E252257}"/>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D74365C-5106-4092-87B9-D8A4BA6287B9}"/>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64FEBA3D-E377-475C-A346-605BA2C899EC}"/>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83C363A7-F316-43AC-B805-0B67482B4573}"/>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5320D192-751E-4A3A-8035-848C2DB216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6553893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C8343D91-EC97-4AF8-AF91-8284C6C5CB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1">
            <a:extLst xmlns:a="http://schemas.openxmlformats.org/drawingml/2006/main">
              <a:ext uri="{FF2B5EF4-FFF2-40B4-BE49-F238E27FC236}">
                <a16:creationId xmlns:a16="http://schemas.microsoft.com/office/drawing/2014/main" id="{D59E413B-ED98-4D64-856A-483DA8874B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고른 문제에서, 다음 행동 하나로">
            <a:extLst xmlns:a="http://schemas.openxmlformats.org/drawingml/2006/main">
              <a:ext uri="{FF2B5EF4-FFF2-40B4-BE49-F238E27FC236}">
                <a16:creationId xmlns:a16="http://schemas.microsoft.com/office/drawing/2014/main" id="{A15AAB03-8CBF-4E63-9DE6-88AA590DB6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9B1B2F91-137D-42AC-A05D-53F3518BD8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5B88E22C-623F-4E7F-98AC-05DDC1FAF8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8ABCD1B6-3587-4033-8B3C-FB69BD63A9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D7598853-474E-4E34-BD97-08F166A87A69}"/>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CBE7478A-610D-4F98-962C-44949ADC1C77}"/>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CD2F747-4085-470F-A78F-BA6BD62FF8FA}"/>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9574888-6950-4AEB-B522-2BC4ECD5E3A1}"/>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98E78CF7-1861-45CE-B9FE-A983BCA0CCFD}"/>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D14C1BB-7A49-4733-8E96-5D6E3E566AE2}"/>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82B86858-7C8B-4BB6-92A6-F9CAB9765A31}"/>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9780427C-0358-477B-AD86-57FE9754E4B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FA0BB5F0-AC7C-4440-A411-FFDB7BFCEFEC}"/>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86CF786D-D1A0-476C-85D1-896CE0879884}"/>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F7820-D260-45B3-9CE2-4C3C2156351F}"/>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9E0F0C44-D2D5-4303-B618-E9959DB03E88}"/>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F9355CD2-896F-4F08-AD3B-B8E4EC669BD1}"/>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D8B74868-E896-4BBC-9C2A-C96178587AE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B84486E-106F-4FE2-B06C-2CA2D1B33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4E5E485B-359E-49D6-82F7-0DA687CC9AA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E1DC361-4E92-4728-96C0-EAD9E469577A}"/>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7AD35160-6770-49BA-BA04-FF560869EAF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55E2494-53E8-4DE8-9A16-3A9BF457D6CD}"/>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58F324F7-89F3-4E4E-9690-C23B0ADEEF78}"/>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E0DD55DF-2443-4879-8D55-F4E2A468CBD2}"/>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576FB819-4658-4027-9ABC-75CCC4166E7C}"/>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F2AECF45-3882-40E1-930C-C5F494C07524}"/>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C35D7191-CE09-413E-911A-D975A8F3F890}"/>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932A54A9-EBC4-40BE-B51A-6097301429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78593367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388B0929-8823-483B-9444-629527E56D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2">
            <a:extLst xmlns:a="http://schemas.openxmlformats.org/drawingml/2006/main">
              <a:ext uri="{FF2B5EF4-FFF2-40B4-BE49-F238E27FC236}">
                <a16:creationId xmlns:a16="http://schemas.microsoft.com/office/drawing/2014/main" id="{42DEAFD3-FE74-40CA-9ABD-388885F990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작업 환경과 기준">
            <a:extLst xmlns:a="http://schemas.openxmlformats.org/drawingml/2006/main">
              <a:ext uri="{FF2B5EF4-FFF2-40B4-BE49-F238E27FC236}">
                <a16:creationId xmlns:a16="http://schemas.microsoft.com/office/drawing/2014/main" id="{27CC73B6-76F4-4435-9DB7-26CE3A62FE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13FB8F44-1D98-4E68-B29D-11E5703CA3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E68DBDC0-7C3B-4092-8EA6-C7A994FE83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6BB01EC-8B29-4160-83BB-16D8C33DB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076C46E-1311-4431-B595-4729E53A18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5B5739B-A260-4C6D-98EA-1AEC118E41B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7427688-78CC-4623-8822-3FC344B6A81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7F6C4B3C-C126-4805-8255-C44FF1573454}"/>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4D08588B-CFCB-4911-840F-030847291D75}"/>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43967036-CFB8-481A-A150-69CBDEAE539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A6589347-4EEA-47D2-97E3-1553EAC99D2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D60503C7-FAA4-4005-9D2F-47EA93E487D4}"/>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81B12E4-9C7E-464B-A24A-AB7D7AAF7AA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87A4F4B5-ECC3-41EB-BDF1-E96E2D76BFC5}"/>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DF692D65-64D3-44F3-9948-23267D8A8344}"/>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7A2279D1-9420-409A-89CD-4DA723BA3885}"/>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9F8F618-B6C0-4151-B008-A9E5ACFBDAA9}"/>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AB013556-D207-47A4-88ED-919A192AE25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DB99A7E4-AB90-484F-844F-0CE52F437B12}"/>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D7CC6DF4-DD6A-4273-ADD1-CBC93BB59344}"/>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A31686E-E571-4E36-87C7-D656ABDA602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2E783002-2C18-4538-9F3E-C0CC30928BDD}"/>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8C9BF0C9-2B78-4D4A-80BF-7F7010606546}"/>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01C52F12-D106-40F6-A413-CF3B639C41B6}"/>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FF96F5D-7C02-40A3-863A-70E9B739E70A}"/>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7AEDBB89-1EEA-47EA-A069-EFD80ACD6C4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EDB09AA6-7014-4CE8-B18C-E06096DB919C}"/>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F7FBF7C5-9EAA-4107-8ABE-DEB33AB498A6}"/>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CCBA581-B804-447C-82DB-9D002823F2BA}"/>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347A0CBF-9183-44F9-812F-8DF34C853E1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46C7F2F9-1C36-4EF0-B3C1-EA9E7424B39D}"/>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0E9F114C-9D28-40CE-9913-7841A996463A}"/>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CD4A2BEF-C3E1-406F-9C63-832C94944DB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692E3487-219D-4E9D-A5AC-3774B9F27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반복 보정을 개선으로 잇는 기록">
            <a:extLst xmlns:a="http://schemas.openxmlformats.org/drawingml/2006/main">
              <a:ext uri="{FF2B5EF4-FFF2-40B4-BE49-F238E27FC236}">
                <a16:creationId xmlns:a16="http://schemas.microsoft.com/office/drawing/2014/main" id="{AD200783-8927-4DD4-A525-D9E3C85E2BFC}"/>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8" name="Legacy module connection">
            <a:extLst xmlns:a="http://schemas.openxmlformats.org/drawingml/2006/main">
              <a:ext uri="{FF2B5EF4-FFF2-40B4-BE49-F238E27FC236}">
                <a16:creationId xmlns:a16="http://schemas.microsoft.com/office/drawing/2014/main" id="{F668E323-A8C9-4005-AF5C-7D5D2F5C91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7738739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7D6AD400-85F4-4590-9937-63512E053E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3">
            <a:extLst xmlns:a="http://schemas.openxmlformats.org/drawingml/2006/main">
              <a:ext uri="{FF2B5EF4-FFF2-40B4-BE49-F238E27FC236}">
                <a16:creationId xmlns:a16="http://schemas.microsoft.com/office/drawing/2014/main" id="{AF06F80F-489E-4880-8A6A-95316559F8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요청 작성">
            <a:extLst xmlns:a="http://schemas.openxmlformats.org/drawingml/2006/main">
              <a:ext uri="{FF2B5EF4-FFF2-40B4-BE49-F238E27FC236}">
                <a16:creationId xmlns:a16="http://schemas.microsoft.com/office/drawing/2014/main" id="{596B4FAA-BE90-47F7-B5CB-836632766B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99315EE0-7722-4B03-8C35-871F9BF123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91E5DB9D-F58B-41A5-B99F-1004FFE1F8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88BF034A-7E6C-4966-BD49-F4BD0B7176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8FD6302-8144-4E01-BDAA-49C09C63862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CA06C2D9-408E-408E-AC03-735DB2264E9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67C5A44D-BCDD-4148-9535-F69DEB78DFBB}"/>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6FC2B0AE-97DA-431C-8C89-335EF9345CEE}"/>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802FC73-C275-4217-9EFA-62A7A17B938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A43C7AA6-A96A-4B34-9DE1-BFE331F4D084}"/>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2F35C30D-0596-4F6E-99BE-C6255DE1114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52571716-6126-4B5D-A6BB-08F1A7851267}"/>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C851B98-81BB-43B7-BCFE-25AE713F936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BF5D972F-E2AC-4719-88B0-9501F7683FD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937B46B-A127-467C-BFCF-BD7C34C14CDB}"/>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255158FF-7A5A-4046-A917-4C2D3050156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EF4201C-80FE-4D28-B58B-5FADC89C374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A6B996B2-92D2-4633-A8A4-139C9125707B}"/>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0250AB22-CE72-45B3-9677-B5DA800F9B4E}"/>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88F8DE62-191A-4991-BEB1-EA1274B218F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1EBBDA44-59A1-4ECA-8029-AC0D902C5D72}"/>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B41E0FF0-1442-464C-8F71-65D2D3C8333C}"/>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82EAF655-0DAB-4008-AA2B-508AB64580DF}"/>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D70021DF-E0EC-4CE8-AD9A-ED5CEA54F08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85667E35-A980-4AF0-A5BD-489E3EDA877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5019C387-D2F4-484D-8E54-F7F6655EC48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D3917D2A-FBBD-4BA3-B572-1B316725957D}"/>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5EF0A90-7068-4C35-9D92-BF9D0230E900}"/>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4A712F62-6F16-4A0D-A3ED-AD69E474B9CB}"/>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B779F96-3B36-464A-80D1-7893196AF755}"/>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2824D10C-D798-4534-8CA5-A374959F18F2}"/>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A095F197-D2F5-4EFB-8672-7A56E070A2F7}"/>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5C57B83D-4E6C-46DA-8E70-0D6E6005B02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963E1AE6-0753-4BC8-8F70-8964C5B00FD6}"/>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2F287F50-9476-435D-A115-B49DFA932C9D}"/>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3C0DDED1-C37E-4EF4-850E-AAF452A3286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7FB3326E-0B8F-4F1E-9043-92802DF4F46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60CC01E1-69DB-455D-853E-7F82104D9AA1}"/>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8FD85322-7B5D-4656-8E31-D293D29EFBD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05329AE-C4B1-474C-A42B-7F40EEC722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46306886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F6092A11-C993-44F1-A3A1-262EB0FD3C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4">
            <a:extLst xmlns:a="http://schemas.openxmlformats.org/drawingml/2006/main">
              <a:ext uri="{FF2B5EF4-FFF2-40B4-BE49-F238E27FC236}">
                <a16:creationId xmlns:a16="http://schemas.microsoft.com/office/drawing/2014/main" id="{09A99EFF-6994-4E07-AAC5-29585CF073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검증과 개선">
            <a:extLst xmlns:a="http://schemas.openxmlformats.org/drawingml/2006/main">
              <a:ext uri="{FF2B5EF4-FFF2-40B4-BE49-F238E27FC236}">
                <a16:creationId xmlns:a16="http://schemas.microsoft.com/office/drawing/2014/main" id="{3D7695F1-765C-42B7-BC1B-810F00F1FB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E8C48CA7-5375-4114-8423-BAA1876913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9CFF4F3B-14E7-446E-B09D-9C88B2348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B1566AF0-A704-480C-BBB1-18577531C4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8E4EAB6E-C78A-4297-8BF2-EC4A2810288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4E53C71A-0D3C-4902-88D4-75249931D9E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FB4A730-23A6-44E9-8F01-9FCE9A07545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E5008A8A-10B2-40F4-9A6D-B75E1B3E1E24}"/>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B88BCDE-1AE8-42F3-A3AC-1B6811E72BF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FAD93C54-1698-474B-84D2-FDB7DED4A64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원인을 고르기 전에 확인할 기록">
            <a:extLst xmlns:a="http://schemas.openxmlformats.org/drawingml/2006/main">
              <a:ext uri="{FF2B5EF4-FFF2-40B4-BE49-F238E27FC236}">
                <a16:creationId xmlns:a16="http://schemas.microsoft.com/office/drawing/2014/main" id="{58D690F7-7A6A-49CC-A0CA-28FCE211924E}"/>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EA424DED-1DD2-4A8B-9504-B0F11415D44B}"/>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0F72154-7849-4900-A8CE-D5F4CACB561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215EBB4C-6DE2-4F66-89C7-1024F7E3C7A6}"/>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지침을 고친 뒤, 무엇을 다시 확인할까?">
            <a:extLst xmlns:a="http://schemas.openxmlformats.org/drawingml/2006/main">
              <a:ext uri="{FF2B5EF4-FFF2-40B4-BE49-F238E27FC236}">
                <a16:creationId xmlns:a16="http://schemas.microsoft.com/office/drawing/2014/main" id="{8EDDC37D-6DB0-4900-AD60-F994ACB4228C}"/>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C1150213-DAC8-4EF2-8E26-8ED71688A47D}"/>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D5E29C0-29B1-4731-89FF-F6EF14AD58A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8">
            <a:extLst xmlns:a="http://schemas.openxmlformats.org/drawingml/2006/main">
              <a:ext uri="{FF2B5EF4-FFF2-40B4-BE49-F238E27FC236}">
                <a16:creationId xmlns:a16="http://schemas.microsoft.com/office/drawing/2014/main" id="{E09BE88B-84B2-422F-BFB5-DEFC56EFBB9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1" name="무엇을 남기고, 무엇을 덜어낼까?">
            <a:extLst xmlns:a="http://schemas.openxmlformats.org/drawingml/2006/main">
              <a:ext uri="{FF2B5EF4-FFF2-40B4-BE49-F238E27FC236}">
                <a16:creationId xmlns:a16="http://schemas.microsoft.com/office/drawing/2014/main" id="{B40C6C82-2959-4E21-AE0F-31CF3553DED4}"/>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29DFE1DE-7D1F-486B-BB72-C6CF521835D0}"/>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E14E0AB-45A4-4247-9820-A3BF815EA3D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F371C780-B163-477B-85EA-CB4C1D9B904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덜어낸 뒤에도 필요한 일을 하는가?">
            <a:extLst xmlns:a="http://schemas.openxmlformats.org/drawingml/2006/main">
              <a:ext uri="{FF2B5EF4-FFF2-40B4-BE49-F238E27FC236}">
                <a16:creationId xmlns:a16="http://schemas.microsoft.com/office/drawing/2014/main" id="{1B37AD8F-D7AD-4501-BAB0-5A4B444A83D3}"/>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2A698917-6060-4C0F-9FD5-60F18677A6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54222600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9A06BA1D-834B-4D80-AC0E-D818E1C474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5">
            <a:extLst xmlns:a="http://schemas.openxmlformats.org/drawingml/2006/main">
              <a:ext uri="{FF2B5EF4-FFF2-40B4-BE49-F238E27FC236}">
                <a16:creationId xmlns:a16="http://schemas.microsoft.com/office/drawing/2014/main" id="{106901C0-3213-424F-A69F-1A816A1741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Q&amp;A와 교육 마무리">
            <a:extLst xmlns:a="http://schemas.openxmlformats.org/drawingml/2006/main">
              <a:ext uri="{FF2B5EF4-FFF2-40B4-BE49-F238E27FC236}">
                <a16:creationId xmlns:a16="http://schemas.microsoft.com/office/drawing/2014/main" id="{5FE99ED5-4064-4D3B-BE65-891E2D25FD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54285863-0368-4B79-B88D-0D3EE054E3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47D5163F-2DD7-4B61-BDDC-8BF4EEAED9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435FACB3-CA05-4D57-9ECB-225B549734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D80A3520-6EE8-44AF-AE82-571D5D3FD971}"/>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27DAD68B-15F0-424C-99F1-41D04C32C6F0}"/>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323FFB9-42BE-4B69-9F25-25870B7D98B4}"/>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156F1FCC-DC82-48D8-ADF8-3BEC18AAF64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AA668C6A-4B74-4366-AEC5-532D6573CA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52760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2026-10-25T12:09:18.5850000Z</dcterms:created>
  <dcterms:modified xsi:type="dcterms:W3CDTF">2026-10-25T12:09:18.5850000Z</dcterms:modified>
</coreProperties>
</file>