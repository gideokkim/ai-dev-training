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b9e9c4f4f64099" /><Relationship Type="http://schemas.openxmlformats.org/officeDocument/2006/relationships/extended-properties" Target="/docProps/app.xml" Id="R340fb6c972414214" /><Relationship Type="http://schemas.openxmlformats.org/officeDocument/2006/relationships/officeDocument" Target="/ppt/presentation.xml" Id="R74e45539aedc40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7a116d217e433d"/>
  </p:sldMasterIdLst>
  <p:notesMasterIdLst>
    <p:notesMasterId xmlns:r="http://schemas.openxmlformats.org/officeDocument/2006/relationships" r:id="R2540311bcaa64a9e"/>
  </p:notesMasterIdLst>
  <p:sldIdLst>
    <p:sldId xmlns:r="http://schemas.openxmlformats.org/officeDocument/2006/relationships" id="256" r:id="R265d27a472584bc4"/>
    <p:sldId xmlns:r="http://schemas.openxmlformats.org/officeDocument/2006/relationships" id="257" r:id="R86c9e2f0f038409d"/>
    <p:sldId xmlns:r="http://schemas.openxmlformats.org/officeDocument/2006/relationships" id="258" r:id="R9eeb7c10610c414e"/>
    <p:sldId xmlns:r="http://schemas.openxmlformats.org/officeDocument/2006/relationships" id="259" r:id="Rac081d3516cb421d"/>
    <p:sldId xmlns:r="http://schemas.openxmlformats.org/officeDocument/2006/relationships" id="260" r:id="Ra396042097094548"/>
    <p:sldId xmlns:r="http://schemas.openxmlformats.org/officeDocument/2006/relationships" id="261" r:id="R907ae557b1774cdf"/>
    <p:sldId xmlns:r="http://schemas.openxmlformats.org/officeDocument/2006/relationships" id="262" r:id="Rd249ed4f559c4404"/>
    <p:sldId xmlns:r="http://schemas.openxmlformats.org/officeDocument/2006/relationships" id="263" r:id="Rf0f44ec0ba8f4c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aa1057659a483a" /><Relationship Type="http://schemas.openxmlformats.org/officeDocument/2006/relationships/slideMaster" Target="/ppt/slideMasters/slideMaster1.xml" Id="Rd97a116d217e433d" /><Relationship Type="http://schemas.openxmlformats.org/officeDocument/2006/relationships/notesMaster" Target="/ppt/notesMasters/notesMaster1.xml" Id="R2540311bcaa64a9e" /><Relationship Type="http://schemas.openxmlformats.org/officeDocument/2006/relationships/presProps" Target="/ppt/presProps.xml" Id="R63a149d4e7914c48" /><Relationship Type="http://schemas.openxmlformats.org/officeDocument/2006/relationships/tableStyles" Target="/ppt/tableStyles.xml" Id="R948d124a9f584f9d" /><Relationship Type="http://schemas.openxmlformats.org/officeDocument/2006/relationships/slide" Target="/ppt/slides/slide1.xml" Id="R265d27a472584bc4" /><Relationship Type="http://schemas.openxmlformats.org/officeDocument/2006/relationships/slide" Target="/ppt/slides/slide2.xml" Id="R86c9e2f0f038409d" /><Relationship Type="http://schemas.openxmlformats.org/officeDocument/2006/relationships/slide" Target="/ppt/slides/slide3.xml" Id="R9eeb7c10610c414e" /><Relationship Type="http://schemas.openxmlformats.org/officeDocument/2006/relationships/slide" Target="/ppt/slides/slide4.xml" Id="Rac081d3516cb421d" /><Relationship Type="http://schemas.openxmlformats.org/officeDocument/2006/relationships/slide" Target="/ppt/slides/slide5.xml" Id="Ra396042097094548" /><Relationship Type="http://schemas.openxmlformats.org/officeDocument/2006/relationships/slide" Target="/ppt/slides/slide6.xml" Id="R907ae557b1774cdf" /><Relationship Type="http://schemas.openxmlformats.org/officeDocument/2006/relationships/slide" Target="/ppt/slides/slide7.xml" Id="Rd249ed4f559c4404" /><Relationship Type="http://schemas.openxmlformats.org/officeDocument/2006/relationships/slide" Target="/ppt/slides/slide8.xml" Id="Rf0f44ec0ba8f4c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81dfa53b5b46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b58c1979464ea2" /><Relationship Type="http://schemas.openxmlformats.org/officeDocument/2006/relationships/notesMaster" Target="/ppt/notesMasters/notesMaster1.xml" Id="R8303000d411542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cc3a6932414f08" /><Relationship Type="http://schemas.openxmlformats.org/officeDocument/2006/relationships/notesMaster" Target="/ppt/notesMasters/notesMaster1.xml" Id="R7f6685a1d58648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38370e17044cc9" /><Relationship Type="http://schemas.openxmlformats.org/officeDocument/2006/relationships/notesMaster" Target="/ppt/notesMasters/notesMaster1.xml" Id="Rf6b53ba3f8644a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7bf00ba19043cd" /><Relationship Type="http://schemas.openxmlformats.org/officeDocument/2006/relationships/notesMaster" Target="/ppt/notesMasters/notesMaster1.xml" Id="Rb3b9718ea4a546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92f40d1e1c430b" /><Relationship Type="http://schemas.openxmlformats.org/officeDocument/2006/relationships/notesMaster" Target="/ppt/notesMasters/notesMaster1.xml" Id="Rb7ebd4c8734548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d6794a667f41b6" /><Relationship Type="http://schemas.openxmlformats.org/officeDocument/2006/relationships/notesMaster" Target="/ppt/notesMasters/notesMaster1.xml" Id="R3e8c5ed05d034c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f4400fc31f4fe0" /><Relationship Type="http://schemas.openxmlformats.org/officeDocument/2006/relationships/notesMaster" Target="/ppt/notesMasters/notesMaster1.xml" Id="R46f32107355f4e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55fddcfd754bf9" /><Relationship Type="http://schemas.openxmlformats.org/officeDocument/2006/relationships/notesMaster" Target="/ppt/notesMasters/notesMaster1.xml" Id="R8176e89be43643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S74 실제 Repository 이력→S75 선택 기준→S76 책임을 거쳐 S77에서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S74와 S76에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S77의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흐름이 하나의 Repository에서는 어떤 변화로 기록됐을까요?” S74로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S73와 production/preview/act5/S73.png를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일곱 이름을 번호·화살표 순서로 읽는다.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발췌(S16 crop 수정, S32 상세 문서 분리, S45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S32-source.png, S45-source.png (기존 production PNG와 동일). S16은 TRIAL-002 diff 재구성, S32는 STATE-02→03 문구 발췌, S45는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S32로 Routing 우월성·토큰 절감을 주장하지 않고, S45는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S75로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S74와 production/preview/act5/S74.png를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“AI에게 더 많은 일을 맡겨도 개발자에게 남는 책임은 무엇일까요?” S76으로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S77의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S78로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S78에서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S78로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Task/Context/Workflow/Verification/Feedback의 새 개념 설명은 하지 않고 S79의 개인 성찰 세 질문으로 좁혀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“마지막으로, 각자 업무에서 반복되는 마찰을 개인적으로 생각해 봅시다.”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“내가 AI와 개발하는 방식에서 다음에 바꿀 수 있는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S78에서 떠올린 반복 마찰을 이어 간다.</a:t>
            </a:r>
          </a:p>
          <a:p xmlns:a="http://schemas.openxmlformats.org/drawingml/2006/main">
            <a:r>
              <a:t>2. (1:00–2:00 / Lecture) 화면의 반복 설명, 재탐색하는 프로젝트 사실, 두 번째 실패의 수정 위치 세 질문을 차례로 읽는다.</a:t>
            </a:r>
          </a:p>
          <a:p xmlns:a="http://schemas.openxmlformats.org/drawingml/2006/main">
            <a:r>
              <a:t>3. (2:00–4:00 / Reflection) 두 분 동안 조용히 개인적으로 생각할 시간을 둔다. 답변·기록·발표·제출을 요구하지 않는다. 시간 뒤 S80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공유하지 않는 개인 성찰로 진행한다. 응답을 받기 위해 기다리지 않는다. 2분 뒤 바로 S80으로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S80으로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43f89a65c47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ca5446de94c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9f4ae5b30549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60d3940bbd40f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8eb67143a4b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3568833bc4f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8C961D-A6DE-430D-957C-55466D782B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53745B-E53F-4DD4-B39C-8B0152BBA95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2456ED-A5FA-4C15-95A7-B8F22CFD14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95DC8F-DB96-4C52-BCF5-00683F7EED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8B73FCF-AD47-4A47-BE2F-6D7EC0602B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AB22DB-39F0-4E99-909C-CC8C4F22FB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474463D-C5F1-46B9-8C57-1DA8461004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BD7FA73-D86A-4F9E-9AA3-1A5C8CAA20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A856DF-F22E-4747-AE16-16AC20516D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7332FB-0827-4D13-8C34-A68235D9F5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c3f09a26ea43ee" /><Relationship Type="http://schemas.openxmlformats.org/officeDocument/2006/relationships/slideLayout" Target="/ppt/slideLayouts/slideLayout1.xml" Id="R95545a876cbd48a1" /><Relationship Type="http://schemas.openxmlformats.org/officeDocument/2006/relationships/slideLayout" Target="/ppt/slideLayouts/slideLayout2.xml" Id="R7fe01e8ef3ec4f26" /><Relationship Type="http://schemas.openxmlformats.org/officeDocument/2006/relationships/slideLayout" Target="/ppt/slideLayouts/slideLayout3.xml" Id="Rea99b441552640e7" /><Relationship Type="http://schemas.openxmlformats.org/officeDocument/2006/relationships/slideLayout" Target="/ppt/slideLayouts/slideLayout4.xml" Id="R1228585b441146de" /><Relationship Type="http://schemas.openxmlformats.org/officeDocument/2006/relationships/slideLayout" Target="/ppt/slideLayouts/slideLayout5.xml" Id="Rfd701c8453d54687" /><Relationship Type="http://schemas.openxmlformats.org/officeDocument/2006/relationships/slideLayout" Target="/ppt/slideLayouts/slideLayout6.xml" Id="Rdd5b97fc8c6d4f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545a876cbd48a1"/>
    <p:sldLayoutId xmlns:r="http://schemas.openxmlformats.org/officeDocument/2006/relationships" id="2147483650" r:id="R7fe01e8ef3ec4f26"/>
    <p:sldLayoutId xmlns:r="http://schemas.openxmlformats.org/officeDocument/2006/relationships" id="2147483651" r:id="Rea99b441552640e7"/>
    <p:sldLayoutId xmlns:r="http://schemas.openxmlformats.org/officeDocument/2006/relationships" id="2147483652" r:id="R1228585b441146de"/>
    <p:sldLayoutId xmlns:r="http://schemas.openxmlformats.org/officeDocument/2006/relationships" id="2147483653" r:id="Rfd701c8453d54687"/>
    <p:sldLayoutId xmlns:r="http://schemas.openxmlformats.org/officeDocument/2006/relationships" id="2147483654" r:id="Rdd5b97fc8c6d4f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7b93611646439a" /><Relationship Type="http://schemas.openxmlformats.org/officeDocument/2006/relationships/notesSlide" Target="/ppt/notesSlides/notesSlide1.xml" Id="Rd5fd66a8d24e4f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2905c25c9f4597" /><Relationship Type="http://schemas.openxmlformats.org/officeDocument/2006/relationships/image" Target="/ppt/media/image.png" Id="R5908a1135da94028" /><Relationship Type="http://schemas.openxmlformats.org/officeDocument/2006/relationships/image" Target="/ppt/media/image2.png" Id="Rddb17aedc4c54f4a" /><Relationship Type="http://schemas.openxmlformats.org/officeDocument/2006/relationships/image" Target="/ppt/media/image3.png" Id="R0574650fc048402c" /><Relationship Type="http://schemas.openxmlformats.org/officeDocument/2006/relationships/notesSlide" Target="/ppt/notesSlides/notesSlide2.xml" Id="R85b0bdbf6adf4b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a536c1a553434d" /><Relationship Type="http://schemas.openxmlformats.org/officeDocument/2006/relationships/notesSlide" Target="/ppt/notesSlides/notesSlide3.xml" Id="R25545cd3f82147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66e601d82b43f3" /><Relationship Type="http://schemas.openxmlformats.org/officeDocument/2006/relationships/notesSlide" Target="/ppt/notesSlides/notesSlide4.xml" Id="Rb72300eecab743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01355fb91e41a4" /><Relationship Type="http://schemas.openxmlformats.org/officeDocument/2006/relationships/notesSlide" Target="/ppt/notesSlides/notesSlide5.xml" Id="R0409dbf92c334c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15a7a45fdf4a4b" /><Relationship Type="http://schemas.openxmlformats.org/officeDocument/2006/relationships/notesSlide" Target="/ppt/notesSlides/notesSlide6.xml" Id="R0842e27f4ed040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c7c85373254ed2" /><Relationship Type="http://schemas.openxmlformats.org/officeDocument/2006/relationships/notesSlide" Target="/ppt/notesSlides/notesSlide7.xml" Id="R7c17ca9e7a8e44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8753521e1840eb" /><Relationship Type="http://schemas.openxmlformats.org/officeDocument/2006/relationships/notesSlide" Target="/ppt/notesSlides/notesSlide8.xml" Id="Rc54d142610494ba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49774558-C1F6-4165-8D5B-8F7020EF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CF1B4A1B-8070-44A7-9E5E-CE03C9E8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241EAC01-B8A6-446D-B6AA-78969D67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4605E-5570-4060-8890-93BEF288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218DB908-6F5A-45EF-AC8D-403E1AB3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A6D9E312-E823-4E05-9D58-4FB2B628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3ABE02B9-4E88-4C22-BD15-995A6CF5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F42F9092-13CA-4556-AB3B-D1647DE4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F079C1-F90A-4CB4-A831-20245800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6F002E38-2255-4BC3-BC1D-B191B03E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D868AE27-8AD8-4B4F-8407-28D7F4CE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FD8B2-7E39-49D6-B998-B318210D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29F3B41B-63F6-4B98-BDD2-004069E0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43DCC3-9817-4CE4-807E-9188E09D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191A64C5-36DD-4EA8-82C6-9294C4FE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E1FBB2A6-4D93-4562-A7B0-6D375B4A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102EBF-C738-4A41-9268-BC9E2F54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BBE53C3C-E6C7-45CD-B1BE-7D83B2C7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6A52B6-B23A-43A5-BA40-56DD1E30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C19752E4-009C-4572-8DBB-3D85FC44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3735CBEA-4AA3-49C9-82FC-67EECD79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2893A8-59DE-407E-9091-E8E71810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9EBBAB04-FA48-4B47-8338-8B40F14A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DE7279-E2AF-4212-ABBD-DF93D1A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1F49BE54-CD17-47CA-A459-9CBEBF22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914C580A-0751-4936-98D1-624AD913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20471-3616-4A49-A6FB-90F84812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481EEA47-0064-4030-9CE6-0AE7A4C9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6DA055-FCAE-4BE1-B7B6-E9C9542C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64BD412E-5E49-4765-A35A-38A17929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E21DF1E3-8A36-4B2D-98E4-CB12F59E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0E3CE60A-813D-4765-A2F5-ACA9D00F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</p:spTree>
    <p:extLst>
      <p:ext uri="{BB962C8B-B14F-4D97-AF65-F5344CB8AC3E}">
        <p14:creationId xmlns:p14="http://schemas.microsoft.com/office/powerpoint/2010/main" val="18933567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44882715-E450-46D0-9765-F922E0B6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68B536C7-FBCE-40B8-A21F-1FF842D7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56DA7CE1-60EE-4D5D-A9A7-7EA2A478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BE0C8-037A-4726-94B4-0646E60D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6 / S32 / S45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1DA7BAFB-DAE3-4B11-8150-46E868F8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S16 / S32 / S45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10D1F55F-FD3C-4366-AFD8-41E2E551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845D2-652B-4A20-B168-1D93FD8F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576D49C8-5C85-43D3-AD38-981FDF8A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78CC7A46-602E-4177-96BE-76D71BBC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A1837209-57EE-4294-A35B-9170A98C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6A322E-7B5E-46C9-8270-6C053E69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CEBF9-002D-46D2-9ECB-496E7C02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167CC938-011A-4B5D-B139-C8E503A1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5DD907F8-1040-44EC-ADC1-8C5805F4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9C85E912-ED0C-41B8-9B25-01657E2C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344F73-BEC2-4503-931F-981AC784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EEB7F-52EA-42FA-B020-798126CB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AAD36A7D-76DC-4E39-B50B-07B8E31A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2B1A7ED5-91EF-44ED-AA06-EE694122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6488E385-E9DB-4EBD-90AC-98252FB4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AD03AA-F90A-476C-A9FD-25DD4DE1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80A55-8F1C-4FA2-9B9C-12CF1551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6A7A596C-33CE-41F7-A018-E7E11F57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3903397A-8F7E-4C17-BC32-91EBAAED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2BCC3080-CEB4-44D9-88A0-56AA6F75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018904-0975-4E5A-92FD-CBFD3CCC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7024301C-D042-4775-BE75-70A34C13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0363BD5E-9E22-490D-9226-3B981A7B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310760EB-3D62-4E37-BF32-72636C81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7E3364-8EE9-4F1E-AAE2-04E03755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35AD7D-47E9-47AA-98BE-EEF42405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13F013B9-C872-480B-B68B-4D5DD64C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12608BF2-DA09-4AC5-BAD8-7FDAD5DD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CD7021FF-5416-4796-AE2C-55FBF295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597359-BB01-4ABE-B847-F10293C9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425686-D024-43DE-B2E8-1B4964CD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76A1D894-5531-4869-90CD-E74C1FF2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723859C8-7BF0-4CEA-A87D-AB95C895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C43BA069-2D6E-47AD-9958-75F4B7D6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4072C1-63F3-49CD-A108-1E510EDA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819F3F-6D6D-46B8-A476-CACFE02E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38676932-B31F-40C3-A5CD-00414917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20DDE8-8B66-49FF-8CCC-A0F72C5257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8a1135da94028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D6F8392F-2470-40F4-A40E-009D22BC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6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FD88F70B-9F8D-4316-86D7-B59A2EFE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S16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741242-21CD-46EB-B381-8D2D02AAFF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17aedc4c54f4a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ABC76549-D5E3-4C36-9A9D-5C100927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32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8105D93C-5FB9-4A44-943D-2F4B8612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S32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B3CE5F6-6563-4A34-9631-82B269BDA4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4650fc048402c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144CBB52-B0FE-43B4-B0E2-EE826866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45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963C6B0A-BE87-4F15-9C20-18731EFF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S45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0A9DD6DE-8243-41C2-A7CD-F29B09C6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</p:spTree>
    <p:extLst>
      <p:ext uri="{BB962C8B-B14F-4D97-AF65-F5344CB8AC3E}">
        <p14:creationId xmlns:p14="http://schemas.microsoft.com/office/powerpoint/2010/main" val="9226422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FC3C0A95-23F6-47C3-8EA6-A1E18E2A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06CE12C4-5218-4976-A93F-DEEECC5A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A67743D9-3120-43C6-AE3D-72D3522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15031-EECA-4E9B-8986-D40457E0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DB068E79-2C07-4380-90CB-DD0BB83A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9D0B81B1-DD54-4B0A-8031-80A798E7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29698798-8094-478E-861E-7AE060DE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F01E0D2D-5F0C-4C71-81DB-FB0F43E2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F183A85B-8F10-4952-9C68-C563999F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7DE01-7460-48D1-9491-7BD62F06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18FEA-F709-4F30-B8A3-86A85FF3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40BC3C93-F7F2-4D99-9757-38C0A6AD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BFC6A6AF-35BC-4B7C-AE77-F116B428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352D3023-7B82-4A1C-8A4A-6A5A2C14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</p:spTree>
    <p:extLst>
      <p:ext uri="{BB962C8B-B14F-4D97-AF65-F5344CB8AC3E}">
        <p14:creationId xmlns:p14="http://schemas.microsoft.com/office/powerpoint/2010/main" val="6213239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F7B79AD5-E884-4F1F-A5C2-B588DCCB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426DAC60-7EFC-463B-A08E-31858BB4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BCE4F9A5-BF4C-44B0-A605-B3C63F9F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C5FE0-B6EE-45C3-8AAA-B120A210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CB881101-55C5-4866-BDE7-3DD20235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3918D8EC-0A4D-41F8-8089-FAEDD2F6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79D2BBF8-A60E-451F-A449-A948A379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093ED6E9-C350-442B-8909-21825972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4F1A7-EA01-4AAC-9CAB-A3D76AD5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B50879D2-1AB2-45F9-BC57-8DB939A4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41C49FCE-EF3D-4190-B703-923129DC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23C5F-C131-4484-A361-783C0004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97A082EF-3D7A-4B8E-9ECD-D819C81B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4BFF83BD-0A7A-46D7-B63F-77594ADE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88619-9645-4880-9113-0B5A8AE5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1283E354-F3D3-43D3-95EA-38B94219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2BB5DF9D-42A9-468D-ACB3-1A3C66F1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1D5069-CA44-4C45-ADE3-D3C3830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BA9D2DD1-4F76-4F19-BCBD-FC159BA7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02636951-7075-4C81-B4A2-5AA73B79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2E9BA8A9-714D-467F-A94C-D96AEDF4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</p:spTree>
    <p:extLst>
      <p:ext uri="{BB962C8B-B14F-4D97-AF65-F5344CB8AC3E}">
        <p14:creationId xmlns:p14="http://schemas.microsoft.com/office/powerpoint/2010/main" val="16684502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6C5F0726-C4FD-4D4F-9F80-E9C57268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7C991420-2D4B-4541-883D-1F7D4708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17C32B54-D8A3-4781-819A-92725E7B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A201D-2C77-410B-A32F-5FCB2538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045704F8-31DA-48A9-BEC9-8CDD7762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0B1C4949-8A98-48C6-8919-29B19E71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C4099819-6665-4792-86F4-1F2A7D84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6ACCA-0D46-4DE0-B30E-5B5E628B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038800B7-C47D-4B8E-976D-99257E2B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6E7F0C76-E486-4E43-A1ED-BA14EABF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DDABB-78AE-4AA5-AC59-44520C7D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E6F47E77-9959-42F9-8F57-DB4D577F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D75829AB-D222-4CFB-8210-15B676D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E7657-9E75-4171-9E0E-23F134FE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66716400-C9EB-488E-B47D-F95935D3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76F732D6-B299-42E3-B443-6A97347E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</p:spTree>
    <p:extLst>
      <p:ext uri="{BB962C8B-B14F-4D97-AF65-F5344CB8AC3E}">
        <p14:creationId xmlns:p14="http://schemas.microsoft.com/office/powerpoint/2010/main" val="3846747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9EB47488-06A4-48C9-97A2-E9E668CE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19B6FA4B-EB81-4250-B6F2-96C0E1CA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D405190D-531E-435C-9C25-7516DBD2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2E2D3-F303-4B21-81B6-95ACCF8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2E7D8365-A8A2-4E47-8244-06E9093A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D8D3B45A-0874-4F8A-9C88-901AE71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233AD410-CE29-4213-AF88-0434F000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163D6-7972-4F3F-AED1-2F2782C8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09CA6-8627-4F42-8E20-70CD8688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65F48C64-2D73-4E52-9A0C-EB5B08AD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9F7E930A-A119-43BE-9B4B-2F4B3F30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66AE7974-0D08-4F4A-8D60-ECFA272E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F7B1A-A327-4F11-ACDA-6862A235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B1CCA1-96BC-4736-A99F-5A0EF20E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A9B8DA2C-6820-4AAB-BCAB-CA8411BC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E5FB3644-DA0B-44C7-B414-C4C84162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94303EE0-C4BF-4EE1-8FB5-014C30B3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12DE3-0372-4F5E-BD67-74A3C047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23812-DD82-41E5-A450-6047C591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AACA5689-8B04-4B31-BC55-E36F1B9C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BAD3CF2B-0155-413B-952A-A04A737F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FEF504EE-935F-40B9-8836-4C9A2CB4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FAE1A2-B8D9-4051-9E84-1CF5CE6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3CACE1-6855-4456-B54F-1099990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66323FF0-2ABB-47E7-913B-72D729F7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7EFA50D9-D6B6-4379-96EE-2DD73D19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81F6BC1D-E69D-40E4-B1C2-B1461A1C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474779-F86E-46E1-A81B-CBB26C9C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93020A-2B93-4823-AAED-0F032600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73919D82-485C-4958-AE26-9E9FE852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3226DC45-8D10-4090-90E5-F055D1E2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1F59EB72-0B47-4F0F-9041-54E6151C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</p:spTree>
    <p:extLst>
      <p:ext uri="{BB962C8B-B14F-4D97-AF65-F5344CB8AC3E}">
        <p14:creationId xmlns:p14="http://schemas.microsoft.com/office/powerpoint/2010/main" val="15521319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30512063-EB6A-4F51-9DC9-FB8CCFDF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3659AEA6-B5FF-4255-B03B-6F5AF14B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703B8F19-9A8D-4B9F-BE02-AF61DB0B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FA10A-E04F-42E1-A2E2-9189D7E6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F2DF9CFC-25A2-4E58-976F-8823B985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17469F54-44DD-4533-A3D6-1AFE8D23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다음 작은 행동 하나를, 마음속으로만.">
            <a:extLst xmlns:a="http://schemas.openxmlformats.org/drawingml/2006/main">
              <a:ext uri="{FF2B5EF4-FFF2-40B4-BE49-F238E27FC236}">
                <a16:creationId xmlns:a16="http://schemas.microsoft.com/office/drawing/2014/main" id="{37310D24-9174-4E5C-A89E-CC88C896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작은 행동 하나를, 마음속으로만.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B892F-B5EF-41FF-8E49-49329FEB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C391246B-F2B5-42E0-BDB7-E01FCFC5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내가 반복해서 적는 설명은 무엇인가?">
            <a:extLst xmlns:a="http://schemas.openxmlformats.org/drawingml/2006/main">
              <a:ext uri="{FF2B5EF4-FFF2-40B4-BE49-F238E27FC236}">
                <a16:creationId xmlns:a16="http://schemas.microsoft.com/office/drawing/2014/main" id="{3023B54F-83FD-4B7B-84A2-004E767C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내가 반복해서 적는 설명은 무엇인가?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0E7D3-0A82-4A32-8CF6-3CB1C19A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304C2282-8E3E-406C-A1AD-15362A12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반복해서 다시 찾는 프로젝트 사실은 무엇인가?">
            <a:extLst xmlns:a="http://schemas.openxmlformats.org/drawingml/2006/main">
              <a:ext uri="{FF2B5EF4-FFF2-40B4-BE49-F238E27FC236}">
                <a16:creationId xmlns:a16="http://schemas.microsoft.com/office/drawing/2014/main" id="{ACC53FF1-ADF9-4990-BBE7-A0B3C33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반복해서 다시 찾는 프로젝트 사실은 무엇인가?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72352-D585-4FA7-8C25-A1292B41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39A62C61-E6E4-4F92-A894-BCA5FDD4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긴다면 어디를 고칠 것인가?">
            <a:extLst xmlns:a="http://schemas.openxmlformats.org/drawingml/2006/main">
              <a:ext uri="{FF2B5EF4-FFF2-40B4-BE49-F238E27FC236}">
                <a16:creationId xmlns:a16="http://schemas.microsoft.com/office/drawing/2014/main" id="{65EB97D7-91E6-4D88-8425-048C1C1D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생긴다면 어디를 고칠 것인가?</a:t>
            </a:r>
          </a:p>
        </p:txBody>
      </p:sp>
    </p:spTree>
    <p:extLst>
      <p:ext uri="{BB962C8B-B14F-4D97-AF65-F5344CB8AC3E}">
        <p14:creationId xmlns:p14="http://schemas.microsoft.com/office/powerpoint/2010/main" val="2577166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5A937D67-A589-4E06-B15C-C4D2E9E0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476FF065-8F3E-4194-81B4-065F88F4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C4E9711D-0413-4CB4-9133-87F0CA36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791A2-C61F-4AE3-8D8D-6A53E606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D2A49CAE-306B-409B-BFB5-689CC10F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392EF605-EB55-477E-BD75-D80226BA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CBB8B131-B5CB-43DA-BF73-D805150C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68263-31B8-44A2-BF6B-3860ACA5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6755889B-4EAF-4AB5-9624-F6AF9E11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3B619FC9-14FF-45B2-8824-0446EE70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</p:spTree>
    <p:extLst>
      <p:ext uri="{BB962C8B-B14F-4D97-AF65-F5344CB8AC3E}">
        <p14:creationId xmlns:p14="http://schemas.microsoft.com/office/powerpoint/2010/main" val="5262350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2026-10-18T14:59:51.6080000Z</dcterms:created>
  <dcterms:modified xsi:type="dcterms:W3CDTF">2026-10-18T14:59:51.6080000Z</dcterms:modified>
</coreProperties>
</file>