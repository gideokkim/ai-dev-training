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fbaf470a1df4f82" /><Relationship Type="http://schemas.openxmlformats.org/officeDocument/2006/relationships/extended-properties" Target="/docProps/app.xml" Id="R4cefa49707824bd9" /><Relationship Type="http://schemas.openxmlformats.org/officeDocument/2006/relationships/officeDocument" Target="/ppt/presentation.xml" Id="R84a94c0d167b4120" /></Relationships>
</file>

<file path=ppt/presentation.xml><?xml version="1.0" encoding="utf-8"?>
<p:presentation xmlns:p="http://schemas.openxmlformats.org/presentationml/2006/main">
  <p:sldMasterIdLst>
    <p:sldMasterId xmlns:r="http://schemas.openxmlformats.org/officeDocument/2006/relationships" id="2147483648" r:id="R9797c92c719840bc"/>
  </p:sldMasterIdLst>
  <p:notesMasterIdLst>
    <p:notesMasterId xmlns:r="http://schemas.openxmlformats.org/officeDocument/2006/relationships" r:id="R7dd20da6f0864377"/>
  </p:notesMasterIdLst>
  <p:sldIdLst>
    <p:sldId xmlns:r="http://schemas.openxmlformats.org/officeDocument/2006/relationships" id="256" r:id="R677702f5d99e42d7"/>
    <p:sldId xmlns:r="http://schemas.openxmlformats.org/officeDocument/2006/relationships" id="257" r:id="R7357c314d30e424b"/>
    <p:sldId xmlns:r="http://schemas.openxmlformats.org/officeDocument/2006/relationships" id="258" r:id="Ra2e4d4bf53fa4ee1"/>
    <p:sldId xmlns:r="http://schemas.openxmlformats.org/officeDocument/2006/relationships" id="259" r:id="R66fc10445af54b6c"/>
    <p:sldId xmlns:r="http://schemas.openxmlformats.org/officeDocument/2006/relationships" id="260" r:id="Rd23fce4038b244de"/>
    <p:sldId xmlns:r="http://schemas.openxmlformats.org/officeDocument/2006/relationships" id="261" r:id="R6df75c026e7a469e"/>
    <p:sldId xmlns:r="http://schemas.openxmlformats.org/officeDocument/2006/relationships" id="262" r:id="Rbe1157c06f6d4d18"/>
    <p:sldId xmlns:r="http://schemas.openxmlformats.org/officeDocument/2006/relationships" id="263" r:id="Rabb4d54349124422"/>
    <p:sldId xmlns:r="http://schemas.openxmlformats.org/officeDocument/2006/relationships" id="264" r:id="Rd3b6342a685743a9"/>
    <p:sldId xmlns:r="http://schemas.openxmlformats.org/officeDocument/2006/relationships" id="265" r:id="Rd1d0abf45eaa464d"/>
    <p:sldId xmlns:r="http://schemas.openxmlformats.org/officeDocument/2006/relationships" id="266" r:id="R3f8a4ffaeb9947f0"/>
    <p:sldId xmlns:r="http://schemas.openxmlformats.org/officeDocument/2006/relationships" id="267" r:id="R6c477e2998ab4cf5"/>
    <p:sldId xmlns:r="http://schemas.openxmlformats.org/officeDocument/2006/relationships" id="268" r:id="R6e0feb1ed8cd4451"/>
    <p:sldId xmlns:r="http://schemas.openxmlformats.org/officeDocument/2006/relationships" id="269" r:id="Ra45ad2db41164871"/>
    <p:sldId xmlns:r="http://schemas.openxmlformats.org/officeDocument/2006/relationships" id="270" r:id="R5bbd2386288a4c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3234e275e5041fc" /><Relationship Type="http://schemas.openxmlformats.org/officeDocument/2006/relationships/slideMaster" Target="/ppt/slideMasters/slideMaster1.xml" Id="R9797c92c719840bc" /><Relationship Type="http://schemas.openxmlformats.org/officeDocument/2006/relationships/notesMaster" Target="/ppt/notesMasters/notesMaster1.xml" Id="R7dd20da6f0864377" /><Relationship Type="http://schemas.openxmlformats.org/officeDocument/2006/relationships/presProps" Target="/ppt/presProps.xml" Id="Ra58c29d5377b40a3" /><Relationship Type="http://schemas.openxmlformats.org/officeDocument/2006/relationships/tableStyles" Target="/ppt/tableStyles.xml" Id="Rcd65f9a1eefb45d2" /><Relationship Type="http://schemas.openxmlformats.org/officeDocument/2006/relationships/slide" Target="/ppt/slides/slide1.xml" Id="R677702f5d99e42d7" /><Relationship Type="http://schemas.openxmlformats.org/officeDocument/2006/relationships/slide" Target="/ppt/slides/slide2.xml" Id="R7357c314d30e424b" /><Relationship Type="http://schemas.openxmlformats.org/officeDocument/2006/relationships/slide" Target="/ppt/slides/slide3.xml" Id="Ra2e4d4bf53fa4ee1" /><Relationship Type="http://schemas.openxmlformats.org/officeDocument/2006/relationships/slide" Target="/ppt/slides/slide4.xml" Id="R66fc10445af54b6c" /><Relationship Type="http://schemas.openxmlformats.org/officeDocument/2006/relationships/slide" Target="/ppt/slides/slide5.xml" Id="Rd23fce4038b244de" /><Relationship Type="http://schemas.openxmlformats.org/officeDocument/2006/relationships/slide" Target="/ppt/slides/slide6.xml" Id="R6df75c026e7a469e" /><Relationship Type="http://schemas.openxmlformats.org/officeDocument/2006/relationships/slide" Target="/ppt/slides/slide7.xml" Id="Rbe1157c06f6d4d18" /><Relationship Type="http://schemas.openxmlformats.org/officeDocument/2006/relationships/slide" Target="/ppt/slides/slide8.xml" Id="Rabb4d54349124422" /><Relationship Type="http://schemas.openxmlformats.org/officeDocument/2006/relationships/slide" Target="/ppt/slides/slide9.xml" Id="Rd3b6342a685743a9" /><Relationship Type="http://schemas.openxmlformats.org/officeDocument/2006/relationships/slide" Target="/ppt/slides/slide10.xml" Id="Rd1d0abf45eaa464d" /><Relationship Type="http://schemas.openxmlformats.org/officeDocument/2006/relationships/slide" Target="/ppt/slides/slide11.xml" Id="R3f8a4ffaeb9947f0" /><Relationship Type="http://schemas.openxmlformats.org/officeDocument/2006/relationships/slide" Target="/ppt/slides/slide12.xml" Id="R6c477e2998ab4cf5" /><Relationship Type="http://schemas.openxmlformats.org/officeDocument/2006/relationships/slide" Target="/ppt/slides/slide13.xml" Id="R6e0feb1ed8cd4451" /><Relationship Type="http://schemas.openxmlformats.org/officeDocument/2006/relationships/slide" Target="/ppt/slides/slide14.xml" Id="Ra45ad2db41164871" /><Relationship Type="http://schemas.openxmlformats.org/officeDocument/2006/relationships/slide" Target="/ppt/slides/slide15.xml" Id="R5bbd2386288a4c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f09e9dcfc33497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23c5b8a93ac4299" /><Relationship Type="http://schemas.openxmlformats.org/officeDocument/2006/relationships/notesMaster" Target="/ppt/notesMasters/notesMaster1.xml" Id="R218c41ff3bf8485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ae54b48da6433c" /><Relationship Type="http://schemas.openxmlformats.org/officeDocument/2006/relationships/notesMaster" Target="/ppt/notesMasters/notesMaster1.xml" Id="Rf4ad42fe1dff428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1fb83b179a74060" /><Relationship Type="http://schemas.openxmlformats.org/officeDocument/2006/relationships/notesMaster" Target="/ppt/notesMasters/notesMaster1.xml" Id="R3e0c2d68120e4f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d3b42d141c456e" /><Relationship Type="http://schemas.openxmlformats.org/officeDocument/2006/relationships/notesMaster" Target="/ppt/notesMasters/notesMaster1.xml" Id="R54710966fcfe40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4a60fe69b124b14" /><Relationship Type="http://schemas.openxmlformats.org/officeDocument/2006/relationships/notesMaster" Target="/ppt/notesMasters/notesMaster1.xml" Id="R382c6da4c80e4f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fcbe44f608374fa1" /><Relationship Type="http://schemas.openxmlformats.org/officeDocument/2006/relationships/notesMaster" Target="/ppt/notesMasters/notesMaster1.xml" Id="R543ea85f0c04429a" /></Relationships>
</file>

<file path=ppt/notesSlides/_rels/notesSlide7.xml.rels>&#65279;<?xml version="1.0" encoding="utf-8"?><Relationships xmlns="http://schemas.openxmlformats.org/package/2006/relationships"><Relationship Type="http://schemas.openxmlformats.org/officeDocument/2006/relationships/slide" Target="/ppt/slides/slide7.xml" Id="Rf0abf39ea91541da" /><Relationship Type="http://schemas.openxmlformats.org/officeDocument/2006/relationships/notesMaster" Target="/ppt/notesMasters/notesMaster1.xml" Id="R2786a8b38a6b4ea0" /></Relationships>
</file>

<file path=ppt/notesSlides/_rels/notesSlide8.xml.rels>&#65279;<?xml version="1.0" encoding="utf-8"?><Relationships xmlns="http://schemas.openxmlformats.org/package/2006/relationships"><Relationship Type="http://schemas.openxmlformats.org/officeDocument/2006/relationships/slide" Target="/ppt/slides/slide8.xml" Id="R98923d4df79345da" /><Relationship Type="http://schemas.openxmlformats.org/officeDocument/2006/relationships/notesMaster" Target="/ppt/notesMasters/notesMaster1.xml" Id="R7f56711159ae46e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f1e9ac8bc54575" /><Relationship Type="http://schemas.openxmlformats.org/officeDocument/2006/relationships/notesMaster" Target="/ppt/notesMasters/notesMaster1.xml" Id="R5cbd6b0869d74e7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b9c709e311f49bd" /><Relationship Type="http://schemas.openxmlformats.org/officeDocument/2006/relationships/notesMaster" Target="/ppt/notesMasters/notesMaster1.xml" Id="R01e0b588ec1f4e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496421bb40f407e" /><Relationship Type="http://schemas.openxmlformats.org/officeDocument/2006/relationships/notesMaster" Target="/ppt/notesMasters/notesMaster1.xml" Id="R57e9e899139641e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65823390cf4616" /><Relationship Type="http://schemas.openxmlformats.org/officeDocument/2006/relationships/notesMaster" Target="/ppt/notesMasters/notesMaster1.xml" Id="R14ad121d122f466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be336d0eb8c47e7" /><Relationship Type="http://schemas.openxmlformats.org/officeDocument/2006/relationships/notesMaster" Target="/ppt/notesMasters/notesMaster1.xml" Id="R3ea6b90003aa4ef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1d73fb2c4d34f73" /><Relationship Type="http://schemas.openxmlformats.org/officeDocument/2006/relationships/notesMaster" Target="/ppt/notesMasters/notesMaster1.xml" Id="Rb0e1b28627e04ee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e5205ef0f07464a" /><Relationship Type="http://schemas.openxmlformats.org/officeDocument/2006/relationships/notesMaster" Target="/ppt/notesMasters/notesMaster1.xml" Id="R58cfa602d67149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내 업무에 맞게 조합하고 덜어내기</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S100의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S100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전체402분이다. 제목·부제만 안내하고1분에 S100로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production/preview/full/S99.png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문제에 맞춰, 일하는 방식을 넓혔다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S98가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S101은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S108/S98에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S100와 production/preview/act5/S100.png를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실제 Demo는 문제에 맞춰 바뀌었다</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S101와 production/preview/act5/S101.png를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이번 문제에 필요한 구성만 선택했다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S101의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S103로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S69에서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결과를 수용할지는 사람이 판단한다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S102의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S104에서는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AI가 일할 조건과 확인 경로를 설계한다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S103의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S105로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S108에서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모델·플랫폼이 바뀌면 Harness도 다시 본다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S104의 설계 관점에서 “그때 필요했던 보조 장치가 지금도 필요한가?”를 묻는다. S102은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S106의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무엇을 남기고, 무엇을 덜어낼까?</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S105의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S107으로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덜어낸 뒤에도 필요한 일을 하는가?</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S106에서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S108에서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내 업무에서는 무엇이 반복해서 막힐까?</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S109에서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S109의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고른 문제에서, 다음 행동 하나로</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S108에서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S108에서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S110–S112에서 팁 제목·현재 위치만 회수하고 S113의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S108과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S110의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S108의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실무 적용 팁 · 작업 환경과 기준</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기존 팁의 위치는 S12, S48, S58, S68, S78다.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S12 Repository 작업은 Codex에서 시작한다 / S48 AGENTS.md에는 무엇을 남길까? / S58 테스트 명령을 언제 쓰고 무엇을 판단할까? / S68 이번 Context와 다시 쓸 지식 / S78 결과와 실행 조건을 함께 남긴다. 제목·위치만 짚고 본문을 다시 강의하지 않는다.</a:t>
            </a:r>
          </a:p>
          <a:p xmlns:a="http://schemas.openxmlformats.org/drawingml/2006/main">
            <a:r>
              <a:t>3. (0:45–1:00 / Lecture) S111로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S111으로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production/preview/full/S110.png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실무 적용 팁 · 요청 작성</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S112로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S112로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production/preview/full/S111.png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검증과 개선</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S85, S89, S106, S107다.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S85 원인을 고르기 전에 확인할 기록 / S89 지침을 고친 뒤, 무엇을 다시 확인할까? / S106 무엇을 남기고, 무엇을 덜어낼까? / S107 덜어낸 뒤에도 필요한 일을 하는가?. 제목·위치만 짚고 본문을 다시 강의하지 않는다.</a:t>
            </a:r>
          </a:p>
          <a:p xmlns:a="http://schemas.openxmlformats.org/drawingml/2006/main">
            <a:r>
              <a:t>3. (0:45–1:00 / Lecture) S113로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Q&amp;A와 교육 마무리</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S109에서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S100과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S109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S113와 production/preview/act5/S113.png를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2aa737d7b6450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4405746db8f4a5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270ac5017d54e5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c2b51bc68c5404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11d48ebf9074d7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c2ec2c123ba417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B3B724-6165-4D82-BBDC-B27E95F19F0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B43BD57-8949-4D57-8003-67CA361DAF5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7C2C77A-9AE2-40C0-A53D-E79EB8FF557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3BDFF5-EEF5-49F1-B4C8-6F46F7F88B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B586403-67C8-42A0-80C0-E2ECBF31CE4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ED0AEDF-A5DC-43D4-91BC-21AFC563982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02C6030-E801-4B0D-8A27-DD3F11EE1F3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AF738D6-33B0-4ADE-9370-CAA8B17C44A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A3B4B6-56F0-4496-AF6D-6FD7825A5A6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B576CCB-DD67-4EED-AFDE-21C8E912B7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888ab5313349ca" /><Relationship Type="http://schemas.openxmlformats.org/officeDocument/2006/relationships/slideLayout" Target="/ppt/slideLayouts/slideLayout1.xml" Id="Ra98146ddb15c46f4" /><Relationship Type="http://schemas.openxmlformats.org/officeDocument/2006/relationships/slideLayout" Target="/ppt/slideLayouts/slideLayout2.xml" Id="R2ee768254a844a80" /><Relationship Type="http://schemas.openxmlformats.org/officeDocument/2006/relationships/slideLayout" Target="/ppt/slideLayouts/slideLayout3.xml" Id="R888bcb4fca2c45bb" /><Relationship Type="http://schemas.openxmlformats.org/officeDocument/2006/relationships/slideLayout" Target="/ppt/slideLayouts/slideLayout4.xml" Id="Re0f8ac2289be437f" /><Relationship Type="http://schemas.openxmlformats.org/officeDocument/2006/relationships/slideLayout" Target="/ppt/slideLayouts/slideLayout5.xml" Id="R5d0991a4b8b64b06" /><Relationship Type="http://schemas.openxmlformats.org/officeDocument/2006/relationships/slideLayout" Target="/ppt/slideLayouts/slideLayout6.xml" Id="R82b19336d707428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98146ddb15c46f4"/>
    <p:sldLayoutId xmlns:r="http://schemas.openxmlformats.org/officeDocument/2006/relationships" id="2147483650" r:id="R2ee768254a844a80"/>
    <p:sldLayoutId xmlns:r="http://schemas.openxmlformats.org/officeDocument/2006/relationships" id="2147483651" r:id="R888bcb4fca2c45bb"/>
    <p:sldLayoutId xmlns:r="http://schemas.openxmlformats.org/officeDocument/2006/relationships" id="2147483652" r:id="Re0f8ac2289be437f"/>
    <p:sldLayoutId xmlns:r="http://schemas.openxmlformats.org/officeDocument/2006/relationships" id="2147483653" r:id="R5d0991a4b8b64b06"/>
    <p:sldLayoutId xmlns:r="http://schemas.openxmlformats.org/officeDocument/2006/relationships" id="2147483654" r:id="R82b19336d707428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5529d740e1e42d0" /><Relationship Type="http://schemas.openxmlformats.org/officeDocument/2006/relationships/notesSlide" Target="/ppt/notesSlides/notesSlide1.xml" Id="R69b03e39f19347d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a86139cadc54c9e" /><Relationship Type="http://schemas.openxmlformats.org/officeDocument/2006/relationships/notesSlide" Target="/ppt/notesSlides/notesSlide2.xml" Id="Rad9f12881f9245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807a36ec514727" /><Relationship Type="http://schemas.openxmlformats.org/officeDocument/2006/relationships/notesSlide" Target="/ppt/notesSlides/notesSlide3.xml" Id="Rcf5acf85a8154a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8c48b60ad164fe6" /><Relationship Type="http://schemas.openxmlformats.org/officeDocument/2006/relationships/notesSlide" Target="/ppt/notesSlides/notesSlide4.xml" Id="Ref0363772f9c4f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5ea13e6c8d74496" /><Relationship Type="http://schemas.openxmlformats.org/officeDocument/2006/relationships/notesSlide" Target="/ppt/notesSlides/notesSlide5.xml" Id="R70cdc0c655f542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bc89a4c1d5847f4" /><Relationship Type="http://schemas.openxmlformats.org/officeDocument/2006/relationships/notesSlide" Target="/ppt/notesSlides/notesSlide6.xml" Id="Ra3f1d671db1d41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549ef8aa03e4994" /><Relationship Type="http://schemas.openxmlformats.org/officeDocument/2006/relationships/notesSlide" Target="/ppt/notesSlides/notesSlide7.xml" Id="Rc1539a994b8e4c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ee8fd8e23904682" /><Relationship Type="http://schemas.openxmlformats.org/officeDocument/2006/relationships/notesSlide" Target="/ppt/notesSlides/notesSlide8.xml" Id="R19b3808e88e949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9f5a43bc7264874" /><Relationship Type="http://schemas.openxmlformats.org/officeDocument/2006/relationships/notesSlide" Target="/ppt/notesSlides/notesSlide9.xml" Id="Rc4b4260664ab4f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2fc4e2b21a14358" /><Relationship Type="http://schemas.openxmlformats.org/officeDocument/2006/relationships/notesSlide" Target="/ppt/notesSlides/notesSlide10.xml" Id="R55c90031775840d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649897db6ca4792" /><Relationship Type="http://schemas.openxmlformats.org/officeDocument/2006/relationships/notesSlide" Target="/ppt/notesSlides/notesSlide11.xml" Id="R6d930f7232e541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f9a240a32cc4f43" /><Relationship Type="http://schemas.openxmlformats.org/officeDocument/2006/relationships/notesSlide" Target="/ppt/notesSlides/notesSlide12.xml" Id="R4540ff2514e343e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b64affcca774b0b" /><Relationship Type="http://schemas.openxmlformats.org/officeDocument/2006/relationships/notesSlide" Target="/ppt/notesSlides/notesSlide13.xml" Id="Rb2f396fbdf914f7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32a4fbd8e8840cb" /><Relationship Type="http://schemas.openxmlformats.org/officeDocument/2006/relationships/notesSlide" Target="/ppt/notesSlides/notesSlide14.xml" Id="Rd07a0b58a1364ec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849a77a9aed424f" /><Relationship Type="http://schemas.openxmlformats.org/officeDocument/2006/relationships/notesSlide" Target="/ppt/notesSlides/notesSlide15.xml" Id="R4f564d9fcf4d497b"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1F976A02-74DF-4993-BCAE-9FE8D58A9666}"/>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99">
            <a:extLst xmlns:a="http://schemas.openxmlformats.org/drawingml/2006/main">
              <a:ext uri="{FF2B5EF4-FFF2-40B4-BE49-F238E27FC236}">
                <a16:creationId xmlns:a16="http://schemas.microsoft.com/office/drawing/2014/main" id="{CDF48946-A2E6-4605-B350-695F03C345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
            <a:extLst xmlns:a="http://schemas.openxmlformats.org/drawingml/2006/main">
              <a:ext uri="{FF2B5EF4-FFF2-40B4-BE49-F238E27FC236}">
                <a16:creationId xmlns:a16="http://schemas.microsoft.com/office/drawing/2014/main" id="{2E66BE86-BB96-466B-8B05-B8D5A3DD60F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5180D815-550F-4EAC-8183-5CAA3731A627}"/>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028EB527-FE2D-40AA-BCE5-802240D80D4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B3E1C6AF-D5B7-4AEC-A7E2-4941F0A7266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FF3C16-74DE-4078-A186-2CC1E25AE0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82005236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893ECACF-4B74-4DD0-9758-80F66A98CC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0">
            <a:extLst xmlns:a="http://schemas.openxmlformats.org/drawingml/2006/main">
              <a:ext uri="{FF2B5EF4-FFF2-40B4-BE49-F238E27FC236}">
                <a16:creationId xmlns:a16="http://schemas.microsoft.com/office/drawing/2014/main" id="{353C670C-3908-4B9E-9368-A31257589C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문제에 맞춰, 일하는 방식을 넓혔다">
            <a:extLst xmlns:a="http://schemas.openxmlformats.org/drawingml/2006/main">
              <a:ext uri="{FF2B5EF4-FFF2-40B4-BE49-F238E27FC236}">
                <a16:creationId xmlns:a16="http://schemas.microsoft.com/office/drawing/2014/main" id="{6BDB659E-4037-4456-8253-91A0FC8DD9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7B991A26-66F4-4474-8D2D-A1EDA28B0B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9FF03516-FFE5-4225-9657-9B6CE7654F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8A72BBD-AF0B-4C68-AD41-4C39C6C8EF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7EC96486-DDCF-4519-BC13-5B981C668036}"/>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C82F57C9-D9B5-4BCF-8968-8FB2EE4A588F}"/>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2C3851E6-9A71-48CC-8041-3E1CF70892B2}"/>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C8D78A6D-E9EF-4528-BF34-F0D1A864CB44}"/>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9B04FCCF-C210-43A7-BEFC-E509A6DF3EF1}"/>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3EC0C105-F3D2-4810-B5C0-FE8F556FF2E3}"/>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DA6092A6-9B0B-4A6D-A701-440685E25ED7}"/>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ECA762B0-CB08-4E45-A242-4AA9E72ACB76}"/>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8EED83B1-2B26-4FB0-A22E-4536AF6FDB23}"/>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E2AC4F32-3965-47A4-ABA7-C8BE6BFBFA4C}"/>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45B77CD4-5826-41A4-B33B-1957030BD2E5}"/>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6F6EFE7D-AA88-48CC-B350-219ED683F753}"/>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9E8C55DF-C285-47A0-A369-B8CD4BE0F7A1}"/>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B1096239-7F39-4A60-A040-7A8BC8B3A523}"/>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A843240F-D4D3-4E73-B34B-F63DCD7BA33B}"/>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6C39A366-EE1F-4479-92B0-5B2530B969D6}"/>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CEF6F19B-8C83-45E9-BBAE-CB748E7683EC}"/>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2C511E7E-88E5-4C82-85F0-4EAB9D34EE45}"/>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C2A09B76-5EC3-490A-B285-E8B93B1312D9}"/>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94F3CD11-69BF-4987-84B9-F09D1A4A5D26}"/>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EFDEA940-8FB8-4AE2-8615-1819ECC8B367}"/>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9C684618-40E4-4D56-9753-8B6D65E02626}"/>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55A0E084-F5D9-4580-B1D4-A5634B3CB60E}"/>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3FB8FB11-E8E3-4F72-92D3-0DA6CC905F19}"/>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5D9F5F2D-4CE0-4CEE-BADE-31EE78C7ACE9}"/>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75E8C906-5622-4BF4-8058-DFDE35618257}"/>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84E5AF17-A71E-4D57-B0D6-247542ED13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388704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5A3B89EC-74E4-4517-BCB3-C1329D1130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1">
            <a:extLst xmlns:a="http://schemas.openxmlformats.org/drawingml/2006/main">
              <a:ext uri="{FF2B5EF4-FFF2-40B4-BE49-F238E27FC236}">
                <a16:creationId xmlns:a16="http://schemas.microsoft.com/office/drawing/2014/main" id="{31C2D0EF-C9DA-46C1-8179-1D9FBBCA85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실제 Demo는 문제에 맞춰 바뀌었다">
            <a:extLst xmlns:a="http://schemas.openxmlformats.org/drawingml/2006/main">
              <a:ext uri="{FF2B5EF4-FFF2-40B4-BE49-F238E27FC236}">
                <a16:creationId xmlns:a16="http://schemas.microsoft.com/office/drawing/2014/main" id="{F5A0EC31-CA32-42BD-A38E-0C705F7B5F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1FB68BBB-6ED9-4499-9FDC-0778AD08FE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B738FD6A-D3C2-4158-BF9B-EE7592F382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1B1FC9EE-B983-4327-8F9C-B0ABB57604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839D7D42-6DF7-4904-9466-FF57AB125F08}"/>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525A9671-19B9-449C-AB73-007C4ECF570A}"/>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E4DD852F-85DB-42DD-8595-52EF2808DD17}"/>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C1E936D4-4AD3-4964-9F31-6AE980C698A1}"/>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C85BAE6A-5DF5-4C47-A4DF-6615878C85DB}"/>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8477C179-74B0-4647-B7D5-34DB0C22D95A}"/>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D191B527-77FF-4632-B92B-C51652A919EC}"/>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1975B900-6531-4AA5-9C45-D49AC1AF3050}"/>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235CD2F5-3E3A-4E97-9551-CF6DF2FECA43}"/>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F22BB2CD-9CAD-4F2B-AC1D-20C78403E98D}"/>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B6EB4AF6-C93A-444F-8E2F-5132D6E4293C}"/>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229B09D1-F003-488D-BB38-B5CAF917F6A7}"/>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5B7CAD66-FA58-4ABD-8D5B-2F9D3FFBDEAC}"/>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286B835B-64F1-4438-890C-F0CE14B78BFD}"/>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BB769A6C-D9B0-4665-A3E4-3A56353C45A3}"/>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D8D648DE-B146-41E8-9ED7-238A03561F15}"/>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1BDF61F2-496A-43D2-A91A-508001050449}"/>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D9D3E24A-8BE9-42E7-AE94-CF5DC38863B3}"/>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79D93549-BF28-467E-8FF1-377A006C45D9}"/>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73479964-DE10-4801-8FFE-6E0E4A1BFE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675719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15D0EBF8-FFD6-423C-B3C6-9991C343B9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2">
            <a:extLst xmlns:a="http://schemas.openxmlformats.org/drawingml/2006/main">
              <a:ext uri="{FF2B5EF4-FFF2-40B4-BE49-F238E27FC236}">
                <a16:creationId xmlns:a16="http://schemas.microsoft.com/office/drawing/2014/main" id="{76B9C929-D59C-4129-8B5A-2A44BDA3BA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이번 문제에 필요한 구성만 선택했다">
            <a:extLst xmlns:a="http://schemas.openxmlformats.org/drawingml/2006/main">
              <a:ext uri="{FF2B5EF4-FFF2-40B4-BE49-F238E27FC236}">
                <a16:creationId xmlns:a16="http://schemas.microsoft.com/office/drawing/2014/main" id="{62997E63-9FEA-4096-8606-843669241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6BC6B27C-5832-48EB-A23B-532E1A75D2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C40E8399-093D-4D91-A4C5-1B3B1AE67E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CF6C39C5-5CC6-4226-80BE-BEBA478693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F354FB8D-B622-4077-893C-EF337601053C}"/>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DAFD0202-6D64-47F6-8C71-46D13A5450F7}"/>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0D44CFD0-BC66-401F-A73D-EE385D8CC4F1}"/>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1E8A70D7-8AFA-4FE4-B2B6-B5FC518B1E4E}"/>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7A64E32E-1043-4EF2-A7D1-925F259D5907}"/>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DB50D61A-B33D-48E0-A274-AAD8A6BC13EB}"/>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83F8EC44-F52B-4F83-A49B-62C9E5D71BE6}"/>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C9416D8D-EA89-4C56-85B0-81673D32B72D}"/>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DC1F5A87-D30A-4933-901B-44D4ACBE5DB1}"/>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FAFF8DC1-B1C0-47F0-B523-192206F066E6}"/>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655DB303-C0A7-44AC-98D8-1F2552CA1BEF}"/>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840584CF-46E6-41FD-9FC4-59A5147611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30098565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99F73A23-5DC0-46DF-9C3C-A6EA346F32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3">
            <a:extLst xmlns:a="http://schemas.openxmlformats.org/drawingml/2006/main">
              <a:ext uri="{FF2B5EF4-FFF2-40B4-BE49-F238E27FC236}">
                <a16:creationId xmlns:a16="http://schemas.microsoft.com/office/drawing/2014/main" id="{98877835-CACA-4922-981B-18DD0E7F4B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결과를 수용할지는 사람이 판단한다">
            <a:extLst xmlns:a="http://schemas.openxmlformats.org/drawingml/2006/main">
              <a:ext uri="{FF2B5EF4-FFF2-40B4-BE49-F238E27FC236}">
                <a16:creationId xmlns:a16="http://schemas.microsoft.com/office/drawing/2014/main" id="{1DD69BDC-C1BA-4877-AE9A-8C72D3EEE7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39C085ED-9992-4166-85C5-85E66550E9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4724AA1B-EF5F-4BEF-BA3B-4CD10659B0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853FFA9E-CAD0-413C-B8CA-3A9288325F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9BA8D803-DA6E-48C0-B998-7E1DAA35E204}"/>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603441CE-0D92-489D-A163-FA7406C82699}"/>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97A59BFE-52FC-4D59-BF4C-8E47FDC6B8BF}"/>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E47CFE44-F6C8-4A65-A30A-E636BF5AF28D}"/>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96C2AC0F-F752-4CE6-8A7F-525B13082D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10451A07-E00E-47A7-9EB0-AE69F000ACD3}"/>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726879F0-8644-4016-BC64-07C066B82149}"/>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CB0CE96B-4A46-4F40-9DAD-917946766960}"/>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3444DD42-17B6-41EB-A222-19CEF0E0E6B5}"/>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B3226841-DD9B-4896-B700-2C37D18165A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EC6EE41-1C8E-4400-A41D-EEE0E2CB5C49}"/>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E39FDE48-81A8-4630-A155-C7EFAA39C64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6E80BD35-8718-4091-B336-43C33B3CD44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0883EC2B-6703-4818-88BA-A7A2A57F12BD}"/>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C8C74027-E23A-45C6-95ED-69AC443B4DC6}"/>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75FC5D73-E400-48FD-8590-E4EB06EDF2B3}"/>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43985FD1-3E1B-4260-8C6A-25BF8676F66D}"/>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691DE620-7680-4CF3-A6F4-DE482755BF38}"/>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A932785B-4069-403F-9C29-59E1E54073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32968885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1AE08BAC-7052-447B-8633-F87D267C25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4">
            <a:extLst xmlns:a="http://schemas.openxmlformats.org/drawingml/2006/main">
              <a:ext uri="{FF2B5EF4-FFF2-40B4-BE49-F238E27FC236}">
                <a16:creationId xmlns:a16="http://schemas.microsoft.com/office/drawing/2014/main" id="{E3C439F9-B5ED-437A-A6B4-A8BE44C5FC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I가 일할 조건과 확인 경로를 설계한다">
            <a:extLst xmlns:a="http://schemas.openxmlformats.org/drawingml/2006/main">
              <a:ext uri="{FF2B5EF4-FFF2-40B4-BE49-F238E27FC236}">
                <a16:creationId xmlns:a16="http://schemas.microsoft.com/office/drawing/2014/main" id="{031EAD3A-F714-4B49-B1D6-F532E64D09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B708E252-8D26-46AF-B8A5-53A359BB6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23C84F27-4789-4665-AD97-B53208A86B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E30506D5-DA06-4AB9-A748-C8E4FB808C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D4902FBA-B626-4FC4-9BDF-E5C95F6AA3A5}"/>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66F91137-DF7E-4481-8D2C-7316BFC1D0F2}"/>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04741024-89B7-4693-978C-1F89ADAE0D21}"/>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4AE6FF37-0CBA-4778-9A8E-C494A70D7961}"/>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1353E622-271F-47E8-BD4A-B6A3CF769C83}"/>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F7F628F3-2737-4196-8AE7-5A86BFCE9EA5}"/>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57C98387-1C67-46F0-B86E-4314936CDD50}"/>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83A01F89-23B8-457A-8576-3623570A1AC9}"/>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634BAE6B-51D4-4A9B-BE9A-36EE2CEC3424}"/>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365BC20D-AA24-47C6-ACDA-6C13B2FCE338}"/>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362E3717-F17B-4BDB-BB09-FE39C83CC60D}"/>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73856D8F-A97E-4897-9FB5-E366786F31F3}"/>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78E6AB8F-0D0B-41CF-82B0-7BCB6C4601D1}"/>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BD1AE225-7255-4C86-B439-AF5BE6454153}"/>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D72C7870-8BC7-476F-9226-911332569116}"/>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10208D4C-8D6D-4D4F-A333-41633A1C5AA8}"/>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1C326603-D352-4C49-8784-008F4F6154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2913316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76F27B87-DE7E-4CA1-8069-C003FEA2CC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5">
            <a:extLst xmlns:a="http://schemas.openxmlformats.org/drawingml/2006/main">
              <a:ext uri="{FF2B5EF4-FFF2-40B4-BE49-F238E27FC236}">
                <a16:creationId xmlns:a16="http://schemas.microsoft.com/office/drawing/2014/main" id="{75B7E795-E6C7-48A8-B068-5B1301DF79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모델·플랫폼이 바뀌면 Harness도 다시 본다">
            <a:extLst xmlns:a="http://schemas.openxmlformats.org/drawingml/2006/main">
              <a:ext uri="{FF2B5EF4-FFF2-40B4-BE49-F238E27FC236}">
                <a16:creationId xmlns:a16="http://schemas.microsoft.com/office/drawing/2014/main" id="{2AB9EB29-3DE7-42FD-AAE4-F9EB20DAF7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A2438D20-CABA-41CD-8753-EC945FAD55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F3285F44-A99F-47F9-8CBD-E5EC64CCD7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E303B257-580F-452A-82DF-71B04E5DEE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23147DAB-3D8D-42AB-AD04-6858961395A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D36CD94D-6BA4-4EAA-B3AB-B83C46DEE951}"/>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3F0BF558-1E78-44AE-8407-83E17554C137}"/>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FAA3561B-45BD-4CB7-B1C5-F1DBA3F75408}"/>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99768C22-604B-402A-A091-3AA1FB9C5D0B}"/>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104E3D44-F69B-4C43-B7F0-621D03AEC85F}"/>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60FCA9C0-D440-4199-90DA-B8D42441E17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2E234B0F-4EFE-4CFC-AD6A-14B5E3A90CC7}"/>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77136D1E-2BB0-4B59-AB87-40003E571F93}"/>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D8A73245-0A8C-4CA3-82E7-B9955DAE80DB}"/>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6A9630FF-5982-4135-9A48-060928E3F371}"/>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A3790051-5BA9-4AB9-BE88-B999AF01F542}"/>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86A29287-8B2A-4329-AE46-CB16BCAD9472}"/>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59C83FCD-6700-4F4D-9B8E-0B9B160DE710}"/>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D34537B1-9A4E-4CCD-A6E5-277E23A56CA9}"/>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F1E8C8D9-D2E7-444A-B0B1-BA639FC2A6A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FD6A3BC8-D73E-4B6C-9FE6-8D7F46C0DD09}"/>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20CEACCD-0088-4845-B8BD-7393ECE2A90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A6D9A1CA-20D1-4120-A9A1-961BE42D3C8A}"/>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14A84BCE-0843-480F-B182-529064B95641}"/>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5A89310-F405-4B5F-A1AC-32353C1B7EFD}"/>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478BB37B-A595-4502-B97E-E2DFF4213290}"/>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6F62B132-C102-485C-AC19-FC2B83BE747F}"/>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343215F0-8CC8-478B-AB47-1C045D727890}"/>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13942C50-70E8-47D9-89B5-7522C2006E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239285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5A9FF3-01B2-4315-800D-F579F0707E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6">
            <a:extLst xmlns:a="http://schemas.openxmlformats.org/drawingml/2006/main">
              <a:ext uri="{FF2B5EF4-FFF2-40B4-BE49-F238E27FC236}">
                <a16:creationId xmlns:a16="http://schemas.microsoft.com/office/drawing/2014/main" id="{FBE53D55-3DAF-4891-9594-2023CC3EAC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무엇을 남기고, 무엇을 덜어낼까?">
            <a:extLst xmlns:a="http://schemas.openxmlformats.org/drawingml/2006/main">
              <a:ext uri="{FF2B5EF4-FFF2-40B4-BE49-F238E27FC236}">
                <a16:creationId xmlns:a16="http://schemas.microsoft.com/office/drawing/2014/main" id="{04CF5646-E3EB-4746-BF3D-51EF7EC7D2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B7AD333F-EEE0-4099-A2E4-25E359344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EA05518F-6AFD-4818-9585-F78DFA59AD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B03EF69A-6528-4CA7-A426-5C3701867B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AB627BD6-6146-4922-8C92-3259EE63E8B9}"/>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BC728DE5-BD58-41A2-AED2-3B10F81D4103}"/>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D0BBC743-6953-4D88-AFAF-DC3BC42AAEA4}"/>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04C96F4-660A-455F-BAF3-D761207B6EEB}"/>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A252A9ED-9542-4983-9D82-617D8E3F173E}"/>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3B1A00EB-D14E-423B-A6C8-094F4E3E140F}"/>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5F1E8621-147B-4000-980F-3DCDBDE4381A}"/>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78D1D601-2E09-432D-9404-4654731A2104}"/>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C8470C84-AE01-4382-91E4-2F54390A21C0}"/>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522A01B3-649F-4E27-8962-D2AB103BD41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1CEFD44B-8D79-4B47-9104-37F44E547280}"/>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4C2FC83-C4ED-4EA4-890B-B4015E5C820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F73BDDB3-04A6-40E7-80A3-9861EE471482}"/>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00386119-5001-4845-830C-73A931A61192}"/>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8C2F03F8-6E8E-4DCD-9F43-09927AE905C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82818AC-1411-4B50-9927-F59433ED6A5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52D34483-BCA7-4E26-93E1-F36DE99AC1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668021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54EBDBC4-70D6-49AF-A461-77F7E5C3A6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7">
            <a:extLst xmlns:a="http://schemas.openxmlformats.org/drawingml/2006/main">
              <a:ext uri="{FF2B5EF4-FFF2-40B4-BE49-F238E27FC236}">
                <a16:creationId xmlns:a16="http://schemas.microsoft.com/office/drawing/2014/main" id="{5DDEC00F-EC0A-4A1D-839F-4D9873357B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덜어낸 뒤에도 필요한 일을 하는가?">
            <a:extLst xmlns:a="http://schemas.openxmlformats.org/drawingml/2006/main">
              <a:ext uri="{FF2B5EF4-FFF2-40B4-BE49-F238E27FC236}">
                <a16:creationId xmlns:a16="http://schemas.microsoft.com/office/drawing/2014/main" id="{515D12D9-C624-4553-835F-7610FCFA71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C4D4CC3F-1E79-49E8-9D50-BE5C319D36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4AA6F227-DE5B-4F61-8BB7-AB3C17E354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EB67CF41-0B86-4DB6-A86F-A374CBCB2A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63523DCD-1488-493A-A991-8955A8C2AD89}"/>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97D20F50-281A-4B71-8980-E02370E2210B}"/>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E634C6DE-77C3-4002-9C9F-4849A401579E}"/>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C4FEC7B-419A-477A-B214-BD1D34D4C1FC}"/>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0AD82618-23B0-43C5-B355-AE25D28BDEAC}"/>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A93A8B94-CFEA-4838-8E22-305DF2ED113A}"/>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5A4B4EA1-0819-4DDA-A3B3-D0F405ADFBFA}"/>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0F6FF982-3029-424A-80F0-F4C6BEA475AE}"/>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FA2A48ED-CF56-43B5-968F-8769EF2B60FE}"/>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8773F223-4332-4A92-BEC8-F901DD7655E7}"/>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938E2DEC-14C8-40BD-B939-8454708A0DB0}"/>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E978F9E0-8F93-454B-B428-6021F0540FF3}"/>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94725D0-DD34-4CD2-9E25-416F98D8CFE0}"/>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6B49CF85-5611-4708-B3C3-166D62504DEA}"/>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CAE3571C-E686-44D0-8DCE-0C5F9E7B2209}"/>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F1DFA30F-1276-484F-AED8-F218EE5C4967}"/>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BF62715-7206-4CC2-9FA9-1CE71871E5BF}"/>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4FBDF65E-6AA2-4420-B617-971E6B852306}"/>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16038CCA-27AB-4421-AC9F-37FA059E6DCD}"/>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B03B0BE2-1ED3-4F0A-A450-5C29368899BF}"/>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876989C7-A143-4702-9055-5AB254DED7B3}"/>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806F6D85-1476-44AD-A358-05FB01B4C43C}"/>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6E975EF9-A869-40FF-8907-28FC4A0972A3}"/>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D118748A-BAD9-46F6-A24E-3FB7F0FD7795}"/>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A69DF3F0-0BA3-4E85-A3A6-B8C8FA8CA742}"/>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7F5FF763-0F90-4D12-BE1C-E32A6A5577AE}"/>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1D1CB072-F426-4472-961D-03DB496FB293}"/>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E9FBFA02-271D-4765-98F8-A73A254F22E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DB866BE3-34E8-4B2B-9E7C-49DD037BAC4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9F15C51A-F53C-430A-B6DB-0127C0B3E7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1476715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DA80EA8-8936-4632-BBAE-778BC278E8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08">
            <a:extLst xmlns:a="http://schemas.openxmlformats.org/drawingml/2006/main">
              <a:ext uri="{FF2B5EF4-FFF2-40B4-BE49-F238E27FC236}">
                <a16:creationId xmlns:a16="http://schemas.microsoft.com/office/drawing/2014/main" id="{337F0A25-FDD9-4E2B-B0B1-030513BA6C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내 업무에서는 무엇이 반복해서 막힐까?">
            <a:extLst xmlns:a="http://schemas.openxmlformats.org/drawingml/2006/main">
              <a:ext uri="{FF2B5EF4-FFF2-40B4-BE49-F238E27FC236}">
                <a16:creationId xmlns:a16="http://schemas.microsoft.com/office/drawing/2014/main" id="{334D0967-7AA6-4693-8C3E-50357917C8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7B0EA4E5-6522-4C29-8B8B-F26C822B5E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5B4C158A-3621-4D1F-AA06-7421716720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A76A0AC8-D4D2-4214-B4B4-E4A3CBA863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58BE9245-B30F-4332-9AEA-CA1610FBBC81}"/>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60074216-679B-47A3-A33A-32AE4DB8A653}"/>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D683B54-800E-41D7-801C-0161D1A8542F}"/>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38D882A6-78B6-430D-A8F7-DD2C6E29D66E}"/>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A6968A22-CE8C-4917-83F1-CB5EAF24A787}"/>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ECC49E76-5BCF-4507-8980-1A2C517B496A}"/>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1BF52926-D2A5-4089-BF78-8227FE6AAFE2}"/>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6E105CC-00E0-4E11-94CD-4F2E7857C15A}"/>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60C23C26-0938-486F-A331-AB353F872EC7}"/>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9670288-F9C6-42B6-A182-E45602FAE5E0}"/>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C00DF190-7AFC-4A9C-94A4-ACF8F52B21A1}"/>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CDD5B4DA-7473-404D-A902-3185EC4FD53F}"/>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D825B733-64E4-4F7D-BBF6-62861CF98477}"/>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EC1A857F-3348-4B11-862F-1CEBE278B0D3}"/>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72B9CF66-4276-4D76-B071-81166E02F45F}"/>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5E9A2DA9-99A4-460C-AF2C-0C4FB350AECE}"/>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94E58D2B-10D6-48BB-9044-220107F4CA56}"/>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356E193B-B05D-4A48-A00C-601CB35EFC8B}"/>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B2EE20D9-15B2-40E3-A3A6-9CAFD5F343BC}"/>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3FE23B04-A9D0-46C3-86E3-B75D9B80CACE}"/>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1BE61A80-DA4C-4B4D-B394-ACE86DAFA58D}"/>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EDDA75AD-E3C1-4D6A-BFEF-9FB23C4D9B63}"/>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BC50629-DFF0-469B-A7B8-16B9FB47C058}"/>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A91758C7-5DDB-4037-92E1-0061E6A36219}"/>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AC42B1E9-17D6-4954-AD5F-A34337CB88B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A6210A35-42F4-4B72-AAC9-9110C353860A}"/>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D2680233-C41E-4016-B85B-8F2AE12CEF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930748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26393CC0-462D-493B-AFCF-580EB44DFD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09">
            <a:extLst xmlns:a="http://schemas.openxmlformats.org/drawingml/2006/main">
              <a:ext uri="{FF2B5EF4-FFF2-40B4-BE49-F238E27FC236}">
                <a16:creationId xmlns:a16="http://schemas.microsoft.com/office/drawing/2014/main" id="{2CBB3ADB-56D5-4FEF-ADE5-417AE6D65D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고른 문제에서, 다음 행동 하나로">
            <a:extLst xmlns:a="http://schemas.openxmlformats.org/drawingml/2006/main">
              <a:ext uri="{FF2B5EF4-FFF2-40B4-BE49-F238E27FC236}">
                <a16:creationId xmlns:a16="http://schemas.microsoft.com/office/drawing/2014/main" id="{2EF072FC-8687-42E6-8033-68B8563B1B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F0F0FC20-678F-4D41-A8DF-A890E682FD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34046AC8-26CA-4F32-BDA5-C7B3A1B099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03E5DE7C-EF65-4328-988B-E8B22FD769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6ECED348-3B31-4CC3-A691-5B2636FEC4BA}"/>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26EA6A3E-AE3F-44D5-9E51-93E4F9743998}"/>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2175F28A-A72B-4644-BB2C-4E927C6C154C}"/>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4756EAE7-E344-4ACD-AB24-9BA94F760CC2}"/>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02F11CAA-8FB7-4995-8F98-25479C59E72C}"/>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DD5DEEC-D1AD-429C-B3A9-8519CD56031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AB26AE2-7018-4144-BA50-C2FDF894A979}"/>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A589D264-B2BA-4111-A529-A185A353CB3B}"/>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3C15E0D3-DB14-4527-9711-3C3665DDD854}"/>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9CAB41A0-B82D-4788-AA19-1E4AA97B7B56}"/>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005CA331-7FE5-4B6F-9AA2-0175C2E4BF03}"/>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A4B73F25-0D53-4BA3-8672-0BD5C3A0FE8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204A3825-B44E-4A70-A3BA-2BB095D23F0C}"/>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DBD86836-0F84-4656-8C21-CBB10C04A2EE}"/>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392CE567-40A1-4A0B-9DA1-9C2B97D1D471}"/>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A450C759-8702-4805-8783-B3CE62DC2F8E}"/>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EE0357F2-97FF-432F-BA43-5E3C72C8DFD0}"/>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1C9E183D-FB0C-4AD0-AF38-04B7B6DE290F}"/>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A5F0EA41-CB68-4666-939C-0AD7BA889B8F}"/>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EF717041-ABEF-4300-AC21-DE34983A5C3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88973A36-C083-4726-8E7A-A3D19E8A909A}"/>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AB6A07D8-CCB0-4DED-AE9D-B9C003214E45}"/>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87E9B633-4DC7-4764-A65F-2D262B72B465}"/>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B2C5472-8878-43BF-B23F-A7DF8554ABE2}"/>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68774325-4323-4984-B2E0-FE0EFBFE98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58207161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1/3">
            <a:extLst xmlns:a="http://schemas.openxmlformats.org/drawingml/2006/main">
              <a:ext uri="{FF2B5EF4-FFF2-40B4-BE49-F238E27FC236}">
                <a16:creationId xmlns:a16="http://schemas.microsoft.com/office/drawing/2014/main" id="{4896FE3E-D21F-40C9-BD31-853CBF8C2C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0">
            <a:extLst xmlns:a="http://schemas.openxmlformats.org/drawingml/2006/main">
              <a:ext uri="{FF2B5EF4-FFF2-40B4-BE49-F238E27FC236}">
                <a16:creationId xmlns:a16="http://schemas.microsoft.com/office/drawing/2014/main" id="{FF5EEF53-28F9-435D-89DE-D7583D752C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실무 적용 팁 · 작업 환경과 기준">
            <a:extLst xmlns:a="http://schemas.openxmlformats.org/drawingml/2006/main">
              <a:ext uri="{FF2B5EF4-FFF2-40B4-BE49-F238E27FC236}">
                <a16:creationId xmlns:a16="http://schemas.microsoft.com/office/drawing/2014/main" id="{0AECA4FB-4F6F-4799-8339-7D312B5015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15F47955-AEDE-4887-8531-464373815D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DCB9061F-7FAD-42CF-AA7B-85196EFF51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2EB05BBF-32B6-46A0-8E2E-1FD2D519757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8FC2385-44DF-4257-B55E-68F633090C9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8147EC17-3FBA-4728-AF57-FA0EADF3F1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C04CF407-DCDE-488D-A9D3-EC6E9792AD17}"/>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4EDD8E9-F2EA-44BF-AAF3-1C337AF2DC04}"/>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5EDBB0-D27D-46A8-B722-46938ACECC34}"/>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A3B917A6-79F6-4635-BA6F-959AC587A858}"/>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AEE75D83-FC64-472F-93DE-27F4B48A84B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510BF40D-C067-4159-9C43-6029BC6691A5}"/>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C5834A9-8111-488A-9236-B4F3E5B5CDEF}"/>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58CD3975-2DAC-4AA8-9B10-CAE54F3BDEA7}"/>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B42A3DDB-6A9A-4BC2-89B4-6B4658ED1154}"/>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2DBF7E6D-093D-4DB1-B54A-7D8898B3463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7348295-032C-4DBB-A06E-EEFBEEE8C410}"/>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32E7B85F-DB1B-4DD7-878D-02E8A2EA8B18}"/>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08FD3FAE-B160-4153-9C50-9068EE321650}"/>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3D26966D-4D40-4DD5-A93E-A042A0B0EEC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9928345F-846A-46E6-B6C5-6065DA5CAF79}"/>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8">
            <a:extLst xmlns:a="http://schemas.openxmlformats.org/drawingml/2006/main">
              <a:ext uri="{FF2B5EF4-FFF2-40B4-BE49-F238E27FC236}">
                <a16:creationId xmlns:a16="http://schemas.microsoft.com/office/drawing/2014/main" id="{C222246E-7994-407B-B8C3-3C58989F037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5" name="이번 Context와 다시 쓸 지식">
            <a:extLst xmlns:a="http://schemas.openxmlformats.org/drawingml/2006/main">
              <a:ext uri="{FF2B5EF4-FFF2-40B4-BE49-F238E27FC236}">
                <a16:creationId xmlns:a16="http://schemas.microsoft.com/office/drawing/2014/main" id="{B3B52288-CE23-45E6-90EA-CB43591AFF0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26" name="">
            <a:extLst xmlns:a="http://schemas.openxmlformats.org/drawingml/2006/main">
              <a:ext uri="{FF2B5EF4-FFF2-40B4-BE49-F238E27FC236}">
                <a16:creationId xmlns:a16="http://schemas.microsoft.com/office/drawing/2014/main" id="{E76D6AE5-78BE-49BC-BBDE-D8003EAEF0F9}"/>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DE126F11-FB13-4BBC-B955-42382F0FC6B2}"/>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78">
            <a:extLst xmlns:a="http://schemas.openxmlformats.org/drawingml/2006/main">
              <a:ext uri="{FF2B5EF4-FFF2-40B4-BE49-F238E27FC236}">
                <a16:creationId xmlns:a16="http://schemas.microsoft.com/office/drawing/2014/main" id="{C2FF5C96-6659-4574-B00F-EADE86A750A2}"/>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S78</a:t>
            </a:r>
          </a:p>
        </p:txBody>
      </p:sp>
      <p:sp>
        <p:nvSpPr>
          <p:cNvPr id="29" name="결과와 실행 조건을 함께 남긴다">
            <a:extLst xmlns:a="http://schemas.openxmlformats.org/drawingml/2006/main">
              <a:ext uri="{FF2B5EF4-FFF2-40B4-BE49-F238E27FC236}">
                <a16:creationId xmlns:a16="http://schemas.microsoft.com/office/drawing/2014/main" id="{2E010D21-C224-40A6-B713-B0495AACC97C}"/>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결과와 실행 조건을 함께 남긴다</a:t>
            </a:r>
          </a:p>
        </p:txBody>
      </p:sp>
      <p:sp>
        <p:nvSpPr>
          <p:cNvPr id="30" name="Legacy module connection">
            <a:extLst xmlns:a="http://schemas.openxmlformats.org/drawingml/2006/main">
              <a:ext uri="{FF2B5EF4-FFF2-40B4-BE49-F238E27FC236}">
                <a16:creationId xmlns:a16="http://schemas.microsoft.com/office/drawing/2014/main" id="{F3764D80-3C0D-4EB8-87E9-CD5B688583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73316150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699A9385-A6BD-4E81-9C56-CF5AF51E22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1">
            <a:extLst xmlns:a="http://schemas.openxmlformats.org/drawingml/2006/main">
              <a:ext uri="{FF2B5EF4-FFF2-40B4-BE49-F238E27FC236}">
                <a16:creationId xmlns:a16="http://schemas.microsoft.com/office/drawing/2014/main" id="{3A554385-6A49-4082-812A-B2867795A0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실무 적용 팁 · 요청 작성">
            <a:extLst xmlns:a="http://schemas.openxmlformats.org/drawingml/2006/main">
              <a:ext uri="{FF2B5EF4-FFF2-40B4-BE49-F238E27FC236}">
                <a16:creationId xmlns:a16="http://schemas.microsoft.com/office/drawing/2014/main" id="{49CA823E-423B-4475-8E15-4098D16801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25061F2D-61E0-4C6D-8646-C173F29728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D412A99D-631A-4FB3-A819-E7757EEAF5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49193F72-66BA-4640-B48C-FA400037A5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8BF1D9A2-8E71-464A-8658-2236017F283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A57F2813-C156-4F09-8FBB-338E3F9D7CA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2C92D940-F467-460B-9511-9C440F480A4B}"/>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64F1B2DD-F9EB-4C36-9FBB-BE5B6CAF5C2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FD7D4549-FEDB-419D-BBB2-7A294DCA7C7D}"/>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3ADE691-67F4-4157-A0E4-47F2681A7B18}"/>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EB0F3252-9DE9-4DA7-94D1-E4FDB2631B43}"/>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DAD400D8-D0D2-415F-961D-11E8EA5F6FE4}"/>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92728AD-E1E1-4B6A-AE81-3EF7C87F09FD}"/>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9D96DD54-CC2A-44E3-9AAE-1124BF8B5436}"/>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4F76F560-F491-4E7C-ACFF-E0A749A01677}"/>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4EECCE-CE84-4C18-971A-96407C02072A}"/>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60F37EE-9B9C-437B-87A5-AE722C9560D8}"/>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D77C1844-552B-4B37-937C-583B04A92C1C}"/>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ED317F38-7483-418A-B4E9-B5589FF44E4F}"/>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D6D92F03-03B3-440B-B584-F09D837AC8E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075D016-AD8F-4569-B1A6-F2D7D5DF7D11}"/>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B9812E30-9467-4B23-BB08-F3C116EDE312}"/>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6F480611-292F-475A-B3DD-75DC98DA4049}"/>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39BAAACA-A429-4562-BC94-AADA2D08F9BC}"/>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F0B4834-F4DE-429D-8F60-7E5CE13FB922}"/>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F2DE7B95-9CE4-4428-BD84-C2ADB42B1FC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7CC5780F-8EC5-4C2D-8D68-78E4A6B5A81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2B2D8E58-B898-4A10-A1EE-E758B495DCA6}"/>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74DEBD09-297C-4487-98C1-33722696E20E}"/>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C32F20E4-A7C7-46EE-B01F-653E377286B9}"/>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C49545A5-FAA8-4D62-9C27-B2D777FFA30A}"/>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A65FC1EB-49DA-43B1-B909-07B428DC3938}"/>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C28087BE-8698-4682-86FF-F42AD14AA99F}"/>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A8A5BAC1-73E6-4EF2-8F59-8238CA6664FB}"/>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56FCD3DF-0233-4878-9DB1-D2B06E57B8D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C12E9BD9-D1A7-44CE-806D-1AD68B566620}"/>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1C1B02C-26D0-4E12-B6E3-585DC453488E}"/>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33D2CB68-9B54-4B4C-9F04-977D418241A8}"/>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EBB7BCB0-25A4-409F-A0A3-1AA8032657F5}"/>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3A23EB34-FD79-4B8B-85E8-86E3906E18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972592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BAD527DD-EF70-43D0-BB78-A57D811C43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2">
            <a:extLst xmlns:a="http://schemas.openxmlformats.org/drawingml/2006/main">
              <a:ext uri="{FF2B5EF4-FFF2-40B4-BE49-F238E27FC236}">
                <a16:creationId xmlns:a16="http://schemas.microsoft.com/office/drawing/2014/main" id="{7188E01A-59F5-496A-A131-1733B77A31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검증과 개선">
            <a:extLst xmlns:a="http://schemas.openxmlformats.org/drawingml/2006/main">
              <a:ext uri="{FF2B5EF4-FFF2-40B4-BE49-F238E27FC236}">
                <a16:creationId xmlns:a16="http://schemas.microsoft.com/office/drawing/2014/main" id="{DFD2A252-7D4D-4BD9-9CF6-4865DC1D1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42D4C2B1-97B0-442C-AE52-0D18954BDA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0B705A13-987D-4EF1-8161-52078E96DF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85255831-3B02-457E-8354-2F292A7AAD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7D95674F-441C-438B-84ED-C9D4A492376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311330B2-98C0-4191-B1FF-090329B2D53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DDB655EC-3D70-407D-80E3-CD9A60E5BA1A}"/>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E740DD69-2D78-41AF-B952-4DDAEA3742F5}"/>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EC202B83-3313-4B9D-B6C7-DA7FFD3AA4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5">
            <a:extLst xmlns:a="http://schemas.openxmlformats.org/drawingml/2006/main">
              <a:ext uri="{FF2B5EF4-FFF2-40B4-BE49-F238E27FC236}">
                <a16:creationId xmlns:a16="http://schemas.microsoft.com/office/drawing/2014/main" id="{C28C185F-BEFA-4784-9703-DEFBFF6429B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S85</a:t>
            </a:r>
          </a:p>
        </p:txBody>
      </p:sp>
      <p:sp>
        <p:nvSpPr>
          <p:cNvPr id="13" name="원인을 고르기 전에 확인할 기록">
            <a:extLst xmlns:a="http://schemas.openxmlformats.org/drawingml/2006/main">
              <a:ext uri="{FF2B5EF4-FFF2-40B4-BE49-F238E27FC236}">
                <a16:creationId xmlns:a16="http://schemas.microsoft.com/office/drawing/2014/main" id="{A52A0450-4F3D-471F-8457-CF41ECC7B9E8}"/>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92D4643D-BCD1-4356-B233-713A3CFD4E85}"/>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473F20D-03C8-4608-9FD4-80A4D7A24595}"/>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89">
            <a:extLst xmlns:a="http://schemas.openxmlformats.org/drawingml/2006/main">
              <a:ext uri="{FF2B5EF4-FFF2-40B4-BE49-F238E27FC236}">
                <a16:creationId xmlns:a16="http://schemas.microsoft.com/office/drawing/2014/main" id="{C9B871EB-D2F5-43F6-A5EC-86D4AAB7064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S89</a:t>
            </a:r>
          </a:p>
        </p:txBody>
      </p:sp>
      <p:sp>
        <p:nvSpPr>
          <p:cNvPr id="17" name="지침을 고친 뒤, 무엇을 다시 확인할까?">
            <a:extLst xmlns:a="http://schemas.openxmlformats.org/drawingml/2006/main">
              <a:ext uri="{FF2B5EF4-FFF2-40B4-BE49-F238E27FC236}">
                <a16:creationId xmlns:a16="http://schemas.microsoft.com/office/drawing/2014/main" id="{CAD7BD75-43DA-42D7-A3FB-F2E63923493C}"/>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6177AAB5-A1C6-42CA-A111-9AC1F3F918C9}"/>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B32C137-820E-49A9-BAE1-78AD7847D8B2}"/>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6">
            <a:extLst xmlns:a="http://schemas.openxmlformats.org/drawingml/2006/main">
              <a:ext uri="{FF2B5EF4-FFF2-40B4-BE49-F238E27FC236}">
                <a16:creationId xmlns:a16="http://schemas.microsoft.com/office/drawing/2014/main" id="{71C46600-C374-412E-B949-C99AD0D31E70}"/>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S106</a:t>
            </a:r>
          </a:p>
        </p:txBody>
      </p:sp>
      <p:sp>
        <p:nvSpPr>
          <p:cNvPr id="21" name="무엇을 남기고, 무엇을 덜어낼까?">
            <a:extLst xmlns:a="http://schemas.openxmlformats.org/drawingml/2006/main">
              <a:ext uri="{FF2B5EF4-FFF2-40B4-BE49-F238E27FC236}">
                <a16:creationId xmlns:a16="http://schemas.microsoft.com/office/drawing/2014/main" id="{F98EE818-6933-4553-810F-382530535262}"/>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043EF22C-BD03-4915-A66A-73AC28692771}"/>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DC6B79E8-B596-4738-B816-62ABA393042D}"/>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7">
            <a:extLst xmlns:a="http://schemas.openxmlformats.org/drawingml/2006/main">
              <a:ext uri="{FF2B5EF4-FFF2-40B4-BE49-F238E27FC236}">
                <a16:creationId xmlns:a16="http://schemas.microsoft.com/office/drawing/2014/main" id="{281783F2-7C2F-4449-AA17-23CB6DCF7389}"/>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S107</a:t>
            </a:r>
          </a:p>
        </p:txBody>
      </p:sp>
      <p:sp>
        <p:nvSpPr>
          <p:cNvPr id="25" name="덜어낸 뒤에도 필요한 일을 하는가?">
            <a:extLst xmlns:a="http://schemas.openxmlformats.org/drawingml/2006/main">
              <a:ext uri="{FF2B5EF4-FFF2-40B4-BE49-F238E27FC236}">
                <a16:creationId xmlns:a16="http://schemas.microsoft.com/office/drawing/2014/main" id="{EC95C186-13BB-437F-B320-FB46810C28BF}"/>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40DB0318-E872-487E-9EBA-485BD19FAE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73553252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F140E675-ACDA-4CCF-B995-5228166398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3">
            <a:extLst xmlns:a="http://schemas.openxmlformats.org/drawingml/2006/main">
              <a:ext uri="{FF2B5EF4-FFF2-40B4-BE49-F238E27FC236}">
                <a16:creationId xmlns:a16="http://schemas.microsoft.com/office/drawing/2014/main" id="{79267FA8-20B2-4BA9-9DF8-34AB06F784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Q&amp;A와 교육 마무리">
            <a:extLst xmlns:a="http://schemas.openxmlformats.org/drawingml/2006/main">
              <a:ext uri="{FF2B5EF4-FFF2-40B4-BE49-F238E27FC236}">
                <a16:creationId xmlns:a16="http://schemas.microsoft.com/office/drawing/2014/main" id="{8F9504B3-FEA8-4511-B443-D4949BE8E2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E15DB22A-EFFD-48B9-B172-AE6E40E403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A636577C-E945-401D-8474-6E2449DF15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0987982F-9EBF-4CF5-9471-5DCA31BC6A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7D6E93D0-365D-4A17-A042-7F2DFB6F165A}"/>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A03A6090-03B7-4D76-BDF4-9BBB463D20E8}"/>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9F17E33-B87C-430A-9A72-B366E89F8767}"/>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0A40FB73-8884-4439-9349-297491B56381}"/>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B64D205A-D340-4B78-AE5D-9AF35BDEBC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911353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2026-10-25T10:23:07.7650000Z</dcterms:created>
  <dcterms:modified xsi:type="dcterms:W3CDTF">2026-10-25T10:23:07.7650000Z</dcterms:modified>
</coreProperties>
</file>