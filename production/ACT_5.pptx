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27e48c782e40fb" /><Relationship Type="http://schemas.openxmlformats.org/officeDocument/2006/relationships/extended-properties" Target="/docProps/app.xml" Id="Rd2e44f92cb994901" /><Relationship Type="http://schemas.openxmlformats.org/officeDocument/2006/relationships/officeDocument" Target="/ppt/presentation.xml" Id="Rdf5b1f4666424a23" /></Relationships>
</file>

<file path=ppt/presentation.xml><?xml version="1.0" encoding="utf-8"?>
<p:presentation xmlns:p="http://schemas.openxmlformats.org/presentationml/2006/main">
  <p:sldMasterIdLst>
    <p:sldMasterId xmlns:r="http://schemas.openxmlformats.org/officeDocument/2006/relationships" id="2147483648" r:id="R343fbd7b61ad464b"/>
  </p:sldMasterIdLst>
  <p:notesMasterIdLst>
    <p:notesMasterId xmlns:r="http://schemas.openxmlformats.org/officeDocument/2006/relationships" r:id="R693bdf9f09fb4b08"/>
  </p:notesMasterIdLst>
  <p:sldIdLst>
    <p:sldId xmlns:r="http://schemas.openxmlformats.org/officeDocument/2006/relationships" id="256" r:id="R3be9abb032eb4c9d"/>
    <p:sldId xmlns:r="http://schemas.openxmlformats.org/officeDocument/2006/relationships" id="257" r:id="Rbdbbd28a1ba44e4c"/>
    <p:sldId xmlns:r="http://schemas.openxmlformats.org/officeDocument/2006/relationships" id="258" r:id="R2fdd15935de0466a"/>
    <p:sldId xmlns:r="http://schemas.openxmlformats.org/officeDocument/2006/relationships" id="259" r:id="R09b3fb718d2e44a3"/>
    <p:sldId xmlns:r="http://schemas.openxmlformats.org/officeDocument/2006/relationships" id="260" r:id="R2b4c3f66b8454664"/>
    <p:sldId xmlns:r="http://schemas.openxmlformats.org/officeDocument/2006/relationships" id="261" r:id="Rff8959ee008d4e2f"/>
    <p:sldId xmlns:r="http://schemas.openxmlformats.org/officeDocument/2006/relationships" id="262" r:id="Rd2d695195ea9422f"/>
    <p:sldId xmlns:r="http://schemas.openxmlformats.org/officeDocument/2006/relationships" id="263" r:id="Rd0e2d7de75c6406f"/>
    <p:sldId xmlns:r="http://schemas.openxmlformats.org/officeDocument/2006/relationships" id="264" r:id="Rc103fa70dc71472c"/>
    <p:sldId xmlns:r="http://schemas.openxmlformats.org/officeDocument/2006/relationships" id="265" r:id="Rbb838c18e1584735"/>
    <p:sldId xmlns:r="http://schemas.openxmlformats.org/officeDocument/2006/relationships" id="266" r:id="R8ae2db6b67d648af"/>
    <p:sldId xmlns:r="http://schemas.openxmlformats.org/officeDocument/2006/relationships" id="267" r:id="Rf49a8f7aa1704d7a"/>
    <p:sldId xmlns:r="http://schemas.openxmlformats.org/officeDocument/2006/relationships" id="268" r:id="Rc71230f48ef14112"/>
    <p:sldId xmlns:r="http://schemas.openxmlformats.org/officeDocument/2006/relationships" id="269" r:id="R030636ec48a1411f"/>
    <p:sldId xmlns:r="http://schemas.openxmlformats.org/officeDocument/2006/relationships" id="270" r:id="R42c4d5e51a724ca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94f2547201046f2" /><Relationship Type="http://schemas.openxmlformats.org/officeDocument/2006/relationships/slideMaster" Target="/ppt/slideMasters/slideMaster1.xml" Id="R343fbd7b61ad464b" /><Relationship Type="http://schemas.openxmlformats.org/officeDocument/2006/relationships/notesMaster" Target="/ppt/notesMasters/notesMaster1.xml" Id="R693bdf9f09fb4b08" /><Relationship Type="http://schemas.openxmlformats.org/officeDocument/2006/relationships/presProps" Target="/ppt/presProps.xml" Id="Rcb6936771e2945fa" /><Relationship Type="http://schemas.openxmlformats.org/officeDocument/2006/relationships/tableStyles" Target="/ppt/tableStyles.xml" Id="Re3c3376b70c84667" /><Relationship Type="http://schemas.openxmlformats.org/officeDocument/2006/relationships/slide" Target="/ppt/slides/slide1.xml" Id="R3be9abb032eb4c9d" /><Relationship Type="http://schemas.openxmlformats.org/officeDocument/2006/relationships/slide" Target="/ppt/slides/slide2.xml" Id="Rbdbbd28a1ba44e4c" /><Relationship Type="http://schemas.openxmlformats.org/officeDocument/2006/relationships/slide" Target="/ppt/slides/slide3.xml" Id="R2fdd15935de0466a" /><Relationship Type="http://schemas.openxmlformats.org/officeDocument/2006/relationships/slide" Target="/ppt/slides/slide4.xml" Id="R09b3fb718d2e44a3" /><Relationship Type="http://schemas.openxmlformats.org/officeDocument/2006/relationships/slide" Target="/ppt/slides/slide5.xml" Id="R2b4c3f66b8454664" /><Relationship Type="http://schemas.openxmlformats.org/officeDocument/2006/relationships/slide" Target="/ppt/slides/slide6.xml" Id="Rff8959ee008d4e2f" /><Relationship Type="http://schemas.openxmlformats.org/officeDocument/2006/relationships/slide" Target="/ppt/slides/slide7.xml" Id="Rd2d695195ea9422f" /><Relationship Type="http://schemas.openxmlformats.org/officeDocument/2006/relationships/slide" Target="/ppt/slides/slide8.xml" Id="Rd0e2d7de75c6406f" /><Relationship Type="http://schemas.openxmlformats.org/officeDocument/2006/relationships/slide" Target="/ppt/slides/slide9.xml" Id="Rc103fa70dc71472c" /><Relationship Type="http://schemas.openxmlformats.org/officeDocument/2006/relationships/slide" Target="/ppt/slides/slide10.xml" Id="Rbb838c18e1584735" /><Relationship Type="http://schemas.openxmlformats.org/officeDocument/2006/relationships/slide" Target="/ppt/slides/slide11.xml" Id="R8ae2db6b67d648af" /><Relationship Type="http://schemas.openxmlformats.org/officeDocument/2006/relationships/slide" Target="/ppt/slides/slide12.xml" Id="Rf49a8f7aa1704d7a" /><Relationship Type="http://schemas.openxmlformats.org/officeDocument/2006/relationships/slide" Target="/ppt/slides/slide13.xml" Id="Rc71230f48ef14112" /><Relationship Type="http://schemas.openxmlformats.org/officeDocument/2006/relationships/slide" Target="/ppt/slides/slide14.xml" Id="R030636ec48a1411f" /><Relationship Type="http://schemas.openxmlformats.org/officeDocument/2006/relationships/slide" Target="/ppt/slides/slide15.xml" Id="R42c4d5e51a724ca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939d499401042b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6f5910965624f83" /><Relationship Type="http://schemas.openxmlformats.org/officeDocument/2006/relationships/notesMaster" Target="/ppt/notesMasters/notesMaster1.xml" Id="Rb8d39a24c7424a5b" /></Relationships>
</file>

<file path=ppt/notesSlides/_rels/notesSlide2.xml.rels>&#65279;<?xml version="1.0" encoding="utf-8"?><Relationships xmlns="http://schemas.openxmlformats.org/package/2006/relationships"><Relationship Type="http://schemas.openxmlformats.org/officeDocument/2006/relationships/slide" Target="/ppt/slides/slide2.xml" Id="R83d7f623c3f94d4a" /><Relationship Type="http://schemas.openxmlformats.org/officeDocument/2006/relationships/notesMaster" Target="/ppt/notesMasters/notesMaster1.xml" Id="Rb9195133cc4241a5" /></Relationships>
</file>

<file path=ppt/notesSlides/_rels/notesSlide3.xml.rels>&#65279;<?xml version="1.0" encoding="utf-8"?><Relationships xmlns="http://schemas.openxmlformats.org/package/2006/relationships"><Relationship Type="http://schemas.openxmlformats.org/officeDocument/2006/relationships/slide" Target="/ppt/slides/slide3.xml" Id="R87b153e067e24dce" /><Relationship Type="http://schemas.openxmlformats.org/officeDocument/2006/relationships/notesMaster" Target="/ppt/notesMasters/notesMaster1.xml" Id="Rb87960321eca4c71" /></Relationships>
</file>

<file path=ppt/notesSlides/_rels/notesSlide4.xml.rels>&#65279;<?xml version="1.0" encoding="utf-8"?><Relationships xmlns="http://schemas.openxmlformats.org/package/2006/relationships"><Relationship Type="http://schemas.openxmlformats.org/officeDocument/2006/relationships/slide" Target="/ppt/slides/slide4.xml" Id="Ree120a3806a74499" /><Relationship Type="http://schemas.openxmlformats.org/officeDocument/2006/relationships/notesMaster" Target="/ppt/notesMasters/notesMaster1.xml" Id="R85fd17851c184e52" /></Relationships>
</file>

<file path=ppt/notesSlides/_rels/notesSlide5.xml.rels>&#65279;<?xml version="1.0" encoding="utf-8"?><Relationships xmlns="http://schemas.openxmlformats.org/package/2006/relationships"><Relationship Type="http://schemas.openxmlformats.org/officeDocument/2006/relationships/slide" Target="/ppt/slides/slide5.xml" Id="R4461f244c85147d9" /><Relationship Type="http://schemas.openxmlformats.org/officeDocument/2006/relationships/notesMaster" Target="/ppt/notesMasters/notesMaster1.xml" Id="Rc78c85e51b1e4089" /></Relationships>
</file>

<file path=ppt/notesSlides/_rels/notesSlide6.xml.rels>&#65279;<?xml version="1.0" encoding="utf-8"?><Relationships xmlns="http://schemas.openxmlformats.org/package/2006/relationships"><Relationship Type="http://schemas.openxmlformats.org/officeDocument/2006/relationships/slide" Target="/ppt/slides/slide6.xml" Id="Rf7af918995654581" /><Relationship Type="http://schemas.openxmlformats.org/officeDocument/2006/relationships/notesMaster" Target="/ppt/notesMasters/notesMaster1.xml" Id="Rad431a7c020f428a" /></Relationships>
</file>

<file path=ppt/notesSlides/_rels/notesSlide7.xml.rels>&#65279;<?xml version="1.0" encoding="utf-8"?><Relationships xmlns="http://schemas.openxmlformats.org/package/2006/relationships"><Relationship Type="http://schemas.openxmlformats.org/officeDocument/2006/relationships/slide" Target="/ppt/slides/slide7.xml" Id="R687db6b4667a479f" /><Relationship Type="http://schemas.openxmlformats.org/officeDocument/2006/relationships/notesMaster" Target="/ppt/notesMasters/notesMaster1.xml" Id="R385a87b78cf6422a" /></Relationships>
</file>

<file path=ppt/notesSlides/_rels/notesSlide8.xml.rels>&#65279;<?xml version="1.0" encoding="utf-8"?><Relationships xmlns="http://schemas.openxmlformats.org/package/2006/relationships"><Relationship Type="http://schemas.openxmlformats.org/officeDocument/2006/relationships/slide" Target="/ppt/slides/slide8.xml" Id="R2ca17792f6bb4399" /><Relationship Type="http://schemas.openxmlformats.org/officeDocument/2006/relationships/notesMaster" Target="/ppt/notesMasters/notesMaster1.xml" Id="R3b556e9ccd2c4951" /></Relationships>
</file>

<file path=ppt/notesSlides/_rels/notesSlide9.xml.rels>&#65279;<?xml version="1.0" encoding="utf-8"?><Relationships xmlns="http://schemas.openxmlformats.org/package/2006/relationships"><Relationship Type="http://schemas.openxmlformats.org/officeDocument/2006/relationships/slide" Target="/ppt/slides/slide9.xml" Id="Rb62b34dd241f4735" /><Relationship Type="http://schemas.openxmlformats.org/officeDocument/2006/relationships/notesMaster" Target="/ppt/notesMasters/notesMaster1.xml" Id="R5379ffdba34341f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92a5c9a1bb34d7c" /><Relationship Type="http://schemas.openxmlformats.org/officeDocument/2006/relationships/notesMaster" Target="/ppt/notesMasters/notesMaster1.xml" Id="R12132ab3a62547a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ef0255f21af4b09" /><Relationship Type="http://schemas.openxmlformats.org/officeDocument/2006/relationships/notesMaster" Target="/ppt/notesMasters/notesMaster1.xml" Id="Rd82d78b6d95d44f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148310b93334edf" /><Relationship Type="http://schemas.openxmlformats.org/officeDocument/2006/relationships/notesMaster" Target="/ppt/notesMasters/notesMaster1.xml" Id="R77d947b221aa485c"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949972f91144e71" /><Relationship Type="http://schemas.openxmlformats.org/officeDocument/2006/relationships/notesMaster" Target="/ppt/notesMasters/notesMaster1.xml" Id="R6582986ce9b74af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cd7ea6156fb4889" /><Relationship Type="http://schemas.openxmlformats.org/officeDocument/2006/relationships/notesMaster" Target="/ppt/notesMasters/notesMaster1.xml" Id="R15796e45500c4b0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e01908d19a84fc3" /><Relationship Type="http://schemas.openxmlformats.org/officeDocument/2006/relationships/notesMaster" Target="/ppt/notesMasters/notesMaster1.xml" Id="Rda5a16175f9a4e3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내 업무에 맞게 조합하고 덜어내기</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내 업무에 맞게 조합하고 덜어내기</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내 업무에 맞게 조합하고 덜어내기 — AI-Native Development · 업무 방식의 재설계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5의 제목 “내 업무에 맞게 조합하고 덜어내기”을 가리키며 구간을 연다.</a:t>
            </a:r>
          </a:p>
          <a:p xmlns:a="http://schemas.openxmlformats.org/drawingml/2006/main">
            <a:r>
              <a:t>2. (0:20–0:40 / Transition) 부제 “AI-Native Development · 업무 방식의 재설계”는 이번 구간의 관점만 안내한다. 구체적 기능·해결 방법·결과는 앞서 설명하지 않는다.</a:t>
            </a:r>
          </a:p>
          <a:p xmlns:a="http://schemas.openxmlformats.org/drawingml/2006/main">
            <a:r>
              <a:t>3. (0:40–1:00 / Transition) S100의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S100 — 문제에 맞춰, 일하는 방식을 넓혔다로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5 총40분, 전체402분이다. 제목·부제만 안내하고1분에 S100로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production/preview/full/S99.png 또는 production/ACT_5.pptx의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S100 — 문제에 맞춰, 일하는 방식을 넓혔다</a:t>
            </a:r>
          </a:p>
          <a:p xmlns:a="http://schemas.openxmlformats.org/drawingml/2006/main">
            <a:r>
              <a:t/>
            </a:r>
          </a:p>
          <a:p xmlns:a="http://schemas.openxmlformats.org/drawingml/2006/main">
            <a:r>
              <a:t>**Slide ID:**</a:t>
            </a:r>
          </a:p>
          <a:p xmlns:a="http://schemas.openxmlformats.org/drawingml/2006/main">
            <a:r>
              <a:t>S100</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S98가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S101은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S108/S98에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S100와 production/preview/act5/S100.png를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S101 — 실제 Demo는 문제에 맞춰 바뀌었다</a:t>
            </a:r>
          </a:p>
          <a:p xmlns:a="http://schemas.openxmlformats.org/drawingml/2006/main">
            <a:r>
              <a:t/>
            </a:r>
          </a:p>
          <a:p xmlns:a="http://schemas.openxmlformats.org/drawingml/2006/main">
            <a:r>
              <a:t>**Slide ID:**</a:t>
            </a:r>
          </a:p>
          <a:p xmlns:a="http://schemas.openxmlformats.org/drawingml/2006/main">
            <a:r>
              <a:t>S101</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S49).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S49,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S23/S46/S61다.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S101와 production/preview/act5/S101.png를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S102 — 이번 문제에 필요한 구성만 선택했다</a:t>
            </a:r>
          </a:p>
          <a:p xmlns:a="http://schemas.openxmlformats.org/drawingml/2006/main">
            <a:r>
              <a:t/>
            </a:r>
          </a:p>
          <a:p xmlns:a="http://schemas.openxmlformats.org/drawingml/2006/main">
            <a:r>
              <a:t>**Slide ID:**</a:t>
            </a:r>
          </a:p>
          <a:p xmlns:a="http://schemas.openxmlformats.org/drawingml/2006/main">
            <a:r>
              <a:t>S102</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S101의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S103로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S69에서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S102와 production/preview/act5/S102.png를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S103 — 결과를 수용할지는 사람이 판단한다</a:t>
            </a:r>
          </a:p>
          <a:p xmlns:a="http://schemas.openxmlformats.org/drawingml/2006/main">
            <a:r>
              <a:t/>
            </a:r>
          </a:p>
          <a:p xmlns:a="http://schemas.openxmlformats.org/drawingml/2006/main">
            <a:r>
              <a:t>**Slide ID:**</a:t>
            </a:r>
          </a:p>
          <a:p xmlns:a="http://schemas.openxmlformats.org/drawingml/2006/main">
            <a:r>
              <a:t>S103</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S102의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S104에서는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S103와 production/preview/act5/S103.png를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S104 — AI가 일할 조건과 확인 경로를 설계한다</a:t>
            </a:r>
          </a:p>
          <a:p xmlns:a="http://schemas.openxmlformats.org/drawingml/2006/main">
            <a:r>
              <a:t/>
            </a:r>
          </a:p>
          <a:p xmlns:a="http://schemas.openxmlformats.org/drawingml/2006/main">
            <a:r>
              <a:t>**Slide ID:**</a:t>
            </a:r>
          </a:p>
          <a:p xmlns:a="http://schemas.openxmlformats.org/drawingml/2006/main">
            <a:r>
              <a:t>S104</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S103의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S105로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S108에서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S104와 production/preview/act5/S104.png를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S105 — 모델·플랫폼이 바뀌면 Harness도 다시 본다</a:t>
            </a:r>
          </a:p>
          <a:p xmlns:a="http://schemas.openxmlformats.org/drawingml/2006/main">
            <a:r>
              <a:t/>
            </a:r>
          </a:p>
          <a:p xmlns:a="http://schemas.openxmlformats.org/drawingml/2006/main">
            <a:r>
              <a:t>**Slide ID:**</a:t>
            </a:r>
          </a:p>
          <a:p xmlns:a="http://schemas.openxmlformats.org/drawingml/2006/main">
            <a:r>
              <a:t>S105</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S104의 설계 관점에서 “그때 필요했던 보조 장치가 지금도 필요한가?”를 묻는다. S102은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S106의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S108/S98에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S105와 production/preview/act5/S105.png.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S106 — 무엇을 남기고, 무엇을 덜어낼까?</a:t>
            </a:r>
          </a:p>
          <a:p xmlns:a="http://schemas.openxmlformats.org/drawingml/2006/main">
            <a:r>
              <a:t/>
            </a:r>
          </a:p>
          <a:p xmlns:a="http://schemas.openxmlformats.org/drawingml/2006/main">
            <a:r>
              <a:t>**Slide ID:**</a:t>
            </a:r>
          </a:p>
          <a:p xmlns:a="http://schemas.openxmlformats.org/drawingml/2006/main">
            <a:r>
              <a:t>S106</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S105의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S107으로 연결한다.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S108/S98에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S106와 production/preview/act5/S106.png.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S107 — 덜어낸 뒤에도 필요한 일을 하는가?</a:t>
            </a:r>
          </a:p>
          <a:p xmlns:a="http://schemas.openxmlformats.org/drawingml/2006/main">
            <a:r>
              <a:t/>
            </a:r>
          </a:p>
          <a:p xmlns:a="http://schemas.openxmlformats.org/drawingml/2006/main">
            <a:r>
              <a:t>**Slide ID:**</a:t>
            </a:r>
          </a:p>
          <a:p xmlns:a="http://schemas.openxmlformats.org/drawingml/2006/main">
            <a:r>
              <a:t>S107</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S106에서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S108에서 자신의 부족한 기준과 중복 구성을 포함한 문제 하나를 고른다.</a:t>
            </a:r>
          </a:p>
          <a:p xmlns:a="http://schemas.openxmlformats.org/drawingml/2006/main">
            <a:r>
              <a:t>운영 표시: “실무 적용 팁 · 검증·개선”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S108/S98에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S107와 production/preview/act5/S107.png.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S108 — 내 업무에서는 무엇이 반복해서 막힐까?</a:t>
            </a:r>
          </a:p>
          <a:p xmlns:a="http://schemas.openxmlformats.org/drawingml/2006/main">
            <a:r>
              <a:t/>
            </a:r>
          </a:p>
          <a:p xmlns:a="http://schemas.openxmlformats.org/drawingml/2006/main">
            <a:r>
              <a:t>**Slide ID:**</a:t>
            </a:r>
          </a:p>
          <a:p xmlns:a="http://schemas.openxmlformats.org/drawingml/2006/main">
            <a:r>
              <a:t>S108</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S109에서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S109의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S108와 production/preview/act5/S108.png를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S109 — 고른 문제에서, 다음 행동 하나로</a:t>
            </a:r>
          </a:p>
          <a:p xmlns:a="http://schemas.openxmlformats.org/drawingml/2006/main">
            <a:r>
              <a:t/>
            </a:r>
          </a:p>
          <a:p xmlns:a="http://schemas.openxmlformats.org/drawingml/2006/main">
            <a:r>
              <a:t>**Slide ID:**</a:t>
            </a:r>
          </a:p>
          <a:p xmlns:a="http://schemas.openxmlformats.org/drawingml/2006/main">
            <a:r>
              <a:t>S109</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S108에서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S108에서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마지막 연결: 다음 질문으로 이동하기 전에 S110–S112에서 팁 제목·현재 위치만 회수하고 S113의 기존 Q&amp;A/Closing으로 이어간다.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S108과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“마지막 질문을 받기 전에, 실무에서 다시 찾아볼 팁의 위치를 한 번에 정리하겠습니다.”라고 S110의 마지막 찾아보기를 연다.</a:t>
            </a:r>
          </a:p>
          <a:p xmlns:a="http://schemas.openxmlformats.org/drawingml/2006/main">
            <a:r>
              <a:t/>
            </a:r>
          </a:p>
          <a:p xmlns:a="http://schemas.openxmlformats.org/drawingml/2006/main">
            <a:r>
              <a:t>**Time Management:**</a:t>
            </a:r>
          </a:p>
          <a:p xmlns:a="http://schemas.openxmlformats.org/drawingml/2006/main">
            <a:r>
              <a:t>Lecture2분+Reflection2분=4분. S108의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S109와 production/preview/act5/S109.png를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S110 — 실무 적용 팁 · 작업 환경과 기준</a:t>
            </a:r>
          </a:p>
          <a:p xmlns:a="http://schemas.openxmlformats.org/drawingml/2006/main">
            <a:r>
              <a:t/>
            </a:r>
          </a:p>
          <a:p xmlns:a="http://schemas.openxmlformats.org/drawingml/2006/main">
            <a:r>
              <a:t>**Slide ID:**</a:t>
            </a:r>
          </a:p>
          <a:p xmlns:a="http://schemas.openxmlformats.org/drawingml/2006/main">
            <a:r>
              <a:t>S110</a:t>
            </a:r>
          </a:p>
          <a:p xmlns:a="http://schemas.openxmlformats.org/drawingml/2006/main">
            <a:r>
              <a:t/>
            </a:r>
          </a:p>
          <a:p xmlns:a="http://schemas.openxmlformats.org/drawingml/2006/main">
            <a:r>
              <a:t>**Working Title:**</a:t>
            </a:r>
          </a:p>
          <a:p xmlns:a="http://schemas.openxmlformats.org/drawingml/2006/main">
            <a:r>
              <a:t>실무 적용 팁 · 작업 환경과 기준</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작업 환경과 기준에 필요한 기존 팁의 위치는 S12, S48, S58, S68, S78다.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S12 Repository 작업은 Codex에서 시작한다 / S48 AGENTS.md에는 무엇을 남길까? / S58 테스트 명령을 언제 쓰고 무엇을 판단할까? / S68 이번 Context와 다시 쓸 지식 / S78 반복 보정을 개선으로 잇는 기록. 제목·위치만 짚고 본문을 다시 강의하지 않는다.</a:t>
            </a:r>
          </a:p>
          <a:p xmlns:a="http://schemas.openxmlformats.org/drawingml/2006/main">
            <a:r>
              <a:t>3. (0:45–1:00 / Lecture) S111로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“이제 요청 문장을 작성할 때 바로 참고할 팁을 모아 보겠습니다.”라고 S111으로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production/preview/full/S110.png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S111 — 실무 적용 팁 · 요청 작성</a:t>
            </a:r>
          </a:p>
          <a:p xmlns:a="http://schemas.openxmlformats.org/drawingml/2006/main">
            <a:r>
              <a:t/>
            </a:r>
          </a:p>
          <a:p xmlns:a="http://schemas.openxmlformats.org/drawingml/2006/main">
            <a:r>
              <a:t>**Slide ID:**</a:t>
            </a:r>
          </a:p>
          <a:p xmlns:a="http://schemas.openxmlformats.org/drawingml/2006/main">
            <a:r>
              <a:t>S111</a:t>
            </a:r>
          </a:p>
          <a:p xmlns:a="http://schemas.openxmlformats.org/drawingml/2006/main">
            <a:r>
              <a:t/>
            </a:r>
          </a:p>
          <a:p xmlns:a="http://schemas.openxmlformats.org/drawingml/2006/main">
            <a:r>
              <a:t>**Working Title:**</a:t>
            </a:r>
          </a:p>
          <a:p xmlns:a="http://schemas.openxmlformats.org/drawingml/2006/main">
            <a:r>
              <a:t>실무 적용 팁 · 요청 작성</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요청 작성에 필요한 기존 팁의 위치는 S27, S28, S29, S30, S31, S32, S33, S34다.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S27 지시와 참고 자료의 구분 / S28 입력과 기대 결과의 작은 예시 / S29 바로 검토할 수 있는 결과 형식 / S30 근거가 있는 설명과 미확인의 구분 / S31 결과를 바꾸는 결정에서 확인 질문 / S32 큰 작업을 검토할 결과물로 나누기 / S33 기준을 지정한 코드 리뷰 요청 / S34 구체적인 근거로 수정 방향 피드백. 제목·위치만 짚고 본문을 다시 강의하지 않는다.</a:t>
            </a:r>
          </a:p>
          <a:p xmlns:a="http://schemas.openxmlformats.org/drawingml/2006/main">
            <a:r>
              <a:t>3. (0:45–1:00 / Lecture) S112로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“요청 뒤에는 근거를 확인하고 기존 구성을 다시 판단할 기준이 필요합니다.”라고 S112로 이어간다.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production/preview/full/S111.png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S112 — 실무 적용 팁 · 검증과 개선</a:t>
            </a:r>
          </a:p>
          <a:p xmlns:a="http://schemas.openxmlformats.org/drawingml/2006/main">
            <a:r>
              <a:t/>
            </a:r>
          </a:p>
          <a:p xmlns:a="http://schemas.openxmlformats.org/drawingml/2006/main">
            <a:r>
              <a:t>**Slide ID:**</a:t>
            </a:r>
          </a:p>
          <a:p xmlns:a="http://schemas.openxmlformats.org/drawingml/2006/main">
            <a:r>
              <a:t>S112</a:t>
            </a:r>
          </a:p>
          <a:p xmlns:a="http://schemas.openxmlformats.org/drawingml/2006/main">
            <a:r>
              <a:t/>
            </a:r>
          </a:p>
          <a:p xmlns:a="http://schemas.openxmlformats.org/drawingml/2006/main">
            <a:r>
              <a:t>**Working Title:**</a:t>
            </a:r>
          </a:p>
          <a:p xmlns:a="http://schemas.openxmlformats.org/drawingml/2006/main">
            <a:r>
              <a:t>실무 적용 팁 · 검증과 개선</a:t>
            </a:r>
          </a:p>
          <a:p xmlns:a="http://schemas.openxmlformats.org/drawingml/2006/main">
            <a:r>
              <a:t/>
            </a:r>
          </a:p>
          <a:p xmlns:a="http://schemas.openxmlformats.org/drawingml/2006/main">
            <a:r>
              <a:t>**ACT / Section:**</a:t>
            </a:r>
          </a:p>
          <a:p xmlns:a="http://schemas.openxmlformats.org/drawingml/2006/main">
            <a:r>
              <a:t>ACT 5 / 5B Final Reference Review</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검증과 개선에 필요한 기존 팁의 위치는 S85, S89, S106, S107다. 내용과 근거 범위는 각 원래 장을 따른다.</a:t>
            </a:r>
          </a:p>
          <a:p xmlns:a="http://schemas.openxmlformats.org/drawingml/2006/main">
            <a:r>
              <a:t/>
            </a:r>
          </a:p>
          <a:p xmlns:a="http://schemas.openxmlformats.org/drawingml/2006/main">
            <a:r>
              <a:t>**Opening Question:**</a:t>
            </a:r>
          </a:p>
          <a:p xmlns:a="http://schemas.openxmlformats.org/drawingml/2006/main">
            <a:r>
              <a:t>“필요한 상황에서 어떤 실무 적용 팁을 다시 찾아보면 될까요?”</a:t>
            </a:r>
          </a:p>
          <a:p xmlns:a="http://schemas.openxmlformats.org/drawingml/2006/main">
            <a:r>
              <a:t/>
            </a:r>
          </a:p>
          <a:p xmlns:a="http://schemas.openxmlformats.org/drawingml/2006/main">
            <a:r>
              <a:t>**Speaker Flow:**</a:t>
            </a:r>
          </a:p>
          <a:p xmlns:a="http://schemas.openxmlformats.org/drawingml/2006/main">
            <a:r>
              <a:t>1. (0:00–0:15 / Lecture) 교육 마지막의 통합 찾아보기임을 알린다.</a:t>
            </a:r>
          </a:p>
          <a:p xmlns:a="http://schemas.openxmlformats.org/drawingml/2006/main">
            <a:r>
              <a:t>2. (0:15–0:45 / Lecture) S85 원인을 고르기 전에 확인할 기록 / S89 지침을 고친 뒤, 무엇을 다시 확인할까? / S106 무엇을 남기고, 무엇을 덜어낼까? / S107 덜어낸 뒤에도 필요한 일을 하는가?. 제목·위치만 짚고 본문을 다시 강의하지 않는다.</a:t>
            </a:r>
          </a:p>
          <a:p xmlns:a="http://schemas.openxmlformats.org/drawingml/2006/main">
            <a:r>
              <a:t>3. (0:45–1:00 / Lecture) S113로 이어간다.</a:t>
            </a:r>
          </a:p>
          <a:p xmlns:a="http://schemas.openxmlformats.org/drawingml/2006/main">
            <a:r>
              <a:t/>
            </a:r>
          </a:p>
          <a:p xmlns:a="http://schemas.openxmlformats.org/drawingml/2006/main">
            <a:r>
              <a:t>**Evidence / Source:**</a:t>
            </a:r>
          </a:p>
          <a:p xmlns:a="http://schemas.openxmlformats.org/drawingml/2006/main">
            <a:r>
              <a:t>DEC-0088. plan/SLIDE_MAP.md의 기존 제목·현재 ID, plan/PRACTICAL_APPLICATION_TIPS.md. 각 팁의 실제 관찰/연구/가상 사례는 원래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적용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 1분. 세 찾아보기의 합계는3분이다. 기존 본문·Q&amp;A 시간을 줄이거나 중복 계산하지 않는다. 설명이 길어지면 제목만 안내하고 다음 장으로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production/preview/full/S112.png 또는 production/ACT_5.pptx의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DEC-0088. 최종 패키지/Notes/렌더 대조는 production/evaluation/FINAL_PRACTICAL_TIPS_CONSOLIDATION.md에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S113 — Q&amp;A와 교육 마무리</a:t>
            </a:r>
          </a:p>
          <a:p xmlns:a="http://schemas.openxmlformats.org/drawingml/2006/main">
            <a:r>
              <a:t/>
            </a:r>
          </a:p>
          <a:p xmlns:a="http://schemas.openxmlformats.org/drawingml/2006/main">
            <a:r>
              <a:t>**Slide ID:**</a:t>
            </a:r>
          </a:p>
          <a:p xmlns:a="http://schemas.openxmlformats.org/drawingml/2006/main">
            <a:r>
              <a:t>S113</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S109에서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S100과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S109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S113와 production/preview/act5/S113.png를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6277d8f81734ab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de34d7286934ec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53d3c491e8943e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a890a1f3a254cb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b0bd5a2a3c243e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feba06c4bcb4dd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3F76F37-A5A3-4CED-9517-5F8D1DD081F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1B2034EB-5B6E-44DF-AABD-2694F75326C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A948B8F-145B-4CD1-81C9-1622DC0B309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2B2DFA9-2642-49F7-9FF1-02CB95747F2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5124085-AC58-4A66-ACAF-EB245FDDE17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9BAFD20-E33F-474D-A159-58C2901C588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4560AAE-0D8E-4191-9163-0FDCB98613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4D247492-25A2-4EE2-A0BA-825571873F24}"/>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E2EBC5-2511-4038-84BD-2EEBE628124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B8144726-8B1D-4915-8917-2332017180A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53790c9be314b84" /><Relationship Type="http://schemas.openxmlformats.org/officeDocument/2006/relationships/slideLayout" Target="/ppt/slideLayouts/slideLayout1.xml" Id="R71b7756ec07148fc" /><Relationship Type="http://schemas.openxmlformats.org/officeDocument/2006/relationships/slideLayout" Target="/ppt/slideLayouts/slideLayout2.xml" Id="Rac97280944474738" /><Relationship Type="http://schemas.openxmlformats.org/officeDocument/2006/relationships/slideLayout" Target="/ppt/slideLayouts/slideLayout3.xml" Id="Rabeb12e08a4c4d92" /><Relationship Type="http://schemas.openxmlformats.org/officeDocument/2006/relationships/slideLayout" Target="/ppt/slideLayouts/slideLayout4.xml" Id="R0f70a37afd284235" /><Relationship Type="http://schemas.openxmlformats.org/officeDocument/2006/relationships/slideLayout" Target="/ppt/slideLayouts/slideLayout5.xml" Id="R16c4405542c84ab1" /><Relationship Type="http://schemas.openxmlformats.org/officeDocument/2006/relationships/slideLayout" Target="/ppt/slideLayouts/slideLayout6.xml" Id="R7d5d97e7883b486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1b7756ec07148fc"/>
    <p:sldLayoutId xmlns:r="http://schemas.openxmlformats.org/officeDocument/2006/relationships" id="2147483650" r:id="Rac97280944474738"/>
    <p:sldLayoutId xmlns:r="http://schemas.openxmlformats.org/officeDocument/2006/relationships" id="2147483651" r:id="Rabeb12e08a4c4d92"/>
    <p:sldLayoutId xmlns:r="http://schemas.openxmlformats.org/officeDocument/2006/relationships" id="2147483652" r:id="R0f70a37afd284235"/>
    <p:sldLayoutId xmlns:r="http://schemas.openxmlformats.org/officeDocument/2006/relationships" id="2147483653" r:id="R16c4405542c84ab1"/>
    <p:sldLayoutId xmlns:r="http://schemas.openxmlformats.org/officeDocument/2006/relationships" id="2147483654" r:id="R7d5d97e7883b486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92d643ff1824a82" /><Relationship Type="http://schemas.openxmlformats.org/officeDocument/2006/relationships/notesSlide" Target="/ppt/notesSlides/notesSlide1.xml" Id="R8ace7f47a0814c1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4628091c82d4749" /><Relationship Type="http://schemas.openxmlformats.org/officeDocument/2006/relationships/notesSlide" Target="/ppt/notesSlides/notesSlide2.xml" Id="Re5b9a275ee31463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d498639b1ff4f05" /><Relationship Type="http://schemas.openxmlformats.org/officeDocument/2006/relationships/notesSlide" Target="/ppt/notesSlides/notesSlide3.xml" Id="R93d156178fed427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e954aed60714a6a" /><Relationship Type="http://schemas.openxmlformats.org/officeDocument/2006/relationships/notesSlide" Target="/ppt/notesSlides/notesSlide4.xml" Id="R52a3ecae3e93426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3cd39d767494f0e" /><Relationship Type="http://schemas.openxmlformats.org/officeDocument/2006/relationships/notesSlide" Target="/ppt/notesSlides/notesSlide5.xml" Id="Rcf5047a29af9484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4cfa8a4bfaf423e" /><Relationship Type="http://schemas.openxmlformats.org/officeDocument/2006/relationships/notesSlide" Target="/ppt/notesSlides/notesSlide6.xml" Id="R92462887e5f4476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42e6512f7414c6d" /><Relationship Type="http://schemas.openxmlformats.org/officeDocument/2006/relationships/notesSlide" Target="/ppt/notesSlides/notesSlide7.xml" Id="Rd20562bf1de44cd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16247b0ade1403b" /><Relationship Type="http://schemas.openxmlformats.org/officeDocument/2006/relationships/notesSlide" Target="/ppt/notesSlides/notesSlide8.xml" Id="R58eb89b3b31e441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b7a5a078158437e" /><Relationship Type="http://schemas.openxmlformats.org/officeDocument/2006/relationships/notesSlide" Target="/ppt/notesSlides/notesSlide9.xml" Id="Rce1bf6e34a85465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a4f686d85ab47b6" /><Relationship Type="http://schemas.openxmlformats.org/officeDocument/2006/relationships/notesSlide" Target="/ppt/notesSlides/notesSlide10.xml" Id="Rdc324362ffb7469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65946c345cd24fc6" /><Relationship Type="http://schemas.openxmlformats.org/officeDocument/2006/relationships/notesSlide" Target="/ppt/notesSlides/notesSlide11.xml" Id="R9f7c95023405470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4a99e8b261c4bec" /><Relationship Type="http://schemas.openxmlformats.org/officeDocument/2006/relationships/notesSlide" Target="/ppt/notesSlides/notesSlide12.xml" Id="Rfc7fe7f07afe4fc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ae8e9df2410417f" /><Relationship Type="http://schemas.openxmlformats.org/officeDocument/2006/relationships/notesSlide" Target="/ppt/notesSlides/notesSlide13.xml" Id="R8165af9c72294de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16ad1d456714b3a" /><Relationship Type="http://schemas.openxmlformats.org/officeDocument/2006/relationships/notesSlide" Target="/ppt/notesSlides/notesSlide14.xml" Id="Rfd2bf24306b8471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abbe564cb514033" /><Relationship Type="http://schemas.openxmlformats.org/officeDocument/2006/relationships/notesSlide" Target="/ppt/notesSlides/notesSlide15.xml" Id="R9af1baac17b84997"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5">
            <a:extLst xmlns:a="http://schemas.openxmlformats.org/drawingml/2006/main">
              <a:ext uri="{FF2B5EF4-FFF2-40B4-BE49-F238E27FC236}">
                <a16:creationId xmlns:a16="http://schemas.microsoft.com/office/drawing/2014/main" id="{A3E073A5-39D5-4578-B6CD-305E1DF6CB9F}"/>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5</a:t>
            </a:r>
          </a:p>
        </p:txBody>
      </p:sp>
      <p:sp>
        <p:nvSpPr>
          <p:cNvPr id="2" name="S99">
            <a:extLst xmlns:a="http://schemas.openxmlformats.org/drawingml/2006/main">
              <a:ext uri="{FF2B5EF4-FFF2-40B4-BE49-F238E27FC236}">
                <a16:creationId xmlns:a16="http://schemas.microsoft.com/office/drawing/2014/main" id="{E4D9E393-FB24-407E-8DFC-F079A05480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
            <a:extLst xmlns:a="http://schemas.openxmlformats.org/drawingml/2006/main">
              <a:ext uri="{FF2B5EF4-FFF2-40B4-BE49-F238E27FC236}">
                <a16:creationId xmlns:a16="http://schemas.microsoft.com/office/drawing/2014/main" id="{0B740FFF-995E-4271-AFC6-B4C0769AEEE5}"/>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내 업무에 맞게&#10;조합하고 덜어내기">
            <a:extLst xmlns:a="http://schemas.openxmlformats.org/drawingml/2006/main">
              <a:ext uri="{FF2B5EF4-FFF2-40B4-BE49-F238E27FC236}">
                <a16:creationId xmlns:a16="http://schemas.microsoft.com/office/drawing/2014/main" id="{9B3BC9D3-9F5F-4586-938E-06309BA47BBD}"/>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내 업무에 맞게</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조합하고 덜어내기</a:t>
            </a:r>
          </a:p>
        </p:txBody>
      </p:sp>
      <p:sp>
        <p:nvSpPr>
          <p:cNvPr id="5" name="AI-Native Development · 업무 방식의 재설계">
            <a:extLst xmlns:a="http://schemas.openxmlformats.org/drawingml/2006/main">
              <a:ext uri="{FF2B5EF4-FFF2-40B4-BE49-F238E27FC236}">
                <a16:creationId xmlns:a16="http://schemas.microsoft.com/office/drawing/2014/main" id="{EEF1F405-028F-4AB8-A88E-CBADC0F8023A}"/>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AI-Native Development · 업무 방식의 재설계</a:t>
            </a:r>
          </a:p>
        </p:txBody>
      </p:sp>
      <p:sp>
        <p:nvSpPr>
          <p:cNvPr id="6" name="ChatGPT &amp; Codex · 개발자 교육">
            <a:extLst xmlns:a="http://schemas.openxmlformats.org/drawingml/2006/main">
              <a:ext uri="{FF2B5EF4-FFF2-40B4-BE49-F238E27FC236}">
                <a16:creationId xmlns:a16="http://schemas.microsoft.com/office/drawing/2014/main" id="{744D538D-BF28-40AD-A08B-168AE3F667D1}"/>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94DCDFC6-A58A-4662-AE06-BC743261DC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632593742"/>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C75309FD-C18F-460C-9D2D-E178E715C8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100">
            <a:extLst xmlns:a="http://schemas.openxmlformats.org/drawingml/2006/main">
              <a:ext uri="{FF2B5EF4-FFF2-40B4-BE49-F238E27FC236}">
                <a16:creationId xmlns:a16="http://schemas.microsoft.com/office/drawing/2014/main" id="{B47DBEB9-829B-4839-8F39-E9171A4CEFC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S100</a:t>
            </a:r>
          </a:p>
        </p:txBody>
      </p:sp>
      <p:sp>
        <p:nvSpPr>
          <p:cNvPr id="3" name="문제에 맞춰, 일하는 방식을 넓혔다">
            <a:extLst xmlns:a="http://schemas.openxmlformats.org/drawingml/2006/main">
              <a:ext uri="{FF2B5EF4-FFF2-40B4-BE49-F238E27FC236}">
                <a16:creationId xmlns:a16="http://schemas.microsoft.com/office/drawing/2014/main" id="{0A5297A6-8B59-4E17-84A4-7EDCAA35B7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5555F2BC-E317-4EA4-8CBE-8741925408F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A8AC8843-D247-46EC-9C23-4C69AC5A07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20A8AF2A-0F2A-4661-8433-EFF9FC194A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651965AF-C0B2-4FF2-BFF5-4BAA6B7C3BE2}"/>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272181E7-7CE6-41C0-9269-780BDF6C5040}"/>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84CE0D83-EB32-4CF7-87EC-3D170E0B3F8F}"/>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A32E46A4-686A-4F7E-A971-37C7CAE00D2F}"/>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BB2C5E38-B4EA-42E1-949F-EF2919B70C29}"/>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03A5D808-D482-41E3-A6A4-8A30C4199212}"/>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0AB3D3EC-75C8-47AB-998B-FE27C54E8CBA}"/>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202BC702-A435-4A2B-A6AA-DE8B559F3DFA}"/>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27AD0E35-4ED7-4E98-B2AF-58C6576A78A4}"/>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6D6900B6-F9FC-4518-A417-E036DC746537}"/>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BE4E67B0-A3A6-43E0-9AC4-9E36E03CBF66}"/>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217B4A44-5F96-472A-A012-2B34F0A8DE47}"/>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8F950473-6B8F-4240-874F-775657F23858}"/>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20BE78B4-4218-4445-8E57-51C2F7640C76}"/>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06F5322A-803E-435C-850F-6D74758AF2B3}"/>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99A0ED1F-47B8-4C6C-80C1-15CAB1335497}"/>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6949D8A2-6EFE-4A96-B520-ACFC78B5504D}"/>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EDAD02FA-0E4F-47D9-BF40-CCA593F33E94}"/>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D178D3EE-A766-4A17-BB55-275BB81EF04E}"/>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7F3B5936-00C1-41FB-A986-5AAF741F5CD1}"/>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21604037-CF20-4D35-A91D-D0B6BBB957C5}"/>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356B7F65-EBE9-4359-9C8C-FF2A64EA7E9F}"/>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5467EADA-0640-47BA-B8C6-DDC5F6E04F5F}"/>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77D853A2-7603-4DC5-A378-0E921A6B0325}"/>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2F3C54C0-FFEE-4E9F-AB51-094218BED4F7}"/>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8AA19450-6FC2-4FE7-A603-655078B77989}"/>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D20D05AD-C5CC-41A2-BB43-27126BF0DB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03048059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17E1ED94-D628-4A64-9A16-99A3230C8D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101">
            <a:extLst xmlns:a="http://schemas.openxmlformats.org/drawingml/2006/main">
              <a:ext uri="{FF2B5EF4-FFF2-40B4-BE49-F238E27FC236}">
                <a16:creationId xmlns:a16="http://schemas.microsoft.com/office/drawing/2014/main" id="{E8749A37-E7A4-4698-A996-01E935356E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S101</a:t>
            </a:r>
          </a:p>
        </p:txBody>
      </p:sp>
      <p:sp>
        <p:nvSpPr>
          <p:cNvPr id="3" name="실제 Demo는 문제에 맞춰 바뀌었다">
            <a:extLst xmlns:a="http://schemas.openxmlformats.org/drawingml/2006/main">
              <a:ext uri="{FF2B5EF4-FFF2-40B4-BE49-F238E27FC236}">
                <a16:creationId xmlns:a16="http://schemas.microsoft.com/office/drawing/2014/main" id="{AF8DBEF0-DF06-4C5D-96AD-638379DD26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24A60318-7A72-4663-91D4-B38EA010A2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1A8A34E4-19F9-49DE-BBF2-5D74E539F6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8AAE53C4-3323-496E-A826-9D1EEB10DA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A9833D82-FACB-413F-ABC7-60F064D771D0}"/>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5E74D9A8-CA39-4E1D-A63F-8FA027281163}"/>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8FEEDD25-01CB-4408-9C56-1ECCE1528F7A}"/>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CD90AAE8-120C-4FDB-8E8E-A08C49F142B0}"/>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9B6BC9F2-8AF7-4A46-B6FB-6A9E48C16A65}"/>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F581C541-419F-4E1A-868A-43ADC661790B}"/>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4EE26E03-4E6D-4273-8398-0A73F7AACDD4}"/>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F0587395-D817-4B9D-996E-7776EC0B4970}"/>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79F7EEC3-0F2D-41AA-96DD-8851F4C81149}"/>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7B17040C-B72A-4465-905E-0E6FF6F754DC}"/>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60853F31-39D0-42F7-81F5-AB59724418A7}"/>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DEFBB809-3F2F-4519-BA16-0D9C47A26A5E}"/>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A9DEDCDA-97F8-4D35-AC2C-CAB8237CDEB3}"/>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2223AEE0-F8E0-4B88-BDC3-2A2D927CFD37}"/>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DA01FBA2-F756-40C7-91BF-16D94BC0D471}"/>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F57745AB-4037-4A00-A429-51558D78E1EA}"/>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F06257D1-7925-4FFC-8315-71F29CA6C6A7}"/>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C6BC65C3-E042-49C9-A847-A3CEB73A4255}"/>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728035CB-6554-4762-A43B-125EF8683978}"/>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7F951B31-AD90-4F0E-A8B7-174074FD9B9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5090579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7E6F4611-A84A-4815-986F-83ACB2183BB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102">
            <a:extLst xmlns:a="http://schemas.openxmlformats.org/drawingml/2006/main">
              <a:ext uri="{FF2B5EF4-FFF2-40B4-BE49-F238E27FC236}">
                <a16:creationId xmlns:a16="http://schemas.microsoft.com/office/drawing/2014/main" id="{934D67B9-0CC2-4DF5-BD47-FC8CF70015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S102</a:t>
            </a:r>
          </a:p>
        </p:txBody>
      </p:sp>
      <p:sp>
        <p:nvSpPr>
          <p:cNvPr id="3" name="이번 문제에 필요한 구성만 선택했다">
            <a:extLst xmlns:a="http://schemas.openxmlformats.org/drawingml/2006/main">
              <a:ext uri="{FF2B5EF4-FFF2-40B4-BE49-F238E27FC236}">
                <a16:creationId xmlns:a16="http://schemas.microsoft.com/office/drawing/2014/main" id="{570F61C7-637A-4389-A4CB-EA8D71B2C75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81EFD28C-364B-48F6-A4AE-E1EAB8CAD0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4C0F2071-B348-4F3D-ABDD-ECABAE0D22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81FBF598-DF62-49F6-99B6-991EE54440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DED312D2-52F4-4418-A049-45A58AF25C61}"/>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9C530A0C-68A5-4151-BCA8-94F1EA7C4434}"/>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F11CD27A-05CF-4400-8966-EED162E19595}"/>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259237B7-D7AC-4CCC-9076-0624216F7804}"/>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D91964C6-5900-4047-8CFB-9DA9B434CE77}"/>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4FAFC930-D6AF-48B9-8C89-5E4F88C833A5}"/>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B9D67C9B-9B72-46D4-A883-95C158C2280F}"/>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49EF26F4-712C-4F6C-A5FA-6A68555127FB}"/>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0D31DF4B-36DB-4DD4-9A38-BB7CC78A9BB5}"/>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DC610A60-5F4C-4552-9D49-DE013E34546C}"/>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934956C0-8E12-4EEE-8C69-E4DB16340B4B}"/>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27FDC0F5-D176-429A-A357-919D0BF0A9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39546512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57D121B4-1702-4D87-B690-A8EE18F5020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103">
            <a:extLst xmlns:a="http://schemas.openxmlformats.org/drawingml/2006/main">
              <a:ext uri="{FF2B5EF4-FFF2-40B4-BE49-F238E27FC236}">
                <a16:creationId xmlns:a16="http://schemas.microsoft.com/office/drawing/2014/main" id="{1EED3C2B-0C8D-474B-B3C2-E2CECC4D79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S103</a:t>
            </a:r>
          </a:p>
        </p:txBody>
      </p:sp>
      <p:sp>
        <p:nvSpPr>
          <p:cNvPr id="3" name="결과를 수용할지는 사람이 판단한다">
            <a:extLst xmlns:a="http://schemas.openxmlformats.org/drawingml/2006/main">
              <a:ext uri="{FF2B5EF4-FFF2-40B4-BE49-F238E27FC236}">
                <a16:creationId xmlns:a16="http://schemas.microsoft.com/office/drawing/2014/main" id="{B6222B44-2986-4A35-844A-18199C41B3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92875F16-14AB-4761-A99A-EA7E2FB706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571A6DB8-9DA2-40B3-B359-BEEFA8A37D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DF038EA4-501A-4A9A-A2B2-A3E80F5A1E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8BA7E428-2960-42CE-8374-41FD561A331B}"/>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E56BE4F0-0B76-465B-A206-14DE318C4ACF}"/>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9C20A6EC-DC2E-4155-96ED-3EC69EC17D5F}"/>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9797B79B-229B-4275-83BB-EAF83C1D46D6}"/>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86F1DE78-CDEC-42FD-9193-3BE78554947B}"/>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BF4B09FD-A494-4E30-938C-E196D9DFC862}"/>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D50E5624-D43D-4300-ACEE-355BCA5A1A5B}"/>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5DFFDA6F-A566-423E-BA8B-38A3E66C5BCA}"/>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6126C10B-99EF-478F-A2DE-349C09A3A65E}"/>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AAF5E919-05D2-42BD-86A8-064138A3D348}"/>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F8561465-383C-49F1-BB5E-6CC1604B2CE9}"/>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CE46EFB9-1533-4062-B188-64B3AFAE337B}"/>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9FCB948B-CA51-4C6B-845D-40818480135C}"/>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1666E496-64DE-4F90-888D-D73B0ACF547D}"/>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4BEF3227-DBEA-4829-89BB-FE48B95723F5}"/>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7D6989F3-6125-40C8-A410-817377153D3E}"/>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B0BEA424-E019-4471-83EC-084CF1860C5E}"/>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925B1126-CBD1-41F1-8AB6-39FCB4033EB5}"/>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BEC8FCEF-9510-417E-A05D-423251ECAAB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80912845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4AA02FD9-0274-41E3-A4A5-80981FBFE7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104">
            <a:extLst xmlns:a="http://schemas.openxmlformats.org/drawingml/2006/main">
              <a:ext uri="{FF2B5EF4-FFF2-40B4-BE49-F238E27FC236}">
                <a16:creationId xmlns:a16="http://schemas.microsoft.com/office/drawing/2014/main" id="{3CF1F543-3C30-4110-85DF-D0202ECA46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S104</a:t>
            </a:r>
          </a:p>
        </p:txBody>
      </p:sp>
      <p:sp>
        <p:nvSpPr>
          <p:cNvPr id="3" name="AI가 일할 조건과 확인 경로를 설계한다">
            <a:extLst xmlns:a="http://schemas.openxmlformats.org/drawingml/2006/main">
              <a:ext uri="{FF2B5EF4-FFF2-40B4-BE49-F238E27FC236}">
                <a16:creationId xmlns:a16="http://schemas.microsoft.com/office/drawing/2014/main" id="{151BD45B-B284-4E2C-ADFA-1864780FEB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1B3D4302-795C-4D80-8B29-09014B2800E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56EAAD62-5A16-44E1-9090-7F1CC3C7BE1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5B548B26-410F-4BAB-A865-49E7A15E31C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86EAF70D-F4F6-49A9-9791-2030BAB0AB53}"/>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45595864-4536-46EC-A507-75ED31020BBD}"/>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385B4658-78CA-4AC6-A938-0D22C5DB72A3}"/>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DF8D71A8-A1D9-4DDC-B428-00BF7ED56C16}"/>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CBE5C5F9-339C-45FD-99F9-326068590004}"/>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8B7D8BBA-C64F-4D27-8666-0491F6006787}"/>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22F41B78-E62E-487B-9C47-541742ACF801}"/>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58995ECF-C1D4-49B0-99E1-4310611A67FB}"/>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8E68F9E2-0486-4A3C-968F-00C247CF17A7}"/>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82646FD1-46C3-4FDC-81DC-484761AFBEDC}"/>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F3FD5452-E6AE-4034-8B00-72448F9A7E49}"/>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96C44DF7-D0A5-4BB4-B808-8E3E0B075C21}"/>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CB2EEBC8-635E-4EC6-99F3-003220B2667E}"/>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F33EF0F5-85A8-4ABD-85A6-76EE7E1017AB}"/>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A094F062-39FB-4595-90D6-8C86B055D631}"/>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A0CAFF66-59ED-4418-A26A-1FE332D3A48C}"/>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B529D33E-F898-4451-BB01-269D77D9FB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967188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6C6C7389-04D1-4AC7-BC2E-EC4CD3D10E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105">
            <a:extLst xmlns:a="http://schemas.openxmlformats.org/drawingml/2006/main">
              <a:ext uri="{FF2B5EF4-FFF2-40B4-BE49-F238E27FC236}">
                <a16:creationId xmlns:a16="http://schemas.microsoft.com/office/drawing/2014/main" id="{4AF490AB-7EBA-4F84-902E-28F0D0715E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S105</a:t>
            </a:r>
          </a:p>
        </p:txBody>
      </p:sp>
      <p:sp>
        <p:nvSpPr>
          <p:cNvPr id="3" name="모델·플랫폼이 바뀌면 Harness도 다시 본다">
            <a:extLst xmlns:a="http://schemas.openxmlformats.org/drawingml/2006/main">
              <a:ext uri="{FF2B5EF4-FFF2-40B4-BE49-F238E27FC236}">
                <a16:creationId xmlns:a16="http://schemas.microsoft.com/office/drawing/2014/main" id="{5596612F-3EE9-4D20-A6EB-E3D57D95915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93A94B43-BAFB-4847-97D4-9DA9CF1411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A5E623E2-E2F8-45A0-9F0C-8F3D297F717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180A1F50-AE36-40E4-BAE9-853FA0D49B3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81EB2F1C-0117-4C22-BE26-0F74F5855C7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4FFA549C-7213-4E8C-84AF-C78C5F40DCE0}"/>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2F400272-A0AA-4091-9030-226B95BB50EC}"/>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A628060D-ECDA-41F3-9CEE-744E99509957}"/>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F41DBCEB-FDC9-42A4-82F7-8E01766170C3}"/>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DCFDD6F5-3C49-4698-8B9A-920062087252}"/>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E4EC40D9-DE9F-4EBC-B9D8-7EA0735D9C7E}"/>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D11EC9B5-ABF1-4370-AE62-5939C9964588}"/>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6DDCF905-BEFA-4287-B38D-751CE096CC08}"/>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EFFE9BF6-00D5-474B-A400-FC1C67C46092}"/>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D6C031E1-EF99-4FD3-A21E-3B7020C4838E}"/>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FBFFB9D5-EBBA-4730-85FE-77A8922A4B22}"/>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34F7E8D3-68EB-4BCF-9553-4C2BA6EB7C6F}"/>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D3C532FC-C421-41D0-8453-17848316AF88}"/>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03FCED8A-931A-4D5A-9F11-7A5F1496D370}"/>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4EEAB8DE-1205-4F62-BC9B-246D3D04805F}"/>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65AC389B-3DBF-4767-A3B9-B86DC3A42F6C}"/>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8FA41D70-030C-49DB-BBC1-74DE89BE1089}"/>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796C25C9-70B1-4269-9580-21DC87842A9C}"/>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65D4278C-BA36-4FD5-9EB9-A4F4FD1815E1}"/>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8080EA4A-AD8F-46BB-A966-3AAEDE9017EF}"/>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7A7F319F-1FAD-4662-BDA5-43092999C7F3}"/>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5379672A-4D2D-4D19-AFB4-740EAD07289B}"/>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721C4A22-50DA-4D88-B128-03CACBD77B11}"/>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99AE6BC4-F34D-4AC0-B85B-2A2B1323DC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3107007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재평가 2/3 · 이 교육의 판단 기준">
            <a:extLst xmlns:a="http://schemas.openxmlformats.org/drawingml/2006/main">
              <a:ext uri="{FF2B5EF4-FFF2-40B4-BE49-F238E27FC236}">
                <a16:creationId xmlns:a16="http://schemas.microsoft.com/office/drawing/2014/main" id="{9C3F2EC9-6861-4246-8B84-DFA78F9117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106">
            <a:extLst xmlns:a="http://schemas.openxmlformats.org/drawingml/2006/main">
              <a:ext uri="{FF2B5EF4-FFF2-40B4-BE49-F238E27FC236}">
                <a16:creationId xmlns:a16="http://schemas.microsoft.com/office/drawing/2014/main" id="{6BA01A7B-EFF3-4173-AF26-B375972494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S106</a:t>
            </a:r>
          </a:p>
        </p:txBody>
      </p:sp>
      <p:sp>
        <p:nvSpPr>
          <p:cNvPr id="3" name="무엇을 남기고, 무엇을 덜어낼까?">
            <a:extLst xmlns:a="http://schemas.openxmlformats.org/drawingml/2006/main">
              <a:ext uri="{FF2B5EF4-FFF2-40B4-BE49-F238E27FC236}">
                <a16:creationId xmlns:a16="http://schemas.microsoft.com/office/drawing/2014/main" id="{89EEE85B-FD5B-4D52-AAB5-22E4F6EA52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7E9AEFFB-49CF-4AFC-90BA-A1275E7DF7D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C9A72FB1-41B2-45AB-90A6-5DA22AA339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125AEDB6-A6E5-45FD-B068-32344D181C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5013D62B-A15B-4BD1-B1AD-ABA9A77928DB}"/>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5DA7ABC6-4980-416C-B593-BD49ACC8F4F7}"/>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295F482D-9397-456E-83DF-3386BFB8D5BF}"/>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79D83D24-2D44-40B8-BCF6-2ED56A198C1D}"/>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490C3484-212D-4877-A0ED-3BCFDFF0B1FF}"/>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03EF5D75-0196-4BBB-912F-D3EAA5BF010F}"/>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665727E2-D023-4C87-BA1F-298566C73175}"/>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A0ED2AD4-BCC4-4791-ACD7-B9505C65F1AD}"/>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2340EBB6-F60A-4399-B7DB-62EB6D85DCB5}"/>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1D36A4BE-6E1E-423B-B675-C0FF2A9940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B82B1293-7719-466C-AA88-9B81C2A3F13C}"/>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96E4AA0B-1BCF-41E4-B4FF-BA4F35A11CCD}"/>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5E7A6319-4C96-4B85-8FA6-3EDDF5554D5F}"/>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5017B0CC-C0B0-4322-AFAC-C5A966C953EE}"/>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
            <a:extLst xmlns:a="http://schemas.openxmlformats.org/drawingml/2006/main">
              <a:ext uri="{FF2B5EF4-FFF2-40B4-BE49-F238E27FC236}">
                <a16:creationId xmlns:a16="http://schemas.microsoft.com/office/drawing/2014/main" id="{442292A5-CA39-4E0F-A478-AF85BDBCD45E}"/>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2" name="Practical application tip badge">
            <a:extLst xmlns:a="http://schemas.openxmlformats.org/drawingml/2006/main">
              <a:ext uri="{FF2B5EF4-FFF2-40B4-BE49-F238E27FC236}">
                <a16:creationId xmlns:a16="http://schemas.microsoft.com/office/drawing/2014/main" id="{2772C0BA-1286-475F-9CD7-E153DF575A7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23" name="Legacy module connection">
            <a:extLst xmlns:a="http://schemas.openxmlformats.org/drawingml/2006/main">
              <a:ext uri="{FF2B5EF4-FFF2-40B4-BE49-F238E27FC236}">
                <a16:creationId xmlns:a16="http://schemas.microsoft.com/office/drawing/2014/main" id="{C2BA6031-2155-4622-9BFC-F346422CEA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5961090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5 · 재평가 3/3 · 평가 설계 / 실제 실행 결과 아님">
            <a:extLst xmlns:a="http://schemas.openxmlformats.org/drawingml/2006/main">
              <a:ext uri="{FF2B5EF4-FFF2-40B4-BE49-F238E27FC236}">
                <a16:creationId xmlns:a16="http://schemas.microsoft.com/office/drawing/2014/main" id="{E4984E9B-6173-46E7-858C-8CB96B066B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107">
            <a:extLst xmlns:a="http://schemas.openxmlformats.org/drawingml/2006/main">
              <a:ext uri="{FF2B5EF4-FFF2-40B4-BE49-F238E27FC236}">
                <a16:creationId xmlns:a16="http://schemas.microsoft.com/office/drawing/2014/main" id="{98701DFC-78C6-4758-ACA6-B14CD68BBC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S107</a:t>
            </a:r>
          </a:p>
        </p:txBody>
      </p:sp>
      <p:sp>
        <p:nvSpPr>
          <p:cNvPr id="3" name="덜어낸 뒤에도 필요한 일을 하는가?">
            <a:extLst xmlns:a="http://schemas.openxmlformats.org/drawingml/2006/main">
              <a:ext uri="{FF2B5EF4-FFF2-40B4-BE49-F238E27FC236}">
                <a16:creationId xmlns:a16="http://schemas.microsoft.com/office/drawing/2014/main" id="{EC253960-7C85-4A45-8405-BC3FFC33CA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72A86CAD-8486-4A32-BFF5-F7BC7365D1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2CEC017A-26A5-4AA6-9F2D-0F0591B3B7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67C4CA83-72FE-4860-88DD-A80F97ECE28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F17F2B1D-0782-4201-B4A5-3A2A27125E1D}"/>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F69D8B22-523A-496D-AD61-ED019088B328}"/>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9FDBCB93-189E-433B-B7FD-8A4691AB8589}"/>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FE4C6C1F-ED3E-43C4-8072-F5A569D3EBBD}"/>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08E8FB94-9F6A-4ABF-A84C-9883EB724909}"/>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2B0C0C83-5917-4E1B-AAD2-4734F38EECFD}"/>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A884BFC5-C85A-458E-848E-DE85165E2C7E}"/>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136E2CC5-C0C9-4B10-BA57-A663DCED5477}"/>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4122874A-98BF-4421-9DAC-B9D3508538E0}"/>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B38F74DA-C662-46E6-88C0-BC47C0149AC5}"/>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EA02E90D-85DF-4272-AECF-932D3C14962B}"/>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3A1A578E-9DC2-481F-A86E-48EA6FFF3DDC}"/>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99BC1FD8-D097-4029-AF67-97A812F86521}"/>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8BFD07E4-F9EC-4819-8236-A8E0F4339E8B}"/>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4DCAA4E4-6ABC-4569-9815-EA53AF98E778}"/>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26C091D7-4BFE-4F34-9CC9-AA0A71494D8A}"/>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BECDA04A-CB24-4F13-9300-B0EABFB9050D}"/>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FD75FCB4-649C-4022-9087-DB42E122201A}"/>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3C703A31-830B-4C90-A16D-1CA9EEC32942}"/>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754B6554-AD75-4684-BD35-C1CAB6D34AC2}"/>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969B9812-97F7-489B-8966-43E6DFF2F81E}"/>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5DFD5785-021A-48ED-B1FB-84372AD1B041}"/>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25E44BF1-0B2E-467E-BC6A-60149043942D}"/>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F092663C-3A7B-45BC-9C63-DB84644A5F2F}"/>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2411F48A-CBA7-46CF-AD93-2C841BA24D23}"/>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ED456F5D-412D-4F9B-ACF8-0331FD33B1CC}"/>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93BF877C-679C-49CB-92A3-6E2E9E2CD585}"/>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
            <a:extLst xmlns:a="http://schemas.openxmlformats.org/drawingml/2006/main">
              <a:ext uri="{FF2B5EF4-FFF2-40B4-BE49-F238E27FC236}">
                <a16:creationId xmlns:a16="http://schemas.microsoft.com/office/drawing/2014/main" id="{E33137AD-BE67-4B1D-AEB4-E35C462AE07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5" name="Practical application tip badge">
            <a:extLst xmlns:a="http://schemas.openxmlformats.org/drawingml/2006/main">
              <a:ext uri="{FF2B5EF4-FFF2-40B4-BE49-F238E27FC236}">
                <a16:creationId xmlns:a16="http://schemas.microsoft.com/office/drawing/2014/main" id="{6FB7F076-3925-4941-9191-479657D22BA9}"/>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검증·개선</a:t>
            </a:r>
          </a:p>
        </p:txBody>
      </p:sp>
      <p:sp>
        <p:nvSpPr>
          <p:cNvPr id="36" name="Legacy module connection">
            <a:extLst xmlns:a="http://schemas.openxmlformats.org/drawingml/2006/main">
              <a:ext uri="{FF2B5EF4-FFF2-40B4-BE49-F238E27FC236}">
                <a16:creationId xmlns:a16="http://schemas.microsoft.com/office/drawing/2014/main" id="{C55CC886-05F1-4A79-BB1C-4459D75E77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69256088"/>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2221BA59-B5B7-4622-9745-46D68E9E8F3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108">
            <a:extLst xmlns:a="http://schemas.openxmlformats.org/drawingml/2006/main">
              <a:ext uri="{FF2B5EF4-FFF2-40B4-BE49-F238E27FC236}">
                <a16:creationId xmlns:a16="http://schemas.microsoft.com/office/drawing/2014/main" id="{B759EAD9-73C4-484A-97BD-6C1297A347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S108</a:t>
            </a:r>
          </a:p>
        </p:txBody>
      </p:sp>
      <p:sp>
        <p:nvSpPr>
          <p:cNvPr id="3" name="내 업무에서는 무엇이 반복해서 막힐까?">
            <a:extLst xmlns:a="http://schemas.openxmlformats.org/drawingml/2006/main">
              <a:ext uri="{FF2B5EF4-FFF2-40B4-BE49-F238E27FC236}">
                <a16:creationId xmlns:a16="http://schemas.microsoft.com/office/drawing/2014/main" id="{F64E29F5-923A-4E89-B2F0-66173C31FE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DBAE24CE-25ED-4239-8A5C-A80D380E2E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86D95766-663C-4470-92C3-16A43E5AED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849C891F-AA6D-4A69-B22A-3C36B25BB9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47A8FE3B-5137-40E2-ADBF-40A34741C20A}"/>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420A1AC0-2B38-43C6-8985-687B5F67401D}"/>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EB96A7AC-581C-410D-A661-BC5EE37CA8D4}"/>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EB8E6E2A-AF8D-4227-8E7C-A30924530A65}"/>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01351AB7-E7B6-4AAD-8F65-BD1884C6AB28}"/>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57E9B49B-5B73-4929-A2EF-4DB5E34CC575}"/>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1238CD61-AF94-4A62-B2C2-3AEBD16723B6}"/>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5C4FAF2B-D0A6-49DC-AEF3-2A8727644319}"/>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294323F2-C5F5-4F9E-8EC5-6FE52D043B15}"/>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27CB13D4-9605-4937-9DDC-614A2DFC1262}"/>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6FAEE20F-0A80-4E88-A9DD-DBB09BC4C03E}"/>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361112FE-5E48-4A00-9B78-22D657A4F485}"/>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FBB728F7-A1E5-481F-A8D8-2E91C0B8D8E9}"/>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5135BB53-1D74-4D92-86B0-4504B937616E}"/>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29CA399C-FA27-4F1D-8952-5318FD2C0CD6}"/>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D2DB481E-C3DD-44F6-9CC3-91D7B0818A7B}"/>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DD06DE26-0274-475F-ABBC-F16BAC1E10A1}"/>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092F15D5-6984-41D8-A85B-79776FD60C01}"/>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6D9E3A97-A6C9-4A58-B36D-BC80E3CB0FF7}"/>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5EE54A0E-B284-41BC-AAE5-16891FDA02B8}"/>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DF9C8126-8F80-431F-B377-450F1D8F2CFF}"/>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CE2082EC-6506-4DB0-8DF2-E8F499267CB2}"/>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03A77810-B257-462C-BF4C-665F7E2F4043}"/>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C2E91992-A16F-4E1D-9C92-7767E3AA82B3}"/>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9602DB30-AE17-4948-88FE-71BD742870B6}"/>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88E69136-F509-4DB4-B521-15D3DD1F9517}"/>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ADF2F14B-259E-4FF2-B868-7EB7A038B3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1100407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640D033D-3E89-4787-97A5-0BE6F42AFC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109">
            <a:extLst xmlns:a="http://schemas.openxmlformats.org/drawingml/2006/main">
              <a:ext uri="{FF2B5EF4-FFF2-40B4-BE49-F238E27FC236}">
                <a16:creationId xmlns:a16="http://schemas.microsoft.com/office/drawing/2014/main" id="{07C8321E-7343-49C6-928B-B9421AB765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S109</a:t>
            </a:r>
          </a:p>
        </p:txBody>
      </p:sp>
      <p:sp>
        <p:nvSpPr>
          <p:cNvPr id="3" name="고른 문제에서, 다음 행동 하나로">
            <a:extLst xmlns:a="http://schemas.openxmlformats.org/drawingml/2006/main">
              <a:ext uri="{FF2B5EF4-FFF2-40B4-BE49-F238E27FC236}">
                <a16:creationId xmlns:a16="http://schemas.microsoft.com/office/drawing/2014/main" id="{2000CC47-CDFF-4A2C-A85E-7AB79E4FFAB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CE26009E-4A0C-46E5-BCC3-0B48D26A9B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0DDBD3E4-34E6-42FB-A62A-074BAEFAE4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80B398EE-6268-4FA6-BB15-0DF2BA9DBB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995C9F54-3415-4E74-BA81-B5858753E927}"/>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83A6C8A4-663D-4FBA-8ACA-FD0283BA4B32}"/>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F92A8826-544C-4AB5-9FC8-DF36375DC01F}"/>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7CF2B1CB-C2CF-43E8-B698-7E0C284AD538}"/>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080B8522-6B8F-40CB-A8E8-8EBF08E2BE3E}"/>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2C6A26DC-BDF2-4BDA-A7E0-A226E6F5D7EB}"/>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F95E7C82-D7EF-4D8C-AC9E-884C98EC19AE}"/>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6B5F10D2-C050-4299-8999-A006E845780D}"/>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EBB6A13B-050C-4CDD-B003-ADE18C11617E}"/>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3FA89B5F-4407-42E1-B8E0-8A42DA43E9A1}"/>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F5FBFA7E-282C-471E-9ED5-491003813E7D}"/>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D5286253-EF34-4F3C-B2D1-1D4DF2D6507C}"/>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ED4C0548-8611-452D-BB46-915984D41390}"/>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847D5CBC-D10C-4234-9727-F71F1A17E071}"/>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2203CAF6-8D0C-4C4A-8BE5-35F361170F91}"/>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17508FF1-FDF5-43D0-A985-1426ED626C14}"/>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EC7E9363-BE8A-453A-B804-9DAF1E52C1EC}"/>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58C37A54-310E-4F81-92D1-4D1ED300AEDA}"/>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6EC1B67-52F6-4326-A49B-2D04DD2C2EEF}"/>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DEBC0751-0E44-487E-A170-64CC60503EB6}"/>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9716E506-3C68-4D86-AF84-659A6BA1F977}"/>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8D14CAAC-60ED-4B98-BD83-56C93F01F05A}"/>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512C4160-0416-48A8-9612-6A39F3F63CE7}"/>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712D6A35-F727-49AA-872F-2BFB62616493}"/>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4855CA43-97F6-4E86-96ED-5B06F8B9DBB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10861485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1" name="마지막 정리 · 찾아보기 1/3">
            <a:extLst xmlns:a="http://schemas.openxmlformats.org/drawingml/2006/main">
              <a:ext uri="{FF2B5EF4-FFF2-40B4-BE49-F238E27FC236}">
                <a16:creationId xmlns:a16="http://schemas.microsoft.com/office/drawing/2014/main" id="{7C90394E-40FF-4303-A93B-DAA3AE3918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1/3</a:t>
            </a:r>
          </a:p>
        </p:txBody>
      </p:sp>
      <p:sp>
        <p:nvSpPr>
          <p:cNvPr id="2" name="S110">
            <a:extLst xmlns:a="http://schemas.openxmlformats.org/drawingml/2006/main">
              <a:ext uri="{FF2B5EF4-FFF2-40B4-BE49-F238E27FC236}">
                <a16:creationId xmlns:a16="http://schemas.microsoft.com/office/drawing/2014/main" id="{07D261A8-6804-4023-8900-DD59EF0B7A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S110</a:t>
            </a:r>
          </a:p>
        </p:txBody>
      </p:sp>
      <p:sp>
        <p:nvSpPr>
          <p:cNvPr id="3" name="실무 적용 팁 · 작업 환경과 기준">
            <a:extLst xmlns:a="http://schemas.openxmlformats.org/drawingml/2006/main">
              <a:ext uri="{FF2B5EF4-FFF2-40B4-BE49-F238E27FC236}">
                <a16:creationId xmlns:a16="http://schemas.microsoft.com/office/drawing/2014/main" id="{14F8D544-9D47-4D8F-8FFB-56DB715D83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작업 환경과 기준</a:t>
            </a:r>
          </a:p>
        </p:txBody>
      </p:sp>
      <p:sp>
        <p:nvSpPr>
          <p:cNvPr id="4" name="">
            <a:extLst xmlns:a="http://schemas.openxmlformats.org/drawingml/2006/main">
              <a:ext uri="{FF2B5EF4-FFF2-40B4-BE49-F238E27FC236}">
                <a16:creationId xmlns:a16="http://schemas.microsoft.com/office/drawing/2014/main" id="{C6B24538-EA1A-44D0-92BA-3C1A7DB0380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0EE36CD4-E4CD-4C06-92B4-DD5A3A9A6A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E349E3DC-94FE-4E2A-93DD-5BB7134979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43F253B4-D667-4EB2-8748-BEA5DF854EAB}"/>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408FBDD5-59F1-4D26-9917-C3CDA8AAA15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9436E51A-272D-4E72-82F2-305A558E4AFF}"/>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FC60866E-1376-4DED-B56C-C8E692151A0D}"/>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79D47479-2829-4AF4-9198-F40D4929CA90}"/>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12">
            <a:extLst xmlns:a="http://schemas.openxmlformats.org/drawingml/2006/main">
              <a:ext uri="{FF2B5EF4-FFF2-40B4-BE49-F238E27FC236}">
                <a16:creationId xmlns:a16="http://schemas.microsoft.com/office/drawing/2014/main" id="{932C5AAC-9A3B-4027-89A7-C24250039AB7}"/>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S12</a:t>
            </a:r>
          </a:p>
        </p:txBody>
      </p:sp>
      <p:sp>
        <p:nvSpPr>
          <p:cNvPr id="13" name="Repository 작업은 Codex에서 시작한다">
            <a:extLst xmlns:a="http://schemas.openxmlformats.org/drawingml/2006/main">
              <a:ext uri="{FF2B5EF4-FFF2-40B4-BE49-F238E27FC236}">
                <a16:creationId xmlns:a16="http://schemas.microsoft.com/office/drawing/2014/main" id="{C1C2C4F7-0219-40AB-B763-AEFDE7011F06}"/>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Repository 작업은 Codex에서 시작한다</a:t>
            </a:r>
          </a:p>
        </p:txBody>
      </p:sp>
      <p:sp>
        <p:nvSpPr>
          <p:cNvPr id="14" name="">
            <a:extLst xmlns:a="http://schemas.openxmlformats.org/drawingml/2006/main">
              <a:ext uri="{FF2B5EF4-FFF2-40B4-BE49-F238E27FC236}">
                <a16:creationId xmlns:a16="http://schemas.microsoft.com/office/drawing/2014/main" id="{6B8EB556-FA93-4B1F-AC6D-2E3BCE85C8A3}"/>
              </a:ext>
            </a:extLst>
          </p:cNvPr>
          <p:cNvSpPr>
            <a:spLocks xmlns:a="http://schemas.openxmlformats.org/drawingml/2006/main" noGrp="1"/>
          </p:cNvSpPr>
          <p:nvPr/>
        </p:nvSpPr>
        <p:spPr>
          <a:xfrm xmlns:a="http://schemas.openxmlformats.org/drawingml/2006/main">
            <a:off x="609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00AE1F2-DB3D-4378-83D9-98675B06AFD4}"/>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48">
            <a:extLst xmlns:a="http://schemas.openxmlformats.org/drawingml/2006/main">
              <a:ext uri="{FF2B5EF4-FFF2-40B4-BE49-F238E27FC236}">
                <a16:creationId xmlns:a16="http://schemas.microsoft.com/office/drawing/2014/main" id="{96B38EB3-4DA2-472C-B366-A927760E4DDA}"/>
              </a:ext>
            </a:extLst>
          </p:cNvPr>
          <p:cNvSpPr>
            <a:spLocks xmlns:a="http://schemas.openxmlformats.org/drawingml/2006/main" noGrp="1"/>
          </p:cNvSpPr>
          <p:nvPr/>
        </p:nvSpPr>
        <p:spPr>
          <a:xfrm xmlns:a="http://schemas.openxmlformats.org/drawingml/2006/main">
            <a:off x="609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S48</a:t>
            </a:r>
          </a:p>
        </p:txBody>
      </p:sp>
      <p:sp>
        <p:nvSpPr>
          <p:cNvPr id="17" name="AGENTS.md에는 무엇을 남길까?">
            <a:extLst xmlns:a="http://schemas.openxmlformats.org/drawingml/2006/main">
              <a:ext uri="{FF2B5EF4-FFF2-40B4-BE49-F238E27FC236}">
                <a16:creationId xmlns:a16="http://schemas.microsoft.com/office/drawing/2014/main" id="{EBF97F8C-34AC-459A-9A5F-AE95C0E406D8}"/>
              </a:ext>
            </a:extLst>
          </p:cNvPr>
          <p:cNvSpPr>
            <a:spLocks xmlns:a="http://schemas.openxmlformats.org/drawingml/2006/main" noGrp="1"/>
          </p:cNvSpPr>
          <p:nvPr/>
        </p:nvSpPr>
        <p:spPr>
          <a:xfrm xmlns:a="http://schemas.openxmlformats.org/drawingml/2006/main">
            <a:off x="1714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AGENTS.md에는 무엇을 남길까?</a:t>
            </a:r>
          </a:p>
        </p:txBody>
      </p:sp>
      <p:sp>
        <p:nvSpPr>
          <p:cNvPr id="18" name="">
            <a:extLst xmlns:a="http://schemas.openxmlformats.org/drawingml/2006/main">
              <a:ext uri="{FF2B5EF4-FFF2-40B4-BE49-F238E27FC236}">
                <a16:creationId xmlns:a16="http://schemas.microsoft.com/office/drawing/2014/main" id="{A33347B2-DC06-4FE7-9A2D-B294CC747462}"/>
              </a:ext>
            </a:extLst>
          </p:cNvPr>
          <p:cNvSpPr>
            <a:spLocks xmlns:a="http://schemas.openxmlformats.org/drawingml/2006/main" noGrp="1"/>
          </p:cNvSpPr>
          <p:nvPr/>
        </p:nvSpPr>
        <p:spPr>
          <a:xfrm xmlns:a="http://schemas.openxmlformats.org/drawingml/2006/main">
            <a:off x="609600" y="41910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74BD246-4202-4EBB-B473-EBE8AB136A1D}"/>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58">
            <a:extLst xmlns:a="http://schemas.openxmlformats.org/drawingml/2006/main">
              <a:ext uri="{FF2B5EF4-FFF2-40B4-BE49-F238E27FC236}">
                <a16:creationId xmlns:a16="http://schemas.microsoft.com/office/drawing/2014/main" id="{04FAFF38-5AD9-43E8-AC33-FA2F582B2F11}"/>
              </a:ext>
            </a:extLst>
          </p:cNvPr>
          <p:cNvSpPr>
            <a:spLocks xmlns:a="http://schemas.openxmlformats.org/drawingml/2006/main" noGrp="1"/>
          </p:cNvSpPr>
          <p:nvPr/>
        </p:nvSpPr>
        <p:spPr>
          <a:xfrm xmlns:a="http://schemas.openxmlformats.org/drawingml/2006/main">
            <a:off x="609600" y="43148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S58</a:t>
            </a:r>
          </a:p>
        </p:txBody>
      </p:sp>
      <p:sp>
        <p:nvSpPr>
          <p:cNvPr id="21" name="테스트 명령을 언제 쓰고 무엇을 판단할까?">
            <a:extLst xmlns:a="http://schemas.openxmlformats.org/drawingml/2006/main">
              <a:ext uri="{FF2B5EF4-FFF2-40B4-BE49-F238E27FC236}">
                <a16:creationId xmlns:a16="http://schemas.microsoft.com/office/drawing/2014/main" id="{15C7C9D5-5F47-4B58-A5CC-761DB747B9ED}"/>
              </a:ext>
            </a:extLst>
          </p:cNvPr>
          <p:cNvSpPr>
            <a:spLocks xmlns:a="http://schemas.openxmlformats.org/drawingml/2006/main" noGrp="1"/>
          </p:cNvSpPr>
          <p:nvPr/>
        </p:nvSpPr>
        <p:spPr>
          <a:xfrm xmlns:a="http://schemas.openxmlformats.org/drawingml/2006/main">
            <a:off x="1714500" y="43148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명령을 언제 쓰고 무엇을 판단할까?</a:t>
            </a:r>
          </a:p>
        </p:txBody>
      </p:sp>
      <p:sp>
        <p:nvSpPr>
          <p:cNvPr id="22" name="">
            <a:extLst xmlns:a="http://schemas.openxmlformats.org/drawingml/2006/main">
              <a:ext uri="{FF2B5EF4-FFF2-40B4-BE49-F238E27FC236}">
                <a16:creationId xmlns:a16="http://schemas.microsoft.com/office/drawing/2014/main" id="{11CA77AA-3470-4199-879C-11202798C6D2}"/>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A344FA5A-7E8A-4C59-BD06-432FF6C325D4}"/>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68">
            <a:extLst xmlns:a="http://schemas.openxmlformats.org/drawingml/2006/main">
              <a:ext uri="{FF2B5EF4-FFF2-40B4-BE49-F238E27FC236}">
                <a16:creationId xmlns:a16="http://schemas.microsoft.com/office/drawing/2014/main" id="{294796AC-EEC1-4E76-904C-BDB2C8265EAC}"/>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S68</a:t>
            </a:r>
          </a:p>
        </p:txBody>
      </p:sp>
      <p:sp>
        <p:nvSpPr>
          <p:cNvPr id="25" name="이번 Context와 다시 쓸 지식">
            <a:extLst xmlns:a="http://schemas.openxmlformats.org/drawingml/2006/main">
              <a:ext uri="{FF2B5EF4-FFF2-40B4-BE49-F238E27FC236}">
                <a16:creationId xmlns:a16="http://schemas.microsoft.com/office/drawing/2014/main" id="{8237621E-4D16-49AE-9DF1-931E0F269C9D}"/>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Context와 다시 쓸 지식</a:t>
            </a:r>
          </a:p>
        </p:txBody>
      </p:sp>
      <p:sp>
        <p:nvSpPr>
          <p:cNvPr id="26" name="">
            <a:extLst xmlns:a="http://schemas.openxmlformats.org/drawingml/2006/main">
              <a:ext uri="{FF2B5EF4-FFF2-40B4-BE49-F238E27FC236}">
                <a16:creationId xmlns:a16="http://schemas.microsoft.com/office/drawing/2014/main" id="{1CD9C40B-47D3-40A4-BBEE-946111FCA92F}"/>
              </a:ext>
            </a:extLst>
          </p:cNvPr>
          <p:cNvSpPr>
            <a:spLocks xmlns:a="http://schemas.openxmlformats.org/drawingml/2006/main" noGrp="1"/>
          </p:cNvSpPr>
          <p:nvPr/>
        </p:nvSpPr>
        <p:spPr>
          <a:xfrm xmlns:a="http://schemas.openxmlformats.org/drawingml/2006/main">
            <a:off x="6324600" y="333375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D646BF91-0F2E-45BE-8AB5-339A815691E7}"/>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78">
            <a:extLst xmlns:a="http://schemas.openxmlformats.org/drawingml/2006/main">
              <a:ext uri="{FF2B5EF4-FFF2-40B4-BE49-F238E27FC236}">
                <a16:creationId xmlns:a16="http://schemas.microsoft.com/office/drawing/2014/main" id="{9DF9A374-63F7-44B5-A5F6-203A367084EE}"/>
              </a:ext>
            </a:extLst>
          </p:cNvPr>
          <p:cNvSpPr>
            <a:spLocks xmlns:a="http://schemas.openxmlformats.org/drawingml/2006/main" noGrp="1"/>
          </p:cNvSpPr>
          <p:nvPr/>
        </p:nvSpPr>
        <p:spPr>
          <a:xfrm xmlns:a="http://schemas.openxmlformats.org/drawingml/2006/main">
            <a:off x="6324600" y="3457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S78</a:t>
            </a:r>
          </a:p>
        </p:txBody>
      </p:sp>
      <p:sp>
        <p:nvSpPr>
          <p:cNvPr id="29" name="반복 보정을 개선으로 잇는 기록">
            <a:extLst xmlns:a="http://schemas.openxmlformats.org/drawingml/2006/main">
              <a:ext uri="{FF2B5EF4-FFF2-40B4-BE49-F238E27FC236}">
                <a16:creationId xmlns:a16="http://schemas.microsoft.com/office/drawing/2014/main" id="{0950DA0A-AE79-49BB-9124-9BB3B26C9FDB}"/>
              </a:ext>
            </a:extLst>
          </p:cNvPr>
          <p:cNvSpPr>
            <a:spLocks xmlns:a="http://schemas.openxmlformats.org/drawingml/2006/main" noGrp="1"/>
          </p:cNvSpPr>
          <p:nvPr/>
        </p:nvSpPr>
        <p:spPr>
          <a:xfrm xmlns:a="http://schemas.openxmlformats.org/drawingml/2006/main">
            <a:off x="7429500" y="345757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반복 보정을 개선으로 잇는 기록</a:t>
            </a:r>
          </a:p>
        </p:txBody>
      </p:sp>
      <p:sp>
        <p:nvSpPr>
          <p:cNvPr id="30" name="Legacy module connection">
            <a:extLst xmlns:a="http://schemas.openxmlformats.org/drawingml/2006/main">
              <a:ext uri="{FF2B5EF4-FFF2-40B4-BE49-F238E27FC236}">
                <a16:creationId xmlns:a16="http://schemas.microsoft.com/office/drawing/2014/main" id="{7DA32729-D2BE-4F76-80B3-9F84F83DE1F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514564582"/>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마지막 정리 · 찾아보기 2/3">
            <a:extLst xmlns:a="http://schemas.openxmlformats.org/drawingml/2006/main">
              <a:ext uri="{FF2B5EF4-FFF2-40B4-BE49-F238E27FC236}">
                <a16:creationId xmlns:a16="http://schemas.microsoft.com/office/drawing/2014/main" id="{290B20A0-B597-459B-93A7-651620B516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2/3</a:t>
            </a:r>
          </a:p>
        </p:txBody>
      </p:sp>
      <p:sp>
        <p:nvSpPr>
          <p:cNvPr id="2" name="S111">
            <a:extLst xmlns:a="http://schemas.openxmlformats.org/drawingml/2006/main">
              <a:ext uri="{FF2B5EF4-FFF2-40B4-BE49-F238E27FC236}">
                <a16:creationId xmlns:a16="http://schemas.microsoft.com/office/drawing/2014/main" id="{278743A5-1F4C-4AA4-B0A8-A0B5E26E653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S111</a:t>
            </a:r>
          </a:p>
        </p:txBody>
      </p:sp>
      <p:sp>
        <p:nvSpPr>
          <p:cNvPr id="3" name="실무 적용 팁 · 요청 작성">
            <a:extLst xmlns:a="http://schemas.openxmlformats.org/drawingml/2006/main">
              <a:ext uri="{FF2B5EF4-FFF2-40B4-BE49-F238E27FC236}">
                <a16:creationId xmlns:a16="http://schemas.microsoft.com/office/drawing/2014/main" id="{5030068C-7AC3-4412-87A5-3D1CCFF53B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요청 작성</a:t>
            </a:r>
          </a:p>
        </p:txBody>
      </p:sp>
      <p:sp>
        <p:nvSpPr>
          <p:cNvPr id="4" name="">
            <a:extLst xmlns:a="http://schemas.openxmlformats.org/drawingml/2006/main">
              <a:ext uri="{FF2B5EF4-FFF2-40B4-BE49-F238E27FC236}">
                <a16:creationId xmlns:a16="http://schemas.microsoft.com/office/drawing/2014/main" id="{2E7BE75E-17FE-43E1-A152-8682C2DFCF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A6A9E3FA-2FAC-4800-BBBB-4C874378D1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25BCFBDB-EEE8-4AA3-8F56-B5741CD0F72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3C0C8501-0ADE-426B-B3DA-D46C01DA356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5F3A39EF-B7BD-4CCE-924C-5A40DFDEE910}"/>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7EAA4283-7CF2-436A-9FEF-569B8087E6AA}"/>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7847F006-E931-4F5A-9075-A1833A8B5AB8}"/>
              </a:ext>
            </a:extLst>
          </p:cNvPr>
          <p:cNvSpPr>
            <a:spLocks xmlns:a="http://schemas.openxmlformats.org/drawingml/2006/main" noGrp="1"/>
          </p:cNvSpPr>
          <p:nvPr/>
        </p:nvSpPr>
        <p:spPr>
          <a:xfrm xmlns:a="http://schemas.openxmlformats.org/drawingml/2006/main">
            <a:off x="609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60D39CD7-5B0E-478E-AB61-695645B52E13}"/>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27">
            <a:extLst xmlns:a="http://schemas.openxmlformats.org/drawingml/2006/main">
              <a:ext uri="{FF2B5EF4-FFF2-40B4-BE49-F238E27FC236}">
                <a16:creationId xmlns:a16="http://schemas.microsoft.com/office/drawing/2014/main" id="{2E193394-6F74-4133-98BD-7919DE0E5A82}"/>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S27</a:t>
            </a:r>
          </a:p>
        </p:txBody>
      </p:sp>
      <p:sp>
        <p:nvSpPr>
          <p:cNvPr id="13" name="지시와 참고 자료의 구분">
            <a:extLst xmlns:a="http://schemas.openxmlformats.org/drawingml/2006/main">
              <a:ext uri="{FF2B5EF4-FFF2-40B4-BE49-F238E27FC236}">
                <a16:creationId xmlns:a16="http://schemas.microsoft.com/office/drawing/2014/main" id="{2677788C-D151-47F4-B03C-DC29F4B635F2}"/>
              </a:ext>
            </a:extLst>
          </p:cNvPr>
          <p:cNvSpPr>
            <a:spLocks xmlns:a="http://schemas.openxmlformats.org/drawingml/2006/main" noGrp="1"/>
          </p:cNvSpPr>
          <p:nvPr/>
        </p:nvSpPr>
        <p:spPr>
          <a:xfrm xmlns:a="http://schemas.openxmlformats.org/drawingml/2006/main">
            <a:off x="1714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지시와 참고 자료의 구분</a:t>
            </a:r>
          </a:p>
        </p:txBody>
      </p:sp>
      <p:sp>
        <p:nvSpPr>
          <p:cNvPr id="14" name="">
            <a:extLst xmlns:a="http://schemas.openxmlformats.org/drawingml/2006/main">
              <a:ext uri="{FF2B5EF4-FFF2-40B4-BE49-F238E27FC236}">
                <a16:creationId xmlns:a16="http://schemas.microsoft.com/office/drawing/2014/main" id="{4A12F4AA-C8E3-4E14-AD81-8FCF2BC7E0C3}"/>
              </a:ext>
            </a:extLst>
          </p:cNvPr>
          <p:cNvSpPr>
            <a:spLocks xmlns:a="http://schemas.openxmlformats.org/drawingml/2006/main" noGrp="1"/>
          </p:cNvSpPr>
          <p:nvPr/>
        </p:nvSpPr>
        <p:spPr>
          <a:xfrm xmlns:a="http://schemas.openxmlformats.org/drawingml/2006/main">
            <a:off x="609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63B851D9-89F2-4D82-81D4-AAAA0742FF8B}"/>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28">
            <a:extLst xmlns:a="http://schemas.openxmlformats.org/drawingml/2006/main">
              <a:ext uri="{FF2B5EF4-FFF2-40B4-BE49-F238E27FC236}">
                <a16:creationId xmlns:a16="http://schemas.microsoft.com/office/drawing/2014/main" id="{29B446CC-3722-4BB5-9568-5EAE35426F1F}"/>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S28</a:t>
            </a:r>
          </a:p>
        </p:txBody>
      </p:sp>
      <p:sp>
        <p:nvSpPr>
          <p:cNvPr id="17" name="입력과 기대 결과의 작은 예시">
            <a:extLst xmlns:a="http://schemas.openxmlformats.org/drawingml/2006/main">
              <a:ext uri="{FF2B5EF4-FFF2-40B4-BE49-F238E27FC236}">
                <a16:creationId xmlns:a16="http://schemas.microsoft.com/office/drawing/2014/main" id="{F764E8BA-751C-41DB-A07A-27F285D1624C}"/>
              </a:ext>
            </a:extLst>
          </p:cNvPr>
          <p:cNvSpPr>
            <a:spLocks xmlns:a="http://schemas.openxmlformats.org/drawingml/2006/main" noGrp="1"/>
          </p:cNvSpPr>
          <p:nvPr/>
        </p:nvSpPr>
        <p:spPr>
          <a:xfrm xmlns:a="http://schemas.openxmlformats.org/drawingml/2006/main">
            <a:off x="1714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입력과 기대 결과의 작은 예시</a:t>
            </a:r>
          </a:p>
        </p:txBody>
      </p:sp>
      <p:sp>
        <p:nvSpPr>
          <p:cNvPr id="18" name="">
            <a:extLst xmlns:a="http://schemas.openxmlformats.org/drawingml/2006/main">
              <a:ext uri="{FF2B5EF4-FFF2-40B4-BE49-F238E27FC236}">
                <a16:creationId xmlns:a16="http://schemas.microsoft.com/office/drawing/2014/main" id="{A9973023-A377-47AD-A96F-2FB36021EDE3}"/>
              </a:ext>
            </a:extLst>
          </p:cNvPr>
          <p:cNvSpPr>
            <a:spLocks xmlns:a="http://schemas.openxmlformats.org/drawingml/2006/main" noGrp="1"/>
          </p:cNvSpPr>
          <p:nvPr/>
        </p:nvSpPr>
        <p:spPr>
          <a:xfrm xmlns:a="http://schemas.openxmlformats.org/drawingml/2006/main">
            <a:off x="609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3A3FB291-8D4D-4AAB-B79D-4C342E863AF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29">
            <a:extLst xmlns:a="http://schemas.openxmlformats.org/drawingml/2006/main">
              <a:ext uri="{FF2B5EF4-FFF2-40B4-BE49-F238E27FC236}">
                <a16:creationId xmlns:a16="http://schemas.microsoft.com/office/drawing/2014/main" id="{3B263632-B284-4BE7-A9BE-769AFC7EA866}"/>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S29</a:t>
            </a:r>
          </a:p>
        </p:txBody>
      </p:sp>
      <p:sp>
        <p:nvSpPr>
          <p:cNvPr id="21" name="바로 검토할 수 있는 결과 형식">
            <a:extLst xmlns:a="http://schemas.openxmlformats.org/drawingml/2006/main">
              <a:ext uri="{FF2B5EF4-FFF2-40B4-BE49-F238E27FC236}">
                <a16:creationId xmlns:a16="http://schemas.microsoft.com/office/drawing/2014/main" id="{5BC9E413-04D8-4363-A43E-3E1F2A862BEF}"/>
              </a:ext>
            </a:extLst>
          </p:cNvPr>
          <p:cNvSpPr>
            <a:spLocks xmlns:a="http://schemas.openxmlformats.org/drawingml/2006/main" noGrp="1"/>
          </p:cNvSpPr>
          <p:nvPr/>
        </p:nvSpPr>
        <p:spPr>
          <a:xfrm xmlns:a="http://schemas.openxmlformats.org/drawingml/2006/main">
            <a:off x="1714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바로 검토할 수 있는 결과 형식</a:t>
            </a:r>
          </a:p>
        </p:txBody>
      </p:sp>
      <p:sp>
        <p:nvSpPr>
          <p:cNvPr id="22" name="">
            <a:extLst xmlns:a="http://schemas.openxmlformats.org/drawingml/2006/main">
              <a:ext uri="{FF2B5EF4-FFF2-40B4-BE49-F238E27FC236}">
                <a16:creationId xmlns:a16="http://schemas.microsoft.com/office/drawing/2014/main" id="{3B554056-DA46-480E-B51D-11A9340AA328}"/>
              </a:ext>
            </a:extLst>
          </p:cNvPr>
          <p:cNvSpPr>
            <a:spLocks xmlns:a="http://schemas.openxmlformats.org/drawingml/2006/main" noGrp="1"/>
          </p:cNvSpPr>
          <p:nvPr/>
        </p:nvSpPr>
        <p:spPr>
          <a:xfrm xmlns:a="http://schemas.openxmlformats.org/drawingml/2006/main">
            <a:off x="609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F12AC7A-1C22-478A-ACCD-EFA7C297790A}"/>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30">
            <a:extLst xmlns:a="http://schemas.openxmlformats.org/drawingml/2006/main">
              <a:ext uri="{FF2B5EF4-FFF2-40B4-BE49-F238E27FC236}">
                <a16:creationId xmlns:a16="http://schemas.microsoft.com/office/drawing/2014/main" id="{3C5B7344-2467-40B3-80F0-00C2DD947E24}"/>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S30</a:t>
            </a:r>
          </a:p>
        </p:txBody>
      </p:sp>
      <p:sp>
        <p:nvSpPr>
          <p:cNvPr id="25" name="근거가 있는 설명과 미확인의 구분">
            <a:extLst xmlns:a="http://schemas.openxmlformats.org/drawingml/2006/main">
              <a:ext uri="{FF2B5EF4-FFF2-40B4-BE49-F238E27FC236}">
                <a16:creationId xmlns:a16="http://schemas.microsoft.com/office/drawing/2014/main" id="{3EB502F3-BCB9-497E-A605-CB401D243984}"/>
              </a:ext>
            </a:extLst>
          </p:cNvPr>
          <p:cNvSpPr>
            <a:spLocks xmlns:a="http://schemas.openxmlformats.org/drawingml/2006/main" noGrp="1"/>
          </p:cNvSpPr>
          <p:nvPr/>
        </p:nvSpPr>
        <p:spPr>
          <a:xfrm xmlns:a="http://schemas.openxmlformats.org/drawingml/2006/main">
            <a:off x="1714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근거가 있는 설명과 미확인의 구분</a:t>
            </a:r>
          </a:p>
        </p:txBody>
      </p:sp>
      <p:sp>
        <p:nvSpPr>
          <p:cNvPr id="26" name="">
            <a:extLst xmlns:a="http://schemas.openxmlformats.org/drawingml/2006/main">
              <a:ext uri="{FF2B5EF4-FFF2-40B4-BE49-F238E27FC236}">
                <a16:creationId xmlns:a16="http://schemas.microsoft.com/office/drawing/2014/main" id="{DFBA0A86-B840-4EB8-8F59-4F2F268294B4}"/>
              </a:ext>
            </a:extLst>
          </p:cNvPr>
          <p:cNvSpPr>
            <a:spLocks xmlns:a="http://schemas.openxmlformats.org/drawingml/2006/main" noGrp="1"/>
          </p:cNvSpPr>
          <p:nvPr/>
        </p:nvSpPr>
        <p:spPr>
          <a:xfrm xmlns:a="http://schemas.openxmlformats.org/drawingml/2006/main">
            <a:off x="6324600" y="24765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E757BCDF-FC6C-451C-A833-6C8401F0BCD2}"/>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8" name="S31">
            <a:extLst xmlns:a="http://schemas.openxmlformats.org/drawingml/2006/main">
              <a:ext uri="{FF2B5EF4-FFF2-40B4-BE49-F238E27FC236}">
                <a16:creationId xmlns:a16="http://schemas.microsoft.com/office/drawing/2014/main" id="{F74D1BF9-2E4A-4A94-9AAA-4C9A0B390FEA}"/>
              </a:ext>
            </a:extLst>
          </p:cNvPr>
          <p:cNvSpPr>
            <a:spLocks xmlns:a="http://schemas.openxmlformats.org/drawingml/2006/main" noGrp="1"/>
          </p:cNvSpPr>
          <p:nvPr/>
        </p:nvSpPr>
        <p:spPr>
          <a:xfrm xmlns:a="http://schemas.openxmlformats.org/drawingml/2006/main">
            <a:off x="6324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S31</a:t>
            </a:r>
          </a:p>
        </p:txBody>
      </p:sp>
      <p:sp>
        <p:nvSpPr>
          <p:cNvPr id="29" name="결과를 바꾸는 결정에서 확인 질문">
            <a:extLst xmlns:a="http://schemas.openxmlformats.org/drawingml/2006/main">
              <a:ext uri="{FF2B5EF4-FFF2-40B4-BE49-F238E27FC236}">
                <a16:creationId xmlns:a16="http://schemas.microsoft.com/office/drawing/2014/main" id="{92E9EB25-9C7B-4508-AE5F-288692378EF4}"/>
              </a:ext>
            </a:extLst>
          </p:cNvPr>
          <p:cNvSpPr>
            <a:spLocks xmlns:a="http://schemas.openxmlformats.org/drawingml/2006/main" noGrp="1"/>
          </p:cNvSpPr>
          <p:nvPr/>
        </p:nvSpPr>
        <p:spPr>
          <a:xfrm xmlns:a="http://schemas.openxmlformats.org/drawingml/2006/main">
            <a:off x="7429500" y="26003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바꾸는 결정에서 확인 질문</a:t>
            </a:r>
          </a:p>
        </p:txBody>
      </p:sp>
      <p:sp>
        <p:nvSpPr>
          <p:cNvPr id="30" name="">
            <a:extLst xmlns:a="http://schemas.openxmlformats.org/drawingml/2006/main">
              <a:ext uri="{FF2B5EF4-FFF2-40B4-BE49-F238E27FC236}">
                <a16:creationId xmlns:a16="http://schemas.microsoft.com/office/drawing/2014/main" id="{7B9D2B70-54C0-404F-B356-C308AEE0C6C3}"/>
              </a:ext>
            </a:extLst>
          </p:cNvPr>
          <p:cNvSpPr>
            <a:spLocks xmlns:a="http://schemas.openxmlformats.org/drawingml/2006/main" noGrp="1"/>
          </p:cNvSpPr>
          <p:nvPr/>
        </p:nvSpPr>
        <p:spPr>
          <a:xfrm xmlns:a="http://schemas.openxmlformats.org/drawingml/2006/main">
            <a:off x="6324600" y="32004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55F47E80-5F6F-4DAB-9C99-3F4CFDACA663}"/>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2" name="S32">
            <a:extLst xmlns:a="http://schemas.openxmlformats.org/drawingml/2006/main">
              <a:ext uri="{FF2B5EF4-FFF2-40B4-BE49-F238E27FC236}">
                <a16:creationId xmlns:a16="http://schemas.microsoft.com/office/drawing/2014/main" id="{CCAF3BC1-F353-43F8-8E92-3D3D035C2A7D}"/>
              </a:ext>
            </a:extLst>
          </p:cNvPr>
          <p:cNvSpPr>
            <a:spLocks xmlns:a="http://schemas.openxmlformats.org/drawingml/2006/main" noGrp="1"/>
          </p:cNvSpPr>
          <p:nvPr/>
        </p:nvSpPr>
        <p:spPr>
          <a:xfrm xmlns:a="http://schemas.openxmlformats.org/drawingml/2006/main">
            <a:off x="6324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S32</a:t>
            </a:r>
          </a:p>
        </p:txBody>
      </p:sp>
      <p:sp>
        <p:nvSpPr>
          <p:cNvPr id="33" name="큰 작업을 검토할 결과물로 나누기">
            <a:extLst xmlns:a="http://schemas.openxmlformats.org/drawingml/2006/main">
              <a:ext uri="{FF2B5EF4-FFF2-40B4-BE49-F238E27FC236}">
                <a16:creationId xmlns:a16="http://schemas.microsoft.com/office/drawing/2014/main" id="{A8F069E9-735F-450B-9C3E-862A70E6982F}"/>
              </a:ext>
            </a:extLst>
          </p:cNvPr>
          <p:cNvSpPr>
            <a:spLocks xmlns:a="http://schemas.openxmlformats.org/drawingml/2006/main" noGrp="1"/>
          </p:cNvSpPr>
          <p:nvPr/>
        </p:nvSpPr>
        <p:spPr>
          <a:xfrm xmlns:a="http://schemas.openxmlformats.org/drawingml/2006/main">
            <a:off x="7429500" y="33242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큰 작업을 검토할 결과물로 나누기</a:t>
            </a:r>
          </a:p>
        </p:txBody>
      </p:sp>
      <p:sp>
        <p:nvSpPr>
          <p:cNvPr id="34" name="">
            <a:extLst xmlns:a="http://schemas.openxmlformats.org/drawingml/2006/main">
              <a:ext uri="{FF2B5EF4-FFF2-40B4-BE49-F238E27FC236}">
                <a16:creationId xmlns:a16="http://schemas.microsoft.com/office/drawing/2014/main" id="{1A23835B-83C8-42D4-B7A2-CA52D06BFEF3}"/>
              </a:ext>
            </a:extLst>
          </p:cNvPr>
          <p:cNvSpPr>
            <a:spLocks xmlns:a="http://schemas.openxmlformats.org/drawingml/2006/main" noGrp="1"/>
          </p:cNvSpPr>
          <p:nvPr/>
        </p:nvSpPr>
        <p:spPr>
          <a:xfrm xmlns:a="http://schemas.openxmlformats.org/drawingml/2006/main">
            <a:off x="6324600" y="39243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5" name="">
            <a:extLst xmlns:a="http://schemas.openxmlformats.org/drawingml/2006/main">
              <a:ext uri="{FF2B5EF4-FFF2-40B4-BE49-F238E27FC236}">
                <a16:creationId xmlns:a16="http://schemas.microsoft.com/office/drawing/2014/main" id="{D54012FB-D976-4554-9E70-2AFCE0C58AD9}"/>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6" name="S33">
            <a:extLst xmlns:a="http://schemas.openxmlformats.org/drawingml/2006/main">
              <a:ext uri="{FF2B5EF4-FFF2-40B4-BE49-F238E27FC236}">
                <a16:creationId xmlns:a16="http://schemas.microsoft.com/office/drawing/2014/main" id="{8B7CC2F8-8867-4A28-8AF9-63E32A9FC148}"/>
              </a:ext>
            </a:extLst>
          </p:cNvPr>
          <p:cNvSpPr>
            <a:spLocks xmlns:a="http://schemas.openxmlformats.org/drawingml/2006/main" noGrp="1"/>
          </p:cNvSpPr>
          <p:nvPr/>
        </p:nvSpPr>
        <p:spPr>
          <a:xfrm xmlns:a="http://schemas.openxmlformats.org/drawingml/2006/main">
            <a:off x="6324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S33</a:t>
            </a:r>
          </a:p>
        </p:txBody>
      </p:sp>
      <p:sp>
        <p:nvSpPr>
          <p:cNvPr id="37" name="기준을 지정한 코드 리뷰 요청">
            <a:extLst xmlns:a="http://schemas.openxmlformats.org/drawingml/2006/main">
              <a:ext uri="{FF2B5EF4-FFF2-40B4-BE49-F238E27FC236}">
                <a16:creationId xmlns:a16="http://schemas.microsoft.com/office/drawing/2014/main" id="{06AC95ED-3B2E-4137-AAB5-56F8550E6B95}"/>
              </a:ext>
            </a:extLst>
          </p:cNvPr>
          <p:cNvSpPr>
            <a:spLocks xmlns:a="http://schemas.openxmlformats.org/drawingml/2006/main" noGrp="1"/>
          </p:cNvSpPr>
          <p:nvPr/>
        </p:nvSpPr>
        <p:spPr>
          <a:xfrm xmlns:a="http://schemas.openxmlformats.org/drawingml/2006/main">
            <a:off x="7429500" y="40481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기준을 지정한 코드 리뷰 요청</a:t>
            </a:r>
          </a:p>
        </p:txBody>
      </p:sp>
      <p:sp>
        <p:nvSpPr>
          <p:cNvPr id="38" name="">
            <a:extLst xmlns:a="http://schemas.openxmlformats.org/drawingml/2006/main">
              <a:ext uri="{FF2B5EF4-FFF2-40B4-BE49-F238E27FC236}">
                <a16:creationId xmlns:a16="http://schemas.microsoft.com/office/drawing/2014/main" id="{1068C584-02B3-4984-BCF8-E05A5F3033CF}"/>
              </a:ext>
            </a:extLst>
          </p:cNvPr>
          <p:cNvSpPr>
            <a:spLocks xmlns:a="http://schemas.openxmlformats.org/drawingml/2006/main" noGrp="1"/>
          </p:cNvSpPr>
          <p:nvPr/>
        </p:nvSpPr>
        <p:spPr>
          <a:xfrm xmlns:a="http://schemas.openxmlformats.org/drawingml/2006/main">
            <a:off x="6324600" y="4648200"/>
            <a:ext cx="5257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9" name="">
            <a:extLst xmlns:a="http://schemas.openxmlformats.org/drawingml/2006/main">
              <a:ext uri="{FF2B5EF4-FFF2-40B4-BE49-F238E27FC236}">
                <a16:creationId xmlns:a16="http://schemas.microsoft.com/office/drawing/2014/main" id="{98109DC1-4F13-4EDC-8332-0B2C296C5C9F}"/>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0" name="S34">
            <a:extLst xmlns:a="http://schemas.openxmlformats.org/drawingml/2006/main">
              <a:ext uri="{FF2B5EF4-FFF2-40B4-BE49-F238E27FC236}">
                <a16:creationId xmlns:a16="http://schemas.microsoft.com/office/drawing/2014/main" id="{75C90BE1-C9AF-40D8-93D5-A682BA69E947}"/>
              </a:ext>
            </a:extLst>
          </p:cNvPr>
          <p:cNvSpPr>
            <a:spLocks xmlns:a="http://schemas.openxmlformats.org/drawingml/2006/main" noGrp="1"/>
          </p:cNvSpPr>
          <p:nvPr/>
        </p:nvSpPr>
        <p:spPr>
          <a:xfrm xmlns:a="http://schemas.openxmlformats.org/drawingml/2006/main">
            <a:off x="6324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S34</a:t>
            </a:r>
          </a:p>
        </p:txBody>
      </p:sp>
      <p:sp>
        <p:nvSpPr>
          <p:cNvPr id="41" name="구체적인 근거로 수정 방향 피드백">
            <a:extLst xmlns:a="http://schemas.openxmlformats.org/drawingml/2006/main">
              <a:ext uri="{FF2B5EF4-FFF2-40B4-BE49-F238E27FC236}">
                <a16:creationId xmlns:a16="http://schemas.microsoft.com/office/drawing/2014/main" id="{36EF125E-6115-4618-8035-B0CD42DFCEB5}"/>
              </a:ext>
            </a:extLst>
          </p:cNvPr>
          <p:cNvSpPr>
            <a:spLocks xmlns:a="http://schemas.openxmlformats.org/drawingml/2006/main" noGrp="1"/>
          </p:cNvSpPr>
          <p:nvPr/>
        </p:nvSpPr>
        <p:spPr>
          <a:xfrm xmlns:a="http://schemas.openxmlformats.org/drawingml/2006/main">
            <a:off x="7429500" y="4772025"/>
            <a:ext cx="4152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구체적인 근거로 수정 방향 피드백</a:t>
            </a:r>
          </a:p>
        </p:txBody>
      </p:sp>
      <p:sp>
        <p:nvSpPr>
          <p:cNvPr id="42" name="Legacy module connection">
            <a:extLst xmlns:a="http://schemas.openxmlformats.org/drawingml/2006/main">
              <a:ext uri="{FF2B5EF4-FFF2-40B4-BE49-F238E27FC236}">
                <a16:creationId xmlns:a16="http://schemas.microsoft.com/office/drawing/2014/main" id="{0ED00EB6-1B05-4511-80EE-D809FF05DA0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942148054"/>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마지막 정리 · 찾아보기 3/3">
            <a:extLst xmlns:a="http://schemas.openxmlformats.org/drawingml/2006/main">
              <a:ext uri="{FF2B5EF4-FFF2-40B4-BE49-F238E27FC236}">
                <a16:creationId xmlns:a16="http://schemas.microsoft.com/office/drawing/2014/main" id="{416C0BD8-A541-4675-BEA6-02EF91D60A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마지막 정리 · 찾아보기 3/3</a:t>
            </a:r>
          </a:p>
        </p:txBody>
      </p:sp>
      <p:sp>
        <p:nvSpPr>
          <p:cNvPr id="2" name="S112">
            <a:extLst xmlns:a="http://schemas.openxmlformats.org/drawingml/2006/main">
              <a:ext uri="{FF2B5EF4-FFF2-40B4-BE49-F238E27FC236}">
                <a16:creationId xmlns:a16="http://schemas.microsoft.com/office/drawing/2014/main" id="{02E93E43-1ADE-49F8-BA2E-3F23392952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S112</a:t>
            </a:r>
          </a:p>
        </p:txBody>
      </p:sp>
      <p:sp>
        <p:nvSpPr>
          <p:cNvPr id="3" name="실무 적용 팁 · 검증과 개선">
            <a:extLst xmlns:a="http://schemas.openxmlformats.org/drawingml/2006/main">
              <a:ext uri="{FF2B5EF4-FFF2-40B4-BE49-F238E27FC236}">
                <a16:creationId xmlns:a16="http://schemas.microsoft.com/office/drawing/2014/main" id="{4E185701-68E1-4FD8-A1BB-788A2D207E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실무 적용 팁 · 검증과 개선</a:t>
            </a:r>
          </a:p>
        </p:txBody>
      </p:sp>
      <p:sp>
        <p:nvSpPr>
          <p:cNvPr id="4" name="">
            <a:extLst xmlns:a="http://schemas.openxmlformats.org/drawingml/2006/main">
              <a:ext uri="{FF2B5EF4-FFF2-40B4-BE49-F238E27FC236}">
                <a16:creationId xmlns:a16="http://schemas.microsoft.com/office/drawing/2014/main" id="{DF019087-CC4A-4A5C-86FA-9BB3B4F17F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8">
            <a:extLst xmlns:a="http://schemas.openxmlformats.org/drawingml/2006/main">
              <a:ext uri="{FF2B5EF4-FFF2-40B4-BE49-F238E27FC236}">
                <a16:creationId xmlns:a16="http://schemas.microsoft.com/office/drawing/2014/main" id="{0A0C1300-313C-4698-BF53-1034616569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DEC-0088</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7297031C-0507-484B-9FFA-F1121F14E5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03C80E72-0EBE-42E6-90B0-317784E67B4C}"/>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2C29522C-8455-4915-B4B9-CA9EFE10EDBC}"/>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B7C2C0F7-CD9C-4D22-95CE-3F9A546F0344}"/>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1C532A62-9A05-4D9F-93A6-85F8125787C5}"/>
              </a:ext>
            </a:extLst>
          </p:cNvPr>
          <p:cNvSpPr>
            <a:spLocks xmlns:a="http://schemas.openxmlformats.org/drawingml/2006/main" noGrp="1"/>
          </p:cNvSpPr>
          <p:nvPr/>
        </p:nvSpPr>
        <p:spPr>
          <a:xfrm xmlns:a="http://schemas.openxmlformats.org/drawingml/2006/main">
            <a:off x="609600" y="2476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BB37C7FB-1F02-449C-9C0E-4277E13B22CC}"/>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85">
            <a:extLst xmlns:a="http://schemas.openxmlformats.org/drawingml/2006/main">
              <a:ext uri="{FF2B5EF4-FFF2-40B4-BE49-F238E27FC236}">
                <a16:creationId xmlns:a16="http://schemas.microsoft.com/office/drawing/2014/main" id="{3C6F5D0C-5A63-47A0-A8A9-F19FE2D6E80F}"/>
              </a:ext>
            </a:extLst>
          </p:cNvPr>
          <p:cNvSpPr>
            <a:spLocks xmlns:a="http://schemas.openxmlformats.org/drawingml/2006/main" noGrp="1"/>
          </p:cNvSpPr>
          <p:nvPr/>
        </p:nvSpPr>
        <p:spPr>
          <a:xfrm xmlns:a="http://schemas.openxmlformats.org/drawingml/2006/main">
            <a:off x="609600" y="26003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S85</a:t>
            </a:r>
          </a:p>
        </p:txBody>
      </p:sp>
      <p:sp>
        <p:nvSpPr>
          <p:cNvPr id="13" name="원인을 고르기 전에 확인할 기록">
            <a:extLst xmlns:a="http://schemas.openxmlformats.org/drawingml/2006/main">
              <a:ext uri="{FF2B5EF4-FFF2-40B4-BE49-F238E27FC236}">
                <a16:creationId xmlns:a16="http://schemas.microsoft.com/office/drawing/2014/main" id="{DF32DA9B-4186-4034-B530-E77BB4BF6BC7}"/>
              </a:ext>
            </a:extLst>
          </p:cNvPr>
          <p:cNvSpPr>
            <a:spLocks xmlns:a="http://schemas.openxmlformats.org/drawingml/2006/main" noGrp="1"/>
          </p:cNvSpPr>
          <p:nvPr/>
        </p:nvSpPr>
        <p:spPr>
          <a:xfrm xmlns:a="http://schemas.openxmlformats.org/drawingml/2006/main">
            <a:off x="1714500" y="26003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원인을 고르기 전에 확인할 기록</a:t>
            </a:r>
          </a:p>
        </p:txBody>
      </p:sp>
      <p:sp>
        <p:nvSpPr>
          <p:cNvPr id="14" name="">
            <a:extLst xmlns:a="http://schemas.openxmlformats.org/drawingml/2006/main">
              <a:ext uri="{FF2B5EF4-FFF2-40B4-BE49-F238E27FC236}">
                <a16:creationId xmlns:a16="http://schemas.microsoft.com/office/drawing/2014/main" id="{49399D7E-72E2-43FF-AECF-99DF91D40C3D}"/>
              </a:ext>
            </a:extLst>
          </p:cNvPr>
          <p:cNvSpPr>
            <a:spLocks xmlns:a="http://schemas.openxmlformats.org/drawingml/2006/main" noGrp="1"/>
          </p:cNvSpPr>
          <p:nvPr/>
        </p:nvSpPr>
        <p:spPr>
          <a:xfrm xmlns:a="http://schemas.openxmlformats.org/drawingml/2006/main">
            <a:off x="609600" y="3200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C72F3701-4549-4278-B6C7-06D3851A2ADC}"/>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S89">
            <a:extLst xmlns:a="http://schemas.openxmlformats.org/drawingml/2006/main">
              <a:ext uri="{FF2B5EF4-FFF2-40B4-BE49-F238E27FC236}">
                <a16:creationId xmlns:a16="http://schemas.microsoft.com/office/drawing/2014/main" id="{393A2A11-D2DC-49AA-BDAA-64CDCB44A0EF}"/>
              </a:ext>
            </a:extLst>
          </p:cNvPr>
          <p:cNvSpPr>
            <a:spLocks xmlns:a="http://schemas.openxmlformats.org/drawingml/2006/main" noGrp="1"/>
          </p:cNvSpPr>
          <p:nvPr/>
        </p:nvSpPr>
        <p:spPr>
          <a:xfrm xmlns:a="http://schemas.openxmlformats.org/drawingml/2006/main">
            <a:off x="609600" y="33242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S89</a:t>
            </a:r>
          </a:p>
        </p:txBody>
      </p:sp>
      <p:sp>
        <p:nvSpPr>
          <p:cNvPr id="17" name="지침을 고친 뒤, 무엇을 다시 확인할까?">
            <a:extLst xmlns:a="http://schemas.openxmlformats.org/drawingml/2006/main">
              <a:ext uri="{FF2B5EF4-FFF2-40B4-BE49-F238E27FC236}">
                <a16:creationId xmlns:a16="http://schemas.microsoft.com/office/drawing/2014/main" id="{89C3CFA2-46A1-4E4D-BE2F-74A1369BB12B}"/>
              </a:ext>
            </a:extLst>
          </p:cNvPr>
          <p:cNvSpPr>
            <a:spLocks xmlns:a="http://schemas.openxmlformats.org/drawingml/2006/main" noGrp="1"/>
          </p:cNvSpPr>
          <p:nvPr/>
        </p:nvSpPr>
        <p:spPr>
          <a:xfrm xmlns:a="http://schemas.openxmlformats.org/drawingml/2006/main">
            <a:off x="1714500" y="33242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지침을 고친 뒤, 무엇을 다시 확인할까?</a:t>
            </a:r>
          </a:p>
        </p:txBody>
      </p:sp>
      <p:sp>
        <p:nvSpPr>
          <p:cNvPr id="18" name="">
            <a:extLst xmlns:a="http://schemas.openxmlformats.org/drawingml/2006/main">
              <a:ext uri="{FF2B5EF4-FFF2-40B4-BE49-F238E27FC236}">
                <a16:creationId xmlns:a16="http://schemas.microsoft.com/office/drawing/2014/main" id="{5C46C97F-1B90-4041-B826-3C33F0B6EC99}"/>
              </a:ext>
            </a:extLst>
          </p:cNvPr>
          <p:cNvSpPr>
            <a:spLocks xmlns:a="http://schemas.openxmlformats.org/drawingml/2006/main" noGrp="1"/>
          </p:cNvSpPr>
          <p:nvPr/>
        </p:nvSpPr>
        <p:spPr>
          <a:xfrm xmlns:a="http://schemas.openxmlformats.org/drawingml/2006/main">
            <a:off x="609600" y="3924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16D900AE-9F46-4CDB-822F-3DDB98576E22}"/>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S106">
            <a:extLst xmlns:a="http://schemas.openxmlformats.org/drawingml/2006/main">
              <a:ext uri="{FF2B5EF4-FFF2-40B4-BE49-F238E27FC236}">
                <a16:creationId xmlns:a16="http://schemas.microsoft.com/office/drawing/2014/main" id="{D9111380-40DB-41D6-A066-F74A549E6FA1}"/>
              </a:ext>
            </a:extLst>
          </p:cNvPr>
          <p:cNvSpPr>
            <a:spLocks xmlns:a="http://schemas.openxmlformats.org/drawingml/2006/main" noGrp="1"/>
          </p:cNvSpPr>
          <p:nvPr/>
        </p:nvSpPr>
        <p:spPr>
          <a:xfrm xmlns:a="http://schemas.openxmlformats.org/drawingml/2006/main">
            <a:off x="609600" y="40481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S106</a:t>
            </a:r>
          </a:p>
        </p:txBody>
      </p:sp>
      <p:sp>
        <p:nvSpPr>
          <p:cNvPr id="21" name="무엇을 남기고, 무엇을 덜어낼까?">
            <a:extLst xmlns:a="http://schemas.openxmlformats.org/drawingml/2006/main">
              <a:ext uri="{FF2B5EF4-FFF2-40B4-BE49-F238E27FC236}">
                <a16:creationId xmlns:a16="http://schemas.microsoft.com/office/drawing/2014/main" id="{C3B062A1-1798-465C-B709-0DD9876982B6}"/>
              </a:ext>
            </a:extLst>
          </p:cNvPr>
          <p:cNvSpPr>
            <a:spLocks xmlns:a="http://schemas.openxmlformats.org/drawingml/2006/main" noGrp="1"/>
          </p:cNvSpPr>
          <p:nvPr/>
        </p:nvSpPr>
        <p:spPr>
          <a:xfrm xmlns:a="http://schemas.openxmlformats.org/drawingml/2006/main">
            <a:off x="1714500" y="40481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남기고, 무엇을 덜어낼까?</a:t>
            </a:r>
          </a:p>
        </p:txBody>
      </p:sp>
      <p:sp>
        <p:nvSpPr>
          <p:cNvPr id="22" name="">
            <a:extLst xmlns:a="http://schemas.openxmlformats.org/drawingml/2006/main">
              <a:ext uri="{FF2B5EF4-FFF2-40B4-BE49-F238E27FC236}">
                <a16:creationId xmlns:a16="http://schemas.microsoft.com/office/drawing/2014/main" id="{46BFAB91-705E-4478-93EE-0105721547A1}"/>
              </a:ext>
            </a:extLst>
          </p:cNvPr>
          <p:cNvSpPr>
            <a:spLocks xmlns:a="http://schemas.openxmlformats.org/drawingml/2006/main" noGrp="1"/>
          </p:cNvSpPr>
          <p:nvPr/>
        </p:nvSpPr>
        <p:spPr>
          <a:xfrm xmlns:a="http://schemas.openxmlformats.org/drawingml/2006/main">
            <a:off x="609600" y="4648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7C097E63-A6D4-4C40-BC23-8B80C76630FA}"/>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S107">
            <a:extLst xmlns:a="http://schemas.openxmlformats.org/drawingml/2006/main">
              <a:ext uri="{FF2B5EF4-FFF2-40B4-BE49-F238E27FC236}">
                <a16:creationId xmlns:a16="http://schemas.microsoft.com/office/drawing/2014/main" id="{9E6B3205-073F-4757-962F-0051F21EBA34}"/>
              </a:ext>
            </a:extLst>
          </p:cNvPr>
          <p:cNvSpPr>
            <a:spLocks xmlns:a="http://schemas.openxmlformats.org/drawingml/2006/main" noGrp="1"/>
          </p:cNvSpPr>
          <p:nvPr/>
        </p:nvSpPr>
        <p:spPr>
          <a:xfrm xmlns:a="http://schemas.openxmlformats.org/drawingml/2006/main">
            <a:off x="609600" y="477202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S107</a:t>
            </a:r>
          </a:p>
        </p:txBody>
      </p:sp>
      <p:sp>
        <p:nvSpPr>
          <p:cNvPr id="25" name="덜어낸 뒤에도 필요한 일을 하는가?">
            <a:extLst xmlns:a="http://schemas.openxmlformats.org/drawingml/2006/main">
              <a:ext uri="{FF2B5EF4-FFF2-40B4-BE49-F238E27FC236}">
                <a16:creationId xmlns:a16="http://schemas.microsoft.com/office/drawing/2014/main" id="{1A946EBF-C235-4487-A956-92E009FF09FA}"/>
              </a:ext>
            </a:extLst>
          </p:cNvPr>
          <p:cNvSpPr>
            <a:spLocks xmlns:a="http://schemas.openxmlformats.org/drawingml/2006/main" noGrp="1"/>
          </p:cNvSpPr>
          <p:nvPr/>
        </p:nvSpPr>
        <p:spPr>
          <a:xfrm xmlns:a="http://schemas.openxmlformats.org/drawingml/2006/main">
            <a:off x="1714500" y="477202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덜어낸 뒤에도 필요한 일을 하는가?</a:t>
            </a:r>
          </a:p>
        </p:txBody>
      </p:sp>
      <p:sp>
        <p:nvSpPr>
          <p:cNvPr id="26" name="Legacy module connection">
            <a:extLst xmlns:a="http://schemas.openxmlformats.org/drawingml/2006/main">
              <a:ext uri="{FF2B5EF4-FFF2-40B4-BE49-F238E27FC236}">
                <a16:creationId xmlns:a16="http://schemas.microsoft.com/office/drawing/2014/main" id="{45947D79-267D-4939-A55F-AB0DF2D29D6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784781958"/>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F8EB5F7B-0348-46F0-BBCE-EEA585973E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113">
            <a:extLst xmlns:a="http://schemas.openxmlformats.org/drawingml/2006/main">
              <a:ext uri="{FF2B5EF4-FFF2-40B4-BE49-F238E27FC236}">
                <a16:creationId xmlns:a16="http://schemas.microsoft.com/office/drawing/2014/main" id="{006BA97C-EEC5-4E54-8D39-A25FA10904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S113</a:t>
            </a:r>
          </a:p>
        </p:txBody>
      </p:sp>
      <p:sp>
        <p:nvSpPr>
          <p:cNvPr id="3" name="Q&amp;A와 교육 마무리">
            <a:extLst xmlns:a="http://schemas.openxmlformats.org/drawingml/2006/main">
              <a:ext uri="{FF2B5EF4-FFF2-40B4-BE49-F238E27FC236}">
                <a16:creationId xmlns:a16="http://schemas.microsoft.com/office/drawing/2014/main" id="{7A441878-E608-49DC-97D4-35F44C47F2C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8734B211-67FE-48EE-8749-6A20C3422C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3F7F71D2-0E44-4F1A-AD77-FFC9A50203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358526D6-DD8D-4335-9934-1A47A43F14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F1AA5B09-9889-480C-B718-597237E044D6}"/>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01F44813-FC46-4D7B-98EF-C3CC4F4DCD9C}"/>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2624F854-4AA4-4FFD-85E3-19398D2A078C}"/>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2C10BB7A-A9A9-470F-8BB3-30C90E0A53D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190E0618-C4D3-41A4-9058-DC78D8DC01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274276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2026-10-25T11:09:57.8020000Z</dcterms:created>
  <dcterms:modified xsi:type="dcterms:W3CDTF">2026-10-25T11:09:57.8020000Z</dcterms:modified>
</coreProperties>
</file>