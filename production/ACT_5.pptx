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xml version="1.0" encoding="utf-8"?><Relationships xmlns="http://schemas.openxmlformats.org/package/2006/relationships"><Relationship Type="http://schemas.openxmlformats.org/officeDocument/2006/relationships/slide" Target="/ppt/slides/slide12.xml" Id="R58179a36448c4275"/><Relationship Type="http://schemas.openxmlformats.org/officeDocument/2006/relationships/notesMaster" Target="/ppt/notesMasters/notesMaster1.xml" Id="R38560c6956584fa4"/></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실무 적용 팁 · 작업 환경과 기준</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S56–S58, S62, S67, S72, S74, S84, S103다.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새 S56–S58은 “AGENTS.md의 위치와 적용 범위” 한 항목으로 묶어 위치만 짚는다. 전체 팁을 다시 설명하지 않고 기존1분을 유지한다.</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xmlns:a="http://schemas.openxmlformats.org/drawingml/2006/main">
            <a:r>
              <a:t>3. (0:45–1:00 / Lecture) 요청 작성 팁 목록 S118으로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S67/S72은 SRC-0111/0112와 CLM-0041/0042의 공식 안내 각색이며 모든 팁의 실제 관찰/연구/가상 경계는 해당 장을 따른다.</a:t>
            </a:r>
          </a:p>
          <a:p xmlns:a="http://schemas.openxmlformats.org/drawingml/2006/main">
            <a:r>
              <a:t/>
            </a:r>
          </a:p>
          <a:p xmlns:a="http://schemas.openxmlformats.org/drawingml/2006/main">
            <a:r>
              <a:t>보존된 상세 출처: 기존 팁의 제목·Slide ID를 모은 찾아보기 · DEC-0088</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보존된 상세 범위: 배지는 활용 목적 표시 · 각 팁의 실제 관찰·교육용 예시·제품 확인 범위는 해당 장을 따른다.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S118으로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production/preview/full/S117.png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2.xml" Id="R4a5121eea5284374"/></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Repository 작업은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Repository 작업은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