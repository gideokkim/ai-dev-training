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1765fe092384e7d" /><Relationship Type="http://schemas.openxmlformats.org/officeDocument/2006/relationships/extended-properties" Target="/docProps/app.xml" Id="Ref667c9d8a1d47b5" /><Relationship Type="http://schemas.openxmlformats.org/officeDocument/2006/relationships/officeDocument" Target="/ppt/presentation.xml" Id="R9999b5ed2b8f4076" /></Relationships>
</file>

<file path=ppt/presentation.xml><?xml version="1.0" encoding="utf-8"?>
<p:presentation xmlns:p="http://schemas.openxmlformats.org/presentationml/2006/main">
  <p:sldMasterIdLst>
    <p:sldMasterId xmlns:r="http://schemas.openxmlformats.org/officeDocument/2006/relationships" id="2147483648" r:id="R83fb3967da114749"/>
  </p:sldMasterIdLst>
  <p:notesMasterIdLst>
    <p:notesMasterId xmlns:r="http://schemas.openxmlformats.org/officeDocument/2006/relationships" r:id="R63cff27912e14e3d"/>
  </p:notesMasterIdLst>
  <p:sldIdLst>
    <p:sldId xmlns:r="http://schemas.openxmlformats.org/officeDocument/2006/relationships" id="256" r:id="R5695d2bdae6e4cd5"/>
    <p:sldId xmlns:r="http://schemas.openxmlformats.org/officeDocument/2006/relationships" id="257" r:id="R3f119ef13c7248ff"/>
    <p:sldId xmlns:r="http://schemas.openxmlformats.org/officeDocument/2006/relationships" id="258" r:id="R8a3b1e37baf848b9"/>
    <p:sldId xmlns:r="http://schemas.openxmlformats.org/officeDocument/2006/relationships" id="259" r:id="Rab06fad5708d47d8"/>
    <p:sldId xmlns:r="http://schemas.openxmlformats.org/officeDocument/2006/relationships" id="260" r:id="Rcc33036ff6fa4b96"/>
    <p:sldId xmlns:r="http://schemas.openxmlformats.org/officeDocument/2006/relationships" id="261" r:id="R9137918b9c27473d"/>
    <p:sldId xmlns:r="http://schemas.openxmlformats.org/officeDocument/2006/relationships" id="262" r:id="R0c3876fa82714a54"/>
    <p:sldId xmlns:r="http://schemas.openxmlformats.org/officeDocument/2006/relationships" id="263" r:id="R3542086d82424af6"/>
    <p:sldId xmlns:r="http://schemas.openxmlformats.org/officeDocument/2006/relationships" id="264" r:id="R5cd687a4f5b94f12"/>
    <p:sldId xmlns:r="http://schemas.openxmlformats.org/officeDocument/2006/relationships" id="265" r:id="Re8cf93125c4941b3"/>
    <p:sldId xmlns:r="http://schemas.openxmlformats.org/officeDocument/2006/relationships" id="266" r:id="R0bb373d7155247f6"/>
    <p:sldId xmlns:r="http://schemas.openxmlformats.org/officeDocument/2006/relationships" id="267" r:id="Rebe6a52b984d4a5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e42b65ae80443a" /><Relationship Type="http://schemas.openxmlformats.org/officeDocument/2006/relationships/slideMaster" Target="/ppt/slideMasters/slideMaster1.xml" Id="R83fb3967da114749" /><Relationship Type="http://schemas.openxmlformats.org/officeDocument/2006/relationships/notesMaster" Target="/ppt/notesMasters/notesMaster1.xml" Id="R63cff27912e14e3d" /><Relationship Type="http://schemas.openxmlformats.org/officeDocument/2006/relationships/presProps" Target="/ppt/presProps.xml" Id="Rd65b42b9611b428a" /><Relationship Type="http://schemas.openxmlformats.org/officeDocument/2006/relationships/tableStyles" Target="/ppt/tableStyles.xml" Id="R2d6c6ea2968c47ea" /><Relationship Type="http://schemas.openxmlformats.org/officeDocument/2006/relationships/slide" Target="/ppt/slides/slide1.xml" Id="R5695d2bdae6e4cd5" /><Relationship Type="http://schemas.openxmlformats.org/officeDocument/2006/relationships/slide" Target="/ppt/slides/slide2.xml" Id="R3f119ef13c7248ff" /><Relationship Type="http://schemas.openxmlformats.org/officeDocument/2006/relationships/slide" Target="/ppt/slides/slide3.xml" Id="R8a3b1e37baf848b9" /><Relationship Type="http://schemas.openxmlformats.org/officeDocument/2006/relationships/slide" Target="/ppt/slides/slide4.xml" Id="Rab06fad5708d47d8" /><Relationship Type="http://schemas.openxmlformats.org/officeDocument/2006/relationships/slide" Target="/ppt/slides/slide5.xml" Id="Rcc33036ff6fa4b96" /><Relationship Type="http://schemas.openxmlformats.org/officeDocument/2006/relationships/slide" Target="/ppt/slides/slide6.xml" Id="R9137918b9c27473d" /><Relationship Type="http://schemas.openxmlformats.org/officeDocument/2006/relationships/slide" Target="/ppt/slides/slide7.xml" Id="R0c3876fa82714a54" /><Relationship Type="http://schemas.openxmlformats.org/officeDocument/2006/relationships/slide" Target="/ppt/slides/slide8.xml" Id="R3542086d82424af6" /><Relationship Type="http://schemas.openxmlformats.org/officeDocument/2006/relationships/slide" Target="/ppt/slides/slide9.xml" Id="R5cd687a4f5b94f12" /><Relationship Type="http://schemas.openxmlformats.org/officeDocument/2006/relationships/slide" Target="/ppt/slides/slide10.xml" Id="Re8cf93125c4941b3" /><Relationship Type="http://schemas.openxmlformats.org/officeDocument/2006/relationships/slide" Target="/ppt/slides/slide11.xml" Id="R0bb373d7155247f6" /><Relationship Type="http://schemas.openxmlformats.org/officeDocument/2006/relationships/slide" Target="/ppt/slides/slide12.xml" Id="Rebe6a52b984d4a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fe6767bbe44e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2b23d2ab4f4a40" /><Relationship Type="http://schemas.openxmlformats.org/officeDocument/2006/relationships/notesMaster" Target="/ppt/notesMasters/notesMaster1.xml" Id="R8cc34b20f7d24a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133384d2ed4352" /><Relationship Type="http://schemas.openxmlformats.org/officeDocument/2006/relationships/notesMaster" Target="/ppt/notesMasters/notesMaster1.xml" Id="Rd9985941a5634f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5217be3ab848eb" /><Relationship Type="http://schemas.openxmlformats.org/officeDocument/2006/relationships/notesMaster" Target="/ppt/notesMasters/notesMaster1.xml" Id="Rf9310806a0114a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80c13844de4775" /><Relationship Type="http://schemas.openxmlformats.org/officeDocument/2006/relationships/notesMaster" Target="/ppt/notesMasters/notesMaster1.xml" Id="R73ea6d11a2304f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f588acf4f74435" /><Relationship Type="http://schemas.openxmlformats.org/officeDocument/2006/relationships/notesMaster" Target="/ppt/notesMasters/notesMaster1.xml" Id="R338edb74169841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a42c9e41594a6c" /><Relationship Type="http://schemas.openxmlformats.org/officeDocument/2006/relationships/notesMaster" Target="/ppt/notesMasters/notesMaster1.xml" Id="R78294f1b258d410c"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7196ffe49b4df4" /><Relationship Type="http://schemas.openxmlformats.org/officeDocument/2006/relationships/notesMaster" Target="/ppt/notesMasters/notesMaster1.xml" Id="Rbe275d7790f348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c26f7d7b98407d" /><Relationship Type="http://schemas.openxmlformats.org/officeDocument/2006/relationships/notesMaster" Target="/ppt/notesMasters/notesMaster1.xml" Id="R194d6271d875468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534b0d26fc4279" /><Relationship Type="http://schemas.openxmlformats.org/officeDocument/2006/relationships/notesMaster" Target="/ppt/notesMasters/notesMaster1.xml" Id="R55e03d9f805c4d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f5372831a443b9" /><Relationship Type="http://schemas.openxmlformats.org/officeDocument/2006/relationships/notesMaster" Target="/ppt/notesMasters/notesMaster1.xml" Id="R73d285edcf6d44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6f4944afd584a58" /><Relationship Type="http://schemas.openxmlformats.org/officeDocument/2006/relationships/notesMaster" Target="/ppt/notesMasters/notesMaster1.xml" Id="R36993b8fcac94e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317b709b93a4815" /><Relationship Type="http://schemas.openxmlformats.org/officeDocument/2006/relationships/notesMaster" Target="/ppt/notesMasters/notesMaster1.xml" Id="Rc5b0fb31161641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문제에 맞춰, 일하는 방식을 넓혔다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S93가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S95은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S102/S98에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실제 Demo는 문제에 맞춰 바뀌었다</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S48).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S48,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S22/S46/S61다.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이번 문제에 필요한 구성만 선택했다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S95의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S97로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S68에서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결과를 수용할지는 사람이 판단한다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S96의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S98에서는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AI가 일할 조건과 확인 경로를 설계한다</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S97의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S99로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S102에서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모델·플랫폼이 바뀌면 Harness도 다시 본다</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S98의 설계 관점에서 “그때 필요했던 보조 장치가 지금도 필요한가?”를 묻는다. S96은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S100의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S102/S98에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무엇을 남기고, 무엇을 덜어낼까?</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S102/S98에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덜어낸 뒤에도 필요한 일을 하는가?</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S102/S98에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내 업무에서는 무엇이 반복해서 막힐까?</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S103에서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고른 문제에서, 다음 행동 하나로</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S102에서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S102에서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S104을 연다. 기존 다음 질문은 목록 뒤 S105에서 이어간다.</a:t>
            </a:r>
          </a:p>
          <a:p xmlns:a="http://schemas.openxmlformats.org/drawingml/2006/main">
            <a:r>
              <a:t/>
            </a:r>
          </a:p>
          <a:p xmlns:a="http://schemas.openxmlformats.org/drawingml/2006/main">
            <a:r>
              <a:t>**Time Management:**</a:t>
            </a:r>
          </a:p>
          <a:p xmlns:a="http://schemas.openxmlformats.org/drawingml/2006/main">
            <a:r>
              <a:t>Lecture2분+Reflection2분=4분. S102의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ACT 5 실무 적용 팁 모아보기</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ACT 5 실무 적용 팁 모아보기</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S100, S101에서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S100 무엇을 남기고, 무엇을 덜어낼까? / S101 덜어낸 뒤에도 필요한 일을 하는가?. 제목·위치만 짚고 본문은 다시 강의하지 않는다.</a:t>
            </a:r>
          </a:p>
          <a:p xmlns:a="http://schemas.openxmlformats.org/drawingml/2006/main">
            <a:r>
              <a:t>3. (0:45–1:00 / Lecture) 기존 연결 질문을 유지하고 S105로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Q&amp;A와 교육 마무리</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S94과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d1866d1c9c46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92f1ebd9cc47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14367e8b3f8495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6755f0440a4cc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39de90cb054f7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cccf85123cd49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BB7D7-2DD3-42EE-9940-7345BE1931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0608478-3B59-44C9-BD87-B3846A41B6E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D0B7012-EBF1-4A14-A934-C15CCD1EE26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208086-00CE-4816-BF37-AE58044605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74C3A77-8F3B-4417-974F-A7607264C3C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35F9502-0CC8-4D2C-A05D-1627DFE1A2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F9CADA-FCAC-4164-82AB-2DF4B3A4270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542916-EAAB-4A18-9B52-6EAF5CD6F66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353977-DEF9-43F7-BDA2-0430EA3C57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1BB495-0A35-4D25-A7DA-D7DF7F277A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d4ab7098dc4e56" /><Relationship Type="http://schemas.openxmlformats.org/officeDocument/2006/relationships/slideLayout" Target="/ppt/slideLayouts/slideLayout1.xml" Id="Re81ae303e2a348a1" /><Relationship Type="http://schemas.openxmlformats.org/officeDocument/2006/relationships/slideLayout" Target="/ppt/slideLayouts/slideLayout2.xml" Id="R792eba2b39044348" /><Relationship Type="http://schemas.openxmlformats.org/officeDocument/2006/relationships/slideLayout" Target="/ppt/slideLayouts/slideLayout3.xml" Id="Rfdf35d67a8bf4b77" /><Relationship Type="http://schemas.openxmlformats.org/officeDocument/2006/relationships/slideLayout" Target="/ppt/slideLayouts/slideLayout4.xml" Id="R87433f6d975642b8" /><Relationship Type="http://schemas.openxmlformats.org/officeDocument/2006/relationships/slideLayout" Target="/ppt/slideLayouts/slideLayout5.xml" Id="R0f90b77a49964c04" /><Relationship Type="http://schemas.openxmlformats.org/officeDocument/2006/relationships/slideLayout" Target="/ppt/slideLayouts/slideLayout6.xml" Id="R0c931e7a551c497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1ae303e2a348a1"/>
    <p:sldLayoutId xmlns:r="http://schemas.openxmlformats.org/officeDocument/2006/relationships" id="2147483650" r:id="R792eba2b39044348"/>
    <p:sldLayoutId xmlns:r="http://schemas.openxmlformats.org/officeDocument/2006/relationships" id="2147483651" r:id="Rfdf35d67a8bf4b77"/>
    <p:sldLayoutId xmlns:r="http://schemas.openxmlformats.org/officeDocument/2006/relationships" id="2147483652" r:id="R87433f6d975642b8"/>
    <p:sldLayoutId xmlns:r="http://schemas.openxmlformats.org/officeDocument/2006/relationships" id="2147483653" r:id="R0f90b77a49964c04"/>
    <p:sldLayoutId xmlns:r="http://schemas.openxmlformats.org/officeDocument/2006/relationships" id="2147483654" r:id="R0c931e7a551c497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e3343ba2bf4c4e" /><Relationship Type="http://schemas.openxmlformats.org/officeDocument/2006/relationships/notesSlide" Target="/ppt/notesSlides/notesSlide1.xml" Id="R3e0b011fcff448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392a2c21d794a6d" /><Relationship Type="http://schemas.openxmlformats.org/officeDocument/2006/relationships/notesSlide" Target="/ppt/notesSlides/notesSlide2.xml" Id="R92f1f90a7ef647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e1ef39a1ec64436" /><Relationship Type="http://schemas.openxmlformats.org/officeDocument/2006/relationships/notesSlide" Target="/ppt/notesSlides/notesSlide3.xml" Id="Rcb8144d8a83a4a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47903d9c7324d3e" /><Relationship Type="http://schemas.openxmlformats.org/officeDocument/2006/relationships/notesSlide" Target="/ppt/notesSlides/notesSlide4.xml" Id="Rea3e66ac88fb4d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87a0fb9518942e3" /><Relationship Type="http://schemas.openxmlformats.org/officeDocument/2006/relationships/notesSlide" Target="/ppt/notesSlides/notesSlide5.xml" Id="Rfe180f56ea174d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68cad7f9839486a" /><Relationship Type="http://schemas.openxmlformats.org/officeDocument/2006/relationships/notesSlide" Target="/ppt/notesSlides/notesSlide6.xml" Id="R5549b666d8524e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406264180fa443b" /><Relationship Type="http://schemas.openxmlformats.org/officeDocument/2006/relationships/notesSlide" Target="/ppt/notesSlides/notesSlide7.xml" Id="R5cf5d5b3ee8d43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a169eaebdd7463d" /><Relationship Type="http://schemas.openxmlformats.org/officeDocument/2006/relationships/notesSlide" Target="/ppt/notesSlides/notesSlide8.xml" Id="R7ea36441e2c043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3b45561a1740b0" /><Relationship Type="http://schemas.openxmlformats.org/officeDocument/2006/relationships/notesSlide" Target="/ppt/notesSlides/notesSlide9.xml" Id="Rba8c4d805d18454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c17756df5a04d7a" /><Relationship Type="http://schemas.openxmlformats.org/officeDocument/2006/relationships/notesSlide" Target="/ppt/notesSlides/notesSlide10.xml" Id="R9297219956ef494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145054def484e29" /><Relationship Type="http://schemas.openxmlformats.org/officeDocument/2006/relationships/notesSlide" Target="/ppt/notesSlides/notesSlide11.xml" Id="R343303e275834e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5eee1b4dd704ab3" /><Relationship Type="http://schemas.openxmlformats.org/officeDocument/2006/relationships/notesSlide" Target="/ppt/notesSlides/notesSlide12.xml" Id="Rf419957670fe4a5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9E974F23-E156-47DF-B279-7FF8F91C6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94">
            <a:extLst xmlns:a="http://schemas.openxmlformats.org/drawingml/2006/main">
              <a:ext uri="{FF2B5EF4-FFF2-40B4-BE49-F238E27FC236}">
                <a16:creationId xmlns:a16="http://schemas.microsoft.com/office/drawing/2014/main" id="{32BDF1A5-E0ED-4408-8D1F-82C61C6A90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문제에 맞춰, 일하는 방식을 넓혔다">
            <a:extLst xmlns:a="http://schemas.openxmlformats.org/drawingml/2006/main">
              <a:ext uri="{FF2B5EF4-FFF2-40B4-BE49-F238E27FC236}">
                <a16:creationId xmlns:a16="http://schemas.microsoft.com/office/drawing/2014/main" id="{E971D83F-B00A-404D-AA32-E4B22FEB26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153CC04E-8A06-4ECF-8D20-55F6D9BD1C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8EAB4EB7-9FF7-484F-BCFB-2D4C6F389B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DAF4AA0-5A15-473F-ACFC-ADE1624BC5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C5644AB3-8E1F-4254-B0E8-BDACA732000E}"/>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C0DE0F7A-F089-43FA-A248-AC720718EF62}"/>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E78AF3EF-52B0-42F4-9E91-89D94C7C91A0}"/>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DD5120BD-0D48-4964-94B1-2D08EB8B6236}"/>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A83E63E4-1BF2-4827-AC79-C0F4D9847904}"/>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7F8F409B-D6B2-44A0-8845-B36585B481F6}"/>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DAB46BBC-0930-4BF0-AF1A-FC2B5D10BE53}"/>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B7A2536D-B31E-471E-9E26-5CD416215791}"/>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B00231CB-FDD7-493E-8B51-A9A6E12C67EA}"/>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8717DC36-9A4D-462D-9C8A-C6B3BE21043F}"/>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2DF327E3-63F2-4D6C-98F7-ABD7B48F63B2}"/>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42A9145E-506F-4477-BCF9-A087274CA330}"/>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6C1E7CBC-10A2-4265-9BB4-7018200B48EA}"/>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9579313-A93D-4CDD-993B-08E91FD16AB1}"/>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5CED1B92-0F40-404D-B6A6-DDEC5144CA6A}"/>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2C457F44-65F7-4E88-A869-45CAE62CF2E7}"/>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B697EC03-E8FE-483E-A74F-22E20F8014F8}"/>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B64F3DA5-8484-495C-B462-64A47AC7AE95}"/>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3225B9AE-756C-43B8-B896-3E41F058C1E2}"/>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D99C7F8D-4D97-47B7-B8D8-21893724543E}"/>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2153B9F1-56FA-4D7A-AC52-89A0323CBC0D}"/>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4979BA00-06EA-46AD-9A1E-192BD8E32AB7}"/>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63C21CAD-124E-41D4-84C6-41A6D4294F10}"/>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007F6A0-5E84-4755-A587-9AEBF3A1F105}"/>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92952270-90EA-4DAF-807F-E93D74F14FF7}"/>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4D06949D-E53A-4AE3-A4DC-22B491247793}"/>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494B87EA-E860-48E5-9CDD-E88BE70CC7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3815020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61D7DF8E-5244-4EDA-911A-D3D2C2075E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5">
            <a:extLst xmlns:a="http://schemas.openxmlformats.org/drawingml/2006/main">
              <a:ext uri="{FF2B5EF4-FFF2-40B4-BE49-F238E27FC236}">
                <a16:creationId xmlns:a16="http://schemas.microsoft.com/office/drawing/2014/main" id="{43B24221-7ACF-4760-9DCC-05E68974E0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실제 Demo는 문제에 맞춰 바뀌었다">
            <a:extLst xmlns:a="http://schemas.openxmlformats.org/drawingml/2006/main">
              <a:ext uri="{FF2B5EF4-FFF2-40B4-BE49-F238E27FC236}">
                <a16:creationId xmlns:a16="http://schemas.microsoft.com/office/drawing/2014/main" id="{D10452C3-E42F-403F-939E-A588A748F4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D3F5D33B-3F20-47C5-9D59-35205D2B22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64838534-EBA2-43D1-8456-8F82AC2865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09D5446B-378C-4F41-9CEA-83F3B1E37A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CD2E40C4-CF0C-4694-981B-76DA90150E47}"/>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5B528E09-9E5F-4F5F-A087-74A65CD6FDD9}"/>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017733D9-705F-4F64-B4E3-FA461A9F670A}"/>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ACBEF5EE-4D3D-4F2F-84AB-83006945FCEC}"/>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DE06A02F-12B6-4C48-945D-AFE38C6A50B3}"/>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871575CA-9AC2-45CA-9828-F162CBF7053E}"/>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C3A79FD8-4D75-475C-BA58-A18361EBF428}"/>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A28D157B-7322-4353-8998-42F29717F84D}"/>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C9477FF7-3091-419D-9AF3-FED9480B342A}"/>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032005A0-0AC5-463E-9C22-FEF19B010A1B}"/>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D2428FD3-954F-42F9-918A-17734E83F684}"/>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8D4A513C-E28D-4DD6-9D35-BCF1BEAC4F07}"/>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4F344152-D60E-496F-99C1-A67560E8FCEF}"/>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2CFADE69-0953-4917-AE3E-781C1A475BFB}"/>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F7286BD7-076C-4393-A3DB-229BDEF28667}"/>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A7E186C2-F973-4352-AD79-7046DF193329}"/>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7EB36FD5-59D6-499A-8C1F-059102BC8290}"/>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151C6DB9-0B8E-49E1-90B3-18B34417E54C}"/>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47E4FAE4-BE2A-46FA-9B91-40624A13FBB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F07805A5-5C64-44A9-AF02-1E4F62BFB8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6050452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2A0AC293-9007-4952-A884-C7E4EDD912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6">
            <a:extLst xmlns:a="http://schemas.openxmlformats.org/drawingml/2006/main">
              <a:ext uri="{FF2B5EF4-FFF2-40B4-BE49-F238E27FC236}">
                <a16:creationId xmlns:a16="http://schemas.microsoft.com/office/drawing/2014/main" id="{D68CE527-CD60-4B93-951D-15C3FB5656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이번 문제에 필요한 구성만 선택했다">
            <a:extLst xmlns:a="http://schemas.openxmlformats.org/drawingml/2006/main">
              <a:ext uri="{FF2B5EF4-FFF2-40B4-BE49-F238E27FC236}">
                <a16:creationId xmlns:a16="http://schemas.microsoft.com/office/drawing/2014/main" id="{DC56CDC0-CA53-4AED-B846-68E11AED1B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9F99D628-B47A-4FFF-88D9-94590CA82A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2AFE140F-4BB0-4489-BB3F-D25AF0D8B5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B328507C-8248-437F-8CE2-9615695ADF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1FB3F524-8B20-4D17-A5B9-F88E671640E4}"/>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B790394C-76F5-4653-8C1B-091BA6DAFAD7}"/>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89B649C2-B209-49F0-BB7A-A98400B2AB22}"/>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859983B5-8748-44E6-B3E9-D4D87C21D7B5}"/>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5E4992BB-65E8-4654-B1F5-26ED06776BAE}"/>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8613735F-D73F-4A67-B0E4-52CE4105561E}"/>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EFA889AB-4B1D-4AA5-90AE-0F0188001BCC}"/>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669CB8D0-4C7D-43DD-8D0E-277A095B0DBB}"/>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973F93FB-4668-4FCD-BA63-A11D75958989}"/>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13FC6CA3-2CD8-4D1E-A518-2E4362AB0E98}"/>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130DEDD6-C926-43FC-AED8-FF9597B5E0B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58184615-2667-4E26-8EFA-DAA3AD0BBE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08791273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A2A38543-1583-40DC-A8A0-AC337356F6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7">
            <a:extLst xmlns:a="http://schemas.openxmlformats.org/drawingml/2006/main">
              <a:ext uri="{FF2B5EF4-FFF2-40B4-BE49-F238E27FC236}">
                <a16:creationId xmlns:a16="http://schemas.microsoft.com/office/drawing/2014/main" id="{985552E8-F38F-4880-AD60-D644DCB58D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결과를 수용할지는 사람이 판단한다">
            <a:extLst xmlns:a="http://schemas.openxmlformats.org/drawingml/2006/main">
              <a:ext uri="{FF2B5EF4-FFF2-40B4-BE49-F238E27FC236}">
                <a16:creationId xmlns:a16="http://schemas.microsoft.com/office/drawing/2014/main" id="{5215EA5D-13D9-4A95-B939-D8B5EB3573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F94A3FF2-4109-4259-81A0-AA5E643B5A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02610FB-B0BE-42F4-9603-80C93D27E1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C225C7E-83FE-4808-87BC-7A25619717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DB1FFBD-07F8-435C-851C-3A83124765FA}"/>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B2560772-104B-43D0-98BB-900BAB91846A}"/>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B4962E74-0DF2-414D-AC51-9F6E337AD3C6}"/>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316AF8B5-4C66-48A1-ABB0-70CDAEF01D36}"/>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AD219B08-12BA-4C42-AFB4-62AC35FE4A97}"/>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B663142-A24B-4E7B-9453-3BE84ED42953}"/>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FD2FBB90-89B5-4562-89AD-A84B4FDEEB5E}"/>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E87A6D2D-E187-455E-9E8E-872F6A519A7B}"/>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9CAAEF41-A0CF-43C0-B1BF-F09B61092586}"/>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55EAE137-B460-4E53-97C8-87DAD342E47F}"/>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E3950C3-A032-4A7B-8F1D-0E5372863C36}"/>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1D737211-A40D-4C59-9562-44DEAD88199D}"/>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F5F619B5-9224-422C-9FF7-9C69CA8DE889}"/>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D0E7442C-BF27-4112-A033-54006D81A5B7}"/>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89D94ED0-4404-48D8-9AC8-E0CCBFBFCBCC}"/>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8B3DD234-4D45-47E4-9E09-AA6EF74C5989}"/>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D083219C-86A8-4E86-81C3-0EAEBEBBADC2}"/>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40CC5294-0B48-464C-BBCC-995821393189}"/>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3327927-4C49-4469-94CF-0E7C9EA122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63865930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19A5C168-D68D-472C-8F93-F56D904EC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8">
            <a:extLst xmlns:a="http://schemas.openxmlformats.org/drawingml/2006/main">
              <a:ext uri="{FF2B5EF4-FFF2-40B4-BE49-F238E27FC236}">
                <a16:creationId xmlns:a16="http://schemas.microsoft.com/office/drawing/2014/main" id="{BFB7992C-4DB8-415D-B80A-54867B6C30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AI가 일할 조건과 확인 경로를 설계한다">
            <a:extLst xmlns:a="http://schemas.openxmlformats.org/drawingml/2006/main">
              <a:ext uri="{FF2B5EF4-FFF2-40B4-BE49-F238E27FC236}">
                <a16:creationId xmlns:a16="http://schemas.microsoft.com/office/drawing/2014/main" id="{58708B1D-FEB2-475C-A1DB-D51D6B0FCE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E282EE4A-433A-44CA-A585-38DA01CDCF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D03F957E-399A-4811-9716-BF7D3D5528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238C0A46-87FF-4C0D-B464-02AC3C9462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ABA61450-7FB6-4FFB-AA50-A86A096405DB}"/>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7E64D4A8-E476-4BB0-8271-5C41D568207C}"/>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40DD9435-F447-43B8-AE1F-462AE8AC63AD}"/>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612BDA0B-F8FF-4FD7-BD5B-30C884FB6D34}"/>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36DC6295-7F14-47CF-B1E5-4F8980C68DB7}"/>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DA7663F8-704D-40E8-93CE-BAC3C23CEC42}"/>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4C3DDC4-014C-4725-BAC5-B90D5353E190}"/>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91F3458F-860F-41C3-83EB-4B093AA83B12}"/>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DE79E8A3-BFAB-42B8-8195-B76CFBD0030F}"/>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6A59196C-3772-4DCE-8C28-E818E0C070DF}"/>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5539A3BE-06C5-4542-AFA1-9748D2A4B112}"/>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411FC57-8350-4DCA-9C64-537BFAB80AE6}"/>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F02F7147-2351-49A3-A81A-6955F1D17774}"/>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D3BD8633-06F0-4AE7-AFED-A791EAAE9534}"/>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DFAE4685-BF34-42E6-86FF-27E9CF88DB30}"/>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AEBC7E91-7F1E-473F-90E8-8DB92E41A022}"/>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CA80868F-1B5A-46BE-9A6C-39B5E4F7A1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285436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F365B768-3031-47FA-BBA9-2DA5E08F06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9">
            <a:extLst xmlns:a="http://schemas.openxmlformats.org/drawingml/2006/main">
              <a:ext uri="{FF2B5EF4-FFF2-40B4-BE49-F238E27FC236}">
                <a16:creationId xmlns:a16="http://schemas.microsoft.com/office/drawing/2014/main" id="{55758F17-33A7-4D27-86D4-24D3DD2C8A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모델·플랫폼이 바뀌면 Harness도 다시 본다">
            <a:extLst xmlns:a="http://schemas.openxmlformats.org/drawingml/2006/main">
              <a:ext uri="{FF2B5EF4-FFF2-40B4-BE49-F238E27FC236}">
                <a16:creationId xmlns:a16="http://schemas.microsoft.com/office/drawing/2014/main" id="{1D800FFC-AAA3-440B-B1EC-DE44BA1DD3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F4A91A3-A6D5-4B0D-AD4C-7B4FD40E6B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BC060E88-FAC2-4AA1-95E7-5B341E3A81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3561FEBF-0A0E-4B22-916C-E6E62166AF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59A593A6-01C5-4EFE-9A67-1DE025A0D33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D7A7B168-AF58-4ACF-A264-74DD34E0F79D}"/>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C3193A09-1D6A-41D9-A057-2B80129E7CBA}"/>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E42F25EE-BC92-4180-835A-9590D85EBC1A}"/>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F8B0BDA3-598C-49DE-A618-3B35F4DA09C7}"/>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8AECBACE-5F27-4D8E-8894-7BBE72685B57}"/>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149DEE87-81A6-443B-B1BE-1508E6280B0A}"/>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18C71788-87B0-4BC9-BFA3-C01F9AD96D14}"/>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5FF4E304-6369-48F4-980F-37501AE03470}"/>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337673B0-BA1C-4ACC-A293-6021A23C2D40}"/>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9DB4286C-789B-4D00-BB9F-EAC3CB9F4E2C}"/>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2906605-1426-4713-98C8-1AFC5AC5BA4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688958AF-7685-4349-A4C3-E6B7BB9755E7}"/>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1EB15054-99BB-46B0-81C8-FF57061704EB}"/>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B094BACE-A048-47CB-A305-4263E3FCDA3E}"/>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F012916D-86E2-4401-A57C-71CA88AA9C2E}"/>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C103FE41-7F43-4768-A6AB-BE0E8F24F138}"/>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FD484A17-1789-4984-921E-3C4FD047DC71}"/>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3E9710DE-D28B-416D-B4F1-74FD02B51D2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245583E-F2C1-4CC9-95D8-9FB39A6CE753}"/>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7CA3975C-BD8A-409F-A396-0CB88748383E}"/>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F6E414D1-F59E-4246-87A5-16362C2A3151}"/>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C5D2A6AD-0AD1-4BF8-A489-F20261E9E333}"/>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74D74D7C-ACE4-4155-97AF-F3483BE52DEF}"/>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3041FE7-5ACF-4C90-A593-12CDDC6551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8347449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BF9442D0-D3E2-4B40-BE8E-77967C91EE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0">
            <a:extLst xmlns:a="http://schemas.openxmlformats.org/drawingml/2006/main">
              <a:ext uri="{FF2B5EF4-FFF2-40B4-BE49-F238E27FC236}">
                <a16:creationId xmlns:a16="http://schemas.microsoft.com/office/drawing/2014/main" id="{5BFA76F3-CCB3-4985-9941-3BC41CBD80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무엇을 남기고, 무엇을 덜어낼까?">
            <a:extLst xmlns:a="http://schemas.openxmlformats.org/drawingml/2006/main">
              <a:ext uri="{FF2B5EF4-FFF2-40B4-BE49-F238E27FC236}">
                <a16:creationId xmlns:a16="http://schemas.microsoft.com/office/drawing/2014/main" id="{517D043E-3A5F-44E3-B5AE-7E1540BA2C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6024F45C-715B-4102-8DE5-322EBB5292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F60C4101-A25E-49F5-90C5-DB3E7DCF7E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4398E336-E1D0-412C-88AB-774762FBDF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6A4C6803-5989-4767-AEB6-76A9220293F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D250FAA1-5B85-436B-9333-6D0F95D6F774}"/>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9273E1B6-3724-4EC0-9D8F-470F2E6B7DC2}"/>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5FA10CC3-25AC-4023-A98A-413182EB567C}"/>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B4A37D98-1928-44A6-8771-80537EE65F45}"/>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02CA201E-0E36-4A68-9BC6-E2A289952098}"/>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06C7DAC4-38CD-4931-84FC-A04C58D285A2}"/>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20F4C78E-03DD-4FFD-B1E7-F6EAE42CE33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6B02E62A-2B56-437F-BAE3-8DD042B82D39}"/>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0658DA7B-8723-43DE-9146-5F6DD3A06DE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A7C34191-19DE-4220-BCAD-5821BC52ED2F}"/>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63521BEB-AEA2-4D0B-86F3-5E43630167C6}"/>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3647C0C3-5560-4C9D-9DFD-E2F207AE71AC}"/>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3DD9829B-1AA4-42F5-83FB-EF51D5CDA055}"/>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8BCF2C41-1ACD-4FBD-9267-E04413B84D5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DEB21AE-757A-4927-8DA0-DC4EF2997A5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F2EAA600-9460-4430-8BF0-C0A83EBEBE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77878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55468CED-5F8C-4EE6-B6C0-8DC2995F6D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1">
            <a:extLst xmlns:a="http://schemas.openxmlformats.org/drawingml/2006/main">
              <a:ext uri="{FF2B5EF4-FFF2-40B4-BE49-F238E27FC236}">
                <a16:creationId xmlns:a16="http://schemas.microsoft.com/office/drawing/2014/main" id="{A73A238A-037B-466D-B114-9DD38D7D9F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덜어낸 뒤에도 필요한 일을 하는가?">
            <a:extLst xmlns:a="http://schemas.openxmlformats.org/drawingml/2006/main">
              <a:ext uri="{FF2B5EF4-FFF2-40B4-BE49-F238E27FC236}">
                <a16:creationId xmlns:a16="http://schemas.microsoft.com/office/drawing/2014/main" id="{278685E7-C60E-4E23-938A-2E259E78D3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E4739054-2DB8-4416-AC7B-042BCAC219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4361C8B4-938B-4234-8830-F57FC6A7DC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21362A37-7949-4C16-9648-C793BDED2E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7B4D6AB0-BC9F-4BD4-BC1A-674716C2FC4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AB4679F-B2FA-4AAB-BD89-90F5393FB891}"/>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7706A80E-8728-40A5-9386-1F8B9284CBA5}"/>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9FEB5A77-795B-4358-BDE1-966E937E9FC8}"/>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895C89D9-139D-4A13-B3DB-3CFFCE0C527E}"/>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D18B8182-88A8-4D77-817A-8E5752D11FBB}"/>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4CBEB64D-DECD-4992-96EC-F9DD95074F97}"/>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081EF347-9F07-463F-86C9-AE9622A73929}"/>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9BFD08EC-32F5-443B-B338-5E0885E1F2ED}"/>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1CE1CEE8-6E35-465D-9B4C-25D081927A39}"/>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0AAAF6EC-76ED-43A5-AF8B-8601AC538D55}"/>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9FEF4F8D-05F0-444F-94B4-1F6B38C9CE4D}"/>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097E24A8-1AE3-42D8-AC0A-B60D0F194987}"/>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D6228F3D-541C-42A3-8406-17BCD8A29429}"/>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7FA27A30-628A-49FF-AB67-B9B390B739FB}"/>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A1F57ACE-2479-4312-8A0F-ABCC7331C29C}"/>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6B45E45B-4A1C-477D-918F-1D9323148668}"/>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4E20DB10-6BF2-42D8-A0F1-2D7CC59C4B2E}"/>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0357C20F-09EF-4520-8775-0E2DCE866F36}"/>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B0583E73-3B64-4BAB-83CE-3F50D565DEEC}"/>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153D4569-F637-438A-A699-BA6A9841DC45}"/>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0A2AAB91-4B59-40F8-9732-9A7C03AE29DC}"/>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5CBC25A5-EF6E-47C9-B5C3-D2EA471769B3}"/>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7FC0576-C9AA-48D2-9650-AA99CABC01C1}"/>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67319C9F-B299-4B5B-8699-1E59683A5F81}"/>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54D73D54-93C0-4AA2-9D27-0F29760E6151}"/>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718781C7-F6C6-4435-8A3D-F03C00F9A2AA}"/>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DAEC821B-28C3-4336-9C05-E074A421138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CF2F7F2F-CB3E-4BAC-A8D6-48C2E5C0403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1F1D7EE1-1238-47F0-9CDA-F7DA05DBCF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255065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C9DFE259-6FEF-414C-8BA9-6598EEEDE5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2">
            <a:extLst xmlns:a="http://schemas.openxmlformats.org/drawingml/2006/main">
              <a:ext uri="{FF2B5EF4-FFF2-40B4-BE49-F238E27FC236}">
                <a16:creationId xmlns:a16="http://schemas.microsoft.com/office/drawing/2014/main" id="{AD3D91AE-C062-4D84-935F-67AE3300DB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내 업무에서는 무엇이 반복해서 막힐까?">
            <a:extLst xmlns:a="http://schemas.openxmlformats.org/drawingml/2006/main">
              <a:ext uri="{FF2B5EF4-FFF2-40B4-BE49-F238E27FC236}">
                <a16:creationId xmlns:a16="http://schemas.microsoft.com/office/drawing/2014/main" id="{BB3744F4-85CF-4C0A-A3E4-032D497C7C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66EDAFB0-6367-4BED-8902-70897D714C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B76F598-FD26-4145-93F8-5571C20CBD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980843BE-24D6-42AB-A683-37CB92B0A8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42785A28-56A6-491A-B7EA-1364E24594BE}"/>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A9A1B0B5-FFB0-4D0A-AE00-594C2E1D80EF}"/>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7A5C918-B985-4798-8185-A6FB6B25F247}"/>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C6F71091-E9E0-4DE4-BB20-81090ED64C16}"/>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31B2951C-4BB0-4FF1-AC09-6A5028D97174}"/>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C2A87AEB-A410-4BE0-AB7C-CC070F9A1198}"/>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2B149494-155B-4EA5-A3BF-EBE2543E9645}"/>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3290D2D-3CB2-48C1-B9CB-DE38A776BF8A}"/>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67C2B5A-EA27-4990-9695-5DF2CCD9FF87}"/>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06BAF91D-3860-4C9B-8C0B-A51FFCDFC3C9}"/>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EBEA3904-DF7B-4D6D-82C1-689D8B1F90D6}"/>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D3C002BC-5DF8-4F54-A0D2-1A478454055C}"/>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C7AD89C-33D5-4BD9-80F1-6B87E5388678}"/>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1CE1BD69-0583-404A-AA0D-F047B3897ED3}"/>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564DF090-3EF4-48D2-984C-00CA000FB1D5}"/>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D810B405-3CD8-4455-B5B0-6EBD2477993D}"/>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5B297ED2-579B-4FF9-A649-0C9FA04B165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13D7EF3-60A7-4BD4-91B5-1FEA38E24911}"/>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0B4023D-4F62-45B4-9EE9-906ED3F5F0EA}"/>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D02B7839-45B8-420D-8027-ED5197EF7821}"/>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E73FEE58-7E4C-4484-87C1-91EA10AAE019}"/>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8AB56143-7170-43DE-B253-22C1E715C018}"/>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39D892E-C094-402D-AFF3-66DDCA2F5CBF}"/>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739AF50C-7B3B-4CDE-9CA9-BF6AE686393E}"/>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6C7AA012-0CDC-4DC1-AF5F-C4CDF25BF578}"/>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02C7D212-0216-497A-8CDF-8384853990DA}"/>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6E84AA9D-2C08-4DAA-A0C3-B9DECA872E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4429252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C2982AA4-A21E-4243-8C44-900081CC05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3">
            <a:extLst xmlns:a="http://schemas.openxmlformats.org/drawingml/2006/main">
              <a:ext uri="{FF2B5EF4-FFF2-40B4-BE49-F238E27FC236}">
                <a16:creationId xmlns:a16="http://schemas.microsoft.com/office/drawing/2014/main" id="{1D0DF980-46A5-412D-96F6-BED991341D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고른 문제에서, 다음 행동 하나로">
            <a:extLst xmlns:a="http://schemas.openxmlformats.org/drawingml/2006/main">
              <a:ext uri="{FF2B5EF4-FFF2-40B4-BE49-F238E27FC236}">
                <a16:creationId xmlns:a16="http://schemas.microsoft.com/office/drawing/2014/main" id="{08430778-0F86-46D5-89B8-7AE36909A0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94578100-0580-45D0-A324-7E4EDCA549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5F7E23BA-9B7A-4C5E-9F71-B8CD46BE9C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51A8DC1B-186C-4121-8D67-7D4EC2194A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61574106-E6F0-4715-B859-1BAE1C6E778F}"/>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28DB1B7E-4ECB-44A5-AA0A-B3332C7D838B}"/>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8FF167C-F868-40D6-8CE2-7A2E54F7C19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87AC9726-593A-4053-840B-2A8AF65588FD}"/>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11A101DF-F77F-4ED1-89B0-15720498706C}"/>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F308D4BB-2D71-48A2-A776-0DBC3830A06F}"/>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62E32B2-BA49-400A-BFB1-DC3D743AF901}"/>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DEC48B5-9FE1-4C2F-B875-F0FABA215B2D}"/>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ADC6C238-1E04-4512-90F5-6F58AE5DC07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61578ACC-73B7-4C47-BFEC-86FC7358C720}"/>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A946057-CF69-44CB-A584-DF2D8E9D7FE1}"/>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4244050D-4294-4F81-BB0E-C5D5FC38E3C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1606B11D-E66D-4DD6-B5FB-F7714DA736B1}"/>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DE7D180F-5A40-41D8-8F3C-FEB7DAC14BEF}"/>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7083ADF-AD80-4024-94A7-1DFD0E312947}"/>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4B39F58D-10F6-4D98-BF2C-EEDD419BE4EC}"/>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CDF7ED54-F78E-4799-AF3C-4D021A5BB7E2}"/>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694B084B-5E62-48D8-ADE3-B14BBC2EE561}"/>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C3A27F2-922D-45E2-A7FA-180C0953480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37433691-319D-48BD-8AA9-2EC5C73D9CA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47609A9E-409D-4DFF-9CCF-D648F7684570}"/>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46CACE73-85F2-40E7-B79F-BD7DDEFA55C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8944B711-F6C8-4160-A3BA-4047D83067F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A966B00-E76E-423B-859E-970E83F1932F}"/>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82B29C91-430D-4D59-A5E8-692740D1ED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79585418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필요한 팁 찾아보기">
            <a:extLst xmlns:a="http://schemas.openxmlformats.org/drawingml/2006/main">
              <a:ext uri="{FF2B5EF4-FFF2-40B4-BE49-F238E27FC236}">
                <a16:creationId xmlns:a16="http://schemas.microsoft.com/office/drawing/2014/main" id="{C7C2C74B-1FFA-40B3-893A-DB0A34950C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필요한 팁 찾아보기</a:t>
            </a:r>
          </a:p>
        </p:txBody>
      </p:sp>
      <p:sp>
        <p:nvSpPr>
          <p:cNvPr id="2" name="S104">
            <a:extLst xmlns:a="http://schemas.openxmlformats.org/drawingml/2006/main">
              <a:ext uri="{FF2B5EF4-FFF2-40B4-BE49-F238E27FC236}">
                <a16:creationId xmlns:a16="http://schemas.microsoft.com/office/drawing/2014/main" id="{127DD9D9-3EEC-4ED6-A882-236A03B841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CT 5 실무 적용 팁 모아보기">
            <a:extLst xmlns:a="http://schemas.openxmlformats.org/drawingml/2006/main">
              <a:ext uri="{FF2B5EF4-FFF2-40B4-BE49-F238E27FC236}">
                <a16:creationId xmlns:a16="http://schemas.microsoft.com/office/drawing/2014/main" id="{C7008407-7641-4368-B9C0-90D662F852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5 실무 적용 팁 모아보기</a:t>
            </a:r>
          </a:p>
        </p:txBody>
      </p:sp>
      <p:sp>
        <p:nvSpPr>
          <p:cNvPr id="4" name="">
            <a:extLst xmlns:a="http://schemas.openxmlformats.org/drawingml/2006/main">
              <a:ext uri="{FF2B5EF4-FFF2-40B4-BE49-F238E27FC236}">
                <a16:creationId xmlns:a16="http://schemas.microsoft.com/office/drawing/2014/main" id="{3640FE8F-AC80-408B-BFCF-A9D9E69C8C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1962EED7-CC6F-457F-A674-A3B3B453AD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46AA8DCC-E97A-45FF-A38F-85EEADCB4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E70A937-AEA4-4F84-8FB2-B9EF09436EB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4CD81245-5C3D-48B6-930D-65DB3F24A8D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268EB5A-723B-4835-AC71-AE921BD4867E}"/>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9721F98-BCB4-4540-9BF5-D122F29561BC}"/>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9956570-9C6D-47E5-8AA1-1E26B0251F0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00">
            <a:extLst xmlns:a="http://schemas.openxmlformats.org/drawingml/2006/main">
              <a:ext uri="{FF2B5EF4-FFF2-40B4-BE49-F238E27FC236}">
                <a16:creationId xmlns:a16="http://schemas.microsoft.com/office/drawing/2014/main" id="{EB14718B-D13B-4AAB-8B16-90D6D0826871}"/>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13" name="무엇을 남기고, 무엇을 덜어낼까?">
            <a:extLst xmlns:a="http://schemas.openxmlformats.org/drawingml/2006/main">
              <a:ext uri="{FF2B5EF4-FFF2-40B4-BE49-F238E27FC236}">
                <a16:creationId xmlns:a16="http://schemas.microsoft.com/office/drawing/2014/main" id="{38FC6D22-8A67-4967-B698-35189C8D0C89}"/>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14" name="">
            <a:extLst xmlns:a="http://schemas.openxmlformats.org/drawingml/2006/main">
              <a:ext uri="{FF2B5EF4-FFF2-40B4-BE49-F238E27FC236}">
                <a16:creationId xmlns:a16="http://schemas.microsoft.com/office/drawing/2014/main" id="{2A399606-F190-4E38-ABC4-A9F8DB9DB567}"/>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768AA00-3616-4881-9387-BF7038AE404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101">
            <a:extLst xmlns:a="http://schemas.openxmlformats.org/drawingml/2006/main">
              <a:ext uri="{FF2B5EF4-FFF2-40B4-BE49-F238E27FC236}">
                <a16:creationId xmlns:a16="http://schemas.microsoft.com/office/drawing/2014/main" id="{7002816A-8514-4963-9559-2A5171B894C4}"/>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17" name="덜어낸 뒤에도 필요한 일을 하는가?">
            <a:extLst xmlns:a="http://schemas.openxmlformats.org/drawingml/2006/main">
              <a:ext uri="{FF2B5EF4-FFF2-40B4-BE49-F238E27FC236}">
                <a16:creationId xmlns:a16="http://schemas.microsoft.com/office/drawing/2014/main" id="{69C6800D-5EFE-4463-8232-6E482AC02403}"/>
              </a:ext>
            </a:extLst>
          </p:cNvPr>
          <p:cNvSpPr>
            <a:spLocks xmlns:a="http://schemas.openxmlformats.org/drawingml/2006/main" noGrp="1"/>
          </p:cNvSpPr>
          <p:nvPr/>
        </p:nvSpPr>
        <p:spPr>
          <a:xfrm xmlns:a="http://schemas.openxmlformats.org/drawingml/2006/main">
            <a:off x="1714500" y="3457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18" name="Legacy module connection">
            <a:extLst xmlns:a="http://schemas.openxmlformats.org/drawingml/2006/main">
              <a:ext uri="{FF2B5EF4-FFF2-40B4-BE49-F238E27FC236}">
                <a16:creationId xmlns:a16="http://schemas.microsoft.com/office/drawing/2014/main" id="{1555C874-17E0-43AF-807E-7460D6F98F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45592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B6192109-56DC-4785-B51F-C34BC0C6F2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5">
            <a:extLst xmlns:a="http://schemas.openxmlformats.org/drawingml/2006/main">
              <a:ext uri="{FF2B5EF4-FFF2-40B4-BE49-F238E27FC236}">
                <a16:creationId xmlns:a16="http://schemas.microsoft.com/office/drawing/2014/main" id="{E129AF91-D57F-4005-BE9D-6267F4FA16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Q&amp;A와 교육 마무리">
            <a:extLst xmlns:a="http://schemas.openxmlformats.org/drawingml/2006/main">
              <a:ext uri="{FF2B5EF4-FFF2-40B4-BE49-F238E27FC236}">
                <a16:creationId xmlns:a16="http://schemas.microsoft.com/office/drawing/2014/main" id="{7319A149-E721-4B45-A793-494EE11FD9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6789E5F4-63B7-496E-A23A-A687798623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0503D795-F370-4E9D-92E7-AFC5B8BD69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3E71070-BA49-4165-A8A6-111384DB74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71BDC25F-DDFF-4BFD-9ADA-9BA3381B2E00}"/>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0C69D22F-CB55-4F0C-A6D0-B5D5EAC7D48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914BC4EC-3C94-48CF-9FC8-7267824F1920}"/>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0093B315-A0F3-4077-A538-15590F0D33B0}"/>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9C486B1F-031D-4DCA-920F-DED1E26464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924054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2026-10-25T08:39:21.8990000Z</dcterms:created>
  <dcterms:modified xsi:type="dcterms:W3CDTF">2026-10-25T08:39:21.8990000Z</dcterms:modified>
</coreProperties>
</file>