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06b338bc9544241" /><Relationship Type="http://schemas.openxmlformats.org/officeDocument/2006/relationships/extended-properties" Target="/docProps/app.xml" Id="R70b0b470f3974e3d" /><Relationship Type="http://schemas.openxmlformats.org/officeDocument/2006/relationships/officeDocument" Target="/ppt/presentation.xml" Id="Rd7002a7e570f4db1" /></Relationships>
</file>

<file path=ppt/presentation.xml><?xml version="1.0" encoding="utf-8"?>
<p:presentation xmlns:p="http://schemas.openxmlformats.org/presentationml/2006/main">
  <p:sldMasterIdLst>
    <p:sldMasterId xmlns:r="http://schemas.openxmlformats.org/officeDocument/2006/relationships" id="2147483648" r:id="R92fb62241ce745a1"/>
  </p:sldMasterIdLst>
  <p:notesMasterIdLst>
    <p:notesMasterId xmlns:r="http://schemas.openxmlformats.org/officeDocument/2006/relationships" r:id="Rca9e93abd9c04628"/>
  </p:notesMasterIdLst>
  <p:sldIdLst>
    <p:sldId xmlns:r="http://schemas.openxmlformats.org/officeDocument/2006/relationships" id="256" r:id="Rfe15fc454b5a451d"/>
    <p:sldId xmlns:r="http://schemas.openxmlformats.org/officeDocument/2006/relationships" id="257" r:id="R1b94e5fddfaf4145"/>
    <p:sldId xmlns:r="http://schemas.openxmlformats.org/officeDocument/2006/relationships" id="258" r:id="R7be6182f3aca420d"/>
    <p:sldId xmlns:r="http://schemas.openxmlformats.org/officeDocument/2006/relationships" id="259" r:id="Rd664a746d9eb4ffb"/>
    <p:sldId xmlns:r="http://schemas.openxmlformats.org/officeDocument/2006/relationships" id="260" r:id="R28bd97f348f1477a"/>
    <p:sldId xmlns:r="http://schemas.openxmlformats.org/officeDocument/2006/relationships" id="261" r:id="R15edcb77d07248e5"/>
    <p:sldId xmlns:r="http://schemas.openxmlformats.org/officeDocument/2006/relationships" id="262" r:id="Re9f95774f0af4d79"/>
    <p:sldId xmlns:r="http://schemas.openxmlformats.org/officeDocument/2006/relationships" id="263" r:id="R310b5691a7264d5c"/>
    <p:sldId xmlns:r="http://schemas.openxmlformats.org/officeDocument/2006/relationships" id="264" r:id="Rc6704ca4a6904166"/>
    <p:sldId xmlns:r="http://schemas.openxmlformats.org/officeDocument/2006/relationships" id="265" r:id="R67e1f62b7b454257"/>
    <p:sldId xmlns:r="http://schemas.openxmlformats.org/officeDocument/2006/relationships" id="266" r:id="Rd6df7a033d6b416d"/>
    <p:sldId xmlns:r="http://schemas.openxmlformats.org/officeDocument/2006/relationships" id="267" r:id="R41dc79d7b4944874"/>
    <p:sldId xmlns:r="http://schemas.openxmlformats.org/officeDocument/2006/relationships" id="268" r:id="R62c1ddff02374520"/>
    <p:sldId xmlns:r="http://schemas.openxmlformats.org/officeDocument/2006/relationships" id="269" r:id="Ref87d882a86e4337"/>
    <p:sldId xmlns:r="http://schemas.openxmlformats.org/officeDocument/2006/relationships" id="270" r:id="Rad98f1c618ed4196"/>
    <p:sldId xmlns:r="http://schemas.openxmlformats.org/officeDocument/2006/relationships" id="271" r:id="R6acc5153168d446c"/>
    <p:sldId xmlns:r="http://schemas.openxmlformats.org/officeDocument/2006/relationships" id="272" r:id="R7a68d23ec4ff4e86"/>
    <p:sldId xmlns:r="http://schemas.openxmlformats.org/officeDocument/2006/relationships" id="273" r:id="R4926bf3be19c45b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32164cf3574b11" /><Relationship Type="http://schemas.openxmlformats.org/officeDocument/2006/relationships/slideMaster" Target="/ppt/slideMasters/slideMaster1.xml" Id="R92fb62241ce745a1" /><Relationship Type="http://schemas.openxmlformats.org/officeDocument/2006/relationships/notesMaster" Target="/ppt/notesMasters/notesMaster1.xml" Id="Rca9e93abd9c04628" /><Relationship Type="http://schemas.openxmlformats.org/officeDocument/2006/relationships/presProps" Target="/ppt/presProps.xml" Id="R2b4f6089e8784a32" /><Relationship Type="http://schemas.openxmlformats.org/officeDocument/2006/relationships/tableStyles" Target="/ppt/tableStyles.xml" Id="R48cae16a36ba412b" /><Relationship Type="http://schemas.openxmlformats.org/officeDocument/2006/relationships/slide" Target="/ppt/slides/slide1.xml" Id="Rfe15fc454b5a451d" /><Relationship Type="http://schemas.openxmlformats.org/officeDocument/2006/relationships/slide" Target="/ppt/slides/slide2.xml" Id="R1b94e5fddfaf4145" /><Relationship Type="http://schemas.openxmlformats.org/officeDocument/2006/relationships/slide" Target="/ppt/slides/slide3.xml" Id="R7be6182f3aca420d" /><Relationship Type="http://schemas.openxmlformats.org/officeDocument/2006/relationships/slide" Target="/ppt/slides/slide4.xml" Id="Rd664a746d9eb4ffb" /><Relationship Type="http://schemas.openxmlformats.org/officeDocument/2006/relationships/slide" Target="/ppt/slides/slide5.xml" Id="R28bd97f348f1477a" /><Relationship Type="http://schemas.openxmlformats.org/officeDocument/2006/relationships/slide" Target="/ppt/slides/slide6.xml" Id="R15edcb77d07248e5" /><Relationship Type="http://schemas.openxmlformats.org/officeDocument/2006/relationships/slide" Target="/ppt/slides/slide7.xml" Id="Re9f95774f0af4d79" /><Relationship Type="http://schemas.openxmlformats.org/officeDocument/2006/relationships/slide" Target="/ppt/slides/slide8.xml" Id="R310b5691a7264d5c" /><Relationship Type="http://schemas.openxmlformats.org/officeDocument/2006/relationships/slide" Target="/ppt/slides/slide9.xml" Id="Rc6704ca4a6904166" /><Relationship Type="http://schemas.openxmlformats.org/officeDocument/2006/relationships/slide" Target="/ppt/slides/slide10.xml" Id="R67e1f62b7b454257" /><Relationship Type="http://schemas.openxmlformats.org/officeDocument/2006/relationships/slide" Target="/ppt/slides/slide11.xml" Id="Rd6df7a033d6b416d" /><Relationship Type="http://schemas.openxmlformats.org/officeDocument/2006/relationships/slide" Target="/ppt/slides/slide12.xml" Id="R41dc79d7b4944874" /><Relationship Type="http://schemas.openxmlformats.org/officeDocument/2006/relationships/slide" Target="/ppt/slides/slide13.xml" Id="R62c1ddff02374520" /><Relationship Type="http://schemas.openxmlformats.org/officeDocument/2006/relationships/slide" Target="/ppt/slides/slide14.xml" Id="Ref87d882a86e4337" /><Relationship Type="http://schemas.openxmlformats.org/officeDocument/2006/relationships/slide" Target="/ppt/slides/slide15.xml" Id="Rad98f1c618ed4196" /><Relationship Type="http://schemas.openxmlformats.org/officeDocument/2006/relationships/slide" Target="/ppt/slides/slide16.xml" Id="R6acc5153168d446c" /><Relationship Type="http://schemas.openxmlformats.org/officeDocument/2006/relationships/slide" Target="/ppt/slides/slide17.xml" Id="R7a68d23ec4ff4e86" /><Relationship Type="http://schemas.openxmlformats.org/officeDocument/2006/relationships/slide" Target="/ppt/slides/slide18.xml" Id="R4926bf3be19c45b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5a97fb53d234a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6f9ee9c5eeb4b97" /><Relationship Type="http://schemas.openxmlformats.org/officeDocument/2006/relationships/notesMaster" Target="/ppt/notesMasters/notesMaster1.xml" Id="Rca4c781cc219489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64330e6663a4152" /><Relationship Type="http://schemas.openxmlformats.org/officeDocument/2006/relationships/notesMaster" Target="/ppt/notesMasters/notesMaster1.xml" Id="Ra4e1866e54ad4842" /></Relationships>
</file>

<file path=ppt/notesSlides/_rels/notesSlide3.xml.rels>&#65279;<?xml version="1.0" encoding="utf-8"?><Relationships xmlns="http://schemas.openxmlformats.org/package/2006/relationships"><Relationship Type="http://schemas.openxmlformats.org/officeDocument/2006/relationships/slide" Target="/ppt/slides/slide3.xml" Id="R1a054ab7f1e146d2" /><Relationship Type="http://schemas.openxmlformats.org/officeDocument/2006/relationships/notesMaster" Target="/ppt/notesMasters/notesMaster1.xml" Id="Rc8f2eedebd5e455f" /></Relationships>
</file>

<file path=ppt/notesSlides/_rels/notesSlide4.xml.rels>&#65279;<?xml version="1.0" encoding="utf-8"?><Relationships xmlns="http://schemas.openxmlformats.org/package/2006/relationships"><Relationship Type="http://schemas.openxmlformats.org/officeDocument/2006/relationships/slide" Target="/ppt/slides/slide4.xml" Id="Rf89e88107d9f4421" /><Relationship Type="http://schemas.openxmlformats.org/officeDocument/2006/relationships/notesMaster" Target="/ppt/notesMasters/notesMaster1.xml" Id="R6645e0d9db6f4fde" /></Relationships>
</file>

<file path=ppt/notesSlides/_rels/notesSlide5.xml.rels>&#65279;<?xml version="1.0" encoding="utf-8"?><Relationships xmlns="http://schemas.openxmlformats.org/package/2006/relationships"><Relationship Type="http://schemas.openxmlformats.org/officeDocument/2006/relationships/slide" Target="/ppt/slides/slide5.xml" Id="Rabeaaad4126c4249" /><Relationship Type="http://schemas.openxmlformats.org/officeDocument/2006/relationships/notesMaster" Target="/ppt/notesMasters/notesMaster1.xml" Id="R8e610c28c3ea419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fee3bfdb005466e" /><Relationship Type="http://schemas.openxmlformats.org/officeDocument/2006/relationships/notesMaster" Target="/ppt/notesMasters/notesMaster1.xml" Id="R54884e169c9f4682"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ddf0bd67e04e42" /><Relationship Type="http://schemas.openxmlformats.org/officeDocument/2006/relationships/notesMaster" Target="/ppt/notesMasters/notesMaster1.xml" Id="Ra729c8e3a825443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d4e483d33474e64" /><Relationship Type="http://schemas.openxmlformats.org/officeDocument/2006/relationships/notesMaster" Target="/ppt/notesMasters/notesMaster1.xml" Id="R68d19a2a62d04fba" /></Relationships>
</file>

<file path=ppt/notesSlides/_rels/notesSlide9.xml.rels>&#65279;<?xml version="1.0" encoding="utf-8"?><Relationships xmlns="http://schemas.openxmlformats.org/package/2006/relationships"><Relationship Type="http://schemas.openxmlformats.org/officeDocument/2006/relationships/slide" Target="/ppt/slides/slide9.xml" Id="R8aba5ae7379f485f" /><Relationship Type="http://schemas.openxmlformats.org/officeDocument/2006/relationships/notesMaster" Target="/ppt/notesMasters/notesMaster1.xml" Id="R6fc3659543304e8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124e36a8daa480d" /><Relationship Type="http://schemas.openxmlformats.org/officeDocument/2006/relationships/notesMaster" Target="/ppt/notesMasters/notesMaster1.xml" Id="R12edc8fa6d40475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1ab12d7e7e64f2f" /><Relationship Type="http://schemas.openxmlformats.org/officeDocument/2006/relationships/notesMaster" Target="/ppt/notesMasters/notesMaster1.xml" Id="R15233f284a0f481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191c6541d14caa" /><Relationship Type="http://schemas.openxmlformats.org/officeDocument/2006/relationships/notesMaster" Target="/ppt/notesMasters/notesMaster1.xml" Id="Rd9d7c904380c408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12b63a134b14037" /><Relationship Type="http://schemas.openxmlformats.org/officeDocument/2006/relationships/notesMaster" Target="/ppt/notesMasters/notesMaster1.xml" Id="R5a85986e884644c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7c75028c7d74716" /><Relationship Type="http://schemas.openxmlformats.org/officeDocument/2006/relationships/notesMaster" Target="/ppt/notesMasters/notesMaster1.xml" Id="R6e6bef690a4d4a9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19ce3f6035544f6" /><Relationship Type="http://schemas.openxmlformats.org/officeDocument/2006/relationships/notesMaster" Target="/ppt/notesMasters/notesMaster1.xml" Id="R4a0bb956909e4bd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43f866c8d9842a5" /><Relationship Type="http://schemas.openxmlformats.org/officeDocument/2006/relationships/notesMaster" Target="/ppt/notesMasters/notesMaster1.xml" Id="R5a7254f59a264c2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54f4e4e47d347d9" /><Relationship Type="http://schemas.openxmlformats.org/officeDocument/2006/relationships/notesMaster" Target="/ppt/notesMasters/notesMaster1.xml" Id="R4c68760cb8774dd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37ff5069598454e" /><Relationship Type="http://schemas.openxmlformats.org/officeDocument/2006/relationships/notesMaster" Target="/ppt/notesMasters/notesMaster1.xml" Id="R4567208cf2fc47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서로 다른 Performance Task, 반복되는 절차</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production/preview/act3/S38.png와 production/preview/full/S38.png다.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Project 사실과 작업 절차는 다르다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Task, Context, Workflow의 역할</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S39의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41에서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반복 절차를 Skill로 옮길 수 있을까?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42에서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Skill을 어떻게 발견하고 호출할까?</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절차의 책임이 Prompt에서 Repository로 이동</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답을 담지 않는 Workflow</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측정으로 후보를 고르다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S46의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S46에서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Working Harness Success</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S46 및 `production/preview/act3/S46.png`의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이 작업에 Subagent가 필요했을까?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Subagent를 고려할 조건</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무엇이 다시 찾기 어려운 지식인가?</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Memory는 재발견 비용으로 판단</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Minimum Effective Harness</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52–54에서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Harness는 작업 환경 설계다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54에서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Repository 밖의 환경도 결과에 영향을 준다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S53 또는 `production/preview/act3/S53.png`의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Engineering Pattern은 C++에도 전이된다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production/preview/act3/S54.png와 production/preview/full/S54.png다.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필요한 구조부터 질문하기</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18046e902c4a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d6ead2fcce9471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65544485eb04e6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dbcd022c85e444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369bc916a5d4e4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36a7dfce4754ea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8205DB-6051-4617-80A4-9DFDECFA5E7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98B73B4-08CE-4021-BBBB-E9052B2DF74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8B52777-944B-4D9F-B5CD-F25DD691B70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569A57D-0D1D-4DFE-ADBC-B5C50175A9B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E2C7316-DBFC-4965-8AD2-4A60F7FE35C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0D959A5-5207-48F0-B0FD-57F98AE9148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5742B8-8BFE-43F0-B57B-77442F08FA8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8FA8E1B-FC07-428C-9B61-C4F5EE1801F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9082ABC-1A06-4C92-870E-CD934FDE542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F3FCF20-C743-4C10-94BF-6D5C542D383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2521cd6ba0d4829" /><Relationship Type="http://schemas.openxmlformats.org/officeDocument/2006/relationships/slideLayout" Target="/ppt/slideLayouts/slideLayout1.xml" Id="R7c5ac551be1740f6" /><Relationship Type="http://schemas.openxmlformats.org/officeDocument/2006/relationships/slideLayout" Target="/ppt/slideLayouts/slideLayout2.xml" Id="R6c9a7f71b1bf4c78" /><Relationship Type="http://schemas.openxmlformats.org/officeDocument/2006/relationships/slideLayout" Target="/ppt/slideLayouts/slideLayout3.xml" Id="R09d02a2e81964155" /><Relationship Type="http://schemas.openxmlformats.org/officeDocument/2006/relationships/slideLayout" Target="/ppt/slideLayouts/slideLayout4.xml" Id="Rf8b31978a85f4c35" /><Relationship Type="http://schemas.openxmlformats.org/officeDocument/2006/relationships/slideLayout" Target="/ppt/slideLayouts/slideLayout5.xml" Id="R22d3d1c2fe844d6a" /><Relationship Type="http://schemas.openxmlformats.org/officeDocument/2006/relationships/slideLayout" Target="/ppt/slideLayouts/slideLayout6.xml" Id="Re17a3db35c6c40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5ac551be1740f6"/>
    <p:sldLayoutId xmlns:r="http://schemas.openxmlformats.org/officeDocument/2006/relationships" id="2147483650" r:id="R6c9a7f71b1bf4c78"/>
    <p:sldLayoutId xmlns:r="http://schemas.openxmlformats.org/officeDocument/2006/relationships" id="2147483651" r:id="R09d02a2e81964155"/>
    <p:sldLayoutId xmlns:r="http://schemas.openxmlformats.org/officeDocument/2006/relationships" id="2147483652" r:id="Rf8b31978a85f4c35"/>
    <p:sldLayoutId xmlns:r="http://schemas.openxmlformats.org/officeDocument/2006/relationships" id="2147483653" r:id="R22d3d1c2fe844d6a"/>
    <p:sldLayoutId xmlns:r="http://schemas.openxmlformats.org/officeDocument/2006/relationships" id="2147483654" r:id="Re17a3db35c6c40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0395b05d9d94852" /><Relationship Type="http://schemas.openxmlformats.org/officeDocument/2006/relationships/image" Target="/ppt/media/image.png" Id="R468caba24d744c40" /><Relationship Type="http://schemas.openxmlformats.org/officeDocument/2006/relationships/image" Target="/ppt/media/image2.png" Id="Rf7ceb98fec8441ae" /><Relationship Type="http://schemas.openxmlformats.org/officeDocument/2006/relationships/image" Target="/ppt/media/image3.png" Id="Rd055ec840c38430c" /><Relationship Type="http://schemas.openxmlformats.org/officeDocument/2006/relationships/image" Target="/ppt/media/image4.png" Id="Rb64951d12bb6448b" /><Relationship Type="http://schemas.openxmlformats.org/officeDocument/2006/relationships/notesSlide" Target="/ppt/notesSlides/notesSlide1.xml" Id="R0888aeb0bdc3451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4fb3cf87ead4ee2" /><Relationship Type="http://schemas.openxmlformats.org/officeDocument/2006/relationships/notesSlide" Target="/ppt/notesSlides/notesSlide2.xml" Id="R022d1c2d763049a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22f600bd51e474c" /><Relationship Type="http://schemas.openxmlformats.org/officeDocument/2006/relationships/notesSlide" Target="/ppt/notesSlides/notesSlide3.xml" Id="Rb14622c433fa431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3590eb34044472a" /><Relationship Type="http://schemas.openxmlformats.org/officeDocument/2006/relationships/notesSlide" Target="/ppt/notesSlides/notesSlide4.xml" Id="Re0c0c518d7a144c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40fd3f9d20e453c" /><Relationship Type="http://schemas.openxmlformats.org/officeDocument/2006/relationships/notesSlide" Target="/ppt/notesSlides/notesSlide5.xml" Id="Rd3908c59970340d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4810c799ef9413f" /><Relationship Type="http://schemas.openxmlformats.org/officeDocument/2006/relationships/notesSlide" Target="/ppt/notesSlides/notesSlide6.xml" Id="Rcc0ad4131331415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b951ac461e844f1" /><Relationship Type="http://schemas.openxmlformats.org/officeDocument/2006/relationships/notesSlide" Target="/ppt/notesSlides/notesSlide7.xml" Id="R0837a3cbb38e431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1af886ebd4143f2" /><Relationship Type="http://schemas.openxmlformats.org/officeDocument/2006/relationships/notesSlide" Target="/ppt/notesSlides/notesSlide8.xml" Id="R237e6d1ffcee454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1775829f2ee4564" /><Relationship Type="http://schemas.openxmlformats.org/officeDocument/2006/relationships/chart" Target="/ppt/slides/charts/chart1.xml" Id="Rc1b12f99445c423f" /><Relationship Type="http://schemas.openxmlformats.org/officeDocument/2006/relationships/notesSlide" Target="/ppt/notesSlides/notesSlide9.xml" Id="R76d15786d5104f7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11adb4bc92e341e4" /><Relationship Type="http://schemas.openxmlformats.org/officeDocument/2006/relationships/notesSlide" Target="/ppt/notesSlides/notesSlide10.xml" Id="Rc771da5ded554f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4ac2e5394f345a7" /><Relationship Type="http://schemas.openxmlformats.org/officeDocument/2006/relationships/notesSlide" Target="/ppt/notesSlides/notesSlide11.xml" Id="R034c26e10258427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a643f254b8c4828" /><Relationship Type="http://schemas.openxmlformats.org/officeDocument/2006/relationships/notesSlide" Target="/ppt/notesSlides/notesSlide12.xml" Id="R617b1d6ac96d461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c3593987f90400b" /><Relationship Type="http://schemas.openxmlformats.org/officeDocument/2006/relationships/notesSlide" Target="/ppt/notesSlides/notesSlide13.xml" Id="R2488797adc334e2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aa95dd8d2d749cc" /><Relationship Type="http://schemas.openxmlformats.org/officeDocument/2006/relationships/notesSlide" Target="/ppt/notesSlides/notesSlide14.xml" Id="R58c844a93fb5443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96b7884c9f64269" /><Relationship Type="http://schemas.openxmlformats.org/officeDocument/2006/relationships/notesSlide" Target="/ppt/notesSlides/notesSlide15.xml" Id="Re167c08a8755468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5e3574cd92574080" /><Relationship Type="http://schemas.openxmlformats.org/officeDocument/2006/relationships/notesSlide" Target="/ppt/notesSlides/notesSlide16.xml" Id="R7e68b19e2186423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6f40e269df7649af" /><Relationship Type="http://schemas.openxmlformats.org/officeDocument/2006/relationships/image" Target="/ppt/media/image5.png" Id="R021737a0f9cf4bfb" /><Relationship Type="http://schemas.openxmlformats.org/officeDocument/2006/relationships/notesSlide" Target="/ppt/notesSlides/notesSlide17.xml" Id="R2e79e492594d4f6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60bcd191f34e4a74" /><Relationship Type="http://schemas.openxmlformats.org/officeDocument/2006/relationships/notesSlide" Target="/ppt/notesSlides/notesSlide18.xml" Id="R7bcbeeb8d225429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50462161-E12A-40C3-A5FB-F930D4B651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8">
            <a:extLst xmlns:a="http://schemas.openxmlformats.org/drawingml/2006/main">
              <a:ext uri="{FF2B5EF4-FFF2-40B4-BE49-F238E27FC236}">
                <a16:creationId xmlns:a16="http://schemas.microsoft.com/office/drawing/2014/main" id="{94C8D533-BCD0-4A8B-BC24-B527241539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서로 다른 Performance Task,&#10;반복되는 절차">
            <a:extLst xmlns:a="http://schemas.openxmlformats.org/drawingml/2006/main">
              <a:ext uri="{FF2B5EF4-FFF2-40B4-BE49-F238E27FC236}">
                <a16:creationId xmlns:a16="http://schemas.microsoft.com/office/drawing/2014/main" id="{0F378D50-7E80-4809-A440-A738F58727A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81E58425-4A97-4D0D-81D6-74271514D94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101756E1-53AD-4285-A16F-39ACD2367D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D728D6CE-2AC7-4FC8-9F81-5D0FF651BD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2CFF2F18-E231-4BCF-8479-7C7B6AC5354A}"/>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110543DD-A47B-4687-9066-CA8CDC25DCB0}"/>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0E80966C-8522-40A2-A182-BF9C6DBD805E}"/>
              </a:ext>
            </a:extLst>
          </p:cNvPr>
          <p:cNvPicPr>
            <a:picLocks xmlns:a="http://schemas.openxmlformats.org/drawingml/2006/main" noChangeAspect="1"/>
          </p:cNvPicPr>
          <p:nvPr/>
        </p:nvPicPr>
        <p:blipFill>
          <a:blip xmlns:r="http://schemas.openxmlformats.org/officeDocument/2006/relationships" xmlns:a="http://schemas.openxmlformats.org/drawingml/2006/main" r:embed="R468caba24d744c40"/>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67DB1EF2-38B2-4732-8726-8DB46E85FA37}"/>
              </a:ext>
            </a:extLst>
          </p:cNvPr>
          <p:cNvPicPr>
            <a:picLocks xmlns:a="http://schemas.openxmlformats.org/drawingml/2006/main" noChangeAspect="1"/>
          </p:cNvPicPr>
          <p:nvPr/>
        </p:nvPicPr>
        <p:blipFill>
          <a:blip xmlns:r="http://schemas.openxmlformats.org/officeDocument/2006/relationships" xmlns:a="http://schemas.openxmlformats.org/drawingml/2006/main" r:embed="Rf7ceb98fec8441ae"/>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BF3F7FDF-084B-4C80-AFC7-99DAC425B42D}"/>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D79D4A42-B5DB-4656-B197-2CCDA3C5EB60}"/>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37AA899C-9357-408C-93A6-3DFCC61D73D0}"/>
              </a:ext>
            </a:extLst>
          </p:cNvPr>
          <p:cNvPicPr>
            <a:picLocks xmlns:a="http://schemas.openxmlformats.org/drawingml/2006/main" noChangeAspect="1"/>
          </p:cNvPicPr>
          <p:nvPr/>
        </p:nvPicPr>
        <p:blipFill>
          <a:blip xmlns:r="http://schemas.openxmlformats.org/officeDocument/2006/relationships" xmlns:a="http://schemas.openxmlformats.org/drawingml/2006/main" r:embed="Rd055ec840c38430c"/>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52F6D834-7128-4665-9753-A0F069FC2780}"/>
              </a:ext>
            </a:extLst>
          </p:cNvPr>
          <p:cNvPicPr>
            <a:picLocks xmlns:a="http://schemas.openxmlformats.org/drawingml/2006/main" noChangeAspect="1"/>
          </p:cNvPicPr>
          <p:nvPr/>
        </p:nvPicPr>
        <p:blipFill>
          <a:blip xmlns:r="http://schemas.openxmlformats.org/officeDocument/2006/relationships" xmlns:a="http://schemas.openxmlformats.org/drawingml/2006/main" r:embed="Rb64951d12bb6448b"/>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A6318209-EF46-4FEA-B258-048FB58673DC}"/>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7F8EC262-C9C1-4062-AA41-F3B41197CE3B}"/>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7044994C-D33F-4623-A5FC-70DEB32DEAD5}"/>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81C75E6A-0591-4DE4-9ED8-33D2975F96CE}"/>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82EF4F89-6E3C-4886-886F-6E52B040561B}"/>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E99E7E62-6761-480B-BE52-100D0163B281}"/>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D2DED4BD-0737-4603-9A7A-623FEBFFACAE}"/>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3137B884-D761-47C9-B336-3E32E895E19C}"/>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2FA649C5-51DD-4618-83A4-3A9B99B9799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641406654"/>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A82A0B21-64DD-4C57-8989-84E282E83D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9">
            <a:extLst xmlns:a="http://schemas.openxmlformats.org/drawingml/2006/main">
              <a:ext uri="{FF2B5EF4-FFF2-40B4-BE49-F238E27FC236}">
                <a16:creationId xmlns:a16="http://schemas.microsoft.com/office/drawing/2014/main" id="{62B7D270-97FD-4AD1-95C7-FF6BBB0AFF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Project 사실과 작업 절차는 다르다">
            <a:extLst xmlns:a="http://schemas.openxmlformats.org/drawingml/2006/main">
              <a:ext uri="{FF2B5EF4-FFF2-40B4-BE49-F238E27FC236}">
                <a16:creationId xmlns:a16="http://schemas.microsoft.com/office/drawing/2014/main" id="{7C3415AF-4BAF-4F4E-93A8-DFFB614DA3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A03DFD78-0AB6-4D83-917E-AD568A312B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7A5296E9-D2D3-4D0C-A0FE-B5AEDFEDEB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3562A416-1094-4EC3-8C10-82DBEA521B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7CCC56D1-4A15-4456-8F37-8F2E5EF3AEB1}"/>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E494D1C3-E489-4515-AF9F-7FECD6714F78}"/>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AEF031FC-5829-4B6F-BBE9-F62B2522B0A9}"/>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BB6BF7AE-BD2B-45B4-8FCF-48E04C18B3D1}"/>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1B78326A-0A4A-4867-9BBF-8336C23F7214}"/>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8853E1E6-2B5F-4C4F-8E8F-3FE7A8BF279D}"/>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F70FE5F0-EA8E-413A-94E6-CC3E1B5B0FC3}"/>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6A0CD045-B0EE-440A-9E0D-17DE4527A59F}"/>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7DE3BF74-E7FA-4B11-AAE1-CB5D3D1C6451}"/>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CE21F490-B5E7-44AC-92C5-8AA999A8F9C5}"/>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DEAC60A7-C37A-402C-A2AF-784D397B5290}"/>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E8FBE969-CEDA-466E-BEF8-F02FA13439E8}"/>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D308EABA-B0B8-4ED1-862E-5C0F867F89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83503441"/>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46BFB89E-8481-4AE6-B7B4-3788ABFF2B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0">
            <a:extLst xmlns:a="http://schemas.openxmlformats.org/drawingml/2006/main">
              <a:ext uri="{FF2B5EF4-FFF2-40B4-BE49-F238E27FC236}">
                <a16:creationId xmlns:a16="http://schemas.microsoft.com/office/drawing/2014/main" id="{7518F1F0-B9E2-4EB1-B69F-636A5A8DC6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Task, Context, Workflow의 역할">
            <a:extLst xmlns:a="http://schemas.openxmlformats.org/drawingml/2006/main">
              <a:ext uri="{FF2B5EF4-FFF2-40B4-BE49-F238E27FC236}">
                <a16:creationId xmlns:a16="http://schemas.microsoft.com/office/drawing/2014/main" id="{B0D87FC1-900F-42EA-BF5C-D2C119BF7C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89F2DD4D-3F5C-403A-9B4D-3A3612C76A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CCF0961D-EAB6-40F9-ABD5-EB9C112659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362086CD-C225-486B-BF88-ADDC804CE2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FE0D9B34-1426-48CC-9676-5E39805C6772}"/>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69BE6C16-39AF-4A0F-ADA7-EE9212E3AEE9}"/>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C26D3584-8919-428B-8985-37EA26408446}"/>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ADBEF60A-8BEC-42C6-B0FA-4336E1A9A936}"/>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96FE7A14-A0B2-416D-BE63-647C87E3DCEE}"/>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4B4D1E5E-6026-445D-B396-67EAA4BBEBA4}"/>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26CEF67A-9806-4B93-82F0-26FDD75B3331}"/>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2A7CE364-2C96-489C-A55A-4AF73D1ED95F}"/>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780F6CB8-60BD-47B3-A6E0-D7EEA9BC89A6}"/>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DA7DBC36-3A31-4A5C-BBEF-D368B1228287}"/>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8E48F292-BA3F-4DF2-AD6A-FC186634C775}"/>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CAB8BB6D-EF04-4994-8A2B-CCD8330CCFBE}"/>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03360269-3F3F-4732-A670-FAF1C6CF5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94752204"/>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4F03CEDE-CB72-43EE-A252-A2F4625198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1">
            <a:extLst xmlns:a="http://schemas.openxmlformats.org/drawingml/2006/main">
              <a:ext uri="{FF2B5EF4-FFF2-40B4-BE49-F238E27FC236}">
                <a16:creationId xmlns:a16="http://schemas.microsoft.com/office/drawing/2014/main" id="{1A3AF042-203E-4360-9F2D-400105276E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반복 절차를 Skill로 옮길 수 있을까?">
            <a:extLst xmlns:a="http://schemas.openxmlformats.org/drawingml/2006/main">
              <a:ext uri="{FF2B5EF4-FFF2-40B4-BE49-F238E27FC236}">
                <a16:creationId xmlns:a16="http://schemas.microsoft.com/office/drawing/2014/main" id="{D105A803-4243-43A3-8DD8-82B95108B3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8FDD3E6B-BE51-4CC6-94A5-E4F14FF1F1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31946974-5663-4E75-9303-7E67E1DFD5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5C67F0FE-87BC-487D-B3BF-DD98B3B18C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E8138246-8B51-41B7-8156-F764E8567AEA}"/>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6BD960B9-CC69-40D6-8AB9-325FFAF68303}"/>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62C77363-B535-4AC6-AE27-2D0E8E46E0EF}"/>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DD7E0B7-95A5-4A21-B361-D7F5AA343406}"/>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BEDA46A1-9C25-4668-92DB-5ADBAEFC289F}"/>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FD33ED38-F7F4-4F55-8379-DD372A37B613}"/>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C2BD920D-E6F8-4D1B-8E98-EC01C05E7849}"/>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D8FA93E0-BEAF-4B2F-86DF-97A4DED06B89}"/>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B537D1D7-F9D2-4BD1-96BA-22B7C1880C10}"/>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6F7B16A0-DFE3-4028-948F-7093F0F9CDF7}"/>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E544B24B-C2C2-4EB2-8009-DBF87FDCCCBC}"/>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C27E2EF2-42CB-4BB5-B28D-717F0C9434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82880237"/>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1C4E2D07-9CF6-45AD-AC43-6379A5ADE0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2">
            <a:extLst xmlns:a="http://schemas.openxmlformats.org/drawingml/2006/main">
              <a:ext uri="{FF2B5EF4-FFF2-40B4-BE49-F238E27FC236}">
                <a16:creationId xmlns:a16="http://schemas.microsoft.com/office/drawing/2014/main" id="{B6122705-FB1C-4935-83D4-12A0A8C6BE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Skill을 어떻게 발견하고 호출할까?">
            <a:extLst xmlns:a="http://schemas.openxmlformats.org/drawingml/2006/main">
              <a:ext uri="{FF2B5EF4-FFF2-40B4-BE49-F238E27FC236}">
                <a16:creationId xmlns:a16="http://schemas.microsoft.com/office/drawing/2014/main" id="{02C1A0A6-9F56-4F86-939A-6F0D8E8970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457DD66C-7074-43F4-ABA7-1C0DF1334A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B3B1C039-E464-442C-85A7-FDEF402F4D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5527A27C-8646-4636-A59F-1A876DCF78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4A3407EF-2383-4824-90B6-38BD97EF0946}"/>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4CF04F62-49FE-4FB0-A98C-1F7961EB9548}"/>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7D33E436-B9B6-4824-9D0E-7CAAC0674689}"/>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6E4DEB0C-4697-4B75-8A1F-F4F8D5453D54}"/>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EF8C2C93-FD07-4707-AC15-17CDFF1AFE63}"/>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0111E143-0F72-475E-A9E9-553A2761DB77}"/>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4E60A879-8073-4C61-8706-B2BF041CA6C1}"/>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FD8D279C-3F9C-488C-8C98-A31E78705EA6}"/>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5416DF8A-2D30-4BA4-8D3A-E2845C805C13}"/>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016F87A8-AA47-4333-A9AA-C1121E119A1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2224492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81836738-F049-447D-ABFE-6B9DD7CB7C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3">
            <a:extLst xmlns:a="http://schemas.openxmlformats.org/drawingml/2006/main">
              <a:ext uri="{FF2B5EF4-FFF2-40B4-BE49-F238E27FC236}">
                <a16:creationId xmlns:a16="http://schemas.microsoft.com/office/drawing/2014/main" id="{24E6D225-F4E3-4249-B804-96AD419F7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절차의 책임이 Prompt에서&#10;Repository로 이동">
            <a:extLst xmlns:a="http://schemas.openxmlformats.org/drawingml/2006/main">
              <a:ext uri="{FF2B5EF4-FFF2-40B4-BE49-F238E27FC236}">
                <a16:creationId xmlns:a16="http://schemas.microsoft.com/office/drawing/2014/main" id="{5016D52D-AA82-47FA-AD2D-786D7158385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F7E75A0F-C186-48C5-A48A-8AB5A0DDE1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7739C5D5-71A3-46F4-800B-EBB2C18518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52C8DF35-74F7-4835-A642-FBDF00B34D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99D0F520-C4BC-4317-870A-BBCFBD15CF67}"/>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431BC140-0300-40E6-912C-34B5B9B0D0C5}"/>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90A67D34-8A99-4308-BD69-DF53F2DA8D22}"/>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7E660D1-9436-4AFE-B763-676470ED6DBC}"/>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1623211A-BF3C-431E-B845-149D328CD6D7}"/>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F9D07482-D51F-412D-ACD9-F1D37EB5438F}"/>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7FC73058-59CF-4E4F-AAB4-B3618649F676}"/>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7C9E70EE-772C-4C4C-8032-510292CF8DE5}"/>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26255E5B-D418-40F6-AFA3-ACBD35458231}"/>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CBD81609-F32A-4D0D-B95E-53047935DFEA}"/>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278C553F-ABDE-422C-B929-980094FBA9A4}"/>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0B948F3B-3737-43CF-B9C1-4424E03657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2178161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DF4118E2-DB7F-4F64-8AF5-0C9A474DDD6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4">
            <a:extLst xmlns:a="http://schemas.openxmlformats.org/drawingml/2006/main">
              <a:ext uri="{FF2B5EF4-FFF2-40B4-BE49-F238E27FC236}">
                <a16:creationId xmlns:a16="http://schemas.microsoft.com/office/drawing/2014/main" id="{C657CB0A-4E58-4BE1-B1B1-D2355F3ACA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답을 담지 않는 Workflow">
            <a:extLst xmlns:a="http://schemas.openxmlformats.org/drawingml/2006/main">
              <a:ext uri="{FF2B5EF4-FFF2-40B4-BE49-F238E27FC236}">
                <a16:creationId xmlns:a16="http://schemas.microsoft.com/office/drawing/2014/main" id="{CF527B3C-2F9B-4AD8-AEFF-8C9D04BBE6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FE50B2CE-154B-418F-A66C-344CBBA69B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21BF3389-927B-4822-8FE4-3462F85084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6DE9BA4E-3CB4-45E0-B530-B37A58789B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FAA48D3D-E86F-4854-9F30-075E27A4A5AC}"/>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B105C436-4EF8-4D1E-9510-BAD8409C9008}"/>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8BA3E189-BDB1-4D13-BD09-F54DA59F1F45}"/>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C825B2F2-F448-4703-B343-3F1356A4BFB1}"/>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E2AE2471-7B70-4F96-8C38-CD28E80E92E1}"/>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468FE8D8-76E7-4B36-8534-5A5F7CE4623E}"/>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DD898AB2-5D47-4CA5-97F9-F27B082E4D7F}"/>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829B62BF-68F9-43C3-B06C-638AFF0C4B6D}"/>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F8B889C9-96E0-492D-9737-769DA6A02CB5}"/>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ACE9FB92-3A16-4540-B4EB-15C8DEAA58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67821587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7970EE1B-E68D-45BE-97F1-0384ABC162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5">
            <a:extLst xmlns:a="http://schemas.openxmlformats.org/drawingml/2006/main">
              <a:ext uri="{FF2B5EF4-FFF2-40B4-BE49-F238E27FC236}">
                <a16:creationId xmlns:a16="http://schemas.microsoft.com/office/drawing/2014/main" id="{F4E15790-3113-4725-9105-4093C555C7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측정으로 후보를 고르다">
            <a:extLst xmlns:a="http://schemas.openxmlformats.org/drawingml/2006/main">
              <a:ext uri="{FF2B5EF4-FFF2-40B4-BE49-F238E27FC236}">
                <a16:creationId xmlns:a16="http://schemas.microsoft.com/office/drawing/2014/main" id="{594E87EB-874B-41F6-B913-2BA2F0D686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47544773-462B-4646-B113-9CDE708CBE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BFBCD2D9-DA7F-479B-9488-015F72A839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75DB903F-9B3F-4E6D-8699-AE59E056008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4E4C96A2-4187-4A7A-A3ED-4953F9A9CF29}"/>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5FC73A44-19BF-4088-9480-5A0C016C0F34}"/>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7E9DF562-2B75-4133-9F61-321F522F8E9C}"/>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9C3D2CD7-84BB-4BC0-8A94-3A6B3913EFE4}"/>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A5D67694-4C6E-4C9B-AA59-3DA3AFEAF07B}"/>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FB0B1634-210C-4BD5-8FE1-08F59B985028}"/>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8F29B2E3-F3B3-4610-A299-A1FB18854F68}"/>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B00B2F56-6524-4D1A-B683-3AC0AF8CDC6C}"/>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776AB7EF-67A1-4846-BF32-D7EEC384637A}"/>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159E8D59-5F8E-4A64-8CC2-69D6F6C6880E}"/>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01601594-6075-48C1-A455-073B713DC87E}"/>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EDDEBA15-78A4-43F1-ABEC-8552F83E9D03}"/>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7238132E-D221-4BE3-908D-EBEC240BEC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76432345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A7A653B6-8305-42BC-8085-A790AF9CED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6">
            <a:extLst xmlns:a="http://schemas.openxmlformats.org/drawingml/2006/main">
              <a:ext uri="{FF2B5EF4-FFF2-40B4-BE49-F238E27FC236}">
                <a16:creationId xmlns:a16="http://schemas.microsoft.com/office/drawing/2014/main" id="{A1B10681-2EE4-46E2-903E-EAFCEDE7F2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Working Harness Success">
            <a:extLst xmlns:a="http://schemas.openxmlformats.org/drawingml/2006/main">
              <a:ext uri="{FF2B5EF4-FFF2-40B4-BE49-F238E27FC236}">
                <a16:creationId xmlns:a16="http://schemas.microsoft.com/office/drawing/2014/main" id="{B83133D6-DED5-4124-B136-4C547191C2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9211AB3A-E641-4C26-ABD3-F8C646EF53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D195E1F9-3DFE-437A-9B5A-A17BC59BF4B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33654E6F-E48C-4404-84B6-FFBA1505F7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35813636-4B26-4531-9DF5-BFAC9D55F9A9}"/>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809316BF-6E64-448A-A3D0-F4F6B074B41E}"/>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A1F7E88A-B2A5-4D03-BE3D-4A48D4C7D3CC}"/>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692F9DC5-7053-403D-95F6-F42DCD59D8A8}"/>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c1b12f99445c423f"/>
          </a:graphicData>
        </a:graphic>
      </p:graphicFrame>
      <p:sp>
        <p:nvSpPr>
          <p:cNvPr id="11" name="">
            <a:extLst xmlns:a="http://schemas.openxmlformats.org/drawingml/2006/main">
              <a:ext uri="{FF2B5EF4-FFF2-40B4-BE49-F238E27FC236}">
                <a16:creationId xmlns:a16="http://schemas.microsoft.com/office/drawing/2014/main" id="{8E26590A-0ED0-49DF-8B0E-367935382EED}"/>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52856B71-A98C-47F4-958F-1DED601BA07C}"/>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319083ED-B44B-42E1-8F99-7BC4D240B56C}"/>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BA19504D-EB69-4240-B4C1-43DDBDAF1E72}"/>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840AF0EA-8625-4EE3-8F8A-F9F93BA4BDD4}"/>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83593CDF-82F0-4CEA-8A46-8C953EBE55FA}"/>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DF85A4DD-ED3A-4626-A51E-399EF2B25D20}"/>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66AFE9C0-5312-402A-A156-9645254A7D7D}"/>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E83801DA-6134-49BF-BC9F-7BC15DAEFFE1}"/>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84E0B595-21CF-4459-B33D-F2D37E16E5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77588681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892DFF46-FB0A-4183-97CE-9DF97938D5C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7">
            <a:extLst xmlns:a="http://schemas.openxmlformats.org/drawingml/2006/main">
              <a:ext uri="{FF2B5EF4-FFF2-40B4-BE49-F238E27FC236}">
                <a16:creationId xmlns:a16="http://schemas.microsoft.com/office/drawing/2014/main" id="{67BABA60-CB09-4132-B661-61651807EB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이 작업에 Subagent가 필요했을까?">
            <a:extLst xmlns:a="http://schemas.openxmlformats.org/drawingml/2006/main">
              <a:ext uri="{FF2B5EF4-FFF2-40B4-BE49-F238E27FC236}">
                <a16:creationId xmlns:a16="http://schemas.microsoft.com/office/drawing/2014/main" id="{F6188D5E-AA87-4989-B16E-60E641076C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AE8BF750-62C1-4C1F-BD84-9F4A924FD1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5D5CB381-59BF-4A8C-963A-CFD7CC1FAC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A409B2C2-4B77-4411-BE67-0703830E573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BE7C6F0D-E3E3-473A-9BCC-51C682AE4B15}"/>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4F05E5EA-BE3C-4D6F-9516-C801EB60BEF0}"/>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6B7DFEB8-01FA-497E-8D21-2AC85BA15794}"/>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B6A604B8-592B-45F5-BE97-1B68026126B6}"/>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1FD6DD7-02D9-4711-8F0A-4D978A296737}"/>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5D00D1D6-3A21-4942-A34B-05A4850D86D6}"/>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39B1C5AB-E88F-4A95-9999-238D5C23FDE4}"/>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A87314D4-EFB1-4DF7-B06E-75A4593AD1A2}"/>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17488D2-097A-44D5-961C-6EF70E350148}"/>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77F7BE3E-482A-42A4-8747-FDC7FC189493}"/>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E02B46A8-870D-44DB-B6A1-FE740A87324E}"/>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91301C41-92F2-4F70-B46B-1B6EC75C7DCC}"/>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3B69E880-2346-4B7D-A6EE-AF1D2AAFF022}"/>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01CEE971-B397-4DDE-86DA-4C55BC4E22B0}"/>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42F79325-952B-4F9F-8CB7-7A4D3F7AA9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23084484"/>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C6D580F7-D054-4925-A3C2-A93F1D46E2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8">
            <a:extLst xmlns:a="http://schemas.openxmlformats.org/drawingml/2006/main">
              <a:ext uri="{FF2B5EF4-FFF2-40B4-BE49-F238E27FC236}">
                <a16:creationId xmlns:a16="http://schemas.microsoft.com/office/drawing/2014/main" id="{141CF3F5-FDAF-489E-ACB3-3657A47FC4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Subagent를 고려할 조건">
            <a:extLst xmlns:a="http://schemas.openxmlformats.org/drawingml/2006/main">
              <a:ext uri="{FF2B5EF4-FFF2-40B4-BE49-F238E27FC236}">
                <a16:creationId xmlns:a16="http://schemas.microsoft.com/office/drawing/2014/main" id="{CB5F0CBC-36D1-4BD0-9B47-A1DFFC8C03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3655E46F-B917-41D6-8B28-65FD467C51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D7631032-636F-48B0-8B21-2394FEE7BAF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4B707F72-05E3-4BFA-BDAE-9DA7CAE6D8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178540ED-FF4B-4E4E-97CC-3C8942C1D973}"/>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6569BE18-2927-479E-9BED-B3461794F9FD}"/>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06571A58-0830-4698-B27D-11A770AF0106}"/>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27327AD0-9371-49CC-B571-DB0BBD6BFA34}"/>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7A62EA5D-03F8-4165-AB10-CCDB72C3149F}"/>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EF43FE1D-281B-4A33-8BC2-BD317CA5875C}"/>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F36C7C89-3AC3-460A-BA43-784E21FEAA04}"/>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C1E57877-3A41-418C-B1B6-DBF42878D02F}"/>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246AD8A8-B7CE-4A40-9A73-4BDCDC4E7071}"/>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A27E04BC-1260-40EF-90B0-47F078AA23C1}"/>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43355C8E-115E-42DC-BACC-AA56389786B6}"/>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A1019331-5ECB-4DA3-A8E0-4AB98BEE6BBA}"/>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24991EA3-EBB8-4347-A3B8-C139A1A800F7}"/>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38E12C45-7291-4FAA-B30E-A5C34292D21F}"/>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62104460-3DD7-4AF8-AB1A-81E3A588F82C}"/>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D0C6E8C2-FFCE-48A2-BFB8-93CFB6D218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1779116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E3DB92F0-2B10-46ED-A686-595F3A31EC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49">
            <a:extLst xmlns:a="http://schemas.openxmlformats.org/drawingml/2006/main">
              <a:ext uri="{FF2B5EF4-FFF2-40B4-BE49-F238E27FC236}">
                <a16:creationId xmlns:a16="http://schemas.microsoft.com/office/drawing/2014/main" id="{6BB3B930-AA62-4074-A554-EB0D983E07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무엇이 다시 찾기 어려운 지식인가?">
            <a:extLst xmlns:a="http://schemas.openxmlformats.org/drawingml/2006/main">
              <a:ext uri="{FF2B5EF4-FFF2-40B4-BE49-F238E27FC236}">
                <a16:creationId xmlns:a16="http://schemas.microsoft.com/office/drawing/2014/main" id="{93E6F7DE-5B39-417D-BBD9-80E550A69A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5A15BDA0-FBA0-4585-AB94-A3ADF59E2E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759DCB9C-0257-47CF-8D29-E75A03B39F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485FEB19-9256-4296-AB3E-A513FFCF45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98F17D03-525C-4236-9632-2C7C9D2C85BC}"/>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C8ADDD36-241D-4A4F-B716-4FE923E339BC}"/>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8712D3CE-5BCE-462F-9A05-4334E13E1201}"/>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387FA3F6-3AF4-44F8-9B92-3055E4EA38A8}"/>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1CBCC4F0-B225-40AC-955F-32D52FF713DE}"/>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6B501D8D-52D7-4BE1-9DD8-FBC446289834}"/>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2117A06F-5488-40B7-A2F7-B8F6A58E3470}"/>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2E0DAD0E-804C-4235-B190-1C81F72FC70F}"/>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9EC1C3C3-3423-495B-8178-80A93EBF1C26}"/>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F588C324-5C01-42F6-888E-2E685929B3A5}"/>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9F68AC14-30F8-402D-88A7-D9EB44EA4D05}"/>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F3E0407F-E356-450B-8FD4-8234C9BC313E}"/>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9B14B2CE-8A5C-45FA-896D-F16932A26120}"/>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A4238ADE-FD1A-47EE-A340-C3EE1E272123}"/>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60E33660-2E33-41B0-B1B0-DC7C69E77F02}"/>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F251AD77-4D73-4C01-B22D-D4C20B5EC74B}"/>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0EAE647E-C052-4B9B-822F-8DF3A982B014}"/>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DB1D971F-AFAC-44EF-8A44-95DAE951AA67}"/>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594736E3-ACF2-475D-BAB2-BDFA973241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3664381"/>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45F583C8-44AC-4F1D-84EC-ADD057961D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0">
            <a:extLst xmlns:a="http://schemas.openxmlformats.org/drawingml/2006/main">
              <a:ext uri="{FF2B5EF4-FFF2-40B4-BE49-F238E27FC236}">
                <a16:creationId xmlns:a16="http://schemas.microsoft.com/office/drawing/2014/main" id="{4DB7BD20-720B-477D-B441-776B2F7B895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emory는 재발견 비용으로 판단">
            <a:extLst xmlns:a="http://schemas.openxmlformats.org/drawingml/2006/main">
              <a:ext uri="{FF2B5EF4-FFF2-40B4-BE49-F238E27FC236}">
                <a16:creationId xmlns:a16="http://schemas.microsoft.com/office/drawing/2014/main" id="{A8E43AC6-A186-439E-9DF7-95D4A24951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22DF8B5E-0419-486B-B42E-FB8311E4A0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83C7ABF6-4A17-44F1-8FB3-C89AE18EB9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27BABC93-204A-4F50-8BE0-3FEBB95B94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09F4651D-7841-45A8-BB2B-B400DA7480F7}"/>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907BE0CB-324A-474F-80A2-659F15F18B97}"/>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CD8C6A9E-7891-4021-9A90-F93182B5E570}"/>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B7D922C0-3752-414C-B05A-0AA0D9EAF495}"/>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2C8CAB9A-CC87-4AA0-A093-95A1EC8435CD}"/>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21071A9A-2F1F-4DAA-929C-7525EAC56392}"/>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9C64A98B-6620-47A0-9EB7-5B9959F88C70}"/>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86CF2038-CB86-4317-BCB4-13962EF5716D}"/>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F5AE3268-74B4-4096-B2F6-F2EA1A75D0C5}"/>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8916467E-290E-4C42-9605-0FCFAC49DD10}"/>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6654163D-0658-49F8-9A8A-406A67426515}"/>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B496F42F-72D4-469E-B272-8D55B0C3974A}"/>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501301ED-DE08-4CE7-AB1D-C38DBF5D2AE0}"/>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3E2EDA68-5EF6-43E5-9C85-B0608B861C53}"/>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61FD8AB1-7479-49E5-9BA7-C3A0B6FF7346}"/>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47D3DBE8-DBEB-402F-9105-552419120355}"/>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A21B19B4-606B-42ED-8D10-CE8BE7CB7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3444100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737A410E-FE44-4DD9-A962-36FAFC0D33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1">
            <a:extLst xmlns:a="http://schemas.openxmlformats.org/drawingml/2006/main">
              <a:ext uri="{FF2B5EF4-FFF2-40B4-BE49-F238E27FC236}">
                <a16:creationId xmlns:a16="http://schemas.microsoft.com/office/drawing/2014/main" id="{7E5DA5D7-D569-443D-975F-91E846B4E0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Minimum Effective Harness">
            <a:extLst xmlns:a="http://schemas.openxmlformats.org/drawingml/2006/main">
              <a:ext uri="{FF2B5EF4-FFF2-40B4-BE49-F238E27FC236}">
                <a16:creationId xmlns:a16="http://schemas.microsoft.com/office/drawing/2014/main" id="{F65508B9-EC6E-47D3-B4E4-1D21553768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4FD1044E-4EA3-4933-B0DB-4738E72C84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4F8218B5-346B-445D-A6B4-0BB036E9C5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A20E01EB-9B5C-4A13-9419-D27AD8259D7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D9F800E8-3E40-4258-8290-7F66E61C66EB}"/>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810C914D-9F42-4121-BC11-C1E76B2D9CA2}"/>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4BAA012E-A95B-484E-964F-BA183C9215AF}"/>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2016176F-C3F5-4C11-A9AF-6A088FB08FDE}"/>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AFA00A22-C6FA-4262-80BE-0C45BD153B2B}"/>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742B1920-CA44-47A7-8EF6-1EAD4FEEC886}"/>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C72ACB87-FE8B-4A3B-9CB8-79AD041E146D}"/>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1392D046-A4F4-4F18-AEC8-8A182F1F6B7C}"/>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8242425D-34CD-430A-A9EC-A7128D915778}"/>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5B2E5DE1-173B-4684-A28C-27F794955E6F}"/>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BB12DA49-1978-4283-A766-DEAAC17FE542}"/>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8D429B1D-C507-4AB0-9F01-1367A8FF2ECD}"/>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1C752836-D455-45D1-B951-8E3E1CE48AE2}"/>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B97FFC7A-7B80-4769-BE47-BC38D0ED9E66}"/>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34C2FFAB-4F17-41D2-93A9-225E7DABAA05}"/>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CB9FCC4D-269F-4A37-A54D-259935414393}"/>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B007EE23-0517-48A2-8B69-CBFAE5A84CC3}"/>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6ECF6597-8F30-47FB-B9E1-2CC9ABA58D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838864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D05834FF-2EE6-47B3-9B05-D2CA38CBD8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2">
            <a:extLst xmlns:a="http://schemas.openxmlformats.org/drawingml/2006/main">
              <a:ext uri="{FF2B5EF4-FFF2-40B4-BE49-F238E27FC236}">
                <a16:creationId xmlns:a16="http://schemas.microsoft.com/office/drawing/2014/main" id="{904657AD-2A8F-40A8-ABB3-8E8D8CB46D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Harness는 작업 환경 설계다">
            <a:extLst xmlns:a="http://schemas.openxmlformats.org/drawingml/2006/main">
              <a:ext uri="{FF2B5EF4-FFF2-40B4-BE49-F238E27FC236}">
                <a16:creationId xmlns:a16="http://schemas.microsoft.com/office/drawing/2014/main" id="{497FC285-174B-43A1-BBB2-D6BA705AD5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9E02AD9B-A522-48FA-8781-A484F1D216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29369782-5187-422D-90E8-36A38DFAF8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1FF6D785-51D4-4452-A43B-873207869C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D557AEBF-FC36-4433-8289-415A8E5296DC}"/>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64691E3D-41C0-45B6-8336-4B18DBC67628}"/>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69D4F4F5-1D15-4E80-94A2-F5A759B62CC2}"/>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D5E5E679-A5FF-412A-B784-E663EE0E3239}"/>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EA3D9097-3FAF-4635-98F4-E48B21100310}"/>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539D739D-BFDE-4EEB-B622-1622F09EE130}"/>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CD0A628-16B8-4AE9-95DE-B56F24DC895F}"/>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6B42C39-639F-4E7D-BFA6-EC00455431A0}"/>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B060081F-EB59-46CC-8666-8261E8DFA0AD}"/>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724F0B38-7791-4DD1-8A4B-EC910D0C3298}"/>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8F135F2F-8400-4FC0-B48C-BACBA9D0F6EB}"/>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8B2E276B-DC8E-4364-8049-B92DDEFA46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8443940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2893C57F-95D5-4569-8C31-880F9C92B9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3">
            <a:extLst xmlns:a="http://schemas.openxmlformats.org/drawingml/2006/main">
              <a:ext uri="{FF2B5EF4-FFF2-40B4-BE49-F238E27FC236}">
                <a16:creationId xmlns:a16="http://schemas.microsoft.com/office/drawing/2014/main" id="{24E4FEBD-3D5E-4472-B473-BC390E178D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Repository 밖의 환경도 결과에 영향을 준다">
            <a:extLst xmlns:a="http://schemas.openxmlformats.org/drawingml/2006/main">
              <a:ext uri="{FF2B5EF4-FFF2-40B4-BE49-F238E27FC236}">
                <a16:creationId xmlns:a16="http://schemas.microsoft.com/office/drawing/2014/main" id="{762D1E71-F64C-476C-845D-C4E4658C7A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992698BF-D6F4-45DE-A748-185ADDF4E1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0499B2D-FB27-4C6D-AD8C-347EE8177C7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D9CB15BC-83D0-4AC7-9BE6-1EE3C7AA11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1DFC358C-05E2-42DC-9C21-76FE0D9392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ED5F8ECA-DB5D-45C9-9F31-0743C95035F5}"/>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C5A9291A-9E44-489F-AEF8-F46420335684}"/>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BE4D8723-9210-4B3F-A9BA-37716AD5F84D}"/>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BDCB1BE1-7658-48E8-B5FD-9C02DCB6A045}"/>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C06C665C-6074-4C75-9BEA-36010B86D01B}"/>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0EAD76D4-A07A-450F-89D6-14216D267D29}"/>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9D365BF5-7F2C-4D6B-B211-4EC8F6FAEB31}"/>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5D32BF30-15B2-415A-B940-BBF455B4F47E}"/>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E8CC333F-5CBE-42E4-B84C-93F2548E1545}"/>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73B7BBBB-7B18-45B5-8D47-EFE2A7B74232}"/>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D0A863CA-D75A-4F55-9CFA-477A7B11E3B3}"/>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76ABCC98-965E-444B-847E-3106D7D9447C}"/>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F7AA41F0-F67C-48CB-924B-147DFA306FC6}"/>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50E7560C-6A26-4B54-8AF5-A4CDCD4CE72D}"/>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E039ACB9-779A-41DA-94EF-16A265BC0021}"/>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DC640455-3271-4930-88DC-96283AA0B3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25268912"/>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3149F69A-A1B7-4D04-8750-E1C3AD07AD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4">
            <a:extLst xmlns:a="http://schemas.openxmlformats.org/drawingml/2006/main">
              <a:ext uri="{FF2B5EF4-FFF2-40B4-BE49-F238E27FC236}">
                <a16:creationId xmlns:a16="http://schemas.microsoft.com/office/drawing/2014/main" id="{F3D05B7B-1CD0-4850-9152-1FD69BFB7D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Engineering Pattern은 C++에도 전이된다">
            <a:extLst xmlns:a="http://schemas.openxmlformats.org/drawingml/2006/main">
              <a:ext uri="{FF2B5EF4-FFF2-40B4-BE49-F238E27FC236}">
                <a16:creationId xmlns:a16="http://schemas.microsoft.com/office/drawing/2014/main" id="{FA44C4DE-B040-4529-B69F-5014083A6C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5144111F-43C5-4E1C-936E-1D52F7C05F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D236F04D-EDE8-444E-8CC2-27AB9F4A2A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5C0C0B1A-9BFE-40AA-88BB-FD07C3E394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8B0F7D14-61B3-4220-80A5-FD65ECBCFF77}"/>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B9F3EEDD-79E6-43DC-AFA7-231BC8585B53}"/>
              </a:ext>
            </a:extLst>
          </p:cNvPr>
          <p:cNvPicPr>
            <a:picLocks xmlns:a="http://schemas.openxmlformats.org/drawingml/2006/main" noChangeAspect="1"/>
          </p:cNvPicPr>
          <p:nvPr/>
        </p:nvPicPr>
        <p:blipFill>
          <a:blip xmlns:r="http://schemas.openxmlformats.org/officeDocument/2006/relationships" xmlns:a="http://schemas.openxmlformats.org/drawingml/2006/main" r:embed="R021737a0f9cf4bfb"/>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E8B3FD9A-545E-4FD6-BD6D-8EC807700CDB}"/>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5C06621A-9781-4642-BEC8-1BEBA971A5A6}"/>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21EDBD48-33A0-4404-A9DA-F2E5E1C8336C}"/>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7A84366C-7DBB-4F58-9408-C55BDB54DBCC}"/>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E68903CC-C265-4427-A87E-EAC2C72F5894}"/>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7112D3CD-073F-4E20-8CF8-00705718A160}"/>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39A6CE57-EAFC-47BC-B681-FD2A388464C7}"/>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6FF10D9D-A8C5-4C32-ACB5-59EF682AA17F}"/>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4FC1BC44-6268-4B61-AE7F-29CB91A2203A}"/>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8FADEFC1-FD95-412B-A697-2E24E931AD78}"/>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FC4ECFE0-11EE-4F25-826C-3EFB5A017DCA}"/>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35C61505-2D2B-41F7-872B-705A51E3FFA0}"/>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186DB8CF-C660-4A79-891C-09398782427A}"/>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C41C978F-A7F9-413B-9A7B-0A8DD55FB9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13392328"/>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75021B5C-0FF4-49CD-8F7E-A761AB8535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5">
            <a:extLst xmlns:a="http://schemas.openxmlformats.org/drawingml/2006/main">
              <a:ext uri="{FF2B5EF4-FFF2-40B4-BE49-F238E27FC236}">
                <a16:creationId xmlns:a16="http://schemas.microsoft.com/office/drawing/2014/main" id="{9CBBF250-2EB8-4D69-B2CF-3D54DEAA15C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필요한 구조부터 질문하기">
            <a:extLst xmlns:a="http://schemas.openxmlformats.org/drawingml/2006/main">
              <a:ext uri="{FF2B5EF4-FFF2-40B4-BE49-F238E27FC236}">
                <a16:creationId xmlns:a16="http://schemas.microsoft.com/office/drawing/2014/main" id="{C001AF8C-123A-4360-BF13-73077D10CE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EF896DFB-A160-41F9-B947-3CEF12A00A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AFD4224A-DF4B-4B2B-B6E3-6317ECF0A4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F7EEB3F8-F29B-449A-BDB4-0E298692EBF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23CC9D91-6B2D-41B6-A49F-2E12A971F7CC}"/>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29A9CEEB-3BBE-4916-A14B-6BC7E4D412D5}"/>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87F703C7-F538-4745-A360-4C63B206C405}"/>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AE5AB6BD-18BC-428E-9690-419AB8793D23}"/>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FA7C83F8-7942-4938-A33A-0FD2125B2952}"/>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ACE5B731-7310-41B5-8CDB-0129A6E581D7}"/>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7A118DA2-D106-4E46-BBA0-0D215AA9BDD3}"/>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B6D185F8-3398-4AC3-962D-282CB9E16F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485590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2026-10-21T12:21:59.8770000Z</dcterms:created>
  <dcterms:modified xsi:type="dcterms:W3CDTF">2026-10-21T12:21:59.8770000Z</dcterms:modified>
</coreProperties>
</file>