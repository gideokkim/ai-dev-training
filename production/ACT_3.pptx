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c94ef8f5f684ab4" /><Relationship Type="http://schemas.openxmlformats.org/officeDocument/2006/relationships/extended-properties" Target="/docProps/app.xml" Id="Re9d9d1afb64d4d21" /><Relationship Type="http://schemas.openxmlformats.org/officeDocument/2006/relationships/officeDocument" Target="/ppt/presentation.xml" Id="R4456733dfe39438c" /></Relationships>
</file>

<file path=ppt/presentation.xml><?xml version="1.0" encoding="utf-8"?>
<p:presentation xmlns:p="http://schemas.openxmlformats.org/presentationml/2006/main">
  <p:sldMasterIdLst>
    <p:sldMasterId xmlns:r="http://schemas.openxmlformats.org/officeDocument/2006/relationships" id="2147483648" r:id="R346f0bfc5ea74292"/>
  </p:sldMasterIdLst>
  <p:notesMasterIdLst>
    <p:notesMasterId xmlns:r="http://schemas.openxmlformats.org/officeDocument/2006/relationships" r:id="R7390186e8a294287"/>
  </p:notesMasterIdLst>
  <p:sldIdLst>
    <p:sldId xmlns:r="http://schemas.openxmlformats.org/officeDocument/2006/relationships" id="256" r:id="R5c501b0d00d24c89"/>
    <p:sldId xmlns:r="http://schemas.openxmlformats.org/officeDocument/2006/relationships" id="257" r:id="R12f41f18b5fc498e"/>
    <p:sldId xmlns:r="http://schemas.openxmlformats.org/officeDocument/2006/relationships" id="258" r:id="R8e66d7d2aee64c3b"/>
    <p:sldId xmlns:r="http://schemas.openxmlformats.org/officeDocument/2006/relationships" id="259" r:id="Rab1d727e4c1b41da"/>
    <p:sldId xmlns:r="http://schemas.openxmlformats.org/officeDocument/2006/relationships" id="260" r:id="R2bc085fcbc6f459a"/>
    <p:sldId xmlns:r="http://schemas.openxmlformats.org/officeDocument/2006/relationships" id="261" r:id="Rca2d17a1a6bf4f17"/>
    <p:sldId xmlns:r="http://schemas.openxmlformats.org/officeDocument/2006/relationships" id="262" r:id="R9b334dbf826645d4"/>
    <p:sldId xmlns:r="http://schemas.openxmlformats.org/officeDocument/2006/relationships" id="263" r:id="Rf5a66638988041c4"/>
    <p:sldId xmlns:r="http://schemas.openxmlformats.org/officeDocument/2006/relationships" id="264" r:id="R88935cb3578649a2"/>
    <p:sldId xmlns:r="http://schemas.openxmlformats.org/officeDocument/2006/relationships" id="265" r:id="R5956b5d37e444b64"/>
    <p:sldId xmlns:r="http://schemas.openxmlformats.org/officeDocument/2006/relationships" id="266" r:id="R49ab8f0b1c9e4ea6"/>
    <p:sldId xmlns:r="http://schemas.openxmlformats.org/officeDocument/2006/relationships" id="267" r:id="R4f3b4417bbfe48a5"/>
    <p:sldId xmlns:r="http://schemas.openxmlformats.org/officeDocument/2006/relationships" id="268" r:id="R0b52caf1fa384c1c"/>
    <p:sldId xmlns:r="http://schemas.openxmlformats.org/officeDocument/2006/relationships" id="269" r:id="Rf589ad0697084f8b"/>
    <p:sldId xmlns:r="http://schemas.openxmlformats.org/officeDocument/2006/relationships" id="270" r:id="R5c2b49bbbcf14589"/>
    <p:sldId xmlns:r="http://schemas.openxmlformats.org/officeDocument/2006/relationships" id="271" r:id="R374dbc2d50334f5c"/>
    <p:sldId xmlns:r="http://schemas.openxmlformats.org/officeDocument/2006/relationships" id="272" r:id="Rda79f58112af4393"/>
    <p:sldId xmlns:r="http://schemas.openxmlformats.org/officeDocument/2006/relationships" id="273" r:id="R3eb0b5da1acc48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7447a7a46a4e5d" /><Relationship Type="http://schemas.openxmlformats.org/officeDocument/2006/relationships/slideMaster" Target="/ppt/slideMasters/slideMaster1.xml" Id="R346f0bfc5ea74292" /><Relationship Type="http://schemas.openxmlformats.org/officeDocument/2006/relationships/notesMaster" Target="/ppt/notesMasters/notesMaster1.xml" Id="R7390186e8a294287" /><Relationship Type="http://schemas.openxmlformats.org/officeDocument/2006/relationships/presProps" Target="/ppt/presProps.xml" Id="R8d4d44da56f44fb9" /><Relationship Type="http://schemas.openxmlformats.org/officeDocument/2006/relationships/tableStyles" Target="/ppt/tableStyles.xml" Id="R3e4416eefc9f4ace" /><Relationship Type="http://schemas.openxmlformats.org/officeDocument/2006/relationships/slide" Target="/ppt/slides/slide1.xml" Id="R5c501b0d00d24c89" /><Relationship Type="http://schemas.openxmlformats.org/officeDocument/2006/relationships/slide" Target="/ppt/slides/slide2.xml" Id="R12f41f18b5fc498e" /><Relationship Type="http://schemas.openxmlformats.org/officeDocument/2006/relationships/slide" Target="/ppt/slides/slide3.xml" Id="R8e66d7d2aee64c3b" /><Relationship Type="http://schemas.openxmlformats.org/officeDocument/2006/relationships/slide" Target="/ppt/slides/slide4.xml" Id="Rab1d727e4c1b41da" /><Relationship Type="http://schemas.openxmlformats.org/officeDocument/2006/relationships/slide" Target="/ppt/slides/slide5.xml" Id="R2bc085fcbc6f459a" /><Relationship Type="http://schemas.openxmlformats.org/officeDocument/2006/relationships/slide" Target="/ppt/slides/slide6.xml" Id="Rca2d17a1a6bf4f17" /><Relationship Type="http://schemas.openxmlformats.org/officeDocument/2006/relationships/slide" Target="/ppt/slides/slide7.xml" Id="R9b334dbf826645d4" /><Relationship Type="http://schemas.openxmlformats.org/officeDocument/2006/relationships/slide" Target="/ppt/slides/slide8.xml" Id="Rf5a66638988041c4" /><Relationship Type="http://schemas.openxmlformats.org/officeDocument/2006/relationships/slide" Target="/ppt/slides/slide9.xml" Id="R88935cb3578649a2" /><Relationship Type="http://schemas.openxmlformats.org/officeDocument/2006/relationships/slide" Target="/ppt/slides/slide10.xml" Id="R5956b5d37e444b64" /><Relationship Type="http://schemas.openxmlformats.org/officeDocument/2006/relationships/slide" Target="/ppt/slides/slide11.xml" Id="R49ab8f0b1c9e4ea6" /><Relationship Type="http://schemas.openxmlformats.org/officeDocument/2006/relationships/slide" Target="/ppt/slides/slide12.xml" Id="R4f3b4417bbfe48a5" /><Relationship Type="http://schemas.openxmlformats.org/officeDocument/2006/relationships/slide" Target="/ppt/slides/slide13.xml" Id="R0b52caf1fa384c1c" /><Relationship Type="http://schemas.openxmlformats.org/officeDocument/2006/relationships/slide" Target="/ppt/slides/slide14.xml" Id="Rf589ad0697084f8b" /><Relationship Type="http://schemas.openxmlformats.org/officeDocument/2006/relationships/slide" Target="/ppt/slides/slide15.xml" Id="R5c2b49bbbcf14589" /><Relationship Type="http://schemas.openxmlformats.org/officeDocument/2006/relationships/slide" Target="/ppt/slides/slide16.xml" Id="R374dbc2d50334f5c" /><Relationship Type="http://schemas.openxmlformats.org/officeDocument/2006/relationships/slide" Target="/ppt/slides/slide17.xml" Id="Rda79f58112af4393" /><Relationship Type="http://schemas.openxmlformats.org/officeDocument/2006/relationships/slide" Target="/ppt/slides/slide18.xml" Id="R3eb0b5da1acc48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ff8009a63441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1cdcaabd0047ff" /><Relationship Type="http://schemas.openxmlformats.org/officeDocument/2006/relationships/notesMaster" Target="/ppt/notesMasters/notesMaster1.xml" Id="R17c7fe9d9a0e43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90151225254155" /><Relationship Type="http://schemas.openxmlformats.org/officeDocument/2006/relationships/notesMaster" Target="/ppt/notesMasters/notesMaster1.xml" Id="R7bfee677a5ec41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d2524caad54d9a" /><Relationship Type="http://schemas.openxmlformats.org/officeDocument/2006/relationships/notesMaster" Target="/ppt/notesMasters/notesMaster1.xml" Id="Rd594569a7e534d51"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65aee8e4304888" /><Relationship Type="http://schemas.openxmlformats.org/officeDocument/2006/relationships/notesMaster" Target="/ppt/notesMasters/notesMaster1.xml" Id="R645c4dfefdf440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94b4fcb808e4b61" /><Relationship Type="http://schemas.openxmlformats.org/officeDocument/2006/relationships/notesMaster" Target="/ppt/notesMasters/notesMaster1.xml" Id="R238dc482bb344e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14ee81d13f4110" /><Relationship Type="http://schemas.openxmlformats.org/officeDocument/2006/relationships/notesMaster" Target="/ppt/notesMasters/notesMaster1.xml" Id="R053233e9d3324c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d049fe41274bbc" /><Relationship Type="http://schemas.openxmlformats.org/officeDocument/2006/relationships/notesMaster" Target="/ppt/notesMasters/notesMaster1.xml" Id="R9c3402fbd4dc474e"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0c6e6c25924649" /><Relationship Type="http://schemas.openxmlformats.org/officeDocument/2006/relationships/notesMaster" Target="/ppt/notesMasters/notesMaster1.xml" Id="Rbea12f0f50a148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36f9c6e2104f88" /><Relationship Type="http://schemas.openxmlformats.org/officeDocument/2006/relationships/notesMaster" Target="/ppt/notesMasters/notesMaster1.xml" Id="R74a288db4df74f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6f87de0a1754b06" /><Relationship Type="http://schemas.openxmlformats.org/officeDocument/2006/relationships/notesMaster" Target="/ppt/notesMasters/notesMaster1.xml" Id="R2bd82ec158924c8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d762e15f9114368" /><Relationship Type="http://schemas.openxmlformats.org/officeDocument/2006/relationships/notesMaster" Target="/ppt/notesMasters/notesMaster1.xml" Id="R45741cd2a78e46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4c78c3349f4b2a" /><Relationship Type="http://schemas.openxmlformats.org/officeDocument/2006/relationships/notesMaster" Target="/ppt/notesMasters/notesMaster1.xml" Id="R6c22562b747d415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dd4598c969748d2" /><Relationship Type="http://schemas.openxmlformats.org/officeDocument/2006/relationships/notesMaster" Target="/ppt/notesMasters/notesMaster1.xml" Id="R7f0bb813358d42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e742a5355c4e89" /><Relationship Type="http://schemas.openxmlformats.org/officeDocument/2006/relationships/notesMaster" Target="/ppt/notesMasters/notesMaster1.xml" Id="Ra2c03d867a3242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fa198f9791a4047" /><Relationship Type="http://schemas.openxmlformats.org/officeDocument/2006/relationships/notesMaster" Target="/ppt/notesMasters/notesMaster1.xml" Id="R564e823dccfd456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88a4adaead4a7c" /><Relationship Type="http://schemas.openxmlformats.org/officeDocument/2006/relationships/notesMaster" Target="/ppt/notesMasters/notesMaster1.xml" Id="Ra37707285e1044b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1dc27facd414ac0" /><Relationship Type="http://schemas.openxmlformats.org/officeDocument/2006/relationships/notesMaster" Target="/ppt/notesMasters/notesMaster1.xml" Id="Ra087fff30e834ed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1c4de277dc94dac" /><Relationship Type="http://schemas.openxmlformats.org/officeDocument/2006/relationships/notesMaster" Target="/ppt/notesMasters/notesMaster1.xml" Id="R3dd930dda75d47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b8edc85d394e0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5010d0f973643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5545f7bc5a4b0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ca7aad11304b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da1c86e298426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a4b402bf8946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9D1588-BB25-4898-AF2A-AF28C1126C5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8F06F4-C6C4-49A8-A1D1-0605A21C36F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7B3CBD4-9530-4F24-83F6-DBF0185D23F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5FBEBF-4C29-449B-A14A-722B114FBB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3D7D099-26C8-4700-A657-A0F66F7C1DC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BEDE73A-175A-4F3E-83E9-07804DB6D9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F31C50-6976-443F-BF66-8CDADB12A6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324D9E0-E02C-475D-861A-3CB40162724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B4562F-879B-4074-93F3-3A8BC4F166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9EA2349-70C3-4707-8D1A-22BBF203EB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e82c011af04f3a" /><Relationship Type="http://schemas.openxmlformats.org/officeDocument/2006/relationships/slideLayout" Target="/ppt/slideLayouts/slideLayout1.xml" Id="Rb328120089da4018" /><Relationship Type="http://schemas.openxmlformats.org/officeDocument/2006/relationships/slideLayout" Target="/ppt/slideLayouts/slideLayout2.xml" Id="Re07e7e79af82436f" /><Relationship Type="http://schemas.openxmlformats.org/officeDocument/2006/relationships/slideLayout" Target="/ppt/slideLayouts/slideLayout3.xml" Id="Re13605b664e04c1d" /><Relationship Type="http://schemas.openxmlformats.org/officeDocument/2006/relationships/slideLayout" Target="/ppt/slideLayouts/slideLayout4.xml" Id="R7b41cc575c19484a" /><Relationship Type="http://schemas.openxmlformats.org/officeDocument/2006/relationships/slideLayout" Target="/ppt/slideLayouts/slideLayout5.xml" Id="Rcf9f5dd9828348b2" /><Relationship Type="http://schemas.openxmlformats.org/officeDocument/2006/relationships/slideLayout" Target="/ppt/slideLayouts/slideLayout6.xml" Id="Re10405c3621e4f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28120089da4018"/>
    <p:sldLayoutId xmlns:r="http://schemas.openxmlformats.org/officeDocument/2006/relationships" id="2147483650" r:id="Re07e7e79af82436f"/>
    <p:sldLayoutId xmlns:r="http://schemas.openxmlformats.org/officeDocument/2006/relationships" id="2147483651" r:id="Re13605b664e04c1d"/>
    <p:sldLayoutId xmlns:r="http://schemas.openxmlformats.org/officeDocument/2006/relationships" id="2147483652" r:id="R7b41cc575c19484a"/>
    <p:sldLayoutId xmlns:r="http://schemas.openxmlformats.org/officeDocument/2006/relationships" id="2147483653" r:id="Rcf9f5dd9828348b2"/>
    <p:sldLayoutId xmlns:r="http://schemas.openxmlformats.org/officeDocument/2006/relationships" id="2147483654" r:id="Re10405c3621e4f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11d4826128e4db2" /><Relationship Type="http://schemas.openxmlformats.org/officeDocument/2006/relationships/image" Target="/ppt/media/image.png" Id="Rcbb893103f674cbe" /><Relationship Type="http://schemas.openxmlformats.org/officeDocument/2006/relationships/image" Target="/ppt/media/image2.png" Id="R550c783fe9624aee" /><Relationship Type="http://schemas.openxmlformats.org/officeDocument/2006/relationships/notesSlide" Target="/ppt/notesSlides/notesSlide1.xml" Id="Raa21a97dc32049f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b99965455d14f67" /><Relationship Type="http://schemas.openxmlformats.org/officeDocument/2006/relationships/notesSlide" Target="/ppt/notesSlides/notesSlide2.xml" Id="R488bae3780514c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d2db39687df4f16" /><Relationship Type="http://schemas.openxmlformats.org/officeDocument/2006/relationships/notesSlide" Target="/ppt/notesSlides/notesSlide3.xml" Id="R2e3d1adbc0534b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345cb74c8824a44" /><Relationship Type="http://schemas.openxmlformats.org/officeDocument/2006/relationships/notesSlide" Target="/ppt/notesSlides/notesSlide4.xml" Id="Rd8812cfab6c349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8d13ed22c0248fc" /><Relationship Type="http://schemas.openxmlformats.org/officeDocument/2006/relationships/notesSlide" Target="/ppt/notesSlides/notesSlide5.xml" Id="R5ed21bb698a947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bdea74526884e00" /><Relationship Type="http://schemas.openxmlformats.org/officeDocument/2006/relationships/notesSlide" Target="/ppt/notesSlides/notesSlide6.xml" Id="R4e9db614b48c44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669885ae0e14f44" /><Relationship Type="http://schemas.openxmlformats.org/officeDocument/2006/relationships/notesSlide" Target="/ppt/notesSlides/notesSlide7.xml" Id="R1b492ff8009747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ff67aa1219744eb" /><Relationship Type="http://schemas.openxmlformats.org/officeDocument/2006/relationships/notesSlide" Target="/ppt/notesSlides/notesSlide8.xml" Id="R14bd17b389b043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cfc24f458d1441e" /><Relationship Type="http://schemas.openxmlformats.org/officeDocument/2006/relationships/chart" Target="/ppt/slides/charts/chart1.xml" Id="R3bba04b4458f4f8d" /><Relationship Type="http://schemas.openxmlformats.org/officeDocument/2006/relationships/notesSlide" Target="/ppt/notesSlides/notesSlide9.xml" Id="Ra405b70b03ba4e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db9f14b26684912" /><Relationship Type="http://schemas.openxmlformats.org/officeDocument/2006/relationships/notesSlide" Target="/ppt/notesSlides/notesSlide10.xml" Id="R9fc15958203c41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32b51ae3f7342e3" /><Relationship Type="http://schemas.openxmlformats.org/officeDocument/2006/relationships/notesSlide" Target="/ppt/notesSlides/notesSlide11.xml" Id="Rd0e98c221146433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f73b634343b4466" /><Relationship Type="http://schemas.openxmlformats.org/officeDocument/2006/relationships/notesSlide" Target="/ppt/notesSlides/notesSlide12.xml" Id="R743351a5681c4a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0335af53ba74a1d" /><Relationship Type="http://schemas.openxmlformats.org/officeDocument/2006/relationships/notesSlide" Target="/ppt/notesSlides/notesSlide13.xml" Id="R1992dc12d0a6406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ba6710e2c2e4d3e" /><Relationship Type="http://schemas.openxmlformats.org/officeDocument/2006/relationships/notesSlide" Target="/ppt/notesSlides/notesSlide14.xml" Id="R0ca347c62ced43d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055ca564dad4ca8" /><Relationship Type="http://schemas.openxmlformats.org/officeDocument/2006/relationships/notesSlide" Target="/ppt/notesSlides/notesSlide15.xml" Id="Reccf28a7f85743e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50cd50d86d4409e" /><Relationship Type="http://schemas.openxmlformats.org/officeDocument/2006/relationships/notesSlide" Target="/ppt/notesSlides/notesSlide16.xml" Id="R957c2a7693324f5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261db0b7c784c6e" /><Relationship Type="http://schemas.openxmlformats.org/officeDocument/2006/relationships/image" Target="/ppt/media/image3.png" Id="Rf92396eeba3a4523" /><Relationship Type="http://schemas.openxmlformats.org/officeDocument/2006/relationships/notesSlide" Target="/ppt/notesSlides/notesSlide17.xml" Id="Re27233ea645e489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931f28822144490" /><Relationship Type="http://schemas.openxmlformats.org/officeDocument/2006/relationships/notesSlide" Target="/ppt/notesSlides/notesSlide18.xml" Id="R865a3211543a4ba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265B1D6E-661A-4330-806B-574AD9C22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A4401996-D24E-4A94-8B3F-ED2E35DBD0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5BD1B89D-4CC6-495E-9762-465CDBD746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E00CD092-E6C8-4A2A-BD69-653F0B5E41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F1CB348C-12D5-4D95-8B36-29E258230F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1E104CEF-2F55-404D-AB7A-3B07EB9294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B856E658-5941-452A-B1FE-3F3672B8A87C}"/>
              </a:ext>
            </a:extLst>
          </p:cNvPr>
          <p:cNvPicPr>
            <a:picLocks xmlns:a="http://schemas.openxmlformats.org/drawingml/2006/main" noChangeAspect="1"/>
          </p:cNvPicPr>
          <p:nvPr/>
        </p:nvPicPr>
        <p:blipFill>
          <a:blip xmlns:r="http://schemas.openxmlformats.org/officeDocument/2006/relationships" xmlns:a="http://schemas.openxmlformats.org/drawingml/2006/main" r:embed="Rcbb893103f674cbe"/>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233BA680-961D-40FD-A2DE-13A8021B7041}"/>
              </a:ext>
            </a:extLst>
          </p:cNvPr>
          <p:cNvPicPr>
            <a:picLocks xmlns:a="http://schemas.openxmlformats.org/drawingml/2006/main" noChangeAspect="1"/>
          </p:cNvPicPr>
          <p:nvPr/>
        </p:nvPicPr>
        <p:blipFill>
          <a:blip xmlns:r="http://schemas.openxmlformats.org/officeDocument/2006/relationships" xmlns:a="http://schemas.openxmlformats.org/drawingml/2006/main" r:embed="R550c783fe9624aee"/>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2E992DD-F4C6-4B72-9F07-046CE4956B16}"/>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6E2D7CB-CCFF-49DC-9D11-990DA0CBD86B}"/>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61713680-D85D-46E9-A7CA-EBD3C90FEC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48F07004-800E-4BE9-AEF1-856B28D9876A}"/>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EA1ECBF-E7C9-4EA6-A7DA-AB63073A7247}"/>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43CA0E55-0533-44BB-AAF6-30786E1F66A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F045406-6A30-4AF2-888C-2A1A0150672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B07B3145-1D04-4B68-9645-EA60CBBF82B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4062ED7-732E-4BEC-A133-52EA22947A7E}"/>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6DFDCB1-9198-4DF7-A5BC-5C7396FF0F4C}"/>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5E692080-92E0-48E1-95DD-62479E7E271B}"/>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5CD959B9-3326-4572-9374-C524DD13DE11}"/>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EE102C7A-6A52-4D3A-A16E-A8886F1FCC83}"/>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1508053A-223E-4853-8598-B8217826EA6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91853615-B31B-4CCD-A251-60B3418CC983}"/>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8590FEBA-6415-45A3-BBBD-BD93273B32C9}"/>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5448F07-E24F-4862-B1B3-A48DF98CA2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686C7DDF-5590-4173-A366-E7C4E7DCB8F3}"/>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A3040780-B794-44F0-B6F9-15EF0360F306}"/>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63B787E-5226-48DD-AFE3-3BF396EEE44B}"/>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9D2DBB-482C-4223-BB39-00394E619587}"/>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B41D55A-B0B0-48AD-9EFD-955B070528B3}"/>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417C35CD-82A7-46CE-8570-87B845D11356}"/>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B060A65-864F-46AC-8DA2-0A75B7B94EFC}"/>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1547203-A985-4737-BB58-8A49E9D73EBB}"/>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13C10DF-8898-48F1-AEFA-F14AEBD515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13620596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FE1C11F3-64FE-4285-B9E9-1104C61E6E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EE6A7923-DF06-4142-954D-238C69FD58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3FDC4780-6789-4791-B217-ED67E9C0AE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E38D766-A875-4333-BA65-B7924B8039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1D461D6B-BDA9-40D2-9C38-E9174C7C8A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DA2C1534-AE34-48A6-AFA1-F9AF60CAAD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3189912E-DF55-4C6A-80FD-93C5DE466482}"/>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ADA07D1C-8F40-4F52-86D7-4DD9661F6FCF}"/>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1F1AA98D-0187-4CA8-8E1E-D389B693C0F1}"/>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F378CDA7-6693-4141-B060-B222F40EDE6A}"/>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CF11E1B5-9B22-4227-9E21-8890895F11D6}"/>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8BD5202-757F-45D6-BD87-83BA166BA267}"/>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D600CA0D-72CA-43EF-82F3-A70B866F56A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2CAB14EE-E022-4AEA-A975-62CC8CB5FF7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46A1B30E-9AF7-47AA-8E5B-E9B83F038D0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789E978B-61D6-471A-B4DA-B0319CEB8CD2}"/>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61479E4-9222-46FD-8E74-05D99F680D52}"/>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6161791-10F4-4455-B991-3F0A4729E888}"/>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83C12697-20DC-43B7-B5ED-95DE5832B516}"/>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93C1874E-BF1C-4F72-BAE1-4FBF487AE0A3}"/>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BCF076E-D094-49E3-8DB1-1F65100249F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2C40D430-4F5B-4176-8885-1A9F047BE1F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6B1E297-8134-4652-A32E-7A2916FF1DAA}"/>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F1C06CDE-9D11-4F2A-83EC-14AC6D42BA21}"/>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5B9A290E-B64C-4F04-B235-802D71A53B0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ECB770DB-EE75-4FAA-BF7C-116CBF23ECD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4F3190ED-0D59-4EF2-9116-56FA2FB8F8F5}"/>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58F01193-85D5-470D-86E2-61E6FFFD268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2B7A865-7543-4825-B90C-290789812A0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A4C4FF0F-1EEE-4FED-886F-63508A2BF41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216B390-2486-47ED-9EE7-906776E21E28}"/>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E7C739E6-06C1-4E04-BF25-8EEA07191395}"/>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FEC635A2-4DBC-4832-86B3-EDC85AF71F97}"/>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955B9D6-4DB3-4342-89D2-9BBE19958C45}"/>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50C30BA0-CEA8-46AF-B2E0-46D2562A0FC6}"/>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4576E23-390C-40F1-9318-9DCFBB8B75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B9F1CCE-565F-43E9-A03F-87543EFD0444}"/>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922D0996-8CC0-480D-9959-B69D6DE9756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025F370-2A74-43A8-BF1C-999553B647A8}"/>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1ED9AA89-350D-4386-9547-0D5A2FB364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9859475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C5350882-BC0B-4B19-A1F5-FDA3F17520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A18469BA-4F92-4D8E-921E-23DE157D81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3A908167-BBDF-42F3-905F-B46F1C0F3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605FC0C5-F43C-4A77-98A6-9015CD878D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79644341-92DD-4EB0-931F-2B56A6D6C6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B494E92C-9CE3-49B9-BBA5-4366F6FA75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39F4914-AF34-4E05-9F54-4B048577B1F5}"/>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A53A3B21-BBAD-4BD5-BCC7-5BCA1B6FDB0D}"/>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EE8C96F1-D917-4E25-BB58-602019CD2CDC}"/>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22A15B7B-B39B-4CC5-BA98-152CD5B016AF}"/>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E92717-BB49-416B-BF9F-93A2AC34C344}"/>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226795DA-8DF4-4BB6-8FCA-A421E2C3C682}"/>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1172A0F8-3ECA-4DFD-8F3E-D4A318D3A1B8}"/>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5FD0E01-5C8C-4E22-844A-F11E8F65F56F}"/>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BC48C893-6B4B-4A93-A15C-DB7A815D37CD}"/>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8655916B-7364-46FD-9CEA-A3F58D7AC90A}"/>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2B3A4CC-EFB5-4A84-9A43-6D8EB61F5C27}"/>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2857AB78-82BB-41DE-96D8-A36C6CC78FA5}"/>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E34D250D-20DC-4D36-A7B9-A88DF644990D}"/>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AB7B51E-A8F8-4CE6-8D00-5704A351D7A8}"/>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D7EB2C5C-5CB2-4EC3-AAD6-ECC952FBC3D9}"/>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05D6FF90-4814-4B88-ABF3-D79411F27BE5}"/>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B0E6BF73-242D-420E-A738-75DEEF9B7D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9766311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3F4878FA-6B7E-44CD-9510-311338E22B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B303AF0E-BA4F-4A02-B4F4-4A8B851291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402963E8-F596-429F-A2AF-410BB3A4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8E5CEC26-36C8-4B5D-8BD6-8B2F35D0FA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DDB72F5A-E153-429D-A094-4EAF9BAC21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3686C471-D46E-415A-8F61-B81D5E5703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416B43D3-1B40-4B9E-A89C-8E266196C89D}"/>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F7B8B926-D577-4A83-AE95-DC5D1CE0EDF0}"/>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5BEE68E4-EB35-4105-9A4D-1BBE28C0BED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F5416E34-4740-44AA-BFBB-2CFC4D248388}"/>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892BDBD4-A1E9-4E8B-AC0F-FA1D401BD7F7}"/>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7EF2AC43-B720-43F3-A86F-D9B45CC6CFD5}"/>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CAC076B3-B599-4F43-9874-3C03AC5AF89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BBF7721-5111-44C8-BB0F-B2A8A7AA4777}"/>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FACB8C40-DD83-4962-BEEA-59AF74E67266}"/>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67E1356B-156C-4BB8-9E14-59E3D6E7FBAD}"/>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F5FBEB79-7E39-4856-A8D4-AB00435604E1}"/>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40D43EB8-D190-4DB4-97D0-2EFDEC7EB27D}"/>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81F4E788-E8EE-4290-8A18-9F95FCCEBB0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56999ACD-CEEB-4A23-8519-5CEAD21ED3E4}"/>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89048694-5481-4AF3-8F9A-A041A7BD14F6}"/>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4ACD6F0F-FC6E-4885-9F9E-C06045ABCD40}"/>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A865FF33-60B3-4272-B63D-271B89AF2C5E}"/>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B2AAB6A9-DCE4-4146-B003-D7BC50ACFCC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EF9DF1-AEF0-413B-BC40-0C5BA9B9F3EB}"/>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03CE72AD-8683-4E62-916B-253F1926050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0E3C4E25-0C1D-49B7-81BC-736C40D851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5632340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5EAD7A4A-FAAA-4D24-A311-782464DAE9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0C98E7F8-8EF9-44CA-B0F7-632E57275A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CB428E07-BAB9-4C47-A898-2D998BF271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33A5120F-B0AB-4EC9-8CEC-C7D2F3D04D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858EDA3F-9A95-4D45-9BA8-44DF4DE976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E674050F-FE3F-40B0-9447-3136CDACB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D2385FBD-D92D-475C-947B-B0EAD0DF8C6E}"/>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297E342-3ADB-4C79-A425-393CCD489612}"/>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9A171C7D-224E-4080-A3EF-E238524D61F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55EF0709-0695-4D02-8545-1DC959B4853B}"/>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A4C836F0-B654-427C-8C84-2A413C3A104A}"/>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C793527B-4297-44A3-8857-282CCCB2DE48}"/>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710060B8-64B1-4436-908D-38371D51EE5B}"/>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7E6F84B-BDE8-4EA6-B8E1-5956D23FD82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091A486-4793-4EF6-96AE-407133D41796}"/>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B7E5EC00-9FFA-4448-B8F6-34302A2A8C66}"/>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20C8CD3A-C87B-4099-A120-881D5B1F3865}"/>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75C85351-2751-4DB3-A8CD-A71EC977E887}"/>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DA80834-8192-4705-89A5-F013B49840DC}"/>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EBF1CDB1-0C1F-412C-BE06-0238981F76F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CA4113B0-F16E-4C1F-8797-E4CA9547D744}"/>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4760DB9-82E2-4239-ABD8-B9CF1BD039FA}"/>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22DC5786-149F-4641-AA43-CC04128C968E}"/>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FF9DE830-0FFC-448D-B473-97D024F849D2}"/>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08E29C10-3FC0-436B-BB79-8A534301D0F2}"/>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C5308AC-4CCC-4F4A-86B2-D675F118A3D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F604D996-12FD-4113-953F-98723DCAB78E}"/>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06F91C53-65FA-4AEC-9065-2FD6D7C858BE}"/>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53DF175-8905-442E-ADE2-B2F089D83FD5}"/>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7191F1A-E7A0-4BDE-AA3A-0E4A96EFC7DF}"/>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3F393386-CEEE-4B19-96B4-F35DC99E69CF}"/>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1C6615D1-0E88-497E-9E22-0E8FA56235C1}"/>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FAC3526-0DE1-4CF7-9E93-3AAA315B12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9450003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F1FD5A5F-8249-4FF3-9868-1E826FEA58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905FD35A-5547-4703-AD5E-5D23477250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22F31F47-93B1-40BE-AFCB-4068C03DAD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B3A6E284-C9B0-44DD-9BBB-386C54E710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A0AEBF3B-48AF-4EC9-BBB6-8EA6A72C09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F87B5385-6B38-4733-888B-B851F82D61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0201D2AD-6723-4338-BCA4-9FBD8123BEB7}"/>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C11691AF-A9D5-47F5-AE0F-5CDCF2891397}"/>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4F176D4E-CEB7-4BAB-8A27-5EBC1D97C1DC}"/>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31E25128-C1F8-465F-A77F-D5479D692C7C}"/>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AFE63F9D-F140-4BB7-87B0-AEE2BC53BCCF}"/>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9CFCB66-754D-42DC-8EB3-A123AFDA4614}"/>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CE21EAFC-B479-4B05-B8C7-BF20DA63F749}"/>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22BC9ECC-B2C0-488C-85A5-AE01624ACF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6204489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04CD8D3D-1293-4423-B42B-E7D96BCB6F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3A2B8B4D-0C06-488D-913A-4F9804B788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63F193E5-F20E-4193-9183-E1A0123E08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BB1F7B2C-E4FA-4576-A731-98230CD542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406EF6B1-819A-4A5C-97E0-E2934DAA50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4899522-EDB6-40EF-BC4E-6280AF53B6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DC6871E0-CD79-41EE-8DF6-C3F8BEA757C4}"/>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E441C171-EAE4-488F-AC3D-824B3BE0B48D}"/>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46949B0B-055A-480F-9B2F-74C7221AD0D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830F2B6-04D6-4D12-A176-4945770787E1}"/>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3367C0ED-F6D2-4BB0-8A9D-D406D77EBE29}"/>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93B4AE96-7198-4A19-B44E-A4B4DBBCBE0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B70AD2FF-0BAC-4053-B12E-5F093C93ECA9}"/>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A30ED822-576C-4B16-8F4C-24635D24F6AE}"/>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1F932D4-6F36-4963-AC8E-D4481FFEE61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765CC9A3-3A5E-4C15-9566-5C59A3EB8B5F}"/>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E7B4756B-CACF-4C29-A3AC-8081D724FEA4}"/>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E2E5356F-76CC-4881-98FE-9625BB30EB0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5E6AB82F-D133-4FE6-A7F3-97BB092507C8}"/>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4195B584-E4AB-4952-A2F6-CAC655A545FB}"/>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3B4AAB85-4351-41A0-BC6C-37A890804FC3}"/>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F69FFC8C-3770-4BB6-B8AF-39CB11D7E037}"/>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7E777206-5FBE-4FA0-BFE5-8BFFE7AACE8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BE3F01E-1AE7-4E05-830F-EBC9F18319A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721365F7-E9CD-44CA-A952-A469CDEF6B83}"/>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74C92521-6929-480F-8F53-28F8542138AC}"/>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2A55C87B-1ECE-4BB5-9DA6-7D52C728F176}"/>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1CD749BB-DF7C-4DE0-BAB6-297B798E99FC}"/>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FAC795B1-16E2-4F19-B059-3B626BE9D086}"/>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D73AB67-98AD-46AC-A946-4C7CF63D770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FD26D1E8-B1F4-43BA-863D-B465CE936D4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9647CEB-8FC5-45D3-AB8B-2A90C548367D}"/>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D9A32EF2-97D3-4B05-98E8-14D540364A42}"/>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3B72B359-2261-460D-836A-BB40140ED8F6}"/>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048FE487-35E2-4CA6-92B0-774A7293361F}"/>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149175F-0028-44AC-8D58-CA393F2733C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957D9CB2-A0C3-4EE8-B06A-832040C40933}"/>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5F11F858-29D9-4129-85A5-EA8342D31FBB}"/>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2920237-C2CB-44C2-9CA4-94F529B7934B}"/>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FA760837-AE99-4FB6-9522-249FD202264B}"/>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B0D4D3A5-CDDD-4E97-87BA-ECA5392BD867}"/>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C98C8354-785C-470C-B781-CCEE3BDD291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1794A73-C905-4F94-ACBB-338DB2CD2AE7}"/>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9C91D109-AEB2-4253-864D-EBEFD73957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3174747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1B38B710-9705-4F1C-9CCD-A3743577D1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A3B34CFD-A603-4EF7-8340-8A65453EAF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151314FF-BA1E-49A3-915D-00D5E2971C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4DC58B40-B1E7-46E2-BE40-CE60BD9408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321760BD-287B-4943-9871-6FC4581893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DFACC09-1848-4F78-AB7D-1171CA01EA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9EBDB4C2-6ADF-4B9F-B5E4-8FCFA5A44EB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2453202-0345-48B5-80A8-E222661BBB68}"/>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E9AC096-5C42-4DBE-8FF3-EF49CC865866}"/>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CAB8554-A2F2-4314-B97F-A5B3B0FAF462}"/>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177CD747-FC0E-4142-984F-95BCCE9CEE8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8F2565E4-F4BB-40F8-A5B5-BA95255D643F}"/>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F0D789B6-BEEC-4F3B-9275-A431AD06D92B}"/>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818A02EA-33DF-47E4-959E-7167B1ABA02C}"/>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1D8625E7-E1E8-466D-8E58-B9330E572CA3}"/>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D576B019-BC27-4AE6-A79C-B6A3C739F52E}"/>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28CAFBBE-08AD-409E-9735-DE7EDB48165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21D876FD-68FA-41F9-BD5C-1B19AE46FF4E}"/>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79768580-8E02-4765-90AF-532950129204}"/>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5C249B25-6AB0-4213-BE38-B5D70D191152}"/>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59AC3353-3C77-48FD-B0DA-99713D32C749}"/>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EFD9DC56-6702-4973-AB1B-1F33E19ECE25}"/>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24A04CA1-1253-4A8A-B47A-3A718EF0250D}"/>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BB1EAF0B-BA8E-47E0-A1B4-4AE2F96B22D4}"/>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A04C78B3-304E-497E-B11C-98D195C68A40}"/>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16FB3CC7-BE33-40AC-AFC0-C2D59D9DCB7F}"/>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60910E1-CE74-4CC8-ABD2-D7537D459496}"/>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BCDD979F-0F3C-438C-933F-82F184AB303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3B1B9A3E-B912-4543-88FC-F9FFF1B6B257}"/>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FC632D89-6E2E-4C46-A496-902A9435B8F2}"/>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811BCA5C-CA2E-4B02-9873-B97F4B74AA8D}"/>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46FD777F-48C0-4E1B-B787-D1882EEE5D99}"/>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B5142CD0-F068-4D0E-BF36-ACC1B7BDC179}"/>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652881E0-7062-4475-97A9-36FD5C0565EA}"/>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04401A78-3863-4A7B-A503-9BFC160EA750}"/>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9839D749-7EE9-4D50-8810-12D858F27593}"/>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E4B38D9-D83D-4093-A5C0-EC4950256918}"/>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6C87A701-9EC2-40B1-A7D0-5F1CD5140BCF}"/>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A9B7485D-DA6B-4382-B92C-C414E4D366FE}"/>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E888DFAB-3C2D-41EE-8BC9-C03D480A275E}"/>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E8778431-3564-4F83-9F5E-679A5C19A90B}"/>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CEA65F59-5AFC-4479-A57A-486955E27F54}"/>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19776942-4541-4713-A799-21E3D9C347F4}"/>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539017A5-E439-44FC-8BF1-934553CC0346}"/>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01B0C34D-B3D5-4DDD-A7C5-C4588695F756}"/>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DDECD66B-46B1-4EB6-9188-92340A13649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57C5E578-D69D-444B-BC12-9366A920EC8B}"/>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9D5F50B6-40B6-41A2-BD83-96C320AEC1D7}"/>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831CA53C-DECD-444C-A499-414AF292856C}"/>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085B2A66-4CDC-4918-AA67-A49382CAF757}"/>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249FFDD4-9DB6-4D9A-8F02-F6F5811E6397}"/>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7CE1757-3F40-45CF-B274-3ACFB051138D}"/>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0DF20EBF-B462-41F2-8CAB-88500BBDC89C}"/>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6DF2845D-7BD2-4176-8376-37CF694857EE}"/>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FBC1E112-F06E-4DBB-9C11-027B6FB1BC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72A75AC0-A940-45AD-988A-36E31F3536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DD549B28-D3C8-477E-AADA-4558931326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53297087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E754E494-7464-4627-B03C-FFCACFD932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D098DC2E-098A-47A1-9F0F-5449907E5B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7554F7BB-E81A-4310-B3C5-771E957DF7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5C03AEB2-F27B-4E74-9B8A-EDB5C30378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4D8D6DA0-685A-427E-B037-420126D38F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30CDC20-F54C-415F-931B-5CAC6D4420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83740E8E-8A24-417D-9296-34E53582BCD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977428B-0CF1-4BD5-BD6B-F2C2901168CE}"/>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3E9B8129-C2C8-46FB-A61D-ACF7EEC70E81}"/>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887494A3-F82F-4E40-A55E-7A332FEF883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26A67FCD-D417-46AF-B67B-BD13F289716D}"/>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CF1AB6C-4E42-463A-B3A9-2EE1B5DB1DBF}"/>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BDD21E90-4C2F-4468-9163-AAD675B0B306}"/>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CD301002-45B7-451A-8935-2D90CCC70980}"/>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3bba04b4458f4f8d"/>
          </a:graphicData>
        </a:graphic>
      </p:graphicFrame>
      <p:sp>
        <p:nvSpPr>
          <p:cNvPr id="15" name="Python 할당 피크">
            <a:extLst xmlns:a="http://schemas.openxmlformats.org/drawingml/2006/main">
              <a:ext uri="{FF2B5EF4-FFF2-40B4-BE49-F238E27FC236}">
                <a16:creationId xmlns:a16="http://schemas.microsoft.com/office/drawing/2014/main" id="{4C2CE368-18BD-4B84-B3DB-62A38315DC3B}"/>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079F9E8F-19C7-4E85-A1B4-2AF5BDF815FF}"/>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790B881F-990B-422F-8345-F8DAC64BDC64}"/>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EEE437C0-F86F-472D-B885-A6AC7C4D0C29}"/>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FFD33E1-A8E5-473A-98FF-E6FB5C11F74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A8D0F36-2E9F-49D7-8B71-1C621DF6430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85B922B5-549F-45CA-8544-C5AE3DFB406F}"/>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872A9A14-508C-48DD-93E4-9499A74FD688}"/>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778AFCBF-1658-4E63-A7F9-DA8565338BDE}"/>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01CE03B3-815B-4502-A0EC-4A73A19815CF}"/>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7A177A12-52A7-4284-A0E5-F8835333B8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8419019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BB6A6D7A-E762-4A4D-AF0F-26515F258F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20520EB7-FF8F-4355-9260-3A29892963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9B1AC3CE-5C4B-493E-844B-C3B2E16130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A052E285-2C07-480C-B59B-544C9C5076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30E946E3-87A8-4E0F-A5E8-A594752932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5006E716-3481-41F8-AED5-ED59B13755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9FA26C66-4D0B-45FA-BD4F-73503D72B5EF}"/>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95EFD362-E6AB-4894-BE66-3C6A32A13573}"/>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5C51A8AA-4DD4-4B30-8FF2-1DA24D172D84}"/>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7475B924-B5B9-4C48-9197-93A7C33EAE2C}"/>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EC6EEB6D-78DC-487B-8288-E9C34A0B1264}"/>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FEC03BD6-F71A-4568-817E-F3E9C9AAD185}"/>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E41842DF-2E13-4AEC-84F7-5ED1C8E3ABA2}"/>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3D95D58C-F592-4F89-96A9-697462BFF88F}"/>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87618B36-603E-4317-B303-264392A6219E}"/>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7B7A3DD5-63AD-46E2-8853-232384C273FD}"/>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0E17BD54-D243-4CAB-969C-0D8C2DC3CA96}"/>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DAC2963-A0C7-4B5E-A53C-35AE4A6F1AD4}"/>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ECC17D1-E33C-44A5-829C-BFBF90FE7DCF}"/>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9AB1D19-E1E0-466C-A679-5C2DC45649CE}"/>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8684D9C4-5566-46BB-B852-E45FBAF6CD83}"/>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56BAA0EB-FD69-4363-B217-FB73C0B3B7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232559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4E0A9214-C5E9-48F9-82C2-8FC050BC98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0AF667C8-69CD-4FC5-BE86-43A63C35F5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3A558368-391B-46FC-83E6-B2774205E9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81FB7B41-A319-421E-BBCC-7E2E7E25D5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EF592F35-EB2C-43F2-8661-77C0733064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FD0099E8-D1E2-4371-BA93-CA7C391402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35741A82-A801-4CF8-AEB4-8C8A8CC06AD9}"/>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50459A71-4702-4C4D-823F-208935206886}"/>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90E3FD9E-65AD-48F1-A31B-BA80C1DF0575}"/>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4BCFA7B1-8061-48A9-AA02-C7D936B0BA8C}"/>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805653-CAFC-40CE-944E-69488341B246}"/>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E4DAA7B3-FDE1-46E3-B39D-66D3490CDCC2}"/>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E3D2124B-00BB-4086-8C7B-4866F39204E3}"/>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9CA768F9-1D6A-467B-82C4-39FF0FBA8D9E}"/>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5D08C10-B484-45F8-B97F-DB930B78A4A1}"/>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B5AFCB8D-4FB3-49DF-AF3C-2A21954B4D11}"/>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7385C7B6-9F94-4C6A-ADC9-C67E63791A1E}"/>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ECB354AB-F041-4D6B-9874-99ECAF523E8C}"/>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2E68378F-F230-486C-85E0-19A2CF4949A4}"/>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19477141-0853-429E-96F5-FC5616187F30}"/>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BAF5155B-F3FD-4428-8532-8E5C1B795E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6398932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7DBC4F1B-E2F6-46CD-86E4-65DB5B1E68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14DD3628-ABD1-4A4A-97B3-1269CA052E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2560DD4D-E522-4321-8971-EB9EBBAA85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B94B8F7B-4288-4F3D-9FAC-954614A760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A1520FD1-FC51-4D7C-862B-F1FD1F6578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07923F89-8104-4FD2-862D-5C47AF8AE2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F3A3C8EA-8BE8-4DDD-B04A-D8F0AFF6496F}"/>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210B7AF0-D4A8-4639-AAC2-C48FA70F78CF}"/>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7F068FA2-A00E-48A8-8538-92246782DB93}"/>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81C3DCAF-BBA5-45DF-B2E7-148C1C6E1520}"/>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305C6158-65B9-41B8-87D7-85D1759F6E78}"/>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36FF63-1788-4E10-A9F3-D5F2631775CA}"/>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219893EE-C1CD-4D49-9706-7BB0B16908E2}"/>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47776962-2DAA-474A-A61E-43D76BA55395}"/>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F25A2B39-2593-4080-B91C-F57C51A2EFD7}"/>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E6B3E98-CEE4-46C2-AE89-C7AA86AB6DBB}"/>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03FE15A1-ACC6-41D7-B7F4-7A98DC73ABD5}"/>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2CA13B78-1351-43B1-8B18-5516383798E0}"/>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7049F1F2-7891-44CE-B869-B20BC0009B91}"/>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CE99E16E-CFAE-4256-99BB-5C5C99CF7E7E}"/>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E09211D7-7063-452E-8E94-7F7218B84A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163359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AD1031C9-46B5-4E63-BDD4-DA1729DAF7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ABA657F1-55F2-4CAC-BB3A-E419AE6101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090D316A-A41A-45D3-AD4A-A465920CF5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7B57BF6E-2CCE-4FB3-A02E-68838ABD91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07E14297-C10A-4A9B-B06B-74F99E54B1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A2DD0087-F686-4255-ABE7-ED6BE324E3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C12CF11C-E994-4240-859C-F2DD3B1A850E}"/>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E2D1F166-F58F-4995-8E5A-3071C16C69BB}"/>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70625C08-910C-491D-8808-CE0E373E9396}"/>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2B87C542-344E-4560-8311-5F3EAC6D686D}"/>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AD278BDC-5487-44A9-A6F2-0AE09D4FB783}"/>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22E68BF0-4224-47A4-B15C-4843D016DBCC}"/>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B62B94F6-E83E-42A5-9686-AD7FF3FCED67}"/>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F54F1C00-B313-47A7-8BAB-8B9CF03AC0B6}"/>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0EBEF6CF-DB90-4DBF-A208-E09A55FFF524}"/>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6E2DABD0-CA2A-4D3D-B2EB-97551CCD23F7}"/>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7C135946-EE67-4C2E-B1D9-253177C05645}"/>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0391FA64-B606-4FBE-8148-C4DEFDD2FBE9}"/>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50F5BE7E-1DA2-46C3-9456-38CE7D3098D2}"/>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FA09EBE5-E2FB-438B-B2FA-DB4E4003CF60}"/>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FB9286BF-66BE-4E69-BE94-2B9AF1C66431}"/>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4EFFBBB1-4A4E-4445-9571-9943EB279747}"/>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6D374D66-0840-4913-AEC9-AED795C33285}"/>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31099EE4-D2AF-419D-8199-3D65351F978C}"/>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4146D4DD-2269-481E-BA69-0E7AF8BA628B}"/>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CBB63AA8-5B90-4C0C-8A40-AE0CB04BCE53}"/>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AB902E9B-82EC-488C-9176-DAC97E15271A}"/>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DA54057C-0F35-4048-8AAE-630826B1BB15}"/>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CC9A4FEA-9184-4E55-AD6F-13EA32B13DD4}"/>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ABED75DF-0932-47DB-8DE3-E3AB1B0AE389}"/>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03652A09-6A95-4542-A1D5-FA547A84EEE6}"/>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D841934A-4EBA-4DDB-B218-72C4A2F88B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281585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9D9A743D-71C1-443B-A811-E96A8DF67A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9AE13A07-614C-45E7-8763-142A9511D4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A6C6AE0F-11B8-4E7F-90C0-E3C5EE5EC7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A40989C5-F985-4FAD-8534-153D3214E3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4E45F418-8BF8-4008-8B89-B988BCCBEC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370763CE-DC08-4D42-9507-2B4DC0B8EC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26FD8510-63A8-4EC1-9264-0FA7A6F42DF3}"/>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7CD53B67-C82F-425F-806D-D4B46038D7C2}"/>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60E87696-16C5-42D9-9B4C-3B806B84690C}"/>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1E6CA7F7-FE71-4187-A691-CBCE5B5B2F0F}"/>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FB4B3D19-AF03-498B-8089-E35CDCF67393}"/>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D4E66AE0-0F65-45D4-A174-1AA3C218CCCD}"/>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E2A7C5A9-AB3D-4A58-9CDE-014AADD0EDAB}"/>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4A9CAC2C-DB8C-4144-8A5D-8C71139860A0}"/>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4EAEEE34-CD61-4FE3-925A-340916C144BD}"/>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6BE71B08-B92D-4E6A-96F6-A0971593A609}"/>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D07B9B43-166E-47B8-A9E4-C0AA1FC66176}"/>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F7098A26-8A69-4CC1-8E97-2727931F93DC}"/>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09F49782-FA4F-4EEC-8A3B-C8C2C6A48B9F}"/>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4C1D4231-FF18-4931-915F-4D474FE0F13A}"/>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9A0814E6-AAB5-40CD-ACA5-D360761A67F7}"/>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290220A6-A942-47BF-812C-A02FB9F0F9C3}"/>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A9F04F25-48F8-4705-ABAC-76CAAAF4B4CD}"/>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DEB0B45C-5EB6-486C-BF1B-F546C208D6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752266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9A2B401C-AC25-4F6F-B12C-B3DDF8A3D4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29735344-3DEC-4CED-BF14-C7B0A1E526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8E46E18B-C78B-407F-B4A3-B28DE79143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09FDD5EF-7A8B-4380-AE06-E02D5D7305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D768C6F2-52CA-4309-B858-BECF97595B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52BA318D-81E3-4687-ABA5-CD694CF4C3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67902579-AA30-4672-838E-BB0D6332EB5D}"/>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3671F111-F61A-4168-AA58-62BD58195C87}"/>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EA43494D-1710-40BD-B456-18E197EA2A72}"/>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CE5BF455-6776-4A56-BED2-580003AFF1EA}"/>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9E88D8A3-7754-4012-B221-86B5BDCD2E14}"/>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978E5666-EF05-439E-A28E-831C1DEAD36C}"/>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42415CF-7423-4486-B757-832591CDA11C}"/>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711371A0-D616-4FF3-B762-E701927BB4F5}"/>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76F0076D-1260-4B5F-A7D7-D634F02B00B9}"/>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9AFE9F81-1FCC-446D-A02D-C639F6500C7D}"/>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9698955-1E9F-48EB-A652-6B189D182ACF}"/>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5C4B6526-A010-480C-B1F7-666C413A68B3}"/>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C5C4ACB9-8FE6-4DBD-AD2F-AF5D7AC970E0}"/>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75F30A78-F515-42F5-890E-9003F050C88F}"/>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1EF58A6D-7D28-4C83-B9D7-45D3240773E6}"/>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0EA1EFD8-9387-4234-A228-7C0D075D3C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9864124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A08DA2DC-C06C-4168-8C56-9C23CBF04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31437222-6AAE-4E65-9647-880A8BF65B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F1EEC920-1AF6-4C54-9F61-69480EFE7B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15162742-67A2-4776-A9EC-6B1CC63BF6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A0AAB45-3A6A-48D4-BE3E-3E07FF6D679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21984399-D68F-49AB-802E-F96C5BEC10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C0D6214E-18D1-4EE7-A75A-6171067BDE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40702C68-EB3C-4731-B467-CC25381411CE}"/>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F0BB4FAA-F62D-44D3-9E78-E0519394D2C5}"/>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1B57A907-7F2F-4687-B63D-69F6A62CEB7D}"/>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0C40E2DA-F90B-4276-AF29-C7F4CC5A52B1}"/>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307B2CA0-E5DF-4996-8ED0-61A470F7CACD}"/>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DE454B29-E7DB-424D-B6A9-2FB40FB6D676}"/>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5897F783-7849-4BC2-86B9-271C07B58729}"/>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A7201675-2FE8-45FC-908D-EEBA2D3982C2}"/>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D3A1D4BC-9B6D-47B1-86FE-A683B66762CC}"/>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5E965B74-C097-40F6-9D4F-D340DA4A362E}"/>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8A5155FB-27C8-418F-A33B-828F446788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048107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DE3248F0-AC3B-43A6-8899-0EAAACD703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08C0E1EC-96B3-412B-A26D-57787EC6AB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FC8A6006-CEC3-4E12-B935-8AC40C87B3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A1077600-AE0F-47CE-9F6C-478276CA64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3B0A97A-AC96-40B6-957B-1BADE43B97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24BDAFA5-FFC5-4E9B-85A1-7BBAF65CD9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2B43037F-D800-4FC7-A28C-5740E41F3A54}"/>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6F8603F7-2793-4E65-9CEF-FDF8A591F61E}"/>
              </a:ext>
            </a:extLst>
          </p:cNvPr>
          <p:cNvPicPr>
            <a:picLocks xmlns:a="http://schemas.openxmlformats.org/drawingml/2006/main" noChangeAspect="1"/>
          </p:cNvPicPr>
          <p:nvPr/>
        </p:nvPicPr>
        <p:blipFill>
          <a:blip xmlns:r="http://schemas.openxmlformats.org/officeDocument/2006/relationships" xmlns:a="http://schemas.openxmlformats.org/drawingml/2006/main" r:embed="Rf92396eeba3a4523"/>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A3F26C70-BB4B-41BE-A1D6-0ECCA36C6501}"/>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982D937F-F44E-4E74-AC13-5E0BB36AA11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057B7EC0-F8F4-4758-A0FC-021B23ADE4F0}"/>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DD5447FE-A3BC-4515-8D13-7212262DC94A}"/>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1CFD0785-E3DA-4219-B769-BB04649FC570}"/>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EC3647AC-C6A9-4371-8B25-5265DA0E31C6}"/>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DA200C19-D94C-4D86-9C37-EF33FC9C637A}"/>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00150473-140C-4DC0-9E3C-5C7F40F84C51}"/>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28C472C1-9A6A-4110-BBF6-AA5587C6C4E2}"/>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520FDC9A-F389-4884-9B06-F5DCA994B14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4A2F846C-9614-4209-9974-5CBD6CD8DDF1}"/>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885057B7-ACA3-49F9-ADDE-C1241A26EF08}"/>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FA33AFCA-B12D-4B54-9724-00B561EF6AB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72C85714-C98D-42C7-A99D-E77FE9B4BC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3539106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96B6CB29-7546-4D2A-94DF-77B5F36CC7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AD4813A4-FE75-4121-911A-95E65887FC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A2E4B9CF-C475-4782-B1A3-B5351A23B9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77ACD6D7-FD59-4345-8E5C-DCE5B23D02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660DF46C-080C-4072-AEDC-DE56650BE9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F987937B-8B6F-4C8C-BD1C-0B949F1825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1A4E2F2A-0263-4C39-AD7D-7FC4D334CEA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5A52948A-7953-43B0-81BF-A2E01F1CA41B}"/>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CE6DF4EB-AAE9-4F5C-8F93-C2D2C493BD68}"/>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FD39CDAD-D6A6-4CA6-8FC1-E7446744C27B}"/>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40EF34D3-FEA3-41BF-8911-7F83DF8EA82B}"/>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D219E4A6-E1A3-4B2F-8C9B-5405B7FAA2B4}"/>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C64C6B0C-B88E-44F2-8E23-6C55F2DFC3F1}"/>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35885F52-5BA3-44FE-97B9-6E9A66AD2F89}"/>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7CBB9D6-70D3-4BBA-8517-3BC57A8D1EFB}"/>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56F28B58-ACE6-458B-A741-C079872F80D2}"/>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83F83F1D-BCC8-4199-AFE9-0DA4F930DA6F}"/>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34E90BF0-9186-4D2D-9280-9F0F898DF3B7}"/>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D2EF4497-0A94-4BFF-A8B2-74A2B6165A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025569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2026-10-23T04:23:40.4610000Z</dcterms:created>
  <dcterms:modified xsi:type="dcterms:W3CDTF">2026-10-23T04:23:40.4610000Z</dcterms:modified>
</coreProperties>
</file>