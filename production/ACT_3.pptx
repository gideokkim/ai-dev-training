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13bb734b26943d6" /><Relationship Type="http://schemas.openxmlformats.org/officeDocument/2006/relationships/extended-properties" Target="/docProps/app.xml" Id="Rdb760c754a994b22" /><Relationship Type="http://schemas.openxmlformats.org/officeDocument/2006/relationships/officeDocument" Target="/ppt/presentation.xml" Id="R80d16748c02e4052" /></Relationships>
</file>

<file path=ppt/presentation.xml><?xml version="1.0" encoding="utf-8"?>
<p:presentation xmlns:p="http://schemas.openxmlformats.org/presentationml/2006/main">
  <p:sldMasterIdLst>
    <p:sldMasterId xmlns:r="http://schemas.openxmlformats.org/officeDocument/2006/relationships" id="2147483648" r:id="R9634f6f590614bda"/>
  </p:sldMasterIdLst>
  <p:notesMasterIdLst>
    <p:notesMasterId xmlns:r="http://schemas.openxmlformats.org/officeDocument/2006/relationships" r:id="Rbc98d01c4deb429b"/>
  </p:notesMasterIdLst>
  <p:sldIdLst>
    <p:sldId xmlns:r="http://schemas.openxmlformats.org/officeDocument/2006/relationships" id="256" r:id="R8966b716eaa54a74"/>
    <p:sldId xmlns:r="http://schemas.openxmlformats.org/officeDocument/2006/relationships" id="257" r:id="Reabf0da3744742a6"/>
    <p:sldId xmlns:r="http://schemas.openxmlformats.org/officeDocument/2006/relationships" id="258" r:id="R0d8e1034d05c4e16"/>
    <p:sldId xmlns:r="http://schemas.openxmlformats.org/officeDocument/2006/relationships" id="259" r:id="R4e87d47b456445a5"/>
    <p:sldId xmlns:r="http://schemas.openxmlformats.org/officeDocument/2006/relationships" id="260" r:id="Rdf5e1d321c2c4e35"/>
    <p:sldId xmlns:r="http://schemas.openxmlformats.org/officeDocument/2006/relationships" id="261" r:id="R9bdf1e0bfb784101"/>
    <p:sldId xmlns:r="http://schemas.openxmlformats.org/officeDocument/2006/relationships" id="262" r:id="Rbaaac90932534dc5"/>
    <p:sldId xmlns:r="http://schemas.openxmlformats.org/officeDocument/2006/relationships" id="263" r:id="Reaa53d261bf64a23"/>
    <p:sldId xmlns:r="http://schemas.openxmlformats.org/officeDocument/2006/relationships" id="264" r:id="R16df15440cfc45cb"/>
    <p:sldId xmlns:r="http://schemas.openxmlformats.org/officeDocument/2006/relationships" id="265" r:id="Re7a7499dba1844d9"/>
    <p:sldId xmlns:r="http://schemas.openxmlformats.org/officeDocument/2006/relationships" id="266" r:id="R48f8b223a8134d05"/>
    <p:sldId xmlns:r="http://schemas.openxmlformats.org/officeDocument/2006/relationships" id="267" r:id="Rac0f50ae3d354a50"/>
    <p:sldId xmlns:r="http://schemas.openxmlformats.org/officeDocument/2006/relationships" id="268" r:id="Re31f2f995ecd46c1"/>
    <p:sldId xmlns:r="http://schemas.openxmlformats.org/officeDocument/2006/relationships" id="269" r:id="R98cc781f127447a4"/>
    <p:sldId xmlns:r="http://schemas.openxmlformats.org/officeDocument/2006/relationships" id="270" r:id="R7a48c36648234955"/>
    <p:sldId xmlns:r="http://schemas.openxmlformats.org/officeDocument/2006/relationships" id="271" r:id="R4da245a12bba48da"/>
    <p:sldId xmlns:r="http://schemas.openxmlformats.org/officeDocument/2006/relationships" id="272" r:id="Re8e6c39205994ca5"/>
    <p:sldId xmlns:r="http://schemas.openxmlformats.org/officeDocument/2006/relationships" id="273" r:id="R66242ee043b7490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171127edcf432d" /><Relationship Type="http://schemas.openxmlformats.org/officeDocument/2006/relationships/slideMaster" Target="/ppt/slideMasters/slideMaster1.xml" Id="R9634f6f590614bda" /><Relationship Type="http://schemas.openxmlformats.org/officeDocument/2006/relationships/notesMaster" Target="/ppt/notesMasters/notesMaster1.xml" Id="Rbc98d01c4deb429b" /><Relationship Type="http://schemas.openxmlformats.org/officeDocument/2006/relationships/presProps" Target="/ppt/presProps.xml" Id="Rdadc593775a14a39" /><Relationship Type="http://schemas.openxmlformats.org/officeDocument/2006/relationships/tableStyles" Target="/ppt/tableStyles.xml" Id="R666e75668335480b" /><Relationship Type="http://schemas.openxmlformats.org/officeDocument/2006/relationships/slide" Target="/ppt/slides/slide1.xml" Id="R8966b716eaa54a74" /><Relationship Type="http://schemas.openxmlformats.org/officeDocument/2006/relationships/slide" Target="/ppt/slides/slide2.xml" Id="Reabf0da3744742a6" /><Relationship Type="http://schemas.openxmlformats.org/officeDocument/2006/relationships/slide" Target="/ppt/slides/slide3.xml" Id="R0d8e1034d05c4e16" /><Relationship Type="http://schemas.openxmlformats.org/officeDocument/2006/relationships/slide" Target="/ppt/slides/slide4.xml" Id="R4e87d47b456445a5" /><Relationship Type="http://schemas.openxmlformats.org/officeDocument/2006/relationships/slide" Target="/ppt/slides/slide5.xml" Id="Rdf5e1d321c2c4e35" /><Relationship Type="http://schemas.openxmlformats.org/officeDocument/2006/relationships/slide" Target="/ppt/slides/slide6.xml" Id="R9bdf1e0bfb784101" /><Relationship Type="http://schemas.openxmlformats.org/officeDocument/2006/relationships/slide" Target="/ppt/slides/slide7.xml" Id="Rbaaac90932534dc5" /><Relationship Type="http://schemas.openxmlformats.org/officeDocument/2006/relationships/slide" Target="/ppt/slides/slide8.xml" Id="Reaa53d261bf64a23" /><Relationship Type="http://schemas.openxmlformats.org/officeDocument/2006/relationships/slide" Target="/ppt/slides/slide9.xml" Id="R16df15440cfc45cb" /><Relationship Type="http://schemas.openxmlformats.org/officeDocument/2006/relationships/slide" Target="/ppt/slides/slide10.xml" Id="Re7a7499dba1844d9" /><Relationship Type="http://schemas.openxmlformats.org/officeDocument/2006/relationships/slide" Target="/ppt/slides/slide11.xml" Id="R48f8b223a8134d05" /><Relationship Type="http://schemas.openxmlformats.org/officeDocument/2006/relationships/slide" Target="/ppt/slides/slide12.xml" Id="Rac0f50ae3d354a50" /><Relationship Type="http://schemas.openxmlformats.org/officeDocument/2006/relationships/slide" Target="/ppt/slides/slide13.xml" Id="Re31f2f995ecd46c1" /><Relationship Type="http://schemas.openxmlformats.org/officeDocument/2006/relationships/slide" Target="/ppt/slides/slide14.xml" Id="R98cc781f127447a4" /><Relationship Type="http://schemas.openxmlformats.org/officeDocument/2006/relationships/slide" Target="/ppt/slides/slide15.xml" Id="R7a48c36648234955" /><Relationship Type="http://schemas.openxmlformats.org/officeDocument/2006/relationships/slide" Target="/ppt/slides/slide16.xml" Id="R4da245a12bba48da" /><Relationship Type="http://schemas.openxmlformats.org/officeDocument/2006/relationships/slide" Target="/ppt/slides/slide17.xml" Id="Re8e6c39205994ca5" /><Relationship Type="http://schemas.openxmlformats.org/officeDocument/2006/relationships/slide" Target="/ppt/slides/slide18.xml" Id="R66242ee043b749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87aace37e946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41e1f0265c4286" /><Relationship Type="http://schemas.openxmlformats.org/officeDocument/2006/relationships/notesMaster" Target="/ppt/notesMasters/notesMaster1.xml" Id="Ra8fcfb1e5dcf4a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da495da9674050" /><Relationship Type="http://schemas.openxmlformats.org/officeDocument/2006/relationships/notesMaster" Target="/ppt/notesMasters/notesMaster1.xml" Id="R4217586527d04c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2ae275dac8469e" /><Relationship Type="http://schemas.openxmlformats.org/officeDocument/2006/relationships/notesMaster" Target="/ppt/notesMasters/notesMaster1.xml" Id="R48e3d259808b45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89b559e0284981" /><Relationship Type="http://schemas.openxmlformats.org/officeDocument/2006/relationships/notesMaster" Target="/ppt/notesMasters/notesMaster1.xml" Id="Rf422815c5e264b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c91f26dde04b0c" /><Relationship Type="http://schemas.openxmlformats.org/officeDocument/2006/relationships/notesMaster" Target="/ppt/notesMasters/notesMaster1.xml" Id="Ref4d4e11da6644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0bf5c7df014976" /><Relationship Type="http://schemas.openxmlformats.org/officeDocument/2006/relationships/notesMaster" Target="/ppt/notesMasters/notesMaster1.xml" Id="Rec31529b9f8046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36d2b9ccbd4e63" /><Relationship Type="http://schemas.openxmlformats.org/officeDocument/2006/relationships/notesMaster" Target="/ppt/notesMasters/notesMaster1.xml" Id="R881486d5d43945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30d8f5b80e4b22" /><Relationship Type="http://schemas.openxmlformats.org/officeDocument/2006/relationships/notesMaster" Target="/ppt/notesMasters/notesMaster1.xml" Id="Rbb865a4ef03c48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0a55ec98d54caa" /><Relationship Type="http://schemas.openxmlformats.org/officeDocument/2006/relationships/notesMaster" Target="/ppt/notesMasters/notesMaster1.xml" Id="R6c1e3516f01542d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dc3c1067b84d96" /><Relationship Type="http://schemas.openxmlformats.org/officeDocument/2006/relationships/notesMaster" Target="/ppt/notesMasters/notesMaster1.xml" Id="Rd2cc98796f864fc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4e5255017e441b7" /><Relationship Type="http://schemas.openxmlformats.org/officeDocument/2006/relationships/notesMaster" Target="/ppt/notesMasters/notesMaster1.xml" Id="R3c40f4f7fc2b4e9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f6c9ccfe65446b8" /><Relationship Type="http://schemas.openxmlformats.org/officeDocument/2006/relationships/notesMaster" Target="/ppt/notesMasters/notesMaster1.xml" Id="R6d228bb6c90b438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f6f3972778244f4" /><Relationship Type="http://schemas.openxmlformats.org/officeDocument/2006/relationships/notesMaster" Target="/ppt/notesMasters/notesMaster1.xml" Id="Rb6625742975141a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a1b787f7f5a4c71" /><Relationship Type="http://schemas.openxmlformats.org/officeDocument/2006/relationships/notesMaster" Target="/ppt/notesMasters/notesMaster1.xml" Id="R0710829d621b4d0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1fea5ec912b4e99" /><Relationship Type="http://schemas.openxmlformats.org/officeDocument/2006/relationships/notesMaster" Target="/ppt/notesMasters/notesMaster1.xml" Id="R5e52449a4151418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3f38f132e2f4c91" /><Relationship Type="http://schemas.openxmlformats.org/officeDocument/2006/relationships/notesMaster" Target="/ppt/notesMasters/notesMaster1.xml" Id="Racace48121114f0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1caa16f55d94976" /><Relationship Type="http://schemas.openxmlformats.org/officeDocument/2006/relationships/notesMaster" Target="/ppt/notesMasters/notesMaster1.xml" Id="R9fa22befc0854ec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95b2ed8440145f3" /><Relationship Type="http://schemas.openxmlformats.org/officeDocument/2006/relationships/notesMaster" Target="/ppt/notesMasters/notesMaster1.xml" Id="Rd93e3f69a7f041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S50 — 두 실제 요청에 같은 절차가 반복됐다</a:t>
            </a:r>
          </a:p>
          <a:p xmlns:a="http://schemas.openxmlformats.org/drawingml/2006/main">
            <a:r>
              <a:t/>
            </a:r>
          </a:p>
          <a:p xmlns:a="http://schemas.openxmlformats.org/drawingml/2006/main">
            <a:r>
              <a:t>Slide ID: S50</a:t>
            </a:r>
          </a:p>
          <a:p xmlns:a="http://schemas.openxmlformats.org/drawingml/2006/main">
            <a:r>
              <a:t/>
            </a:r>
          </a:p>
          <a:p xmlns:a="http://schemas.openxmlformats.org/drawingml/2006/main">
            <a:r>
              <a:t>Working Title: 두 실제 요청에 같은 절차가 반복됐다</a:t>
            </a:r>
          </a:p>
          <a:p xmlns:a="http://schemas.openxmlformats.org/drawingml/2006/main">
            <a:r>
              <a:t/>
            </a:r>
          </a:p>
          <a:p xmlns:a="http://schemas.openxmlformats.org/drawingml/2006/main">
            <a:r>
              <a:t>ACT / Section: ACT 3 / 3A</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Case 5 minutes</a:t>
            </a:r>
          </a:p>
          <a:p xmlns:a="http://schemas.openxmlformats.org/drawingml/2006/main">
            <a:r>
              <a:t/>
            </a:r>
          </a:p>
          <a:p xmlns:a="http://schemas.openxmlformats.org/drawingml/2006/main">
            <a:r>
              <a:t>Primary Message: 서로 다른 두 성능 요청의 조사·계획·변경·검증 지시가 반복됐다. ACT3에서는 이 방법과 실행·검증 환경을 유지하는 문제를 다룬다.</a:t>
            </a:r>
          </a:p>
          <a:p xmlns:a="http://schemas.openxmlformats.org/drawingml/2006/main">
            <a:r>
              <a:t/>
            </a:r>
          </a:p>
          <a:p xmlns:a="http://schemas.openxmlformats.org/drawingml/2006/main">
            <a:r>
              <a:t>Opening Question: “목표가 달라도 왜 같은 작업 방법을 다시 요청할까?”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S49의 절차 유지 질문을 회수하고 Harness를 작업 방법과 실행·검증 환경 설계라고 짧게 안내한다. 완성 구조를 먼저 제시하지 않는다.</a:t>
            </a:r>
          </a:p>
          <a:p xmlns:a="http://schemas.openxmlformats.org/drawingml/2006/main">
            <a:r>
              <a:t>2. (1:00–4:00) 크기 변경과 픽셀값 정규화의 기존 삽화는 기능 설명용임을 밝히고, A의 실제 요청 발췌 번역과 B의 보존 요청 요약을 세 행으로 대응한다.</a:t>
            </a:r>
          </a:p>
          <a:p xmlns:a="http://schemas.openxmlformats.org/drawingml/2006/main">
            <a:r>
              <a:t>3. (4:00–5:00) 반복 지시와 관찰 실행을 구분하고 전역 Harness 영향 때문에 Prompt 단독 효과 귀속은 PARTIAL임을 유지한다.</a:t>
            </a:r>
          </a:p>
          <a:p xmlns:a="http://schemas.openxmlformats.org/drawingml/2006/main">
            <a:r>
              <a:t/>
            </a:r>
          </a:p>
          <a:p xmlns:a="http://schemas.openxmlformats.org/drawingml/2006/main">
            <a:r>
              <a:t>Evidence / Source: TRIAL-006 Actual Prompt and Repeated Workflow Elements; TRIAL-007 retained Task Prompt summary / plan/DEMO_MATRIX.md; DEC-0017, DEC-0060. A is translated excerpt; B is translated retained summary, not verbatim full prompt. Functional images are approved AI-generated teaching illustrations. No new execution.</a:t>
            </a:r>
          </a:p>
          <a:p xmlns:a="http://schemas.openxmlformats.org/drawingml/2006/main">
            <a:r>
              <a:t/>
            </a:r>
          </a:p>
          <a:p xmlns:a="http://schemas.openxmlformats.org/drawingml/2006/main">
            <a:r>
              <a:t>Claim Boundary: 유사한 절차가 관찰됐지만 Prompt만의 효과로 귀속하지 않는다. 개별 성능 결과는 해당 코드·입력·환경에 한정한다. 그림은 기능 설명용 개념 예시이며 Trial의 입력·출력 파일이나 최적화 전후 결과가 아니다. DEC-0062는 기존 관찰·측정 조건과 효과 미입증 경계를 유지한다.</a:t>
            </a:r>
          </a:p>
          <a:p xmlns:a="http://schemas.openxmlformats.org/drawingml/2006/main">
            <a:r>
              <a:t/>
            </a:r>
          </a:p>
          <a:p xmlns:a="http://schemas.openxmlformats.org/drawingml/2006/main">
            <a:r>
              <a:t>Beginner Explanation: 서로 다른 작업에서도 조사하고 확인하는 순서가 반복될 수 있다.</a:t>
            </a:r>
          </a:p>
          <a:p xmlns:a="http://schemas.openxmlformats.org/drawingml/2006/main">
            <a:r>
              <a:t/>
            </a:r>
          </a:p>
          <a:p xmlns:a="http://schemas.openxmlformats.org/drawingml/2006/main">
            <a:r>
              <a:t>Advanced Insight: Task별 목표와 지속해서 재사용할 절차를 구분하고, Global Harness가 미친 영향을 고려한다. 기존 삽화의 기능 예(0–4095→0–255,2048→128)는 교육용 정규화 설명으로만 유지한다. 실제 Trial 입력/출력·성능 전후를 표시한 것이 아니다. 화면에서는 기능 목표만 짚고 지시 비교에 집중한다.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정적 기본 경로 — 기존 기능 삽화와 실제 요청 발췌/보존 요약의 세 행 대응을 유지한다. 상단에 Harness의 짧은 방향 안내만 추가하고 완성 구조는 후반에 둔다. 현재 제품이나 Demo repository를 실행하지 않는다. 새 Trial·비교 측정을 만들지 않는다.</a:t>
            </a:r>
          </a:p>
          <a:p xmlns:a="http://schemas.openxmlformats.org/drawingml/2006/main">
            <a:r>
              <a:t/>
            </a:r>
          </a:p>
          <a:p xmlns:a="http://schemas.openxmlformats.org/drawingml/2006/main">
            <a:r>
              <a:t>Audience Interaction: 필수 실습·공개 답변 없이 화면의 핵심 관계를 따라오게 한다. 장별 기존 시간·Mode 안에서 짧은 예측 질문만 사용한다.</a:t>
            </a:r>
          </a:p>
          <a:p xmlns:a="http://schemas.openxmlformats.org/drawingml/2006/main">
            <a:r>
              <a:t/>
            </a:r>
          </a:p>
          <a:p xmlns:a="http://schemas.openxmlformats.org/drawingml/2006/main">
            <a:r>
              <a:t>Transition: “반복된 것은 명령 하나뿐일까요? 그 명령을 언제 쓰고 결과로 무엇을 판단할지도 보겠습니다.”</a:t>
            </a:r>
          </a:p>
          <a:p xmlns:a="http://schemas.openxmlformats.org/drawingml/2006/main">
            <a:r>
              <a:t/>
            </a:r>
          </a:p>
          <a:p xmlns:a="http://schemas.openxmlformats.org/drawingml/2006/main">
            <a:r>
              <a:t>Time Management: Case5분: 방향/과제1, 두 기록 대응3, 한계/전환1.</a:t>
            </a:r>
          </a:p>
          <a:p xmlns:a="http://schemas.openxmlformats.org/drawingml/2006/main">
            <a:r>
              <a:t/>
            </a:r>
          </a:p>
          <a:p xmlns:a="http://schemas.openxmlformats.org/drawingml/2006/main">
            <a:r>
              <a:t>Fallback: LOCAL STATIC ARTIFACT — production/ACT_3.pptx / S50, production/preview/act3/S50.png 및 production/preview/full/S50.png.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S51 — 테스트 명령을 언제 쓰고 무엇을 판단할까?</a:t>
            </a:r>
          </a:p>
          <a:p xmlns:a="http://schemas.openxmlformats.org/drawingml/2006/main">
            <a:r>
              <a:t/>
            </a:r>
          </a:p>
          <a:p xmlns:a="http://schemas.openxmlformats.org/drawingml/2006/main">
            <a:r>
              <a:t>Slide ID: S51</a:t>
            </a:r>
          </a:p>
          <a:p xmlns:a="http://schemas.openxmlformats.org/drawingml/2006/main">
            <a:r>
              <a:t/>
            </a:r>
          </a:p>
          <a:p xmlns:a="http://schemas.openxmlformats.org/drawingml/2006/main">
            <a:r>
              <a:t>Working Title: 테스트 명령을 언제 쓰고 무엇을 판단할까?</a:t>
            </a:r>
          </a:p>
          <a:p xmlns:a="http://schemas.openxmlformats.org/drawingml/2006/main">
            <a:r>
              <a:t/>
            </a:r>
          </a:p>
          <a:p xmlns:a="http://schemas.openxmlformats.org/drawingml/2006/main">
            <a:r>
              <a:t>ACT / Section: ACT 3 / 3A</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Lecture 4 minutes</a:t>
            </a:r>
          </a:p>
          <a:p xmlns:a="http://schemas.openxmlformats.org/drawingml/2006/main">
            <a:r>
              <a:t/>
            </a:r>
          </a:p>
          <a:p xmlns:a="http://schemas.openxmlformats.org/drawingml/2006/main">
            <a:r>
              <a:t>Primary Message: 테스트 명령·명세·측정 방법을 작업의 어느 시점에 사용하고, 그 결과로 무엇을 판단할지 함께 정한다. 이 수행 방법도 AGENTS.md에 기록할 수 있다.</a:t>
            </a:r>
          </a:p>
          <a:p xmlns:a="http://schemas.openxmlformats.org/drawingml/2006/main">
            <a:r>
              <a:t/>
            </a:r>
          </a:p>
          <a:p xmlns:a="http://schemas.openxmlformats.org/drawingml/2006/main">
            <a:r>
              <a:t>Opening Question: “같은 테스트 명령을 변경 전과 변경 후에 실행하면 각각 무엇을 확인할까?”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(0:00–0:45) S50의 두 요청에서 반복된 방법을 회수한다. normalize 성능 조사를 예로 들고 상단의 테스트 실행 방법·동작 명세·측정 방법은 프로젝트에서 확인할 정보임을 짚는다.</a:t>
            </a:r>
          </a:p>
          <a:p xmlns:a="http://schemas.openxmlformats.org/drawingml/2006/main">
            <a:r>
              <a:t>2. (0:45–2:15) 변경 전과 변경 후의 같은 테스트 실행 표시를 차례로 가리킨다. 전자는 원래 상태, 후자는 변경 영향을 확인하려는 것이다. 성능도 같은 입력·조건으로 비교할 기준을 먼저 확보한다. 테스트 결과가 명세 전체의 충족을 자동 보장하지는 않는다.</a:t>
            </a:r>
          </a:p>
          <a:p xmlns:a="http://schemas.openxmlformats.org/drawingml/2006/main">
            <a:r>
              <a:t>3. (2:15–3:15) 완료 판단에서 동작 보존과 측정 결과, 미확인 사항을 함께 보고하도록 연결한다. 기존 실패나 근거 부족이 있으면 원인·범위를 먼저 확인하고 필요하면 변경을 보류한다. 화면은 실제 로그나 새 실행 결과가 아니다.</a:t>
            </a:r>
          </a:p>
          <a:p xmlns:a="http://schemas.openxmlformats.org/drawingml/2006/main">
            <a:r>
              <a:t>4. (3:15–4:00) 명령뿐 아니라 사용 시점과 판단 기준까지 수행 방법에 포함됨을 회수한다. 이 내용도 AGENTS.md에 쓸 수 있다. 저장 위치 선택은 아직 답하지 않고 S52의 이번 목표·프로젝트 기준·수행 방법 결합으로 넘어간다.</a:t>
            </a:r>
          </a:p>
          <a:p xmlns:a="http://schemas.openxmlformats.org/drawingml/2006/main">
            <a:r>
              <a:t/>
            </a:r>
          </a:p>
          <a:p xmlns:a="http://schemas.openxmlformats.org/drawingml/2006/main">
            <a:r>
              <a:t>Evidence / Source: BEAT-019; plan/DEMO_MATRIX.md의 TRIAL-006/007 반복 요청과 보존 조건; DEC-0062, DEC-0063. TEACHING_MODEL / CONCEPTUAL. normalize는 기존 기능 예시이며 화면은 해당 Trial의 정확한 실행 순서나 AGENTS.md 원문을 재현한 것이 아니다.</a:t>
            </a:r>
          </a:p>
          <a:p xmlns:a="http://schemas.openxmlformats.org/drawingml/2006/main">
            <a:r>
              <a:t/>
            </a:r>
          </a:p>
          <a:p xmlns:a="http://schemas.openxmlformats.org/drawingml/2006/main">
            <a:r>
              <a:t>Claim Boundary: 기존 TEACHING_MODEL / CONCEPTUAL 범위를 유지한다. 실제 PASS/FAIL·수치·Agent 실행 trace를 제시하지 않는다. Context와 절차는 배타적인 파일 분류가 아니며 AGENTS.md에도 방법을 기록할 수 있다. 테스트 성공만으로 명세 전체 충족을 증명하거나 Skill 필수성·우월성·토큰 절감·Harness 단독 효과를 주장하지 않는다. 제품 기능이나 현재 Desktop 동작의 검증 근거로 사용하지 않는다.</a:t>
            </a:r>
          </a:p>
          <a:p xmlns:a="http://schemas.openxmlformats.org/drawingml/2006/main">
            <a:r>
              <a:t/>
            </a:r>
          </a:p>
          <a:p xmlns:a="http://schemas.openxmlformats.org/drawingml/2006/main">
            <a:r>
              <a:t>Beginner Explanation: 같은 테스트 명령을 실행해도 변경 전에는 원래 상태를, 변경 후에는 내 변경의 영향을 확인한다. 언제 실행하고 무엇을 확인할지도 요청이나 재사용할 방법에 적는다.</a:t>
            </a:r>
          </a:p>
          <a:p xmlns:a="http://schemas.openxmlformats.org/drawingml/2006/main">
            <a:r>
              <a:t/>
            </a:r>
          </a:p>
          <a:p xmlns:a="http://schemas.openxmlformats.org/drawingml/2006/main">
            <a:r>
              <a:t>Advanced Insight: 기존 실패와 변경 후 결과를 구분하고 같은 조건의 측정과 미확인 범위를 함께 보고해야 한다. 명령·명세의 출처와 이를 사용하는 수행 방법은 함께 관리할 수 있으며 위치 선택 자체가 실행 준수나 인과성을 보장하지 않는다.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STATIC TEACHING DIAGRAM — 상단 정보 묶음에서 아래 세 시점으로 내려가는 연결을 먼저 짚는다. 같은 테스트 실행 표시 두 개와 서로 다른 확인 질문을 대응한 뒤 완료 판단으로 이동한다. 실제 실행 화면·새 측정·현재 제품 사용은 없다.</a:t>
            </a:r>
          </a:p>
          <a:p xmlns:a="http://schemas.openxmlformats.org/drawingml/2006/main">
            <a:r>
              <a:t/>
            </a:r>
          </a:p>
          <a:p xmlns:a="http://schemas.openxmlformats.org/drawingml/2006/main">
            <a:r>
              <a:t>Audience Interaction: Opening Question은 발표자가 짧게 던지고 세 시점의 질문으로 설명한다. 답변 대기나 별도 Q&amp;A 시간을 추가하지 않고 Lecture4분 안에서 진행한다.</a:t>
            </a:r>
          </a:p>
          <a:p xmlns:a="http://schemas.openxmlformats.org/drawingml/2006/main">
            <a:r>
              <a:t/>
            </a:r>
          </a:p>
          <a:p xmlns:a="http://schemas.openxmlformats.org/drawingml/2006/main">
            <a:r>
              <a:t>Transition: “지금 본 수행 방법을 이번 요청의 목표, 프로젝트 기준과 함께 놓아 보겠습니다.”</a:t>
            </a:r>
          </a:p>
          <a:p xmlns:a="http://schemas.openxmlformats.org/drawingml/2006/main">
            <a:r>
              <a:t/>
            </a:r>
          </a:p>
          <a:p xmlns:a="http://schemas.openxmlformats.org/drawingml/2006/main">
            <a:r>
              <a:t>Time Management: Lecture4분: 반복 요청·상단 정보0.75, 변경 전/후1.5, 완료 판단1, S52 연결0.75. 시간이 부족하면 기존 실패의 확장 예를 줄이고 같은 명령/다른 질문과 교육용 경계는 유지한다.</a:t>
            </a:r>
          </a:p>
          <a:p xmlns:a="http://schemas.openxmlformats.org/drawingml/2006/main">
            <a:r>
              <a:t/>
            </a:r>
          </a:p>
          <a:p xmlns:a="http://schemas.openxmlformats.org/drawingml/2006/main">
            <a:r>
              <a:t>Fallback: LOCAL STATIC ARTIFACT — production/ACT_3.pptx / S51, production/preview/act3/S51.png 및 production/preview/full/S51.png. 실제 실행 캡처가 아닌 교육용 수행 예시다. 최종 패키지·PNG·내장 Notes 확인은 production/evaluation/S51_COMMAND_WORKFLOW_REVISION.md를 따른다.</a:t>
            </a:r>
          </a:p>
          <a:p xmlns:a="http://schemas.openxmlformats.org/drawingml/2006/main">
            <a:r>
              <a:t/>
            </a:r>
          </a:p>
          <a:p xmlns:a="http://schemas.openxmlformats.org/drawingml/2006/main">
            <a:r>
              <a:t>Validation Status: ALIGNED — DEC-0063의 교육용 경계·19필드·운영 흐름을 정렬했다. 실제 파일 렌더·Notes 대조 결과는 production/evaluation/S51_COMMAND_WORKFLOW_REVISION.md에 별도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S52 — 목표·기준·방법을 한 작업에 적용한다</a:t>
            </a:r>
          </a:p>
          <a:p xmlns:a="http://schemas.openxmlformats.org/drawingml/2006/main">
            <a:r>
              <a:t/>
            </a:r>
          </a:p>
          <a:p xmlns:a="http://schemas.openxmlformats.org/drawingml/2006/main">
            <a:r>
              <a:t>Slide ID: S52</a:t>
            </a:r>
          </a:p>
          <a:p xmlns:a="http://schemas.openxmlformats.org/drawingml/2006/main">
            <a:r>
              <a:t/>
            </a:r>
          </a:p>
          <a:p xmlns:a="http://schemas.openxmlformats.org/drawingml/2006/main">
            <a:r>
              <a:t>Working Title: 목표·기준·방법을 한 작업에 적용한다</a:t>
            </a:r>
          </a:p>
          <a:p xmlns:a="http://schemas.openxmlformats.org/drawingml/2006/main">
            <a:r>
              <a:t/>
            </a:r>
          </a:p>
          <a:p xmlns:a="http://schemas.openxmlformats.org/drawingml/2006/main">
            <a:r>
              <a:t>ACT / Section: ACT 3 / 3B</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Lecture 5 minutes</a:t>
            </a:r>
          </a:p>
          <a:p xmlns:a="http://schemas.openxmlformats.org/drawingml/2006/main">
            <a:r>
              <a:t/>
            </a:r>
          </a:p>
          <a:p xmlns:a="http://schemas.openxmlformats.org/drawingml/2006/main">
            <a:r>
              <a:t>Primary Message: normalize 성능 조사라는 이번 목표를, 기존 이미지 동작·공개 명세를 보존하는 범위에서, 재사용할 측정·조사·검증·비교 방법을 적용해 수행한다.</a:t>
            </a:r>
          </a:p>
          <a:p xmlns:a="http://schemas.openxmlformats.org/drawingml/2006/main">
            <a:r>
              <a:t/>
            </a:r>
          </a:p>
          <a:p xmlns:a="http://schemas.openxmlformats.org/drawingml/2006/main">
            <a:r>
              <a:t>Opening Question: “이번 목표를 향해 작업할 때, 무엇을 지키고 어떤 방법으로 진행할까?”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S51에서 명령의 사용 시점·판단 기준까지 정한 방법을 봤음을 한 문장으로 회수한다. 상단 이번 목표 ‘normalize 성능을 조사해줘’를 읽고, 아래 작업 영역으로 들어가는 연결을 짚는다. S51의 전/후 실행을 다시 강의하지 않는다.</a:t>
            </a:r>
          </a:p>
          <a:p xmlns:a="http://schemas.openxmlformats.org/drawingml/2006/main">
            <a:r>
              <a:t>2. (1:00–2:30) 작업을 감싸는 프로젝트 기준 테두리를 따라 기존 이미지 동작과 공개 명세 보존을 설명한다. 성능 조사라는 목표가 명세 변경의 허가가 되지는 않는다. 중앙은 그 범위 안에서 normalize 구현을 조사하고 변경 여부를 판단하는 한 작업이다.</a:t>
            </a:r>
          </a:p>
          <a:p xmlns:a="http://schemas.openxmlformats.org/drawingml/2006/main">
            <a:r>
              <a:t>3. (2:30–4:00) 오른쪽 재사용할 수행 방법에서 중앙 작업으로 향하는 연결을 짚는다. 앞서 본 측정·조사·검증·비교 방법을 이번 목표와 기준에 맞게 적용한다. 방법의 저장 파일이나 Skill 호출을 미리 답하지 않는다. 근거가 부족하면 변경하지 않는 판단도 가능하다.</a:t>
            </a:r>
          </a:p>
          <a:p xmlns:a="http://schemas.openxmlformats.org/drawingml/2006/main">
            <a:r>
              <a:t>4. (4:00–5:00) 목표는 바뀌어도 프로젝트 기준과 같은 수행 방법은 다음 관련 작업에서도 다시 필요할 수 있음을 묻는다. S53에서 반복할 방법을 어디에서 유지할지 선택하도록 연결한다.</a:t>
            </a:r>
          </a:p>
          <a:p xmlns:a="http://schemas.openxmlformats.org/drawingml/2006/main">
            <a:r>
              <a:t/>
            </a:r>
          </a:p>
          <a:p xmlns:a="http://schemas.openxmlformats.org/drawingml/2006/main">
            <a:r>
              <a:t>Evidence / Source: BEAT-019; plan/DEMO_MATRIX.md의 TRIAL-006/007 목표·보존 조건·반복 요청; DEC-0062, DEC-0063, DEC-0064. TEACHING_MODEL / CONCEPTUAL. 실제 요청을 그대로 실행한 기록이나 새로운 normalize Trial이 아니다.</a:t>
            </a:r>
          </a:p>
          <a:p xmlns:a="http://schemas.openxmlformats.org/drawingml/2006/main">
            <a:r>
              <a:t/>
            </a:r>
          </a:p>
          <a:p xmlns:a="http://schemas.openxmlformats.org/drawingml/2006/main">
            <a:r>
              <a:t>Claim Boundary: 목표·기준·수행 방법의 관계는 교육용 모델이며 제품의 공식 분류나 Harness 전체 정의가 아니다. 테두리는 수행 의무를 설명하며 기술적 강제 장치·준수 보장이나 명세 충족의 증명이 아니다. 세 책임은 같은 문서에도 담을 수 있다. 새 실행 결과, 성능 수치, Skill 필수성·우월성, 토큰 절감, Harness 단독 효과, 현재 Desktop 재현을 주장하지 않는다. 기존 실제 Trial의 관찰·귀속 한계를 유지한다.</a:t>
            </a:r>
          </a:p>
          <a:p xmlns:a="http://schemas.openxmlformats.org/drawingml/2006/main">
            <a:r>
              <a:t/>
            </a:r>
          </a:p>
          <a:p xmlns:a="http://schemas.openxmlformats.org/drawingml/2006/main">
            <a:r>
              <a:t>Beginner Explanation: 무엇을 할지 정해도 기존 동작과 명세는 지켜야 한다. 그 범위 안에서 이미 정한 조사·확인 방법을 적용하는 것이 화면 중앙의 한 작업이다.</a:t>
            </a:r>
          </a:p>
          <a:p xmlns:a="http://schemas.openxmlformats.org/drawingml/2006/main">
            <a:r>
              <a:t/>
            </a:r>
          </a:p>
          <a:p xmlns:a="http://schemas.openxmlformats.org/drawingml/2006/main">
            <a:r>
              <a:t>Advanced Insight: 목표와 보존할 기준, 재사용할 방법은 함께 적용되지만 수명·갱신 책임은 다를 수 있다. 성능 목표가 공개 명세 변경을 자동 허용하지 않으며, 재사용 절차도 작업에 맞게 선택·적용해야 한다.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STATIC TEACHING DIAGRAM — 목표에서 작업 영역으로, 테두리의 보존 기준에서 내부 normalize 작업으로, 오른쪽 수행 방법에서 같은 작업으로 가리킨다. 마지막에 하단 재사용 질문을 짚는다. 실제 실행·새 Trial·비교 측정을 하지 않는다.</a:t>
            </a:r>
          </a:p>
          <a:p xmlns:a="http://schemas.openxmlformats.org/drawingml/2006/main">
            <a:r>
              <a:t/>
            </a:r>
          </a:p>
          <a:p xmlns:a="http://schemas.openxmlformats.org/drawingml/2006/main">
            <a:r>
              <a:t>Audience Interaction: 발표자가 ‘이번 목표가 성능 조사라면 기존 동작도 마음대로 바꿔도 될까요?’를 짧게 던진 뒤 기준 테두리로 답한다. 별도 Q&amp;A나 실습을 추가하지 않고 Lecture5분 안에서 진행한다.</a:t>
            </a:r>
          </a:p>
          <a:p xmlns:a="http://schemas.openxmlformats.org/drawingml/2006/main">
            <a:r>
              <a:t/>
            </a:r>
          </a:p>
          <a:p xmlns:a="http://schemas.openxmlformats.org/drawingml/2006/main">
            <a:r>
              <a:t>Transition: “같은 수행 방법이 다음 작업에도 필요하다면, 어디에서 함께 유지할까요?”</a:t>
            </a:r>
          </a:p>
          <a:p xmlns:a="http://schemas.openxmlformats.org/drawingml/2006/main">
            <a:r>
              <a:t/>
            </a:r>
          </a:p>
          <a:p xmlns:a="http://schemas.openxmlformats.org/drawingml/2006/main">
            <a:r>
              <a:t>Time Management: Lecture5분: S51 회수·목표1, 기준·한 작업1.5, 방법 적용1.5, S53 재사용 질문1. 시간이 부족하면 다른 Task 예시는 생략하고 세 요소가 같은 작업에 적용된다는 관계와 교육용 경계를 유지한다.</a:t>
            </a:r>
          </a:p>
          <a:p xmlns:a="http://schemas.openxmlformats.org/drawingml/2006/main">
            <a:r>
              <a:t/>
            </a:r>
          </a:p>
          <a:p xmlns:a="http://schemas.openxmlformats.org/drawingml/2006/main">
            <a:r>
              <a:t>Fallback: LOCAL STATIC ARTIFACT — production/ACT_3.pptx / S52, production/preview/act3/S52.png 및 production/preview/full/S52.png. 실제 실행 캡처가 아닌 교육용 관계 도식이다. 최종 패키지·PNG·내장 Notes 확인은 production/evaluation/S52_TASK_COMPOSITION_REVISION.md를 따른다.</a:t>
            </a:r>
          </a:p>
          <a:p xmlns:a="http://schemas.openxmlformats.org/drawingml/2006/main">
            <a:r>
              <a:t/>
            </a:r>
          </a:p>
          <a:p xmlns:a="http://schemas.openxmlformats.org/drawingml/2006/main">
            <a:r>
              <a:t>Validation Status: ALIGNED — DEC-0064의 교육용 경계·19필드·5분 운영 흐름을 정렬했다. 실제 파일 렌더·Notes 대조는 production/evaluation/S52_TASK_COMPOSITION_REVISION.md에 별도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S53 — 반복 절차를 Skill로 모으는 이유</a:t>
            </a:r>
          </a:p>
          <a:p xmlns:a="http://schemas.openxmlformats.org/drawingml/2006/main">
            <a:r>
              <a:t/>
            </a:r>
          </a:p>
          <a:p xmlns:a="http://schemas.openxmlformats.org/drawingml/2006/main">
            <a:r>
              <a:t>Slide ID: S53</a:t>
            </a:r>
          </a:p>
          <a:p xmlns:a="http://schemas.openxmlformats.org/drawingml/2006/main">
            <a:r>
              <a:t/>
            </a:r>
          </a:p>
          <a:p xmlns:a="http://schemas.openxmlformats.org/drawingml/2006/main">
            <a:r>
              <a:t>Working Title: 반복 절차를 Skill로 모으는 이유</a:t>
            </a:r>
          </a:p>
          <a:p xmlns:a="http://schemas.openxmlformats.org/drawingml/2006/main">
            <a:r>
              <a:t/>
            </a:r>
          </a:p>
          <a:p xmlns:a="http://schemas.openxmlformats.org/drawingml/2006/main">
            <a:r>
              <a:t>ACT / Section: ACT 3 / 3C</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Lecture 4 minutes</a:t>
            </a:r>
          </a:p>
          <a:p xmlns:a="http://schemas.openxmlformats.org/drawingml/2006/main">
            <a:r>
              <a:t/>
            </a:r>
          </a:p>
          <a:p xmlns:a="http://schemas.openxmlformats.org/drawingml/2006/main">
            <a:r>
              <a:t>Primary Message: 작업마다 달라지는 목표·허용 범위·보존 조건은 이번 요청에 남기고, 같은 수행 방법은 프로젝트 Skill 한 곳에서 관리해 필요한 작업에 다시 연결하려는 선택이다.</a:t>
            </a:r>
          </a:p>
          <a:p xmlns:a="http://schemas.openxmlformats.org/drawingml/2006/main">
            <a:r>
              <a:t/>
            </a:r>
          </a:p>
          <a:p xmlns:a="http://schemas.openxmlformats.org/drawingml/2006/main">
            <a:r>
              <a:t>Opening Question: “다음 작업에도 같은 방법이 필요하다면, 무엇을 다시 쓰고 무엇을 함께 관리할까?”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(0:00–0:45) S52의 ‘같은 수행 방법이 다음 작업에도 필요하다면?’을 회수한다. 왼쪽 resize_nearest와 normalize는 서로 다른 성능 조사 목표이며 요청은 교육용 요약임을 밝힌다.</a:t>
            </a:r>
          </a:p>
          <a:p xmlns:a="http://schemas.openxmlformats.org/drawingml/2006/main">
            <a:r>
              <a:t>2. (0:45–1:45) 왼쪽 요청마다 이번 목표·허용 범위·추가 보존 조건을 정함을 짚는다. S52의 기존 프로젝트 기준도 계속 적용된다. 오른쪽은 이 두 작업에 필요한 공통 수행 방법을 프로젝트가 함께 관리할 문서다.</a:t>
            </a:r>
          </a:p>
          <a:p xmlns:a="http://schemas.openxmlformats.org/drawingml/2006/main">
            <a:r>
              <a:t>3. (1:45–3:00) 오른쪽 Skill 문서에서 두 요청으로 갈라지는 연결을 따라간다. 같은 절차를 매번 다시 작성하지 않고 한 곳에서 검토·수정해 필요한 작업에 연결하려는 이유를 설명한다. 단계별 실행 순서는 S51에서 봤으므로 다시 강의하지 않는다. AGENTS.md에도 절차를 둘 수 있고, Skill은 이 사례에서 선택한 구현임을 덧붙인다.</a:t>
            </a:r>
          </a:p>
          <a:p xmlns:a="http://schemas.openxmlformats.org/drawingml/2006/main">
            <a:r>
              <a:t>4. (3:00–4:00) DEC-0017의 프로젝트 소유 Skill 선택과 성공 검증을 구분한다. 현재 제품 표면·계정·호출 경로는 별도 확인이며 자동 준수를 보장하지 않는다. 다음 S54의 Codex CLI0.154.0 발견·명시 호출·본문 포함 기록으로 넘어간다.</a:t>
            </a:r>
          </a:p>
          <a:p xmlns:a="http://schemas.openxmlformats.org/drawingml/2006/main">
            <a:r>
              <a:t/>
            </a:r>
          </a:p>
          <a:p xmlns:a="http://schemas.openxmlformats.org/drawingml/2006/main">
            <a:r>
              <a:t>Evidence / Source: DEC-0017; BEAT-020/021; plan/DEMO_MATRIX.md의 TRIAL-006/007 반복 요청과 TRIAL-008 연결; STATE-04의 .agents/skills/graypipe-performance/SKILL.md. 왼쪽 요청은 실제 Prompt 전문이 아닌 교육용 요약이고 오른쪽 절차도 요약이다. 실제 발견·호출 근거는 S54에서 확인한다.</a:t>
            </a:r>
          </a:p>
          <a:p xmlns:a="http://schemas.openxmlformats.org/drawingml/2006/main">
            <a:r>
              <a:t/>
            </a:r>
          </a:p>
          <a:p xmlns:a="http://schemas.openxmlformats.org/drawingml/2006/main">
            <a:r>
              <a:t>Claim Boundary: TEACHING_MODEL / REQUIRES PRODUCT CHECK를 유지한다. 설계 선택은 ACCEPTED지만 이 화면은 실제 UI·실행 trace·성공 결과나 현재 Desktop 가용성 검증이 아니다. 같은 Skill을 두 작업이 자동 호출했거나 반드시 준수했다고 주장하지 않는다. Skill 우월성·토큰 절감·속도 향상·Harness 단독 인과성을 입증하지 않는다. AGENTS.md에도 절차를 기록할 수 있으며 모든 작업에 같은 Skill이 필수라는 뜻이 아니다.</a:t>
            </a:r>
          </a:p>
          <a:p xmlns:a="http://schemas.openxmlformats.org/drawingml/2006/main">
            <a:r>
              <a:t/>
            </a:r>
          </a:p>
          <a:p xmlns:a="http://schemas.openxmlformats.org/drawingml/2006/main">
            <a:r>
              <a:t>Beginner Explanation: 작업마다 원하는 일과 범위는 다시 정하되, 필요한 공통 방법은 같은 문서에서 가져다 쓰도록 설계한다. 절차를 고칠 때도 공통 출처 한 곳에서 검토하려는 것이다.</a:t>
            </a:r>
          </a:p>
          <a:p xmlns:a="http://schemas.openxmlformats.org/drawingml/2006/main">
            <a:r>
              <a:t/>
            </a:r>
          </a:p>
          <a:p xmlns:a="http://schemas.openxmlformats.org/drawingml/2006/main">
            <a:r>
              <a:t>Advanced Insight: Task별 적용 조건과 절차의 소유·갱신 책임을 구분한다. Skill 선택 이유는 반복성과 공동 관리 필요이며 기능 수를 늘리는 것이 목적이 아니다. 프로젝트 기준·Task 제약은 공통 절차를 옮겨도 유지한다. 호출·본문 포함과 실제 지침 준수·단독 효과는 별도 근거가 필요하다. 원문에서 가시적 계획은 Task나 작업 interface가 요구할 때라는 조건을 유지하며, 측정 근거가 변경을 정당화하지 않으면 no-change 결론도 허용한다.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STATIC TEACHING DIAGRAM — 왼쪽 두 요청의 바뀌는 내용, 오른쪽 Skill 한 개, 두 요청으로 갈라지는 재사용 연결, 하단의 공동 관리 이유 순으로 짚는다. 파일·제품을 실행하지 않고 Skill 본문 전체나 성공 기록을 미리 공개하지 않는다.</a:t>
            </a:r>
          </a:p>
          <a:p xmlns:a="http://schemas.openxmlformats.org/drawingml/2006/main">
            <a:r>
              <a:t/>
            </a:r>
          </a:p>
          <a:p xmlns:a="http://schemas.openxmlformats.org/drawingml/2006/main">
            <a:r>
              <a:t>Audience Interaction: ‘같은 검증 절차를 고칠 때 각 요청을 따로 고칠까요, 공통 방법을 함께 검토할까요?’를 짧게 던지고 한 곳에서 관리한다는 문장으로 회수한다. 별도 실습·Q&amp;A 시간을 추가하지 않는다.</a:t>
            </a:r>
          </a:p>
          <a:p xmlns:a="http://schemas.openxmlformats.org/drawingml/2006/main">
            <a:r>
              <a:t/>
            </a:r>
          </a:p>
          <a:p xmlns:a="http://schemas.openxmlformats.org/drawingml/2006/main">
            <a:r>
              <a:t>Transition: “이제 당시 CLI 기록에서 이 Skill이 어떻게 발견되고, 작업 요청과 함께 호출됐는지 확인하겠습니다.”</a:t>
            </a:r>
          </a:p>
          <a:p xmlns:a="http://schemas.openxmlformats.org/drawingml/2006/main">
            <a:r>
              <a:t/>
            </a:r>
          </a:p>
          <a:p xmlns:a="http://schemas.openxmlformats.org/drawingml/2006/main">
            <a:r>
              <a:t>Time Management: Lecture4분: S52 회수0.75, 요청/기준 구분1, 공통 Skill과 관리 이유1.25, 선택 범위/S54 연결1. 시간이 부족하면 절차 항목 설명을 줄이고 Task별 정보·한 곳의 방법·설계 경계는 유지한다.</a:t>
            </a:r>
          </a:p>
          <a:p xmlns:a="http://schemas.openxmlformats.org/drawingml/2006/main">
            <a:r>
              <a:t/>
            </a:r>
          </a:p>
          <a:p xmlns:a="http://schemas.openxmlformats.org/drawingml/2006/main">
            <a:r>
              <a:t>Fallback: LOCAL STATIC ARTIFACT — production/ACT_3.pptx / S53, production/preview/act3/S53.png 및 production/preview/full/S53.png. 실제 실행 캡처가 아닌 교육용 선택·재사용 도식이다. 최종 패키지·PNG·내장 Notes 확인은 production/evaluation/S53_S54_SKILL_EVIDENCE_REVISION.md를 따른다.</a:t>
            </a:r>
          </a:p>
          <a:p xmlns:a="http://schemas.openxmlformats.org/drawingml/2006/main">
            <a:r>
              <a:t/>
            </a:r>
          </a:p>
          <a:p xmlns:a="http://schemas.openxmlformats.org/drawingml/2006/main">
            <a:r>
              <a:t>Validation Status: ALIGNED — DEC-0065의19필드·4분 운영·교육용/제품 확인 경계를 유지하고 DEC-0066의 동일 굵기 연결선과 정렬했다. 실제 파일 렌더·Notes 대조는 production/evaluation/S53_S54_SKILL_EVIDENCE_REVISION.md에 별도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S54 — Skill 발견·호출·본문 포함의 근거</a:t>
            </a:r>
          </a:p>
          <a:p xmlns:a="http://schemas.openxmlformats.org/drawingml/2006/main">
            <a:r>
              <a:t/>
            </a:r>
          </a:p>
          <a:p xmlns:a="http://schemas.openxmlformats.org/drawingml/2006/main">
            <a:r>
              <a:t>Slide ID: S54</a:t>
            </a:r>
          </a:p>
          <a:p xmlns:a="http://schemas.openxmlformats.org/drawingml/2006/main">
            <a:r>
              <a:t/>
            </a:r>
          </a:p>
          <a:p xmlns:a="http://schemas.openxmlformats.org/drawingml/2006/main">
            <a:r>
              <a:t>Working Title: Skill 발견·호출·본문 포함의 근거</a:t>
            </a:r>
          </a:p>
          <a:p xmlns:a="http://schemas.openxmlformats.org/drawingml/2006/main">
            <a:r>
              <a:t/>
            </a:r>
          </a:p>
          <a:p xmlns:a="http://schemas.openxmlformats.org/drawingml/2006/main">
            <a:r>
              <a:t>ACT / Section: ACT 3 / 3C</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Demo 5 minutes (HYBRID planned; activation unverified)</a:t>
            </a:r>
          </a:p>
          <a:p xmlns:a="http://schemas.openxmlformats.org/drawingml/2006/main">
            <a:r>
              <a:t/>
            </a:r>
          </a:p>
          <a:p xmlns:a="http://schemas.openxmlformats.org/drawingml/2006/main">
            <a:r>
              <a:t>Primary Message: 당시 CLI에서 Skill을 목록으로 찾고 요청에 명시한 사실과, 실행 trace에 이름·경로·전체 본문이 포함된 근거를 각각 확인한다. 본문이 포함된 사실과 실제 지침 수행은 구분한다.</a:t>
            </a:r>
          </a:p>
          <a:p xmlns:a="http://schemas.openxmlformats.org/drawingml/2006/main">
            <a:r>
              <a:t/>
            </a:r>
          </a:p>
          <a:p xmlns:a="http://schemas.openxmlformats.org/drawingml/2006/main">
            <a:r>
              <a:t>Opening Question: “공통 방법을 Skill에 두었다면, 이번 작업에 실제로 포함됐다는 것을 무엇으로 확인할까요?”</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(0:00–0:45) S53의 공통 방법을 새 작업에 연결한다. 이번 목표는 밝기 통계(image_statistics)의 실행 시간 또는 할당량 개선 가능성 조사다. 원래 결과 6항목과 변경 범위를 보존하며, 기존 요청의 trade-off 보고와 근거에 따른 no-change 허용 조건도 유지한다.</a:t>
            </a:r>
          </a:p>
          <a:p xmlns:a="http://schemas.openxmlformats.org/drawingml/2006/main">
            <a:r>
              <a:t>2. (0:45–1:45) 왼쪽 /skills 목록에서 graypipe-performance 이름과 잘린 설명을 확인한 기록을 짚는다. 목록에는 파일 경로가 없었다. 화면은 제품 UI 캡처가 아닌 보존된 관찰·문구의 재구성이다.</a:t>
            </a:r>
          </a:p>
          <a:p xmlns:a="http://schemas.openxmlformats.org/drawingml/2006/main">
            <a:r>
              <a:t>3. (1:45–2:45) 가운데 요청 첫 줄의 $graypipe-performance를 가리킨다. 호출 표기는 실제 문구이며 뒤의 한글은 실제 요청의 번역 요약이다. 사용자가 명시한 호출이다. 암묵 호출을 시험한 결과로 설명하지 않는다.</a:t>
            </a:r>
          </a:p>
          <a:p xmlns:a="http://schemas.openxmlformats.org/drawingml/2006/main">
            <a:r>
              <a:t>4. (2:45–4:15) 오른쪽 실행 trace의 &lt;skill&gt; 항목에서 같은 이름, 저장소 Skill 경로, 전체 지침 본문이 들어온 근거를 짚는다. 원문에는 절차·보고·제약을 포함한 전체 본문이 있고 화면은 그 범위를 요약했다. 경로는 저장소 상대 경로로 표시했다. 별도의 load UI 이벤트가 있었던 것은 아니다.</a:t>
            </a:r>
          </a:p>
          <a:p xmlns:a="http://schemas.openxmlformats.org/drawingml/2006/main">
            <a:r>
              <a:t>5. (4:15–5:00) Codex CLI0.154.0의 성공한 실행에서 관찰한 범위를 말한다. 현재 Desktop이나 모든 지침의 준수를 보장하지 않는다. S55에서 Skill의 지침과 실제 작업 기록을 대응하도록 전환한다.</a:t>
            </a:r>
          </a:p>
          <a:p xmlns:a="http://schemas.openxmlformats.org/drawingml/2006/main">
            <a:r>
              <a:t/>
            </a:r>
          </a:p>
          <a:p xmlns:a="http://schemas.openxmlformats.org/drawingml/2006/main">
            <a:r>
              <a:t>Evidence / Source: plan/DEMO_MATRIX.md의 TRIAL-008 Task Prompt, Skill Discovery, Skill Invocation, Skill Load Evidence; DEC-0017; BEAT-021. 보존 세션 01a0f22c-e6a8-7e50-a4e1-4a581d62266c의 성공한 요청과 &lt;skill&gt; 본문을 재대조했다. /skills는 이름과 설명 일부만 표시했고 경로는 trace에서 확인됐다. 원본의 절대 경로는 해당 disposable workspace이며 화면에는 .agents/skills/graypipe-performance/SKILL.md로 줄였다. 전체 본문은 STATE-04의 SKILL.md와 대조했다.</a:t>
            </a:r>
          </a:p>
          <a:p xmlns:a="http://schemas.openxmlformats.org/drawingml/2006/main">
            <a:r>
              <a:t/>
            </a:r>
          </a:p>
          <a:p xmlns:a="http://schemas.openxmlformats.org/drawingml/2006/main">
            <a:r>
              <a:t>Claim Boundary: OBSERVED_PRODUCT / FROZEN WITH SCOPE / REQUIRES PRODUCT CHECK를 유지한다. 이 화면은 실제 UI 캡처나 새 실행이 아닌 기록의 발췌·번역·재구성이다. 성공한 실행은 Codex CLI0.154.0, gpt-5.6-sol high이며 앞선 계정의 gpt-6.1-sol 거절과 구분한다. 별도 load UI 이벤트, 암묵 호출, 현재 Desktop 동작, 모든 지침 준수·Skill 단독 효과·우월성·토큰 절감은 입증하지 않는다. Global Harness의 동시 영향도 배제하지 않는다.</a:t>
            </a:r>
          </a:p>
          <a:p xmlns:a="http://schemas.openxmlformats.org/drawingml/2006/main">
            <a:r>
              <a:t/>
            </a:r>
          </a:p>
          <a:p xmlns:a="http://schemas.openxmlformats.org/drawingml/2006/main">
            <a:r>
              <a:t>Beginner Explanation: 목록에서 찾은 이름을 이번 요청에 직접 적었다. 이후 실행 기록에 그 Skill의 이름뿐 아니라 경로와 전체 지침이 함께 들어왔는지를 확인했다.</a:t>
            </a:r>
          </a:p>
          <a:p xmlns:a="http://schemas.openxmlformats.org/drawingml/2006/main">
            <a:r>
              <a:t/>
            </a:r>
          </a:p>
          <a:p xmlns:a="http://schemas.openxmlformats.org/drawingml/2006/main">
            <a:r>
              <a:t>Advanced Insight: 발견 가능성, 사용자가 선택한 호출, 실행에 제공된 본문의 증거는 서로 다르다. 화면의 전체 본문 상자는 실제 trace에 보존된 내용을 요약한 표시이며, 모델의 모든 내부 처리나 지침 준수까지 관찰했다는 뜻은 아니다.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LOCAL STATIC RECORD — 왼쪽 목록 발췌, 가운데 호출과 목표·제약, 오른쪽 trace의 이름·경로·전체 본문 순으로 가리킨다. 단계 사이 화살표는 이 관찰 설명 순서다. 원문 전체나 제품을 실행하지 않는다. 화면의 제목·발췌·요약과 하단 근거 범위를 함께 보여준다. 실제 수행 결과는 S55로 넘긴다.</a:t>
            </a:r>
          </a:p>
          <a:p xmlns:a="http://schemas.openxmlformats.org/drawingml/2006/main">
            <a:r>
              <a:t/>
            </a:r>
          </a:p>
          <a:p xmlns:a="http://schemas.openxmlformats.org/drawingml/2006/main">
            <a:r>
              <a:t>Audience Interaction: “이름이 목록에 보였다는 것만으로, 이번 작업에 전체 지침이 포함됐다고 말할 수 있을까요?”를 던지고 오른쪽 trace 근거로 회수한다. 별도 실습·Q&amp;A 시간을 추가하지 않는다.</a:t>
            </a:r>
          </a:p>
          <a:p xmlns:a="http://schemas.openxmlformats.org/drawingml/2006/main">
            <a:r>
              <a:t/>
            </a:r>
          </a:p>
          <a:p xmlns:a="http://schemas.openxmlformats.org/drawingml/2006/main">
            <a:r>
              <a:t>Transition: “이름과 전체 본문이 포함된 근거는 확인했습니다. 다음은 그 지침과 실제 작업 기록을 대응해 보겠습니다.”</a:t>
            </a:r>
          </a:p>
          <a:p xmlns:a="http://schemas.openxmlformats.org/drawingml/2006/main">
            <a:r>
              <a:t/>
            </a:r>
          </a:p>
          <a:p xmlns:a="http://schemas.openxmlformats.org/drawingml/2006/main">
            <a:r>
              <a:t>Time Management: Demo5분: S53 회수·업무 목적0.75, 목록1, 요청1, trace1.5, 범위·S55 전환0.75. 시간이 부족하면 영문 설명과 경로를 낭독하지 않고 세 근거의 차이를 짚는다. 본문 포함과 실제 준수의 구분은 생략하지 않는다.</a:t>
            </a:r>
          </a:p>
          <a:p xmlns:a="http://schemas.openxmlformats.org/drawingml/2006/main">
            <a:r>
              <a:t/>
            </a:r>
          </a:p>
          <a:p xmlns:a="http://schemas.openxmlformats.org/drawingml/2006/main">
            <a:r>
              <a:t>Fallback: LOCAL STATIC ARTIFACT — production/ACT_3.pptx / S54, production/preview/act3/S54.png 및 production/preview/full/S54.png. 현재 실행이 아닌 역사적 CLI 기록 재구성이다. DEMO-03의 기본은 정적 자료이며 현재 Live/Hybrid는 대상 환경 확인 전 미활성이다. 최종 파일·PNG·Notes·hash는 production/evaluation/S53_S54_SKILL_EVIDENCE_REVISION.md와 demos/runbooks/FALLBACK_MANIFEST.md를 따른다.</a:t>
            </a:r>
          </a:p>
          <a:p xmlns:a="http://schemas.openxmlformats.org/drawingml/2006/main">
            <a:r>
              <a:t/>
            </a:r>
          </a:p>
          <a:p xmlns:a="http://schemas.openxmlformats.org/drawingml/2006/main">
            <a:r>
              <a:t>Validation Status: ALIGNED — DEC-0066의19필드·5분 운영·역사적 CLI/현재 제품 경계를 정렬했다. 실제 패키지 렌더와 Notes 대조는 production/evaluation/S53_S54_SKILL_EVIDENCE_REVISION.md에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S55 — Skill 지침과 실제 작업 기록의 대응</a:t>
            </a:r>
          </a:p>
          <a:p xmlns:a="http://schemas.openxmlformats.org/drawingml/2006/main">
            <a:r>
              <a:t/>
            </a:r>
          </a:p>
          <a:p xmlns:a="http://schemas.openxmlformats.org/drawingml/2006/main">
            <a:r>
              <a:t>Slide ID: S55</a:t>
            </a:r>
          </a:p>
          <a:p xmlns:a="http://schemas.openxmlformats.org/drawingml/2006/main">
            <a:r>
              <a:t/>
            </a:r>
          </a:p>
          <a:p xmlns:a="http://schemas.openxmlformats.org/drawingml/2006/main">
            <a:r>
              <a:t>Working Title: Skill 지침과 실제 작업 기록의 대응</a:t>
            </a:r>
          </a:p>
          <a:p xmlns:a="http://schemas.openxmlformats.org/drawingml/2006/main">
            <a:r>
              <a:t/>
            </a:r>
          </a:p>
          <a:p xmlns:a="http://schemas.openxmlformats.org/drawingml/2006/main">
            <a:r>
              <a:t>ACT / Section: ACT 3 / 3C</a:t>
            </a:r>
          </a:p>
          <a:p xmlns:a="http://schemas.openxmlformats.org/drawingml/2006/main">
            <a:r>
              <a:t/>
            </a:r>
          </a:p>
          <a:p xmlns:a="http://schemas.openxmlformats.org/drawingml/2006/main">
            <a:r>
              <a:t>Allocated Time: 6 minutes</a:t>
            </a:r>
          </a:p>
          <a:p xmlns:a="http://schemas.openxmlformats.org/drawingml/2006/main">
            <a:r>
              <a:t/>
            </a:r>
          </a:p>
          <a:p xmlns:a="http://schemas.openxmlformats.org/drawingml/2006/main">
            <a:r>
              <a:t>Mode Split: Demo 3 minutes (HYBRID planned; activation unverified) + Case 3 minutes</a:t>
            </a:r>
          </a:p>
          <a:p xmlns:a="http://schemas.openxmlformats.org/drawingml/2006/main">
            <a:r>
              <a:t/>
            </a:r>
          </a:p>
          <a:p xmlns:a="http://schemas.openxmlformats.org/drawingml/2006/main">
            <a:r>
              <a:t>Primary Message: Skill 본문이 들어온 사실은 입력의 근거다. 실제 수행은 같은 작업의 실행 출력, 변경 전 메시지, 최종 diff를 지침과 대조해서 확인한다. 이 사례에서 관찰한 세 가지 대응으로 Skill 전체 준수나 단독 효과를 단정하지 않는다.</a:t>
            </a:r>
          </a:p>
          <a:p xmlns:a="http://schemas.openxmlformats.org/drawingml/2006/main">
            <a:r>
              <a:t/>
            </a:r>
          </a:p>
          <a:p xmlns:a="http://schemas.openxmlformats.org/drawingml/2006/main">
            <a:r>
              <a:t>Opening Question: “Skill의 전체 본문이 포함됐다는 것만으로, 실제로 그 지침을 수행했다고 말할 수 있을까요?”</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(0:00–0:30, Demo) 상단 왼쪽에서 S54의 본문 포함 확인을 회수한다. 오른쪽과 표로 이동해 이번에는 밝기 통계 작업의 수행 기록을 보겠다고 안내한다. 화면은 원문 실행 캡처가 아닌 지침 번역·기록 요약이다.</a:t>
            </a:r>
          </a:p>
          <a:p xmlns:a="http://schemas.openxmlformats.org/drawingml/2006/main">
            <a:r>
              <a:t>2. (0:30–1:15, Demo) 01행: 왼쪽의 변경 전 기준선 측정 지침과 오른쪽의 실제 실행 출력을 짝짓는다. 수정 전 같은 benchmark 명령을3회 실행했고, 입력 지문과 결과6항목을 확인했다. 3회는 기록된 실행 횟수이며 Skill이 정한 고정 횟수는 아니다.</a:t>
            </a:r>
          </a:p>
          <a:p xmlns:a="http://schemas.openxmlformats.org/drawingml/2006/main">
            <a:r>
              <a:t>3. (1:15–2:00, Demo) 02행: 원문은 작업 또는 인터페이스가 visible plan을 요구할 때 변경 전에 간결한 계획을 공유하라는 조건부 지침이다. 이번 기록에서는 변경 전 진행 메시지가 statistics.py의 변경 범위를 밝혔고, 최종 diff에서 해당 함수 한 곳의 변경을 확인했다. 메시지만으로 변경 범위까지 검증했다고 말하지 않는다.</a:t>
            </a:r>
          </a:p>
          <a:p xmlns:a="http://schemas.openxmlformats.org/drawingml/2006/main">
            <a:r>
              <a:t>4. (2:00–3:00, Demo) 03행: 테스트와 같은 입력·설정으로 재측정하라는 지침을 실행 결과와 대조한다. 해당 함수 테스트1/1, 전체 테스트11/11 통과와 같은 benchmark의변경 후3회 실행, CLI 샘플·diff 확인을 짚는다. 모델의 최종 완료 보고만이 아니라 보존된 실행 출력에 근거한다.</a:t>
            </a:r>
          </a:p>
          <a:p xmlns:a="http://schemas.openxmlformats.org/drawingml/2006/main">
            <a:r>
              <a:t>5. (3:00–4:30, Case) “본문이 들어왔다”와 “지침에 대응하는 작업 기록이 있다”를 구분해 회수한다. 표는 선택한 세 가지 대응이다. 모든 지침 준수나 Skill만의 효과를 검증한 실험은 아니다. 실제 요청에는 이번 목표·결과6항목 보존·허용 범위·trade-off 보고·근거가 부족하면 no-change라는 조건이 남아 있었다.</a:t>
            </a:r>
          </a:p>
          <a:p xmlns:a="http://schemas.openxmlformats.org/drawingml/2006/main">
            <a:r>
              <a:t>6. (4:30–6:00, Case) 재사용할 수행 방법을 Skill에 두고 이번 목표·범위는 요청으로 전달한 역할 분담을 정리한다. 다음 S56에서 반복할 절차와 작업마다 근거로 판단할 답을 나눈다. 후보별 수치·선택 결과나 STATE-04-PERF의 성능 비교는 앞당기지 않는다.</a:t>
            </a:r>
          </a:p>
          <a:p xmlns:a="http://schemas.openxmlformats.org/drawingml/2006/main">
            <a:r>
              <a:t/>
            </a:r>
          </a:p>
          <a:p xmlns:a="http://schemas.openxmlformats.org/drawingml/2006/main">
            <a:r>
              <a:t>Evidence / Source: plan/DEMO_MATRIX.md의 TRIAL-008 Baseline, Plan, Implementation, Verification 및 Prompt Responsibility Shift; STATE-04의 .agents/skills/graypipe-performance/SKILL.md; DEC-0017; BEAT-021. 보존 세션01a0f22c-e6a8-7e50-a4e1-4a581d62266c의20행 요청,22행 전체Skill본문,53/59행 기준선 명령·출력,80행 변경 전 메시지,81행 patch,90/96행 동일benchmark재실행·함수테스트,104/109행 전체테스트·CLI·최종diff를 대조했다. 원문 계획 지침은 “State a concise plan before making edits when the task or working interface calls for a visible plan.”이다. 원문 검증에는 같은 입력·설정·correctness guards, 관련 smoke 확인, diff검토가 포함된다. 실제 측정 명령은 PYTHONPATH=src python3 benchmarks/benchmark_statistics.py이며, 테스트 명령은 PYTHONPATH=src python3 -m unittest discover -s tests -p 'test_statistics.py' -v 및 PYTHONPATH=src python3 -m unittest discover -s tests -v이다.</a:t>
            </a:r>
          </a:p>
          <a:p xmlns:a="http://schemas.openxmlformats.org/drawingml/2006/main">
            <a:r>
              <a:t/>
            </a:r>
          </a:p>
          <a:p xmlns:a="http://schemas.openxmlformats.org/drawingml/2006/main">
            <a:r>
              <a:t>Claim Boundary: OBSERVED_PRODUCT / FROZEN WITH SCOPE / REQUIRES PRODUCT CHECK를 유지한다. Codex CLI0.154.0의 성공한 TRIAL-008 기록이며 현재 Desktop 재현 결과가 아니다. 한글은 원문 지침·작업 기록의 번역 요약이고 실제 UI·로그 캡처가 아니다. 3회는 관찰된 횟수,1/1·11/11은 이 Trial의 테스트 결과다. 전체 지침 준수·Skill 단독 인과성·Prompt 대비 우월성·토큰 절감·Skill에 의한 속도 향상을 주장하지 않는다. Global Harness의 동시 영향은 배제하지 않았다. 새 Trial이나 실행 검증은 하지 않았다.</a:t>
            </a:r>
          </a:p>
          <a:p xmlns:a="http://schemas.openxmlformats.org/drawingml/2006/main">
            <a:r>
              <a:t/>
            </a:r>
          </a:p>
          <a:p xmlns:a="http://schemas.openxmlformats.org/drawingml/2006/main">
            <a:r>
              <a:t>Beginner Explanation: 지침을 받았다는 것은 요청서가 전달됐다는 뜻이다. 실제로 수행했는지는 측정 출력, 변경 전 설명, 변경 내용과 테스트 결과 같은 작업 흔적에서 확인한다.</a:t>
            </a:r>
          </a:p>
          <a:p xmlns:a="http://schemas.openxmlformats.org/drawingml/2006/main">
            <a:r>
              <a:t/>
            </a:r>
          </a:p>
          <a:p xmlns:a="http://schemas.openxmlformats.org/drawingml/2006/main">
            <a:r>
              <a:t>Advanced Insight: 입력에 포함된 지침과 관찰된 행동을 구분한다. 실행 출력은 실행·검증의 근거이고, 변경 전 메시지는 계획의 시점, 최종 diff는 변경 범위의 근거다. 세 근거의 대응은 실험 조건을 분리한 인과성 검증과 다르다. Skill이 임의의3회·11개테스트를 고정 요구한 것처럼 설명하지 않는다.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LOCAL STATIC RECORD — S54의 본문 포함 확인에서 진입한다. 표를01→02→03 순으로 읽으며 왼쪽 지침과 오른쪽 근거를 한 행씩 가리킨다. 원문 전체·도구를 실행하지 않는다. Demo3분이 끝나면 같은 화면에서 Case3분으로 전환해 입력/수행 근거를 구분한다. 실제 구현 후보와 성능 비교는 S57–S58로 넘긴다.</a:t>
            </a:r>
          </a:p>
          <a:p xmlns:a="http://schemas.openxmlformats.org/drawingml/2006/main">
            <a:r>
              <a:t/>
            </a:r>
          </a:p>
          <a:p xmlns:a="http://schemas.openxmlformats.org/drawingml/2006/main">
            <a:r>
              <a:t>Audience Interaction: “변경 전에 하겠다고 말한 기록과, 실제로 바꾼 내용을 확인하는 근거가 같을까요?”를 던지고02행의 메시지·diff를 각각 가리킨다. 답변을 기다리며 별도 실습·Q&amp;A 시간을 추가하지 않는다.</a:t>
            </a:r>
          </a:p>
          <a:p xmlns:a="http://schemas.openxmlformats.org/drawingml/2006/main">
            <a:r>
              <a:t/>
            </a:r>
          </a:p>
          <a:p xmlns:a="http://schemas.openxmlformats.org/drawingml/2006/main">
            <a:r>
              <a:t>Transition: “지침과 실제 작업 기록의 대응은 확인했습니다. 이 Skill에 재사용할 절차와 이번 근거로 판단할 답을 어떻게 나눌까요?”</a:t>
            </a:r>
          </a:p>
          <a:p xmlns:a="http://schemas.openxmlformats.org/drawingml/2006/main">
            <a:r>
              <a:t/>
            </a:r>
          </a:p>
          <a:p xmlns:a="http://schemas.openxmlformats.org/drawingml/2006/main">
            <a:r>
              <a:t>Time Management: Demo3분(본문 포함 회수0.5, 기준선0.75, 계획·diff0.75, 검증1) + Case3분(근거 구분·요청 책임1.5, 범위·S56 연결1.5). 지연 시 명령과 테스트 이름을 낭독하지 않고 행별 대응을 짚는다. 조건부 계획, 입력/수행 구분, 단독 효과 미입증은 생략하지 않는다. 6분에 S56으로 이동한다.</a:t>
            </a:r>
          </a:p>
          <a:p xmlns:a="http://schemas.openxmlformats.org/drawingml/2006/main">
            <a:r>
              <a:t/>
            </a:r>
          </a:p>
          <a:p xmlns:a="http://schemas.openxmlformats.org/drawingml/2006/main">
            <a:r>
              <a:t>Fallback: LOCAL STATIC ARTIFACT — production/ACT_3.pptx의 S55, production/preview/act3/S55.png 및 production/preview/full/S55.png. 파일은 검증된 기록의 재구성이며 원시 실행 캡처가 아니다. 현재 Live/Hybrid는 환경 확인 전 미활성이다. 정적 화면에서 3개 지침·근거 대응을 유지하며 파일 경로·hash는 production/evaluation/S55_SKILL_ACTION_EVIDENCE_REVISION.md와 demos/runbooks/FALLBACK_MANIFEST.md를 따른다.</a:t>
            </a:r>
          </a:p>
          <a:p xmlns:a="http://schemas.openxmlformats.org/drawingml/2006/main">
            <a:r>
              <a:t/>
            </a:r>
          </a:p>
          <a:p xmlns:a="http://schemas.openxmlformats.org/drawingml/2006/main">
            <a:r>
              <a:t>Validation Status: ALIGNED — DEC-0067의19필드·6분(Demo3+Case3)·역사적관찰범위를 정렬했다. 최종 렌더·PPT/Markdown Notes 대조는 production/evaluation/S55_SKILL_ACTION_EVIDENCE_REVISION.md에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S56 — 절차는 재사용하고, 답은 근거로 정한다</a:t>
            </a:r>
          </a:p>
          <a:p xmlns:a="http://schemas.openxmlformats.org/drawingml/2006/main">
            <a:r>
              <a:t/>
            </a:r>
          </a:p>
          <a:p xmlns:a="http://schemas.openxmlformats.org/drawingml/2006/main">
            <a:r>
              <a:t>Slide ID: S56</a:t>
            </a:r>
          </a:p>
          <a:p xmlns:a="http://schemas.openxmlformats.org/drawingml/2006/main">
            <a:r>
              <a:t/>
            </a:r>
          </a:p>
          <a:p xmlns:a="http://schemas.openxmlformats.org/drawingml/2006/main">
            <a:r>
              <a:t>Working Title: 절차는 재사용하고, 답은 근거로 정한다</a:t>
            </a:r>
          </a:p>
          <a:p xmlns:a="http://schemas.openxmlformats.org/drawingml/2006/main">
            <a:r>
              <a:t/>
            </a:r>
          </a:p>
          <a:p xmlns:a="http://schemas.openxmlformats.org/drawingml/2006/main">
            <a:r>
              <a:t>ACT / Section: ACT 3 / 3D</a:t>
            </a:r>
          </a:p>
          <a:p xmlns:a="http://schemas.openxmlformats.org/drawingml/2006/main">
            <a:r>
              <a:t/>
            </a:r>
          </a:p>
          <a:p xmlns:a="http://schemas.openxmlformats.org/drawingml/2006/main">
            <a:r>
              <a:t>Allocated Time: 3 minutes</a:t>
            </a:r>
          </a:p>
          <a:p xmlns:a="http://schemas.openxmlformats.org/drawingml/2006/main">
            <a:r>
              <a:t/>
            </a:r>
          </a:p>
          <a:p xmlns:a="http://schemas.openxmlformats.org/drawingml/2006/main">
            <a:r>
              <a:t>Mode Split: Lecture 3 minutes</a:t>
            </a:r>
          </a:p>
          <a:p xmlns:a="http://schemas.openxmlformats.org/drawingml/2006/main">
            <a:r>
              <a:t/>
            </a:r>
          </a:p>
          <a:p xmlns:a="http://schemas.openxmlformats.org/drawingml/2006/main">
            <a:r>
              <a:t>Primary Message: Skill은 편집 전 재현 가능한 기준선, 검증·비교와 변경 보류 조건을 담는다. 알고리즘·측정값·trade-off는 Task별 근거로 결정하고 정답이나 Trial 수치를 미리 넣지 않는다.</a:t>
            </a:r>
          </a:p>
          <a:p xmlns:a="http://schemas.openxmlformats.org/drawingml/2006/main">
            <a:r>
              <a:t/>
            </a:r>
          </a:p>
          <a:p xmlns:a="http://schemas.openxmlformats.org/drawingml/2006/main">
            <a:r>
              <a:t>Opening Question: “앞 장에서 확인한 것 중, 다음 작업에도 쓸 방법과 이번 기록으로 답해야 할 것은 각각 무엇일까요?”</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(0:00–0:30) S55의 지침·수행 기록 대응을 회수한다. 이번에는 개별 실행 결과를 다시 읽기보다, 다음 작업에도 유지할 방법과 매번 근거로 채울 답을 구분한다.</a:t>
            </a:r>
          </a:p>
          <a:p xmlns:a="http://schemas.openxmlformats.org/drawingml/2006/main">
            <a:r>
              <a:t>2. (0:30–1:15) 왼쪽 Skill의 세 항목을 가리킨다. 변경 전 기준선을 측정하고, 같은 조건으로 검증·비교하며, 근거·trade-off·한계를 보고하는 방법이다. 원문 일부의 번역 요약이며 전체 절차를 세 단계로 완전히 재현한 것이 아니다. 다음 성능 작업에도 이 방법을 적용한다.</a:t>
            </a:r>
          </a:p>
          <a:p xmlns:a="http://schemas.openxmlformats.org/drawingml/2006/main">
            <a:r>
              <a:t>3. (1:15–2:15) 적용 화살표를 따라 오른쪽으로 이동한다. 이번 측정값·테스트·diff가 구현 후보, 시간·할당량, 감수할 trade-off를 확인·판단할 근거다. 수치는 실제 측정으로 얻고, 후보 채택은 그 수치와 동작 보존·변경 범위를 함께 보고 판단한다. 특정 알고리즘이나 Trial 숫자를 Skill에 정답으로 미리 넣지 않는다.</a:t>
            </a:r>
          </a:p>
          <a:p xmlns:a="http://schemas.openxmlformats.org/drawingml/2006/main">
            <a:r>
              <a:t>4. (2:15–3:00) 아래 분기의 조건을 읽는다. 허용 범위 안에서 근거가 변경을 뒷받침하면 채택하고, 변경을 정당화하지 못하면 보류도 유효한 결론이다. 두 갈래는 원문이 허용하는 교육용 판단 경로다. TRIAL-008에서 두 경로를 각각 실행했다거나 최종 변경을 보류했다고 설명하지 않는다. S57에서 실제 밝기 통계 후보 선택을 확인한다.</a:t>
            </a:r>
          </a:p>
          <a:p xmlns:a="http://schemas.openxmlformats.org/drawingml/2006/main">
            <a:r>
              <a:t/>
            </a:r>
          </a:p>
          <a:p xmlns:a="http://schemas.openxmlformats.org/drawingml/2006/main">
            <a:r>
              <a:t>Evidence / Source: STATE-04의 .agents/skills/graypipe-performance/SKILL.md, DEC-0017, BEAT-022, TRIAL-008 및 plan/DEMO_MATRIX.md. 왼쪽은 Procedure2의 “Establish a reproducible baseline before editing.”, Procedure6의 동일 입력·설정 검증·재측정, Procedure7과 Report의 근거·trade-off·한계 보고를 번역 요약했다. 아래 분기는 Procedure5의 “A measured result that does not justify a change is a valid no-change conclusion.”을 따른다. 원문에 특정 구현, image_statistics, benchmark_statistics.py, macOS/Python 조건이나 Trial의 측정 수치를 고정 답으로 넣지 않았음을 읽기 전용으로 대조했다.</a:t>
            </a:r>
          </a:p>
          <a:p xmlns:a="http://schemas.openxmlformats.org/drawingml/2006/main">
            <a:r>
              <a:t/>
            </a:r>
          </a:p>
          <a:p xmlns:a="http://schemas.openxmlformats.org/drawingml/2006/main">
            <a:r>
              <a:t>Claim Boundary: OBSERVED_PRODUCT / TEACHING_MODEL과 기존 Claim Status를 유지한다. 실제 Skill의 내용은 관찰 근거이고, 적용선·질문·채택/보류 분기는 교육용 책임 구분이다. no-change는 허용된 결론이며 TRIAL-008의 최종 관찰 결과가 아니다. 절차 전체·실제 실행 순서·반복 실험의 재현이 아니며 현재 Desktop이나 모든 Skill의 설계를 일반화하지 않는다. Skill의 우월성·독립적 인과성·토큰 절감·성능 효과를 추가 주장하지 않는다.</a:t>
            </a:r>
          </a:p>
          <a:p xmlns:a="http://schemas.openxmlformats.org/drawingml/2006/main">
            <a:r>
              <a:t/>
            </a:r>
          </a:p>
          <a:p xmlns:a="http://schemas.openxmlformats.org/drawingml/2006/main">
            <a:r>
              <a:t>Beginner Explanation: 다음 작업에도 같은 측정·검증 방법을 사용할 수 있다. 어떤 구현이 나은지, 실제 수치가 얼마인지는 이번 입력과 실행 기록을 보고 답한다. 변경하지 않기로 하는 결론도 근거가 있으면 유효하다.</a:t>
            </a:r>
          </a:p>
          <a:p xmlns:a="http://schemas.openxmlformats.org/drawingml/2006/main">
            <a:r>
              <a:t/>
            </a:r>
          </a:p>
          <a:p xmlns:a="http://schemas.openxmlformats.org/drawingml/2006/main">
            <a:r>
              <a:t>Advanced Insight: 재사용 절차는 근거를 수집·비교·보고하는 책임을 남긴다. 입력·환경·정확한 명령·측정값·후보별 trade-off는 이번 작업의 기록으로 다룬다. 변경 채택은 사용자의 허용 범위와 동작 보존을 전제로 하며, 낮은 수치 하나만으로 결정하지 않는다.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정적 설명 — 왼쪽 재사용 방법, 적용선, 오른쪽 이번 기록과 세 질문, 아래 채택/보류 조건 순으로 가리킨다. 실행 시연은 하지 않는다. 이 장의 Lecture3분은 DEMO-03의8 Demo분과 별도다. 실제 후보의 승패·정확한 성능 수치를 S57/S58보다 앞서 공개하지 않는다.</a:t>
            </a:r>
          </a:p>
          <a:p xmlns:a="http://schemas.openxmlformats.org/drawingml/2006/main">
            <a:r>
              <a:t/>
            </a:r>
          </a:p>
          <a:p xmlns:a="http://schemas.openxmlformats.org/drawingml/2006/main">
            <a:r>
              <a:t>Audience Interaction: “같은 Skill을 썼다면 항상 같은 구현을 골라야 할까요?”를 짧게 던진 뒤 오른쪽 근거와 질문으로 회수한다. 공개 답변·실습을 요구하거나 별도 Q&amp;A 시간을 추가하지 않는다.</a:t>
            </a:r>
          </a:p>
          <a:p xmlns:a="http://schemas.openxmlformats.org/drawingml/2006/main">
            <a:r>
              <a:t/>
            </a:r>
          </a:p>
          <a:p xmlns:a="http://schemas.openxmlformats.org/drawingml/2006/main">
            <a:r>
              <a:t>Transition: “그렇다면 밝기 통계의 구현 후보는 어떤 근거로 선택했을까요?”</a:t>
            </a:r>
          </a:p>
          <a:p xmlns:a="http://schemas.openxmlformats.org/drawingml/2006/main">
            <a:r>
              <a:t/>
            </a:r>
          </a:p>
          <a:p xmlns:a="http://schemas.openxmlformats.org/drawingml/2006/main">
            <a:r>
              <a:t>Time Management: Lecture3분: S55 회수0.5, 재사용 방법0.75, 이번 근거·답1, 채택/보류와 S57 연결0.75. 지연 시 지침 원문과 세 질문을 전부 낭독하지 않는다. 허용된 보류와 실제 결과의 구분은 생략하지 않고3분에 S57으로 이동한다.</a:t>
            </a:r>
          </a:p>
          <a:p xmlns:a="http://schemas.openxmlformats.org/drawingml/2006/main">
            <a:r>
              <a:t/>
            </a:r>
          </a:p>
          <a:p xmlns:a="http://schemas.openxmlformats.org/drawingml/2006/main">
            <a:r>
              <a:t>Fallback: LOCAL STATIC ARTIFACT — production/ACT_3.pptx의 S56, production/preview/act3/S56.png 및 production/preview/full/S56.png. 실제 Skill 요약과 교육용 판단 경로를 구분해 설명한다. 현재 제품이나 Demo repository를 실행하지 않는다. 최종 패키지·PNG·내장 Notes 대조는 production/evaluation/S56_REUSABLE_PROCEDURE_REVISION.md를 따른다.</a:t>
            </a:r>
          </a:p>
          <a:p xmlns:a="http://schemas.openxmlformats.org/drawingml/2006/main">
            <a:r>
              <a:t/>
            </a:r>
          </a:p>
          <a:p xmlns:a="http://schemas.openxmlformats.org/drawingml/2006/main">
            <a:r>
              <a:t>Validation Status: ALIGNED — DEC-0068의19필드·Lecture3분·실제 Skill/교육용 관계 경계를 정렬했다. 최종 로컬 렌더와 Notes 대조는 production/evaluation/S56_REUSABLE_PROCEDURE_REVISION.md에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S57 — 밝기 통계 계산의 성능 개선 후보</a:t>
            </a:r>
          </a:p>
          <a:p xmlns:a="http://schemas.openxmlformats.org/drawingml/2006/main">
            <a:r>
              <a:t/>
            </a:r>
          </a:p>
          <a:p xmlns:a="http://schemas.openxmlformats.org/drawingml/2006/main">
            <a:r>
              <a:t>Slide ID: S57</a:t>
            </a:r>
          </a:p>
          <a:p xmlns:a="http://schemas.openxmlformats.org/drawingml/2006/main">
            <a:r>
              <a:t/>
            </a:r>
          </a:p>
          <a:p xmlns:a="http://schemas.openxmlformats.org/drawingml/2006/main">
            <a:r>
              <a:t>Working Title: 밝기 통계 계산의 성능 개선 후보</a:t>
            </a:r>
          </a:p>
          <a:p xmlns:a="http://schemas.openxmlformats.org/drawingml/2006/main">
            <a:r>
              <a:t/>
            </a:r>
          </a:p>
          <a:p xmlns:a="http://schemas.openxmlformats.org/drawingml/2006/main">
            <a:r>
              <a:t>ACT / Section: ACT 3 / 3D</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Case 5 minutes</a:t>
            </a:r>
          </a:p>
          <a:p xmlns:a="http://schemas.openxmlformats.org/drawingml/2006/main">
            <a:r>
              <a:t/>
            </a:r>
          </a:p>
          <a:p xmlns:a="http://schemas.openxmlformats.org/drawingml/2006/main">
            <a:r>
              <a:t>Primary Message: TRIAL-008에서는 결과 6항목을 보존한 후보들의 실행시간과 traced allocation을 함께 봤다. 느린 수동 순회는 제외하고 낮은 할당량과 더 나은 실행시간의 행 단위 reduction을 선택했다.</a:t>
            </a:r>
          </a:p>
          <a:p xmlns:a="http://schemas.openxmlformats.org/drawingml/2006/main">
            <a:r>
              <a:t/>
            </a:r>
          </a:p>
          <a:p xmlns:a="http://schemas.openxmlformats.org/drawingml/2006/main">
            <a:r>
              <a:t>Opening Question: “밝기 통계의 결과를 유지하면서, 어떤 계산 방식을 선택했을까요?”</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(0:00–0:45) S56의 ‘절차는 재사용하고 답은 근거로 정한다’를 실제 작업으로 회수한다. 대상은 이미지의 최소·최대·평균 밝기 등을 구하는 image_statistics다. 결과는 그대로 두고 실행시간 또는 할당량 개선 가능성을 조사한 요청이었다.</a:t>
            </a:r>
          </a:p>
          <a:p xmlns:a="http://schemas.openxmlformats.org/drawingml/2006/main">
            <a:r>
              <a:t>2. (0:45–1:45) 기존 구현 도식을 왼쪽부터 가리킨다. 행으로 저장된 픽셀을 모두 새 임시 리스트로 모은 뒤 통계를 계산했다. 입력 이미지 외에 픽셀 수에 비례하는 임시 리스트 공간이 필요했다. 이 도식의 색·칸은 구조를 설명하며 실제 입력 픽셀이나 실행 화면은 아니다.</a:t>
            </a:r>
          </a:p>
          <a:p xmlns:a="http://schemas.openxmlformats.org/drawingml/2006/main">
            <a:r>
              <a:t>3. (1:45–2:45) 큰 임시 리스트 없이 계산하는 두 변경 후보를 읽는다. 한 후보는 Python 코드로 픽셀을 하나씩 직접 계산하고, 다른 후보는 각 행에 내장 min/max/sum을 사용한다. 이들 모두 결과 6항목을 보존했고 기존 평탄화 구현보다 Python 할당 피크가 낮았다.</a:t>
            </a:r>
          </a:p>
          <a:p xmlns:a="http://schemas.openxmlformats.org/drawingml/2006/main">
            <a:r>
              <a:t>4. (2:45–4:15) 후보 간 실행시간을 비교한 오른쪽을 짚는다. 수동 반복보다 행 단위 내장 연산이 빨라 후자를 선택했다. 내장 연산 후보는 세 차례 행 순회를 유지하면서 전체 임시 리스트를 피한 선택이다. 한 번 순회한다는 아이디어나 낮은 메모리만으로 답을 정하지 않았다.</a:t>
            </a:r>
          </a:p>
          <a:p xmlns:a="http://schemas.openxmlformats.org/drawingml/2006/main">
            <a:r>
              <a:t>5. (4:15–5:00) Skill에 정답 알고리즘을 미리 넣은 사례가 아니다. 절차를 따라 얻은 조사·측정·검증 기록으로 구현을 선택했다. 다음 S58은 이 후보 비교와 별도로 실제 제품 상태에 반영한 변경을 확인한 기록이다.</a:t>
            </a:r>
          </a:p>
          <a:p xmlns:a="http://schemas.openxmlformats.org/drawingml/2006/main">
            <a:r>
              <a:t/>
            </a:r>
          </a:p>
          <a:p xmlns:a="http://schemas.openxmlformats.org/drawingml/2006/main">
            <a:r>
              <a:t>Evidence / Source: `plan/DEMO_MATRIX.md` TRIAL-008 Investigation, Plan, Decision, Implementation, Verification 및 `plan/CLAIM_FREEZE.md`의 정성 후보 비교 범위. 대상은 image_statistics, deterministic synthetic 1024×768 (786,432 pixels, max255), CPython3.9.6 / macOS26.6.2 arm64. 보존한 여섯 결과는 width, height, pixel_count, minimum, maximum, mean이다. 원자료의 기존 flattening, row reductions, manual Python single pass 비교와 구현 내용을 요약했다. 정확한 후보 수치와 원기록은 원자료에 보존한다.</a:t>
            </a:r>
          </a:p>
          <a:p xmlns:a="http://schemas.openxmlformats.org/drawingml/2006/main">
            <a:r>
              <a:t/>
            </a:r>
          </a:p>
          <a:p xmlns:a="http://schemas.openxmlformats.org/drawingml/2006/main">
            <a:r>
              <a:t>Claim Boundary: S57에는 정확한 후보 수치를 표시하지 않는다. ‘더 느림/더 빠름’은 화면의 두 변경 후보 사이 비교이고 ‘기존보다 낮은 임시 메모리’는 기존 평탄화 구현 대비 traced Python allocation peak다. 임시 공간 도식은 리스트 구조 재구성이며 실제 이미지·값·측정 캡처가 아니다. 할당 피크를 RSS나 시스템 전체 메모리로 일반화하지 않는다. TRIAL-008 후보 비교를 S58의 formal STATE-04/STATE-04-PERF 측정과 섞지 않는다. Skill 단독 인과성·알고리즘 제공·현재 Desktop 재현·일반 성능 보장은 주장하지 않는다.</a:t>
            </a:r>
          </a:p>
          <a:p xmlns:a="http://schemas.openxmlformats.org/drawingml/2006/main">
            <a:r>
              <a:t/>
            </a:r>
          </a:p>
          <a:p xmlns:a="http://schemas.openxmlformats.org/drawingml/2006/main">
            <a:r>
              <a:t>Beginner Explanation: 같은 통계를 구해도 계산 중에 큰 임시 리스트를 만들 수 있다. 이 리스트 없이 계산한 두 방법 모두 결과와 메모리를 확인했고, 두 방법의 실행시간도 비교해서 골랐다.</a:t>
            </a:r>
          </a:p>
          <a:p xmlns:a="http://schemas.openxmlformats.org/drawingml/2006/main">
            <a:r>
              <a:t/>
            </a:r>
          </a:p>
          <a:p xmlns:a="http://schemas.openxmlformats.org/drawingml/2006/main">
            <a:r>
              <a:t>Advanced Insight: 데이터 구조의 할당과 Python 수준 반복의 실행시간을 별도로 판단한 사례다. 세 차례 행 순회와 full-list allocation 제거의 trade-off는 이 입력·runtime의 기록으로 한정한다. 과목의 핵심은 최적화 기법 목록이 아니라 재사용 절차로 얻은 근거에 따른 판단이다.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LOCAL STATIC RECORD — 작업 목적, 기존 구현의 픽셀/임시 리스트/통계 도식, 두 후보, 제외/선택 순으로 가리킨다. 색상뿐 아니라 라벨로 판단을 구분한다. 화면의 셀 수나 선 길이를 실제 입력 크기 또는 성능 비율로 읽지 않는다. 구현 파일·새 실행·정확한 후보 숫자를 추가하지 않는다. Case5분은 DEMO-03의8 Demo분과 별도다.</a:t>
            </a:r>
          </a:p>
          <a:p xmlns:a="http://schemas.openxmlformats.org/drawingml/2006/main">
            <a:r>
              <a:t/>
            </a:r>
          </a:p>
          <a:p xmlns:a="http://schemas.openxmlformats.org/drawingml/2006/main">
            <a:r>
              <a:t>Audience Interaction: Opening Question으로 앞 장의 판단 문제를 회수한다. 두 후보를 읽을 때 ‘메모리가 줄었다면 충분할까?’를 짧게 덧붙일 수 있다. 답이 이미 보이는 화면이므로 결과를 숨긴 퀴즈나 실습으로 운영하지 않는다.</a:t>
            </a:r>
          </a:p>
          <a:p xmlns:a="http://schemas.openxmlformats.org/drawingml/2006/main">
            <a:r>
              <a:t/>
            </a:r>
          </a:p>
          <a:p xmlns:a="http://schemas.openxmlformats.org/drawingml/2006/main">
            <a:r>
              <a:t>Transition: “선택한 행 단위 계산을 제품 코드에 반영한 뒤, 실행시간·임시 메모리·동작을 다시 확인한 기록을 보겠습니다.”</a:t>
            </a:r>
          </a:p>
          <a:p xmlns:a="http://schemas.openxmlformats.org/drawingml/2006/main">
            <a:r>
              <a:t/>
            </a:r>
          </a:p>
          <a:p xmlns:a="http://schemas.openxmlformats.org/drawingml/2006/main">
            <a:r>
              <a:t>Time Management: Case5분: 작업 회수0.75, 기존 구현1, 두 후보1, 비교·선택1.5, 범위·전환0.75. 지연 시 함수명·여섯 필드·세 차례 순회 설명을 줄인다. 작업 목적, 임시 리스트, 후보 선택과 별도 제품 검증이라는 연결은 유지하고5분에 이동한다.</a:t>
            </a:r>
          </a:p>
          <a:p xmlns:a="http://schemas.openxmlformats.org/drawingml/2006/main">
            <a:r>
              <a:t/>
            </a:r>
          </a:p>
          <a:p xmlns:a="http://schemas.openxmlformats.org/drawingml/2006/main">
            <a:r>
              <a:t>Fallback: LOCAL STATIC ARTIFACT — production/ACT_3.pptx의 S57, production/preview/act3/S57.png 및 production/preview/full/S57.png. 보존된 후보 비교와 구현 구조를 재구성한 도식이다. 현재 제품이나 Demo repository를 실행하지 않는다. 최신 대조는 production/evaluation/S57_S58_TASK_RESULT_REVISION.md를 따른다.</a:t>
            </a:r>
          </a:p>
          <a:p xmlns:a="http://schemas.openxmlformats.org/drawingml/2006/main">
            <a:r>
              <a:t/>
            </a:r>
          </a:p>
          <a:p xmlns:a="http://schemas.openxmlformats.org/drawingml/2006/main">
            <a:r>
              <a:t>Validation Status: ALIGNED — DEC-0070의19필드·Case5분·정성 후보 비교 범위를 정렬했다. 로컬 렌더·내장 Notes 대조는 production/evaluation/S57_S58_TASK_RESULT_REVISION.md에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S58 — 선택한 변경의 시간·메모리·동작 확인</a:t>
            </a:r>
          </a:p>
          <a:p xmlns:a="http://schemas.openxmlformats.org/drawingml/2006/main">
            <a:r>
              <a:t/>
            </a:r>
          </a:p>
          <a:p xmlns:a="http://schemas.openxmlformats.org/drawingml/2006/main">
            <a:r>
              <a:t>Slide ID: S58</a:t>
            </a:r>
          </a:p>
          <a:p xmlns:a="http://schemas.openxmlformats.org/drawingml/2006/main">
            <a:r>
              <a:t/>
            </a:r>
          </a:p>
          <a:p xmlns:a="http://schemas.openxmlformats.org/drawingml/2006/main">
            <a:r>
              <a:t>Working Title: 선택한 변경의 시간·메모리·동작 확인</a:t>
            </a:r>
          </a:p>
          <a:p xmlns:a="http://schemas.openxmlformats.org/drawingml/2006/main">
            <a:r>
              <a:t/>
            </a:r>
          </a:p>
          <a:p xmlns:a="http://schemas.openxmlformats.org/drawingml/2006/main">
            <a:r>
              <a:t>ACT / Section: ACT 3 / 3D</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Case 5 minutes</a:t>
            </a:r>
          </a:p>
          <a:p xmlns:a="http://schemas.openxmlformats.org/drawingml/2006/main">
            <a:r>
              <a:t/>
            </a:r>
          </a:p>
          <a:p xmlns:a="http://schemas.openxmlformats.org/drawingml/2006/main">
            <a:r>
              <a:t>Primary Message: STATE-04→STATE-04-PERF 밝기 통계 변경은 기록된 입력·환경에서 동작 검사와 같은 조건의 측정을 거쳤다. 기존 수치와 검사 결과를 유지하고 Harness/Skill의 단독 인과효과와 구분한다.</a:t>
            </a:r>
          </a:p>
          <a:p xmlns:a="http://schemas.openxmlformats.org/drawingml/2006/main">
            <a:r>
              <a:t/>
            </a:r>
          </a:p>
          <a:p xmlns:a="http://schemas.openxmlformats.org/drawingml/2006/main">
            <a:r>
              <a:t>Opening Question: “선택한 변경을 제품에 반영한 뒤, 시간·메모리·동작은 각각 어떻게 확인됐을까요?”</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(0:00–0:45) S57에서 선택한 ‘큰 임시 리스트 없이 행마다 내장 min/max/sum 계산’을 위쪽 문장으로 회수한다. 이제 후보 비교가 아니라 정식 제품 코드 변경 전후의 별도 측정 기록이다.</a:t>
            </a:r>
          </a:p>
          <a:p xmlns:a="http://schemas.openxmlformats.org/drawingml/2006/main">
            <a:r>
              <a:t>2. (0:45–2:00) 왼쪽 실행시간을 짚는다. 같은 합성 이미지와 설정에서 상태별7회 실행한 중앙값은 변경 전15.468, 변경 후10.769ms/call이다. 0부터 시작하는 막대와 수치가 같은 방향을 나타낸다. 다른 입력·기기나 전체 제품 속도로 일반화하지 않는다.</a:t>
            </a:r>
          </a:p>
          <a:p xmlns:a="http://schemas.openxmlformats.org/drawingml/2006/main">
            <a:r>
              <a:t>3. (2:00–3:00) 가운데 임시 메모리는 별도 tracemalloc 호출의 Python allocation peak다. 6,675,804에서380bytes로 바뀌었다. 전체 픽셀 임시 리스트를 없앤 코드 변경과 연결하되, 입력 이미지 자체나 전체 프로세스 메모리가380bytes라는 뜻은 아니다.</a:t>
            </a:r>
          </a:p>
          <a:p xmlns:a="http://schemas.openxmlformats.org/drawingml/2006/main">
            <a:r>
              <a:t>4. (3:00–4:15) 오른쪽 동작 검증은 반환값6항목 동일, 함수 테스트1/1, 프로젝트 전체 테스트11/11, CLI 샘플 통과라는 기록이다. 실행시간만 짧아진 것을 성공 근거로 삼지 않는다. 이 검사들이 모든 입력의 정확성을 보증하는 것은 아니다.</a:t>
            </a:r>
          </a:p>
          <a:p xmlns:a="http://schemas.openxmlformats.org/drawingml/2006/main">
            <a:r>
              <a:t>5. (4:15–5:00) 재사용 절차 안에서 변경과 검증을 마친 사례로 회수한다. Harness/Skill이 단독으로 개선을 일으켰다는 실험은 아니다. 다음에는 이 작업에 독립 조사를 나누는 구조까지 필요했는지 질문한다.</a:t>
            </a:r>
          </a:p>
          <a:p xmlns:a="http://schemas.openxmlformats.org/drawingml/2006/main">
            <a:r>
              <a:t/>
            </a:r>
          </a:p>
          <a:p xmlns:a="http://schemas.openxmlformats.org/drawingml/2006/main">
            <a:r>
              <a:t>Evidence / Source: `plan/DEMO_MATRIX.md` STEP07 §§191–200, STATE-04 → STATE-04-PERF; `plan/CLAIM_FREEZE.md` §8; DEC-0019. Baseline 822f1c12c5f602d934a2fd29e48f05bf498b4bfa, result 6153b81c0187dd7d82c88bd1817fb683c98eb431. image_statistics, deterministic synthetic1024×768, 786,432pixels, max255, CPython3.9.6/macOS26.6.2 arm64. Same input fingerprint, seven one-call samples per state. Median15.468→10.769ms/call, separate tracemalloc peak6,675,804→380bytes. Six fields(width, height, pixel_count, minimum, maximum, mean), focused1/1, full11/11, CLI smoke PASS. CLI checked crop2×3, six pixels, min51/max255/mean136.0 and matching PGM output. TRIAL-008 supplies candidate history, not these formal-state samples.</a:t>
            </a:r>
          </a:p>
          <a:p xmlns:a="http://schemas.openxmlformats.org/drawingml/2006/main">
            <a:r>
              <a:t/>
            </a:r>
          </a:p>
          <a:p xmlns:a="http://schemas.openxmlformats.org/drawingml/2006/main">
            <a:r>
              <a:t>Claim Boundary: 원자료의 수치·단위·기준을 그대로 사용한다. 모든 관찰은 이 입력·코드 경로·host·runtime·측정 조건에 한정한다. tracemalloc은 Python allocation peak이며 RSS나 전체 메모리가 아니다. 검사 통과는 기록된 범위의 동작 확인이다. Harness/Skill 단독 인과성·현재 Desktop 재현·새 Trial·일반 성능 보장은 주장하지 않는다.</a:t>
            </a:r>
          </a:p>
          <a:p xmlns:a="http://schemas.openxmlformats.org/drawingml/2006/main">
            <a:r>
              <a:t/>
            </a:r>
          </a:p>
          <a:p xmlns:a="http://schemas.openxmlformats.org/drawingml/2006/main">
            <a:r>
              <a:t>Beginner Explanation: 바뀐 코드가 빨라졌는지만 보지 않았다. 같은 입력에서 걸린 시간, 계산 중 임시로 할당한 메모리, 같은 답과 테스트 결과를 함께 확인했다.</a:t>
            </a:r>
          </a:p>
          <a:p xmlns:a="http://schemas.openxmlformats.org/drawingml/2006/main">
            <a:r>
              <a:t/>
            </a:r>
          </a:p>
          <a:p xmlns:a="http://schemas.openxmlformats.org/drawingml/2006/main">
            <a:r>
              <a:t>Advanced Insight: Candidate comparison과 formal product-state verification의 기준선을 구분한다. Runtime과 allocation은 별도 호출로 측정했고 동일 입력 지문과6필드 결과 guard를 유지했다. 이 관찰로 시스템 구성요소의 독립적 효과를 추론하지 않는다.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LOCAL STATIC RECORD — 위쪽 선택한 변경을 회수하고 왼쪽 시간 막대, 가운데 할당량 전후, 오른쪽 동작 검증 순으로 가리킨다. 측정값은 native chart/text이며 편집 가능하다. 이 장의 Case5분을 추가 Demo 시간으로 계산하지 않는다. 현재 제품·Demo repository·benchmark를 실행하지 않는다.</a:t>
            </a:r>
          </a:p>
          <a:p xmlns:a="http://schemas.openxmlformats.org/drawingml/2006/main">
            <a:r>
              <a:t/>
            </a:r>
          </a:p>
          <a:p xmlns:a="http://schemas.openxmlformats.org/drawingml/2006/main">
            <a:r>
              <a:t>Audience Interaction: 세 영역을 가리키며 Opening Question을 짧게 던진다. 결과가 공개된 정적 기록으로 설명하고 추가 실습이나 공개 답변 시간을 요구하지 않는다.</a:t>
            </a:r>
          </a:p>
          <a:p xmlns:a="http://schemas.openxmlformats.org/drawingml/2006/main">
            <a:r>
              <a:t/>
            </a:r>
          </a:p>
          <a:p xmlns:a="http://schemas.openxmlformats.org/drawingml/2006/main">
            <a:r>
              <a:t>Transition: “이 작업에 더 필요했던 구조도 있었을까요? 역할을 나누는 선택부터 검토하겠습니다.”</a:t>
            </a:r>
          </a:p>
          <a:p xmlns:a="http://schemas.openxmlformats.org/drawingml/2006/main">
            <a:r>
              <a:t/>
            </a:r>
          </a:p>
          <a:p xmlns:a="http://schemas.openxmlformats.org/drawingml/2006/main">
            <a:r>
              <a:t>Time Management: Case5분: 선택한 변경·측정 기준0.75, 실행시간1.25, 임시 메모리1, 동작 검증1.25, 범위·다음 질문0.75. 지연 시 정확한 여섯 필드와 CLI 샘플 값 낭독을 생략한다. 세 결과와 측정 범위를 남기고5분에 이동한다.</a:t>
            </a:r>
          </a:p>
          <a:p xmlns:a="http://schemas.openxmlformats.org/drawingml/2006/main">
            <a:r>
              <a:t/>
            </a:r>
          </a:p>
          <a:p xmlns:a="http://schemas.openxmlformats.org/drawingml/2006/main">
            <a:r>
              <a:t>Fallback: LOCAL STATIC ARTIFACT — production/ACT_3.pptx의 S58, production/preview/act3/S58.png 및 production/preview/full/S58.png. 보존된 제품 전후 측정·검증 기록의 재구성이다. 현재 실행 캡처가 아니다. 최신 파일 대조는 production/evaluation/S57_S58_TASK_RESULT_REVISION.md를 따른다.</a:t>
            </a:r>
          </a:p>
          <a:p xmlns:a="http://schemas.openxmlformats.org/drawingml/2006/main">
            <a:r>
              <a:t/>
            </a:r>
          </a:p>
          <a:p xmlns:a="http://schemas.openxmlformats.org/drawingml/2006/main">
            <a:r>
              <a:t>Validation Status: ALIGNED — DEC-0070의19필드·Case5분·제품 전후 측정 범위를 정렬했다. 로컬 렌더·내장 Notes 대조는 production/evaluation/S57_S58_TASK_RESULT_REVISION.md에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S59 — 한 Agent 조사와 Subagent 역할 분리</a:t>
            </a:r>
          </a:p>
          <a:p xmlns:a="http://schemas.openxmlformats.org/drawingml/2006/main">
            <a:r>
              <a:t/>
            </a:r>
          </a:p>
          <a:p xmlns:a="http://schemas.openxmlformats.org/drawingml/2006/main">
            <a:r>
              <a:t>Slide ID: S59</a:t>
            </a:r>
          </a:p>
          <a:p xmlns:a="http://schemas.openxmlformats.org/drawingml/2006/main">
            <a:r>
              <a:t/>
            </a:r>
          </a:p>
          <a:p xmlns:a="http://schemas.openxmlformats.org/drawingml/2006/main">
            <a:r>
              <a:t>Working Title: 한 Agent 조사와 Subagent 역할 분리</a:t>
            </a:r>
          </a:p>
          <a:p xmlns:a="http://schemas.openxmlformats.org/drawingml/2006/main">
            <a:r>
              <a:t/>
            </a:r>
          </a:p>
          <a:p xmlns:a="http://schemas.openxmlformats.org/drawingml/2006/main">
            <a:r>
              <a:t>ACT / Section: ACT 3 / 3E</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Demo 3 minutes (VISUAL) + Q&amp;A 1 minute</a:t>
            </a:r>
          </a:p>
          <a:p xmlns:a="http://schemas.openxmlformats.org/drawingml/2006/main">
            <a:r>
              <a:t/>
            </a:r>
          </a:p>
          <a:p xmlns:a="http://schemas.openxmlformats.org/drawingml/2006/main">
            <a:r>
              <a:t>Primary Message: 독립 조사와 별도 Context의 가치가 있고 결과 형식·전달 지점·통합 책임을 정할 수 있다면 역할 분리를 검토한다. C++ Vision 사례는 교육용 가정이며 조정·중복·전달·통합 비용을 함께 본다.</a:t>
            </a:r>
          </a:p>
          <a:p xmlns:a="http://schemas.openxmlformats.org/drawingml/2006/main">
            <a:r>
              <a:t/>
            </a:r>
          </a:p>
          <a:p xmlns:a="http://schemas.openxmlformats.org/drawingml/2006/main">
            <a:r>
              <a:t>Opening Question: “성능·빌드·테스트 조사가 서로 기다리지 않아도 된다면?”</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(0:00–0:30 / Demo) S58의 실제 밝기 통계 변경·검증을 마쳤다는 점을 회수한다. 다음 구조를 선택할 판단 기준을 보기 위해, C++ 검사 프로젝트에 성능·빌드·테스트 독립 조사가 필요하다고 가정한다. 실제 Trial을 계속 실행한 장면은 아니다.</a:t>
            </a:r>
          </a:p>
          <a:p xmlns:a="http://schemas.openxmlformats.org/drawingml/2006/main">
            <a:r>
              <a:t>2. (0:30–1:15 / Demo) 왼쪽 한 Agent가 세 조사와 결과 종합을 모두 맡는 모습을 짚는다. 성능은 소스·측정, 빌드는 환경·설정, 테스트는 테스트·명세를 본다. 단일 Agent 방식이 실패하거나 느리다는 뜻은 아니다.</a:t>
            </a:r>
          </a:p>
          <a:p xmlns:a="http://schemas.openxmlformats.org/drawingml/2006/main">
            <a:r>
              <a:t>3. (1:15–2:15 / Demo) 오른쪽 위 주 Agent가 범위와 결과 형식을 정하고, 세 Subagent가 각각 필요한 정보로 조사하는 분기를 따른다. 각각 조사한 내용·근거·미확인 사항을 주 Agent에게 돌려준다고 설명한다. 다른 조사 결과를 기다리지 않아도 되는지 먼저 판단해야 한다.</a:t>
            </a:r>
          </a:p>
          <a:p xmlns:a="http://schemas.openxmlformats.org/drawingml/2006/main">
            <a:r>
              <a:t>4. (2:15–3:00 / Demo) 아래로 합쳐지는 선과 ‘같은 주 Agent’를 짚는다. 결과를 단순히 붙이는 것으로 끝내지 않고 근거·중복·충돌을 확인해 한 결과로 통합할 책임이 남는다. 필요한 정보를 역할별로 나눌 수 있는 가치와 조정·전달·통합 비용을 함께 본다. 시간·품질 이득을 측정한 사례는 아니다.</a:t>
            </a:r>
          </a:p>
          <a:p xmlns:a="http://schemas.openxmlformats.org/drawingml/2006/main">
            <a:r>
              <a:t>5. (3:00–4:00 / Q&amp;A) “빌드 조사 결과가 나와야 성능 조사를 시작할 수 있다면, 이 구성을 그대로 쓸 수 있을까요?”로 독립성 판단을 받는다. 무질문이면 이 질문을 발표자가 짧게 회수한다. 3:45에 질문을 닫고 S60의 실제 밝기 통계 작업 판단으로 이동한다.</a:t>
            </a:r>
          </a:p>
          <a:p xmlns:a="http://schemas.openxmlformats.org/drawingml/2006/main">
            <a:r>
              <a:t/>
            </a:r>
          </a:p>
          <a:p xmlns:a="http://schemas.openxmlformats.org/drawingml/2006/main">
            <a:r>
              <a:t>Evidence / Source: CONCEPTUAL / TEACHING_MODEL — 기존 C++ 성능 경로·빌드 환경·테스트 구조의 독립 조사 가정, BEAT-023–025 / INV-MATURITY-007, plan/DEMO_ARCHITECTURE.md와 plan/DEMO_MATRIX.md의 DEMO-07, DEC-0062/0071. DEC-0018의 실제 추가하지 않음 판단은 S60에 유지한다. 새 Subagent 실행이나 비교 실험은 없다.</a:t>
            </a:r>
          </a:p>
          <a:p xmlns:a="http://schemas.openxmlformats.org/drawingml/2006/main">
            <a:r>
              <a:t/>
            </a:r>
          </a:p>
          <a:p xmlns:a="http://schemas.openxmlformats.org/drawingml/2006/main">
            <a:r>
              <a:t>Claim Boundary: CONCEPTUAL CASE / TEACHING MODEL — 기존 C++ 역할 분리 가정을 먼저 설명한다. 실제 Subagent 실행·이득·현재 제품 기능의 관찰이 아니다. 연결선은 교육용 역할·결과 전달 관계이며 실제 동시 실행 trace나 속도 비교가 아니다. 별도 Context를 쓰더라도 공유할 명세·기준은 필요하며 무조건 적은 정보를 주라는 뜻이 아니다.</a:t>
            </a:r>
          </a:p>
          <a:p xmlns:a="http://schemas.openxmlformats.org/drawingml/2006/main">
            <a:r>
              <a:t/>
            </a:r>
          </a:p>
          <a:p xmlns:a="http://schemas.openxmlformats.org/drawingml/2006/main">
            <a:r>
              <a:t>Beginner Explanation: 한 사람이 조사하고 정리할 일을 나눠 맡기는 구조로 읽는다. Subagent는 맡은 범위를 조사해 근거를 돌려주고, 처음 분담한 주 Agent가 다시 확인하고 합친다. 화면 위·아래의 주 Agent는 같은 역할이다.</a:t>
            </a:r>
          </a:p>
          <a:p xmlns:a="http://schemas.openxmlformats.org/drawingml/2006/main">
            <a:r>
              <a:t/>
            </a:r>
          </a:p>
          <a:p xmlns:a="http://schemas.openxmlformats.org/drawingml/2006/main">
            <a:r>
              <a:t>Advanced Insight: 독립 조사 가능성과 역할별 정보 범위의 가치를 먼저 확인한다. 요청할 결과 형식과 전달 지점을 정하고 주 Agent가 충돌·누락을 점검할 책임을 갖는다. 조정·중복·Context 전달·통합 비용이 있어 현재 작업에 분리가 필요한지 별도로 판단한다.</a:t>
            </a:r>
          </a:p>
          <a:p xmlns:a="http://schemas.openxmlformats.org/drawingml/2006/main">
            <a:r>
              <a:t/>
            </a:r>
          </a:p>
          <a:p xmlns:a="http://schemas.openxmlformats.org/drawingml/2006/main">
            <a:r>
              <a:t>C++ Vision Bridge: CONTEXTUAL — 기존 C++ 검사 프로젝트의 성능 경로·빌드 환경·테스트 구조 조사 가정이다. 실제 C++ 구현이나 Subagent 실행이 아니다.</a:t>
            </a:r>
          </a:p>
          <a:p xmlns:a="http://schemas.openxmlformats.org/drawingml/2006/main">
            <a:r>
              <a:t/>
            </a:r>
          </a:p>
          <a:p xmlns:a="http://schemas.openxmlformats.org/drawingml/2006/main">
            <a:r>
              <a:t>Demo Operation: 정적 VISUAL 기본 경로 — 상단 독립성 질문 → 왼쪽 한 Agent의 세 조사와 종합 → 오른쪽 주 Agent의 분담 → 역할별 조사 → 같은 주 Agent의 근거 확인·통합. 같은 세 조사와 자료를 양쪽에 놓아 조직 방식의 차이만 설명한다. 현재 UI·제품·Demo repository를 실행하지 않고 새 Trial·비교 측정·속도 표시를 추가하지 않는다.</a:t>
            </a:r>
          </a:p>
          <a:p xmlns:a="http://schemas.openxmlformats.org/drawingml/2006/main">
            <a:r>
              <a:t/>
            </a:r>
          </a:p>
          <a:p xmlns:a="http://schemas.openxmlformats.org/drawingml/2006/main">
            <a:r>
              <a:t>Audience Interaction: Demo3분 뒤 Q&amp;A1분을 별도로 쓴다. 무질문 예비 질문은 ‘앞 조사 결과를 기다려야 한다면?’이다. 답은 강제하지 않는다. 관련 없는 제품 사용법 질문은 후속 확인 항목으로 남기고 현재 독립성·통합 책임 판단으로 회수한다.</a:t>
            </a:r>
          </a:p>
          <a:p xmlns:a="http://schemas.openxmlformats.org/drawingml/2006/main">
            <a:r>
              <a:t/>
            </a:r>
          </a:p>
          <a:p xmlns:a="http://schemas.openxmlformats.org/drawingml/2006/main">
            <a:r>
              <a:t>Transition: “그 기준을 방금 밝기 통계 작업에 적용하면, 나누는 것이 필요했을까요?”</a:t>
            </a:r>
          </a:p>
          <a:p xmlns:a="http://schemas.openxmlformats.org/drawingml/2006/main">
            <a:r>
              <a:t/>
            </a:r>
          </a:p>
          <a:p xmlns:a="http://schemas.openxmlformats.org/drawingml/2006/main">
            <a:r>
              <a:t>Time Management: Demo3분(VISUAL): 앞 장 회수·가정0.5, 단일 Agent0.75, 역할 분담1, 통합·비용0.75. Q&amp;A1분: 질문·회수0.75, cutoff·전환0.25. 지연 시 조사별 세부 자료 낭독을 줄이고 독립성, 같은 주 Agent의 통합 책임, 가정이라는 경계를 유지한다. 4분에 S60으로 이동한다.</a:t>
            </a:r>
          </a:p>
          <a:p xmlns:a="http://schemas.openxmlformats.org/drawingml/2006/main">
            <a:r>
              <a:t/>
            </a:r>
          </a:p>
          <a:p xmlns:a="http://schemas.openxmlformats.org/drawingml/2006/main">
            <a:r>
              <a:t>Fallback: LOCAL STATIC ARTIFACT — production/ACT_3.pptx의 S59, production/preview/act3/S59.png 및 production/preview/full/S59.png. 표시된 CONCEPTUAL 역할 도식이며 실제 실행 캡처가 아니다. 현재 파일·경로·내용 대조는 production/evaluation/S59_ROLE_SPLIT_REVISION.md와 demos/runbooks/FALLBACK_MANIFEST.md를 따른다. 실제 발표 PC의 재생은 UNVERIFIED다.</a:t>
            </a:r>
          </a:p>
          <a:p xmlns:a="http://schemas.openxmlformats.org/drawingml/2006/main">
            <a:r>
              <a:t/>
            </a:r>
          </a:p>
          <a:p xmlns:a="http://schemas.openxmlformats.org/drawingml/2006/main">
            <a:r>
              <a:t>Validation Status: ALIGNED — DEC-0071의19필드·Demo3+Q&amp;A1분·역할 분담/통합 순서를 정렬했다. 최종 패키지·렌더·내장 Notes 대조는 production/evaluation/S59_ROLE_SPLIT_REVISION.md에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S60 — 이번 작업은 나눌 근거가 충분했을까?</a:t>
            </a:r>
          </a:p>
          <a:p xmlns:a="http://schemas.openxmlformats.org/drawingml/2006/main">
            <a:r>
              <a:t/>
            </a:r>
          </a:p>
          <a:p xmlns:a="http://schemas.openxmlformats.org/drawingml/2006/main">
            <a:r>
              <a:t>Slide ID: S60</a:t>
            </a:r>
          </a:p>
          <a:p xmlns:a="http://schemas.openxmlformats.org/drawingml/2006/main">
            <a:r>
              <a:t/>
            </a:r>
          </a:p>
          <a:p xmlns:a="http://schemas.openxmlformats.org/drawingml/2006/main">
            <a:r>
              <a:t>Working Title: 이번 작업은 나눌 근거가 충분했을까?</a:t>
            </a:r>
          </a:p>
          <a:p xmlns:a="http://schemas.openxmlformats.org/drawingml/2006/main">
            <a:r>
              <a:t/>
            </a:r>
          </a:p>
          <a:p xmlns:a="http://schemas.openxmlformats.org/drawingml/2006/main">
            <a:r>
              <a:t>ACT / Section: ACT 3 / 3E</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Lecture 1 minute + Demo 2 minutes (VISUAL) + Q&amp;A 1 minute</a:t>
            </a:r>
          </a:p>
          <a:p xmlns:a="http://schemas.openxmlformats.org/drawingml/2006/main">
            <a:r>
              <a:t/>
            </a:r>
          </a:p>
          <a:p xmlns:a="http://schemas.openxmlformats.org/drawingml/2006/main">
            <a:r>
              <a:t>Primary Message: 현재 작업은 같은 성능 경로·명세를 공유하고 조사→변경→검증의 의존성이 높았다. 별도 Context 이득과 결과 통합 비용을 검토한 결과 Subagent를 추가하지 않았다.</a:t>
            </a:r>
          </a:p>
          <a:p xmlns:a="http://schemas.openxmlformats.org/drawingml/2006/main">
            <a:r>
              <a:t/>
            </a:r>
          </a:p>
          <a:p xmlns:a="http://schemas.openxmlformats.org/drawingml/2006/main">
            <a:r>
              <a:t>Opening Question: “밝기 통계 작업의 조사·변경·검증을 실제로 독립시킬 수 있었을까?”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 Lecture) 앞 장의 독립성·필요 Context·전달 형식·통합 책임 기준을 회수한다.</a:t>
            </a:r>
          </a:p>
          <a:p xmlns:a="http://schemas.openxmlformats.org/drawingml/2006/main">
            <a:r>
              <a:t>2. (1:00–3:00 / Demo) 현재 작업의 조사→변경→검증이 같은 성능 경로와 명세를 공유하고 앞 결과에 의존함을 도식으로 설명한다. DEC-0018 판단을 읽는 정적 visual이며 Agent 실행이 아니다.</a:t>
            </a:r>
          </a:p>
          <a:p xmlns:a="http://schemas.openxmlformats.org/drawingml/2006/main">
            <a:r>
              <a:t>3. (3:00–4:00 / Q&amp;A) 현재 추가하지 않았다는 결론과 일반적으로 불필요하다는 주장을 구분한다. 질문이 없으면 조정·중복·전달·통합 비용을 짧게 회수한다.</a:t>
            </a:r>
          </a:p>
          <a:p xmlns:a="http://schemas.openxmlformats.org/drawingml/2006/main">
            <a:r>
              <a:t/>
            </a:r>
          </a:p>
          <a:p xmlns:a="http://schemas.openxmlformats.org/drawingml/2006/main">
            <a:r>
              <a:t>Evidence / Source: DEC-0018, STATE-04/STATE-04-PERF 작업 복잡도 점검, BEAT-023–025. 기존 S59의 실제 추가하지 않음 판단을 보존한다. OBSERVED_PRODUCT / TEACHING_MODEL; Subagent 실행 결과는 없다.</a:t>
            </a:r>
          </a:p>
          <a:p xmlns:a="http://schemas.openxmlformats.org/drawingml/2006/main">
            <a:r>
              <a:t/>
            </a:r>
          </a:p>
          <a:p xmlns:a="http://schemas.openxmlformats.org/drawingml/2006/main">
            <a:r>
              <a:t>Claim Boundary: FROZEN WITH SCOPE / TEACHING MODEL — DEC-0018 현재 Task 감사의 판단이며 실제 Subagent Trial이 아니다. 일반적 불필요성이나 기능 부재를 주장하지 않는다.</a:t>
            </a:r>
          </a:p>
          <a:p xmlns:a="http://schemas.openxmlformats.org/drawingml/2006/main">
            <a:r>
              <a:t/>
            </a:r>
          </a:p>
          <a:p xmlns:a="http://schemas.openxmlformats.org/drawingml/2006/main">
            <a:r>
              <a:t>Beginner Explanation: 앞 조사 결과가 있어야 다음 변경과 검증이 가능한 작업에서는 나누는 비용도 검토한다.</a:t>
            </a:r>
          </a:p>
          <a:p xmlns:a="http://schemas.openxmlformats.org/drawingml/2006/main">
            <a:r>
              <a:t/>
            </a:r>
          </a:p>
          <a:p xmlns:a="http://schemas.openxmlformats.org/drawingml/2006/main">
            <a:r>
              <a:t>Advanced Insight: NOT JUSTIFIED YET는 현재 Task의 판단이다. 일반적인 기능 가치나 사용할 수 없음에 대한 결론이 아니다.</a:t>
            </a:r>
          </a:p>
          <a:p xmlns:a="http://schemas.openxmlformats.org/drawingml/2006/main">
            <a:r>
              <a:t/>
            </a:r>
          </a:p>
          <a:p xmlns:a="http://schemas.openxmlformats.org/drawingml/2006/main">
            <a:r>
              <a:t>C++ Vision Bridge: S59의 C++ 가정과 현재 Python Task를 같은 관찰로 섞지 않는다.</a:t>
            </a:r>
          </a:p>
          <a:p xmlns:a="http://schemas.openxmlformats.org/drawingml/2006/main">
            <a:r>
              <a:t/>
            </a:r>
          </a:p>
          <a:p xmlns:a="http://schemas.openxmlformats.org/drawingml/2006/main">
            <a:r>
              <a:t>Demo Operation: 정적 기본 경로 — 조사→변경→검증의 의존 관계와 독립성/Context/통합 비용, 현재 추가하지 않았다는 판단을 분리한다. 현재 제품이나 Demo repository를 실행하지 않는다. 새 Trial·비교 측정을 만들지 않는다.</a:t>
            </a:r>
          </a:p>
          <a:p xmlns:a="http://schemas.openxmlformats.org/drawingml/2006/main">
            <a:r>
              <a:t/>
            </a:r>
          </a:p>
          <a:p xmlns:a="http://schemas.openxmlformats.org/drawingml/2006/main">
            <a:r>
              <a:t>Audience Interaction: 필수 실습·공개 답변 없이 화면의 핵심 관계를 따라오게 한다. Q&amp;A는 무질문 예비 질문과 cutoff를 적용한다.</a:t>
            </a:r>
          </a:p>
          <a:p xmlns:a="http://schemas.openxmlformats.org/drawingml/2006/main">
            <a:r>
              <a:t/>
            </a:r>
          </a:p>
          <a:p xmlns:a="http://schemas.openxmlformats.org/drawingml/2006/main">
            <a:r>
              <a:t>Transition: “역할 분리의 필요성을 판단했습니다. 다음 작업에 별도로 남길 지식도 있었을까요?”</a:t>
            </a:r>
          </a:p>
          <a:p xmlns:a="http://schemas.openxmlformats.org/drawingml/2006/main">
            <a:r>
              <a:t/>
            </a:r>
          </a:p>
          <a:p xmlns:a="http://schemas.openxmlformats.org/drawingml/2006/main">
            <a:r>
              <a:t>Time Management: Lecture1분 → Demo2분(VISUAL 현재 판단) → Q&amp;A1분.</a:t>
            </a:r>
          </a:p>
          <a:p xmlns:a="http://schemas.openxmlformats.org/drawingml/2006/main">
            <a:r>
              <a:t/>
            </a:r>
          </a:p>
          <a:p xmlns:a="http://schemas.openxmlformats.org/drawingml/2006/main">
            <a:r>
              <a:t>Fallback: LOCAL STATIC ARTIFACT — production/ACT_3.pptx / S60, production/preview/act3/S60.png 및 production/preview/full/S60.png.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S61 — 다음 작업에서도 다시 찾을 지식인가?</a:t>
            </a:r>
          </a:p>
          <a:p xmlns:a="http://schemas.openxmlformats.org/drawingml/2006/main">
            <a:r>
              <a:t/>
            </a:r>
          </a:p>
          <a:p xmlns:a="http://schemas.openxmlformats.org/drawingml/2006/main">
            <a:r>
              <a:t>Slide ID: S61</a:t>
            </a:r>
          </a:p>
          <a:p xmlns:a="http://schemas.openxmlformats.org/drawingml/2006/main">
            <a:r>
              <a:t/>
            </a:r>
          </a:p>
          <a:p xmlns:a="http://schemas.openxmlformats.org/drawingml/2006/main">
            <a:r>
              <a:t>Working Title: 다음 작업에서도 다시 찾을 지식인가?</a:t>
            </a:r>
          </a:p>
          <a:p xmlns:a="http://schemas.openxmlformats.org/drawingml/2006/main">
            <a:r>
              <a:t/>
            </a:r>
          </a:p>
          <a:p xmlns:a="http://schemas.openxmlformats.org/drawingml/2006/main">
            <a:r>
              <a:t>ACT / Section: ACT 3 / 3F</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Demo 2 minutes (VISUAL) + Case 2 minutes</a:t>
            </a:r>
          </a:p>
          <a:p xmlns:a="http://schemas.openxmlformats.org/drawingml/2006/main">
            <a:r>
              <a:t/>
            </a:r>
          </a:p>
          <a:p xmlns:a="http://schemas.openxmlformats.org/drawingml/2006/main">
            <a:r>
              <a:t>Primary Message: 현재 Task에 필요한 Context와 다음 Task에도 보존할 가치가 있는 지식을 구분한다. 출처·적용 범위·갱신 조건을 관리하고 기존 문서에 있으면 그 출처를 참조한다.</a:t>
            </a:r>
          </a:p>
          <a:p xmlns:a="http://schemas.openxmlformats.org/drawingml/2006/main">
            <a:r>
              <a:t/>
            </a:r>
          </a:p>
          <a:p xmlns:a="http://schemas.openxmlformats.org/drawingml/2006/main">
            <a:r>
              <a:t>Opening Question: “조사로 얻은 지식이 다음 작업에도 필요하다면 무엇을 남겨야 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 Demo) 조사에서 재현 조건·주의점을 발견했고 다음 Task에도 필요하다는 교육용 가정임을 밝힌다. 실제 재발견·Memory 사용 기록이 아니다.</a:t>
            </a:r>
          </a:p>
          <a:p xmlns:a="http://schemas.openxmlformats.org/drawingml/2006/main">
            <a:r>
              <a:t>2. (1:00–2:00 / Demo) Task A→보존 가치 판단→Task B의 관계를 따라가며 내용·출처·적용 범위·다시 확인할 조건을 표시한다.</a:t>
            </a:r>
          </a:p>
          <a:p xmlns:a="http://schemas.openxmlformats.org/drawingml/2006/main">
            <a:r>
              <a:t>3. (2:00–4:00 / Case) Context는 지금 필요한 정보, Memory는 다음 작업에도 남길지 판단하는 지식이라는 구분을 설명한다. 원래 문서에 있으면 출처를 참조하며 다음 작업에서도 현재 명세와 대조한다. 제품 자동 저장·회수·효과를 주장하지 않는다.</a:t>
            </a:r>
          </a:p>
          <a:p xmlns:a="http://schemas.openxmlformats.org/drawingml/2006/main">
            <a:r>
              <a:t/>
            </a:r>
          </a:p>
          <a:p xmlns:a="http://schemas.openxmlformats.org/drawingml/2006/main">
            <a:r>
              <a:t>Evidence / Source: CONCEPTUAL / TEACHING_MODEL — MASTER_PLAN.md §§5.6 및 INV-MATURITY-008의 작업 간 지식 관리 문제를 설명하는 가정; BEAT-026–028. 기존 S61 지식 감사의 실제 결론은 S62로 옮겨 유지한다. 제품 Memory 관찰은 없다.</a:t>
            </a:r>
          </a:p>
          <a:p xmlns:a="http://schemas.openxmlformats.org/drawingml/2006/main">
            <a:r>
              <a:t/>
            </a:r>
          </a:p>
          <a:p xmlns:a="http://schemas.openxmlformats.org/drawingml/2006/main">
            <a:r>
              <a:t>Claim Boundary: CONCEPTUAL CASE / TEACHING MODEL — 작업 간 지식 관리 가정이다. 현재 Demo에 Memory를 추가했거나 제품이 자동 기억·회수한다는 주장이 아니다.</a:t>
            </a:r>
          </a:p>
          <a:p xmlns:a="http://schemas.openxmlformats.org/drawingml/2006/main">
            <a:r>
              <a:t/>
            </a:r>
          </a:p>
          <a:p xmlns:a="http://schemas.openxmlformats.org/drawingml/2006/main">
            <a:r>
              <a:t>Beginner Explanation: 지금 Task에 넣을 정보와 다음 Task에도 남길지 판단할 지식은 질문이 다르다.</a:t>
            </a:r>
          </a:p>
          <a:p xmlns:a="http://schemas.openxmlformats.org/drawingml/2006/main">
            <a:r>
              <a:t/>
            </a:r>
          </a:p>
          <a:p xmlns:a="http://schemas.openxmlformats.org/drawingml/2006/main">
            <a:r>
              <a:t>Advanced Insight: 보존 가치가 있어도 출처·범위·현재성·무효화 조건을 관리해야 한다. 기존 공식 문서가 있으면 그것을 참조하며 모든 지식을 별도 Memory로 복제하지 않는다.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정적 기본 경로 — CONCEPTUAL Task A 조사 → 출처·범위·갱신 조건과 함께 보존 가치 판단 → Task B의 현재 기준 대조. 자동 저장/정확성 보장 없이 표현한다. 현재 제품이나 Demo repository를 실행하지 않는다. 새 Trial·비교 측정을 만들지 않는다.</a:t>
            </a:r>
          </a:p>
          <a:p xmlns:a="http://schemas.openxmlformats.org/drawingml/2006/main">
            <a:r>
              <a:t/>
            </a:r>
          </a:p>
          <a:p xmlns:a="http://schemas.openxmlformats.org/drawingml/2006/main">
            <a:r>
              <a:t>Audience Interaction: 필수 실습·공개 답변 없이 화면의 핵심 관계를 따라오게 한다. 장별 기존 시간·Mode 안에서 짧은 예측 질문만 사용한다.</a:t>
            </a:r>
          </a:p>
          <a:p xmlns:a="http://schemas.openxmlformats.org/drawingml/2006/main">
            <a:r>
              <a:t/>
            </a:r>
          </a:p>
          <a:p xmlns:a="http://schemas.openxmlformats.org/drawingml/2006/main">
            <a:r>
              <a:t>Transition: “이제 원래 출처와 보존 기준을 놓고, 현재 Demo에 별도 후보가 있었는지 보겠습니다.”</a:t>
            </a:r>
          </a:p>
          <a:p xmlns:a="http://schemas.openxmlformats.org/drawingml/2006/main">
            <a:r>
              <a:t/>
            </a:r>
          </a:p>
          <a:p xmlns:a="http://schemas.openxmlformats.org/drawingml/2006/main">
            <a:r>
              <a:t>Time Management: Demo2분(VISUAL 가정) → Case2분. 새 Memory·실제 세션 재발견 실험은 만들지 않는다.</a:t>
            </a:r>
          </a:p>
          <a:p xmlns:a="http://schemas.openxmlformats.org/drawingml/2006/main">
            <a:r>
              <a:t/>
            </a:r>
          </a:p>
          <a:p xmlns:a="http://schemas.openxmlformats.org/drawingml/2006/main">
            <a:r>
              <a:t>Fallback: LOCAL STATIC ARTIFACT — production/ACT_3.pptx / S61, production/preview/act3/S61.png 및 production/preview/full/S61.png.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S62 — 남길지, 원래 출처를 참조할지 판단한다</a:t>
            </a:r>
          </a:p>
          <a:p xmlns:a="http://schemas.openxmlformats.org/drawingml/2006/main">
            <a:r>
              <a:t/>
            </a:r>
          </a:p>
          <a:p xmlns:a="http://schemas.openxmlformats.org/drawingml/2006/main">
            <a:r>
              <a:t>Slide ID: S62</a:t>
            </a:r>
          </a:p>
          <a:p xmlns:a="http://schemas.openxmlformats.org/drawingml/2006/main">
            <a:r>
              <a:t/>
            </a:r>
          </a:p>
          <a:p xmlns:a="http://schemas.openxmlformats.org/drawingml/2006/main">
            <a:r>
              <a:t>Working Title: 남길지, 원래 출처를 참조할지 판단한다</a:t>
            </a:r>
          </a:p>
          <a:p xmlns:a="http://schemas.openxmlformats.org/drawingml/2006/main">
            <a:r>
              <a:t/>
            </a:r>
          </a:p>
          <a:p xmlns:a="http://schemas.openxmlformats.org/drawingml/2006/main">
            <a:r>
              <a:t>ACT / Section: ACT 3 / 3F</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Lecture 4 minutes</a:t>
            </a:r>
          </a:p>
          <a:p xmlns:a="http://schemas.openxmlformats.org/drawingml/2006/main">
            <a:r>
              <a:t/>
            </a:r>
          </a:p>
          <a:p xmlns:a="http://schemas.openxmlformats.org/drawingml/2006/main">
            <a:r>
              <a:t>Primary Message: 재발견 비용·다음 작업 재사용·출처와 적용 범위·갱신 조건을 보고 기존 출처를 먼저 확인한다. 현재 계약/구조/절차/측정 기록은 각각 근거가 있어 별도 Memory 후보를 찾지 못했다.</a:t>
            </a:r>
          </a:p>
          <a:p xmlns:a="http://schemas.openxmlformats.org/drawingml/2006/main">
            <a:r>
              <a:t/>
            </a:r>
          </a:p>
          <a:p xmlns:a="http://schemas.openxmlformats.org/drawingml/2006/main">
            <a:r>
              <a:t>Opening Question: “현재 Demo 지식은 이미 어디에 있고 별도 보존할 가치가 있었을까?”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재발견 비용, 다음 작업의 재사용, 출처·범위, 갱신·무효화 조건 네 기준을 한 번씩 설명한다. 프로젝트 간 재사용을 필수로 요구하지 않는다.</a:t>
            </a:r>
          </a:p>
          <a:p xmlns:a="http://schemas.openxmlformats.org/drawingml/2006/main">
            <a:r>
              <a:t>2. (1:00–3:00) crop 명세→코드/문서, 모듈 구조→architecture, 수행 절차→Skill, 측정값→날짜가 있는 Trial/Git을 대응한다. 원래 출처와 일회성 관찰의 차이를 짚는다.</a:t>
            </a:r>
          </a:p>
          <a:p xmlns:a="http://schemas.openxmlformats.org/drawingml/2006/main">
            <a:r>
              <a:t>3. (3:00–4:00) 현재 별도 Memory 후보를 찾지 못했고 추가하지 않았다는 판단을 회수한다. 기능 사용 수가 성숙도 점수가 아님을 유지한다.</a:t>
            </a:r>
          </a:p>
          <a:p xmlns:a="http://schemas.openxmlformats.org/drawingml/2006/main">
            <a:r>
              <a:t/>
            </a:r>
          </a:p>
          <a:p xmlns:a="http://schemas.openxmlformats.org/drawingml/2006/main">
            <a:r>
              <a:t>Evidence / Source: DEC-0018 / DEMO-08 knowledge audit / BEAT-026–028 / plan/DEMO_MATRIX.md의 현재 지식 출처 감사. 기존 S61의 계약·명령·구조·절차·측정 기록 분류와 S62의 네 기준을 보존한다. OBSERVED_PRODUCT / TEACHING_MODEL.</a:t>
            </a:r>
          </a:p>
          <a:p xmlns:a="http://schemas.openxmlformats.org/drawingml/2006/main">
            <a:r>
              <a:t/>
            </a:r>
          </a:p>
          <a:p xmlns:a="http://schemas.openxmlformats.org/drawingml/2006/main">
            <a:r>
              <a:t>Claim Boundary: FROZEN WITH SCOPE / TEACHING MODEL — DEC-0018 현재 Demo의 지식 감사와 보존 기준이다. 제품 Memory의 범위·효과나 일반적 불필요성을 주장하지 않는다.</a:t>
            </a:r>
          </a:p>
          <a:p xmlns:a="http://schemas.openxmlformats.org/drawingml/2006/main">
            <a:r>
              <a:t/>
            </a:r>
          </a:p>
          <a:p xmlns:a="http://schemas.openxmlformats.org/drawingml/2006/main">
            <a:r>
              <a:t>Beginner Explanation: 명세는 원래 명세 문서, 절차는 Skill, 한 번의 측정은 날짜가 있는 기록에서 먼저 찾는다. 별도 보존이 필요한 후보가 있는지는 따로 판단한다.</a:t>
            </a:r>
          </a:p>
          <a:p xmlns:a="http://schemas.openxmlformats.org/drawingml/2006/main">
            <a:r>
              <a:t/>
            </a:r>
          </a:p>
          <a:p xmlns:a="http://schemas.openxmlformats.org/drawingml/2006/main">
            <a:r>
              <a:t>Advanced Insight: 같은 프로젝트의 다음 Task/세션에 재사용할 수 있어도 후보가 될 수 있다. 프로젝트 사이 재사용은 필수 조건이 아니다. 출처·적용 범위·신선도·갱신/무효화 조건과 유지 비용을 관리한다.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정적 기본 경로 — 네 판단 기준 요약 위에 현재 지식4종→원래 출처를 대응하고 별도 Memory를 추가하지 않았다는 결론을 둔다. 현재 제품이나 Demo repository를 실행하지 않는다. 새 Trial·비교 측정을 만들지 않는다.</a:t>
            </a:r>
          </a:p>
          <a:p xmlns:a="http://schemas.openxmlformats.org/drawingml/2006/main">
            <a:r>
              <a:t/>
            </a:r>
          </a:p>
          <a:p xmlns:a="http://schemas.openxmlformats.org/drawingml/2006/main">
            <a:r>
              <a:t>Audience Interaction: 필수 실습·공개 답변 없이 화면의 핵심 관계를 따라오게 한다. 장별 기존 시간·Mode 안에서 짧은 예측 질문만 사용한다.</a:t>
            </a:r>
          </a:p>
          <a:p xmlns:a="http://schemas.openxmlformats.org/drawingml/2006/main">
            <a:r>
              <a:t/>
            </a:r>
          </a:p>
          <a:p xmlns:a="http://schemas.openxmlformats.org/drawingml/2006/main">
            <a:r>
              <a:t>Transition: “이 선택들을 모으면 이번 문제를 위해 실제로 사용한 구조는 무엇이었을까요?”</a:t>
            </a:r>
          </a:p>
          <a:p xmlns:a="http://schemas.openxmlformats.org/drawingml/2006/main">
            <a:r>
              <a:t/>
            </a:r>
          </a:p>
          <a:p xmlns:a="http://schemas.openxmlformats.org/drawingml/2006/main">
            <a:r>
              <a:t>Time Management: Lecture4분: 기준1, 현재 출처 감사2, 판단·전환1.</a:t>
            </a:r>
          </a:p>
          <a:p xmlns:a="http://schemas.openxmlformats.org/drawingml/2006/main">
            <a:r>
              <a:t/>
            </a:r>
          </a:p>
          <a:p xmlns:a="http://schemas.openxmlformats.org/drawingml/2006/main">
            <a:r>
              <a:t>Fallback: LOCAL STATIC ARTIFACT — production/ACT_3.pptx / S62, production/preview/act3/S62.png 및 production/preview/full/S62.png.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S63 — 이번 사례에서 실제로 사용한 구조</a:t>
            </a:r>
          </a:p>
          <a:p xmlns:a="http://schemas.openxmlformats.org/drawingml/2006/main">
            <a:r>
              <a:t/>
            </a:r>
          </a:p>
          <a:p xmlns:a="http://schemas.openxmlformats.org/drawingml/2006/main">
            <a:r>
              <a:t>Slide ID: S63</a:t>
            </a:r>
          </a:p>
          <a:p xmlns:a="http://schemas.openxmlformats.org/drawingml/2006/main">
            <a:r>
              <a:t/>
            </a:r>
          </a:p>
          <a:p xmlns:a="http://schemas.openxmlformats.org/drawingml/2006/main">
            <a:r>
              <a:t>Working Title: 이번 사례에서 실제로 사용한 구조</a:t>
            </a:r>
          </a:p>
          <a:p xmlns:a="http://schemas.openxmlformats.org/drawingml/2006/main">
            <a:r>
              <a:t/>
            </a:r>
          </a:p>
          <a:p xmlns:a="http://schemas.openxmlformats.org/drawingml/2006/main">
            <a:r>
              <a:t>ACT / Section: ACT 3 / 3G</a:t>
            </a:r>
          </a:p>
          <a:p xmlns:a="http://schemas.openxmlformats.org/drawingml/2006/main">
            <a:r>
              <a:t/>
            </a:r>
          </a:p>
          <a:p xmlns:a="http://schemas.openxmlformats.org/drawingml/2006/main">
            <a:r>
              <a:t>Allocated Time: 3 minutes</a:t>
            </a:r>
          </a:p>
          <a:p xmlns:a="http://schemas.openxmlformats.org/drawingml/2006/main">
            <a:r>
              <a:t/>
            </a:r>
          </a:p>
          <a:p xmlns:a="http://schemas.openxmlformats.org/drawingml/2006/main">
            <a:r>
              <a:t>Mode Split: Demo 3 minutes (CAPTURED)</a:t>
            </a:r>
          </a:p>
          <a:p xmlns:a="http://schemas.openxmlformats.org/drawingml/2006/main">
            <a:r>
              <a:t/>
            </a:r>
          </a:p>
          <a:p xmlns:a="http://schemas.openxmlformats.org/drawingml/2006/main">
            <a:r>
              <a:t>Primary Message: 밝기 통계 목표/범위, AGENTS.md와 상세 문서, 재사용 Skill, 테스트·benchmark·실행 조건이 각각 목표·지식·방법·완료 근거를 맡았다. Subagent와 별도 Memory는 추가하지 않았다.</a:t>
            </a:r>
          </a:p>
          <a:p xmlns:a="http://schemas.openxmlformats.org/drawingml/2006/main">
            <a:r>
              <a:t/>
            </a:r>
          </a:p>
          <a:p xmlns:a="http://schemas.openxmlformats.org/drawingml/2006/main">
            <a:r>
              <a:t>Opening Question: “이번 문제에서 어떤 책임을 어떤 기존 자료와 도구가 맡았을까?”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밝기 통계 요청과 AGENTS.md/상세 문서의 역할을 실제 사례로 회수한다.</a:t>
            </a:r>
          </a:p>
          <a:p xmlns:a="http://schemas.openxmlformats.org/drawingml/2006/main">
            <a:r>
              <a:t>2. (1:00–2:00) 재사용 Skill과 테스트/benchmark/실행 조건이 수행 방법과 완료 판단 근거를 맡았음을 연결한다.</a:t>
            </a:r>
          </a:p>
          <a:p xmlns:a="http://schemas.openxmlformats.org/drawingml/2006/main">
            <a:r>
              <a:t>3. (2:00–3:00) 추가하지 않은 Subagent/Memory와 필요한 구성은 문제마다 달라진다는 한계를 말하고 다음 전체 관계도로 넘긴다.</a:t>
            </a:r>
          </a:p>
          <a:p xmlns:a="http://schemas.openxmlformats.org/drawingml/2006/main">
            <a:r>
              <a:t/>
            </a:r>
          </a:p>
          <a:p xmlns:a="http://schemas.openxmlformats.org/drawingml/2006/main">
            <a:r>
              <a:t>Evidence / Source: STATE-00 → STATE-04-PERF, DEC-0018, INV-VERIFY-001, DEMO-09. OBSERVED_PRODUCT / TEACHING_MODEL.</a:t>
            </a:r>
          </a:p>
          <a:p xmlns:a="http://schemas.openxmlformats.org/drawingml/2006/main">
            <a:r>
              <a:t/>
            </a:r>
          </a:p>
          <a:p xmlns:a="http://schemas.openxmlformats.org/drawingml/2006/main">
            <a:r>
              <a:t>Claim Boundary: 현재 프로젝트의 구성 감사다. 일반적인 최적 기능 수나 Harness가 성능을 개선한 인과 claim이 아니다. DEC-0062는 기존 관찰·측정 조건과 효과 미입증 경계를 유지한다.</a:t>
            </a:r>
          </a:p>
          <a:p xmlns:a="http://schemas.openxmlformats.org/drawingml/2006/main">
            <a:r>
              <a:t/>
            </a:r>
          </a:p>
          <a:p xmlns:a="http://schemas.openxmlformats.org/drawingml/2006/main">
            <a:r>
              <a:t>Beginner Explanation: Harness는 기능을 많이 모으는 일이 아니라 현재 문제에 필요한 작업 환경을 마련하는 일이다.</a:t>
            </a:r>
          </a:p>
          <a:p xmlns:a="http://schemas.openxmlformats.org/drawingml/2006/main">
            <a:r>
              <a:t/>
            </a:r>
          </a:p>
          <a:p xmlns:a="http://schemas.openxmlformats.org/drawingml/2006/main">
            <a:r>
              <a:t>Advanced Insight: “Minimum Effective”는 신뢰성 있게 해결할 조건을 충족하는 문제별 heuristic이며 숫자 기준이 없다.</a:t>
            </a:r>
          </a:p>
          <a:p xmlns:a="http://schemas.openxmlformats.org/drawingml/2006/main">
            <a:r>
              <a:t/>
            </a:r>
          </a:p>
          <a:p xmlns:a="http://schemas.openxmlformats.org/drawingml/2006/main">
            <a:r>
              <a:t>C++ Vision Bridge: S66에서 프로젝트별 명세·빌드·검증·성능 절차로 대응한다. Python Skill이나 도구를 그대로 복사하지 않는다.</a:t>
            </a:r>
          </a:p>
          <a:p xmlns:a="http://schemas.openxmlformats.org/drawingml/2006/main">
            <a:r>
              <a:t/>
            </a:r>
          </a:p>
          <a:p xmlns:a="http://schemas.openxmlformats.org/drawingml/2006/main">
            <a:r>
              <a:t>Demo Operation: 정적 기본 경로 — 현재 목표/참고할 정보/반복할 방법/완료 근거의 네 책임을 실제 사용한 구성에 대응한다. 전체 구조 정의는 다음 장에서 연결한다. 현재 제품이나 Demo repository를 실행하지 않는다. 새 Trial·비교 측정을 만들지 않는다.</a:t>
            </a:r>
          </a:p>
          <a:p xmlns:a="http://schemas.openxmlformats.org/drawingml/2006/main">
            <a:r>
              <a:t/>
            </a:r>
          </a:p>
          <a:p xmlns:a="http://schemas.openxmlformats.org/drawingml/2006/main">
            <a:r>
              <a:t>Audience Interaction: 필수 실습·공개 답변 없이 화면의 핵심 관계를 따라오게 한다. 장별 기존 시간·Mode 안에서 짧은 예측 질문만 사용한다.</a:t>
            </a:r>
          </a:p>
          <a:p xmlns:a="http://schemas.openxmlformats.org/drawingml/2006/main">
            <a:r>
              <a:t/>
            </a:r>
          </a:p>
          <a:p xmlns:a="http://schemas.openxmlformats.org/drawingml/2006/main">
            <a:r>
              <a:t>Transition: “이 파일과 도구들이 어떤 관계로 작동하는지 전체 작업 환경으로 묶겠습니다.”</a:t>
            </a:r>
          </a:p>
          <a:p xmlns:a="http://schemas.openxmlformats.org/drawingml/2006/main">
            <a:r>
              <a:t/>
            </a:r>
          </a:p>
          <a:p xmlns:a="http://schemas.openxmlformats.org/drawingml/2006/main">
            <a:r>
              <a:t>Time Management: Demo3분(CAPTURED 정적 구성 요약): 목표/정보1, 절차/근거1, 선택 범위/전환1.</a:t>
            </a:r>
          </a:p>
          <a:p xmlns:a="http://schemas.openxmlformats.org/drawingml/2006/main">
            <a:r>
              <a:t/>
            </a:r>
          </a:p>
          <a:p xmlns:a="http://schemas.openxmlformats.org/drawingml/2006/main">
            <a:r>
              <a:t>Fallback: LOCAL STATIC ARTIFACT — production/ACT_3.pptx / S63, production/preview/act3/S63.png 및 production/preview/full/S63.png.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S64 — 이 구성이 함께 작동하는 것이 Harness다</a:t>
            </a:r>
          </a:p>
          <a:p xmlns:a="http://schemas.openxmlformats.org/drawingml/2006/main">
            <a:r>
              <a:t/>
            </a:r>
          </a:p>
          <a:p xmlns:a="http://schemas.openxmlformats.org/drawingml/2006/main">
            <a:r>
              <a:t>Slide ID: S64</a:t>
            </a:r>
          </a:p>
          <a:p xmlns:a="http://schemas.openxmlformats.org/drawingml/2006/main">
            <a:r>
              <a:t/>
            </a:r>
          </a:p>
          <a:p xmlns:a="http://schemas.openxmlformats.org/drawingml/2006/main">
            <a:r>
              <a:t>Working Title: 이 구성이 함께 작동하는 것이 Harness다</a:t>
            </a:r>
          </a:p>
          <a:p xmlns:a="http://schemas.openxmlformats.org/drawingml/2006/main">
            <a:r>
              <a:t/>
            </a:r>
          </a:p>
          <a:p xmlns:a="http://schemas.openxmlformats.org/drawingml/2006/main">
            <a:r>
              <a:t>ACT / Section: ACT 3 / 3G</a:t>
            </a:r>
          </a:p>
          <a:p xmlns:a="http://schemas.openxmlformats.org/drawingml/2006/main">
            <a:r>
              <a:t/>
            </a:r>
          </a:p>
          <a:p xmlns:a="http://schemas.openxmlformats.org/drawingml/2006/main">
            <a:r>
              <a:t>Allocated Time: 6 minutes</a:t>
            </a:r>
          </a:p>
          <a:p xmlns:a="http://schemas.openxmlformats.org/drawingml/2006/main">
            <a:r>
              <a:t/>
            </a:r>
          </a:p>
          <a:p xmlns:a="http://schemas.openxmlformats.org/drawingml/2006/main">
            <a:r>
              <a:t>Mode Split: Lecture 4 minutes + Demo 2 minutes (CAPTURED)</a:t>
            </a:r>
          </a:p>
          <a:p xmlns:a="http://schemas.openxmlformats.org/drawingml/2006/main">
            <a:r>
              <a:t/>
            </a:r>
          </a:p>
          <a:p xmlns:a="http://schemas.openxmlformats.org/drawingml/2006/main">
            <a:r>
              <a:t>Primary Message: 이 과정에서 Harness는 Agent가 신뢰성 있게 일하도록 목표·Context·재사용 절차·실행 도구·검증·검토 조건을 연결한 작업 환경과 방법의 운영 모델이다.</a:t>
            </a:r>
          </a:p>
          <a:p xmlns:a="http://schemas.openxmlformats.org/drawingml/2006/main">
            <a:r>
              <a:t/>
            </a:r>
          </a:p>
          <a:p xmlns:a="http://schemas.openxmlformats.org/drawingml/2006/main">
            <a:r>
              <a:t>Opening Question: “목표, Agent의 수행 방법, 완료 근거는 어떤 환경 안에서 연결될까?”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(0:00–2:00 / Lecture) 전체 관계도는 이 과정의 운영 모델임을 밝히고 개발자가 정하는 목표·범위에서 Agent 수행과 완료 근거·검토로 읽는다.</a:t>
            </a:r>
          </a:p>
          <a:p xmlns:a="http://schemas.openxmlformats.org/drawingml/2006/main">
            <a:r>
              <a:t>2. (2:00–4:00 / Lecture) Context와 재사용 절차, 실행 도구·입력·권한·측정 환경이 관계를 지탱함을 설명한다. 새 공식 taxonomy나 필수 기능 목록이 아니다.</a:t>
            </a:r>
          </a:p>
          <a:p xmlns:a="http://schemas.openxmlformats.org/drawingml/2006/main">
            <a:r>
              <a:t>3. (4:00–6:00 / Demo) 아래 관찰 구성 줄에서 AGENTS.md/docs/Skill/Tests/Benchmark를 회수한다. 큰 모델의 모든 조건을 실제로 감사했다는 뜻이 아님을 구분한다.</a:t>
            </a:r>
          </a:p>
          <a:p xmlns:a="http://schemas.openxmlformats.org/drawingml/2006/main">
            <a:r>
              <a:t/>
            </a:r>
          </a:p>
          <a:p xmlns:a="http://schemas.openxmlformats.org/drawingml/2006/main">
            <a:r>
              <a:t>Evidence / Source: DEC-0023, BEAT-035/036, STATE-04-PERF. OBSERVED_PRODUCT / TEACHING_MODEL.</a:t>
            </a:r>
          </a:p>
          <a:p xmlns:a="http://schemas.openxmlformats.org/drawingml/2006/main">
            <a:r>
              <a:t/>
            </a:r>
          </a:p>
          <a:p xmlns:a="http://schemas.openxmlformats.org/drawingml/2006/main">
            <a:r>
              <a:t>Claim Boundary: 과정의 operational definition이다. 공식 OpenAI 정의나 보편적 industry standard로 제시하지 않는다. DEC-0062는 기존 관찰·측정 조건과 효과 미입증 경계를 유지한다.</a:t>
            </a:r>
          </a:p>
          <a:p xmlns:a="http://schemas.openxmlformats.org/drawingml/2006/main">
            <a:r>
              <a:t/>
            </a:r>
          </a:p>
          <a:p xmlns:a="http://schemas.openxmlformats.org/drawingml/2006/main">
            <a:r>
              <a:t>Beginner Explanation: Agent가 알 정보뿐 아니라 일하는 절차와 결과를 확인하는 환경도 함께 설계한다.</a:t>
            </a:r>
          </a:p>
          <a:p xmlns:a="http://schemas.openxmlformats.org/drawingml/2006/main">
            <a:r>
              <a:t/>
            </a:r>
          </a:p>
          <a:p xmlns:a="http://schemas.openxmlformats.org/drawingml/2006/main">
            <a:r>
              <a:t>Advanced Insight: Harness는 특정 파일이나 기능 목록이 아니라 Project별 신뢰성 문제를 해결하는 system model이다.</a:t>
            </a:r>
          </a:p>
          <a:p xmlns:a="http://schemas.openxmlformats.org/drawingml/2006/main">
            <a:r>
              <a:t/>
            </a:r>
          </a:p>
          <a:p xmlns:a="http://schemas.openxmlformats.org/drawingml/2006/main">
            <a:r>
              <a:t>C++ Vision Bridge: Slide 66에서 C++ Project 환경에 같은 Engineering Pattern을 연결한다.</a:t>
            </a:r>
          </a:p>
          <a:p xmlns:a="http://schemas.openxmlformats.org/drawingml/2006/main">
            <a:r>
              <a:t/>
            </a:r>
          </a:p>
          <a:p xmlns:a="http://schemas.openxmlformats.org/drawingml/2006/main">
            <a:r>
              <a:t>Demo Operation: 정적 기본 경로 — 작업 환경 프레임 안 목표/허용 범위→Agent 수행→완료 근거/검토와 Context·절차·도구·입력·권한·측정 조건을 연결한다. 관찰 구성은 별도 아래 행에 둔다. 현재 제품이나 Demo repository를 실행하지 않는다. 새 Trial·비교 측정을 만들지 않는다.</a:t>
            </a:r>
          </a:p>
          <a:p xmlns:a="http://schemas.openxmlformats.org/drawingml/2006/main">
            <a:r>
              <a:t/>
            </a:r>
          </a:p>
          <a:p xmlns:a="http://schemas.openxmlformats.org/drawingml/2006/main">
            <a:r>
              <a:t>Audience Interaction: 필수 실습·공개 답변 없이 화면의 핵심 관계를 따라오게 한다. 장별 기존 시간·Mode 안에서 짧은 예측 질문만 사용한다.</a:t>
            </a:r>
          </a:p>
          <a:p xmlns:a="http://schemas.openxmlformats.org/drawingml/2006/main">
            <a:r>
              <a:t/>
            </a:r>
          </a:p>
          <a:p xmlns:a="http://schemas.openxmlformats.org/drawingml/2006/main">
            <a:r>
              <a:t>Transition: “그 실행 조건이 Repository 파일만으로 모두 정해질까요?”</a:t>
            </a:r>
          </a:p>
          <a:p xmlns:a="http://schemas.openxmlformats.org/drawingml/2006/main">
            <a:r>
              <a:t/>
            </a:r>
          </a:p>
          <a:p xmlns:a="http://schemas.openxmlformats.org/drawingml/2006/main">
            <a:r>
              <a:t>Time Management: Lecture4분 → Demo2분(CAPTURED 실제 구성 회수). 완성 구조는 이 후반 장에서만 묶는다.</a:t>
            </a:r>
          </a:p>
          <a:p xmlns:a="http://schemas.openxmlformats.org/drawingml/2006/main">
            <a:r>
              <a:t/>
            </a:r>
          </a:p>
          <a:p xmlns:a="http://schemas.openxmlformats.org/drawingml/2006/main">
            <a:r>
              <a:t>Fallback: LOCAL STATIC ARTIFACT — production/ACT_3.pptx / S64, production/preview/act3/S64.png 및 production/preview/full/S64.png.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S65 — 같은 Repository라도 실행 조건은 다를 수 있다</a:t>
            </a:r>
          </a:p>
          <a:p xmlns:a="http://schemas.openxmlformats.org/drawingml/2006/main">
            <a:r>
              <a:t/>
            </a:r>
          </a:p>
          <a:p xmlns:a="http://schemas.openxmlformats.org/drawingml/2006/main">
            <a:r>
              <a:t>Slide ID: S65</a:t>
            </a:r>
          </a:p>
          <a:p xmlns:a="http://schemas.openxmlformats.org/drawingml/2006/main">
            <a:r>
              <a:t/>
            </a:r>
          </a:p>
          <a:p xmlns:a="http://schemas.openxmlformats.org/drawingml/2006/main">
            <a:r>
              <a:t>Working Title: 같은 Repository라도 실행 조건은 다를 수 있다</a:t>
            </a:r>
          </a:p>
          <a:p xmlns:a="http://schemas.openxmlformats.org/drawingml/2006/main">
            <a:r>
              <a:t/>
            </a:r>
          </a:p>
          <a:p xmlns:a="http://schemas.openxmlformats.org/drawingml/2006/main">
            <a:r>
              <a:t>ACT / Section: ACT 3 / 3G</a:t>
            </a:r>
          </a:p>
          <a:p xmlns:a="http://schemas.openxmlformats.org/drawingml/2006/main">
            <a:r>
              <a:t/>
            </a:r>
          </a:p>
          <a:p xmlns:a="http://schemas.openxmlformats.org/drawingml/2006/main">
            <a:r>
              <a:t>Allocated Time: 3 minutes</a:t>
            </a:r>
          </a:p>
          <a:p xmlns:a="http://schemas.openxmlformats.org/drawingml/2006/main">
            <a:r>
              <a:t/>
            </a:r>
          </a:p>
          <a:p xmlns:a="http://schemas.openxmlformats.org/drawingml/2006/main">
            <a:r>
              <a:t>Mode Split: Lecture 3 minutes</a:t>
            </a:r>
          </a:p>
          <a:p xmlns:a="http://schemas.openxmlformats.org/drawingml/2006/main">
            <a:r>
              <a:t/>
            </a:r>
          </a:p>
          <a:p xmlns:a="http://schemas.openxmlformats.org/drawingml/2006/main">
            <a:r>
              <a:t>Primary Message: 과거 Trial에서 전역 지침·Skills와 시작 경고의 흔적이 있었다. 적용 지침, 모델/설정, 권한, OS/runtime도 결과 해석 시 기록할 조건이지만 모든 항목의 인과효과나 완전한 환경 감사를 입증한 것은 아니다.</a:t>
            </a:r>
          </a:p>
          <a:p xmlns:a="http://schemas.openxmlformats.org/drawingml/2006/main">
            <a:r>
              <a:t/>
            </a:r>
          </a:p>
          <a:p xmlns:a="http://schemas.openxmlformats.org/drawingml/2006/main">
            <a:r>
              <a:t>Opening Question: “결과를 해석하려면 Repository 밖에서 무엇이 들어왔는지도 알아야 하지 않을까?”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같은 Repository라도 외부 지침과 실행 조건이 다를 수 있다는 질문을 던진다.</a:t>
            </a:r>
          </a:p>
          <a:p xmlns:a="http://schemas.openxmlformats.org/drawingml/2006/main">
            <a:r>
              <a:t>2. (1:00–2:00) TRIAL-006/007/008의 전역 지침·Skills 포함과 Hook/MCP 시작 경고라는 제한된 관찰을 예고한다. 경고 자체는 도구 실행/기여의 증거가 아니다.</a:t>
            </a:r>
          </a:p>
          <a:p xmlns:a="http://schemas.openxmlformats.org/drawingml/2006/main">
            <a:r>
              <a:t>3. (2:00–3:00) 적용 지침·모델/설정·권한·OS/runtime을 기록할 조건으로 제시하고 완전한 inventory나 각 인과효과를 주장하지 않는다. ACT4의 Meta 기록 설명을 앞당겨 재강의하지 않는다.</a:t>
            </a:r>
          </a:p>
          <a:p xmlns:a="http://schemas.openxmlformats.org/drawingml/2006/main">
            <a:r>
              <a:t/>
            </a:r>
          </a:p>
          <a:p xmlns:a="http://schemas.openxmlformats.org/drawingml/2006/main">
            <a:r>
              <a:t>Evidence / Source: TRIAL-006/007/008, DEC-0016/0021, BEAT-033/036. OBSERVED_META / TEACHING_MODEL.</a:t>
            </a:r>
          </a:p>
          <a:p xmlns:a="http://schemas.openxmlformats.org/drawingml/2006/main">
            <a:r>
              <a:t/>
            </a:r>
          </a:p>
          <a:p xmlns:a="http://schemas.openxmlformats.org/drawingml/2006/main">
            <a:r>
              <a:t>Claim Boundary: 전체 영향의 완전한 inventory가 아니다. Hook 실행이나 MCP task result가 관찰됐다고 말하지 않는다. TRIAL-007의 보고와 stderr 차이를 이 장에서 재해석하지 않는다. DEC-0062는 기존 관찰·측정 조건과 효과 미입증 경계를 유지한다.</a:t>
            </a:r>
          </a:p>
          <a:p xmlns:a="http://schemas.openxmlformats.org/drawingml/2006/main">
            <a:r>
              <a:t/>
            </a:r>
          </a:p>
          <a:p xmlns:a="http://schemas.openxmlformats.org/drawingml/2006/main">
            <a:r>
              <a:t>Beginner Explanation: 같은 repository여도 실행 설정이나 주변 지침은 다를 수 있다.</a:t>
            </a:r>
          </a:p>
          <a:p xmlns:a="http://schemas.openxmlformats.org/drawingml/2006/main">
            <a:r>
              <a:t/>
            </a:r>
          </a:p>
          <a:p xmlns:a="http://schemas.openxmlformats.org/drawingml/2006/main">
            <a:r>
              <a:t>Advanced Insight: Ambient Harness 요인을 기록하고 Trial의 attribution 범위를 제한하되 미확인 인과를 만들지 않는다.</a:t>
            </a:r>
          </a:p>
          <a:p xmlns:a="http://schemas.openxmlformats.org/drawingml/2006/main">
            <a:r>
              <a:t/>
            </a:r>
          </a:p>
          <a:p xmlns:a="http://schemas.openxmlformats.org/drawingml/2006/main">
            <a:r>
              <a:t>C++ Vision Bridge: 같은 C++ repository도 Toolchain, 권한, runtime 조건이 다를 수 있다는 정도로만 잇는다.</a:t>
            </a:r>
          </a:p>
          <a:p xmlns:a="http://schemas.openxmlformats.org/drawingml/2006/main">
            <a:r>
              <a:t/>
            </a:r>
          </a:p>
          <a:p xmlns:a="http://schemas.openxmlformats.org/drawingml/2006/main">
            <a:r>
              <a:t>Demo Operation: 정적 기본 경로 — Repository 내부 구성 + 바깥에서 관찰된 지침/경고를 구분하고 기록할 조건과 미입증 인과효과를 분리한다. Meta 이중선 프레임을 유지한다. 현재 제품이나 Demo repository를 실행하지 않는다. 새 Trial·비교 측정을 만들지 않는다.</a:t>
            </a:r>
          </a:p>
          <a:p xmlns:a="http://schemas.openxmlformats.org/drawingml/2006/main">
            <a:r>
              <a:t/>
            </a:r>
          </a:p>
          <a:p xmlns:a="http://schemas.openxmlformats.org/drawingml/2006/main">
            <a:r>
              <a:t>Audience Interaction: 필수 실습·공개 답변 없이 화면의 핵심 관계를 따라오게 한다. 장별 기존 시간·Mode 안에서 짧은 예측 질문만 사용한다.</a:t>
            </a:r>
          </a:p>
          <a:p xmlns:a="http://schemas.openxmlformats.org/drawingml/2006/main">
            <a:r>
              <a:t/>
            </a:r>
          </a:p>
          <a:p xmlns:a="http://schemas.openxmlformats.org/drawingml/2006/main">
            <a:r>
              <a:t>Transition: “이 작업 방법과 확인 기준을 우리 C++ 검사 업무로 옮겨 보겠습니다.”</a:t>
            </a:r>
          </a:p>
          <a:p xmlns:a="http://schemas.openxmlformats.org/drawingml/2006/main">
            <a:r>
              <a:t/>
            </a:r>
          </a:p>
          <a:p xmlns:a="http://schemas.openxmlformats.org/drawingml/2006/main">
            <a:r>
              <a:t>Time Management: Lecture3분: 질문1, 관찰과 한계1, 기록할 조건/전환1.</a:t>
            </a:r>
          </a:p>
          <a:p xmlns:a="http://schemas.openxmlformats.org/drawingml/2006/main">
            <a:r>
              <a:t/>
            </a:r>
          </a:p>
          <a:p xmlns:a="http://schemas.openxmlformats.org/drawingml/2006/main">
            <a:r>
              <a:t>Fallback: LOCAL STATIC ARTIFACT — production/ACT_3.pptx / S65, production/preview/act3/S65.png 및 production/preview/full/S65.png.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S66 — 우리 C++ 검사 작업에 옮겨 보면</a:t>
            </a:r>
          </a:p>
          <a:p xmlns:a="http://schemas.openxmlformats.org/drawingml/2006/main">
            <a:r>
              <a:t/>
            </a:r>
          </a:p>
          <a:p xmlns:a="http://schemas.openxmlformats.org/drawingml/2006/main">
            <a:r>
              <a:t>Slide ID: S66</a:t>
            </a:r>
          </a:p>
          <a:p xmlns:a="http://schemas.openxmlformats.org/drawingml/2006/main">
            <a:r>
              <a:t/>
            </a:r>
          </a:p>
          <a:p xmlns:a="http://schemas.openxmlformats.org/drawingml/2006/main">
            <a:r>
              <a:t>Working Title: 우리 C++ 검사 작업에 옮겨 보면</a:t>
            </a:r>
          </a:p>
          <a:p xmlns:a="http://schemas.openxmlformats.org/drawingml/2006/main">
            <a:r>
              <a:t/>
            </a:r>
          </a:p>
          <a:p xmlns:a="http://schemas.openxmlformats.org/drawingml/2006/main">
            <a:r>
              <a:t>ACT / Section: ACT 3 / 3H</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Lecture 5 minutes</a:t>
            </a:r>
          </a:p>
          <a:p xmlns:a="http://schemas.openxmlformats.org/drawingml/2006/main">
            <a:r>
              <a:t/>
            </a:r>
          </a:p>
          <a:p xmlns:a="http://schemas.openxmlformats.org/drawingml/2006/main">
            <a:r>
              <a:t>Primary Message: Python 코드를 복사하지 않고 지킬 명세, 반복할 수행 방법, 완료를 판단할 근거를 C++ Vision 검사 업무에 대응한다. 실제 C++ 구현·회사 장비·측정 성과는 아니다.</a:t>
            </a:r>
          </a:p>
          <a:p xmlns:a="http://schemas.openxmlformats.org/drawingml/2006/main">
            <a:r>
              <a:t/>
            </a:r>
          </a:p>
          <a:p xmlns:a="http://schemas.openxmlformats.org/drawingml/2006/main">
            <a:r>
              <a:t>Opening Question: “밝기 통계에서 사용한 판단을 우리 검사 파이프라인에는 어떻게 적용할까?”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기존 삽화는 AI 생성 교육용 C++ Vision 전이 예이며 실제 장비 사진·측정 결과가 아님을 밝힌다. S10의 검사 업무 맥락과 연결한다.</a:t>
            </a:r>
          </a:p>
          <a:p xmlns:a="http://schemas.openxmlformats.org/drawingml/2006/main">
            <a:r>
              <a:t>2. (1:00–2:30) 지킬 명세에서 ROI/픽셀값, 빌드·하드웨어 조건을 확인한다.</a:t>
            </a:r>
          </a:p>
          <a:p xmlns:a="http://schemas.openxmlformats.org/drawingml/2006/main">
            <a:r>
              <a:t>3. (2:30–4:00) 재사용할 기준선/경로 조사/변경/동일 비교와 완료를 판단할 동작·회귀·통합/성능 근거를 대응한다.</a:t>
            </a:r>
          </a:p>
          <a:p xmlns:a="http://schemas.openxmlformats.org/drawingml/2006/main">
            <a:r>
              <a:t>4. (4:00–5:00) 도구 이름을 복사하지 않고 현재 프로젝트에 맞게 확인하는 패턴을 회수한다.</a:t>
            </a:r>
          </a:p>
          <a:p xmlns:a="http://schemas.openxmlformats.org/drawingml/2006/main">
            <a:r>
              <a:t/>
            </a:r>
          </a:p>
          <a:p xmlns:a="http://schemas.openxmlformats.org/drawingml/2006/main">
            <a:r>
              <a:t>Evidence / Source: BEAT-036, CLM-0016/0017/0030, OQ-011. TEACHING_MODEL. 삽화 출처: prototype/image-illustration-pilot/assets/S53.png, built-in image_gen, 2026-10-18. 생성 프롬프트: prototype/image-illustration-pilot/PROMPTS.md. 실제 화면·현장 사진·관찰 자료가 아니다.</a:t>
            </a:r>
          </a:p>
          <a:p xmlns:a="http://schemas.openxmlformats.org/drawingml/2006/main">
            <a:r>
              <a:t/>
            </a:r>
          </a:p>
          <a:p xmlns:a="http://schemas.openxmlformats.org/drawingml/2006/main">
            <a:r>
              <a:t>Claim Boundary: 교육용 전이 예다. C++ Demo를 구현하거나 팀별 실제 도구 규칙을 검증한 것이 아니다. DEC-0062는 기존 관찰·측정 조건과 효과 미입증 경계를 유지한다.</a:t>
            </a:r>
          </a:p>
          <a:p xmlns:a="http://schemas.openxmlformats.org/drawingml/2006/main">
            <a:r>
              <a:t/>
            </a:r>
          </a:p>
          <a:p xmlns:a="http://schemas.openxmlformats.org/drawingml/2006/main">
            <a:r>
              <a:t>Beginner Explanation: 언어가 달라도 먼저 프로젝트 규칙과 확인 방법을 찾는다.</a:t>
            </a:r>
          </a:p>
          <a:p xmlns:a="http://schemas.openxmlformats.org/drawingml/2006/main">
            <a:r>
              <a:t/>
            </a:r>
          </a:p>
          <a:p xmlns:a="http://schemas.openxmlformats.org/drawingml/2006/main">
            <a:r>
              <a:t>Advanced Insight: Build mode, hardware assumptions, module contracts, and regression criteria belong to the actual project.</a:t>
            </a:r>
          </a:p>
          <a:p xmlns:a="http://schemas.openxmlformats.org/drawingml/2006/main">
            <a:r>
              <a:t/>
            </a:r>
          </a:p>
          <a:p xmlns:a="http://schemas.openxmlformats.org/drawingml/2006/main">
            <a:r>
              <a:t>C++ Vision Bridge: PRIMARY — Python `unittest` → GoogleTest/CTest or integration checks; benchmark script → benchmark/profiler; Project Context → build, algorithm, hardware constraints. Team standards must be checked before choosing tools.</a:t>
            </a:r>
          </a:p>
          <a:p xmlns:a="http://schemas.openxmlformats.org/drawingml/2006/main">
            <a:r>
              <a:t/>
            </a:r>
          </a:p>
          <a:p xmlns:a="http://schemas.openxmlformats.org/drawingml/2006/main">
            <a:r>
              <a:t>Demo Operation: 정적 기본 경로 — 기존 승인된 카메라/영상/처리/결과 삽화를 보존하고 아래 세 기준을 ROI·픽셀·빌드 조건, 기준선/경로 조사, 동작/회귀/성능 검증에 대응한다. 현재 제품이나 Demo repository를 실행하지 않는다. 새 Trial·비교 측정을 만들지 않는다.</a:t>
            </a:r>
          </a:p>
          <a:p xmlns:a="http://schemas.openxmlformats.org/drawingml/2006/main">
            <a:r>
              <a:t/>
            </a:r>
          </a:p>
          <a:p xmlns:a="http://schemas.openxmlformats.org/drawingml/2006/main">
            <a:r>
              <a:t>Audience Interaction: 필수 실습·공개 답변 없이 화면의 핵심 관계를 따라오게 한다. 장별 기존 시간·Mode 안에서 짧은 예측 질문만 사용한다.</a:t>
            </a:r>
          </a:p>
          <a:p xmlns:a="http://schemas.openxmlformats.org/drawingml/2006/main">
            <a:r>
              <a:t/>
            </a:r>
          </a:p>
          <a:p xmlns:a="http://schemas.openxmlformats.org/drawingml/2006/main">
            <a:r>
              <a:t>Transition: “우리 팀에서 먼저 정리할 반복 한 가지와 유지할 책임을 골라 보겠습니다.”</a:t>
            </a:r>
          </a:p>
          <a:p xmlns:a="http://schemas.openxmlformats.org/drawingml/2006/main">
            <a:r>
              <a:t/>
            </a:r>
          </a:p>
          <a:p xmlns:a="http://schemas.openxmlformats.org/drawingml/2006/main">
            <a:r>
              <a:t>Time Management: Lecture5분: 업무 연결1, 명세1.5, 방법/근거1.5, 전이 범위/전환1.</a:t>
            </a:r>
          </a:p>
          <a:p xmlns:a="http://schemas.openxmlformats.org/drawingml/2006/main">
            <a:r>
              <a:t/>
            </a:r>
          </a:p>
          <a:p xmlns:a="http://schemas.openxmlformats.org/drawingml/2006/main">
            <a:r>
              <a:t>Fallback: LOCAL STATIC ARTIFACT — production/ACT_3.pptx / S66, production/preview/act3/S66.png 및 production/preview/full/S66.png.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S67 — 우리 팀의 반복 한 가지를 고르면</a:t>
            </a:r>
          </a:p>
          <a:p xmlns:a="http://schemas.openxmlformats.org/drawingml/2006/main">
            <a:r>
              <a:t/>
            </a:r>
          </a:p>
          <a:p xmlns:a="http://schemas.openxmlformats.org/drawingml/2006/main">
            <a:r>
              <a:t>Slide ID: S67</a:t>
            </a:r>
          </a:p>
          <a:p xmlns:a="http://schemas.openxmlformats.org/drawingml/2006/main">
            <a:r>
              <a:t/>
            </a:r>
          </a:p>
          <a:p xmlns:a="http://schemas.openxmlformats.org/drawingml/2006/main">
            <a:r>
              <a:t>Working Title: 우리 팀의 반복 한 가지를 고르면</a:t>
            </a:r>
          </a:p>
          <a:p xmlns:a="http://schemas.openxmlformats.org/drawingml/2006/main">
            <a:r>
              <a:t/>
            </a:r>
          </a:p>
          <a:p xmlns:a="http://schemas.openxmlformats.org/drawingml/2006/main">
            <a:r>
              <a:t>ACT / Section: ACT 3 / 3I</a:t>
            </a:r>
          </a:p>
          <a:p xmlns:a="http://schemas.openxmlformats.org/drawingml/2006/main">
            <a:r>
              <a:t/>
            </a:r>
          </a:p>
          <a:p xmlns:a="http://schemas.openxmlformats.org/drawingml/2006/main">
            <a:r>
              <a:t>Allocated Time: 10 minutes</a:t>
            </a:r>
          </a:p>
          <a:p xmlns:a="http://schemas.openxmlformats.org/drawingml/2006/main">
            <a:r>
              <a:t/>
            </a:r>
          </a:p>
          <a:p xmlns:a="http://schemas.openxmlformats.org/drawingml/2006/main">
            <a:r>
              <a:t>Mode Split: Reflection 3 minutes + Q&amp;A 5 minutes + Transition 2 minutes</a:t>
            </a:r>
          </a:p>
          <a:p xmlns:a="http://schemas.openxmlformats.org/drawingml/2006/main">
            <a:r>
              <a:t/>
            </a:r>
          </a:p>
          <a:p xmlns:a="http://schemas.openxmlformats.org/drawingml/2006/main">
            <a:r>
              <a:t>Primary Message: 반복 정보·반복 절차·완료 근거 중 현재 마찰을 하나 고르고 어디에 두며 누가 검토·갱신할지 판단한다. 현재의 성공을 보존한 채 다음 ACT의 프로젝트 변화 질문을 연다.</a:t>
            </a:r>
          </a:p>
          <a:p xmlns:a="http://schemas.openxmlformats.org/drawingml/2006/main">
            <a:r>
              <a:t/>
            </a:r>
          </a:p>
          <a:p xmlns:a="http://schemas.openxmlformats.org/drawingml/2006/main">
            <a:r>
              <a:t>Opening Question: “내 업무에서 먼저 정리할 반복과 유지할 책임은 무엇일까?”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(0:00–3:00 / Reflection) 반복 정보·절차·완료 근거 중 먼저 정리할 한 가지와 검토/갱신 책임을 조용히 떠올리게 한다. 공유·실습은 강제하지 않는다.</a:t>
            </a:r>
          </a:p>
          <a:p xmlns:a="http://schemas.openxmlformats.org/drawingml/2006/main">
            <a:r>
              <a:t>2. (3:00–8:00 / Q&amp;A) 질문을 받되 무질문이면 유지할 위치와 책임을 기준으로 예비 질문을 회수한다. 기능 수를 늘리는 답으로 유도하지 않는다.</a:t>
            </a:r>
          </a:p>
          <a:p xmlns:a="http://schemas.openxmlformats.org/drawingml/2006/main">
            <a:r>
              <a:t>3. (8:00–10:00 / Transition) 실제 STATE-04-PERF 성공을 유지한 채 S68에서 기준 결과만 짧게 회수하고 S69부터 별도 가상 변화가 시작됨을 예고한다. 다음 ACT의 가상 실패를 실제 Demo 이력으로 말하지 않는다.</a:t>
            </a:r>
          </a:p>
          <a:p xmlns:a="http://schemas.openxmlformats.org/drawingml/2006/main">
            <a:r>
              <a:t/>
            </a:r>
          </a:p>
          <a:p xmlns:a="http://schemas.openxmlformats.org/drawingml/2006/main">
            <a:r>
              <a:t>Evidence / Source: STATE-04-PERF, DEC-0018/0021, BEAT-035–038, INV-VERIFY-001. TEACHING_MODEL; bounded observed product success.</a:t>
            </a:r>
          </a:p>
          <a:p xmlns:a="http://schemas.openxmlformats.org/drawingml/2006/main">
            <a:r>
              <a:t/>
            </a:r>
          </a:p>
          <a:p xmlns:a="http://schemas.openxmlformats.org/drawingml/2006/main">
            <a:r>
              <a:t>Claim Boundary: 이 작업을 실패한 Harness로 재해석하지 않는다. Subagent와 Memory는 조건부 선택이다. 다음 ACT의 개념 사례를 실제 Demo Product failure로 미리 말하지 않는다. DEC-0062는 기존 관찰·측정 조건과 효과 미입증 경계를 유지한다.</a:t>
            </a:r>
          </a:p>
          <a:p xmlns:a="http://schemas.openxmlformats.org/drawingml/2006/main">
            <a:r>
              <a:t/>
            </a:r>
          </a:p>
          <a:p xmlns:a="http://schemas.openxmlformats.org/drawingml/2006/main">
            <a:r>
              <a:t>Beginner Explanation: 먼저 반복되는 문제를 찾고, 필요한 구조만 고른다.</a:t>
            </a:r>
          </a:p>
          <a:p xmlns:a="http://schemas.openxmlformats.org/drawingml/2006/main">
            <a:r>
              <a:t/>
            </a:r>
          </a:p>
          <a:p xmlns:a="http://schemas.openxmlformats.org/drawingml/2006/main">
            <a:r>
              <a:t>Advanced Insight: Project 변화가 가정을 무효화할 수 있는지 생각하되, 다음 ACT의 사례 결과를 먼저 공개하지 않는다.</a:t>
            </a:r>
          </a:p>
          <a:p xmlns:a="http://schemas.openxmlformats.org/drawingml/2006/main">
            <a:r>
              <a:t/>
            </a:r>
          </a:p>
          <a:p xmlns:a="http://schemas.openxmlformats.org/drawingml/2006/main">
            <a:r>
              <a:t>C++ Vision Bridge: 앞 Slide의 Project별 C++ 적용 질문을 청중 업무로 가져온다.</a:t>
            </a:r>
          </a:p>
          <a:p xmlns:a="http://schemas.openxmlformats.org/drawingml/2006/main">
            <a:r>
              <a:t/>
            </a:r>
          </a:p>
          <a:p xmlns:a="http://schemas.openxmlformats.org/drawingml/2006/main">
            <a:r>
              <a:t>Demo Operation: 정적 기본 경로 — 세 성찰 관점과 어디에 두고 누가 갱신할지의 질문. 마지막 줄에 프로젝트 변화 뒤 방법을 어떻게 점검할지 제시하며 S68의 결과 회수와 구분한다. 현재 제품이나 Demo repository를 실행하지 않는다. 새 Trial·비교 측정을 만들지 않는다.</a:t>
            </a:r>
          </a:p>
          <a:p xmlns:a="http://schemas.openxmlformats.org/drawingml/2006/main">
            <a:r>
              <a:t/>
            </a:r>
          </a:p>
          <a:p xmlns:a="http://schemas.openxmlformats.org/drawingml/2006/main">
            <a:r>
              <a:t>Audience Interaction: 개인 성찰3분, 선택적 Q&amp;A5분. 무질문이면 “어디에 두고 누가 갱신할까?”를 예비 질문으로 쓴다. 8분에 답변을 마치고 마지막2분을 ACT4 전환으로 보호한다.</a:t>
            </a:r>
          </a:p>
          <a:p xmlns:a="http://schemas.openxmlformats.org/drawingml/2006/main">
            <a:r>
              <a:t/>
            </a:r>
          </a:p>
          <a:p xmlns:a="http://schemas.openxmlformats.org/drawingml/2006/main">
            <a:r>
              <a:t>Transition: “여기까지 실제로 확인한 성공을 기준점으로 남기겠습니다. 다음에는 별도의 가상 프로젝트 변화에서 이 방법을 어떻게 점검할지 보겠습니다.”</a:t>
            </a:r>
          </a:p>
          <a:p xmlns:a="http://schemas.openxmlformats.org/drawingml/2006/main">
            <a:r>
              <a:t/>
            </a:r>
          </a:p>
          <a:p xmlns:a="http://schemas.openxmlformats.org/drawingml/2006/main">
            <a:r>
              <a:t>Time Management: Reflection3분 → Q&amp;A5분 → Transition2분. 8분에 전환을 시작하며 초과 질의는 별도로 안내한다.</a:t>
            </a:r>
          </a:p>
          <a:p xmlns:a="http://schemas.openxmlformats.org/drawingml/2006/main">
            <a:r>
              <a:t/>
            </a:r>
          </a:p>
          <a:p xmlns:a="http://schemas.openxmlformats.org/drawingml/2006/main">
            <a:r>
              <a:t>Fallback: LOCAL STATIC ARTIFACT — production/ACT_3.pptx / S67, production/preview/act3/S67.png 및 production/preview/full/S67.png. 실제 캡처·현재 제품 실행이 아닌 표시된 기록 요약/가정/모델의 범위로 설명한다. 최종 파일 대조는 production/evaluation/ACT_3_FLOW_REVISION.md를 따른다.</a:t>
            </a:r>
          </a:p>
          <a:p xmlns:a="http://schemas.openxmlformats.org/drawingml/2006/main">
            <a:r>
              <a:t/>
            </a:r>
          </a:p>
          <a:p xmlns:a="http://schemas.openxmlformats.org/drawingml/2006/main">
            <a:r>
              <a:t>Validation Status: REVIEWED — DEC-0062의 근거·19필드·운영 순서를 정렬했다. 최종 패키지/PNG/내장 Notes 대조는 production/evaluation/ACT_3_FLOW_REVISION.md에 기록한다. Windows / room / product-account / timed rehearsal: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de652e8fec45d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e9833bbd0e744e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de9a2b57501449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09efb3ce7d47b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60ac914d2424fe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3986a74c377417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05275C-A726-4D8D-AC78-A7D2C14A7C0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96F6194-592D-4711-8B5B-0AEC3FC2A8E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D136D9A-D820-4B2D-A9A5-C050D37DE24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32A3FD-7033-4E0A-ACC5-C2EF67F679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8ADCC50-02E7-4185-9C32-55C5E26D341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091620B-B28F-45F7-B74A-4D8E7C85F3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FB842E-8564-4590-988D-D73B731FC7B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DEA5F84-69BC-4CF1-97D4-CDBA58FAC4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84E780-6F5F-43B8-8529-9816625DBD0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EF3553-7C30-405F-90ED-39D16741F53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6499936617493f" /><Relationship Type="http://schemas.openxmlformats.org/officeDocument/2006/relationships/slideLayout" Target="/ppt/slideLayouts/slideLayout1.xml" Id="Rcfe181a62d3b4429" /><Relationship Type="http://schemas.openxmlformats.org/officeDocument/2006/relationships/slideLayout" Target="/ppt/slideLayouts/slideLayout2.xml" Id="R390dbf52f71947fa" /><Relationship Type="http://schemas.openxmlformats.org/officeDocument/2006/relationships/slideLayout" Target="/ppt/slideLayouts/slideLayout3.xml" Id="R260d98865d664fe8" /><Relationship Type="http://schemas.openxmlformats.org/officeDocument/2006/relationships/slideLayout" Target="/ppt/slideLayouts/slideLayout4.xml" Id="Re5bf33d08c684a3c" /><Relationship Type="http://schemas.openxmlformats.org/officeDocument/2006/relationships/slideLayout" Target="/ppt/slideLayouts/slideLayout5.xml" Id="R2236db3176254a82" /><Relationship Type="http://schemas.openxmlformats.org/officeDocument/2006/relationships/slideLayout" Target="/ppt/slideLayouts/slideLayout6.xml" Id="R3888588a593a41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e181a62d3b4429"/>
    <p:sldLayoutId xmlns:r="http://schemas.openxmlformats.org/officeDocument/2006/relationships" id="2147483650" r:id="R390dbf52f71947fa"/>
    <p:sldLayoutId xmlns:r="http://schemas.openxmlformats.org/officeDocument/2006/relationships" id="2147483651" r:id="R260d98865d664fe8"/>
    <p:sldLayoutId xmlns:r="http://schemas.openxmlformats.org/officeDocument/2006/relationships" id="2147483652" r:id="Re5bf33d08c684a3c"/>
    <p:sldLayoutId xmlns:r="http://schemas.openxmlformats.org/officeDocument/2006/relationships" id="2147483653" r:id="R2236db3176254a82"/>
    <p:sldLayoutId xmlns:r="http://schemas.openxmlformats.org/officeDocument/2006/relationships" id="2147483654" r:id="R3888588a593a41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96eb01819464d4e" /><Relationship Type="http://schemas.openxmlformats.org/officeDocument/2006/relationships/image" Target="/ppt/media/image.png" Id="R4faebb381dac40d1" /><Relationship Type="http://schemas.openxmlformats.org/officeDocument/2006/relationships/image" Target="/ppt/media/image2.png" Id="Rf0b99cf5c8494910" /><Relationship Type="http://schemas.openxmlformats.org/officeDocument/2006/relationships/notesSlide" Target="/ppt/notesSlides/notesSlide1.xml" Id="Rc9366adb9d144c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bdfcd9dec304efd" /><Relationship Type="http://schemas.openxmlformats.org/officeDocument/2006/relationships/notesSlide" Target="/ppt/notesSlides/notesSlide2.xml" Id="R673fd7782aa848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46017b2c83149b7" /><Relationship Type="http://schemas.openxmlformats.org/officeDocument/2006/relationships/notesSlide" Target="/ppt/notesSlides/notesSlide3.xml" Id="R6ff15b0dbb014a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3c9f6664b5a43ec" /><Relationship Type="http://schemas.openxmlformats.org/officeDocument/2006/relationships/notesSlide" Target="/ppt/notesSlides/notesSlide4.xml" Id="Rfab9c1cd58de41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e115a98e5ef445d" /><Relationship Type="http://schemas.openxmlformats.org/officeDocument/2006/relationships/notesSlide" Target="/ppt/notesSlides/notesSlide5.xml" Id="Ra519a2691cd241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40481ec6aa14cd4" /><Relationship Type="http://schemas.openxmlformats.org/officeDocument/2006/relationships/notesSlide" Target="/ppt/notesSlides/notesSlide6.xml" Id="R864852fe7d5c40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2cf4c9bf1aa4625" /><Relationship Type="http://schemas.openxmlformats.org/officeDocument/2006/relationships/notesSlide" Target="/ppt/notesSlides/notesSlide7.xml" Id="R64bbf898f9dc47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c1088046ff34d7d" /><Relationship Type="http://schemas.openxmlformats.org/officeDocument/2006/relationships/notesSlide" Target="/ppt/notesSlides/notesSlide8.xml" Id="R144c815d00af46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cf79e589a834421" /><Relationship Type="http://schemas.openxmlformats.org/officeDocument/2006/relationships/chart" Target="/ppt/slides/charts/chart1.xml" Id="R3aac630b20fa4f5e" /><Relationship Type="http://schemas.openxmlformats.org/officeDocument/2006/relationships/notesSlide" Target="/ppt/notesSlides/notesSlide9.xml" Id="R631f935318d8462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702700f6da24235" /><Relationship Type="http://schemas.openxmlformats.org/officeDocument/2006/relationships/notesSlide" Target="/ppt/notesSlides/notesSlide10.xml" Id="Rb41dd50431934e0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12f94cad1d64e3a" /><Relationship Type="http://schemas.openxmlformats.org/officeDocument/2006/relationships/notesSlide" Target="/ppt/notesSlides/notesSlide11.xml" Id="R89d248e9b47143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db36870f94446bc" /><Relationship Type="http://schemas.openxmlformats.org/officeDocument/2006/relationships/notesSlide" Target="/ppt/notesSlides/notesSlide12.xml" Id="R3d0c67441ca64e2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83906286c034b4c" /><Relationship Type="http://schemas.openxmlformats.org/officeDocument/2006/relationships/notesSlide" Target="/ppt/notesSlides/notesSlide13.xml" Id="R77f4e069f46348c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bc6490ebbd945cf" /><Relationship Type="http://schemas.openxmlformats.org/officeDocument/2006/relationships/notesSlide" Target="/ppt/notesSlides/notesSlide14.xml" Id="R835756074b3d4c9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b6e515f532f4363" /><Relationship Type="http://schemas.openxmlformats.org/officeDocument/2006/relationships/notesSlide" Target="/ppt/notesSlides/notesSlide15.xml" Id="R0d974062fd6a452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e0d5c0836824a7e" /><Relationship Type="http://schemas.openxmlformats.org/officeDocument/2006/relationships/notesSlide" Target="/ppt/notesSlides/notesSlide16.xml" Id="Rdead1bbe90df4bb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5a662046714410a" /><Relationship Type="http://schemas.openxmlformats.org/officeDocument/2006/relationships/image" Target="/ppt/media/image3.png" Id="Rfb76fb280aea43b1" /><Relationship Type="http://schemas.openxmlformats.org/officeDocument/2006/relationships/notesSlide" Target="/ppt/notesSlides/notesSlide17.xml" Id="R9ed9b9fa9a1f490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eadfa4d1b47479b" /><Relationship Type="http://schemas.openxmlformats.org/officeDocument/2006/relationships/notesSlide" Target="/ppt/notesSlides/notesSlide18.xml" Id="Red8f559c3116449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1"/>
        <c:ser>
          <c:idx val="0"/>
          <c:order val="0"/>
          <c:tx>
            <c:v>Median ms/call</c:v>
          </c:tx>
          <c:invertIfNegative val="0"/>
          <c:dPt>
            <c:idx val="0"/>
            <c:invertIfNegative val="0"/>
            <c:spPr>
              <a:solidFill xmlns:a="http://schemas.openxmlformats.org/drawingml/2006/main">
                <a:srgbClr val="0B6172"/>
              </a:solidFill>
            </c:spPr>
          </c:dPt>
          <c:dPt>
            <c:idx val="1"/>
            <c:invertIfNegative val="0"/>
            <c:spPr>
              <a:solidFill xmlns:a="http://schemas.openxmlformats.org/drawingml/2006/main">
                <a:srgbClr val="9BA8B5"/>
              </a:solidFill>
            </c:spPr>
          </c:dPt>
          <c:cat>
            <c:strRef>
              <c:f>'Chart Data'!$A$2:$A$3</c:f>
              <c:strCache>
                <c:ptCount val="2"/>
                <c:pt idx="0">
                  <c:v>변경 후</c:v>
                </c:pt>
                <c:pt idx="1">
                  <c:v>변경 전</c:v>
                </c:pt>
              </c:strCache>
            </c:strRef>
          </c:cat>
          <c:val>
            <c:numRef>
              <c:f>'Chart Data'!$B$2:$B$3</c:f>
              <c:numCache>
                <c:formatCode>0.000</c:formatCode>
                <c:ptCount val="2"/>
                <c:pt idx="0">
                  <c:v>10.769</c:v>
                </c:pt>
                <c:pt idx="1">
                  <c:v>15.468</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950" b="1">
                  <a:solidFill>
                    <a:srgbClr val="17212B"/>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majorGridlines>
          <c:spPr>
            <a:ln xmlns:a="http://schemas.openxmlformats.org/drawingml/2006/main" w="9525">
              <a:solidFill>
                <a:srgbClr val="C7D0DA"/>
              </a:solidFill>
              <a:prstDash val="solid"/>
            </a:ln>
          </c:spPr>
        </c:majorGridlines>
        <c:numFmt formatCode="0"/>
        <c:majorTickMark val="none"/>
        <c:minorTickMark val="none"/>
        <c:spPr>
          <a:ln xmlns:a="http://schemas.openxmlformats.org/drawingml/2006/main" w="9525">
            <a:solidFill>
              <a:srgbClr val="C7D0DA"/>
            </a:solidFill>
            <a:prstDash val="solid"/>
          </a:ln>
        </c:spPr>
        <c:txPr>
          <a:bodyPr xmlns:a="http://schemas.openxmlformats.org/drawingml/2006/main" anchorCtr="1"/>
          <a:lstStyle xmlns:a="http://schemas.openxmlformats.org/drawingml/2006/main"/>
          <a:p xmlns:a="http://schemas.openxmlformats.org/drawingml/2006/main">
            <a:pPr>
              <a:defRPr sz="1425">
                <a:solidFill>
                  <a:srgbClr val="4D5A68"/>
                </a:solidFill>
                <a:latin typeface="Malgun Gothic"/>
                <a:ea typeface="Malgun Gothic"/>
                <a:cs typeface="Malgun Gothic"/>
              </a:defRPr>
            </a:pPr>
          </a:p>
        </c:txPr>
        <c:crossAx val="48672768"/>
      </c:catAx>
      <c:valAx>
        <c:axId val="48672768"/>
        <c:scaling>
          <c:orientation val="minMax"/>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7212B"/>
                </a:solidFill>
                <a:latin typeface="Malgun Gothic"/>
                <a:ea typeface="Malgun Gothic"/>
                <a:cs typeface="Malgun Gothic"/>
              </a:defRPr>
            </a:pPr>
          </a:p>
        </c:txPr>
        <c:crossAx val="48650112"/>
        <c:crossBetween val="between"/>
      </c:valAx>
      <c:spPr>
        <a:solidFill xmlns:a="http://schemas.openxmlformats.org/drawingml/2006/main">
          <a:srgbClr val="F4F6F8"/>
        </a:solidFill>
        <a:ln xmlns:a="http://schemas.openxmlformats.org/drawingml/2006/main" w="0">
          <a:noFill/>
        </a:ln>
      </c:spPr>
    </c:plotArea>
    <c:plotVisOnly val="1"/>
  </c:chart>
  <c:spPr>
    <a:solidFill xmlns:a="http://schemas.openxmlformats.org/drawingml/2006/main">
      <a:srgbClr val="F4F6F8"/>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5" name="ACT 3 · Harness: 작업 방법과 실행·검증 환경 설계">
            <a:extLst xmlns:a="http://schemas.openxmlformats.org/drawingml/2006/main">
              <a:ext uri="{FF2B5EF4-FFF2-40B4-BE49-F238E27FC236}">
                <a16:creationId xmlns:a16="http://schemas.microsoft.com/office/drawing/2014/main" id="{7D673F75-488F-44E4-B5DE-FB634AA32457}"/>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Harness: 작업 방법과 실행·검증 환경 설계</a:t>
            </a:r>
          </a:p>
        </p:txBody>
      </p:sp>
      <p:sp>
        <p:nvSpPr>
          <p:cNvPr id="2" name="S50">
            <a:extLst xmlns:a="http://schemas.openxmlformats.org/drawingml/2006/main">
              <a:ext uri="{FF2B5EF4-FFF2-40B4-BE49-F238E27FC236}">
                <a16:creationId xmlns:a16="http://schemas.microsoft.com/office/drawing/2014/main" id="{7EF76094-EEF8-4ACC-8AEA-A970EAE9D50A}"/>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S50</a:t>
            </a:r>
          </a:p>
        </p:txBody>
      </p:sp>
      <p:sp>
        <p:nvSpPr>
          <p:cNvPr id="3" name="두 실제 요청에 같은 절차가 반복됐다">
            <a:extLst xmlns:a="http://schemas.openxmlformats.org/drawingml/2006/main">
              <a:ext uri="{FF2B5EF4-FFF2-40B4-BE49-F238E27FC236}">
                <a16:creationId xmlns:a16="http://schemas.microsoft.com/office/drawing/2014/main" id="{202ACE53-812D-4A89-9FA2-D7EBFD8749D2}"/>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두 실제 요청에 같은 절차가 반복됐다</a:t>
            </a:r>
          </a:p>
        </p:txBody>
      </p:sp>
      <p:sp>
        <p:nvSpPr>
          <p:cNvPr id="4" name="">
            <a:extLst xmlns:a="http://schemas.openxmlformats.org/drawingml/2006/main">
              <a:ext uri="{FF2B5EF4-FFF2-40B4-BE49-F238E27FC236}">
                <a16:creationId xmlns:a16="http://schemas.microsoft.com/office/drawing/2014/main" id="{2B341DEB-F074-4A89-B7BF-9AA82B9BB104}"/>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6 실제 Prompt 발췌·번역 / TRIAL-007 보존된 Task Prompt 요약 · 그">
            <a:extLst xmlns:a="http://schemas.openxmlformats.org/drawingml/2006/main">
              <a:ext uri="{FF2B5EF4-FFF2-40B4-BE49-F238E27FC236}">
                <a16:creationId xmlns:a16="http://schemas.microsoft.com/office/drawing/2014/main" id="{E29B05E2-8735-4A7F-9BBC-BC018D178053}"/>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TRIAL-006 실제 Prompt 발췌·번역 / TRIAL-007 보존된 Task Prompt 요약 · 그림은 설명용 삽화</a:t>
            </a:r>
          </a:p>
        </p:txBody>
      </p:sp>
      <p:sp>
        <p:nvSpPr>
          <p:cNvPr id="6" name="Global Harness 영향으로 Prompt-only attribution은 PARTIAL · 성능 전후">
            <a:extLst xmlns:a="http://schemas.openxmlformats.org/drawingml/2006/main">
              <a:ext uri="{FF2B5EF4-FFF2-40B4-BE49-F238E27FC236}">
                <a16:creationId xmlns:a16="http://schemas.microsoft.com/office/drawing/2014/main" id="{85113C27-C344-42BE-9AA3-851005ED4AFA}"/>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Global Harness 영향으로 Prompt-only attribution은 PARTIAL · 성능 전후 그림·현재 제품 화면 아님</a:t>
            </a:r>
          </a:p>
        </p:txBody>
      </p:sp>
      <p:pic>
        <p:nvPicPr>
          <p:cNvPr id="7" name="">
            <a:extLst xmlns:a="http://schemas.openxmlformats.org/drawingml/2006/main">
              <a:ext uri="{FF2B5EF4-FFF2-40B4-BE49-F238E27FC236}">
                <a16:creationId xmlns:a16="http://schemas.microsoft.com/office/drawing/2014/main" id="{2D9F4889-5756-496D-A5E1-26FA85C15B08}"/>
              </a:ext>
            </a:extLst>
          </p:cNvPr>
          <p:cNvPicPr>
            <a:picLocks xmlns:a="http://schemas.openxmlformats.org/drawingml/2006/main" noChangeAspect="1"/>
          </p:cNvPicPr>
          <p:nvPr/>
        </p:nvPicPr>
        <p:blipFill>
          <a:blip xmlns:r="http://schemas.openxmlformats.org/officeDocument/2006/relationships" xmlns:a="http://schemas.openxmlformats.org/drawingml/2006/main" r:embed="R4faebb381dac40d1"/>
          <a:srcRect xmlns:a="http://schemas.openxmlformats.org/drawingml/2006/main" l="53664" t="30891" r="28410" b="33258"/>
          <a:stretch xmlns:a="http://schemas.openxmlformats.org/drawingml/2006/main"/>
        </p:blipFill>
        <p:spPr>
          <a:xfrm xmlns:a="http://schemas.openxmlformats.org/drawingml/2006/main">
            <a:off x="609600" y="1809750"/>
            <a:ext cx="609600" cy="6096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1E92B0FB-6470-48CB-8562-C70CE325673E}"/>
              </a:ext>
            </a:extLst>
          </p:cNvPr>
          <p:cNvPicPr>
            <a:picLocks xmlns:a="http://schemas.openxmlformats.org/drawingml/2006/main" noChangeAspect="1"/>
          </p:cNvPicPr>
          <p:nvPr/>
        </p:nvPicPr>
        <p:blipFill>
          <a:blip xmlns:r="http://schemas.openxmlformats.org/officeDocument/2006/relationships" xmlns:a="http://schemas.openxmlformats.org/drawingml/2006/main" r:embed="Rf0b99cf5c8494910"/>
          <a:srcRect xmlns:a="http://schemas.openxmlformats.org/drawingml/2006/main" l="53664" t="30891" r="28410" b="33258"/>
          <a:stretch xmlns:a="http://schemas.openxmlformats.org/drawingml/2006/main"/>
        </p:blipFill>
        <p:spPr>
          <a:xfrm xmlns:a="http://schemas.openxmlformats.org/drawingml/2006/main">
            <a:off x="6419850" y="1809750"/>
            <a:ext cx="609600" cy="609600"/>
          </a:xfrm>
          <a:prstGeom xmlns:a="http://schemas.openxmlformats.org/drawingml/2006/main" prst="rect">
            <a:avLst/>
          </a:prstGeom>
        </p:spPr>
      </p:pic>
      <p:sp>
        <p:nvSpPr>
          <p:cNvPr id="9" name="A · 크기 변경">
            <a:extLst xmlns:a="http://schemas.openxmlformats.org/drawingml/2006/main">
              <a:ext uri="{FF2B5EF4-FFF2-40B4-BE49-F238E27FC236}">
                <a16:creationId xmlns:a16="http://schemas.microsoft.com/office/drawing/2014/main" id="{26754608-8B61-4C6E-9E37-505B6A6C4F9B}"/>
              </a:ext>
            </a:extLst>
          </p:cNvPr>
          <p:cNvSpPr>
            <a:spLocks xmlns:a="http://schemas.openxmlformats.org/drawingml/2006/main" noGrp="1"/>
          </p:cNvSpPr>
          <p:nvPr/>
        </p:nvSpPr>
        <p:spPr>
          <a:xfrm xmlns:a="http://schemas.openxmlformats.org/drawingml/2006/main">
            <a:off x="1409700" y="1809750"/>
            <a:ext cx="4267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A · 크기 변경</a:t>
            </a:r>
          </a:p>
        </p:txBody>
      </p:sp>
      <p:sp>
        <p:nvSpPr>
          <p:cNvPr id="10" name="resize_nearest">
            <a:extLst xmlns:a="http://schemas.openxmlformats.org/drawingml/2006/main">
              <a:ext uri="{FF2B5EF4-FFF2-40B4-BE49-F238E27FC236}">
                <a16:creationId xmlns:a16="http://schemas.microsoft.com/office/drawing/2014/main" id="{CDE16006-A4BE-42BC-B026-67F3017A0349}"/>
              </a:ext>
            </a:extLst>
          </p:cNvPr>
          <p:cNvSpPr>
            <a:spLocks xmlns:a="http://schemas.openxmlformats.org/drawingml/2006/main" noGrp="1"/>
          </p:cNvSpPr>
          <p:nvPr/>
        </p:nvSpPr>
        <p:spPr>
          <a:xfrm xmlns:a="http://schemas.openxmlformats.org/drawingml/2006/main">
            <a:off x="1409700" y="2200275"/>
            <a:ext cx="426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Consolas"/>
                <a:ea typeface="Consolas"/>
                <a:cs typeface="Consolas"/>
              </a:defRPr>
            </a:defPPr>
            <a:lvl1pPr algn="l">
              <a:defRPr sz="1800" b="0">
                <a:solidFill>
                  <a:srgbClr val="4D5A68"/>
                </a:solidFill>
                <a:latin typeface="Consolas"/>
                <a:ea typeface="Consolas"/>
                <a:cs typeface="Consolas"/>
              </a:defRPr>
            </a:lvl1pPr>
            <a:lvl2pPr algn="l">
              <a:defRPr sz="1800" b="0">
                <a:solidFill>
                  <a:srgbClr val="4D5A68"/>
                </a:solidFill>
                <a:latin typeface="Consolas"/>
                <a:ea typeface="Consolas"/>
                <a:cs typeface="Consolas"/>
              </a:defRPr>
            </a:lvl2pPr>
            <a:lvl3pPr algn="l">
              <a:defRPr sz="1800" b="0">
                <a:solidFill>
                  <a:srgbClr val="4D5A68"/>
                </a:solidFill>
                <a:latin typeface="Consolas"/>
                <a:ea typeface="Consolas"/>
                <a:cs typeface="Consolas"/>
              </a:defRPr>
            </a:lvl3pPr>
            <a:lvl4pPr algn="l">
              <a:defRPr sz="1800" b="0">
                <a:solidFill>
                  <a:srgbClr val="4D5A68"/>
                </a:solidFill>
                <a:latin typeface="Consolas"/>
                <a:ea typeface="Consolas"/>
                <a:cs typeface="Consolas"/>
              </a:defRPr>
            </a:lvl4pPr>
            <a:lvl5pPr algn="l">
              <a:defRPr sz="1800" b="0">
                <a:solidFill>
                  <a:srgbClr val="4D5A68"/>
                </a:solidFill>
                <a:latin typeface="Consolas"/>
                <a:ea typeface="Consolas"/>
                <a:cs typeface="Consolas"/>
              </a:defRPr>
            </a:lvl5pPr>
            <a:lvl6pPr algn="l">
              <a:defRPr sz="1800" b="0">
                <a:solidFill>
                  <a:srgbClr val="4D5A68"/>
                </a:solidFill>
                <a:latin typeface="Consolas"/>
                <a:ea typeface="Consolas"/>
                <a:cs typeface="Consolas"/>
              </a:defRPr>
            </a:lvl6pPr>
            <a:lvl7pPr algn="l">
              <a:defRPr sz="1800" b="0">
                <a:solidFill>
                  <a:srgbClr val="4D5A68"/>
                </a:solidFill>
                <a:latin typeface="Consolas"/>
                <a:ea typeface="Consolas"/>
                <a:cs typeface="Consolas"/>
              </a:defRPr>
            </a:lvl7pPr>
            <a:lvl8pPr algn="l">
              <a:defRPr sz="1800" b="0">
                <a:solidFill>
                  <a:srgbClr val="4D5A68"/>
                </a:solidFill>
                <a:latin typeface="Consolas"/>
                <a:ea typeface="Consolas"/>
                <a:cs typeface="Consolas"/>
              </a:defRPr>
            </a:lvl8pPr>
            <a:lvl9pPr algn="l">
              <a:defRPr sz="1800" b="0">
                <a:solidFill>
                  <a:srgbClr val="4D5A68"/>
                </a:solidFill>
                <a:latin typeface="Consolas"/>
                <a:ea typeface="Consolas"/>
                <a:cs typeface="Consolas"/>
              </a:defRPr>
            </a:lvl9pPr>
          </a:lstStyle>
          <a:p xmlns:a="http://schemas.openxmlformats.org/drawingml/2006/main">
            <a:pPr algn="l">
              <a:defRPr sz="1800" b="0">
                <a:solidFill>
                  <a:srgbClr val="4D5A68"/>
                </a:solidFill>
                <a:latin typeface="Consolas"/>
                <a:ea typeface="Consolas"/>
                <a:cs typeface="Consolas"/>
              </a:defRPr>
            </a:pPr>
            <a:r>
              <a:rPr sz="1800" b="0">
                <a:solidFill>
                  <a:srgbClr val="4D5A68"/>
                </a:solidFill>
                <a:latin typeface="Consolas"/>
                <a:ea typeface="Consolas"/>
                <a:cs typeface="Consolas"/>
              </a:rPr>
              <a:t>resize_nearest</a:t>
            </a:r>
          </a:p>
        </p:txBody>
      </p:sp>
      <p:sp>
        <p:nvSpPr>
          <p:cNvPr id="11" name="B · 픽셀값 정규화">
            <a:extLst xmlns:a="http://schemas.openxmlformats.org/drawingml/2006/main">
              <a:ext uri="{FF2B5EF4-FFF2-40B4-BE49-F238E27FC236}">
                <a16:creationId xmlns:a16="http://schemas.microsoft.com/office/drawing/2014/main" id="{DC527DA7-39E3-4D50-B478-484990FDA5BE}"/>
              </a:ext>
            </a:extLst>
          </p:cNvPr>
          <p:cNvSpPr>
            <a:spLocks xmlns:a="http://schemas.openxmlformats.org/drawingml/2006/main" noGrp="1"/>
          </p:cNvSpPr>
          <p:nvPr/>
        </p:nvSpPr>
        <p:spPr>
          <a:xfrm xmlns:a="http://schemas.openxmlformats.org/drawingml/2006/main">
            <a:off x="7219950" y="1809750"/>
            <a:ext cx="4362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B · 픽셀값 정규화</a:t>
            </a:r>
          </a:p>
        </p:txBody>
      </p:sp>
      <p:sp>
        <p:nvSpPr>
          <p:cNvPr id="12" name="normalize">
            <a:extLst xmlns:a="http://schemas.openxmlformats.org/drawingml/2006/main">
              <a:ext uri="{FF2B5EF4-FFF2-40B4-BE49-F238E27FC236}">
                <a16:creationId xmlns:a16="http://schemas.microsoft.com/office/drawing/2014/main" id="{FCC5F7B6-CE16-47B6-ACC8-840E7E9455B6}"/>
              </a:ext>
            </a:extLst>
          </p:cNvPr>
          <p:cNvSpPr>
            <a:spLocks xmlns:a="http://schemas.openxmlformats.org/drawingml/2006/main" noGrp="1"/>
          </p:cNvSpPr>
          <p:nvPr/>
        </p:nvSpPr>
        <p:spPr>
          <a:xfrm xmlns:a="http://schemas.openxmlformats.org/drawingml/2006/main">
            <a:off x="7219950" y="2200275"/>
            <a:ext cx="4362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Consolas"/>
                <a:ea typeface="Consolas"/>
                <a:cs typeface="Consolas"/>
              </a:defRPr>
            </a:defPPr>
            <a:lvl1pPr algn="l">
              <a:defRPr sz="1800" b="0">
                <a:solidFill>
                  <a:srgbClr val="4D5A68"/>
                </a:solidFill>
                <a:latin typeface="Consolas"/>
                <a:ea typeface="Consolas"/>
                <a:cs typeface="Consolas"/>
              </a:defRPr>
            </a:lvl1pPr>
            <a:lvl2pPr algn="l">
              <a:defRPr sz="1800" b="0">
                <a:solidFill>
                  <a:srgbClr val="4D5A68"/>
                </a:solidFill>
                <a:latin typeface="Consolas"/>
                <a:ea typeface="Consolas"/>
                <a:cs typeface="Consolas"/>
              </a:defRPr>
            </a:lvl2pPr>
            <a:lvl3pPr algn="l">
              <a:defRPr sz="1800" b="0">
                <a:solidFill>
                  <a:srgbClr val="4D5A68"/>
                </a:solidFill>
                <a:latin typeface="Consolas"/>
                <a:ea typeface="Consolas"/>
                <a:cs typeface="Consolas"/>
              </a:defRPr>
            </a:lvl3pPr>
            <a:lvl4pPr algn="l">
              <a:defRPr sz="1800" b="0">
                <a:solidFill>
                  <a:srgbClr val="4D5A68"/>
                </a:solidFill>
                <a:latin typeface="Consolas"/>
                <a:ea typeface="Consolas"/>
                <a:cs typeface="Consolas"/>
              </a:defRPr>
            </a:lvl4pPr>
            <a:lvl5pPr algn="l">
              <a:defRPr sz="1800" b="0">
                <a:solidFill>
                  <a:srgbClr val="4D5A68"/>
                </a:solidFill>
                <a:latin typeface="Consolas"/>
                <a:ea typeface="Consolas"/>
                <a:cs typeface="Consolas"/>
              </a:defRPr>
            </a:lvl5pPr>
            <a:lvl6pPr algn="l">
              <a:defRPr sz="1800" b="0">
                <a:solidFill>
                  <a:srgbClr val="4D5A68"/>
                </a:solidFill>
                <a:latin typeface="Consolas"/>
                <a:ea typeface="Consolas"/>
                <a:cs typeface="Consolas"/>
              </a:defRPr>
            </a:lvl6pPr>
            <a:lvl7pPr algn="l">
              <a:defRPr sz="1800" b="0">
                <a:solidFill>
                  <a:srgbClr val="4D5A68"/>
                </a:solidFill>
                <a:latin typeface="Consolas"/>
                <a:ea typeface="Consolas"/>
                <a:cs typeface="Consolas"/>
              </a:defRPr>
            </a:lvl7pPr>
            <a:lvl8pPr algn="l">
              <a:defRPr sz="1800" b="0">
                <a:solidFill>
                  <a:srgbClr val="4D5A68"/>
                </a:solidFill>
                <a:latin typeface="Consolas"/>
                <a:ea typeface="Consolas"/>
                <a:cs typeface="Consolas"/>
              </a:defRPr>
            </a:lvl8pPr>
            <a:lvl9pPr algn="l">
              <a:defRPr sz="1800" b="0">
                <a:solidFill>
                  <a:srgbClr val="4D5A68"/>
                </a:solidFill>
                <a:latin typeface="Consolas"/>
                <a:ea typeface="Consolas"/>
                <a:cs typeface="Consolas"/>
              </a:defRPr>
            </a:lvl9pPr>
          </a:lstStyle>
          <a:p xmlns:a="http://schemas.openxmlformats.org/drawingml/2006/main">
            <a:pPr algn="l">
              <a:defRPr sz="1800" b="0">
                <a:solidFill>
                  <a:srgbClr val="4D5A68"/>
                </a:solidFill>
                <a:latin typeface="Consolas"/>
                <a:ea typeface="Consolas"/>
                <a:cs typeface="Consolas"/>
              </a:defRPr>
            </a:pPr>
            <a:r>
              <a:rPr sz="1800" b="0">
                <a:solidFill>
                  <a:srgbClr val="4D5A68"/>
                </a:solidFill>
                <a:latin typeface="Consolas"/>
                <a:ea typeface="Consolas"/>
                <a:cs typeface="Consolas"/>
              </a:rPr>
              <a:t>normalize</a:t>
            </a:r>
          </a:p>
        </p:txBody>
      </p:sp>
      <p:sp>
        <p:nvSpPr>
          <p:cNvPr id="13" name="실제 요청의 핵심 발췌·번역">
            <a:extLst xmlns:a="http://schemas.openxmlformats.org/drawingml/2006/main">
              <a:ext uri="{FF2B5EF4-FFF2-40B4-BE49-F238E27FC236}">
                <a16:creationId xmlns:a16="http://schemas.microsoft.com/office/drawing/2014/main" id="{D95BA23F-729D-42FE-A2FC-764A94B2A51D}"/>
              </a:ext>
            </a:extLst>
          </p:cNvPr>
          <p:cNvSpPr>
            <a:spLocks xmlns:a="http://schemas.openxmlformats.org/drawingml/2006/main" noGrp="1"/>
          </p:cNvSpPr>
          <p:nvPr/>
        </p:nvSpPr>
        <p:spPr>
          <a:xfrm xmlns:a="http://schemas.openxmlformats.org/drawingml/2006/main">
            <a:off x="609600" y="2609850"/>
            <a:ext cx="5162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Malgun Gothic"/>
                <a:ea typeface="Malgun Gothic"/>
                <a:cs typeface="Malgun Gothic"/>
              </a:defRPr>
            </a:defPPr>
            <a:lvl1pPr algn="l">
              <a:defRPr sz="1800" b="1">
                <a:solidFill>
                  <a:srgbClr val="4D5A68"/>
                </a:solidFill>
                <a:latin typeface="Malgun Gothic"/>
                <a:ea typeface="Malgun Gothic"/>
                <a:cs typeface="Malgun Gothic"/>
              </a:defRPr>
            </a:lvl1pPr>
            <a:lvl2pPr algn="l">
              <a:defRPr sz="1800" b="1">
                <a:solidFill>
                  <a:srgbClr val="4D5A68"/>
                </a:solidFill>
                <a:latin typeface="Malgun Gothic"/>
                <a:ea typeface="Malgun Gothic"/>
                <a:cs typeface="Malgun Gothic"/>
              </a:defRPr>
            </a:lvl2pPr>
            <a:lvl3pPr algn="l">
              <a:defRPr sz="1800" b="1">
                <a:solidFill>
                  <a:srgbClr val="4D5A68"/>
                </a:solidFill>
                <a:latin typeface="Malgun Gothic"/>
                <a:ea typeface="Malgun Gothic"/>
                <a:cs typeface="Malgun Gothic"/>
              </a:defRPr>
            </a:lvl3pPr>
            <a:lvl4pPr algn="l">
              <a:defRPr sz="1800" b="1">
                <a:solidFill>
                  <a:srgbClr val="4D5A68"/>
                </a:solidFill>
                <a:latin typeface="Malgun Gothic"/>
                <a:ea typeface="Malgun Gothic"/>
                <a:cs typeface="Malgun Gothic"/>
              </a:defRPr>
            </a:lvl4pPr>
            <a:lvl5pPr algn="l">
              <a:defRPr sz="1800" b="1">
                <a:solidFill>
                  <a:srgbClr val="4D5A68"/>
                </a:solidFill>
                <a:latin typeface="Malgun Gothic"/>
                <a:ea typeface="Malgun Gothic"/>
                <a:cs typeface="Malgun Gothic"/>
              </a:defRPr>
            </a:lvl5pPr>
            <a:lvl6pPr algn="l">
              <a:defRPr sz="1800" b="1">
                <a:solidFill>
                  <a:srgbClr val="4D5A68"/>
                </a:solidFill>
                <a:latin typeface="Malgun Gothic"/>
                <a:ea typeface="Malgun Gothic"/>
                <a:cs typeface="Malgun Gothic"/>
              </a:defRPr>
            </a:lvl6pPr>
            <a:lvl7pPr algn="l">
              <a:defRPr sz="1800" b="1">
                <a:solidFill>
                  <a:srgbClr val="4D5A68"/>
                </a:solidFill>
                <a:latin typeface="Malgun Gothic"/>
                <a:ea typeface="Malgun Gothic"/>
                <a:cs typeface="Malgun Gothic"/>
              </a:defRPr>
            </a:lvl7pPr>
            <a:lvl8pPr algn="l">
              <a:defRPr sz="1800" b="1">
                <a:solidFill>
                  <a:srgbClr val="4D5A68"/>
                </a:solidFill>
                <a:latin typeface="Malgun Gothic"/>
                <a:ea typeface="Malgun Gothic"/>
                <a:cs typeface="Malgun Gothic"/>
              </a:defRPr>
            </a:lvl8pPr>
            <a:lvl9pPr algn="l">
              <a:defRPr sz="1800" b="1">
                <a:solidFill>
                  <a:srgbClr val="4D5A68"/>
                </a:solidFill>
                <a:latin typeface="Malgun Gothic"/>
                <a:ea typeface="Malgun Gothic"/>
                <a:cs typeface="Malgun Gothic"/>
              </a:defRPr>
            </a:lvl9pPr>
          </a:lstStyle>
          <a:p xmlns:a="http://schemas.openxmlformats.org/drawingml/2006/main">
            <a:pPr algn="l">
              <a:defRPr sz="1800" b="1">
                <a:solidFill>
                  <a:srgbClr val="4D5A68"/>
                </a:solidFill>
                <a:latin typeface="Malgun Gothic"/>
                <a:ea typeface="Malgun Gothic"/>
                <a:cs typeface="Malgun Gothic"/>
              </a:defRPr>
            </a:pPr>
            <a:r>
              <a:rPr sz="1800" b="1">
                <a:solidFill>
                  <a:srgbClr val="4D5A68"/>
                </a:solidFill>
                <a:latin typeface="Malgun Gothic"/>
                <a:ea typeface="Malgun Gothic"/>
                <a:cs typeface="Malgun Gothic"/>
              </a:rPr>
              <a:t>실제 요청의 핵심 발췌·번역</a:t>
            </a:r>
          </a:p>
        </p:txBody>
      </p:sp>
      <p:sp>
        <p:nvSpPr>
          <p:cNvPr id="14" name="">
            <a:extLst xmlns:a="http://schemas.openxmlformats.org/drawingml/2006/main">
              <a:ext uri="{FF2B5EF4-FFF2-40B4-BE49-F238E27FC236}">
                <a16:creationId xmlns:a16="http://schemas.microsoft.com/office/drawing/2014/main" id="{8AD3B228-FE6D-4254-9CBC-5F1CFC790FE2}"/>
              </a:ext>
            </a:extLst>
          </p:cNvPr>
          <p:cNvSpPr>
            <a:spLocks xmlns:a="http://schemas.openxmlformats.org/drawingml/2006/main" noGrp="1"/>
          </p:cNvSpPr>
          <p:nvPr/>
        </p:nvSpPr>
        <p:spPr>
          <a:xfrm xmlns:a="http://schemas.openxmlformats.org/drawingml/2006/main">
            <a:off x="609600" y="3000375"/>
            <a:ext cx="5162550" cy="7239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5" name="01">
            <a:extLst xmlns:a="http://schemas.openxmlformats.org/drawingml/2006/main">
              <a:ext uri="{FF2B5EF4-FFF2-40B4-BE49-F238E27FC236}">
                <a16:creationId xmlns:a16="http://schemas.microsoft.com/office/drawing/2014/main" id="{85F4A04A-8F63-4A6B-A97C-5E161C30400F}"/>
              </a:ext>
            </a:extLst>
          </p:cNvPr>
          <p:cNvSpPr>
            <a:spLocks xmlns:a="http://schemas.openxmlformats.org/drawingml/2006/main" noGrp="1"/>
          </p:cNvSpPr>
          <p:nvPr/>
        </p:nvSpPr>
        <p:spPr>
          <a:xfrm xmlns:a="http://schemas.openxmlformats.org/drawingml/2006/main">
            <a:off x="742950" y="3133725"/>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01</a:t>
            </a:r>
          </a:p>
        </p:txBody>
      </p:sp>
      <p:sp>
        <p:nvSpPr>
          <p:cNvPr id="16" name="변경 전에 benchmark를 실행해줘.&#10;구현·명세·테스트를 조사해줘.">
            <a:extLst xmlns:a="http://schemas.openxmlformats.org/drawingml/2006/main">
              <a:ext uri="{FF2B5EF4-FFF2-40B4-BE49-F238E27FC236}">
                <a16:creationId xmlns:a16="http://schemas.microsoft.com/office/drawing/2014/main" id="{144A3142-7E00-4B5E-AB52-92E1158781DA}"/>
              </a:ext>
            </a:extLst>
          </p:cNvPr>
          <p:cNvSpPr>
            <a:spLocks xmlns:a="http://schemas.openxmlformats.org/drawingml/2006/main" noGrp="1"/>
          </p:cNvSpPr>
          <p:nvPr/>
        </p:nvSpPr>
        <p:spPr>
          <a:xfrm xmlns:a="http://schemas.openxmlformats.org/drawingml/2006/main">
            <a:off x="1352550" y="3048000"/>
            <a:ext cx="426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변경 전에 benchmark를 실행해줘.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구현·명세·테스트를 조사해줘.</a:t>
            </a:r>
          </a:p>
        </p:txBody>
      </p:sp>
      <p:sp>
        <p:nvSpPr>
          <p:cNvPr id="17" name="">
            <a:extLst xmlns:a="http://schemas.openxmlformats.org/drawingml/2006/main">
              <a:ext uri="{FF2B5EF4-FFF2-40B4-BE49-F238E27FC236}">
                <a16:creationId xmlns:a16="http://schemas.microsoft.com/office/drawing/2014/main" id="{E6FA5A85-4ECF-4355-8529-82AA44CE459E}"/>
              </a:ext>
            </a:extLst>
          </p:cNvPr>
          <p:cNvSpPr>
            <a:spLocks xmlns:a="http://schemas.openxmlformats.org/drawingml/2006/main" noGrp="1"/>
          </p:cNvSpPr>
          <p:nvPr/>
        </p:nvSpPr>
        <p:spPr>
          <a:xfrm xmlns:a="http://schemas.openxmlformats.org/drawingml/2006/main">
            <a:off x="609600" y="3762375"/>
            <a:ext cx="51625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8" name="02">
            <a:extLst xmlns:a="http://schemas.openxmlformats.org/drawingml/2006/main">
              <a:ext uri="{FF2B5EF4-FFF2-40B4-BE49-F238E27FC236}">
                <a16:creationId xmlns:a16="http://schemas.microsoft.com/office/drawing/2014/main" id="{A8175654-1D99-42EA-ADB7-F4115F94E68F}"/>
              </a:ext>
            </a:extLst>
          </p:cNvPr>
          <p:cNvSpPr>
            <a:spLocks xmlns:a="http://schemas.openxmlformats.org/drawingml/2006/main" noGrp="1"/>
          </p:cNvSpPr>
          <p:nvPr/>
        </p:nvSpPr>
        <p:spPr>
          <a:xfrm xmlns:a="http://schemas.openxmlformats.org/drawingml/2006/main">
            <a:off x="742950" y="3895725"/>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02</a:t>
            </a:r>
          </a:p>
        </p:txBody>
      </p:sp>
      <p:sp>
        <p:nvSpPr>
          <p:cNvPr id="19" name="간단한 계획을 먼저 제시하고,&#10;근거 있는 최소 변경을 해줘.">
            <a:extLst xmlns:a="http://schemas.openxmlformats.org/drawingml/2006/main">
              <a:ext uri="{FF2B5EF4-FFF2-40B4-BE49-F238E27FC236}">
                <a16:creationId xmlns:a16="http://schemas.microsoft.com/office/drawing/2014/main" id="{69E8DCB1-3431-4630-BE69-CA7E7AFB38BC}"/>
              </a:ext>
            </a:extLst>
          </p:cNvPr>
          <p:cNvSpPr>
            <a:spLocks xmlns:a="http://schemas.openxmlformats.org/drawingml/2006/main" noGrp="1"/>
          </p:cNvSpPr>
          <p:nvPr/>
        </p:nvSpPr>
        <p:spPr>
          <a:xfrm xmlns:a="http://schemas.openxmlformats.org/drawingml/2006/main">
            <a:off x="1352550" y="3810000"/>
            <a:ext cx="426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간단한 계획을 먼저 제시하고,</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근거 있는 최소 변경을 해줘.</a:t>
            </a:r>
          </a:p>
        </p:txBody>
      </p:sp>
      <p:sp>
        <p:nvSpPr>
          <p:cNvPr id="20" name="">
            <a:extLst xmlns:a="http://schemas.openxmlformats.org/drawingml/2006/main">
              <a:ext uri="{FF2B5EF4-FFF2-40B4-BE49-F238E27FC236}">
                <a16:creationId xmlns:a16="http://schemas.microsoft.com/office/drawing/2014/main" id="{2F45BF2B-9FC1-48F4-9091-624DFA626D77}"/>
              </a:ext>
            </a:extLst>
          </p:cNvPr>
          <p:cNvSpPr>
            <a:spLocks xmlns:a="http://schemas.openxmlformats.org/drawingml/2006/main" noGrp="1"/>
          </p:cNvSpPr>
          <p:nvPr/>
        </p:nvSpPr>
        <p:spPr>
          <a:xfrm xmlns:a="http://schemas.openxmlformats.org/drawingml/2006/main">
            <a:off x="609600" y="4524375"/>
            <a:ext cx="5162550" cy="7239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1" name="03">
            <a:extLst xmlns:a="http://schemas.openxmlformats.org/drawingml/2006/main">
              <a:ext uri="{FF2B5EF4-FFF2-40B4-BE49-F238E27FC236}">
                <a16:creationId xmlns:a16="http://schemas.microsoft.com/office/drawing/2014/main" id="{5FE3377F-4A06-4E75-AD1E-E8FDFD163C7E}"/>
              </a:ext>
            </a:extLst>
          </p:cNvPr>
          <p:cNvSpPr>
            <a:spLocks xmlns:a="http://schemas.openxmlformats.org/drawingml/2006/main" noGrp="1"/>
          </p:cNvSpPr>
          <p:nvPr/>
        </p:nvSpPr>
        <p:spPr>
          <a:xfrm xmlns:a="http://schemas.openxmlformats.org/drawingml/2006/main">
            <a:off x="742950" y="4657725"/>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03</a:t>
            </a:r>
          </a:p>
        </p:txBody>
      </p:sp>
      <p:sp>
        <p:nvSpPr>
          <p:cNvPr id="22" name="관련·전체 테스트를 실행하고,&#10;같은 benchmark로 비교·검토해줘.">
            <a:extLst xmlns:a="http://schemas.openxmlformats.org/drawingml/2006/main">
              <a:ext uri="{FF2B5EF4-FFF2-40B4-BE49-F238E27FC236}">
                <a16:creationId xmlns:a16="http://schemas.microsoft.com/office/drawing/2014/main" id="{4705E755-A12B-4422-B0D6-9FA498DE0B42}"/>
              </a:ext>
            </a:extLst>
          </p:cNvPr>
          <p:cNvSpPr>
            <a:spLocks xmlns:a="http://schemas.openxmlformats.org/drawingml/2006/main" noGrp="1"/>
          </p:cNvSpPr>
          <p:nvPr/>
        </p:nvSpPr>
        <p:spPr>
          <a:xfrm xmlns:a="http://schemas.openxmlformats.org/drawingml/2006/main">
            <a:off x="1352550" y="4572000"/>
            <a:ext cx="426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관련·전체 테스트를 실행하고,</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같은 benchmark로 비교·검토해줘.</a:t>
            </a:r>
          </a:p>
        </p:txBody>
      </p:sp>
      <p:sp>
        <p:nvSpPr>
          <p:cNvPr id="23" name="보존된 요청 요약의 번역">
            <a:extLst xmlns:a="http://schemas.openxmlformats.org/drawingml/2006/main">
              <a:ext uri="{FF2B5EF4-FFF2-40B4-BE49-F238E27FC236}">
                <a16:creationId xmlns:a16="http://schemas.microsoft.com/office/drawing/2014/main" id="{16FB095F-5F1D-4709-84F7-4A3A82405100}"/>
              </a:ext>
            </a:extLst>
          </p:cNvPr>
          <p:cNvSpPr>
            <a:spLocks xmlns:a="http://schemas.openxmlformats.org/drawingml/2006/main" noGrp="1"/>
          </p:cNvSpPr>
          <p:nvPr/>
        </p:nvSpPr>
        <p:spPr>
          <a:xfrm xmlns:a="http://schemas.openxmlformats.org/drawingml/2006/main">
            <a:off x="6419850" y="2609850"/>
            <a:ext cx="5162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Malgun Gothic"/>
                <a:ea typeface="Malgun Gothic"/>
                <a:cs typeface="Malgun Gothic"/>
              </a:defRPr>
            </a:defPPr>
            <a:lvl1pPr algn="l">
              <a:defRPr sz="1800" b="1">
                <a:solidFill>
                  <a:srgbClr val="4D5A68"/>
                </a:solidFill>
                <a:latin typeface="Malgun Gothic"/>
                <a:ea typeface="Malgun Gothic"/>
                <a:cs typeface="Malgun Gothic"/>
              </a:defRPr>
            </a:lvl1pPr>
            <a:lvl2pPr algn="l">
              <a:defRPr sz="1800" b="1">
                <a:solidFill>
                  <a:srgbClr val="4D5A68"/>
                </a:solidFill>
                <a:latin typeface="Malgun Gothic"/>
                <a:ea typeface="Malgun Gothic"/>
                <a:cs typeface="Malgun Gothic"/>
              </a:defRPr>
            </a:lvl2pPr>
            <a:lvl3pPr algn="l">
              <a:defRPr sz="1800" b="1">
                <a:solidFill>
                  <a:srgbClr val="4D5A68"/>
                </a:solidFill>
                <a:latin typeface="Malgun Gothic"/>
                <a:ea typeface="Malgun Gothic"/>
                <a:cs typeface="Malgun Gothic"/>
              </a:defRPr>
            </a:lvl3pPr>
            <a:lvl4pPr algn="l">
              <a:defRPr sz="1800" b="1">
                <a:solidFill>
                  <a:srgbClr val="4D5A68"/>
                </a:solidFill>
                <a:latin typeface="Malgun Gothic"/>
                <a:ea typeface="Malgun Gothic"/>
                <a:cs typeface="Malgun Gothic"/>
              </a:defRPr>
            </a:lvl4pPr>
            <a:lvl5pPr algn="l">
              <a:defRPr sz="1800" b="1">
                <a:solidFill>
                  <a:srgbClr val="4D5A68"/>
                </a:solidFill>
                <a:latin typeface="Malgun Gothic"/>
                <a:ea typeface="Malgun Gothic"/>
                <a:cs typeface="Malgun Gothic"/>
              </a:defRPr>
            </a:lvl5pPr>
            <a:lvl6pPr algn="l">
              <a:defRPr sz="1800" b="1">
                <a:solidFill>
                  <a:srgbClr val="4D5A68"/>
                </a:solidFill>
                <a:latin typeface="Malgun Gothic"/>
                <a:ea typeface="Malgun Gothic"/>
                <a:cs typeface="Malgun Gothic"/>
              </a:defRPr>
            </a:lvl6pPr>
            <a:lvl7pPr algn="l">
              <a:defRPr sz="1800" b="1">
                <a:solidFill>
                  <a:srgbClr val="4D5A68"/>
                </a:solidFill>
                <a:latin typeface="Malgun Gothic"/>
                <a:ea typeface="Malgun Gothic"/>
                <a:cs typeface="Malgun Gothic"/>
              </a:defRPr>
            </a:lvl7pPr>
            <a:lvl8pPr algn="l">
              <a:defRPr sz="1800" b="1">
                <a:solidFill>
                  <a:srgbClr val="4D5A68"/>
                </a:solidFill>
                <a:latin typeface="Malgun Gothic"/>
                <a:ea typeface="Malgun Gothic"/>
                <a:cs typeface="Malgun Gothic"/>
              </a:defRPr>
            </a:lvl8pPr>
            <a:lvl9pPr algn="l">
              <a:defRPr sz="1800" b="1">
                <a:solidFill>
                  <a:srgbClr val="4D5A68"/>
                </a:solidFill>
                <a:latin typeface="Malgun Gothic"/>
                <a:ea typeface="Malgun Gothic"/>
                <a:cs typeface="Malgun Gothic"/>
              </a:defRPr>
            </a:lvl9pPr>
          </a:lstStyle>
          <a:p xmlns:a="http://schemas.openxmlformats.org/drawingml/2006/main">
            <a:pPr algn="l">
              <a:defRPr sz="1800" b="1">
                <a:solidFill>
                  <a:srgbClr val="4D5A68"/>
                </a:solidFill>
                <a:latin typeface="Malgun Gothic"/>
                <a:ea typeface="Malgun Gothic"/>
                <a:cs typeface="Malgun Gothic"/>
              </a:defRPr>
            </a:pPr>
            <a:r>
              <a:rPr sz="1800" b="1">
                <a:solidFill>
                  <a:srgbClr val="4D5A68"/>
                </a:solidFill>
                <a:latin typeface="Malgun Gothic"/>
                <a:ea typeface="Malgun Gothic"/>
                <a:cs typeface="Malgun Gothic"/>
              </a:rPr>
              <a:t>보존된 요청 요약의 번역</a:t>
            </a:r>
          </a:p>
        </p:txBody>
      </p:sp>
      <p:sp>
        <p:nvSpPr>
          <p:cNvPr id="24" name="">
            <a:extLst xmlns:a="http://schemas.openxmlformats.org/drawingml/2006/main">
              <a:ext uri="{FF2B5EF4-FFF2-40B4-BE49-F238E27FC236}">
                <a16:creationId xmlns:a16="http://schemas.microsoft.com/office/drawing/2014/main" id="{1DB22FEB-BC64-4AD2-9D11-940C8BA7A991}"/>
              </a:ext>
            </a:extLst>
          </p:cNvPr>
          <p:cNvSpPr>
            <a:spLocks xmlns:a="http://schemas.openxmlformats.org/drawingml/2006/main" noGrp="1"/>
          </p:cNvSpPr>
          <p:nvPr/>
        </p:nvSpPr>
        <p:spPr>
          <a:xfrm xmlns:a="http://schemas.openxmlformats.org/drawingml/2006/main">
            <a:off x="6419850" y="3000375"/>
            <a:ext cx="5162550" cy="7239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5" name="01">
            <a:extLst xmlns:a="http://schemas.openxmlformats.org/drawingml/2006/main">
              <a:ext uri="{FF2B5EF4-FFF2-40B4-BE49-F238E27FC236}">
                <a16:creationId xmlns:a16="http://schemas.microsoft.com/office/drawing/2014/main" id="{D6F3B765-C9DA-4660-957B-5D0AED5AFCFA}"/>
              </a:ext>
            </a:extLst>
          </p:cNvPr>
          <p:cNvSpPr>
            <a:spLocks xmlns:a="http://schemas.openxmlformats.org/drawingml/2006/main" noGrp="1"/>
          </p:cNvSpPr>
          <p:nvPr/>
        </p:nvSpPr>
        <p:spPr>
          <a:xfrm xmlns:a="http://schemas.openxmlformats.org/drawingml/2006/main">
            <a:off x="6553200" y="3133725"/>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01</a:t>
            </a:r>
          </a:p>
        </p:txBody>
      </p:sp>
      <p:sp>
        <p:nvSpPr>
          <p:cNvPr id="26" name="수정 전에 측정하고,&#10;소스·명세·테스트를 확인.">
            <a:extLst xmlns:a="http://schemas.openxmlformats.org/drawingml/2006/main">
              <a:ext uri="{FF2B5EF4-FFF2-40B4-BE49-F238E27FC236}">
                <a16:creationId xmlns:a16="http://schemas.microsoft.com/office/drawing/2014/main" id="{A38D1AA5-40CC-4E50-B4E1-3D890D39EFE8}"/>
              </a:ext>
            </a:extLst>
          </p:cNvPr>
          <p:cNvSpPr>
            <a:spLocks xmlns:a="http://schemas.openxmlformats.org/drawingml/2006/main" noGrp="1"/>
          </p:cNvSpPr>
          <p:nvPr/>
        </p:nvSpPr>
        <p:spPr>
          <a:xfrm xmlns:a="http://schemas.openxmlformats.org/drawingml/2006/main">
            <a:off x="7162800" y="3048000"/>
            <a:ext cx="426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수정 전에 측정하고,</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소스·명세·테스트를 확인.</a:t>
            </a:r>
          </a:p>
        </p:txBody>
      </p:sp>
      <p:sp>
        <p:nvSpPr>
          <p:cNvPr id="27" name="">
            <a:extLst xmlns:a="http://schemas.openxmlformats.org/drawingml/2006/main">
              <a:ext uri="{FF2B5EF4-FFF2-40B4-BE49-F238E27FC236}">
                <a16:creationId xmlns:a16="http://schemas.microsoft.com/office/drawing/2014/main" id="{11B51AB8-9410-4BE7-819B-85B70E747F95}"/>
              </a:ext>
            </a:extLst>
          </p:cNvPr>
          <p:cNvSpPr>
            <a:spLocks xmlns:a="http://schemas.openxmlformats.org/drawingml/2006/main" noGrp="1"/>
          </p:cNvSpPr>
          <p:nvPr/>
        </p:nvSpPr>
        <p:spPr>
          <a:xfrm xmlns:a="http://schemas.openxmlformats.org/drawingml/2006/main">
            <a:off x="6419850" y="3762375"/>
            <a:ext cx="51625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8" name="02">
            <a:extLst xmlns:a="http://schemas.openxmlformats.org/drawingml/2006/main">
              <a:ext uri="{FF2B5EF4-FFF2-40B4-BE49-F238E27FC236}">
                <a16:creationId xmlns:a16="http://schemas.microsoft.com/office/drawing/2014/main" id="{E57B5199-C8E5-492E-9269-F6BA2701ABAB}"/>
              </a:ext>
            </a:extLst>
          </p:cNvPr>
          <p:cNvSpPr>
            <a:spLocks xmlns:a="http://schemas.openxmlformats.org/drawingml/2006/main" noGrp="1"/>
          </p:cNvSpPr>
          <p:nvPr/>
        </p:nvSpPr>
        <p:spPr>
          <a:xfrm xmlns:a="http://schemas.openxmlformats.org/drawingml/2006/main">
            <a:off x="6553200" y="3895725"/>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02</a:t>
            </a:r>
          </a:p>
        </p:txBody>
      </p:sp>
      <p:sp>
        <p:nvSpPr>
          <p:cNvPr id="29" name="계획을 밝힌 뒤&#10;최소한의 변경을 수행.">
            <a:extLst xmlns:a="http://schemas.openxmlformats.org/drawingml/2006/main">
              <a:ext uri="{FF2B5EF4-FFF2-40B4-BE49-F238E27FC236}">
                <a16:creationId xmlns:a16="http://schemas.microsoft.com/office/drawing/2014/main" id="{0C25B05B-C5F7-4285-AC14-D2949ADD8EE9}"/>
              </a:ext>
            </a:extLst>
          </p:cNvPr>
          <p:cNvSpPr>
            <a:spLocks xmlns:a="http://schemas.openxmlformats.org/drawingml/2006/main" noGrp="1"/>
          </p:cNvSpPr>
          <p:nvPr/>
        </p:nvSpPr>
        <p:spPr>
          <a:xfrm xmlns:a="http://schemas.openxmlformats.org/drawingml/2006/main">
            <a:off x="7162800" y="3810000"/>
            <a:ext cx="426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계획을 밝힌 뒤</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최소한의 변경을 수행.</a:t>
            </a:r>
          </a:p>
        </p:txBody>
      </p:sp>
      <p:sp>
        <p:nvSpPr>
          <p:cNvPr id="30" name="">
            <a:extLst xmlns:a="http://schemas.openxmlformats.org/drawingml/2006/main">
              <a:ext uri="{FF2B5EF4-FFF2-40B4-BE49-F238E27FC236}">
                <a16:creationId xmlns:a16="http://schemas.microsoft.com/office/drawing/2014/main" id="{9BFA4778-4A9E-4BBF-A5DF-7E08DF74C368}"/>
              </a:ext>
            </a:extLst>
          </p:cNvPr>
          <p:cNvSpPr>
            <a:spLocks xmlns:a="http://schemas.openxmlformats.org/drawingml/2006/main" noGrp="1"/>
          </p:cNvSpPr>
          <p:nvPr/>
        </p:nvSpPr>
        <p:spPr>
          <a:xfrm xmlns:a="http://schemas.openxmlformats.org/drawingml/2006/main">
            <a:off x="6419850" y="4524375"/>
            <a:ext cx="5162550" cy="7239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31" name="03">
            <a:extLst xmlns:a="http://schemas.openxmlformats.org/drawingml/2006/main">
              <a:ext uri="{FF2B5EF4-FFF2-40B4-BE49-F238E27FC236}">
                <a16:creationId xmlns:a16="http://schemas.microsoft.com/office/drawing/2014/main" id="{FA4401EB-ED3B-4475-BE1F-8507E6F7F30E}"/>
              </a:ext>
            </a:extLst>
          </p:cNvPr>
          <p:cNvSpPr>
            <a:spLocks xmlns:a="http://schemas.openxmlformats.org/drawingml/2006/main" noGrp="1"/>
          </p:cNvSpPr>
          <p:nvPr/>
        </p:nvSpPr>
        <p:spPr>
          <a:xfrm xmlns:a="http://schemas.openxmlformats.org/drawingml/2006/main">
            <a:off x="6553200" y="4657725"/>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03</a:t>
            </a:r>
          </a:p>
        </p:txBody>
      </p:sp>
      <p:sp>
        <p:nvSpPr>
          <p:cNvPr id="32" name="관련·전체 테스트와 동일 측정,&#10;CLI·diff 확인 및 최종 검토.">
            <a:extLst xmlns:a="http://schemas.openxmlformats.org/drawingml/2006/main">
              <a:ext uri="{FF2B5EF4-FFF2-40B4-BE49-F238E27FC236}">
                <a16:creationId xmlns:a16="http://schemas.microsoft.com/office/drawing/2014/main" id="{B566A380-C570-4B6C-A460-CAF8930A7FC3}"/>
              </a:ext>
            </a:extLst>
          </p:cNvPr>
          <p:cNvSpPr>
            <a:spLocks xmlns:a="http://schemas.openxmlformats.org/drawingml/2006/main" noGrp="1"/>
          </p:cNvSpPr>
          <p:nvPr/>
        </p:nvSpPr>
        <p:spPr>
          <a:xfrm xmlns:a="http://schemas.openxmlformats.org/drawingml/2006/main">
            <a:off x="7162800" y="4572000"/>
            <a:ext cx="4267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관련·전체 테스트와 동일 측정,</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CLI·diff 확인 및 최종 검토.</a:t>
            </a:r>
          </a:p>
        </p:txBody>
      </p:sp>
      <p:sp>
        <p:nvSpPr>
          <p:cNvPr id="33" name="목표는 달라도, 확인하고 판단하는 지시가 반복됐다">
            <a:extLst xmlns:a="http://schemas.openxmlformats.org/drawingml/2006/main">
              <a:ext uri="{FF2B5EF4-FFF2-40B4-BE49-F238E27FC236}">
                <a16:creationId xmlns:a16="http://schemas.microsoft.com/office/drawing/2014/main" id="{A4A72DA6-CA61-4FB6-B21A-C3B1B0A48056}"/>
              </a:ext>
            </a:extLst>
          </p:cNvPr>
          <p:cNvSpPr>
            <a:spLocks xmlns:a="http://schemas.openxmlformats.org/drawingml/2006/main" noGrp="1"/>
          </p:cNvSpPr>
          <p:nvPr/>
        </p:nvSpPr>
        <p:spPr>
          <a:xfrm xmlns:a="http://schemas.openxmlformats.org/drawingml/2006/main">
            <a:off x="609600" y="53911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목표는 달라도, 확인하고 판단하는 지시가 반복됐다</a:t>
            </a:r>
          </a:p>
        </p:txBody>
      </p:sp>
      <p:sp>
        <p:nvSpPr>
          <p:cNvPr id="34" name="Legacy module connection">
            <a:extLst xmlns:a="http://schemas.openxmlformats.org/drawingml/2006/main">
              <a:ext uri="{FF2B5EF4-FFF2-40B4-BE49-F238E27FC236}">
                <a16:creationId xmlns:a16="http://schemas.microsoft.com/office/drawing/2014/main" id="{EFE7D451-CCA3-4272-BE89-78633D0C8BDB}"/>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M5 · M8</a:t>
            </a:r>
          </a:p>
        </p:txBody>
      </p:sp>
    </p:spTree>
    <p:extLst>
      <p:ext uri="{BB962C8B-B14F-4D97-AF65-F5344CB8AC3E}">
        <p14:creationId xmlns:p14="http://schemas.microsoft.com/office/powerpoint/2010/main" val="186475732"/>
      </p:ext>
    </p:extLst>
  </p:cSld>
</p:sld>
</file>

<file path=ppt/slides/slide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1" name="ACT 3 · 같은 정보를 작업에 적용하는 방법">
            <a:extLst xmlns:a="http://schemas.openxmlformats.org/drawingml/2006/main">
              <a:ext uri="{FF2B5EF4-FFF2-40B4-BE49-F238E27FC236}">
                <a16:creationId xmlns:a16="http://schemas.microsoft.com/office/drawing/2014/main" id="{A3B39628-1A77-4AD7-9D6D-B97ED32A26A8}"/>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같은 정보를 작업에 적용하는 방법</a:t>
            </a:r>
          </a:p>
        </p:txBody>
      </p:sp>
      <p:sp>
        <p:nvSpPr>
          <p:cNvPr id="2" name="S51">
            <a:extLst xmlns:a="http://schemas.openxmlformats.org/drawingml/2006/main">
              <a:ext uri="{FF2B5EF4-FFF2-40B4-BE49-F238E27FC236}">
                <a16:creationId xmlns:a16="http://schemas.microsoft.com/office/drawing/2014/main" id="{41F2FFFB-2526-4939-A086-838AF1F0C502}"/>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S51</a:t>
            </a:r>
          </a:p>
        </p:txBody>
      </p:sp>
      <p:sp>
        <p:nvSpPr>
          <p:cNvPr id="3" name="테스트 명령을 언제 쓰고 무엇을 판단할까?">
            <a:extLst xmlns:a="http://schemas.openxmlformats.org/drawingml/2006/main">
              <a:ext uri="{FF2B5EF4-FFF2-40B4-BE49-F238E27FC236}">
                <a16:creationId xmlns:a16="http://schemas.microsoft.com/office/drawing/2014/main" id="{6B573C55-58EA-490D-9480-CEBE809A8D6B}"/>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테스트 명령을 언제 쓰고 무엇을 판단할까?</a:t>
            </a:r>
          </a:p>
        </p:txBody>
      </p:sp>
      <p:sp>
        <p:nvSpPr>
          <p:cNvPr id="4" name="">
            <a:extLst xmlns:a="http://schemas.openxmlformats.org/drawingml/2006/main">
              <a:ext uri="{FF2B5EF4-FFF2-40B4-BE49-F238E27FC236}">
                <a16:creationId xmlns:a16="http://schemas.microsoft.com/office/drawing/2014/main" id="{214EE68A-A1BC-42EF-B1ED-2547C0E3756B}"/>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교육용 수행 예시 · TRIAL-006/007의 반복 요청을 바탕으로 구성">
            <a:extLst xmlns:a="http://schemas.openxmlformats.org/drawingml/2006/main">
              <a:ext uri="{FF2B5EF4-FFF2-40B4-BE49-F238E27FC236}">
                <a16:creationId xmlns:a16="http://schemas.microsoft.com/office/drawing/2014/main" id="{546D2874-6970-4B24-B25B-28BD25FACF46}"/>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교육용 수행 예시 · TRIAL-006/007의 반복 요청을 바탕으로 구성</a:t>
            </a:r>
          </a:p>
        </p:txBody>
      </p:sp>
      <p:sp>
        <p:nvSpPr>
          <p:cNvPr id="6" name="실제 실행 순서·결과의 재현 아님 · 이 방법도 AGENTS.md에 기록할 수 있음">
            <a:extLst xmlns:a="http://schemas.openxmlformats.org/drawingml/2006/main">
              <a:ext uri="{FF2B5EF4-FFF2-40B4-BE49-F238E27FC236}">
                <a16:creationId xmlns:a16="http://schemas.microsoft.com/office/drawing/2014/main" id="{5A10A9A0-F7EE-4087-BBE1-5FDBAD4097DC}"/>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실제 실행 순서·결과의 재현 아님 · 이 방법도 AGENTS.md에 기록할 수 있음</a:t>
            </a:r>
          </a:p>
        </p:txBody>
      </p:sp>
      <p:sp>
        <p:nvSpPr>
          <p:cNvPr id="7" name="예시: normalize 성능 조사">
            <a:extLst xmlns:a="http://schemas.openxmlformats.org/drawingml/2006/main">
              <a:ext uri="{FF2B5EF4-FFF2-40B4-BE49-F238E27FC236}">
                <a16:creationId xmlns:a16="http://schemas.microsoft.com/office/drawing/2014/main" id="{225EA126-3F57-43FB-9104-F8CE33BD06AB}"/>
              </a:ext>
            </a:extLst>
          </p:cNvPr>
          <p:cNvSpPr>
            <a:spLocks xmlns:a="http://schemas.openxmlformats.org/drawingml/2006/main" noGrp="1"/>
          </p:cNvSpPr>
          <p:nvPr/>
        </p:nvSpPr>
        <p:spPr>
          <a:xfrm xmlns:a="http://schemas.openxmlformats.org/drawingml/2006/main">
            <a:off x="609600" y="16668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예시: normalize 성능 조사</a:t>
            </a:r>
          </a:p>
        </p:txBody>
      </p:sp>
      <p:sp>
        <p:nvSpPr>
          <p:cNvPr id="8" name="">
            <a:extLst xmlns:a="http://schemas.openxmlformats.org/drawingml/2006/main">
              <a:ext uri="{FF2B5EF4-FFF2-40B4-BE49-F238E27FC236}">
                <a16:creationId xmlns:a16="http://schemas.microsoft.com/office/drawing/2014/main" id="{01612F2D-3959-44D9-99A4-E10E87910C75}"/>
              </a:ext>
            </a:extLst>
          </p:cNvPr>
          <p:cNvSpPr>
            <a:spLocks xmlns:a="http://schemas.openxmlformats.org/drawingml/2006/main" noGrp="1"/>
          </p:cNvSpPr>
          <p:nvPr/>
        </p:nvSpPr>
        <p:spPr>
          <a:xfrm xmlns:a="http://schemas.openxmlformats.org/drawingml/2006/main">
            <a:off x="609600" y="2238375"/>
            <a:ext cx="10972800" cy="74295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9" name="AGENTS.md">
            <a:extLst xmlns:a="http://schemas.openxmlformats.org/drawingml/2006/main">
              <a:ext uri="{FF2B5EF4-FFF2-40B4-BE49-F238E27FC236}">
                <a16:creationId xmlns:a16="http://schemas.microsoft.com/office/drawing/2014/main" id="{3C3BE30F-93F6-4F59-9B67-726BB255C1CB}"/>
              </a:ext>
            </a:extLst>
          </p:cNvPr>
          <p:cNvSpPr>
            <a:spLocks xmlns:a="http://schemas.openxmlformats.org/drawingml/2006/main" noGrp="1"/>
          </p:cNvSpPr>
          <p:nvPr/>
        </p:nvSpPr>
        <p:spPr>
          <a:xfrm xmlns:a="http://schemas.openxmlformats.org/drawingml/2006/main">
            <a:off x="800100" y="2333625"/>
            <a:ext cx="2400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Consolas"/>
                <a:ea typeface="Consolas"/>
                <a:cs typeface="Consolas"/>
              </a:defRPr>
            </a:defPPr>
            <a:lvl1pPr algn="l">
              <a:defRPr sz="2025" b="1">
                <a:solidFill>
                  <a:srgbClr val="0B6172"/>
                </a:solidFill>
                <a:latin typeface="Consolas"/>
                <a:ea typeface="Consolas"/>
                <a:cs typeface="Consolas"/>
              </a:defRPr>
            </a:lvl1pPr>
            <a:lvl2pPr algn="l">
              <a:defRPr sz="2025" b="1">
                <a:solidFill>
                  <a:srgbClr val="0B6172"/>
                </a:solidFill>
                <a:latin typeface="Consolas"/>
                <a:ea typeface="Consolas"/>
                <a:cs typeface="Consolas"/>
              </a:defRPr>
            </a:lvl2pPr>
            <a:lvl3pPr algn="l">
              <a:defRPr sz="2025" b="1">
                <a:solidFill>
                  <a:srgbClr val="0B6172"/>
                </a:solidFill>
                <a:latin typeface="Consolas"/>
                <a:ea typeface="Consolas"/>
                <a:cs typeface="Consolas"/>
              </a:defRPr>
            </a:lvl3pPr>
            <a:lvl4pPr algn="l">
              <a:defRPr sz="2025" b="1">
                <a:solidFill>
                  <a:srgbClr val="0B6172"/>
                </a:solidFill>
                <a:latin typeface="Consolas"/>
                <a:ea typeface="Consolas"/>
                <a:cs typeface="Consolas"/>
              </a:defRPr>
            </a:lvl4pPr>
            <a:lvl5pPr algn="l">
              <a:defRPr sz="2025" b="1">
                <a:solidFill>
                  <a:srgbClr val="0B6172"/>
                </a:solidFill>
                <a:latin typeface="Consolas"/>
                <a:ea typeface="Consolas"/>
                <a:cs typeface="Consolas"/>
              </a:defRPr>
            </a:lvl5pPr>
            <a:lvl6pPr algn="l">
              <a:defRPr sz="2025" b="1">
                <a:solidFill>
                  <a:srgbClr val="0B6172"/>
                </a:solidFill>
                <a:latin typeface="Consolas"/>
                <a:ea typeface="Consolas"/>
                <a:cs typeface="Consolas"/>
              </a:defRPr>
            </a:lvl6pPr>
            <a:lvl7pPr algn="l">
              <a:defRPr sz="2025" b="1">
                <a:solidFill>
                  <a:srgbClr val="0B6172"/>
                </a:solidFill>
                <a:latin typeface="Consolas"/>
                <a:ea typeface="Consolas"/>
                <a:cs typeface="Consolas"/>
              </a:defRPr>
            </a:lvl7pPr>
            <a:lvl8pPr algn="l">
              <a:defRPr sz="2025" b="1">
                <a:solidFill>
                  <a:srgbClr val="0B6172"/>
                </a:solidFill>
                <a:latin typeface="Consolas"/>
                <a:ea typeface="Consolas"/>
                <a:cs typeface="Consolas"/>
              </a:defRPr>
            </a:lvl8pPr>
            <a:lvl9pPr algn="l">
              <a:defRPr sz="2025" b="1">
                <a:solidFill>
                  <a:srgbClr val="0B6172"/>
                </a:solidFill>
                <a:latin typeface="Consolas"/>
                <a:ea typeface="Consolas"/>
                <a:cs typeface="Consolas"/>
              </a:defRPr>
            </a:lvl9pPr>
          </a:lstStyle>
          <a:p xmlns:a="http://schemas.openxmlformats.org/drawingml/2006/main">
            <a:pPr algn="l">
              <a:defRPr sz="2025" b="1">
                <a:solidFill>
                  <a:srgbClr val="0B6172"/>
                </a:solidFill>
                <a:latin typeface="Consolas"/>
                <a:ea typeface="Consolas"/>
                <a:cs typeface="Consolas"/>
              </a:defRPr>
            </a:pPr>
            <a:r>
              <a:rPr sz="2025" b="1">
                <a:solidFill>
                  <a:srgbClr val="0B6172"/>
                </a:solidFill>
                <a:latin typeface="Consolas"/>
                <a:ea typeface="Consolas"/>
                <a:cs typeface="Consolas"/>
              </a:rPr>
              <a:t>AGENTS.md</a:t>
            </a:r>
          </a:p>
        </p:txBody>
      </p:sp>
      <p:sp>
        <p:nvSpPr>
          <p:cNvPr id="10" name="프로젝트에서 확인한 정보">
            <a:extLst xmlns:a="http://schemas.openxmlformats.org/drawingml/2006/main">
              <a:ext uri="{FF2B5EF4-FFF2-40B4-BE49-F238E27FC236}">
                <a16:creationId xmlns:a16="http://schemas.microsoft.com/office/drawing/2014/main" id="{6FFC9E5E-E754-4CB3-8A3C-526915C07E4D}"/>
              </a:ext>
            </a:extLst>
          </p:cNvPr>
          <p:cNvSpPr>
            <a:spLocks xmlns:a="http://schemas.openxmlformats.org/drawingml/2006/main" noGrp="1"/>
          </p:cNvSpPr>
          <p:nvPr/>
        </p:nvSpPr>
        <p:spPr>
          <a:xfrm xmlns:a="http://schemas.openxmlformats.org/drawingml/2006/main">
            <a:off x="800100" y="2647950"/>
            <a:ext cx="2400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4D5A68"/>
                </a:solidFill>
                <a:latin typeface="Malgun Gothic"/>
                <a:ea typeface="Malgun Gothic"/>
                <a:cs typeface="Malgun Gothic"/>
              </a:defRPr>
            </a:defPPr>
            <a:lvl1pPr algn="l">
              <a:defRPr sz="1575" b="0">
                <a:solidFill>
                  <a:srgbClr val="4D5A68"/>
                </a:solidFill>
                <a:latin typeface="Malgun Gothic"/>
                <a:ea typeface="Malgun Gothic"/>
                <a:cs typeface="Malgun Gothic"/>
              </a:defRPr>
            </a:lvl1pPr>
            <a:lvl2pPr algn="l">
              <a:defRPr sz="1575" b="0">
                <a:solidFill>
                  <a:srgbClr val="4D5A68"/>
                </a:solidFill>
                <a:latin typeface="Malgun Gothic"/>
                <a:ea typeface="Malgun Gothic"/>
                <a:cs typeface="Malgun Gothic"/>
              </a:defRPr>
            </a:lvl2pPr>
            <a:lvl3pPr algn="l">
              <a:defRPr sz="1575" b="0">
                <a:solidFill>
                  <a:srgbClr val="4D5A68"/>
                </a:solidFill>
                <a:latin typeface="Malgun Gothic"/>
                <a:ea typeface="Malgun Gothic"/>
                <a:cs typeface="Malgun Gothic"/>
              </a:defRPr>
            </a:lvl3pPr>
            <a:lvl4pPr algn="l">
              <a:defRPr sz="1575" b="0">
                <a:solidFill>
                  <a:srgbClr val="4D5A68"/>
                </a:solidFill>
                <a:latin typeface="Malgun Gothic"/>
                <a:ea typeface="Malgun Gothic"/>
                <a:cs typeface="Malgun Gothic"/>
              </a:defRPr>
            </a:lvl4pPr>
            <a:lvl5pPr algn="l">
              <a:defRPr sz="1575" b="0">
                <a:solidFill>
                  <a:srgbClr val="4D5A68"/>
                </a:solidFill>
                <a:latin typeface="Malgun Gothic"/>
                <a:ea typeface="Malgun Gothic"/>
                <a:cs typeface="Malgun Gothic"/>
              </a:defRPr>
            </a:lvl5pPr>
            <a:lvl6pPr algn="l">
              <a:defRPr sz="1575" b="0">
                <a:solidFill>
                  <a:srgbClr val="4D5A68"/>
                </a:solidFill>
                <a:latin typeface="Malgun Gothic"/>
                <a:ea typeface="Malgun Gothic"/>
                <a:cs typeface="Malgun Gothic"/>
              </a:defRPr>
            </a:lvl6pPr>
            <a:lvl7pPr algn="l">
              <a:defRPr sz="1575" b="0">
                <a:solidFill>
                  <a:srgbClr val="4D5A68"/>
                </a:solidFill>
                <a:latin typeface="Malgun Gothic"/>
                <a:ea typeface="Malgun Gothic"/>
                <a:cs typeface="Malgun Gothic"/>
              </a:defRPr>
            </a:lvl7pPr>
            <a:lvl8pPr algn="l">
              <a:defRPr sz="1575" b="0">
                <a:solidFill>
                  <a:srgbClr val="4D5A68"/>
                </a:solidFill>
                <a:latin typeface="Malgun Gothic"/>
                <a:ea typeface="Malgun Gothic"/>
                <a:cs typeface="Malgun Gothic"/>
              </a:defRPr>
            </a:lvl8pPr>
            <a:lvl9pPr algn="l">
              <a:defRPr sz="1575" b="0">
                <a:solidFill>
                  <a:srgbClr val="4D5A68"/>
                </a:solidFill>
                <a:latin typeface="Malgun Gothic"/>
                <a:ea typeface="Malgun Gothic"/>
                <a:cs typeface="Malgun Gothic"/>
              </a:defRPr>
            </a:lvl9pPr>
          </a:lstStyle>
          <a:p xmlns:a="http://schemas.openxmlformats.org/drawingml/2006/main">
            <a:pPr algn="l">
              <a:defRPr sz="1575" b="0">
                <a:solidFill>
                  <a:srgbClr val="4D5A68"/>
                </a:solidFill>
                <a:latin typeface="Malgun Gothic"/>
                <a:ea typeface="Malgun Gothic"/>
                <a:cs typeface="Malgun Gothic"/>
              </a:defRPr>
            </a:pPr>
            <a:r>
              <a:rPr sz="1575" b="0">
                <a:solidFill>
                  <a:srgbClr val="4D5A68"/>
                </a:solidFill>
                <a:latin typeface="Malgun Gothic"/>
                <a:ea typeface="Malgun Gothic"/>
                <a:cs typeface="Malgun Gothic"/>
              </a:rPr>
              <a:t>프로젝트에서 확인한 정보</a:t>
            </a:r>
          </a:p>
        </p:txBody>
      </p:sp>
      <p:sp>
        <p:nvSpPr>
          <p:cNvPr id="11" name="테스트 실행 방법">
            <a:extLst xmlns:a="http://schemas.openxmlformats.org/drawingml/2006/main">
              <a:ext uri="{FF2B5EF4-FFF2-40B4-BE49-F238E27FC236}">
                <a16:creationId xmlns:a16="http://schemas.microsoft.com/office/drawing/2014/main" id="{C9AA7758-BDEB-4BB2-8F26-FD418CEE3467}"/>
              </a:ext>
            </a:extLst>
          </p:cNvPr>
          <p:cNvSpPr>
            <a:spLocks xmlns:a="http://schemas.openxmlformats.org/drawingml/2006/main" noGrp="1"/>
          </p:cNvSpPr>
          <p:nvPr/>
        </p:nvSpPr>
        <p:spPr>
          <a:xfrm xmlns:a="http://schemas.openxmlformats.org/drawingml/2006/main">
            <a:off x="3600450" y="2419350"/>
            <a:ext cx="234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테스트 실행 방법</a:t>
            </a:r>
          </a:p>
        </p:txBody>
      </p:sp>
      <p:sp>
        <p:nvSpPr>
          <p:cNvPr id="12" name="보존할 동작 명세">
            <a:extLst xmlns:a="http://schemas.openxmlformats.org/drawingml/2006/main">
              <a:ext uri="{FF2B5EF4-FFF2-40B4-BE49-F238E27FC236}">
                <a16:creationId xmlns:a16="http://schemas.microsoft.com/office/drawing/2014/main" id="{397EC81F-43EB-4F7A-B76D-AF247200BC7F}"/>
              </a:ext>
            </a:extLst>
          </p:cNvPr>
          <p:cNvSpPr>
            <a:spLocks xmlns:a="http://schemas.openxmlformats.org/drawingml/2006/main" noGrp="1"/>
          </p:cNvSpPr>
          <p:nvPr/>
        </p:nvSpPr>
        <p:spPr>
          <a:xfrm xmlns:a="http://schemas.openxmlformats.org/drawingml/2006/main">
            <a:off x="6315075" y="2419350"/>
            <a:ext cx="2419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보존할 동작 명세</a:t>
            </a:r>
          </a:p>
        </p:txBody>
      </p:sp>
      <p:sp>
        <p:nvSpPr>
          <p:cNvPr id="13" name="성능 측정 방법">
            <a:extLst xmlns:a="http://schemas.openxmlformats.org/drawingml/2006/main">
              <a:ext uri="{FF2B5EF4-FFF2-40B4-BE49-F238E27FC236}">
                <a16:creationId xmlns:a16="http://schemas.microsoft.com/office/drawing/2014/main" id="{79E4F06E-1840-4CC2-8BDE-E423C5BBA842}"/>
              </a:ext>
            </a:extLst>
          </p:cNvPr>
          <p:cNvSpPr>
            <a:spLocks xmlns:a="http://schemas.openxmlformats.org/drawingml/2006/main" noGrp="1"/>
          </p:cNvSpPr>
          <p:nvPr/>
        </p:nvSpPr>
        <p:spPr>
          <a:xfrm xmlns:a="http://schemas.openxmlformats.org/drawingml/2006/main">
            <a:off x="9172575" y="2419350"/>
            <a:ext cx="2219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성능 측정 방법</a:t>
            </a:r>
          </a:p>
        </p:txBody>
      </p:sp>
      <p:sp>
        <p:nvSpPr>
          <p:cNvPr id="14" name="">
            <a:extLst xmlns:a="http://schemas.openxmlformats.org/drawingml/2006/main">
              <a:ext uri="{FF2B5EF4-FFF2-40B4-BE49-F238E27FC236}">
                <a16:creationId xmlns:a16="http://schemas.microsoft.com/office/drawing/2014/main" id="{B8BE0A3E-8C26-4C69-A41C-33EE876050B6}"/>
              </a:ext>
            </a:extLst>
          </p:cNvPr>
          <p:cNvSpPr>
            <a:spLocks xmlns:a="http://schemas.openxmlformats.org/drawingml/2006/main" noGrp="1"/>
          </p:cNvSpPr>
          <p:nvPr/>
        </p:nvSpPr>
        <p:spPr>
          <a:xfrm xmlns:a="http://schemas.openxmlformats.org/drawingml/2006/main">
            <a:off x="6096000" y="2981325"/>
            <a:ext cx="0" cy="190500"/>
          </a:xfrm>
          <a:prstGeom xmlns:a="http://schemas.openxmlformats.org/drawingml/2006/main" prst="line">
            <a:avLst/>
          </a:prstGeom>
          <a:noFill xmlns:a="http://schemas.openxmlformats.org/drawingml/2006/main"/>
          <a:ln xmlns:a="http://schemas.openxmlformats.org/drawingml/2006/main" w="19050">
            <a:solidFill>
              <a:srgbClr val="C7D0DA"/>
            </a:solidFill>
          </a:ln>
        </p:spPr>
      </p:sp>
      <p:sp>
        <p:nvSpPr>
          <p:cNvPr id="15" name="">
            <a:extLst xmlns:a="http://schemas.openxmlformats.org/drawingml/2006/main">
              <a:ext uri="{FF2B5EF4-FFF2-40B4-BE49-F238E27FC236}">
                <a16:creationId xmlns:a16="http://schemas.microsoft.com/office/drawing/2014/main" id="{4F2F1F40-4139-4DA3-A683-FA7A870913F4}"/>
              </a:ext>
            </a:extLst>
          </p:cNvPr>
          <p:cNvSpPr>
            <a:spLocks xmlns:a="http://schemas.openxmlformats.org/drawingml/2006/main" noGrp="1"/>
          </p:cNvSpPr>
          <p:nvPr/>
        </p:nvSpPr>
        <p:spPr>
          <a:xfrm xmlns:a="http://schemas.openxmlformats.org/drawingml/2006/main">
            <a:off x="2286000" y="3171825"/>
            <a:ext cx="7620000" cy="0"/>
          </a:xfrm>
          <a:prstGeom xmlns:a="http://schemas.openxmlformats.org/drawingml/2006/main" prst="line">
            <a:avLst/>
          </a:prstGeom>
          <a:noFill xmlns:a="http://schemas.openxmlformats.org/drawingml/2006/main"/>
          <a:ln xmlns:a="http://schemas.openxmlformats.org/drawingml/2006/main" w="19050">
            <a:solidFill>
              <a:srgbClr val="C7D0DA"/>
            </a:solidFill>
            <a:prstDash val="solid"/>
          </a:ln>
        </p:spPr>
      </p:sp>
      <p:sp>
        <p:nvSpPr>
          <p:cNvPr id="16" name="">
            <a:extLst xmlns:a="http://schemas.openxmlformats.org/drawingml/2006/main">
              <a:ext uri="{FF2B5EF4-FFF2-40B4-BE49-F238E27FC236}">
                <a16:creationId xmlns:a16="http://schemas.microsoft.com/office/drawing/2014/main" id="{5DE56CCA-6E9C-48C3-B820-0D80549400C6}"/>
              </a:ext>
            </a:extLst>
          </p:cNvPr>
          <p:cNvSpPr>
            <a:spLocks xmlns:a="http://schemas.openxmlformats.org/drawingml/2006/main" noGrp="1"/>
          </p:cNvSpPr>
          <p:nvPr/>
        </p:nvSpPr>
        <p:spPr>
          <a:xfrm xmlns:a="http://schemas.openxmlformats.org/drawingml/2006/main">
            <a:off x="2200275" y="3171825"/>
            <a:ext cx="171450" cy="171450"/>
          </a:xfrm>
          <a:prstGeom xmlns:a="http://schemas.openxmlformats.org/drawingml/2006/main" prst="downArrow">
            <a:avLst/>
          </a:prstGeom>
          <a:solidFill xmlns:a="http://schemas.openxmlformats.org/drawingml/2006/main">
            <a:srgbClr val="C7D0DA"/>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99771D6-E761-43AD-9B4D-3409A68C4B0A}"/>
              </a:ext>
            </a:extLst>
          </p:cNvPr>
          <p:cNvSpPr>
            <a:spLocks xmlns:a="http://schemas.openxmlformats.org/drawingml/2006/main" noGrp="1"/>
          </p:cNvSpPr>
          <p:nvPr/>
        </p:nvSpPr>
        <p:spPr>
          <a:xfrm xmlns:a="http://schemas.openxmlformats.org/drawingml/2006/main">
            <a:off x="6010275" y="3171825"/>
            <a:ext cx="171450" cy="171450"/>
          </a:xfrm>
          <a:prstGeom xmlns:a="http://schemas.openxmlformats.org/drawingml/2006/main" prst="downArrow">
            <a:avLst/>
          </a:prstGeom>
          <a:solidFill xmlns:a="http://schemas.openxmlformats.org/drawingml/2006/main">
            <a:srgbClr val="C7D0D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A98B8D8-7DBF-4A58-8B89-86E1369B3C8A}"/>
              </a:ext>
            </a:extLst>
          </p:cNvPr>
          <p:cNvSpPr>
            <a:spLocks xmlns:a="http://schemas.openxmlformats.org/drawingml/2006/main" noGrp="1"/>
          </p:cNvSpPr>
          <p:nvPr/>
        </p:nvSpPr>
        <p:spPr>
          <a:xfrm xmlns:a="http://schemas.openxmlformats.org/drawingml/2006/main">
            <a:off x="9820275" y="3171825"/>
            <a:ext cx="171450" cy="171450"/>
          </a:xfrm>
          <a:prstGeom xmlns:a="http://schemas.openxmlformats.org/drawingml/2006/main" prst="downArrow">
            <a:avLst/>
          </a:prstGeom>
          <a:solidFill xmlns:a="http://schemas.openxmlformats.org/drawingml/2006/main">
            <a:srgbClr val="C7D0DA"/>
          </a:solidFill>
          <a:ln xmlns:a="http://schemas.openxmlformats.org/drawingml/2006/main" w="0">
            <a:noFill/>
          </a:ln>
        </p:spPr>
      </p:sp>
      <p:sp>
        <p:nvSpPr>
          <p:cNvPr id="19" name="01  변경 전">
            <a:extLst xmlns:a="http://schemas.openxmlformats.org/drawingml/2006/main">
              <a:ext uri="{FF2B5EF4-FFF2-40B4-BE49-F238E27FC236}">
                <a16:creationId xmlns:a16="http://schemas.microsoft.com/office/drawing/2014/main" id="{D6117EAA-6A5D-4339-A665-B06287B4CEC5}"/>
              </a:ext>
            </a:extLst>
          </p:cNvPr>
          <p:cNvSpPr>
            <a:spLocks xmlns:a="http://schemas.openxmlformats.org/drawingml/2006/main" noGrp="1"/>
          </p:cNvSpPr>
          <p:nvPr/>
        </p:nvSpPr>
        <p:spPr>
          <a:xfrm xmlns:a="http://schemas.openxmlformats.org/drawingml/2006/main">
            <a:off x="609600" y="3409950"/>
            <a:ext cx="335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01  변경 전</a:t>
            </a:r>
          </a:p>
        </p:txBody>
      </p:sp>
      <p:sp>
        <p:nvSpPr>
          <p:cNvPr id="20" name="">
            <a:extLst xmlns:a="http://schemas.openxmlformats.org/drawingml/2006/main">
              <a:ext uri="{FF2B5EF4-FFF2-40B4-BE49-F238E27FC236}">
                <a16:creationId xmlns:a16="http://schemas.microsoft.com/office/drawing/2014/main" id="{AE7E6CBB-E58A-4F9F-AA08-AF09D87B4B0B}"/>
              </a:ext>
            </a:extLst>
          </p:cNvPr>
          <p:cNvSpPr>
            <a:spLocks xmlns:a="http://schemas.openxmlformats.org/drawingml/2006/main" noGrp="1"/>
          </p:cNvSpPr>
          <p:nvPr/>
        </p:nvSpPr>
        <p:spPr>
          <a:xfrm xmlns:a="http://schemas.openxmlformats.org/drawingml/2006/main">
            <a:off x="609600" y="3905250"/>
            <a:ext cx="33528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1" name="">
            <a:extLst xmlns:a="http://schemas.openxmlformats.org/drawingml/2006/main">
              <a:ext uri="{FF2B5EF4-FFF2-40B4-BE49-F238E27FC236}">
                <a16:creationId xmlns:a16="http://schemas.microsoft.com/office/drawing/2014/main" id="{FACDD56F-00E1-44E9-A69D-A43C0A822535}"/>
              </a:ext>
            </a:extLst>
          </p:cNvPr>
          <p:cNvSpPr>
            <a:spLocks xmlns:a="http://schemas.openxmlformats.org/drawingml/2006/main" noGrp="1"/>
          </p:cNvSpPr>
          <p:nvPr/>
        </p:nvSpPr>
        <p:spPr>
          <a:xfrm xmlns:a="http://schemas.openxmlformats.org/drawingml/2006/main">
            <a:off x="723900" y="3981450"/>
            <a:ext cx="295275" cy="295275"/>
          </a:xfrm>
          <a:prstGeom xmlns:a="http://schemas.openxmlformats.org/drawingml/2006/main" prst="rect">
            <a:avLst/>
          </a:prstGeom>
          <a:solidFill xmlns:a="http://schemas.openxmlformats.org/drawingml/2006/main">
            <a:srgbClr val="0B6172"/>
          </a:solidFill>
          <a:ln xmlns:a="http://schemas.openxmlformats.org/drawingml/2006/main" w="0">
            <a:noFill/>
            <a:prstDash val="solid"/>
          </a:ln>
        </p:spPr>
      </p:sp>
      <p:sp>
        <p:nvSpPr>
          <p:cNvPr id="22" name="T">
            <a:extLst xmlns:a="http://schemas.openxmlformats.org/drawingml/2006/main">
              <a:ext uri="{FF2B5EF4-FFF2-40B4-BE49-F238E27FC236}">
                <a16:creationId xmlns:a16="http://schemas.microsoft.com/office/drawing/2014/main" id="{4BC8D95A-595A-4FA1-BFDF-20679026E44C}"/>
              </a:ext>
            </a:extLst>
          </p:cNvPr>
          <p:cNvSpPr>
            <a:spLocks xmlns:a="http://schemas.openxmlformats.org/drawingml/2006/main" noGrp="1"/>
          </p:cNvSpPr>
          <p:nvPr/>
        </p:nvSpPr>
        <p:spPr>
          <a:xfrm xmlns:a="http://schemas.openxmlformats.org/drawingml/2006/main">
            <a:off x="723900" y="3981450"/>
            <a:ext cx="2952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FFFFFF"/>
                </a:solidFill>
                <a:latin typeface="Consolas"/>
                <a:ea typeface="Consolas"/>
                <a:cs typeface="Consolas"/>
              </a:defRPr>
            </a:defPPr>
            <a:lvl1pPr algn="ctr">
              <a:defRPr sz="1650" b="1">
                <a:solidFill>
                  <a:srgbClr val="FFFFFF"/>
                </a:solidFill>
                <a:latin typeface="Consolas"/>
                <a:ea typeface="Consolas"/>
                <a:cs typeface="Consolas"/>
              </a:defRPr>
            </a:lvl1pPr>
            <a:lvl2pPr algn="ctr">
              <a:defRPr sz="1650" b="1">
                <a:solidFill>
                  <a:srgbClr val="FFFFFF"/>
                </a:solidFill>
                <a:latin typeface="Consolas"/>
                <a:ea typeface="Consolas"/>
                <a:cs typeface="Consolas"/>
              </a:defRPr>
            </a:lvl2pPr>
            <a:lvl3pPr algn="ctr">
              <a:defRPr sz="1650" b="1">
                <a:solidFill>
                  <a:srgbClr val="FFFFFF"/>
                </a:solidFill>
                <a:latin typeface="Consolas"/>
                <a:ea typeface="Consolas"/>
                <a:cs typeface="Consolas"/>
              </a:defRPr>
            </a:lvl3pPr>
            <a:lvl4pPr algn="ctr">
              <a:defRPr sz="1650" b="1">
                <a:solidFill>
                  <a:srgbClr val="FFFFFF"/>
                </a:solidFill>
                <a:latin typeface="Consolas"/>
                <a:ea typeface="Consolas"/>
                <a:cs typeface="Consolas"/>
              </a:defRPr>
            </a:lvl4pPr>
            <a:lvl5pPr algn="ctr">
              <a:defRPr sz="1650" b="1">
                <a:solidFill>
                  <a:srgbClr val="FFFFFF"/>
                </a:solidFill>
                <a:latin typeface="Consolas"/>
                <a:ea typeface="Consolas"/>
                <a:cs typeface="Consolas"/>
              </a:defRPr>
            </a:lvl5pPr>
            <a:lvl6pPr algn="ctr">
              <a:defRPr sz="1650" b="1">
                <a:solidFill>
                  <a:srgbClr val="FFFFFF"/>
                </a:solidFill>
                <a:latin typeface="Consolas"/>
                <a:ea typeface="Consolas"/>
                <a:cs typeface="Consolas"/>
              </a:defRPr>
            </a:lvl6pPr>
            <a:lvl7pPr algn="ctr">
              <a:defRPr sz="1650" b="1">
                <a:solidFill>
                  <a:srgbClr val="FFFFFF"/>
                </a:solidFill>
                <a:latin typeface="Consolas"/>
                <a:ea typeface="Consolas"/>
                <a:cs typeface="Consolas"/>
              </a:defRPr>
            </a:lvl7pPr>
            <a:lvl8pPr algn="ctr">
              <a:defRPr sz="1650" b="1">
                <a:solidFill>
                  <a:srgbClr val="FFFFFF"/>
                </a:solidFill>
                <a:latin typeface="Consolas"/>
                <a:ea typeface="Consolas"/>
                <a:cs typeface="Consolas"/>
              </a:defRPr>
            </a:lvl8pPr>
            <a:lvl9pPr algn="ctr">
              <a:defRPr sz="1650" b="1">
                <a:solidFill>
                  <a:srgbClr val="FFFFFF"/>
                </a:solidFill>
                <a:latin typeface="Consolas"/>
                <a:ea typeface="Consolas"/>
                <a:cs typeface="Consolas"/>
              </a:defRPr>
            </a:lvl9pPr>
          </a:lstStyle>
          <a:p xmlns:a="http://schemas.openxmlformats.org/drawingml/2006/main">
            <a:pPr algn="ctr">
              <a:defRPr sz="1650" b="1">
                <a:solidFill>
                  <a:srgbClr val="FFFFFF"/>
                </a:solidFill>
                <a:latin typeface="Consolas"/>
                <a:ea typeface="Consolas"/>
                <a:cs typeface="Consolas"/>
              </a:defRPr>
            </a:pPr>
            <a:r>
              <a:rPr sz="1650" b="1">
                <a:solidFill>
                  <a:srgbClr val="FFFFFF"/>
                </a:solidFill>
                <a:latin typeface="Consolas"/>
                <a:ea typeface="Consolas"/>
                <a:cs typeface="Consolas"/>
              </a:rPr>
              <a:t>T</a:t>
            </a:r>
          </a:p>
        </p:txBody>
      </p:sp>
      <p:sp>
        <p:nvSpPr>
          <p:cNvPr id="23" name="테스트 실행">
            <a:extLst xmlns:a="http://schemas.openxmlformats.org/drawingml/2006/main">
              <a:ext uri="{FF2B5EF4-FFF2-40B4-BE49-F238E27FC236}">
                <a16:creationId xmlns:a16="http://schemas.microsoft.com/office/drawing/2014/main" id="{88D501C9-7781-47FD-BA03-6F0734A31776}"/>
              </a:ext>
            </a:extLst>
          </p:cNvPr>
          <p:cNvSpPr>
            <a:spLocks xmlns:a="http://schemas.openxmlformats.org/drawingml/2006/main" noGrp="1"/>
          </p:cNvSpPr>
          <p:nvPr/>
        </p:nvSpPr>
        <p:spPr>
          <a:xfrm xmlns:a="http://schemas.openxmlformats.org/drawingml/2006/main">
            <a:off x="1171575" y="3952875"/>
            <a:ext cx="2600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테스트 실행</a:t>
            </a:r>
          </a:p>
        </p:txBody>
      </p:sp>
      <p:sp>
        <p:nvSpPr>
          <p:cNvPr id="24" name="현재 테스트·성능 확인">
            <a:extLst xmlns:a="http://schemas.openxmlformats.org/drawingml/2006/main">
              <a:ext uri="{FF2B5EF4-FFF2-40B4-BE49-F238E27FC236}">
                <a16:creationId xmlns:a16="http://schemas.microsoft.com/office/drawing/2014/main" id="{7EA7DF02-0174-4504-A142-3927A3A99878}"/>
              </a:ext>
            </a:extLst>
          </p:cNvPr>
          <p:cNvSpPr>
            <a:spLocks xmlns:a="http://schemas.openxmlformats.org/drawingml/2006/main" noGrp="1"/>
          </p:cNvSpPr>
          <p:nvPr/>
        </p:nvSpPr>
        <p:spPr>
          <a:xfrm xmlns:a="http://schemas.openxmlformats.org/drawingml/2006/main">
            <a:off x="609600" y="4467225"/>
            <a:ext cx="335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현재 테스트·성능 확인</a:t>
            </a:r>
          </a:p>
        </p:txBody>
      </p:sp>
      <p:sp>
        <p:nvSpPr>
          <p:cNvPr id="25" name="원래 상태는 어땠지?">
            <a:extLst xmlns:a="http://schemas.openxmlformats.org/drawingml/2006/main">
              <a:ext uri="{FF2B5EF4-FFF2-40B4-BE49-F238E27FC236}">
                <a16:creationId xmlns:a16="http://schemas.microsoft.com/office/drawing/2014/main" id="{2FF32320-B0D2-4ECA-B5AC-EE414621904F}"/>
              </a:ext>
            </a:extLst>
          </p:cNvPr>
          <p:cNvSpPr>
            <a:spLocks xmlns:a="http://schemas.openxmlformats.org/drawingml/2006/main" noGrp="1"/>
          </p:cNvSpPr>
          <p:nvPr/>
        </p:nvSpPr>
        <p:spPr>
          <a:xfrm xmlns:a="http://schemas.openxmlformats.org/drawingml/2006/main">
            <a:off x="609600" y="4857750"/>
            <a:ext cx="335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원래 상태는 어땠지?</a:t>
            </a:r>
          </a:p>
        </p:txBody>
      </p:sp>
      <p:sp>
        <p:nvSpPr>
          <p:cNvPr id="26" name="">
            <a:extLst xmlns:a="http://schemas.openxmlformats.org/drawingml/2006/main">
              <a:ext uri="{FF2B5EF4-FFF2-40B4-BE49-F238E27FC236}">
                <a16:creationId xmlns:a16="http://schemas.microsoft.com/office/drawing/2014/main" id="{3E19E21A-D933-4775-8A90-0B4CFD0BFD6E}"/>
              </a:ext>
            </a:extLst>
          </p:cNvPr>
          <p:cNvSpPr>
            <a:spLocks xmlns:a="http://schemas.openxmlformats.org/drawingml/2006/main" noGrp="1"/>
          </p:cNvSpPr>
          <p:nvPr/>
        </p:nvSpPr>
        <p:spPr>
          <a:xfrm xmlns:a="http://schemas.openxmlformats.org/drawingml/2006/main">
            <a:off x="4057650" y="4057650"/>
            <a:ext cx="266700" cy="1714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7" name="02  변경 후">
            <a:extLst xmlns:a="http://schemas.openxmlformats.org/drawingml/2006/main">
              <a:ext uri="{FF2B5EF4-FFF2-40B4-BE49-F238E27FC236}">
                <a16:creationId xmlns:a16="http://schemas.microsoft.com/office/drawing/2014/main" id="{76598F73-DBE7-4F54-972D-4B11014266F0}"/>
              </a:ext>
            </a:extLst>
          </p:cNvPr>
          <p:cNvSpPr>
            <a:spLocks xmlns:a="http://schemas.openxmlformats.org/drawingml/2006/main" noGrp="1"/>
          </p:cNvSpPr>
          <p:nvPr/>
        </p:nvSpPr>
        <p:spPr>
          <a:xfrm xmlns:a="http://schemas.openxmlformats.org/drawingml/2006/main">
            <a:off x="4419600" y="3409950"/>
            <a:ext cx="335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02  변경 후</a:t>
            </a:r>
          </a:p>
        </p:txBody>
      </p:sp>
      <p:sp>
        <p:nvSpPr>
          <p:cNvPr id="28" name="">
            <a:extLst xmlns:a="http://schemas.openxmlformats.org/drawingml/2006/main">
              <a:ext uri="{FF2B5EF4-FFF2-40B4-BE49-F238E27FC236}">
                <a16:creationId xmlns:a16="http://schemas.microsoft.com/office/drawing/2014/main" id="{7A38E69E-D632-4D16-BCA6-0E223944E400}"/>
              </a:ext>
            </a:extLst>
          </p:cNvPr>
          <p:cNvSpPr>
            <a:spLocks xmlns:a="http://schemas.openxmlformats.org/drawingml/2006/main" noGrp="1"/>
          </p:cNvSpPr>
          <p:nvPr/>
        </p:nvSpPr>
        <p:spPr>
          <a:xfrm xmlns:a="http://schemas.openxmlformats.org/drawingml/2006/main">
            <a:off x="4419600" y="3905250"/>
            <a:ext cx="33528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9" name="">
            <a:extLst xmlns:a="http://schemas.openxmlformats.org/drawingml/2006/main">
              <a:ext uri="{FF2B5EF4-FFF2-40B4-BE49-F238E27FC236}">
                <a16:creationId xmlns:a16="http://schemas.microsoft.com/office/drawing/2014/main" id="{1AEE612D-7939-4A4E-ABD1-95998D08B1AE}"/>
              </a:ext>
            </a:extLst>
          </p:cNvPr>
          <p:cNvSpPr>
            <a:spLocks xmlns:a="http://schemas.openxmlformats.org/drawingml/2006/main" noGrp="1"/>
          </p:cNvSpPr>
          <p:nvPr/>
        </p:nvSpPr>
        <p:spPr>
          <a:xfrm xmlns:a="http://schemas.openxmlformats.org/drawingml/2006/main">
            <a:off x="4533900" y="3981450"/>
            <a:ext cx="295275" cy="295275"/>
          </a:xfrm>
          <a:prstGeom xmlns:a="http://schemas.openxmlformats.org/drawingml/2006/main" prst="rect">
            <a:avLst/>
          </a:prstGeom>
          <a:solidFill xmlns:a="http://schemas.openxmlformats.org/drawingml/2006/main">
            <a:srgbClr val="0B6172"/>
          </a:solidFill>
          <a:ln xmlns:a="http://schemas.openxmlformats.org/drawingml/2006/main" w="0">
            <a:noFill/>
            <a:prstDash val="solid"/>
          </a:ln>
        </p:spPr>
      </p:sp>
      <p:sp>
        <p:nvSpPr>
          <p:cNvPr id="30" name="T">
            <a:extLst xmlns:a="http://schemas.openxmlformats.org/drawingml/2006/main">
              <a:ext uri="{FF2B5EF4-FFF2-40B4-BE49-F238E27FC236}">
                <a16:creationId xmlns:a16="http://schemas.microsoft.com/office/drawing/2014/main" id="{B803B7AA-ED7E-4993-B8FF-466348E0FEE4}"/>
              </a:ext>
            </a:extLst>
          </p:cNvPr>
          <p:cNvSpPr>
            <a:spLocks xmlns:a="http://schemas.openxmlformats.org/drawingml/2006/main" noGrp="1"/>
          </p:cNvSpPr>
          <p:nvPr/>
        </p:nvSpPr>
        <p:spPr>
          <a:xfrm xmlns:a="http://schemas.openxmlformats.org/drawingml/2006/main">
            <a:off x="4533900" y="3981450"/>
            <a:ext cx="2952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FFFFFF"/>
                </a:solidFill>
                <a:latin typeface="Consolas"/>
                <a:ea typeface="Consolas"/>
                <a:cs typeface="Consolas"/>
              </a:defRPr>
            </a:defPPr>
            <a:lvl1pPr algn="ctr">
              <a:defRPr sz="1650" b="1">
                <a:solidFill>
                  <a:srgbClr val="FFFFFF"/>
                </a:solidFill>
                <a:latin typeface="Consolas"/>
                <a:ea typeface="Consolas"/>
                <a:cs typeface="Consolas"/>
              </a:defRPr>
            </a:lvl1pPr>
            <a:lvl2pPr algn="ctr">
              <a:defRPr sz="1650" b="1">
                <a:solidFill>
                  <a:srgbClr val="FFFFFF"/>
                </a:solidFill>
                <a:latin typeface="Consolas"/>
                <a:ea typeface="Consolas"/>
                <a:cs typeface="Consolas"/>
              </a:defRPr>
            </a:lvl2pPr>
            <a:lvl3pPr algn="ctr">
              <a:defRPr sz="1650" b="1">
                <a:solidFill>
                  <a:srgbClr val="FFFFFF"/>
                </a:solidFill>
                <a:latin typeface="Consolas"/>
                <a:ea typeface="Consolas"/>
                <a:cs typeface="Consolas"/>
              </a:defRPr>
            </a:lvl3pPr>
            <a:lvl4pPr algn="ctr">
              <a:defRPr sz="1650" b="1">
                <a:solidFill>
                  <a:srgbClr val="FFFFFF"/>
                </a:solidFill>
                <a:latin typeface="Consolas"/>
                <a:ea typeface="Consolas"/>
                <a:cs typeface="Consolas"/>
              </a:defRPr>
            </a:lvl4pPr>
            <a:lvl5pPr algn="ctr">
              <a:defRPr sz="1650" b="1">
                <a:solidFill>
                  <a:srgbClr val="FFFFFF"/>
                </a:solidFill>
                <a:latin typeface="Consolas"/>
                <a:ea typeface="Consolas"/>
                <a:cs typeface="Consolas"/>
              </a:defRPr>
            </a:lvl5pPr>
            <a:lvl6pPr algn="ctr">
              <a:defRPr sz="1650" b="1">
                <a:solidFill>
                  <a:srgbClr val="FFFFFF"/>
                </a:solidFill>
                <a:latin typeface="Consolas"/>
                <a:ea typeface="Consolas"/>
                <a:cs typeface="Consolas"/>
              </a:defRPr>
            </a:lvl6pPr>
            <a:lvl7pPr algn="ctr">
              <a:defRPr sz="1650" b="1">
                <a:solidFill>
                  <a:srgbClr val="FFFFFF"/>
                </a:solidFill>
                <a:latin typeface="Consolas"/>
                <a:ea typeface="Consolas"/>
                <a:cs typeface="Consolas"/>
              </a:defRPr>
            </a:lvl7pPr>
            <a:lvl8pPr algn="ctr">
              <a:defRPr sz="1650" b="1">
                <a:solidFill>
                  <a:srgbClr val="FFFFFF"/>
                </a:solidFill>
                <a:latin typeface="Consolas"/>
                <a:ea typeface="Consolas"/>
                <a:cs typeface="Consolas"/>
              </a:defRPr>
            </a:lvl8pPr>
            <a:lvl9pPr algn="ctr">
              <a:defRPr sz="1650" b="1">
                <a:solidFill>
                  <a:srgbClr val="FFFFFF"/>
                </a:solidFill>
                <a:latin typeface="Consolas"/>
                <a:ea typeface="Consolas"/>
                <a:cs typeface="Consolas"/>
              </a:defRPr>
            </a:lvl9pPr>
          </a:lstStyle>
          <a:p xmlns:a="http://schemas.openxmlformats.org/drawingml/2006/main">
            <a:pPr algn="ctr">
              <a:defRPr sz="1650" b="1">
                <a:solidFill>
                  <a:srgbClr val="FFFFFF"/>
                </a:solidFill>
                <a:latin typeface="Consolas"/>
                <a:ea typeface="Consolas"/>
                <a:cs typeface="Consolas"/>
              </a:defRPr>
            </a:pPr>
            <a:r>
              <a:rPr sz="1650" b="1">
                <a:solidFill>
                  <a:srgbClr val="FFFFFF"/>
                </a:solidFill>
                <a:latin typeface="Consolas"/>
                <a:ea typeface="Consolas"/>
                <a:cs typeface="Consolas"/>
              </a:rPr>
              <a:t>T</a:t>
            </a:r>
          </a:p>
        </p:txBody>
      </p:sp>
      <p:sp>
        <p:nvSpPr>
          <p:cNvPr id="31" name="테스트 실행">
            <a:extLst xmlns:a="http://schemas.openxmlformats.org/drawingml/2006/main">
              <a:ext uri="{FF2B5EF4-FFF2-40B4-BE49-F238E27FC236}">
                <a16:creationId xmlns:a16="http://schemas.microsoft.com/office/drawing/2014/main" id="{86C93460-A7D9-47E5-B274-730F365576EE}"/>
              </a:ext>
            </a:extLst>
          </p:cNvPr>
          <p:cNvSpPr>
            <a:spLocks xmlns:a="http://schemas.openxmlformats.org/drawingml/2006/main" noGrp="1"/>
          </p:cNvSpPr>
          <p:nvPr/>
        </p:nvSpPr>
        <p:spPr>
          <a:xfrm xmlns:a="http://schemas.openxmlformats.org/drawingml/2006/main">
            <a:off x="4981575" y="3952875"/>
            <a:ext cx="26003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테스트 실행</a:t>
            </a:r>
          </a:p>
        </p:txBody>
      </p:sp>
      <p:sp>
        <p:nvSpPr>
          <p:cNvPr id="32" name="같은 조건으로 다시 측정">
            <a:extLst xmlns:a="http://schemas.openxmlformats.org/drawingml/2006/main">
              <a:ext uri="{FF2B5EF4-FFF2-40B4-BE49-F238E27FC236}">
                <a16:creationId xmlns:a16="http://schemas.microsoft.com/office/drawing/2014/main" id="{A9665128-5188-49F8-8A82-CFDBD36454AF}"/>
              </a:ext>
            </a:extLst>
          </p:cNvPr>
          <p:cNvSpPr>
            <a:spLocks xmlns:a="http://schemas.openxmlformats.org/drawingml/2006/main" noGrp="1"/>
          </p:cNvSpPr>
          <p:nvPr/>
        </p:nvSpPr>
        <p:spPr>
          <a:xfrm xmlns:a="http://schemas.openxmlformats.org/drawingml/2006/main">
            <a:off x="4419600" y="4467225"/>
            <a:ext cx="335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같은 조건으로 다시 측정</a:t>
            </a:r>
          </a:p>
        </p:txBody>
      </p:sp>
      <p:sp>
        <p:nvSpPr>
          <p:cNvPr id="33" name="무엇이 달라졌지?">
            <a:extLst xmlns:a="http://schemas.openxmlformats.org/drawingml/2006/main">
              <a:ext uri="{FF2B5EF4-FFF2-40B4-BE49-F238E27FC236}">
                <a16:creationId xmlns:a16="http://schemas.microsoft.com/office/drawing/2014/main" id="{1DA99D27-B876-4AAC-81FC-5E53A7920D52}"/>
              </a:ext>
            </a:extLst>
          </p:cNvPr>
          <p:cNvSpPr>
            <a:spLocks xmlns:a="http://schemas.openxmlformats.org/drawingml/2006/main" noGrp="1"/>
          </p:cNvSpPr>
          <p:nvPr/>
        </p:nvSpPr>
        <p:spPr>
          <a:xfrm xmlns:a="http://schemas.openxmlformats.org/drawingml/2006/main">
            <a:off x="4419600" y="4857750"/>
            <a:ext cx="335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무엇이 달라졌지?</a:t>
            </a:r>
          </a:p>
        </p:txBody>
      </p:sp>
      <p:sp>
        <p:nvSpPr>
          <p:cNvPr id="34" name="">
            <a:extLst xmlns:a="http://schemas.openxmlformats.org/drawingml/2006/main">
              <a:ext uri="{FF2B5EF4-FFF2-40B4-BE49-F238E27FC236}">
                <a16:creationId xmlns:a16="http://schemas.microsoft.com/office/drawing/2014/main" id="{1EDCD5D7-EB2D-4203-86E4-2B785C19534C}"/>
              </a:ext>
            </a:extLst>
          </p:cNvPr>
          <p:cNvSpPr>
            <a:spLocks xmlns:a="http://schemas.openxmlformats.org/drawingml/2006/main" noGrp="1"/>
          </p:cNvSpPr>
          <p:nvPr/>
        </p:nvSpPr>
        <p:spPr>
          <a:xfrm xmlns:a="http://schemas.openxmlformats.org/drawingml/2006/main">
            <a:off x="7867650" y="4057650"/>
            <a:ext cx="266700" cy="1714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35" name="03  완료 판단">
            <a:extLst xmlns:a="http://schemas.openxmlformats.org/drawingml/2006/main">
              <a:ext uri="{FF2B5EF4-FFF2-40B4-BE49-F238E27FC236}">
                <a16:creationId xmlns:a16="http://schemas.microsoft.com/office/drawing/2014/main" id="{52B14661-B5C5-4631-99A6-26B48D85D0EC}"/>
              </a:ext>
            </a:extLst>
          </p:cNvPr>
          <p:cNvSpPr>
            <a:spLocks xmlns:a="http://schemas.openxmlformats.org/drawingml/2006/main" noGrp="1"/>
          </p:cNvSpPr>
          <p:nvPr/>
        </p:nvSpPr>
        <p:spPr>
          <a:xfrm xmlns:a="http://schemas.openxmlformats.org/drawingml/2006/main">
            <a:off x="8229600" y="3409950"/>
            <a:ext cx="335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03  완료 판단</a:t>
            </a:r>
          </a:p>
        </p:txBody>
      </p:sp>
      <p:sp>
        <p:nvSpPr>
          <p:cNvPr id="36" name="결과와 미확인 사항 보고">
            <a:extLst xmlns:a="http://schemas.openxmlformats.org/drawingml/2006/main">
              <a:ext uri="{FF2B5EF4-FFF2-40B4-BE49-F238E27FC236}">
                <a16:creationId xmlns:a16="http://schemas.microsoft.com/office/drawing/2014/main" id="{F27444EC-E6D2-464A-8B34-1F8F7B42FA89}"/>
              </a:ext>
            </a:extLst>
          </p:cNvPr>
          <p:cNvSpPr>
            <a:spLocks xmlns:a="http://schemas.openxmlformats.org/drawingml/2006/main" noGrp="1"/>
          </p:cNvSpPr>
          <p:nvPr/>
        </p:nvSpPr>
        <p:spPr>
          <a:xfrm xmlns:a="http://schemas.openxmlformats.org/drawingml/2006/main">
            <a:off x="8229600" y="3952875"/>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결과와 미확인 사항 보고</a:t>
            </a:r>
          </a:p>
        </p:txBody>
      </p:sp>
      <p:sp>
        <p:nvSpPr>
          <p:cNvPr id="37" name="동작 보존 + 측정 결과">
            <a:extLst xmlns:a="http://schemas.openxmlformats.org/drawingml/2006/main">
              <a:ext uri="{FF2B5EF4-FFF2-40B4-BE49-F238E27FC236}">
                <a16:creationId xmlns:a16="http://schemas.microsoft.com/office/drawing/2014/main" id="{198C0801-FC0E-480C-A4AA-420062C43369}"/>
              </a:ext>
            </a:extLst>
          </p:cNvPr>
          <p:cNvSpPr>
            <a:spLocks xmlns:a="http://schemas.openxmlformats.org/drawingml/2006/main" noGrp="1"/>
          </p:cNvSpPr>
          <p:nvPr/>
        </p:nvSpPr>
        <p:spPr>
          <a:xfrm xmlns:a="http://schemas.openxmlformats.org/drawingml/2006/main">
            <a:off x="8229600" y="4467225"/>
            <a:ext cx="335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동작 보존 + 측정 결과</a:t>
            </a:r>
          </a:p>
        </p:txBody>
      </p:sp>
      <p:sp>
        <p:nvSpPr>
          <p:cNvPr id="38" name="완료라고 말할 근거는?">
            <a:extLst xmlns:a="http://schemas.openxmlformats.org/drawingml/2006/main">
              <a:ext uri="{FF2B5EF4-FFF2-40B4-BE49-F238E27FC236}">
                <a16:creationId xmlns:a16="http://schemas.microsoft.com/office/drawing/2014/main" id="{6D22C6D2-FB7E-46B7-A675-14A5CA930E1B}"/>
              </a:ext>
            </a:extLst>
          </p:cNvPr>
          <p:cNvSpPr>
            <a:spLocks xmlns:a="http://schemas.openxmlformats.org/drawingml/2006/main" noGrp="1"/>
          </p:cNvSpPr>
          <p:nvPr/>
        </p:nvSpPr>
        <p:spPr>
          <a:xfrm xmlns:a="http://schemas.openxmlformats.org/drawingml/2006/main">
            <a:off x="8229600" y="4857750"/>
            <a:ext cx="335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완료라고 말할 근거는?</a:t>
            </a:r>
          </a:p>
        </p:txBody>
      </p:sp>
      <p:sp>
        <p:nvSpPr>
          <p:cNvPr id="39" name="명령과 함께, 실행할 시점과 결과의 판단 기준도 정한다">
            <a:extLst xmlns:a="http://schemas.openxmlformats.org/drawingml/2006/main">
              <a:ext uri="{FF2B5EF4-FFF2-40B4-BE49-F238E27FC236}">
                <a16:creationId xmlns:a16="http://schemas.microsoft.com/office/drawing/2014/main" id="{EB01BED5-C749-4CF1-901D-2717FED854F1}"/>
              </a:ext>
            </a:extLst>
          </p:cNvPr>
          <p:cNvSpPr>
            <a:spLocks xmlns:a="http://schemas.openxmlformats.org/drawingml/2006/main" noGrp="1"/>
          </p:cNvSpPr>
          <p:nvPr/>
        </p:nvSpPr>
        <p:spPr>
          <a:xfrm xmlns:a="http://schemas.openxmlformats.org/drawingml/2006/main">
            <a:off x="609600" y="537210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명령과 함께, 실행할 시점과 결과의 판단 기준도 정한다</a:t>
            </a:r>
          </a:p>
        </p:txBody>
      </p:sp>
      <p:sp>
        <p:nvSpPr>
          <p:cNvPr id="40" name="Legacy module connection">
            <a:extLst xmlns:a="http://schemas.openxmlformats.org/drawingml/2006/main">
              <a:ext uri="{FF2B5EF4-FFF2-40B4-BE49-F238E27FC236}">
                <a16:creationId xmlns:a16="http://schemas.microsoft.com/office/drawing/2014/main" id="{62CEADD7-357E-4897-8D1A-3B03487A8432}"/>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M8</a:t>
            </a:r>
          </a:p>
        </p:txBody>
      </p:sp>
    </p:spTree>
    <p:extLst>
      <p:ext uri="{BB962C8B-B14F-4D97-AF65-F5344CB8AC3E}">
        <p14:creationId xmlns:p14="http://schemas.microsoft.com/office/powerpoint/2010/main" val="968252682"/>
      </p:ext>
    </p:extLst>
  </p:cSld>
</p:sld>
</file>

<file path=ppt/slides/slide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4" name="ACT 3 · 이번 요청과 계속 쓸 기준·방법">
            <a:extLst xmlns:a="http://schemas.openxmlformats.org/drawingml/2006/main">
              <a:ext uri="{FF2B5EF4-FFF2-40B4-BE49-F238E27FC236}">
                <a16:creationId xmlns:a16="http://schemas.microsoft.com/office/drawing/2014/main" id="{24535E9D-90E5-44AD-A35D-8F022E72B91E}"/>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이번 요청과 계속 쓸 기준·방법</a:t>
            </a:r>
          </a:p>
        </p:txBody>
      </p:sp>
      <p:sp>
        <p:nvSpPr>
          <p:cNvPr id="2" name="S52">
            <a:extLst xmlns:a="http://schemas.openxmlformats.org/drawingml/2006/main">
              <a:ext uri="{FF2B5EF4-FFF2-40B4-BE49-F238E27FC236}">
                <a16:creationId xmlns:a16="http://schemas.microsoft.com/office/drawing/2014/main" id="{7071F775-8014-4FD9-9D37-2CD769E7BA0B}"/>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S52</a:t>
            </a:r>
          </a:p>
        </p:txBody>
      </p:sp>
      <p:sp>
        <p:nvSpPr>
          <p:cNvPr id="3" name="목표·기준·방법을 한 작업에 적용한다">
            <a:extLst xmlns:a="http://schemas.openxmlformats.org/drawingml/2006/main">
              <a:ext uri="{FF2B5EF4-FFF2-40B4-BE49-F238E27FC236}">
                <a16:creationId xmlns:a16="http://schemas.microsoft.com/office/drawing/2014/main" id="{B7F58C71-AEE5-427C-A7C3-E4BDEA282B2E}"/>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목표·기준·방법을 한 작업에 적용한다</a:t>
            </a:r>
          </a:p>
        </p:txBody>
      </p:sp>
      <p:sp>
        <p:nvSpPr>
          <p:cNvPr id="4" name="">
            <a:extLst xmlns:a="http://schemas.openxmlformats.org/drawingml/2006/main">
              <a:ext uri="{FF2B5EF4-FFF2-40B4-BE49-F238E27FC236}">
                <a16:creationId xmlns:a16="http://schemas.microsoft.com/office/drawing/2014/main" id="{298A06F0-1980-404A-AAAE-36DD8E8E91CB}"/>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교육용 적용 예 · TRIAL-006/007의 목표·보존 조건·반복 방법을 한 작업에 연결">
            <a:extLst xmlns:a="http://schemas.openxmlformats.org/drawingml/2006/main">
              <a:ext uri="{FF2B5EF4-FFF2-40B4-BE49-F238E27FC236}">
                <a16:creationId xmlns:a16="http://schemas.microsoft.com/office/drawing/2014/main" id="{95DC19F8-AA8E-48EA-81F7-6325AB00642D}"/>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교육용 적용 예 · TRIAL-006/007의 목표·보존 조건·반복 방법을 한 작업에 연결</a:t>
            </a:r>
          </a:p>
        </p:txBody>
      </p:sp>
      <p:sp>
        <p:nvSpPr>
          <p:cNvPr id="6" name="관계 설명용 도식 · 실제 실행 기록이나 제품의 공식 분류가 아님">
            <a:extLst xmlns:a="http://schemas.openxmlformats.org/drawingml/2006/main">
              <a:ext uri="{FF2B5EF4-FFF2-40B4-BE49-F238E27FC236}">
                <a16:creationId xmlns:a16="http://schemas.microsoft.com/office/drawing/2014/main" id="{4B1908E8-135F-4AF0-890E-1DD94364AF5E}"/>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관계 설명용 도식 · 실제 실행 기록이나 제품의 공식 분류가 아님</a:t>
            </a:r>
          </a:p>
        </p:txBody>
      </p:sp>
      <p:sp>
        <p:nvSpPr>
          <p:cNvPr id="7" name="">
            <a:extLst xmlns:a="http://schemas.openxmlformats.org/drawingml/2006/main">
              <a:ext uri="{FF2B5EF4-FFF2-40B4-BE49-F238E27FC236}">
                <a16:creationId xmlns:a16="http://schemas.microsoft.com/office/drawing/2014/main" id="{0CE66BB6-6D60-4ACC-8B84-25C22136BFEF}"/>
              </a:ext>
            </a:extLst>
          </p:cNvPr>
          <p:cNvSpPr>
            <a:spLocks xmlns:a="http://schemas.openxmlformats.org/drawingml/2006/main" noGrp="1"/>
          </p:cNvSpPr>
          <p:nvPr/>
        </p:nvSpPr>
        <p:spPr>
          <a:xfrm xmlns:a="http://schemas.openxmlformats.org/drawingml/2006/main">
            <a:off x="609600" y="2000250"/>
            <a:ext cx="70866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8" name="이번 목표">
            <a:extLst xmlns:a="http://schemas.openxmlformats.org/drawingml/2006/main">
              <a:ext uri="{FF2B5EF4-FFF2-40B4-BE49-F238E27FC236}">
                <a16:creationId xmlns:a16="http://schemas.microsoft.com/office/drawing/2014/main" id="{31740CCD-410B-49D5-A4CE-FFB89CA952DC}"/>
              </a:ext>
            </a:extLst>
          </p:cNvPr>
          <p:cNvSpPr>
            <a:spLocks xmlns:a="http://schemas.openxmlformats.org/drawingml/2006/main" noGrp="1"/>
          </p:cNvSpPr>
          <p:nvPr/>
        </p:nvSpPr>
        <p:spPr>
          <a:xfrm xmlns:a="http://schemas.openxmlformats.org/drawingml/2006/main">
            <a:off x="800100" y="2143125"/>
            <a:ext cx="1562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이번 목표</a:t>
            </a:r>
          </a:p>
        </p:txBody>
      </p:sp>
      <p:sp>
        <p:nvSpPr>
          <p:cNvPr id="9" name="normalize 성능을 조사해줘.">
            <a:extLst xmlns:a="http://schemas.openxmlformats.org/drawingml/2006/main">
              <a:ext uri="{FF2B5EF4-FFF2-40B4-BE49-F238E27FC236}">
                <a16:creationId xmlns:a16="http://schemas.microsoft.com/office/drawing/2014/main" id="{CC112B18-C747-4BFD-B594-105F87DD0883}"/>
              </a:ext>
            </a:extLst>
          </p:cNvPr>
          <p:cNvSpPr>
            <a:spLocks xmlns:a="http://schemas.openxmlformats.org/drawingml/2006/main" noGrp="1"/>
          </p:cNvSpPr>
          <p:nvPr/>
        </p:nvSpPr>
        <p:spPr>
          <a:xfrm xmlns:a="http://schemas.openxmlformats.org/drawingml/2006/main">
            <a:off x="2381250" y="2200275"/>
            <a:ext cx="5124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17212B"/>
                </a:solidFill>
                <a:latin typeface="Malgun Gothic"/>
                <a:ea typeface="Malgun Gothic"/>
                <a:cs typeface="Malgun Gothic"/>
              </a:defRPr>
            </a:defPPr>
            <a:lvl1pPr algn="l">
              <a:defRPr sz="2250" b="1">
                <a:solidFill>
                  <a:srgbClr val="17212B"/>
                </a:solidFill>
                <a:latin typeface="Malgun Gothic"/>
                <a:ea typeface="Malgun Gothic"/>
                <a:cs typeface="Malgun Gothic"/>
              </a:defRPr>
            </a:lvl1pPr>
            <a:lvl2pPr algn="l">
              <a:defRPr sz="2250" b="1">
                <a:solidFill>
                  <a:srgbClr val="17212B"/>
                </a:solidFill>
                <a:latin typeface="Malgun Gothic"/>
                <a:ea typeface="Malgun Gothic"/>
                <a:cs typeface="Malgun Gothic"/>
              </a:defRPr>
            </a:lvl2pPr>
            <a:lvl3pPr algn="l">
              <a:defRPr sz="2250" b="1">
                <a:solidFill>
                  <a:srgbClr val="17212B"/>
                </a:solidFill>
                <a:latin typeface="Malgun Gothic"/>
                <a:ea typeface="Malgun Gothic"/>
                <a:cs typeface="Malgun Gothic"/>
              </a:defRPr>
            </a:lvl3pPr>
            <a:lvl4pPr algn="l">
              <a:defRPr sz="2250" b="1">
                <a:solidFill>
                  <a:srgbClr val="17212B"/>
                </a:solidFill>
                <a:latin typeface="Malgun Gothic"/>
                <a:ea typeface="Malgun Gothic"/>
                <a:cs typeface="Malgun Gothic"/>
              </a:defRPr>
            </a:lvl4pPr>
            <a:lvl5pPr algn="l">
              <a:defRPr sz="2250" b="1">
                <a:solidFill>
                  <a:srgbClr val="17212B"/>
                </a:solidFill>
                <a:latin typeface="Malgun Gothic"/>
                <a:ea typeface="Malgun Gothic"/>
                <a:cs typeface="Malgun Gothic"/>
              </a:defRPr>
            </a:lvl5pPr>
            <a:lvl6pPr algn="l">
              <a:defRPr sz="2250" b="1">
                <a:solidFill>
                  <a:srgbClr val="17212B"/>
                </a:solidFill>
                <a:latin typeface="Malgun Gothic"/>
                <a:ea typeface="Malgun Gothic"/>
                <a:cs typeface="Malgun Gothic"/>
              </a:defRPr>
            </a:lvl6pPr>
            <a:lvl7pPr algn="l">
              <a:defRPr sz="2250" b="1">
                <a:solidFill>
                  <a:srgbClr val="17212B"/>
                </a:solidFill>
                <a:latin typeface="Malgun Gothic"/>
                <a:ea typeface="Malgun Gothic"/>
                <a:cs typeface="Malgun Gothic"/>
              </a:defRPr>
            </a:lvl7pPr>
            <a:lvl8pPr algn="l">
              <a:defRPr sz="2250" b="1">
                <a:solidFill>
                  <a:srgbClr val="17212B"/>
                </a:solidFill>
                <a:latin typeface="Malgun Gothic"/>
                <a:ea typeface="Malgun Gothic"/>
                <a:cs typeface="Malgun Gothic"/>
              </a:defRPr>
            </a:lvl8pPr>
            <a:lvl9pPr algn="l">
              <a:defRPr sz="2250" b="1">
                <a:solidFill>
                  <a:srgbClr val="17212B"/>
                </a:solidFill>
                <a:latin typeface="Malgun Gothic"/>
                <a:ea typeface="Malgun Gothic"/>
                <a:cs typeface="Malgun Gothic"/>
              </a:defRPr>
            </a:lvl9pPr>
          </a:lstStyle>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normalize 성능을 조사해줘.</a:t>
            </a:r>
          </a:p>
        </p:txBody>
      </p:sp>
      <p:sp>
        <p:nvSpPr>
          <p:cNvPr id="10" name="">
            <a:extLst xmlns:a="http://schemas.openxmlformats.org/drawingml/2006/main">
              <a:ext uri="{FF2B5EF4-FFF2-40B4-BE49-F238E27FC236}">
                <a16:creationId xmlns:a16="http://schemas.microsoft.com/office/drawing/2014/main" id="{6D569BF4-A904-47C3-B0B0-BF84FF4E3358}"/>
              </a:ext>
            </a:extLst>
          </p:cNvPr>
          <p:cNvSpPr>
            <a:spLocks xmlns:a="http://schemas.openxmlformats.org/drawingml/2006/main" noGrp="1"/>
          </p:cNvSpPr>
          <p:nvPr/>
        </p:nvSpPr>
        <p:spPr>
          <a:xfrm xmlns:a="http://schemas.openxmlformats.org/drawingml/2006/main">
            <a:off x="4000500" y="2962275"/>
            <a:ext cx="257175" cy="219075"/>
          </a:xfrm>
          <a:prstGeom xmlns:a="http://schemas.openxmlformats.org/drawingml/2006/main" prst="downArrow">
            <a:avLst/>
          </a:prstGeom>
          <a:solidFill xmlns:a="http://schemas.openxmlformats.org/drawingml/2006/main">
            <a:srgbClr val="0B617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9146515-7DCB-4F4F-B067-766B588D7CB4}"/>
              </a:ext>
            </a:extLst>
          </p:cNvPr>
          <p:cNvSpPr>
            <a:spLocks xmlns:a="http://schemas.openxmlformats.org/drawingml/2006/main" noGrp="1"/>
          </p:cNvSpPr>
          <p:nvPr/>
        </p:nvSpPr>
        <p:spPr>
          <a:xfrm xmlns:a="http://schemas.openxmlformats.org/drawingml/2006/main">
            <a:off x="609600" y="3238500"/>
            <a:ext cx="7086600" cy="1914525"/>
          </a:xfrm>
          <a:prstGeom xmlns:a="http://schemas.openxmlformats.org/drawingml/2006/main" prst="rect">
            <a:avLst/>
          </a:prstGeom>
          <a:solidFill xmlns:a="http://schemas.openxmlformats.org/drawingml/2006/main">
            <a:srgbClr val="F4F6F8"/>
          </a:solidFill>
          <a:ln xmlns:a="http://schemas.openxmlformats.org/drawingml/2006/main" w="19050">
            <a:solidFill>
              <a:srgbClr val="0B6172"/>
            </a:solidFill>
            <a:prstDash val="solid"/>
          </a:ln>
        </p:spPr>
      </p:sp>
      <p:sp>
        <p:nvSpPr>
          <p:cNvPr id="12" name="프로젝트에서 지킬 기준">
            <a:extLst xmlns:a="http://schemas.openxmlformats.org/drawingml/2006/main">
              <a:ext uri="{FF2B5EF4-FFF2-40B4-BE49-F238E27FC236}">
                <a16:creationId xmlns:a16="http://schemas.microsoft.com/office/drawing/2014/main" id="{137090A2-EDA3-47AC-8892-EC2A76FDEFA9}"/>
              </a:ext>
            </a:extLst>
          </p:cNvPr>
          <p:cNvSpPr>
            <a:spLocks xmlns:a="http://schemas.openxmlformats.org/drawingml/2006/main" noGrp="1"/>
          </p:cNvSpPr>
          <p:nvPr/>
        </p:nvSpPr>
        <p:spPr>
          <a:xfrm xmlns:a="http://schemas.openxmlformats.org/drawingml/2006/main">
            <a:off x="800100" y="3324225"/>
            <a:ext cx="670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프로젝트에서 지킬 기준</a:t>
            </a:r>
          </a:p>
        </p:txBody>
      </p:sp>
      <p:sp>
        <p:nvSpPr>
          <p:cNvPr id="13" name="기존 이미지 동작 · 공개 명세 보존">
            <a:extLst xmlns:a="http://schemas.openxmlformats.org/drawingml/2006/main">
              <a:ext uri="{FF2B5EF4-FFF2-40B4-BE49-F238E27FC236}">
                <a16:creationId xmlns:a16="http://schemas.microsoft.com/office/drawing/2014/main" id="{313CF51A-89AF-4118-8B39-427FD4538DF5}"/>
              </a:ext>
            </a:extLst>
          </p:cNvPr>
          <p:cNvSpPr>
            <a:spLocks xmlns:a="http://schemas.openxmlformats.org/drawingml/2006/main" noGrp="1"/>
          </p:cNvSpPr>
          <p:nvPr/>
        </p:nvSpPr>
        <p:spPr>
          <a:xfrm xmlns:a="http://schemas.openxmlformats.org/drawingml/2006/main">
            <a:off x="800100" y="3705225"/>
            <a:ext cx="6705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기존 이미지 동작 · 공개 명세 보존</a:t>
            </a:r>
          </a:p>
        </p:txBody>
      </p:sp>
      <p:sp>
        <p:nvSpPr>
          <p:cNvPr id="14" name="">
            <a:extLst xmlns:a="http://schemas.openxmlformats.org/drawingml/2006/main">
              <a:ext uri="{FF2B5EF4-FFF2-40B4-BE49-F238E27FC236}">
                <a16:creationId xmlns:a16="http://schemas.microsoft.com/office/drawing/2014/main" id="{F6DC7CB0-8A92-4FF5-AD49-BBC1E3F2DF55}"/>
              </a:ext>
            </a:extLst>
          </p:cNvPr>
          <p:cNvSpPr>
            <a:spLocks xmlns:a="http://schemas.openxmlformats.org/drawingml/2006/main" noGrp="1"/>
          </p:cNvSpPr>
          <p:nvPr/>
        </p:nvSpPr>
        <p:spPr>
          <a:xfrm xmlns:a="http://schemas.openxmlformats.org/drawingml/2006/main">
            <a:off x="800100" y="4238625"/>
            <a:ext cx="670560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5" name="normalize 구현 조사 · 변경 여부 판단">
            <a:extLst xmlns:a="http://schemas.openxmlformats.org/drawingml/2006/main">
              <a:ext uri="{FF2B5EF4-FFF2-40B4-BE49-F238E27FC236}">
                <a16:creationId xmlns:a16="http://schemas.microsoft.com/office/drawing/2014/main" id="{80646971-4FD5-41FC-BA5D-FF1DEAE6B629}"/>
              </a:ext>
            </a:extLst>
          </p:cNvPr>
          <p:cNvSpPr>
            <a:spLocks xmlns:a="http://schemas.openxmlformats.org/drawingml/2006/main" noGrp="1"/>
          </p:cNvSpPr>
          <p:nvPr/>
        </p:nvSpPr>
        <p:spPr>
          <a:xfrm xmlns:a="http://schemas.openxmlformats.org/drawingml/2006/main">
            <a:off x="952500" y="4381500"/>
            <a:ext cx="6400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normalize 구현 조사 · 변경 여부 판단</a:t>
            </a:r>
          </a:p>
        </p:txBody>
      </p:sp>
      <p:sp>
        <p:nvSpPr>
          <p:cNvPr id="16" name="">
            <a:extLst xmlns:a="http://schemas.openxmlformats.org/drawingml/2006/main">
              <a:ext uri="{FF2B5EF4-FFF2-40B4-BE49-F238E27FC236}">
                <a16:creationId xmlns:a16="http://schemas.microsoft.com/office/drawing/2014/main" id="{7FB21059-FE4A-4E77-82F4-877A7804CFE6}"/>
              </a:ext>
            </a:extLst>
          </p:cNvPr>
          <p:cNvSpPr>
            <a:spLocks xmlns:a="http://schemas.openxmlformats.org/drawingml/2006/main" noGrp="1"/>
          </p:cNvSpPr>
          <p:nvPr/>
        </p:nvSpPr>
        <p:spPr>
          <a:xfrm xmlns:a="http://schemas.openxmlformats.org/drawingml/2006/main">
            <a:off x="8915400" y="2000250"/>
            <a:ext cx="2667000" cy="3152775"/>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17" name="재사용할&#10;수행 방법">
            <a:extLst xmlns:a="http://schemas.openxmlformats.org/drawingml/2006/main">
              <a:ext uri="{FF2B5EF4-FFF2-40B4-BE49-F238E27FC236}">
                <a16:creationId xmlns:a16="http://schemas.microsoft.com/office/drawing/2014/main" id="{6E02383F-6A81-43B1-82C3-133694A348B0}"/>
              </a:ext>
            </a:extLst>
          </p:cNvPr>
          <p:cNvSpPr>
            <a:spLocks xmlns:a="http://schemas.openxmlformats.org/drawingml/2006/main" noGrp="1"/>
          </p:cNvSpPr>
          <p:nvPr/>
        </p:nvSpPr>
        <p:spPr>
          <a:xfrm xmlns:a="http://schemas.openxmlformats.org/drawingml/2006/main">
            <a:off x="9105900" y="2162175"/>
            <a:ext cx="2286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재사용할</a:t>
            </a:r>
          </a:p>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수행 방법</a:t>
            </a:r>
          </a:p>
        </p:txBody>
      </p:sp>
      <p:sp>
        <p:nvSpPr>
          <p:cNvPr id="18" name="">
            <a:extLst xmlns:a="http://schemas.openxmlformats.org/drawingml/2006/main">
              <a:ext uri="{FF2B5EF4-FFF2-40B4-BE49-F238E27FC236}">
                <a16:creationId xmlns:a16="http://schemas.microsoft.com/office/drawing/2014/main" id="{54FBE692-3A07-4C62-8348-FCBD09D8D279}"/>
              </a:ext>
            </a:extLst>
          </p:cNvPr>
          <p:cNvSpPr>
            <a:spLocks xmlns:a="http://schemas.openxmlformats.org/drawingml/2006/main" noGrp="1"/>
          </p:cNvSpPr>
          <p:nvPr/>
        </p:nvSpPr>
        <p:spPr>
          <a:xfrm xmlns:a="http://schemas.openxmlformats.org/drawingml/2006/main">
            <a:off x="9105900" y="3057525"/>
            <a:ext cx="2286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측정·조사&#10;검증·비교">
            <a:extLst xmlns:a="http://schemas.openxmlformats.org/drawingml/2006/main">
              <a:ext uri="{FF2B5EF4-FFF2-40B4-BE49-F238E27FC236}">
                <a16:creationId xmlns:a16="http://schemas.microsoft.com/office/drawing/2014/main" id="{32E4EBA3-C5AD-45C1-A0C4-79032405500A}"/>
              </a:ext>
            </a:extLst>
          </p:cNvPr>
          <p:cNvSpPr>
            <a:spLocks xmlns:a="http://schemas.openxmlformats.org/drawingml/2006/main" noGrp="1"/>
          </p:cNvSpPr>
          <p:nvPr/>
        </p:nvSpPr>
        <p:spPr>
          <a:xfrm xmlns:a="http://schemas.openxmlformats.org/drawingml/2006/main">
            <a:off x="9105900" y="3238500"/>
            <a:ext cx="228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측정·조사</a:t>
            </a:r>
          </a:p>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검증·비교</a:t>
            </a:r>
          </a:p>
        </p:txBody>
      </p:sp>
      <p:sp>
        <p:nvSpPr>
          <p:cNvPr id="20" name="이번 작업에도 적용">
            <a:extLst xmlns:a="http://schemas.openxmlformats.org/drawingml/2006/main">
              <a:ext uri="{FF2B5EF4-FFF2-40B4-BE49-F238E27FC236}">
                <a16:creationId xmlns:a16="http://schemas.microsoft.com/office/drawing/2014/main" id="{57417AE2-65E9-4EF9-924C-C709F8F424CB}"/>
              </a:ext>
            </a:extLst>
          </p:cNvPr>
          <p:cNvSpPr>
            <a:spLocks xmlns:a="http://schemas.openxmlformats.org/drawingml/2006/main" noGrp="1"/>
          </p:cNvSpPr>
          <p:nvPr/>
        </p:nvSpPr>
        <p:spPr>
          <a:xfrm xmlns:a="http://schemas.openxmlformats.org/drawingml/2006/main">
            <a:off x="9105900" y="4362450"/>
            <a:ext cx="2286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이번 작업에도 적용</a:t>
            </a:r>
          </a:p>
        </p:txBody>
      </p:sp>
      <p:sp>
        <p:nvSpPr>
          <p:cNvPr id="21" name="">
            <a:extLst xmlns:a="http://schemas.openxmlformats.org/drawingml/2006/main">
              <a:ext uri="{FF2B5EF4-FFF2-40B4-BE49-F238E27FC236}">
                <a16:creationId xmlns:a16="http://schemas.microsoft.com/office/drawing/2014/main" id="{FC2CCF0B-D36E-4672-B88D-29407B395985}"/>
              </a:ext>
            </a:extLst>
          </p:cNvPr>
          <p:cNvSpPr>
            <a:spLocks xmlns:a="http://schemas.openxmlformats.org/drawingml/2006/main" noGrp="1"/>
          </p:cNvSpPr>
          <p:nvPr/>
        </p:nvSpPr>
        <p:spPr>
          <a:xfrm xmlns:a="http://schemas.openxmlformats.org/drawingml/2006/main">
            <a:off x="7858125" y="4457700"/>
            <a:ext cx="885825" cy="257175"/>
          </a:xfrm>
          <a:prstGeom xmlns:a="http://schemas.openxmlformats.org/drawingml/2006/main" prst="leftArrow">
            <a:avLst/>
          </a:prstGeom>
          <a:solidFill xmlns:a="http://schemas.openxmlformats.org/drawingml/2006/main">
            <a:srgbClr val="0B6172"/>
          </a:solidFill>
          <a:ln xmlns:a="http://schemas.openxmlformats.org/drawingml/2006/main" w="0">
            <a:noFill/>
          </a:ln>
        </p:spPr>
      </p:sp>
      <p:sp>
        <p:nvSpPr>
          <p:cNvPr id="22" name="같은 수행 방법이 다음 작업에도 필요하다면?">
            <a:extLst xmlns:a="http://schemas.openxmlformats.org/drawingml/2006/main">
              <a:ext uri="{FF2B5EF4-FFF2-40B4-BE49-F238E27FC236}">
                <a16:creationId xmlns:a16="http://schemas.microsoft.com/office/drawing/2014/main" id="{A0F3E16C-0A64-4AE8-A420-799EB6680726}"/>
              </a:ext>
            </a:extLst>
          </p:cNvPr>
          <p:cNvSpPr>
            <a:spLocks xmlns:a="http://schemas.openxmlformats.org/drawingml/2006/main" noGrp="1"/>
          </p:cNvSpPr>
          <p:nvPr/>
        </p:nvSpPr>
        <p:spPr>
          <a:xfrm xmlns:a="http://schemas.openxmlformats.org/drawingml/2006/main">
            <a:off x="609600" y="53149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같은 수행 방법이 다음 작업에도 필요하다면?</a:t>
            </a:r>
          </a:p>
        </p:txBody>
      </p:sp>
      <p:sp>
        <p:nvSpPr>
          <p:cNvPr id="23" name="Legacy module connection">
            <a:extLst xmlns:a="http://schemas.openxmlformats.org/drawingml/2006/main">
              <a:ext uri="{FF2B5EF4-FFF2-40B4-BE49-F238E27FC236}">
                <a16:creationId xmlns:a16="http://schemas.microsoft.com/office/drawing/2014/main" id="{421687D7-55F7-4AD2-A2EB-68969350947B}"/>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M8</a:t>
            </a:r>
          </a:p>
        </p:txBody>
      </p:sp>
    </p:spTree>
    <p:extLst>
      <p:ext uri="{BB962C8B-B14F-4D97-AF65-F5344CB8AC3E}">
        <p14:creationId xmlns:p14="http://schemas.microsoft.com/office/powerpoint/2010/main" val="1025153566"/>
      </p:ext>
    </p:extLst>
  </p:cSld>
</p:sld>
</file>

<file path=ppt/slides/slide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8" name="ACT 3 · 이번 요청과 프로젝트가 유지할 수행 방법">
            <a:extLst xmlns:a="http://schemas.openxmlformats.org/drawingml/2006/main">
              <a:ext uri="{FF2B5EF4-FFF2-40B4-BE49-F238E27FC236}">
                <a16:creationId xmlns:a16="http://schemas.microsoft.com/office/drawing/2014/main" id="{8D684AD0-5F54-4F91-AFBC-B85872F36FD4}"/>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이번 요청과 프로젝트가 유지할 수행 방법</a:t>
            </a:r>
          </a:p>
        </p:txBody>
      </p:sp>
      <p:sp>
        <p:nvSpPr>
          <p:cNvPr id="2" name="S53">
            <a:extLst xmlns:a="http://schemas.openxmlformats.org/drawingml/2006/main">
              <a:ext uri="{FF2B5EF4-FFF2-40B4-BE49-F238E27FC236}">
                <a16:creationId xmlns:a16="http://schemas.microsoft.com/office/drawing/2014/main" id="{D4754183-EA07-4704-960B-418063C25B74}"/>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S53</a:t>
            </a:r>
          </a:p>
        </p:txBody>
      </p:sp>
      <p:sp>
        <p:nvSpPr>
          <p:cNvPr id="3" name="반복 절차를 Skill로 모으는 이유">
            <a:extLst xmlns:a="http://schemas.openxmlformats.org/drawingml/2006/main">
              <a:ext uri="{FF2B5EF4-FFF2-40B4-BE49-F238E27FC236}">
                <a16:creationId xmlns:a16="http://schemas.microsoft.com/office/drawing/2014/main" id="{14C18D39-EEC4-469B-9CC8-B408877EEBFB}"/>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반복 절차를 Skill로 모으는 이유</a:t>
            </a:r>
          </a:p>
        </p:txBody>
      </p:sp>
      <p:sp>
        <p:nvSpPr>
          <p:cNvPr id="4" name="">
            <a:extLst xmlns:a="http://schemas.openxmlformats.org/drawingml/2006/main">
              <a:ext uri="{FF2B5EF4-FFF2-40B4-BE49-F238E27FC236}">
                <a16:creationId xmlns:a16="http://schemas.microsoft.com/office/drawing/2014/main" id="{FA34E006-6CC3-4BDD-9E45-BB4BED1DCCE5}"/>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DEC-0017 · 프로젝트 Skill을 선택한 설계 의도 · 왼쪽 요청은 교육용 요약">
            <a:extLst xmlns:a="http://schemas.openxmlformats.org/drawingml/2006/main">
              <a:ext uri="{FF2B5EF4-FFF2-40B4-BE49-F238E27FC236}">
                <a16:creationId xmlns:a16="http://schemas.microsoft.com/office/drawing/2014/main" id="{844C1731-9D2D-4726-817D-F02F0BAC84C6}"/>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DEC-0017 · 프로젝트 Skill을 선택한 설계 의도 · 왼쪽 요청은 교육용 요약</a:t>
            </a:r>
          </a:p>
        </p:txBody>
      </p:sp>
      <p:sp>
        <p:nvSpPr>
          <p:cNvPr id="6" name="설계 선택이며 성공 증명 아님 · 현재 제품 표면·계정·호출 경로는 별도 확인">
            <a:extLst xmlns:a="http://schemas.openxmlformats.org/drawingml/2006/main">
              <a:ext uri="{FF2B5EF4-FFF2-40B4-BE49-F238E27FC236}">
                <a16:creationId xmlns:a16="http://schemas.microsoft.com/office/drawing/2014/main" id="{7A2D8218-941D-4FD5-85AF-991CDD1AC78C}"/>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설계 선택이며 성공 증명 아님 · 현재 제품 표면·계정·호출 경로는 별도 확인</a:t>
            </a:r>
          </a:p>
        </p:txBody>
      </p:sp>
      <p:sp>
        <p:nvSpPr>
          <p:cNvPr id="7" name="작업마다 달라지는 요청">
            <a:extLst xmlns:a="http://schemas.openxmlformats.org/drawingml/2006/main">
              <a:ext uri="{FF2B5EF4-FFF2-40B4-BE49-F238E27FC236}">
                <a16:creationId xmlns:a16="http://schemas.microsoft.com/office/drawing/2014/main" id="{1A82113D-ED4C-4FF2-ABC6-045891D4313C}"/>
              </a:ext>
            </a:extLst>
          </p:cNvPr>
          <p:cNvSpPr>
            <a:spLocks xmlns:a="http://schemas.openxmlformats.org/drawingml/2006/main" noGrp="1"/>
          </p:cNvSpPr>
          <p:nvPr/>
        </p:nvSpPr>
        <p:spPr>
          <a:xfrm xmlns:a="http://schemas.openxmlformats.org/drawingml/2006/main">
            <a:off x="609600" y="1704975"/>
            <a:ext cx="4686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17212B"/>
                </a:solidFill>
                <a:latin typeface="Malgun Gothic"/>
                <a:ea typeface="Malgun Gothic"/>
                <a:cs typeface="Malgun Gothic"/>
              </a:defRPr>
            </a:defPPr>
            <a:lvl1pPr algn="l">
              <a:defRPr sz="2250" b="1">
                <a:solidFill>
                  <a:srgbClr val="17212B"/>
                </a:solidFill>
                <a:latin typeface="Malgun Gothic"/>
                <a:ea typeface="Malgun Gothic"/>
                <a:cs typeface="Malgun Gothic"/>
              </a:defRPr>
            </a:lvl1pPr>
            <a:lvl2pPr algn="l">
              <a:defRPr sz="2250" b="1">
                <a:solidFill>
                  <a:srgbClr val="17212B"/>
                </a:solidFill>
                <a:latin typeface="Malgun Gothic"/>
                <a:ea typeface="Malgun Gothic"/>
                <a:cs typeface="Malgun Gothic"/>
              </a:defRPr>
            </a:lvl2pPr>
            <a:lvl3pPr algn="l">
              <a:defRPr sz="2250" b="1">
                <a:solidFill>
                  <a:srgbClr val="17212B"/>
                </a:solidFill>
                <a:latin typeface="Malgun Gothic"/>
                <a:ea typeface="Malgun Gothic"/>
                <a:cs typeface="Malgun Gothic"/>
              </a:defRPr>
            </a:lvl3pPr>
            <a:lvl4pPr algn="l">
              <a:defRPr sz="2250" b="1">
                <a:solidFill>
                  <a:srgbClr val="17212B"/>
                </a:solidFill>
                <a:latin typeface="Malgun Gothic"/>
                <a:ea typeface="Malgun Gothic"/>
                <a:cs typeface="Malgun Gothic"/>
              </a:defRPr>
            </a:lvl4pPr>
            <a:lvl5pPr algn="l">
              <a:defRPr sz="2250" b="1">
                <a:solidFill>
                  <a:srgbClr val="17212B"/>
                </a:solidFill>
                <a:latin typeface="Malgun Gothic"/>
                <a:ea typeface="Malgun Gothic"/>
                <a:cs typeface="Malgun Gothic"/>
              </a:defRPr>
            </a:lvl5pPr>
            <a:lvl6pPr algn="l">
              <a:defRPr sz="2250" b="1">
                <a:solidFill>
                  <a:srgbClr val="17212B"/>
                </a:solidFill>
                <a:latin typeface="Malgun Gothic"/>
                <a:ea typeface="Malgun Gothic"/>
                <a:cs typeface="Malgun Gothic"/>
              </a:defRPr>
            </a:lvl6pPr>
            <a:lvl7pPr algn="l">
              <a:defRPr sz="2250" b="1">
                <a:solidFill>
                  <a:srgbClr val="17212B"/>
                </a:solidFill>
                <a:latin typeface="Malgun Gothic"/>
                <a:ea typeface="Malgun Gothic"/>
                <a:cs typeface="Malgun Gothic"/>
              </a:defRPr>
            </a:lvl7pPr>
            <a:lvl8pPr algn="l">
              <a:defRPr sz="2250" b="1">
                <a:solidFill>
                  <a:srgbClr val="17212B"/>
                </a:solidFill>
                <a:latin typeface="Malgun Gothic"/>
                <a:ea typeface="Malgun Gothic"/>
                <a:cs typeface="Malgun Gothic"/>
              </a:defRPr>
            </a:lvl8pPr>
            <a:lvl9pPr algn="l">
              <a:defRPr sz="2250" b="1">
                <a:solidFill>
                  <a:srgbClr val="17212B"/>
                </a:solidFill>
                <a:latin typeface="Malgun Gothic"/>
                <a:ea typeface="Malgun Gothic"/>
                <a:cs typeface="Malgun Gothic"/>
              </a:defRPr>
            </a:lvl9pPr>
          </a:lstStyle>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작업마다 달라지는 요청</a:t>
            </a:r>
          </a:p>
        </p:txBody>
      </p:sp>
      <p:sp>
        <p:nvSpPr>
          <p:cNvPr id="8" name="">
            <a:extLst xmlns:a="http://schemas.openxmlformats.org/drawingml/2006/main">
              <a:ext uri="{FF2B5EF4-FFF2-40B4-BE49-F238E27FC236}">
                <a16:creationId xmlns:a16="http://schemas.microsoft.com/office/drawing/2014/main" id="{2EA08A90-3659-4F95-9FBF-E81B4373259A}"/>
              </a:ext>
            </a:extLst>
          </p:cNvPr>
          <p:cNvSpPr>
            <a:spLocks xmlns:a="http://schemas.openxmlformats.org/drawingml/2006/main" noGrp="1"/>
          </p:cNvSpPr>
          <p:nvPr/>
        </p:nvSpPr>
        <p:spPr>
          <a:xfrm xmlns:a="http://schemas.openxmlformats.org/drawingml/2006/main">
            <a:off x="609600" y="2324100"/>
            <a:ext cx="4648200" cy="115252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9" name="A  resize_nearest 성능 조사">
            <a:extLst xmlns:a="http://schemas.openxmlformats.org/drawingml/2006/main">
              <a:ext uri="{FF2B5EF4-FFF2-40B4-BE49-F238E27FC236}">
                <a16:creationId xmlns:a16="http://schemas.microsoft.com/office/drawing/2014/main" id="{F89E4B43-3498-4211-B6B5-A2D13A9DBDBB}"/>
              </a:ext>
            </a:extLst>
          </p:cNvPr>
          <p:cNvSpPr>
            <a:spLocks xmlns:a="http://schemas.openxmlformats.org/drawingml/2006/main" noGrp="1"/>
          </p:cNvSpPr>
          <p:nvPr/>
        </p:nvSpPr>
        <p:spPr>
          <a:xfrm xmlns:a="http://schemas.openxmlformats.org/drawingml/2006/main">
            <a:off x="800100" y="2438400"/>
            <a:ext cx="426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A  resize_nearest 성능 조사</a:t>
            </a:r>
          </a:p>
        </p:txBody>
      </p:sp>
      <p:sp>
        <p:nvSpPr>
          <p:cNvPr id="10" name="이번 목표 · 허용 범위 · 보존 조건">
            <a:extLst xmlns:a="http://schemas.openxmlformats.org/drawingml/2006/main">
              <a:ext uri="{FF2B5EF4-FFF2-40B4-BE49-F238E27FC236}">
                <a16:creationId xmlns:a16="http://schemas.microsoft.com/office/drawing/2014/main" id="{A4045762-5537-4085-AC49-59F44D65EDD8}"/>
              </a:ext>
            </a:extLst>
          </p:cNvPr>
          <p:cNvSpPr>
            <a:spLocks xmlns:a="http://schemas.openxmlformats.org/drawingml/2006/main" noGrp="1"/>
          </p:cNvSpPr>
          <p:nvPr/>
        </p:nvSpPr>
        <p:spPr>
          <a:xfrm xmlns:a="http://schemas.openxmlformats.org/drawingml/2006/main">
            <a:off x="800100" y="3000375"/>
            <a:ext cx="426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이번 목표 · 허용 범위 · 보존 조건</a:t>
            </a:r>
          </a:p>
        </p:txBody>
      </p:sp>
      <p:sp>
        <p:nvSpPr>
          <p:cNvPr id="11" name="">
            <a:extLst xmlns:a="http://schemas.openxmlformats.org/drawingml/2006/main">
              <a:ext uri="{FF2B5EF4-FFF2-40B4-BE49-F238E27FC236}">
                <a16:creationId xmlns:a16="http://schemas.microsoft.com/office/drawing/2014/main" id="{5D4262E0-3CD4-4E1E-A705-B05121F250CA}"/>
              </a:ext>
            </a:extLst>
          </p:cNvPr>
          <p:cNvSpPr>
            <a:spLocks xmlns:a="http://schemas.openxmlformats.org/drawingml/2006/main" noGrp="1"/>
          </p:cNvSpPr>
          <p:nvPr/>
        </p:nvSpPr>
        <p:spPr>
          <a:xfrm xmlns:a="http://schemas.openxmlformats.org/drawingml/2006/main">
            <a:off x="609600" y="3800475"/>
            <a:ext cx="4648200" cy="115252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2" name="B  normalize 성능 조사">
            <a:extLst xmlns:a="http://schemas.openxmlformats.org/drawingml/2006/main">
              <a:ext uri="{FF2B5EF4-FFF2-40B4-BE49-F238E27FC236}">
                <a16:creationId xmlns:a16="http://schemas.microsoft.com/office/drawing/2014/main" id="{3E606D8C-211F-42F0-9757-C6D7CF7493F1}"/>
              </a:ext>
            </a:extLst>
          </p:cNvPr>
          <p:cNvSpPr>
            <a:spLocks xmlns:a="http://schemas.openxmlformats.org/drawingml/2006/main" noGrp="1"/>
          </p:cNvSpPr>
          <p:nvPr/>
        </p:nvSpPr>
        <p:spPr>
          <a:xfrm xmlns:a="http://schemas.openxmlformats.org/drawingml/2006/main">
            <a:off x="800100" y="3914775"/>
            <a:ext cx="426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B  normalize 성능 조사</a:t>
            </a:r>
          </a:p>
        </p:txBody>
      </p:sp>
      <p:sp>
        <p:nvSpPr>
          <p:cNvPr id="13" name="이번 목표 · 허용 범위 · 보존 조건">
            <a:extLst xmlns:a="http://schemas.openxmlformats.org/drawingml/2006/main">
              <a:ext uri="{FF2B5EF4-FFF2-40B4-BE49-F238E27FC236}">
                <a16:creationId xmlns:a16="http://schemas.microsoft.com/office/drawing/2014/main" id="{23951F92-ECA3-4F5A-B719-5E0C1D408DF4}"/>
              </a:ext>
            </a:extLst>
          </p:cNvPr>
          <p:cNvSpPr>
            <a:spLocks xmlns:a="http://schemas.openxmlformats.org/drawingml/2006/main" noGrp="1"/>
          </p:cNvSpPr>
          <p:nvPr/>
        </p:nvSpPr>
        <p:spPr>
          <a:xfrm xmlns:a="http://schemas.openxmlformats.org/drawingml/2006/main">
            <a:off x="800100" y="4476750"/>
            <a:ext cx="4267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이번 목표 · 허용 범위 · 보존 조건</a:t>
            </a:r>
          </a:p>
        </p:txBody>
      </p:sp>
      <p:sp>
        <p:nvSpPr>
          <p:cNvPr id="14" name="">
            <a:extLst xmlns:a="http://schemas.openxmlformats.org/drawingml/2006/main">
              <a:ext uri="{FF2B5EF4-FFF2-40B4-BE49-F238E27FC236}">
                <a16:creationId xmlns:a16="http://schemas.microsoft.com/office/drawing/2014/main" id="{A0264EF5-9986-4D64-9CD0-B306A7E86C2F}"/>
              </a:ext>
            </a:extLst>
          </p:cNvPr>
          <p:cNvSpPr>
            <a:spLocks xmlns:a="http://schemas.openxmlformats.org/drawingml/2006/main" noGrp="1"/>
          </p:cNvSpPr>
          <p:nvPr/>
        </p:nvSpPr>
        <p:spPr>
          <a:xfrm xmlns:a="http://schemas.openxmlformats.org/drawingml/2006/main">
            <a:off x="7010400" y="2324100"/>
            <a:ext cx="4572000" cy="262890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15" name="한 곳에서 관리할 수행 방법">
            <a:extLst xmlns:a="http://schemas.openxmlformats.org/drawingml/2006/main">
              <a:ext uri="{FF2B5EF4-FFF2-40B4-BE49-F238E27FC236}">
                <a16:creationId xmlns:a16="http://schemas.microsoft.com/office/drawing/2014/main" id="{A390BE07-E021-4851-8DD5-7F352D7DAA8B}"/>
              </a:ext>
            </a:extLst>
          </p:cNvPr>
          <p:cNvSpPr>
            <a:spLocks xmlns:a="http://schemas.openxmlformats.org/drawingml/2006/main" noGrp="1"/>
          </p:cNvSpPr>
          <p:nvPr/>
        </p:nvSpPr>
        <p:spPr>
          <a:xfrm xmlns:a="http://schemas.openxmlformats.org/drawingml/2006/main">
            <a:off x="7200900" y="2419350"/>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한 곳에서 관리할 수행 방법</a:t>
            </a:r>
          </a:p>
        </p:txBody>
      </p:sp>
      <p:sp>
        <p:nvSpPr>
          <p:cNvPr id="16" name="graypipe-performance / SKILL.md">
            <a:extLst xmlns:a="http://schemas.openxmlformats.org/drawingml/2006/main">
              <a:ext uri="{FF2B5EF4-FFF2-40B4-BE49-F238E27FC236}">
                <a16:creationId xmlns:a16="http://schemas.microsoft.com/office/drawing/2014/main" id="{4D7577CD-6205-4EAA-B47A-EA5F9FCE101C}"/>
              </a:ext>
            </a:extLst>
          </p:cNvPr>
          <p:cNvSpPr>
            <a:spLocks xmlns:a="http://schemas.openxmlformats.org/drawingml/2006/main" noGrp="1"/>
          </p:cNvSpPr>
          <p:nvPr/>
        </p:nvSpPr>
        <p:spPr>
          <a:xfrm xmlns:a="http://schemas.openxmlformats.org/drawingml/2006/main">
            <a:off x="7200900" y="287655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7212B"/>
                </a:solidFill>
                <a:latin typeface="Consolas"/>
                <a:ea typeface="Consolas"/>
                <a:cs typeface="Consolas"/>
              </a:defRPr>
            </a:defPPr>
            <a:lvl1pPr algn="l">
              <a:defRPr sz="1650" b="1">
                <a:solidFill>
                  <a:srgbClr val="17212B"/>
                </a:solidFill>
                <a:latin typeface="Consolas"/>
                <a:ea typeface="Consolas"/>
                <a:cs typeface="Consolas"/>
              </a:defRPr>
            </a:lvl1pPr>
            <a:lvl2pPr algn="l">
              <a:defRPr sz="1650" b="1">
                <a:solidFill>
                  <a:srgbClr val="17212B"/>
                </a:solidFill>
                <a:latin typeface="Consolas"/>
                <a:ea typeface="Consolas"/>
                <a:cs typeface="Consolas"/>
              </a:defRPr>
            </a:lvl2pPr>
            <a:lvl3pPr algn="l">
              <a:defRPr sz="1650" b="1">
                <a:solidFill>
                  <a:srgbClr val="17212B"/>
                </a:solidFill>
                <a:latin typeface="Consolas"/>
                <a:ea typeface="Consolas"/>
                <a:cs typeface="Consolas"/>
              </a:defRPr>
            </a:lvl3pPr>
            <a:lvl4pPr algn="l">
              <a:defRPr sz="1650" b="1">
                <a:solidFill>
                  <a:srgbClr val="17212B"/>
                </a:solidFill>
                <a:latin typeface="Consolas"/>
                <a:ea typeface="Consolas"/>
                <a:cs typeface="Consolas"/>
              </a:defRPr>
            </a:lvl4pPr>
            <a:lvl5pPr algn="l">
              <a:defRPr sz="1650" b="1">
                <a:solidFill>
                  <a:srgbClr val="17212B"/>
                </a:solidFill>
                <a:latin typeface="Consolas"/>
                <a:ea typeface="Consolas"/>
                <a:cs typeface="Consolas"/>
              </a:defRPr>
            </a:lvl5pPr>
            <a:lvl6pPr algn="l">
              <a:defRPr sz="1650" b="1">
                <a:solidFill>
                  <a:srgbClr val="17212B"/>
                </a:solidFill>
                <a:latin typeface="Consolas"/>
                <a:ea typeface="Consolas"/>
                <a:cs typeface="Consolas"/>
              </a:defRPr>
            </a:lvl6pPr>
            <a:lvl7pPr algn="l">
              <a:defRPr sz="1650" b="1">
                <a:solidFill>
                  <a:srgbClr val="17212B"/>
                </a:solidFill>
                <a:latin typeface="Consolas"/>
                <a:ea typeface="Consolas"/>
                <a:cs typeface="Consolas"/>
              </a:defRPr>
            </a:lvl7pPr>
            <a:lvl8pPr algn="l">
              <a:defRPr sz="1650" b="1">
                <a:solidFill>
                  <a:srgbClr val="17212B"/>
                </a:solidFill>
                <a:latin typeface="Consolas"/>
                <a:ea typeface="Consolas"/>
                <a:cs typeface="Consolas"/>
              </a:defRPr>
            </a:lvl8pPr>
            <a:lvl9pPr algn="l">
              <a:defRPr sz="1650" b="1">
                <a:solidFill>
                  <a:srgbClr val="17212B"/>
                </a:solidFill>
                <a:latin typeface="Consolas"/>
                <a:ea typeface="Consolas"/>
                <a:cs typeface="Consolas"/>
              </a:defRPr>
            </a:lvl9pPr>
          </a:lstStyle>
          <a:p xmlns:a="http://schemas.openxmlformats.org/drawingml/2006/main">
            <a:pPr algn="l">
              <a:defRPr sz="1650" b="1">
                <a:solidFill>
                  <a:srgbClr val="17212B"/>
                </a:solidFill>
                <a:latin typeface="Consolas"/>
                <a:ea typeface="Consolas"/>
                <a:cs typeface="Consolas"/>
              </a:defRPr>
            </a:pPr>
            <a:r>
              <a:rPr sz="1650" b="1">
                <a:solidFill>
                  <a:srgbClr val="17212B"/>
                </a:solidFill>
                <a:latin typeface="Consolas"/>
                <a:ea typeface="Consolas"/>
                <a:cs typeface="Consolas"/>
              </a:rPr>
              <a:t>graypipe-performance / SKILL.md</a:t>
            </a:r>
          </a:p>
        </p:txBody>
      </p:sp>
      <p:sp>
        <p:nvSpPr>
          <p:cNvPr id="17" name="">
            <a:extLst xmlns:a="http://schemas.openxmlformats.org/drawingml/2006/main">
              <a:ext uri="{FF2B5EF4-FFF2-40B4-BE49-F238E27FC236}">
                <a16:creationId xmlns:a16="http://schemas.microsoft.com/office/drawing/2014/main" id="{4CDF9AC0-CA01-4D3B-A857-5DA12ADEC32C}"/>
              </a:ext>
            </a:extLst>
          </p:cNvPr>
          <p:cNvSpPr>
            <a:spLocks xmlns:a="http://schemas.openxmlformats.org/drawingml/2006/main" noGrp="1"/>
          </p:cNvSpPr>
          <p:nvPr/>
        </p:nvSpPr>
        <p:spPr>
          <a:xfrm xmlns:a="http://schemas.openxmlformats.org/drawingml/2006/main">
            <a:off x="7200900" y="3295650"/>
            <a:ext cx="4191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8" name="측정·조사">
            <a:extLst xmlns:a="http://schemas.openxmlformats.org/drawingml/2006/main">
              <a:ext uri="{FF2B5EF4-FFF2-40B4-BE49-F238E27FC236}">
                <a16:creationId xmlns:a16="http://schemas.microsoft.com/office/drawing/2014/main" id="{74366B6D-C2C6-4909-B748-705188736537}"/>
              </a:ext>
            </a:extLst>
          </p:cNvPr>
          <p:cNvSpPr>
            <a:spLocks xmlns:a="http://schemas.openxmlformats.org/drawingml/2006/main" noGrp="1"/>
          </p:cNvSpPr>
          <p:nvPr/>
        </p:nvSpPr>
        <p:spPr>
          <a:xfrm xmlns:a="http://schemas.openxmlformats.org/drawingml/2006/main">
            <a:off x="7200900" y="343852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측정·조사</a:t>
            </a:r>
          </a:p>
        </p:txBody>
      </p:sp>
      <p:sp>
        <p:nvSpPr>
          <p:cNvPr id="19" name="계획·변경 판단">
            <a:extLst xmlns:a="http://schemas.openxmlformats.org/drawingml/2006/main">
              <a:ext uri="{FF2B5EF4-FFF2-40B4-BE49-F238E27FC236}">
                <a16:creationId xmlns:a16="http://schemas.microsoft.com/office/drawing/2014/main" id="{B2393A4E-0DB9-4219-BAF2-25471454D651}"/>
              </a:ext>
            </a:extLst>
          </p:cNvPr>
          <p:cNvSpPr>
            <a:spLocks xmlns:a="http://schemas.openxmlformats.org/drawingml/2006/main" noGrp="1"/>
          </p:cNvSpPr>
          <p:nvPr/>
        </p:nvSpPr>
        <p:spPr>
          <a:xfrm xmlns:a="http://schemas.openxmlformats.org/drawingml/2006/main">
            <a:off x="7200900" y="3905250"/>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계획·변경 판단</a:t>
            </a:r>
          </a:p>
        </p:txBody>
      </p:sp>
      <p:sp>
        <p:nvSpPr>
          <p:cNvPr id="20" name="검증·동일 측정·보고">
            <a:extLst xmlns:a="http://schemas.openxmlformats.org/drawingml/2006/main">
              <a:ext uri="{FF2B5EF4-FFF2-40B4-BE49-F238E27FC236}">
                <a16:creationId xmlns:a16="http://schemas.microsoft.com/office/drawing/2014/main" id="{B5102D41-6373-4DB3-B24A-E5F9AB673344}"/>
              </a:ext>
            </a:extLst>
          </p:cNvPr>
          <p:cNvSpPr>
            <a:spLocks xmlns:a="http://schemas.openxmlformats.org/drawingml/2006/main" noGrp="1"/>
          </p:cNvSpPr>
          <p:nvPr/>
        </p:nvSpPr>
        <p:spPr>
          <a:xfrm xmlns:a="http://schemas.openxmlformats.org/drawingml/2006/main">
            <a:off x="7200900" y="437197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검증·동일 측정·보고</a:t>
            </a:r>
          </a:p>
        </p:txBody>
      </p:sp>
      <p:sp>
        <p:nvSpPr>
          <p:cNvPr id="21" name="">
            <a:extLst xmlns:a="http://schemas.openxmlformats.org/drawingml/2006/main">
              <a:ext uri="{FF2B5EF4-FFF2-40B4-BE49-F238E27FC236}">
                <a16:creationId xmlns:a16="http://schemas.microsoft.com/office/drawing/2014/main" id="{69500D5A-E772-4C32-82F7-69AF53C4669A}"/>
              </a:ext>
            </a:extLst>
          </p:cNvPr>
          <p:cNvSpPr>
            <a:spLocks xmlns:a="http://schemas.openxmlformats.org/drawingml/2006/main" noGrp="1"/>
          </p:cNvSpPr>
          <p:nvPr/>
        </p:nvSpPr>
        <p:spPr>
          <a:xfrm xmlns:a="http://schemas.openxmlformats.org/drawingml/2006/main">
            <a:off x="6334125" y="2895600"/>
            <a:ext cx="0" cy="1476375"/>
          </a:xfrm>
          <a:prstGeom xmlns:a="http://schemas.openxmlformats.org/drawingml/2006/main" prst="line">
            <a:avLst/>
          </a:prstGeom>
          <a:noFill xmlns:a="http://schemas.openxmlformats.org/drawingml/2006/main"/>
          <a:ln xmlns:a="http://schemas.openxmlformats.org/drawingml/2006/main" w="28575">
            <a:solidFill>
              <a:srgbClr val="0B6172"/>
            </a:solidFill>
          </a:ln>
        </p:spPr>
      </p:sp>
      <p:sp>
        <p:nvSpPr>
          <p:cNvPr id="22" name="">
            <a:extLst xmlns:a="http://schemas.openxmlformats.org/drawingml/2006/main">
              <a:ext uri="{FF2B5EF4-FFF2-40B4-BE49-F238E27FC236}">
                <a16:creationId xmlns:a16="http://schemas.microsoft.com/office/drawing/2014/main" id="{76FAB9A2-C615-49C1-87FE-0B9540214520}"/>
              </a:ext>
            </a:extLst>
          </p:cNvPr>
          <p:cNvSpPr>
            <a:spLocks xmlns:a="http://schemas.openxmlformats.org/drawingml/2006/main" noGrp="1"/>
          </p:cNvSpPr>
          <p:nvPr/>
        </p:nvSpPr>
        <p:spPr>
          <a:xfrm xmlns:a="http://schemas.openxmlformats.org/drawingml/2006/main">
            <a:off x="6334125" y="3638550"/>
            <a:ext cx="676275"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cxnSp>
        <p:nvCxnSpPr>
          <p:cNvPr id="23" name="">
            <a:extLst xmlns:a="http://schemas.openxmlformats.org/drawingml/2006/main">
              <a:ext uri="{FF2B5EF4-FFF2-40B4-BE49-F238E27FC236}">
                <a16:creationId xmlns:a16="http://schemas.microsoft.com/office/drawing/2014/main" id="{156D4ECC-F686-4A30-9B4E-FD2019FE8329}"/>
              </a:ext>
            </a:extLst>
          </p:cNvPr>
          <p:cNvCxnSpPr/>
          <p:nvPr/>
        </p:nvCxnSpPr>
        <p:spPr>
          <a:xfrm xmlns:a="http://schemas.openxmlformats.org/drawingml/2006/main">
            <a:off x="5314950" y="2895600"/>
            <a:ext cx="1019175" cy="0"/>
          </a:xfrm>
          <a:prstGeom xmlns:a="http://schemas.openxmlformats.org/drawingml/2006/main" prst="straightConnector1">
            <a:avLst/>
          </a:prstGeom>
          <a:ln xmlns:a="http://schemas.openxmlformats.org/drawingml/2006/main" w="28575">
            <a:solidFill>
              <a:srgbClr val="0B6172"/>
            </a:solidFill>
            <a:headEnd type="triangle" w="sm" len="sm"/>
          </a:ln>
        </p:spPr>
      </p:cxnSp>
      <p:cxnSp>
        <p:nvCxnSpPr>
          <p:cNvPr id="24" name="">
            <a:extLst xmlns:a="http://schemas.openxmlformats.org/drawingml/2006/main">
              <a:ext uri="{FF2B5EF4-FFF2-40B4-BE49-F238E27FC236}">
                <a16:creationId xmlns:a16="http://schemas.microsoft.com/office/drawing/2014/main" id="{7BBAC71E-E892-46DC-A38E-9701ECF895DF}"/>
              </a:ext>
            </a:extLst>
          </p:cNvPr>
          <p:cNvCxnSpPr/>
          <p:nvPr/>
        </p:nvCxnSpPr>
        <p:spPr>
          <a:xfrm xmlns:a="http://schemas.openxmlformats.org/drawingml/2006/main">
            <a:off x="5314950" y="4371975"/>
            <a:ext cx="1019175" cy="0"/>
          </a:xfrm>
          <a:prstGeom xmlns:a="http://schemas.openxmlformats.org/drawingml/2006/main" prst="straightConnector1">
            <a:avLst/>
          </a:prstGeom>
          <a:ln xmlns:a="http://schemas.openxmlformats.org/drawingml/2006/main" w="28575">
            <a:solidFill>
              <a:srgbClr val="0B6172"/>
            </a:solidFill>
            <a:headEnd type="triangle" w="sm" len="sm"/>
          </a:ln>
        </p:spPr>
      </p:cxnSp>
      <p:sp>
        <p:nvSpPr>
          <p:cNvPr id="25" name="재사용">
            <a:extLst xmlns:a="http://schemas.openxmlformats.org/drawingml/2006/main">
              <a:ext uri="{FF2B5EF4-FFF2-40B4-BE49-F238E27FC236}">
                <a16:creationId xmlns:a16="http://schemas.microsoft.com/office/drawing/2014/main" id="{18738E20-211A-4646-B760-D56698059DCF}"/>
              </a:ext>
            </a:extLst>
          </p:cNvPr>
          <p:cNvSpPr>
            <a:spLocks xmlns:a="http://schemas.openxmlformats.org/drawingml/2006/main" noGrp="1"/>
          </p:cNvSpPr>
          <p:nvPr/>
        </p:nvSpPr>
        <p:spPr>
          <a:xfrm xmlns:a="http://schemas.openxmlformats.org/drawingml/2006/main">
            <a:off x="5410200" y="3495675"/>
            <a:ext cx="800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재사용</a:t>
            </a:r>
          </a:p>
        </p:txBody>
      </p:sp>
      <p:sp>
        <p:nvSpPr>
          <p:cNvPr id="26" name="같은 절차를 매번 다시 쓰지 않고, 한 곳에서 관리한다">
            <a:extLst xmlns:a="http://schemas.openxmlformats.org/drawingml/2006/main">
              <a:ext uri="{FF2B5EF4-FFF2-40B4-BE49-F238E27FC236}">
                <a16:creationId xmlns:a16="http://schemas.microsoft.com/office/drawing/2014/main" id="{323C7C64-F21E-48ED-AC3F-FB112D477284}"/>
              </a:ext>
            </a:extLst>
          </p:cNvPr>
          <p:cNvSpPr>
            <a:spLocks xmlns:a="http://schemas.openxmlformats.org/drawingml/2006/main" noGrp="1"/>
          </p:cNvSpPr>
          <p:nvPr/>
        </p:nvSpPr>
        <p:spPr>
          <a:xfrm xmlns:a="http://schemas.openxmlformats.org/drawingml/2006/main">
            <a:off x="609600" y="53244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같은 절차를 매번 다시 쓰지 않고, 한 곳에서 관리한다</a:t>
            </a:r>
          </a:p>
        </p:txBody>
      </p:sp>
      <p:sp>
        <p:nvSpPr>
          <p:cNvPr id="27" name="Legacy module connection">
            <a:extLst xmlns:a="http://schemas.openxmlformats.org/drawingml/2006/main">
              <a:ext uri="{FF2B5EF4-FFF2-40B4-BE49-F238E27FC236}">
                <a16:creationId xmlns:a16="http://schemas.microsoft.com/office/drawing/2014/main" id="{1971A64A-3A87-4E3B-A5B5-70ECE5B254E2}"/>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M8</a:t>
            </a:r>
          </a:p>
        </p:txBody>
      </p:sp>
    </p:spTree>
    <p:extLst>
      <p:ext uri="{BB962C8B-B14F-4D97-AF65-F5344CB8AC3E}">
        <p14:creationId xmlns:p14="http://schemas.microsoft.com/office/powerpoint/2010/main" val="1590997172"/>
      </p:ext>
    </p:extLst>
  </p:cSld>
</p:sld>
</file>

<file path=ppt/slides/slide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4" name="ACT 3 · 밝기 통계 작업에서 확인한 CLI 기록">
            <a:extLst xmlns:a="http://schemas.openxmlformats.org/drawingml/2006/main">
              <a:ext uri="{FF2B5EF4-FFF2-40B4-BE49-F238E27FC236}">
                <a16:creationId xmlns:a16="http://schemas.microsoft.com/office/drawing/2014/main" id="{559EA2D9-28C6-495A-A9CB-3F8732923FF0}"/>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밝기 통계 작업에서 확인한 CLI 기록</a:t>
            </a:r>
          </a:p>
        </p:txBody>
      </p:sp>
      <p:sp>
        <p:nvSpPr>
          <p:cNvPr id="2" name="S54">
            <a:extLst xmlns:a="http://schemas.openxmlformats.org/drawingml/2006/main">
              <a:ext uri="{FF2B5EF4-FFF2-40B4-BE49-F238E27FC236}">
                <a16:creationId xmlns:a16="http://schemas.microsoft.com/office/drawing/2014/main" id="{D23F75E3-4397-46E4-B4A9-0EC31193EF9C}"/>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S54</a:t>
            </a:r>
          </a:p>
        </p:txBody>
      </p:sp>
      <p:sp>
        <p:nvSpPr>
          <p:cNvPr id="3" name="Skill 발견·호출·본문 포함의 근거">
            <a:extLst xmlns:a="http://schemas.openxmlformats.org/drawingml/2006/main">
              <a:ext uri="{FF2B5EF4-FFF2-40B4-BE49-F238E27FC236}">
                <a16:creationId xmlns:a16="http://schemas.microsoft.com/office/drawing/2014/main" id="{FE068059-802A-49BB-91FF-EC681412CE26}"/>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Skill 발견·호출·본문 포함의 근거</a:t>
            </a:r>
          </a:p>
        </p:txBody>
      </p:sp>
      <p:sp>
        <p:nvSpPr>
          <p:cNvPr id="4" name="">
            <a:extLst xmlns:a="http://schemas.openxmlformats.org/drawingml/2006/main">
              <a:ext uri="{FF2B5EF4-FFF2-40B4-BE49-F238E27FC236}">
                <a16:creationId xmlns:a16="http://schemas.microsoft.com/office/drawing/2014/main" id="{97790228-6C9F-4A3D-B61F-2BC92E627339}"/>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8 · Codex CLI 0.154.0 · 기록 발췌·번역·재구성 (실제 UI 캡처 아님)">
            <a:extLst xmlns:a="http://schemas.openxmlformats.org/drawingml/2006/main">
              <a:ext uri="{FF2B5EF4-FFF2-40B4-BE49-F238E27FC236}">
                <a16:creationId xmlns:a16="http://schemas.microsoft.com/office/drawing/2014/main" id="{D08E2574-16D9-416F-854A-28309D4F759B}"/>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TRIAL-008 · Codex CLI 0.154.0 · 기록 발췌·번역·재구성 (실제 UI 캡처 아님)</a:t>
            </a:r>
          </a:p>
        </p:txBody>
      </p:sp>
      <p:sp>
        <p:nvSpPr>
          <p:cNvPr id="6" name="별도 load 이벤트 없음 · 지침 준수의 보장은 아님 · 현재 Desktop·암묵 호출 미검증">
            <a:extLst xmlns:a="http://schemas.openxmlformats.org/drawingml/2006/main">
              <a:ext uri="{FF2B5EF4-FFF2-40B4-BE49-F238E27FC236}">
                <a16:creationId xmlns:a16="http://schemas.microsoft.com/office/drawing/2014/main" id="{80A2D24D-66B2-4EA9-9293-BBA9665C0241}"/>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별도 load 이벤트 없음 · 지침 준수의 보장은 아님 · 현재 Desktop·암묵 호출 미검증</a:t>
            </a:r>
          </a:p>
        </p:txBody>
      </p:sp>
      <p:sp>
        <p:nvSpPr>
          <p:cNvPr id="7" name="재사용할 방법을 밝기 통계(image_statistics) 요청에 연결했다">
            <a:extLst xmlns:a="http://schemas.openxmlformats.org/drawingml/2006/main">
              <a:ext uri="{FF2B5EF4-FFF2-40B4-BE49-F238E27FC236}">
                <a16:creationId xmlns:a16="http://schemas.microsoft.com/office/drawing/2014/main" id="{20B5654D-FD36-4932-953E-4F213526F0B0}"/>
              </a:ext>
            </a:extLst>
          </p:cNvPr>
          <p:cNvSpPr>
            <a:spLocks xmlns:a="http://schemas.openxmlformats.org/drawingml/2006/main" noGrp="1"/>
          </p:cNvSpPr>
          <p:nvPr/>
        </p:nvSpPr>
        <p:spPr>
          <a:xfrm xmlns:a="http://schemas.openxmlformats.org/drawingml/2006/main">
            <a:off x="609600" y="16573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재사용할 방법을 밝기 통계(image_statistics) 요청에 연결했다</a:t>
            </a:r>
          </a:p>
        </p:txBody>
      </p:sp>
      <p:sp>
        <p:nvSpPr>
          <p:cNvPr id="8" name="01  목록에서 발견">
            <a:extLst xmlns:a="http://schemas.openxmlformats.org/drawingml/2006/main">
              <a:ext uri="{FF2B5EF4-FFF2-40B4-BE49-F238E27FC236}">
                <a16:creationId xmlns:a16="http://schemas.microsoft.com/office/drawing/2014/main" id="{D366051F-FE7C-484C-9AC2-030AB7782052}"/>
              </a:ext>
            </a:extLst>
          </p:cNvPr>
          <p:cNvSpPr>
            <a:spLocks xmlns:a="http://schemas.openxmlformats.org/drawingml/2006/main" noGrp="1"/>
          </p:cNvSpPr>
          <p:nvPr/>
        </p:nvSpPr>
        <p:spPr>
          <a:xfrm xmlns:a="http://schemas.openxmlformats.org/drawingml/2006/main">
            <a:off x="609600" y="2171700"/>
            <a:ext cx="3124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01  목록에서 발견</a:t>
            </a:r>
          </a:p>
        </p:txBody>
      </p:sp>
      <p:sp>
        <p:nvSpPr>
          <p:cNvPr id="9" name="">
            <a:extLst xmlns:a="http://schemas.openxmlformats.org/drawingml/2006/main">
              <a:ext uri="{FF2B5EF4-FFF2-40B4-BE49-F238E27FC236}">
                <a16:creationId xmlns:a16="http://schemas.microsoft.com/office/drawing/2014/main" id="{5ED7634F-C5C8-4EE6-B8AA-A268450BE284}"/>
              </a:ext>
            </a:extLst>
          </p:cNvPr>
          <p:cNvSpPr>
            <a:spLocks xmlns:a="http://schemas.openxmlformats.org/drawingml/2006/main" noGrp="1"/>
          </p:cNvSpPr>
          <p:nvPr/>
        </p:nvSpPr>
        <p:spPr>
          <a:xfrm xmlns:a="http://schemas.openxmlformats.org/drawingml/2006/main">
            <a:off x="609600" y="2590800"/>
            <a:ext cx="31242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0" name="02  요청에 명시 호출">
            <a:extLst xmlns:a="http://schemas.openxmlformats.org/drawingml/2006/main">
              <a:ext uri="{FF2B5EF4-FFF2-40B4-BE49-F238E27FC236}">
                <a16:creationId xmlns:a16="http://schemas.microsoft.com/office/drawing/2014/main" id="{130ADD40-1AA0-42F5-B4CC-4674EDF6D191}"/>
              </a:ext>
            </a:extLst>
          </p:cNvPr>
          <p:cNvSpPr>
            <a:spLocks xmlns:a="http://schemas.openxmlformats.org/drawingml/2006/main" noGrp="1"/>
          </p:cNvSpPr>
          <p:nvPr/>
        </p:nvSpPr>
        <p:spPr>
          <a:xfrm xmlns:a="http://schemas.openxmlformats.org/drawingml/2006/main">
            <a:off x="4114800" y="2171700"/>
            <a:ext cx="3505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02  요청에 명시 호출</a:t>
            </a:r>
          </a:p>
        </p:txBody>
      </p:sp>
      <p:sp>
        <p:nvSpPr>
          <p:cNvPr id="11" name="">
            <a:extLst xmlns:a="http://schemas.openxmlformats.org/drawingml/2006/main">
              <a:ext uri="{FF2B5EF4-FFF2-40B4-BE49-F238E27FC236}">
                <a16:creationId xmlns:a16="http://schemas.microsoft.com/office/drawing/2014/main" id="{5F18E642-C1D3-4293-BA00-48FA88806A43}"/>
              </a:ext>
            </a:extLst>
          </p:cNvPr>
          <p:cNvSpPr>
            <a:spLocks xmlns:a="http://schemas.openxmlformats.org/drawingml/2006/main" noGrp="1"/>
          </p:cNvSpPr>
          <p:nvPr/>
        </p:nvSpPr>
        <p:spPr>
          <a:xfrm xmlns:a="http://schemas.openxmlformats.org/drawingml/2006/main">
            <a:off x="4114800" y="2590800"/>
            <a:ext cx="35052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2" name="03  실행 기록 확인">
            <a:extLst xmlns:a="http://schemas.openxmlformats.org/drawingml/2006/main">
              <a:ext uri="{FF2B5EF4-FFF2-40B4-BE49-F238E27FC236}">
                <a16:creationId xmlns:a16="http://schemas.microsoft.com/office/drawing/2014/main" id="{4CB2831C-5D7A-48A0-BA66-885233F5D7D2}"/>
              </a:ext>
            </a:extLst>
          </p:cNvPr>
          <p:cNvSpPr>
            <a:spLocks xmlns:a="http://schemas.openxmlformats.org/drawingml/2006/main" noGrp="1"/>
          </p:cNvSpPr>
          <p:nvPr/>
        </p:nvSpPr>
        <p:spPr>
          <a:xfrm xmlns:a="http://schemas.openxmlformats.org/drawingml/2006/main">
            <a:off x="8001000" y="2171700"/>
            <a:ext cx="3581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03  실행 기록 확인</a:t>
            </a:r>
          </a:p>
        </p:txBody>
      </p:sp>
      <p:sp>
        <p:nvSpPr>
          <p:cNvPr id="13" name="">
            <a:extLst xmlns:a="http://schemas.openxmlformats.org/drawingml/2006/main">
              <a:ext uri="{FF2B5EF4-FFF2-40B4-BE49-F238E27FC236}">
                <a16:creationId xmlns:a16="http://schemas.microsoft.com/office/drawing/2014/main" id="{79AA07D8-5DE3-475E-915E-258EC6F8C3A3}"/>
              </a:ext>
            </a:extLst>
          </p:cNvPr>
          <p:cNvSpPr>
            <a:spLocks xmlns:a="http://schemas.openxmlformats.org/drawingml/2006/main" noGrp="1"/>
          </p:cNvSpPr>
          <p:nvPr/>
        </p:nvSpPr>
        <p:spPr>
          <a:xfrm xmlns:a="http://schemas.openxmlformats.org/drawingml/2006/main">
            <a:off x="8001000" y="2590800"/>
            <a:ext cx="35814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cxnSp>
        <p:nvCxnSpPr>
          <p:cNvPr id="14" name="">
            <a:extLst xmlns:a="http://schemas.openxmlformats.org/drawingml/2006/main">
              <a:ext uri="{FF2B5EF4-FFF2-40B4-BE49-F238E27FC236}">
                <a16:creationId xmlns:a16="http://schemas.microsoft.com/office/drawing/2014/main" id="{D7E87E65-268E-45A2-BF81-DC8A8B1A57F6}"/>
              </a:ext>
            </a:extLst>
          </p:cNvPr>
          <p:cNvCxnSpPr/>
          <p:nvPr/>
        </p:nvCxnSpPr>
        <p:spPr>
          <a:xfrm xmlns:a="http://schemas.openxmlformats.org/drawingml/2006/main">
            <a:off x="3829050" y="2352675"/>
            <a:ext cx="190500" cy="0"/>
          </a:xfrm>
          <a:prstGeom xmlns:a="http://schemas.openxmlformats.org/drawingml/2006/main" prst="straightConnector1">
            <a:avLst/>
          </a:prstGeom>
          <a:ln xmlns:a="http://schemas.openxmlformats.org/drawingml/2006/main" w="28575">
            <a:solidFill>
              <a:srgbClr val="0B6172"/>
            </a:solidFill>
            <a:tailEnd type="triangle" w="sm" len="sm"/>
          </a:ln>
        </p:spPr>
      </p:cxnSp>
      <p:cxnSp>
        <p:nvCxnSpPr>
          <p:cNvPr id="15" name="">
            <a:extLst xmlns:a="http://schemas.openxmlformats.org/drawingml/2006/main">
              <a:ext uri="{FF2B5EF4-FFF2-40B4-BE49-F238E27FC236}">
                <a16:creationId xmlns:a16="http://schemas.microsoft.com/office/drawing/2014/main" id="{84AF98B1-FC54-4EBE-A5A4-11AA4BD8FA15}"/>
              </a:ext>
            </a:extLst>
          </p:cNvPr>
          <p:cNvCxnSpPr/>
          <p:nvPr/>
        </p:nvCxnSpPr>
        <p:spPr>
          <a:xfrm xmlns:a="http://schemas.openxmlformats.org/drawingml/2006/main">
            <a:off x="7715250" y="2352675"/>
            <a:ext cx="190500" cy="0"/>
          </a:xfrm>
          <a:prstGeom xmlns:a="http://schemas.openxmlformats.org/drawingml/2006/main" prst="straightConnector1">
            <a:avLst/>
          </a:prstGeom>
          <a:ln xmlns:a="http://schemas.openxmlformats.org/drawingml/2006/main" w="28575">
            <a:solidFill>
              <a:srgbClr val="0B6172"/>
            </a:solidFill>
            <a:tailEnd type="triangle" w="sm" len="sm"/>
          </a:ln>
        </p:spPr>
      </p:cxnSp>
      <p:sp>
        <p:nvSpPr>
          <p:cNvPr id="16" name="/skills">
            <a:extLst xmlns:a="http://schemas.openxmlformats.org/drawingml/2006/main">
              <a:ext uri="{FF2B5EF4-FFF2-40B4-BE49-F238E27FC236}">
                <a16:creationId xmlns:a16="http://schemas.microsoft.com/office/drawing/2014/main" id="{3EFE3AED-A817-4CF8-8ADC-97D40648CF9C}"/>
              </a:ext>
            </a:extLst>
          </p:cNvPr>
          <p:cNvSpPr>
            <a:spLocks xmlns:a="http://schemas.openxmlformats.org/drawingml/2006/main" noGrp="1"/>
          </p:cNvSpPr>
          <p:nvPr/>
        </p:nvSpPr>
        <p:spPr>
          <a:xfrm xmlns:a="http://schemas.openxmlformats.org/drawingml/2006/main">
            <a:off x="609600" y="2800350"/>
            <a:ext cx="3124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Consolas"/>
                <a:ea typeface="Consolas"/>
                <a:cs typeface="Consolas"/>
              </a:defRPr>
            </a:defPPr>
            <a:lvl1pPr algn="l">
              <a:defRPr sz="1950" b="1">
                <a:solidFill>
                  <a:srgbClr val="0B6172"/>
                </a:solidFill>
                <a:latin typeface="Consolas"/>
                <a:ea typeface="Consolas"/>
                <a:cs typeface="Consolas"/>
              </a:defRPr>
            </a:lvl1pPr>
            <a:lvl2pPr algn="l">
              <a:defRPr sz="1950" b="1">
                <a:solidFill>
                  <a:srgbClr val="0B6172"/>
                </a:solidFill>
                <a:latin typeface="Consolas"/>
                <a:ea typeface="Consolas"/>
                <a:cs typeface="Consolas"/>
              </a:defRPr>
            </a:lvl2pPr>
            <a:lvl3pPr algn="l">
              <a:defRPr sz="1950" b="1">
                <a:solidFill>
                  <a:srgbClr val="0B6172"/>
                </a:solidFill>
                <a:latin typeface="Consolas"/>
                <a:ea typeface="Consolas"/>
                <a:cs typeface="Consolas"/>
              </a:defRPr>
            </a:lvl3pPr>
            <a:lvl4pPr algn="l">
              <a:defRPr sz="1950" b="1">
                <a:solidFill>
                  <a:srgbClr val="0B6172"/>
                </a:solidFill>
                <a:latin typeface="Consolas"/>
                <a:ea typeface="Consolas"/>
                <a:cs typeface="Consolas"/>
              </a:defRPr>
            </a:lvl4pPr>
            <a:lvl5pPr algn="l">
              <a:defRPr sz="1950" b="1">
                <a:solidFill>
                  <a:srgbClr val="0B6172"/>
                </a:solidFill>
                <a:latin typeface="Consolas"/>
                <a:ea typeface="Consolas"/>
                <a:cs typeface="Consolas"/>
              </a:defRPr>
            </a:lvl5pPr>
            <a:lvl6pPr algn="l">
              <a:defRPr sz="1950" b="1">
                <a:solidFill>
                  <a:srgbClr val="0B6172"/>
                </a:solidFill>
                <a:latin typeface="Consolas"/>
                <a:ea typeface="Consolas"/>
                <a:cs typeface="Consolas"/>
              </a:defRPr>
            </a:lvl6pPr>
            <a:lvl7pPr algn="l">
              <a:defRPr sz="1950" b="1">
                <a:solidFill>
                  <a:srgbClr val="0B6172"/>
                </a:solidFill>
                <a:latin typeface="Consolas"/>
                <a:ea typeface="Consolas"/>
                <a:cs typeface="Consolas"/>
              </a:defRPr>
            </a:lvl7pPr>
            <a:lvl8pPr algn="l">
              <a:defRPr sz="1950" b="1">
                <a:solidFill>
                  <a:srgbClr val="0B6172"/>
                </a:solidFill>
                <a:latin typeface="Consolas"/>
                <a:ea typeface="Consolas"/>
                <a:cs typeface="Consolas"/>
              </a:defRPr>
            </a:lvl8pPr>
            <a:lvl9pPr algn="l">
              <a:defRPr sz="1950" b="1">
                <a:solidFill>
                  <a:srgbClr val="0B6172"/>
                </a:solidFill>
                <a:latin typeface="Consolas"/>
                <a:ea typeface="Consolas"/>
                <a:cs typeface="Consolas"/>
              </a:defRPr>
            </a:lvl9pPr>
          </a:lstStyle>
          <a:p xmlns:a="http://schemas.openxmlformats.org/drawingml/2006/main">
            <a:pPr algn="l">
              <a:defRPr sz="1950" b="1">
                <a:solidFill>
                  <a:srgbClr val="0B6172"/>
                </a:solidFill>
                <a:latin typeface="Consolas"/>
                <a:ea typeface="Consolas"/>
                <a:cs typeface="Consolas"/>
              </a:defRPr>
            </a:pPr>
            <a:r>
              <a:rPr sz="1950" b="1">
                <a:solidFill>
                  <a:srgbClr val="0B6172"/>
                </a:solidFill>
                <a:latin typeface="Consolas"/>
                <a:ea typeface="Consolas"/>
                <a:cs typeface="Consolas"/>
              </a:rPr>
              <a:t>/skills</a:t>
            </a:r>
          </a:p>
        </p:txBody>
      </p:sp>
      <p:sp>
        <p:nvSpPr>
          <p:cNvPr id="17" name="">
            <a:extLst xmlns:a="http://schemas.openxmlformats.org/drawingml/2006/main">
              <a:ext uri="{FF2B5EF4-FFF2-40B4-BE49-F238E27FC236}">
                <a16:creationId xmlns:a16="http://schemas.microsoft.com/office/drawing/2014/main" id="{D9254F16-D038-4E82-89DD-0DCD4225C702}"/>
              </a:ext>
            </a:extLst>
          </p:cNvPr>
          <p:cNvSpPr>
            <a:spLocks xmlns:a="http://schemas.openxmlformats.org/drawingml/2006/main" noGrp="1"/>
          </p:cNvSpPr>
          <p:nvPr/>
        </p:nvSpPr>
        <p:spPr>
          <a:xfrm xmlns:a="http://schemas.openxmlformats.org/drawingml/2006/main">
            <a:off x="609600" y="3286125"/>
            <a:ext cx="312420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8" name="graypipe-performance">
            <a:extLst xmlns:a="http://schemas.openxmlformats.org/drawingml/2006/main">
              <a:ext uri="{FF2B5EF4-FFF2-40B4-BE49-F238E27FC236}">
                <a16:creationId xmlns:a16="http://schemas.microsoft.com/office/drawing/2014/main" id="{E0D7E0E0-034F-4F31-8E3A-5EA149BB96CC}"/>
              </a:ext>
            </a:extLst>
          </p:cNvPr>
          <p:cNvSpPr>
            <a:spLocks xmlns:a="http://schemas.openxmlformats.org/drawingml/2006/main" noGrp="1"/>
          </p:cNvSpPr>
          <p:nvPr/>
        </p:nvSpPr>
        <p:spPr>
          <a:xfrm xmlns:a="http://schemas.openxmlformats.org/drawingml/2006/main">
            <a:off x="762000" y="3400425"/>
            <a:ext cx="2819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Consolas"/>
                <a:ea typeface="Consolas"/>
                <a:cs typeface="Consolas"/>
              </a:defRPr>
            </a:defPPr>
            <a:lvl1pPr algn="l">
              <a:defRPr sz="1725" b="1">
                <a:solidFill>
                  <a:srgbClr val="0B6172"/>
                </a:solidFill>
                <a:latin typeface="Consolas"/>
                <a:ea typeface="Consolas"/>
                <a:cs typeface="Consolas"/>
              </a:defRPr>
            </a:lvl1pPr>
            <a:lvl2pPr algn="l">
              <a:defRPr sz="1725" b="1">
                <a:solidFill>
                  <a:srgbClr val="0B6172"/>
                </a:solidFill>
                <a:latin typeface="Consolas"/>
                <a:ea typeface="Consolas"/>
                <a:cs typeface="Consolas"/>
              </a:defRPr>
            </a:lvl2pPr>
            <a:lvl3pPr algn="l">
              <a:defRPr sz="1725" b="1">
                <a:solidFill>
                  <a:srgbClr val="0B6172"/>
                </a:solidFill>
                <a:latin typeface="Consolas"/>
                <a:ea typeface="Consolas"/>
                <a:cs typeface="Consolas"/>
              </a:defRPr>
            </a:lvl3pPr>
            <a:lvl4pPr algn="l">
              <a:defRPr sz="1725" b="1">
                <a:solidFill>
                  <a:srgbClr val="0B6172"/>
                </a:solidFill>
                <a:latin typeface="Consolas"/>
                <a:ea typeface="Consolas"/>
                <a:cs typeface="Consolas"/>
              </a:defRPr>
            </a:lvl4pPr>
            <a:lvl5pPr algn="l">
              <a:defRPr sz="1725" b="1">
                <a:solidFill>
                  <a:srgbClr val="0B6172"/>
                </a:solidFill>
                <a:latin typeface="Consolas"/>
                <a:ea typeface="Consolas"/>
                <a:cs typeface="Consolas"/>
              </a:defRPr>
            </a:lvl5pPr>
            <a:lvl6pPr algn="l">
              <a:defRPr sz="1725" b="1">
                <a:solidFill>
                  <a:srgbClr val="0B6172"/>
                </a:solidFill>
                <a:latin typeface="Consolas"/>
                <a:ea typeface="Consolas"/>
                <a:cs typeface="Consolas"/>
              </a:defRPr>
            </a:lvl6pPr>
            <a:lvl7pPr algn="l">
              <a:defRPr sz="1725" b="1">
                <a:solidFill>
                  <a:srgbClr val="0B6172"/>
                </a:solidFill>
                <a:latin typeface="Consolas"/>
                <a:ea typeface="Consolas"/>
                <a:cs typeface="Consolas"/>
              </a:defRPr>
            </a:lvl7pPr>
            <a:lvl8pPr algn="l">
              <a:defRPr sz="1725" b="1">
                <a:solidFill>
                  <a:srgbClr val="0B6172"/>
                </a:solidFill>
                <a:latin typeface="Consolas"/>
                <a:ea typeface="Consolas"/>
                <a:cs typeface="Consolas"/>
              </a:defRPr>
            </a:lvl8pPr>
            <a:lvl9pPr algn="l">
              <a:defRPr sz="1725" b="1">
                <a:solidFill>
                  <a:srgbClr val="0B6172"/>
                </a:solidFill>
                <a:latin typeface="Consolas"/>
                <a:ea typeface="Consolas"/>
                <a:cs typeface="Consolas"/>
              </a:defRPr>
            </a:lvl9pPr>
          </a:lstStyle>
          <a:p xmlns:a="http://schemas.openxmlformats.org/drawingml/2006/main">
            <a:pPr algn="l">
              <a:defRPr sz="1725" b="1">
                <a:solidFill>
                  <a:srgbClr val="0B6172"/>
                </a:solidFill>
                <a:latin typeface="Consolas"/>
                <a:ea typeface="Consolas"/>
                <a:cs typeface="Consolas"/>
              </a:defRPr>
            </a:pPr>
            <a:r>
              <a:rPr sz="1725" b="1">
                <a:solidFill>
                  <a:srgbClr val="0B6172"/>
                </a:solidFill>
                <a:latin typeface="Consolas"/>
                <a:ea typeface="Consolas"/>
                <a:cs typeface="Consolas"/>
              </a:rPr>
              <a:t>graypipe-performance</a:t>
            </a:r>
          </a:p>
        </p:txBody>
      </p:sp>
      <p:sp>
        <p:nvSpPr>
          <p:cNvPr id="19" name="Investigate repository&#10;performance with reproduc…">
            <a:extLst xmlns:a="http://schemas.openxmlformats.org/drawingml/2006/main">
              <a:ext uri="{FF2B5EF4-FFF2-40B4-BE49-F238E27FC236}">
                <a16:creationId xmlns:a16="http://schemas.microsoft.com/office/drawing/2014/main" id="{6EB8725C-FFA9-4028-8815-A0109872E3D3}"/>
              </a:ext>
            </a:extLst>
          </p:cNvPr>
          <p:cNvSpPr>
            <a:spLocks xmlns:a="http://schemas.openxmlformats.org/drawingml/2006/main" noGrp="1"/>
          </p:cNvSpPr>
          <p:nvPr/>
        </p:nvSpPr>
        <p:spPr>
          <a:xfrm xmlns:a="http://schemas.openxmlformats.org/drawingml/2006/main">
            <a:off x="762000" y="3848100"/>
            <a:ext cx="2819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Consolas"/>
                <a:ea typeface="Consolas"/>
                <a:cs typeface="Consolas"/>
              </a:defRPr>
            </a:defPPr>
            <a:lvl1pPr algn="l">
              <a:defRPr sz="1425" b="0">
                <a:solidFill>
                  <a:srgbClr val="4D5A68"/>
                </a:solidFill>
                <a:latin typeface="Consolas"/>
                <a:ea typeface="Consolas"/>
                <a:cs typeface="Consolas"/>
              </a:defRPr>
            </a:lvl1pPr>
            <a:lvl2pPr algn="l">
              <a:defRPr sz="1425" b="0">
                <a:solidFill>
                  <a:srgbClr val="4D5A68"/>
                </a:solidFill>
                <a:latin typeface="Consolas"/>
                <a:ea typeface="Consolas"/>
                <a:cs typeface="Consolas"/>
              </a:defRPr>
            </a:lvl2pPr>
            <a:lvl3pPr algn="l">
              <a:defRPr sz="1425" b="0">
                <a:solidFill>
                  <a:srgbClr val="4D5A68"/>
                </a:solidFill>
                <a:latin typeface="Consolas"/>
                <a:ea typeface="Consolas"/>
                <a:cs typeface="Consolas"/>
              </a:defRPr>
            </a:lvl3pPr>
            <a:lvl4pPr algn="l">
              <a:defRPr sz="1425" b="0">
                <a:solidFill>
                  <a:srgbClr val="4D5A68"/>
                </a:solidFill>
                <a:latin typeface="Consolas"/>
                <a:ea typeface="Consolas"/>
                <a:cs typeface="Consolas"/>
              </a:defRPr>
            </a:lvl4pPr>
            <a:lvl5pPr algn="l">
              <a:defRPr sz="1425" b="0">
                <a:solidFill>
                  <a:srgbClr val="4D5A68"/>
                </a:solidFill>
                <a:latin typeface="Consolas"/>
                <a:ea typeface="Consolas"/>
                <a:cs typeface="Consolas"/>
              </a:defRPr>
            </a:lvl5pPr>
            <a:lvl6pPr algn="l">
              <a:defRPr sz="1425" b="0">
                <a:solidFill>
                  <a:srgbClr val="4D5A68"/>
                </a:solidFill>
                <a:latin typeface="Consolas"/>
                <a:ea typeface="Consolas"/>
                <a:cs typeface="Consolas"/>
              </a:defRPr>
            </a:lvl6pPr>
            <a:lvl7pPr algn="l">
              <a:defRPr sz="1425" b="0">
                <a:solidFill>
                  <a:srgbClr val="4D5A68"/>
                </a:solidFill>
                <a:latin typeface="Consolas"/>
                <a:ea typeface="Consolas"/>
                <a:cs typeface="Consolas"/>
              </a:defRPr>
            </a:lvl7pPr>
            <a:lvl8pPr algn="l">
              <a:defRPr sz="1425" b="0">
                <a:solidFill>
                  <a:srgbClr val="4D5A68"/>
                </a:solidFill>
                <a:latin typeface="Consolas"/>
                <a:ea typeface="Consolas"/>
                <a:cs typeface="Consolas"/>
              </a:defRPr>
            </a:lvl8pPr>
            <a:lvl9pPr algn="l">
              <a:defRPr sz="1425" b="0">
                <a:solidFill>
                  <a:srgbClr val="4D5A68"/>
                </a:solidFill>
                <a:latin typeface="Consolas"/>
                <a:ea typeface="Consolas"/>
                <a:cs typeface="Consolas"/>
              </a:defRPr>
            </a:lvl9pPr>
          </a:lstStyle>
          <a:p xmlns:a="http://schemas.openxmlformats.org/drawingml/2006/main">
            <a:pPr algn="l">
              <a:defRPr sz="1425" b="0">
                <a:solidFill>
                  <a:srgbClr val="4D5A68"/>
                </a:solidFill>
                <a:latin typeface="Consolas"/>
                <a:ea typeface="Consolas"/>
                <a:cs typeface="Consolas"/>
              </a:defRPr>
            </a:pPr>
            <a:r>
              <a:rPr sz="1425" b="0">
                <a:solidFill>
                  <a:srgbClr val="4D5A68"/>
                </a:solidFill>
                <a:latin typeface="Consolas"/>
                <a:ea typeface="Consolas"/>
                <a:cs typeface="Consolas"/>
              </a:rPr>
              <a:t>Investigate repository</a:t>
            </a:r>
          </a:p>
          <a:p xmlns:a="http://schemas.openxmlformats.org/drawingml/2006/main">
            <a:pPr algn="l">
              <a:defRPr sz="1425" b="0">
                <a:solidFill>
                  <a:srgbClr val="4D5A68"/>
                </a:solidFill>
                <a:latin typeface="Consolas"/>
                <a:ea typeface="Consolas"/>
                <a:cs typeface="Consolas"/>
              </a:defRPr>
            </a:pPr>
            <a:r>
              <a:rPr sz="1425" b="0">
                <a:solidFill>
                  <a:srgbClr val="4D5A68"/>
                </a:solidFill>
                <a:latin typeface="Consolas"/>
                <a:ea typeface="Consolas"/>
                <a:cs typeface="Consolas"/>
              </a:rPr>
              <a:t>performance with reproduc…</a:t>
            </a:r>
          </a:p>
        </p:txBody>
      </p:sp>
      <p:sp>
        <p:nvSpPr>
          <p:cNvPr id="20" name="이름·설명 일부 표시&#10;목록에는 경로가 없었음">
            <a:extLst xmlns:a="http://schemas.openxmlformats.org/drawingml/2006/main">
              <a:ext uri="{FF2B5EF4-FFF2-40B4-BE49-F238E27FC236}">
                <a16:creationId xmlns:a16="http://schemas.microsoft.com/office/drawing/2014/main" id="{B580AD3C-AE0A-45E9-85C8-C520231273BE}"/>
              </a:ext>
            </a:extLst>
          </p:cNvPr>
          <p:cNvSpPr>
            <a:spLocks xmlns:a="http://schemas.openxmlformats.org/drawingml/2006/main" noGrp="1"/>
          </p:cNvSpPr>
          <p:nvPr/>
        </p:nvSpPr>
        <p:spPr>
          <a:xfrm xmlns:a="http://schemas.openxmlformats.org/drawingml/2006/main">
            <a:off x="609600" y="4667250"/>
            <a:ext cx="3124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이름·설명 일부 표시</a:t>
            </a:r>
          </a:p>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목록에는 경로가 없었음</a:t>
            </a:r>
          </a:p>
        </p:txBody>
      </p:sp>
      <p:sp>
        <p:nvSpPr>
          <p:cNvPr id="21" name="">
            <a:extLst xmlns:a="http://schemas.openxmlformats.org/drawingml/2006/main">
              <a:ext uri="{FF2B5EF4-FFF2-40B4-BE49-F238E27FC236}">
                <a16:creationId xmlns:a16="http://schemas.microsoft.com/office/drawing/2014/main" id="{772018CE-054E-496B-B0CE-9954ACB72628}"/>
              </a:ext>
            </a:extLst>
          </p:cNvPr>
          <p:cNvSpPr>
            <a:spLocks xmlns:a="http://schemas.openxmlformats.org/drawingml/2006/main" noGrp="1"/>
          </p:cNvSpPr>
          <p:nvPr/>
        </p:nvSpPr>
        <p:spPr>
          <a:xfrm xmlns:a="http://schemas.openxmlformats.org/drawingml/2006/main">
            <a:off x="4114800" y="2800350"/>
            <a:ext cx="3505200" cy="23241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2" name="실제 요청의 발췌·번역 요약">
            <a:extLst xmlns:a="http://schemas.openxmlformats.org/drawingml/2006/main">
              <a:ext uri="{FF2B5EF4-FFF2-40B4-BE49-F238E27FC236}">
                <a16:creationId xmlns:a16="http://schemas.microsoft.com/office/drawing/2014/main" id="{37A4F46E-CBBC-4CAB-BD88-3F2FB16D6C43}"/>
              </a:ext>
            </a:extLst>
          </p:cNvPr>
          <p:cNvSpPr>
            <a:spLocks xmlns:a="http://schemas.openxmlformats.org/drawingml/2006/main" noGrp="1"/>
          </p:cNvSpPr>
          <p:nvPr/>
        </p:nvSpPr>
        <p:spPr>
          <a:xfrm xmlns:a="http://schemas.openxmlformats.org/drawingml/2006/main">
            <a:off x="4267200" y="2914650"/>
            <a:ext cx="320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4D5A68"/>
                </a:solidFill>
                <a:latin typeface="Malgun Gothic"/>
                <a:ea typeface="Malgun Gothic"/>
                <a:cs typeface="Malgun Gothic"/>
              </a:defRPr>
            </a:defPPr>
            <a:lvl1pPr algn="l">
              <a:defRPr sz="1500" b="0">
                <a:solidFill>
                  <a:srgbClr val="4D5A68"/>
                </a:solidFill>
                <a:latin typeface="Malgun Gothic"/>
                <a:ea typeface="Malgun Gothic"/>
                <a:cs typeface="Malgun Gothic"/>
              </a:defRPr>
            </a:lvl1pPr>
            <a:lvl2pPr algn="l">
              <a:defRPr sz="1500" b="0">
                <a:solidFill>
                  <a:srgbClr val="4D5A68"/>
                </a:solidFill>
                <a:latin typeface="Malgun Gothic"/>
                <a:ea typeface="Malgun Gothic"/>
                <a:cs typeface="Malgun Gothic"/>
              </a:defRPr>
            </a:lvl2pPr>
            <a:lvl3pPr algn="l">
              <a:defRPr sz="1500" b="0">
                <a:solidFill>
                  <a:srgbClr val="4D5A68"/>
                </a:solidFill>
                <a:latin typeface="Malgun Gothic"/>
                <a:ea typeface="Malgun Gothic"/>
                <a:cs typeface="Malgun Gothic"/>
              </a:defRPr>
            </a:lvl3pPr>
            <a:lvl4pPr algn="l">
              <a:defRPr sz="1500" b="0">
                <a:solidFill>
                  <a:srgbClr val="4D5A68"/>
                </a:solidFill>
                <a:latin typeface="Malgun Gothic"/>
                <a:ea typeface="Malgun Gothic"/>
                <a:cs typeface="Malgun Gothic"/>
              </a:defRPr>
            </a:lvl4pPr>
            <a:lvl5pPr algn="l">
              <a:defRPr sz="1500" b="0">
                <a:solidFill>
                  <a:srgbClr val="4D5A68"/>
                </a:solidFill>
                <a:latin typeface="Malgun Gothic"/>
                <a:ea typeface="Malgun Gothic"/>
                <a:cs typeface="Malgun Gothic"/>
              </a:defRPr>
            </a:lvl5pPr>
            <a:lvl6pPr algn="l">
              <a:defRPr sz="1500" b="0">
                <a:solidFill>
                  <a:srgbClr val="4D5A68"/>
                </a:solidFill>
                <a:latin typeface="Malgun Gothic"/>
                <a:ea typeface="Malgun Gothic"/>
                <a:cs typeface="Malgun Gothic"/>
              </a:defRPr>
            </a:lvl6pPr>
            <a:lvl7pPr algn="l">
              <a:defRPr sz="1500" b="0">
                <a:solidFill>
                  <a:srgbClr val="4D5A68"/>
                </a:solidFill>
                <a:latin typeface="Malgun Gothic"/>
                <a:ea typeface="Malgun Gothic"/>
                <a:cs typeface="Malgun Gothic"/>
              </a:defRPr>
            </a:lvl7pPr>
            <a:lvl8pPr algn="l">
              <a:defRPr sz="1500" b="0">
                <a:solidFill>
                  <a:srgbClr val="4D5A68"/>
                </a:solidFill>
                <a:latin typeface="Malgun Gothic"/>
                <a:ea typeface="Malgun Gothic"/>
                <a:cs typeface="Malgun Gothic"/>
              </a:defRPr>
            </a:lvl8pPr>
            <a:lvl9pPr algn="l">
              <a:defRPr sz="1500" b="0">
                <a:solidFill>
                  <a:srgbClr val="4D5A68"/>
                </a:solidFill>
                <a:latin typeface="Malgun Gothic"/>
                <a:ea typeface="Malgun Gothic"/>
                <a:cs typeface="Malgun Gothic"/>
              </a:defRPr>
            </a:lvl9pPr>
          </a:lstStyle>
          <a:p xmlns:a="http://schemas.openxmlformats.org/drawingml/2006/main">
            <a:pPr algn="l">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실제 요청의 발췌·번역 요약</a:t>
            </a:r>
          </a:p>
        </p:txBody>
      </p:sp>
      <p:sp>
        <p:nvSpPr>
          <p:cNvPr id="23" name="$graypipe-performance">
            <a:extLst xmlns:a="http://schemas.openxmlformats.org/drawingml/2006/main">
              <a:ext uri="{FF2B5EF4-FFF2-40B4-BE49-F238E27FC236}">
                <a16:creationId xmlns:a16="http://schemas.microsoft.com/office/drawing/2014/main" id="{08110885-7131-48A0-9964-4CA11B713D27}"/>
              </a:ext>
            </a:extLst>
          </p:cNvPr>
          <p:cNvSpPr>
            <a:spLocks xmlns:a="http://schemas.openxmlformats.org/drawingml/2006/main" noGrp="1"/>
          </p:cNvSpPr>
          <p:nvPr/>
        </p:nvSpPr>
        <p:spPr>
          <a:xfrm xmlns:a="http://schemas.openxmlformats.org/drawingml/2006/main">
            <a:off x="4267200" y="3314700"/>
            <a:ext cx="320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$graypipe-performance</a:t>
            </a:r>
          </a:p>
        </p:txBody>
      </p:sp>
      <p:sp>
        <p:nvSpPr>
          <p:cNvPr id="24" name="">
            <a:extLst xmlns:a="http://schemas.openxmlformats.org/drawingml/2006/main">
              <a:ext uri="{FF2B5EF4-FFF2-40B4-BE49-F238E27FC236}">
                <a16:creationId xmlns:a16="http://schemas.microsoft.com/office/drawing/2014/main" id="{71B3A3B5-86C1-458C-9CA3-C421BDE2750F}"/>
              </a:ext>
            </a:extLst>
          </p:cNvPr>
          <p:cNvSpPr>
            <a:spLocks xmlns:a="http://schemas.openxmlformats.org/drawingml/2006/main" noGrp="1"/>
          </p:cNvSpPr>
          <p:nvPr/>
        </p:nvSpPr>
        <p:spPr>
          <a:xfrm xmlns:a="http://schemas.openxmlformats.org/drawingml/2006/main">
            <a:off x="4267200" y="3752850"/>
            <a:ext cx="32004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5" name="image_statistics 조사&#10;실행 시간 또는 할당량 개선&#10;결과 6항목 보존 · 범위 한정">
            <a:extLst xmlns:a="http://schemas.openxmlformats.org/drawingml/2006/main">
              <a:ext uri="{FF2B5EF4-FFF2-40B4-BE49-F238E27FC236}">
                <a16:creationId xmlns:a16="http://schemas.microsoft.com/office/drawing/2014/main" id="{469D2690-BE24-41EF-8066-74C0B260809F}"/>
              </a:ext>
            </a:extLst>
          </p:cNvPr>
          <p:cNvSpPr>
            <a:spLocks xmlns:a="http://schemas.openxmlformats.org/drawingml/2006/main" noGrp="1"/>
          </p:cNvSpPr>
          <p:nvPr/>
        </p:nvSpPr>
        <p:spPr>
          <a:xfrm xmlns:a="http://schemas.openxmlformats.org/drawingml/2006/main">
            <a:off x="4267200" y="3905250"/>
            <a:ext cx="3200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image_statistics 조사</a:t>
            </a:r>
          </a:p>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실행 시간 또는 할당량 개선</a:t>
            </a:r>
          </a:p>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결과 6항목 보존 · 범위 한정</a:t>
            </a:r>
          </a:p>
        </p:txBody>
      </p:sp>
      <p:sp>
        <p:nvSpPr>
          <p:cNvPr id="26" name="실행 trace의 &lt;skill&gt; 항목">
            <a:extLst xmlns:a="http://schemas.openxmlformats.org/drawingml/2006/main">
              <a:ext uri="{FF2B5EF4-FFF2-40B4-BE49-F238E27FC236}">
                <a16:creationId xmlns:a16="http://schemas.microsoft.com/office/drawing/2014/main" id="{0A7EC29E-9933-4A44-91B5-D672815E772C}"/>
              </a:ext>
            </a:extLst>
          </p:cNvPr>
          <p:cNvSpPr>
            <a:spLocks xmlns:a="http://schemas.openxmlformats.org/drawingml/2006/main" noGrp="1"/>
          </p:cNvSpPr>
          <p:nvPr/>
        </p:nvSpPr>
        <p:spPr>
          <a:xfrm xmlns:a="http://schemas.openxmlformats.org/drawingml/2006/main">
            <a:off x="8001000" y="2800350"/>
            <a:ext cx="3581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실행 trace의 &lt;skill&gt; 항목</a:t>
            </a:r>
          </a:p>
        </p:txBody>
      </p:sp>
      <p:sp>
        <p:nvSpPr>
          <p:cNvPr id="27" name="graypipe-performance">
            <a:extLst xmlns:a="http://schemas.openxmlformats.org/drawingml/2006/main">
              <a:ext uri="{FF2B5EF4-FFF2-40B4-BE49-F238E27FC236}">
                <a16:creationId xmlns:a16="http://schemas.microsoft.com/office/drawing/2014/main" id="{1A1DF00D-B42C-4326-BA39-538C64F74B3E}"/>
              </a:ext>
            </a:extLst>
          </p:cNvPr>
          <p:cNvSpPr>
            <a:spLocks xmlns:a="http://schemas.openxmlformats.org/drawingml/2006/main" noGrp="1"/>
          </p:cNvSpPr>
          <p:nvPr/>
        </p:nvSpPr>
        <p:spPr>
          <a:xfrm xmlns:a="http://schemas.openxmlformats.org/drawingml/2006/main">
            <a:off x="8001000" y="3228975"/>
            <a:ext cx="3581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graypipe-performance</a:t>
            </a:r>
          </a:p>
        </p:txBody>
      </p:sp>
      <p:sp>
        <p:nvSpPr>
          <p:cNvPr id="28" name=".agents/skills/&#10;graypipe-performance/SKILL.md">
            <a:extLst xmlns:a="http://schemas.openxmlformats.org/drawingml/2006/main">
              <a:ext uri="{FF2B5EF4-FFF2-40B4-BE49-F238E27FC236}">
                <a16:creationId xmlns:a16="http://schemas.microsoft.com/office/drawing/2014/main" id="{8968EE73-4603-4B91-AFCC-2601889E87A0}"/>
              </a:ext>
            </a:extLst>
          </p:cNvPr>
          <p:cNvSpPr>
            <a:spLocks xmlns:a="http://schemas.openxmlformats.org/drawingml/2006/main" noGrp="1"/>
          </p:cNvSpPr>
          <p:nvPr/>
        </p:nvSpPr>
        <p:spPr>
          <a:xfrm xmlns:a="http://schemas.openxmlformats.org/drawingml/2006/main">
            <a:off x="8001000" y="367665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17212B"/>
                </a:solidFill>
                <a:latin typeface="Consolas"/>
                <a:ea typeface="Consolas"/>
                <a:cs typeface="Consolas"/>
              </a:defRPr>
            </a:defPPr>
            <a:lvl1pPr algn="l">
              <a:defRPr sz="1575" b="0">
                <a:solidFill>
                  <a:srgbClr val="17212B"/>
                </a:solidFill>
                <a:latin typeface="Consolas"/>
                <a:ea typeface="Consolas"/>
                <a:cs typeface="Consolas"/>
              </a:defRPr>
            </a:lvl1pPr>
            <a:lvl2pPr algn="l">
              <a:defRPr sz="1575" b="0">
                <a:solidFill>
                  <a:srgbClr val="17212B"/>
                </a:solidFill>
                <a:latin typeface="Consolas"/>
                <a:ea typeface="Consolas"/>
                <a:cs typeface="Consolas"/>
              </a:defRPr>
            </a:lvl2pPr>
            <a:lvl3pPr algn="l">
              <a:defRPr sz="1575" b="0">
                <a:solidFill>
                  <a:srgbClr val="17212B"/>
                </a:solidFill>
                <a:latin typeface="Consolas"/>
                <a:ea typeface="Consolas"/>
                <a:cs typeface="Consolas"/>
              </a:defRPr>
            </a:lvl3pPr>
            <a:lvl4pPr algn="l">
              <a:defRPr sz="1575" b="0">
                <a:solidFill>
                  <a:srgbClr val="17212B"/>
                </a:solidFill>
                <a:latin typeface="Consolas"/>
                <a:ea typeface="Consolas"/>
                <a:cs typeface="Consolas"/>
              </a:defRPr>
            </a:lvl4pPr>
            <a:lvl5pPr algn="l">
              <a:defRPr sz="1575" b="0">
                <a:solidFill>
                  <a:srgbClr val="17212B"/>
                </a:solidFill>
                <a:latin typeface="Consolas"/>
                <a:ea typeface="Consolas"/>
                <a:cs typeface="Consolas"/>
              </a:defRPr>
            </a:lvl5pPr>
            <a:lvl6pPr algn="l">
              <a:defRPr sz="1575" b="0">
                <a:solidFill>
                  <a:srgbClr val="17212B"/>
                </a:solidFill>
                <a:latin typeface="Consolas"/>
                <a:ea typeface="Consolas"/>
                <a:cs typeface="Consolas"/>
              </a:defRPr>
            </a:lvl6pPr>
            <a:lvl7pPr algn="l">
              <a:defRPr sz="1575" b="0">
                <a:solidFill>
                  <a:srgbClr val="17212B"/>
                </a:solidFill>
                <a:latin typeface="Consolas"/>
                <a:ea typeface="Consolas"/>
                <a:cs typeface="Consolas"/>
              </a:defRPr>
            </a:lvl7pPr>
            <a:lvl8pPr algn="l">
              <a:defRPr sz="1575" b="0">
                <a:solidFill>
                  <a:srgbClr val="17212B"/>
                </a:solidFill>
                <a:latin typeface="Consolas"/>
                <a:ea typeface="Consolas"/>
                <a:cs typeface="Consolas"/>
              </a:defRPr>
            </a:lvl8pPr>
            <a:lvl9pPr algn="l">
              <a:defRPr sz="1575" b="0">
                <a:solidFill>
                  <a:srgbClr val="17212B"/>
                </a:solidFill>
                <a:latin typeface="Consolas"/>
                <a:ea typeface="Consolas"/>
                <a:cs typeface="Consolas"/>
              </a:defRPr>
            </a:lvl9pPr>
          </a:lstStyle>
          <a:p xmlns:a="http://schemas.openxmlformats.org/drawingml/2006/main">
            <a:pPr algn="l">
              <a:defRPr sz="1575" b="0">
                <a:solidFill>
                  <a:srgbClr val="17212B"/>
                </a:solidFill>
                <a:latin typeface="Consolas"/>
                <a:ea typeface="Consolas"/>
                <a:cs typeface="Consolas"/>
              </a:defRPr>
            </a:pPr>
            <a:r>
              <a:rPr sz="1575" b="0">
                <a:solidFill>
                  <a:srgbClr val="17212B"/>
                </a:solidFill>
                <a:latin typeface="Consolas"/>
                <a:ea typeface="Consolas"/>
                <a:cs typeface="Consolas"/>
              </a:rPr>
              <a:t>.agents/skills/</a:t>
            </a:r>
          </a:p>
          <a:p xmlns:a="http://schemas.openxmlformats.org/drawingml/2006/main">
            <a:pPr algn="l">
              <a:defRPr sz="1575" b="0">
                <a:solidFill>
                  <a:srgbClr val="17212B"/>
                </a:solidFill>
                <a:latin typeface="Consolas"/>
                <a:ea typeface="Consolas"/>
                <a:cs typeface="Consolas"/>
              </a:defRPr>
            </a:pPr>
            <a:r>
              <a:rPr sz="1575" b="0">
                <a:solidFill>
                  <a:srgbClr val="17212B"/>
                </a:solidFill>
                <a:latin typeface="Consolas"/>
                <a:ea typeface="Consolas"/>
                <a:cs typeface="Consolas"/>
              </a:rPr>
              <a:t>graypipe-performance/SKILL.md</a:t>
            </a:r>
          </a:p>
        </p:txBody>
      </p:sp>
      <p:sp>
        <p:nvSpPr>
          <p:cNvPr id="29" name="">
            <a:extLst xmlns:a="http://schemas.openxmlformats.org/drawingml/2006/main">
              <a:ext uri="{FF2B5EF4-FFF2-40B4-BE49-F238E27FC236}">
                <a16:creationId xmlns:a16="http://schemas.microsoft.com/office/drawing/2014/main" id="{B23241B5-CC62-4A8C-9BF2-84C328DE78F1}"/>
              </a:ext>
            </a:extLst>
          </p:cNvPr>
          <p:cNvSpPr>
            <a:spLocks xmlns:a="http://schemas.openxmlformats.org/drawingml/2006/main" noGrp="1"/>
          </p:cNvSpPr>
          <p:nvPr/>
        </p:nvSpPr>
        <p:spPr>
          <a:xfrm xmlns:a="http://schemas.openxmlformats.org/drawingml/2006/main">
            <a:off x="8001000" y="4438650"/>
            <a:ext cx="3581400" cy="68580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30" name="SKILL.md 전체 본문 포함">
            <a:extLst xmlns:a="http://schemas.openxmlformats.org/drawingml/2006/main">
              <a:ext uri="{FF2B5EF4-FFF2-40B4-BE49-F238E27FC236}">
                <a16:creationId xmlns:a16="http://schemas.microsoft.com/office/drawing/2014/main" id="{11530768-2B82-4DDB-BF1C-80622DD3FD04}"/>
              </a:ext>
            </a:extLst>
          </p:cNvPr>
          <p:cNvSpPr>
            <a:spLocks xmlns:a="http://schemas.openxmlformats.org/drawingml/2006/main" noGrp="1"/>
          </p:cNvSpPr>
          <p:nvPr/>
        </p:nvSpPr>
        <p:spPr>
          <a:xfrm xmlns:a="http://schemas.openxmlformats.org/drawingml/2006/main">
            <a:off x="8153400" y="4524375"/>
            <a:ext cx="3276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SKILL.md 전체 본문 포함</a:t>
            </a:r>
          </a:p>
        </p:txBody>
      </p:sp>
      <p:sp>
        <p:nvSpPr>
          <p:cNvPr id="31" name="절차 · 보고 · 제약">
            <a:extLst xmlns:a="http://schemas.openxmlformats.org/drawingml/2006/main">
              <a:ext uri="{FF2B5EF4-FFF2-40B4-BE49-F238E27FC236}">
                <a16:creationId xmlns:a16="http://schemas.microsoft.com/office/drawing/2014/main" id="{7962A0D9-288D-4F7D-B937-188005B42457}"/>
              </a:ext>
            </a:extLst>
          </p:cNvPr>
          <p:cNvSpPr>
            <a:spLocks xmlns:a="http://schemas.openxmlformats.org/drawingml/2006/main" noGrp="1"/>
          </p:cNvSpPr>
          <p:nvPr/>
        </p:nvSpPr>
        <p:spPr>
          <a:xfrm xmlns:a="http://schemas.openxmlformats.org/drawingml/2006/main">
            <a:off x="8153400" y="4848225"/>
            <a:ext cx="3276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4D5A68"/>
                </a:solidFill>
                <a:latin typeface="Malgun Gothic"/>
                <a:ea typeface="Malgun Gothic"/>
                <a:cs typeface="Malgun Gothic"/>
              </a:defRPr>
            </a:defPPr>
            <a:lvl1pPr algn="l">
              <a:defRPr sz="1575" b="0">
                <a:solidFill>
                  <a:srgbClr val="4D5A68"/>
                </a:solidFill>
                <a:latin typeface="Malgun Gothic"/>
                <a:ea typeface="Malgun Gothic"/>
                <a:cs typeface="Malgun Gothic"/>
              </a:defRPr>
            </a:lvl1pPr>
            <a:lvl2pPr algn="l">
              <a:defRPr sz="1575" b="0">
                <a:solidFill>
                  <a:srgbClr val="4D5A68"/>
                </a:solidFill>
                <a:latin typeface="Malgun Gothic"/>
                <a:ea typeface="Malgun Gothic"/>
                <a:cs typeface="Malgun Gothic"/>
              </a:defRPr>
            </a:lvl2pPr>
            <a:lvl3pPr algn="l">
              <a:defRPr sz="1575" b="0">
                <a:solidFill>
                  <a:srgbClr val="4D5A68"/>
                </a:solidFill>
                <a:latin typeface="Malgun Gothic"/>
                <a:ea typeface="Malgun Gothic"/>
                <a:cs typeface="Malgun Gothic"/>
              </a:defRPr>
            </a:lvl3pPr>
            <a:lvl4pPr algn="l">
              <a:defRPr sz="1575" b="0">
                <a:solidFill>
                  <a:srgbClr val="4D5A68"/>
                </a:solidFill>
                <a:latin typeface="Malgun Gothic"/>
                <a:ea typeface="Malgun Gothic"/>
                <a:cs typeface="Malgun Gothic"/>
              </a:defRPr>
            </a:lvl4pPr>
            <a:lvl5pPr algn="l">
              <a:defRPr sz="1575" b="0">
                <a:solidFill>
                  <a:srgbClr val="4D5A68"/>
                </a:solidFill>
                <a:latin typeface="Malgun Gothic"/>
                <a:ea typeface="Malgun Gothic"/>
                <a:cs typeface="Malgun Gothic"/>
              </a:defRPr>
            </a:lvl5pPr>
            <a:lvl6pPr algn="l">
              <a:defRPr sz="1575" b="0">
                <a:solidFill>
                  <a:srgbClr val="4D5A68"/>
                </a:solidFill>
                <a:latin typeface="Malgun Gothic"/>
                <a:ea typeface="Malgun Gothic"/>
                <a:cs typeface="Malgun Gothic"/>
              </a:defRPr>
            </a:lvl6pPr>
            <a:lvl7pPr algn="l">
              <a:defRPr sz="1575" b="0">
                <a:solidFill>
                  <a:srgbClr val="4D5A68"/>
                </a:solidFill>
                <a:latin typeface="Malgun Gothic"/>
                <a:ea typeface="Malgun Gothic"/>
                <a:cs typeface="Malgun Gothic"/>
              </a:defRPr>
            </a:lvl7pPr>
            <a:lvl8pPr algn="l">
              <a:defRPr sz="1575" b="0">
                <a:solidFill>
                  <a:srgbClr val="4D5A68"/>
                </a:solidFill>
                <a:latin typeface="Malgun Gothic"/>
                <a:ea typeface="Malgun Gothic"/>
                <a:cs typeface="Malgun Gothic"/>
              </a:defRPr>
            </a:lvl8pPr>
            <a:lvl9pPr algn="l">
              <a:defRPr sz="1575" b="0">
                <a:solidFill>
                  <a:srgbClr val="4D5A68"/>
                </a:solidFill>
                <a:latin typeface="Malgun Gothic"/>
                <a:ea typeface="Malgun Gothic"/>
                <a:cs typeface="Malgun Gothic"/>
              </a:defRPr>
            </a:lvl9pPr>
          </a:lstStyle>
          <a:p xmlns:a="http://schemas.openxmlformats.org/drawingml/2006/main">
            <a:pPr algn="l">
              <a:defRPr sz="1575" b="0">
                <a:solidFill>
                  <a:srgbClr val="4D5A68"/>
                </a:solidFill>
                <a:latin typeface="Malgun Gothic"/>
                <a:ea typeface="Malgun Gothic"/>
                <a:cs typeface="Malgun Gothic"/>
              </a:defRPr>
            </a:pPr>
            <a:r>
              <a:rPr sz="1575" b="0">
                <a:solidFill>
                  <a:srgbClr val="4D5A68"/>
                </a:solidFill>
                <a:latin typeface="Malgun Gothic"/>
                <a:ea typeface="Malgun Gothic"/>
                <a:cs typeface="Malgun Gothic"/>
              </a:rPr>
              <a:t>절차 · 보고 · 제약</a:t>
            </a:r>
          </a:p>
        </p:txBody>
      </p:sp>
      <p:sp>
        <p:nvSpPr>
          <p:cNvPr id="32" name="이름·경로·전체 본문으로, 이번 작업에 포함된 지침을 확인했다">
            <a:extLst xmlns:a="http://schemas.openxmlformats.org/drawingml/2006/main">
              <a:ext uri="{FF2B5EF4-FFF2-40B4-BE49-F238E27FC236}">
                <a16:creationId xmlns:a16="http://schemas.microsoft.com/office/drawing/2014/main" id="{7B727C54-F288-4499-97DA-DA56136D5DFA}"/>
              </a:ext>
            </a:extLst>
          </p:cNvPr>
          <p:cNvSpPr>
            <a:spLocks xmlns:a="http://schemas.openxmlformats.org/drawingml/2006/main" noGrp="1"/>
          </p:cNvSpPr>
          <p:nvPr/>
        </p:nvSpPr>
        <p:spPr>
          <a:xfrm xmlns:a="http://schemas.openxmlformats.org/drawingml/2006/main">
            <a:off x="609600" y="53911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이름·경로·전체 본문으로, 이번 작업에 포함된 지침을 확인했다</a:t>
            </a:r>
          </a:p>
        </p:txBody>
      </p:sp>
      <p:sp>
        <p:nvSpPr>
          <p:cNvPr id="33" name="Legacy module connection">
            <a:extLst xmlns:a="http://schemas.openxmlformats.org/drawingml/2006/main">
              <a:ext uri="{FF2B5EF4-FFF2-40B4-BE49-F238E27FC236}">
                <a16:creationId xmlns:a16="http://schemas.microsoft.com/office/drawing/2014/main" id="{6F7A83BF-4093-4196-A778-C2C55F28C216}"/>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290559205"/>
      </p:ext>
    </p:extLst>
  </p:cSld>
</p:sld>
</file>

<file path=ppt/slides/slide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5" name="ACT 3 · 밝기 통계 작업에서 지침 수행 근거 확인">
            <a:extLst xmlns:a="http://schemas.openxmlformats.org/drawingml/2006/main">
              <a:ext uri="{FF2B5EF4-FFF2-40B4-BE49-F238E27FC236}">
                <a16:creationId xmlns:a16="http://schemas.microsoft.com/office/drawing/2014/main" id="{FAF6B677-1EA6-4A0C-AD80-64202CC7FC65}"/>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밝기 통계 작업에서 지침 수행 근거 확인</a:t>
            </a:r>
          </a:p>
        </p:txBody>
      </p:sp>
      <p:sp>
        <p:nvSpPr>
          <p:cNvPr id="2" name="S55">
            <a:extLst xmlns:a="http://schemas.openxmlformats.org/drawingml/2006/main">
              <a:ext uri="{FF2B5EF4-FFF2-40B4-BE49-F238E27FC236}">
                <a16:creationId xmlns:a16="http://schemas.microsoft.com/office/drawing/2014/main" id="{A7D96180-CC7C-4AA4-A1E3-6F9A2C2234A8}"/>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S55</a:t>
            </a:r>
          </a:p>
        </p:txBody>
      </p:sp>
      <p:sp>
        <p:nvSpPr>
          <p:cNvPr id="3" name="Skill 지침과 실제 작업 기록의 대응">
            <a:extLst xmlns:a="http://schemas.openxmlformats.org/drawingml/2006/main">
              <a:ext uri="{FF2B5EF4-FFF2-40B4-BE49-F238E27FC236}">
                <a16:creationId xmlns:a16="http://schemas.microsoft.com/office/drawing/2014/main" id="{4F9C4403-947C-471B-B952-6C05A1DA98AE}"/>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Skill 지침과 실제 작업 기록의 대응</a:t>
            </a:r>
          </a:p>
        </p:txBody>
      </p:sp>
      <p:sp>
        <p:nvSpPr>
          <p:cNvPr id="4" name="">
            <a:extLst xmlns:a="http://schemas.openxmlformats.org/drawingml/2006/main">
              <a:ext uri="{FF2B5EF4-FFF2-40B4-BE49-F238E27FC236}">
                <a16:creationId xmlns:a16="http://schemas.microsoft.com/office/drawing/2014/main" id="{2E2DDCB4-B22F-4CF2-80F1-50606852E620}"/>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8 · Codex CLI 0.154.0 · Skill 번역 요약 + 작업 기록 재구성 (실제 ">
            <a:extLst xmlns:a="http://schemas.openxmlformats.org/drawingml/2006/main">
              <a:ext uri="{FF2B5EF4-FFF2-40B4-BE49-F238E27FC236}">
                <a16:creationId xmlns:a16="http://schemas.microsoft.com/office/drawing/2014/main" id="{CEF0B439-3378-430A-9DB6-4F2002CBD262}"/>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TRIAL-008 · Codex CLI 0.154.0 · Skill 번역 요약 + 작업 기록 재구성 (실제 캡처 아님)</a:t>
            </a:r>
          </a:p>
        </p:txBody>
      </p:sp>
      <p:sp>
        <p:nvSpPr>
          <p:cNvPr id="6" name="관찰된 대응 · 전체 지침 준수·Skill 단독 인과성·우월성·토큰/속도 효과는 입증하지 않음">
            <a:extLst xmlns:a="http://schemas.openxmlformats.org/drawingml/2006/main">
              <a:ext uri="{FF2B5EF4-FFF2-40B4-BE49-F238E27FC236}">
                <a16:creationId xmlns:a16="http://schemas.microsoft.com/office/drawing/2014/main" id="{DA9D14A4-5B6A-40B1-BF46-3E01C06658CF}"/>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관찰된 대응 · 전체 지침 준수·Skill 단독 인과성·우월성·토큰/속도 효과는 입증하지 않음</a:t>
            </a:r>
          </a:p>
        </p:txBody>
      </p:sp>
      <p:sp>
        <p:nvSpPr>
          <p:cNvPr id="7" name="">
            <a:extLst xmlns:a="http://schemas.openxmlformats.org/drawingml/2006/main">
              <a:ext uri="{FF2B5EF4-FFF2-40B4-BE49-F238E27FC236}">
                <a16:creationId xmlns:a16="http://schemas.microsoft.com/office/drawing/2014/main" id="{4C25D433-4BCC-44B2-A7AB-C77BC950D33D}"/>
              </a:ext>
            </a:extLst>
          </p:cNvPr>
          <p:cNvSpPr>
            <a:spLocks xmlns:a="http://schemas.openxmlformats.org/drawingml/2006/main" noGrp="1"/>
          </p:cNvSpPr>
          <p:nvPr/>
        </p:nvSpPr>
        <p:spPr>
          <a:xfrm xmlns:a="http://schemas.openxmlformats.org/drawingml/2006/main">
            <a:off x="609600" y="1743075"/>
            <a:ext cx="4191000" cy="56197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8" name="앞 장: Skill 본문 포함 확인">
            <a:extLst xmlns:a="http://schemas.openxmlformats.org/drawingml/2006/main">
              <a:ext uri="{FF2B5EF4-FFF2-40B4-BE49-F238E27FC236}">
                <a16:creationId xmlns:a16="http://schemas.microsoft.com/office/drawing/2014/main" id="{9652DB18-1A94-4C71-8704-D5AC245924E2}"/>
              </a:ext>
            </a:extLst>
          </p:cNvPr>
          <p:cNvSpPr>
            <a:spLocks xmlns:a="http://schemas.openxmlformats.org/drawingml/2006/main" noGrp="1"/>
          </p:cNvSpPr>
          <p:nvPr/>
        </p:nvSpPr>
        <p:spPr>
          <a:xfrm xmlns:a="http://schemas.openxmlformats.org/drawingml/2006/main">
            <a:off x="781050" y="1857375"/>
            <a:ext cx="3848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4D5A68"/>
                </a:solidFill>
                <a:latin typeface="Malgun Gothic"/>
                <a:ea typeface="Malgun Gothic"/>
                <a:cs typeface="Malgun Gothic"/>
              </a:defRPr>
            </a:defPPr>
            <a:lvl1pPr algn="l">
              <a:defRPr sz="1950" b="1">
                <a:solidFill>
                  <a:srgbClr val="4D5A68"/>
                </a:solidFill>
                <a:latin typeface="Malgun Gothic"/>
                <a:ea typeface="Malgun Gothic"/>
                <a:cs typeface="Malgun Gothic"/>
              </a:defRPr>
            </a:lvl1pPr>
            <a:lvl2pPr algn="l">
              <a:defRPr sz="1950" b="1">
                <a:solidFill>
                  <a:srgbClr val="4D5A68"/>
                </a:solidFill>
                <a:latin typeface="Malgun Gothic"/>
                <a:ea typeface="Malgun Gothic"/>
                <a:cs typeface="Malgun Gothic"/>
              </a:defRPr>
            </a:lvl2pPr>
            <a:lvl3pPr algn="l">
              <a:defRPr sz="1950" b="1">
                <a:solidFill>
                  <a:srgbClr val="4D5A68"/>
                </a:solidFill>
                <a:latin typeface="Malgun Gothic"/>
                <a:ea typeface="Malgun Gothic"/>
                <a:cs typeface="Malgun Gothic"/>
              </a:defRPr>
            </a:lvl3pPr>
            <a:lvl4pPr algn="l">
              <a:defRPr sz="1950" b="1">
                <a:solidFill>
                  <a:srgbClr val="4D5A68"/>
                </a:solidFill>
                <a:latin typeface="Malgun Gothic"/>
                <a:ea typeface="Malgun Gothic"/>
                <a:cs typeface="Malgun Gothic"/>
              </a:defRPr>
            </a:lvl4pPr>
            <a:lvl5pPr algn="l">
              <a:defRPr sz="1950" b="1">
                <a:solidFill>
                  <a:srgbClr val="4D5A68"/>
                </a:solidFill>
                <a:latin typeface="Malgun Gothic"/>
                <a:ea typeface="Malgun Gothic"/>
                <a:cs typeface="Malgun Gothic"/>
              </a:defRPr>
            </a:lvl5pPr>
            <a:lvl6pPr algn="l">
              <a:defRPr sz="1950" b="1">
                <a:solidFill>
                  <a:srgbClr val="4D5A68"/>
                </a:solidFill>
                <a:latin typeface="Malgun Gothic"/>
                <a:ea typeface="Malgun Gothic"/>
                <a:cs typeface="Malgun Gothic"/>
              </a:defRPr>
            </a:lvl6pPr>
            <a:lvl7pPr algn="l">
              <a:defRPr sz="1950" b="1">
                <a:solidFill>
                  <a:srgbClr val="4D5A68"/>
                </a:solidFill>
                <a:latin typeface="Malgun Gothic"/>
                <a:ea typeface="Malgun Gothic"/>
                <a:cs typeface="Malgun Gothic"/>
              </a:defRPr>
            </a:lvl7pPr>
            <a:lvl8pPr algn="l">
              <a:defRPr sz="1950" b="1">
                <a:solidFill>
                  <a:srgbClr val="4D5A68"/>
                </a:solidFill>
                <a:latin typeface="Malgun Gothic"/>
                <a:ea typeface="Malgun Gothic"/>
                <a:cs typeface="Malgun Gothic"/>
              </a:defRPr>
            </a:lvl8pPr>
            <a:lvl9pPr algn="l">
              <a:defRPr sz="1950" b="1">
                <a:solidFill>
                  <a:srgbClr val="4D5A68"/>
                </a:solidFill>
                <a:latin typeface="Malgun Gothic"/>
                <a:ea typeface="Malgun Gothic"/>
                <a:cs typeface="Malgun Gothic"/>
              </a:defRPr>
            </a:lvl9pPr>
          </a:lstStyle>
          <a:p xmlns:a="http://schemas.openxmlformats.org/drawingml/2006/main">
            <a:pPr algn="l">
              <a:defRPr sz="1950" b="1">
                <a:solidFill>
                  <a:srgbClr val="4D5A68"/>
                </a:solidFill>
                <a:latin typeface="Malgun Gothic"/>
                <a:ea typeface="Malgun Gothic"/>
                <a:cs typeface="Malgun Gothic"/>
              </a:defRPr>
            </a:pPr>
            <a:r>
              <a:rPr sz="1950" b="1">
                <a:solidFill>
                  <a:srgbClr val="4D5A68"/>
                </a:solidFill>
                <a:latin typeface="Malgun Gothic"/>
                <a:ea typeface="Malgun Gothic"/>
                <a:cs typeface="Malgun Gothic"/>
              </a:rPr>
              <a:t>앞 장: Skill 본문 포함 확인</a:t>
            </a:r>
          </a:p>
        </p:txBody>
      </p:sp>
      <p:cxnSp>
        <p:nvCxnSpPr>
          <p:cNvPr id="9" name="">
            <a:extLst xmlns:a="http://schemas.openxmlformats.org/drawingml/2006/main">
              <a:ext uri="{FF2B5EF4-FFF2-40B4-BE49-F238E27FC236}">
                <a16:creationId xmlns:a16="http://schemas.microsoft.com/office/drawing/2014/main" id="{A81A9644-8727-427B-8C29-F986651DC730}"/>
              </a:ext>
            </a:extLst>
          </p:cNvPr>
          <p:cNvCxnSpPr/>
          <p:nvPr/>
        </p:nvCxnSpPr>
        <p:spPr>
          <a:xfrm xmlns:a="http://schemas.openxmlformats.org/drawingml/2006/main">
            <a:off x="4914900" y="2019300"/>
            <a:ext cx="304800" cy="0"/>
          </a:xfrm>
          <a:prstGeom xmlns:a="http://schemas.openxmlformats.org/drawingml/2006/main" prst="straightConnector1">
            <a:avLst/>
          </a:prstGeom>
          <a:ln xmlns:a="http://schemas.openxmlformats.org/drawingml/2006/main" w="28575">
            <a:solidFill>
              <a:srgbClr val="0B6172"/>
            </a:solidFill>
            <a:tailEnd type="triangle" w="sm" len="sm"/>
          </a:ln>
        </p:spPr>
      </p:cxnSp>
      <p:sp>
        <p:nvSpPr>
          <p:cNvPr id="10" name="">
            <a:extLst xmlns:a="http://schemas.openxmlformats.org/drawingml/2006/main">
              <a:ext uri="{FF2B5EF4-FFF2-40B4-BE49-F238E27FC236}">
                <a16:creationId xmlns:a16="http://schemas.microsoft.com/office/drawing/2014/main" id="{85FE980D-D85F-4960-9ABD-B1B622AAF4F5}"/>
              </a:ext>
            </a:extLst>
          </p:cNvPr>
          <p:cNvSpPr>
            <a:spLocks xmlns:a="http://schemas.openxmlformats.org/drawingml/2006/main" noGrp="1"/>
          </p:cNvSpPr>
          <p:nvPr/>
        </p:nvSpPr>
        <p:spPr>
          <a:xfrm xmlns:a="http://schemas.openxmlformats.org/drawingml/2006/main">
            <a:off x="5334000" y="1743075"/>
            <a:ext cx="6248400" cy="561975"/>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11" name="이번 장: 지침과 수행 기록 대조">
            <a:extLst xmlns:a="http://schemas.openxmlformats.org/drawingml/2006/main">
              <a:ext uri="{FF2B5EF4-FFF2-40B4-BE49-F238E27FC236}">
                <a16:creationId xmlns:a16="http://schemas.microsoft.com/office/drawing/2014/main" id="{3C8339E8-BC6C-4CAA-8D0F-F1E96D29C663}"/>
              </a:ext>
            </a:extLst>
          </p:cNvPr>
          <p:cNvSpPr>
            <a:spLocks xmlns:a="http://schemas.openxmlformats.org/drawingml/2006/main" noGrp="1"/>
          </p:cNvSpPr>
          <p:nvPr/>
        </p:nvSpPr>
        <p:spPr>
          <a:xfrm xmlns:a="http://schemas.openxmlformats.org/drawingml/2006/main">
            <a:off x="5524500" y="1857375"/>
            <a:ext cx="586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이번 장: 지침과 수행 기록 대조</a:t>
            </a:r>
          </a:p>
        </p:txBody>
      </p:sp>
      <p:graphicFrame>
        <p:nvGraphicFramePr>
          <p:cNvPr id="12" name="">
            <a:extLst xmlns:a="http://schemas.openxmlformats.org/drawingml/2006/main">
              <a:ext uri="{FF2B5EF4-FFF2-40B4-BE49-F238E27FC236}">
                <a16:creationId xmlns:a16="http://schemas.microsoft.com/office/drawing/2014/main" id="{C3C67AF0-DD89-49F2-BC84-B5C1C0B8191D}"/>
              </a:ext>
            </a:extLst>
          </p:cNvPr>
          <p:cNvGraphicFramePr/>
          <p:nvPr/>
        </p:nvGraphicFramePr>
        <p:xfrm>
          <a:off xmlns:a="http://schemas.openxmlformats.org/drawingml/2006/main" x="609600" y="2457450"/>
          <a:ext xmlns:a="http://schemas.openxmlformats.org/drawingml/2006/main" cx="10972800" cy="2762250"/>
        </p:xfrm>
        <a:graphic xmlns:a="http://schemas.openxmlformats.org/drawingml/2006/main">
          <a:graphicData uri="http://schemas.openxmlformats.org/drawingml/2006/table">
            <a:tbl>
              <a:tblPr firstRow="0" bandRow="0"/>
              <a:tblGrid>
                <a:gridCol w="609600"/>
                <a:gridCol w="4533900"/>
                <a:gridCol w="5829300"/>
              </a:tblGrid>
              <a:tr h="419100">
                <a:tc>
                  <a:txBody>
                    <a:bodyPr wrap="none">
                      <a:noAutofit/>
                    </a:bodyPr>
                    <a:lstStyle/>
                    <a:p>
                      <a:r>
                        <a:rPr sz="2025" b="1">
                          <a:solidFill>
                            <a:srgbClr val="0B6172"/>
                          </a:solidFill>
                          <a:latin typeface="Malgun Gothic"/>
                          <a:ea typeface="Malgun Gothic"/>
                          <a:cs typeface="Malgun Gothic"/>
                        </a:rPr>
                        <a:t/>
                      </a:r>
                    </a:p>
                  </a:txBody>
                  <a:tcPr marL="91440" marR="91440" marT="45720" marB="45720" anchor="ctr">
                    <a:lnL w="7620">
                      <a:solidFill>
                        <a:srgbClr val="C7D0DA"/>
                      </a:solidFill>
                      <a:prstDash val="solid"/>
                    </a:lnL>
                    <a:lnR w="7620">
                      <a:solidFill>
                        <a:srgbClr val="C7D0DA"/>
                      </a:solidFill>
                      <a:prstDash val="solid"/>
                    </a:lnR>
                    <a:lnT w="7620">
                      <a:solidFill>
                        <a:srgbClr val="C7D0DA"/>
                      </a:solidFill>
                      <a:prstDash val="solid"/>
                    </a:lnT>
                    <a:lnB w="7620">
                      <a:solidFill>
                        <a:srgbClr val="C7D0DA"/>
                      </a:solidFill>
                      <a:prstDash val="solid"/>
                    </a:lnB>
                    <a:solidFill>
                      <a:srgbClr val="E0EFF0"/>
                    </a:solidFill>
                  </a:tcPr>
                </a:tc>
                <a:tc>
                  <a:txBody>
                    <a:bodyPr wrap="none">
                      <a:noAutofit/>
                    </a:bodyPr>
                    <a:lstStyle/>
                    <a:p>
                      <a:pPr algn="l"/>
                      <a:r>
                        <a:rPr sz="1875" b="1">
                          <a:solidFill>
                            <a:srgbClr val="0B6172"/>
                          </a:solidFill>
                          <a:latin typeface="Malgun Gothic"/>
                          <a:ea typeface="Malgun Gothic"/>
                          <a:cs typeface="Malgun Gothic"/>
                        </a:rPr>
                        <a:t>Skill 지침 · 번역 요약</a:t>
                      </a:r>
                    </a:p>
                  </a:txBody>
                  <a:tcPr marL="91440" marR="91440" marT="45720" marB="45720" anchor="ctr">
                    <a:lnR w="7620">
                      <a:solidFill>
                        <a:srgbClr val="C7D0DA"/>
                      </a:solidFill>
                      <a:prstDash val="solid"/>
                    </a:lnR>
                    <a:lnT w="7620">
                      <a:solidFill>
                        <a:srgbClr val="C7D0DA"/>
                      </a:solidFill>
                      <a:prstDash val="solid"/>
                    </a:lnT>
                    <a:lnB w="7620">
                      <a:solidFill>
                        <a:srgbClr val="C7D0DA"/>
                      </a:solidFill>
                      <a:prstDash val="solid"/>
                    </a:lnB>
                    <a:solidFill>
                      <a:srgbClr val="E0EFF0"/>
                    </a:solidFill>
                  </a:tcPr>
                </a:tc>
                <a:tc>
                  <a:txBody>
                    <a:bodyPr wrap="none">
                      <a:noAutofit/>
                    </a:bodyPr>
                    <a:lstStyle/>
                    <a:p>
                      <a:pPr algn="l"/>
                      <a:r>
                        <a:rPr sz="1875" b="1">
                          <a:solidFill>
                            <a:srgbClr val="0B6172"/>
                          </a:solidFill>
                          <a:latin typeface="Malgun Gothic"/>
                          <a:ea typeface="Malgun Gothic"/>
                          <a:cs typeface="Malgun Gothic"/>
                        </a:rPr>
                        <a:t>실제 작업 기록 · 관찰 요약</a:t>
                      </a:r>
                    </a:p>
                  </a:txBody>
                  <a:tcPr marL="91440" marR="91440" marT="45720" marB="45720" anchor="ctr">
                    <a:lnR w="7620">
                      <a:solidFill>
                        <a:srgbClr val="C7D0DA"/>
                      </a:solidFill>
                      <a:prstDash val="solid"/>
                    </a:lnR>
                    <a:lnT w="7620">
                      <a:solidFill>
                        <a:srgbClr val="C7D0DA"/>
                      </a:solidFill>
                      <a:prstDash val="solid"/>
                    </a:lnT>
                    <a:lnB w="7620">
                      <a:solidFill>
                        <a:srgbClr val="C7D0DA"/>
                      </a:solidFill>
                      <a:prstDash val="solid"/>
                    </a:lnB>
                    <a:solidFill>
                      <a:srgbClr val="E0EFF0"/>
                    </a:solidFill>
                  </a:tcPr>
                </a:tc>
              </a:tr>
              <a:tr h="723900">
                <a:tc>
                  <a:txBody>
                    <a:bodyPr wrap="none">
                      <a:noAutofit/>
                    </a:bodyPr>
                    <a:lstStyle/>
                    <a:p>
                      <a:pPr algn="ctr"/>
                      <a:r>
                        <a:rPr sz="2025" b="1">
                          <a:solidFill>
                            <a:srgbClr val="0B6172"/>
                          </a:solidFill>
                          <a:latin typeface="Malgun Gothic"/>
                          <a:ea typeface="Malgun Gothic"/>
                          <a:cs typeface="Malgun Gothic"/>
                        </a:rPr>
                        <a:t>01</a:t>
                      </a:r>
                    </a:p>
                  </a:txBody>
                  <a:tcPr marL="91440" marR="91440" marT="45720" marB="45720" anchor="ctr">
                    <a:lnL w="7620">
                      <a:solidFill>
                        <a:srgbClr val="C7D0DA"/>
                      </a:solidFill>
                      <a:prstDash val="solid"/>
                    </a:lnL>
                    <a:lnR w="7620">
                      <a:solidFill>
                        <a:srgbClr val="C7D0DA"/>
                      </a:solidFill>
                      <a:prstDash val="solid"/>
                    </a:lnR>
                    <a:lnB w="7620">
                      <a:solidFill>
                        <a:srgbClr val="C7D0DA"/>
                      </a:solidFill>
                      <a:prstDash val="solid"/>
                    </a:lnB>
                    <a:solidFill>
                      <a:srgbClr val="E0EFF0"/>
                    </a:solidFill>
                  </a:tcPr>
                </a:tc>
                <a:tc>
                  <a:txBody>
                    <a:bodyPr wrap="none">
                      <a:noAutofit/>
                    </a:bodyPr>
                    <a:lstStyle/>
                    <a:p>
                      <a:pPr algn="l"/>
                      <a:r>
                        <a:rPr sz="1875" b="1">
                          <a:solidFill>
                            <a:srgbClr val="17212B"/>
                          </a:solidFill>
                          <a:latin typeface="Malgun Gothic"/>
                          <a:ea typeface="Malgun Gothic"/>
                          <a:cs typeface="Malgun Gothic"/>
                        </a:rPr>
                        <a:t>변경 전에 기준선 측정</a:t>
                      </a:r>
                    </a:p>
                  </a:txBody>
                  <a:tcPr marL="91440" marR="91440" marT="45720" marB="45720" anchor="ctr">
                    <a:lnR w="7620">
                      <a:solidFill>
                        <a:srgbClr val="C7D0DA"/>
                      </a:solidFill>
                      <a:prstDash val="solid"/>
                    </a:lnR>
                    <a:lnB w="7620">
                      <a:solidFill>
                        <a:srgbClr val="C7D0DA"/>
                      </a:solidFill>
                      <a:prstDash val="solid"/>
                    </a:lnB>
                    <a:solidFill>
                      <a:srgbClr val="FFFFFF"/>
                    </a:solidFill>
                  </a:tcPr>
                </a:tc>
                <a:tc>
                  <a:txBody>
                    <a:bodyPr wrap="none">
                      <a:noAutofit/>
                    </a:bodyPr>
                    <a:lstStyle/>
                    <a:p>
                      <a:pPr algn="l"/>
                      <a:r>
                        <a:rPr sz="1875" b="0">
                          <a:solidFill>
                            <a:srgbClr val="17212B"/>
                          </a:solidFill>
                          <a:latin typeface="Malgun Gothic"/>
                          <a:ea typeface="Malgun Gothic"/>
                          <a:cs typeface="Malgun Gothic"/>
                        </a:rPr>
                        <a:t>실행 출력: 변경 전 3회 측정</a:t>
                      </a:r>
                    </a:p>
                    <a:p>
                      <a:pPr algn="l"/>
                      <a:r>
                        <a:rPr sz="1875" b="0">
                          <a:solidFill>
                            <a:srgbClr val="17212B"/>
                          </a:solidFill>
                          <a:latin typeface="Malgun Gothic"/>
                          <a:ea typeface="Malgun Gothic"/>
                          <a:cs typeface="Malgun Gothic"/>
                        </a:rPr>
                        <a:t>입력 지문·결과 6항목 확인</a:t>
                      </a:r>
                    </a:p>
                  </a:txBody>
                  <a:tcPr marL="91440" marR="91440" marT="45720" marB="45720" anchor="ctr">
                    <a:lnR w="7620">
                      <a:solidFill>
                        <a:srgbClr val="C7D0DA"/>
                      </a:solidFill>
                      <a:prstDash val="solid"/>
                    </a:lnR>
                    <a:lnB w="7620">
                      <a:solidFill>
                        <a:srgbClr val="C7D0DA"/>
                      </a:solidFill>
                      <a:prstDash val="solid"/>
                    </a:lnB>
                    <a:solidFill>
                      <a:srgbClr val="FFFFFF"/>
                    </a:solidFill>
                  </a:tcPr>
                </a:tc>
              </a:tr>
              <a:tr h="809625">
                <a:tc>
                  <a:txBody>
                    <a:bodyPr wrap="none">
                      <a:noAutofit/>
                    </a:bodyPr>
                    <a:lstStyle/>
                    <a:p>
                      <a:pPr algn="ctr"/>
                      <a:r>
                        <a:rPr sz="2025" b="1">
                          <a:solidFill>
                            <a:srgbClr val="0B6172"/>
                          </a:solidFill>
                          <a:latin typeface="Malgun Gothic"/>
                          <a:ea typeface="Malgun Gothic"/>
                          <a:cs typeface="Malgun Gothic"/>
                        </a:rPr>
                        <a:t>02</a:t>
                      </a:r>
                    </a:p>
                  </a:txBody>
                  <a:tcPr marL="91440" marR="91440" marT="45720" marB="45720" anchor="ctr">
                    <a:lnL w="7620">
                      <a:solidFill>
                        <a:srgbClr val="C7D0DA"/>
                      </a:solidFill>
                      <a:prstDash val="solid"/>
                    </a:lnL>
                    <a:lnR w="7620">
                      <a:solidFill>
                        <a:srgbClr val="C7D0DA"/>
                      </a:solidFill>
                      <a:prstDash val="solid"/>
                    </a:lnR>
                    <a:lnB w="7620">
                      <a:solidFill>
                        <a:srgbClr val="C7D0DA"/>
                      </a:solidFill>
                      <a:prstDash val="solid"/>
                    </a:lnB>
                    <a:solidFill>
                      <a:srgbClr val="E0EFF0"/>
                    </a:solidFill>
                  </a:tcPr>
                </a:tc>
                <a:tc>
                  <a:txBody>
                    <a:bodyPr wrap="none">
                      <a:noAutofit/>
                    </a:bodyPr>
                    <a:lstStyle/>
                    <a:p>
                      <a:pPr algn="l"/>
                      <a:r>
                        <a:rPr sz="1875" b="1">
                          <a:solidFill>
                            <a:srgbClr val="17212B"/>
                          </a:solidFill>
                          <a:latin typeface="Malgun Gothic"/>
                          <a:ea typeface="Malgun Gothic"/>
                          <a:cs typeface="Malgun Gothic"/>
                        </a:rPr>
                        <a:t>계획이 요구되면 변경 전에 공유</a:t>
                      </a:r>
                    </a:p>
                    <a:p>
                      <a:pPr algn="l"/>
                      <a:r>
                        <a:rPr sz="1875" b="1">
                          <a:solidFill>
                            <a:srgbClr val="17212B"/>
                          </a:solidFill>
                          <a:latin typeface="Malgun Gothic"/>
                          <a:ea typeface="Malgun Gothic"/>
                          <a:cs typeface="Malgun Gothic"/>
                        </a:rPr>
                        <a:t>허용 범위에서 최소 변경</a:t>
                      </a:r>
                    </a:p>
                  </a:txBody>
                  <a:tcPr marL="91440" marR="91440" marT="45720" marB="45720" anchor="ctr">
                    <a:lnR w="7620">
                      <a:solidFill>
                        <a:srgbClr val="C7D0DA"/>
                      </a:solidFill>
                      <a:prstDash val="solid"/>
                    </a:lnR>
                    <a:lnB w="7620">
                      <a:solidFill>
                        <a:srgbClr val="C7D0DA"/>
                      </a:solidFill>
                      <a:prstDash val="solid"/>
                    </a:lnB>
                    <a:solidFill>
                      <a:srgbClr val="FFFFFF"/>
                    </a:solidFill>
                  </a:tcPr>
                </a:tc>
                <a:tc>
                  <a:txBody>
                    <a:bodyPr wrap="none">
                      <a:noAutofit/>
                    </a:bodyPr>
                    <a:lstStyle/>
                    <a:p>
                      <a:pPr algn="l"/>
                      <a:r>
                        <a:rPr sz="1875" b="0">
                          <a:solidFill>
                            <a:srgbClr val="17212B"/>
                          </a:solidFill>
                          <a:latin typeface="Malgun Gothic"/>
                          <a:ea typeface="Malgun Gothic"/>
                          <a:cs typeface="Malgun Gothic"/>
                        </a:rPr>
                        <a:t>변경 전 메시지 + 최종 diff</a:t>
                      </a:r>
                    </a:p>
                    <a:p>
                      <a:pPr algn="l"/>
                      <a:r>
                        <a:rPr sz="1875" b="0">
                          <a:solidFill>
                            <a:srgbClr val="17212B"/>
                          </a:solidFill>
                          <a:latin typeface="Malgun Gothic"/>
                          <a:ea typeface="Malgun Gothic"/>
                          <a:cs typeface="Malgun Gothic"/>
                        </a:rPr>
                        <a:t>statistics.py의 해당 함수만 변경</a:t>
                      </a:r>
                    </a:p>
                  </a:txBody>
                  <a:tcPr marL="91440" marR="91440" marT="45720" marB="45720" anchor="ctr">
                    <a:lnR w="7620">
                      <a:solidFill>
                        <a:srgbClr val="C7D0DA"/>
                      </a:solidFill>
                      <a:prstDash val="solid"/>
                    </a:lnR>
                    <a:lnB w="7620">
                      <a:solidFill>
                        <a:srgbClr val="C7D0DA"/>
                      </a:solidFill>
                      <a:prstDash val="solid"/>
                    </a:lnB>
                    <a:solidFill>
                      <a:srgbClr val="FFFFFF"/>
                    </a:solidFill>
                  </a:tcPr>
                </a:tc>
              </a:tr>
              <a:tr h="809625">
                <a:tc>
                  <a:txBody>
                    <a:bodyPr wrap="none">
                      <a:noAutofit/>
                    </a:bodyPr>
                    <a:lstStyle/>
                    <a:p>
                      <a:pPr algn="ctr"/>
                      <a:r>
                        <a:rPr sz="2025" b="1">
                          <a:solidFill>
                            <a:srgbClr val="0B6172"/>
                          </a:solidFill>
                          <a:latin typeface="Malgun Gothic"/>
                          <a:ea typeface="Malgun Gothic"/>
                          <a:cs typeface="Malgun Gothic"/>
                        </a:rPr>
                        <a:t>03</a:t>
                      </a:r>
                    </a:p>
                  </a:txBody>
                  <a:tcPr marL="91440" marR="91440" marT="45720" marB="45720" anchor="ctr">
                    <a:lnL w="7620">
                      <a:solidFill>
                        <a:srgbClr val="C7D0DA"/>
                      </a:solidFill>
                      <a:prstDash val="solid"/>
                    </a:lnL>
                    <a:lnR w="7620">
                      <a:solidFill>
                        <a:srgbClr val="C7D0DA"/>
                      </a:solidFill>
                      <a:prstDash val="solid"/>
                    </a:lnR>
                    <a:lnB w="7620">
                      <a:solidFill>
                        <a:srgbClr val="C7D0DA"/>
                      </a:solidFill>
                      <a:prstDash val="solid"/>
                    </a:lnB>
                    <a:solidFill>
                      <a:srgbClr val="E0EFF0"/>
                    </a:solidFill>
                  </a:tcPr>
                </a:tc>
                <a:tc>
                  <a:txBody>
                    <a:bodyPr wrap="none">
                      <a:noAutofit/>
                    </a:bodyPr>
                    <a:lstStyle/>
                    <a:p>
                      <a:pPr algn="l"/>
                      <a:r>
                        <a:rPr sz="1875" b="1">
                          <a:solidFill>
                            <a:srgbClr val="17212B"/>
                          </a:solidFill>
                          <a:latin typeface="Malgun Gothic"/>
                          <a:ea typeface="Malgun Gothic"/>
                          <a:cs typeface="Malgun Gothic"/>
                        </a:rPr>
                        <a:t>테스트 실행</a:t>
                      </a:r>
                    </a:p>
                    <a:p>
                      <a:pPr algn="l"/>
                      <a:r>
                        <a:rPr sz="1875" b="1">
                          <a:solidFill>
                            <a:srgbClr val="17212B"/>
                          </a:solidFill>
                          <a:latin typeface="Malgun Gothic"/>
                          <a:ea typeface="Malgun Gothic"/>
                          <a:cs typeface="Malgun Gothic"/>
                        </a:rPr>
                        <a:t>같은 입력·설정으로 다시 측정</a:t>
                      </a:r>
                    </a:p>
                  </a:txBody>
                  <a:tcPr marL="91440" marR="91440" marT="45720" marB="45720" anchor="ctr">
                    <a:lnR w="7620">
                      <a:solidFill>
                        <a:srgbClr val="C7D0DA"/>
                      </a:solidFill>
                      <a:prstDash val="solid"/>
                    </a:lnR>
                    <a:lnB w="7620">
                      <a:solidFill>
                        <a:srgbClr val="C7D0DA"/>
                      </a:solidFill>
                      <a:prstDash val="solid"/>
                    </a:lnB>
                    <a:solidFill>
                      <a:srgbClr val="FFFFFF"/>
                    </a:solidFill>
                  </a:tcPr>
                </a:tc>
                <a:tc>
                  <a:txBody>
                    <a:bodyPr wrap="none">
                      <a:noAutofit/>
                    </a:bodyPr>
                    <a:lstStyle/>
                    <a:p>
                      <a:pPr algn="l"/>
                      <a:r>
                        <a:rPr sz="1875" b="0">
                          <a:solidFill>
                            <a:srgbClr val="17212B"/>
                          </a:solidFill>
                          <a:latin typeface="Malgun Gothic"/>
                          <a:ea typeface="Malgun Gothic"/>
                          <a:cs typeface="Malgun Gothic"/>
                        </a:rPr>
                        <a:t>함수 테스트 1/1 · 전체 11/11 통과</a:t>
                      </a:r>
                    </a:p>
                    <a:p>
                      <a:pPr algn="l"/>
                      <a:r>
                        <a:rPr sz="1875" b="0">
                          <a:solidFill>
                            <a:srgbClr val="17212B"/>
                          </a:solidFill>
                          <a:latin typeface="Malgun Gothic"/>
                          <a:ea typeface="Malgun Gothic"/>
                          <a:cs typeface="Malgun Gothic"/>
                        </a:rPr>
                        <a:t>같은 benchmark 3회 + CLI·diff 확인</a:t>
                      </a:r>
                    </a:p>
                  </a:txBody>
                  <a:tcPr marL="91440" marR="91440" marT="45720" marB="45720" anchor="ctr">
                    <a:lnR w="7620">
                      <a:solidFill>
                        <a:srgbClr val="C7D0DA"/>
                      </a:solidFill>
                      <a:prstDash val="solid"/>
                    </a:lnR>
                    <a:lnB w="7620">
                      <a:solidFill>
                        <a:srgbClr val="C7D0DA"/>
                      </a:solidFill>
                      <a:prstDash val="solid"/>
                    </a:lnB>
                    <a:solidFill>
                      <a:srgbClr val="FFFFFF"/>
                    </a:solidFill>
                  </a:tcPr>
                </a:tc>
              </a:tr>
            </a:tbl>
          </a:graphicData>
        </a:graphic>
      </p:graphicFrame>
      <p:sp>
        <p:nvSpPr>
          <p:cNvPr id="13" name="본문 포함은 입력의 근거, 수행 여부는 작업 기록으로 확인한다">
            <a:extLst xmlns:a="http://schemas.openxmlformats.org/drawingml/2006/main">
              <a:ext uri="{FF2B5EF4-FFF2-40B4-BE49-F238E27FC236}">
                <a16:creationId xmlns:a16="http://schemas.microsoft.com/office/drawing/2014/main" id="{DE12AC91-44B3-4E9B-B451-655AF06A9548}"/>
              </a:ext>
            </a:extLst>
          </p:cNvPr>
          <p:cNvSpPr>
            <a:spLocks xmlns:a="http://schemas.openxmlformats.org/drawingml/2006/main" noGrp="1"/>
          </p:cNvSpPr>
          <p:nvPr/>
        </p:nvSpPr>
        <p:spPr>
          <a:xfrm xmlns:a="http://schemas.openxmlformats.org/drawingml/2006/main">
            <a:off x="609600" y="53816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본문 포함은 입력의 근거, 수행 여부는 작업 기록으로 확인한다</a:t>
            </a:r>
          </a:p>
        </p:txBody>
      </p:sp>
      <p:sp>
        <p:nvSpPr>
          <p:cNvPr id="14" name="Legacy module connection">
            <a:extLst xmlns:a="http://schemas.openxmlformats.org/drawingml/2006/main">
              <a:ext uri="{FF2B5EF4-FFF2-40B4-BE49-F238E27FC236}">
                <a16:creationId xmlns:a16="http://schemas.microsoft.com/office/drawing/2014/main" id="{8E3C33B3-DA1B-4ADB-8448-C4D954EEFFE5}"/>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M8</a:t>
            </a:r>
          </a:p>
        </p:txBody>
      </p:sp>
    </p:spTree>
    <p:extLst>
      <p:ext uri="{BB962C8B-B14F-4D97-AF65-F5344CB8AC3E}">
        <p14:creationId xmlns:p14="http://schemas.microsoft.com/office/powerpoint/2010/main" val="182333066"/>
      </p:ext>
    </p:extLst>
  </p:cSld>
</p:sld>
</file>

<file path=ppt/slides/slide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5" name="ACT 3 · Skill에 고정할 것과 이번에 판단할 것">
            <a:extLst xmlns:a="http://schemas.openxmlformats.org/drawingml/2006/main">
              <a:ext uri="{FF2B5EF4-FFF2-40B4-BE49-F238E27FC236}">
                <a16:creationId xmlns:a16="http://schemas.microsoft.com/office/drawing/2014/main" id="{FDB377CC-1A57-434B-AF23-2B35BA6D8231}"/>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Skill에 고정할 것과 이번에 판단할 것</a:t>
            </a:r>
          </a:p>
        </p:txBody>
      </p:sp>
      <p:sp>
        <p:nvSpPr>
          <p:cNvPr id="2" name="S56">
            <a:extLst xmlns:a="http://schemas.openxmlformats.org/drawingml/2006/main">
              <a:ext uri="{FF2B5EF4-FFF2-40B4-BE49-F238E27FC236}">
                <a16:creationId xmlns:a16="http://schemas.microsoft.com/office/drawing/2014/main" id="{90C30873-5783-415C-B23F-68B261912BC6}"/>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S56</a:t>
            </a:r>
          </a:p>
        </p:txBody>
      </p:sp>
      <p:sp>
        <p:nvSpPr>
          <p:cNvPr id="3" name="절차는 재사용하고, 답은 근거로 정한다">
            <a:extLst xmlns:a="http://schemas.openxmlformats.org/drawingml/2006/main">
              <a:ext uri="{FF2B5EF4-FFF2-40B4-BE49-F238E27FC236}">
                <a16:creationId xmlns:a16="http://schemas.microsoft.com/office/drawing/2014/main" id="{FED5E54D-0822-4A8F-B969-016792BC0F6A}"/>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절차는 재사용하고, 답은 근거로 정한다</a:t>
            </a:r>
          </a:p>
        </p:txBody>
      </p:sp>
      <p:sp>
        <p:nvSpPr>
          <p:cNvPr id="4" name="">
            <a:extLst xmlns:a="http://schemas.openxmlformats.org/drawingml/2006/main">
              <a:ext uri="{FF2B5EF4-FFF2-40B4-BE49-F238E27FC236}">
                <a16:creationId xmlns:a16="http://schemas.microsoft.com/office/drawing/2014/main" id="{1559403C-AC88-48DC-B34E-CCE6A52D401C}"/>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STATE-04 SKILL.md 번역 요약 + 교육용 질문·판단 경로 · 새 실행 결과가 아님">
            <a:extLst xmlns:a="http://schemas.openxmlformats.org/drawingml/2006/main">
              <a:ext uri="{FF2B5EF4-FFF2-40B4-BE49-F238E27FC236}">
                <a16:creationId xmlns:a16="http://schemas.microsoft.com/office/drawing/2014/main" id="{4030A066-1720-4790-9549-B51001EDC821}"/>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STATE-04 SKILL.md 번역 요약 + 교육용 질문·판단 경로 · 새 실행 결과가 아님</a:t>
            </a:r>
          </a:p>
        </p:txBody>
      </p:sp>
      <p:sp>
        <p:nvSpPr>
          <p:cNvPr id="6" name="특정 구현·Trial 수치를 미리 넣지 않았음 · 보류는 허용된 경로이며 TRIAL-008의 관찰 결과 아님">
            <a:extLst xmlns:a="http://schemas.openxmlformats.org/drawingml/2006/main">
              <a:ext uri="{FF2B5EF4-FFF2-40B4-BE49-F238E27FC236}">
                <a16:creationId xmlns:a16="http://schemas.microsoft.com/office/drawing/2014/main" id="{BC1E5AA5-CCB8-4644-A0DD-3D69EB788088}"/>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특정 구현·Trial 수치를 미리 넣지 않았음 · 보류는 허용된 경로이며 TRIAL-008의 관찰 결과 아님</a:t>
            </a:r>
          </a:p>
        </p:txBody>
      </p:sp>
      <p:sp>
        <p:nvSpPr>
          <p:cNvPr id="7" name="">
            <a:extLst xmlns:a="http://schemas.openxmlformats.org/drawingml/2006/main">
              <a:ext uri="{FF2B5EF4-FFF2-40B4-BE49-F238E27FC236}">
                <a16:creationId xmlns:a16="http://schemas.microsoft.com/office/drawing/2014/main" id="{122CB654-DB3F-478E-8907-9A9072BA3C46}"/>
              </a:ext>
            </a:extLst>
          </p:cNvPr>
          <p:cNvSpPr>
            <a:spLocks xmlns:a="http://schemas.openxmlformats.org/drawingml/2006/main" noGrp="1"/>
          </p:cNvSpPr>
          <p:nvPr/>
        </p:nvSpPr>
        <p:spPr>
          <a:xfrm xmlns:a="http://schemas.openxmlformats.org/drawingml/2006/main">
            <a:off x="609600" y="1952625"/>
            <a:ext cx="4152900" cy="335280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8" name="Skill · 재사용할 절차">
            <a:extLst xmlns:a="http://schemas.openxmlformats.org/drawingml/2006/main">
              <a:ext uri="{FF2B5EF4-FFF2-40B4-BE49-F238E27FC236}">
                <a16:creationId xmlns:a16="http://schemas.microsoft.com/office/drawing/2014/main" id="{4764C32A-EC5F-41CA-A5DF-1071F2CCF0C7}"/>
              </a:ext>
            </a:extLst>
          </p:cNvPr>
          <p:cNvSpPr>
            <a:spLocks xmlns:a="http://schemas.openxmlformats.org/drawingml/2006/main" noGrp="1"/>
          </p:cNvSpPr>
          <p:nvPr/>
        </p:nvSpPr>
        <p:spPr>
          <a:xfrm xmlns:a="http://schemas.openxmlformats.org/drawingml/2006/main">
            <a:off x="800100" y="2066925"/>
            <a:ext cx="3771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Skill · 재사용할 절차</a:t>
            </a:r>
          </a:p>
        </p:txBody>
      </p:sp>
      <p:sp>
        <p:nvSpPr>
          <p:cNvPr id="9" name="이 Skill의 지침 일부 · 번역 요약">
            <a:extLst xmlns:a="http://schemas.openxmlformats.org/drawingml/2006/main">
              <a:ext uri="{FF2B5EF4-FFF2-40B4-BE49-F238E27FC236}">
                <a16:creationId xmlns:a16="http://schemas.microsoft.com/office/drawing/2014/main" id="{A65970F3-D283-4C48-9FCB-932F75AB9622}"/>
              </a:ext>
            </a:extLst>
          </p:cNvPr>
          <p:cNvSpPr>
            <a:spLocks xmlns:a="http://schemas.openxmlformats.org/drawingml/2006/main" noGrp="1"/>
          </p:cNvSpPr>
          <p:nvPr/>
        </p:nvSpPr>
        <p:spPr>
          <a:xfrm xmlns:a="http://schemas.openxmlformats.org/drawingml/2006/main">
            <a:off x="800100" y="2428875"/>
            <a:ext cx="3771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4D5A68"/>
                </a:solidFill>
                <a:latin typeface="Malgun Gothic"/>
                <a:ea typeface="Malgun Gothic"/>
                <a:cs typeface="Malgun Gothic"/>
              </a:defRPr>
            </a:defPPr>
            <a:lvl1pPr algn="l">
              <a:defRPr sz="1575" b="0">
                <a:solidFill>
                  <a:srgbClr val="4D5A68"/>
                </a:solidFill>
                <a:latin typeface="Malgun Gothic"/>
                <a:ea typeface="Malgun Gothic"/>
                <a:cs typeface="Malgun Gothic"/>
              </a:defRPr>
            </a:lvl1pPr>
            <a:lvl2pPr algn="l">
              <a:defRPr sz="1575" b="0">
                <a:solidFill>
                  <a:srgbClr val="4D5A68"/>
                </a:solidFill>
                <a:latin typeface="Malgun Gothic"/>
                <a:ea typeface="Malgun Gothic"/>
                <a:cs typeface="Malgun Gothic"/>
              </a:defRPr>
            </a:lvl2pPr>
            <a:lvl3pPr algn="l">
              <a:defRPr sz="1575" b="0">
                <a:solidFill>
                  <a:srgbClr val="4D5A68"/>
                </a:solidFill>
                <a:latin typeface="Malgun Gothic"/>
                <a:ea typeface="Malgun Gothic"/>
                <a:cs typeface="Malgun Gothic"/>
              </a:defRPr>
            </a:lvl3pPr>
            <a:lvl4pPr algn="l">
              <a:defRPr sz="1575" b="0">
                <a:solidFill>
                  <a:srgbClr val="4D5A68"/>
                </a:solidFill>
                <a:latin typeface="Malgun Gothic"/>
                <a:ea typeface="Malgun Gothic"/>
                <a:cs typeface="Malgun Gothic"/>
              </a:defRPr>
            </a:lvl4pPr>
            <a:lvl5pPr algn="l">
              <a:defRPr sz="1575" b="0">
                <a:solidFill>
                  <a:srgbClr val="4D5A68"/>
                </a:solidFill>
                <a:latin typeface="Malgun Gothic"/>
                <a:ea typeface="Malgun Gothic"/>
                <a:cs typeface="Malgun Gothic"/>
              </a:defRPr>
            </a:lvl5pPr>
            <a:lvl6pPr algn="l">
              <a:defRPr sz="1575" b="0">
                <a:solidFill>
                  <a:srgbClr val="4D5A68"/>
                </a:solidFill>
                <a:latin typeface="Malgun Gothic"/>
                <a:ea typeface="Malgun Gothic"/>
                <a:cs typeface="Malgun Gothic"/>
              </a:defRPr>
            </a:lvl6pPr>
            <a:lvl7pPr algn="l">
              <a:defRPr sz="1575" b="0">
                <a:solidFill>
                  <a:srgbClr val="4D5A68"/>
                </a:solidFill>
                <a:latin typeface="Malgun Gothic"/>
                <a:ea typeface="Malgun Gothic"/>
                <a:cs typeface="Malgun Gothic"/>
              </a:defRPr>
            </a:lvl7pPr>
            <a:lvl8pPr algn="l">
              <a:defRPr sz="1575" b="0">
                <a:solidFill>
                  <a:srgbClr val="4D5A68"/>
                </a:solidFill>
                <a:latin typeface="Malgun Gothic"/>
                <a:ea typeface="Malgun Gothic"/>
                <a:cs typeface="Malgun Gothic"/>
              </a:defRPr>
            </a:lvl8pPr>
            <a:lvl9pPr algn="l">
              <a:defRPr sz="1575" b="0">
                <a:solidFill>
                  <a:srgbClr val="4D5A68"/>
                </a:solidFill>
                <a:latin typeface="Malgun Gothic"/>
                <a:ea typeface="Malgun Gothic"/>
                <a:cs typeface="Malgun Gothic"/>
              </a:defRPr>
            </a:lvl9pPr>
          </a:lstStyle>
          <a:p xmlns:a="http://schemas.openxmlformats.org/drawingml/2006/main">
            <a:pPr algn="l">
              <a:defRPr sz="1575" b="0">
                <a:solidFill>
                  <a:srgbClr val="4D5A68"/>
                </a:solidFill>
                <a:latin typeface="Malgun Gothic"/>
                <a:ea typeface="Malgun Gothic"/>
                <a:cs typeface="Malgun Gothic"/>
              </a:defRPr>
            </a:pPr>
            <a:r>
              <a:rPr sz="1575" b="0">
                <a:solidFill>
                  <a:srgbClr val="4D5A68"/>
                </a:solidFill>
                <a:latin typeface="Malgun Gothic"/>
                <a:ea typeface="Malgun Gothic"/>
                <a:cs typeface="Malgun Gothic"/>
              </a:rPr>
              <a:t>이 Skill의 지침 일부 · 번역 요약</a:t>
            </a:r>
          </a:p>
        </p:txBody>
      </p:sp>
      <p:sp>
        <p:nvSpPr>
          <p:cNvPr id="10" name="01">
            <a:extLst xmlns:a="http://schemas.openxmlformats.org/drawingml/2006/main">
              <a:ext uri="{FF2B5EF4-FFF2-40B4-BE49-F238E27FC236}">
                <a16:creationId xmlns:a16="http://schemas.microsoft.com/office/drawing/2014/main" id="{424BD22C-C3FF-47E8-9DC5-B51E032AE2E7}"/>
              </a:ext>
            </a:extLst>
          </p:cNvPr>
          <p:cNvSpPr>
            <a:spLocks xmlns:a="http://schemas.openxmlformats.org/drawingml/2006/main" noGrp="1"/>
          </p:cNvSpPr>
          <p:nvPr/>
        </p:nvSpPr>
        <p:spPr>
          <a:xfrm xmlns:a="http://schemas.openxmlformats.org/drawingml/2006/main">
            <a:off x="800100" y="289560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01</a:t>
            </a:r>
          </a:p>
        </p:txBody>
      </p:sp>
      <p:sp>
        <p:nvSpPr>
          <p:cNvPr id="11" name="변경 전 기준선 측정">
            <a:extLst xmlns:a="http://schemas.openxmlformats.org/drawingml/2006/main">
              <a:ext uri="{FF2B5EF4-FFF2-40B4-BE49-F238E27FC236}">
                <a16:creationId xmlns:a16="http://schemas.microsoft.com/office/drawing/2014/main" id="{624E44D0-4F8F-476D-9B9D-F0FB036EAEB0}"/>
              </a:ext>
            </a:extLst>
          </p:cNvPr>
          <p:cNvSpPr>
            <a:spLocks xmlns:a="http://schemas.openxmlformats.org/drawingml/2006/main" noGrp="1"/>
          </p:cNvSpPr>
          <p:nvPr/>
        </p:nvSpPr>
        <p:spPr>
          <a:xfrm xmlns:a="http://schemas.openxmlformats.org/drawingml/2006/main">
            <a:off x="1371600" y="2895600"/>
            <a:ext cx="320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변경 전 기준선 측정</a:t>
            </a:r>
          </a:p>
        </p:txBody>
      </p:sp>
      <p:sp>
        <p:nvSpPr>
          <p:cNvPr id="12" name="02">
            <a:extLst xmlns:a="http://schemas.openxmlformats.org/drawingml/2006/main">
              <a:ext uri="{FF2B5EF4-FFF2-40B4-BE49-F238E27FC236}">
                <a16:creationId xmlns:a16="http://schemas.microsoft.com/office/drawing/2014/main" id="{646A0744-7EF0-4ADB-A2F2-4780B5FB8817}"/>
              </a:ext>
            </a:extLst>
          </p:cNvPr>
          <p:cNvSpPr>
            <a:spLocks xmlns:a="http://schemas.openxmlformats.org/drawingml/2006/main" noGrp="1"/>
          </p:cNvSpPr>
          <p:nvPr/>
        </p:nvSpPr>
        <p:spPr>
          <a:xfrm xmlns:a="http://schemas.openxmlformats.org/drawingml/2006/main">
            <a:off x="800100" y="361950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02</a:t>
            </a:r>
          </a:p>
        </p:txBody>
      </p:sp>
      <p:sp>
        <p:nvSpPr>
          <p:cNvPr id="13" name="같은 조건으로 검증·비교">
            <a:extLst xmlns:a="http://schemas.openxmlformats.org/drawingml/2006/main">
              <a:ext uri="{FF2B5EF4-FFF2-40B4-BE49-F238E27FC236}">
                <a16:creationId xmlns:a16="http://schemas.microsoft.com/office/drawing/2014/main" id="{E3C31D37-A389-4E48-9175-C89AA6EF8EF5}"/>
              </a:ext>
            </a:extLst>
          </p:cNvPr>
          <p:cNvSpPr>
            <a:spLocks xmlns:a="http://schemas.openxmlformats.org/drawingml/2006/main" noGrp="1"/>
          </p:cNvSpPr>
          <p:nvPr/>
        </p:nvSpPr>
        <p:spPr>
          <a:xfrm xmlns:a="http://schemas.openxmlformats.org/drawingml/2006/main">
            <a:off x="1371600" y="3619500"/>
            <a:ext cx="320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같은 조건으로 검증·비교</a:t>
            </a:r>
          </a:p>
        </p:txBody>
      </p:sp>
      <p:sp>
        <p:nvSpPr>
          <p:cNvPr id="14" name="03">
            <a:extLst xmlns:a="http://schemas.openxmlformats.org/drawingml/2006/main">
              <a:ext uri="{FF2B5EF4-FFF2-40B4-BE49-F238E27FC236}">
                <a16:creationId xmlns:a16="http://schemas.microsoft.com/office/drawing/2014/main" id="{73271D7A-9869-4ADB-AFF1-D7F6C5A54D98}"/>
              </a:ext>
            </a:extLst>
          </p:cNvPr>
          <p:cNvSpPr>
            <a:spLocks xmlns:a="http://schemas.openxmlformats.org/drawingml/2006/main" noGrp="1"/>
          </p:cNvSpPr>
          <p:nvPr/>
        </p:nvSpPr>
        <p:spPr>
          <a:xfrm xmlns:a="http://schemas.openxmlformats.org/drawingml/2006/main">
            <a:off x="800100" y="434340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03</a:t>
            </a:r>
          </a:p>
        </p:txBody>
      </p:sp>
      <p:sp>
        <p:nvSpPr>
          <p:cNvPr id="15" name="근거·trade-off·한계 보고">
            <a:extLst xmlns:a="http://schemas.openxmlformats.org/drawingml/2006/main">
              <a:ext uri="{FF2B5EF4-FFF2-40B4-BE49-F238E27FC236}">
                <a16:creationId xmlns:a16="http://schemas.microsoft.com/office/drawing/2014/main" id="{E2DFB823-9093-4D1E-8EAE-60D15E1A8F01}"/>
              </a:ext>
            </a:extLst>
          </p:cNvPr>
          <p:cNvSpPr>
            <a:spLocks xmlns:a="http://schemas.openxmlformats.org/drawingml/2006/main" noGrp="1"/>
          </p:cNvSpPr>
          <p:nvPr/>
        </p:nvSpPr>
        <p:spPr>
          <a:xfrm xmlns:a="http://schemas.openxmlformats.org/drawingml/2006/main">
            <a:off x="1371600" y="4343400"/>
            <a:ext cx="320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근거·trade-off·한계 보고</a:t>
            </a:r>
          </a:p>
        </p:txBody>
      </p:sp>
      <p:sp>
        <p:nvSpPr>
          <p:cNvPr id="16" name="다음 성능 작업에도 같은 방법">
            <a:extLst xmlns:a="http://schemas.openxmlformats.org/drawingml/2006/main">
              <a:ext uri="{FF2B5EF4-FFF2-40B4-BE49-F238E27FC236}">
                <a16:creationId xmlns:a16="http://schemas.microsoft.com/office/drawing/2014/main" id="{4671015E-B5AB-42A7-B767-AB81614DC561}"/>
              </a:ext>
            </a:extLst>
          </p:cNvPr>
          <p:cNvSpPr>
            <a:spLocks xmlns:a="http://schemas.openxmlformats.org/drawingml/2006/main" noGrp="1"/>
          </p:cNvSpPr>
          <p:nvPr/>
        </p:nvSpPr>
        <p:spPr>
          <a:xfrm xmlns:a="http://schemas.openxmlformats.org/drawingml/2006/main">
            <a:off x="800100" y="4886325"/>
            <a:ext cx="3771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다음 성능 작업에도 같은 방법</a:t>
            </a:r>
          </a:p>
        </p:txBody>
      </p:sp>
      <p:sp>
        <p:nvSpPr>
          <p:cNvPr id="17" name="적용">
            <a:extLst xmlns:a="http://schemas.openxmlformats.org/drawingml/2006/main">
              <a:ext uri="{FF2B5EF4-FFF2-40B4-BE49-F238E27FC236}">
                <a16:creationId xmlns:a16="http://schemas.microsoft.com/office/drawing/2014/main" id="{AC9B3855-CAC6-4E26-8481-741883C32C3B}"/>
              </a:ext>
            </a:extLst>
          </p:cNvPr>
          <p:cNvSpPr>
            <a:spLocks xmlns:a="http://schemas.openxmlformats.org/drawingml/2006/main" noGrp="1"/>
          </p:cNvSpPr>
          <p:nvPr/>
        </p:nvSpPr>
        <p:spPr>
          <a:xfrm xmlns:a="http://schemas.openxmlformats.org/drawingml/2006/main">
            <a:off x="4933950" y="3181350"/>
            <a:ext cx="5905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0B6172"/>
                </a:solidFill>
                <a:latin typeface="Malgun Gothic"/>
                <a:ea typeface="Malgun Gothic"/>
                <a:cs typeface="Malgun Gothic"/>
              </a:defRPr>
            </a:defPPr>
            <a:lvl1pPr algn="ctr">
              <a:defRPr sz="1725" b="1">
                <a:solidFill>
                  <a:srgbClr val="0B6172"/>
                </a:solidFill>
                <a:latin typeface="Malgun Gothic"/>
                <a:ea typeface="Malgun Gothic"/>
                <a:cs typeface="Malgun Gothic"/>
              </a:defRPr>
            </a:lvl1pPr>
            <a:lvl2pPr algn="ctr">
              <a:defRPr sz="1725" b="1">
                <a:solidFill>
                  <a:srgbClr val="0B6172"/>
                </a:solidFill>
                <a:latin typeface="Malgun Gothic"/>
                <a:ea typeface="Malgun Gothic"/>
                <a:cs typeface="Malgun Gothic"/>
              </a:defRPr>
            </a:lvl2pPr>
            <a:lvl3pPr algn="ctr">
              <a:defRPr sz="1725" b="1">
                <a:solidFill>
                  <a:srgbClr val="0B6172"/>
                </a:solidFill>
                <a:latin typeface="Malgun Gothic"/>
                <a:ea typeface="Malgun Gothic"/>
                <a:cs typeface="Malgun Gothic"/>
              </a:defRPr>
            </a:lvl3pPr>
            <a:lvl4pPr algn="ctr">
              <a:defRPr sz="1725" b="1">
                <a:solidFill>
                  <a:srgbClr val="0B6172"/>
                </a:solidFill>
                <a:latin typeface="Malgun Gothic"/>
                <a:ea typeface="Malgun Gothic"/>
                <a:cs typeface="Malgun Gothic"/>
              </a:defRPr>
            </a:lvl4pPr>
            <a:lvl5pPr algn="ctr">
              <a:defRPr sz="1725" b="1">
                <a:solidFill>
                  <a:srgbClr val="0B6172"/>
                </a:solidFill>
                <a:latin typeface="Malgun Gothic"/>
                <a:ea typeface="Malgun Gothic"/>
                <a:cs typeface="Malgun Gothic"/>
              </a:defRPr>
            </a:lvl5pPr>
            <a:lvl6pPr algn="ctr">
              <a:defRPr sz="1725" b="1">
                <a:solidFill>
                  <a:srgbClr val="0B6172"/>
                </a:solidFill>
                <a:latin typeface="Malgun Gothic"/>
                <a:ea typeface="Malgun Gothic"/>
                <a:cs typeface="Malgun Gothic"/>
              </a:defRPr>
            </a:lvl6pPr>
            <a:lvl7pPr algn="ctr">
              <a:defRPr sz="1725" b="1">
                <a:solidFill>
                  <a:srgbClr val="0B6172"/>
                </a:solidFill>
                <a:latin typeface="Malgun Gothic"/>
                <a:ea typeface="Malgun Gothic"/>
                <a:cs typeface="Malgun Gothic"/>
              </a:defRPr>
            </a:lvl7pPr>
            <a:lvl8pPr algn="ctr">
              <a:defRPr sz="1725" b="1">
                <a:solidFill>
                  <a:srgbClr val="0B6172"/>
                </a:solidFill>
                <a:latin typeface="Malgun Gothic"/>
                <a:ea typeface="Malgun Gothic"/>
                <a:cs typeface="Malgun Gothic"/>
              </a:defRPr>
            </a:lvl8pPr>
            <a:lvl9pPr algn="ctr">
              <a:defRPr sz="1725" b="1">
                <a:solidFill>
                  <a:srgbClr val="0B6172"/>
                </a:solidFill>
                <a:latin typeface="Malgun Gothic"/>
                <a:ea typeface="Malgun Gothic"/>
                <a:cs typeface="Malgun Gothic"/>
              </a:defRPr>
            </a:lvl9pPr>
          </a:lstStyle>
          <a:p xmlns:a="http://schemas.openxmlformats.org/drawingml/2006/main">
            <a:pPr algn="ctr">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적용</a:t>
            </a:r>
          </a:p>
        </p:txBody>
      </p:sp>
      <p:cxnSp>
        <p:nvCxnSpPr>
          <p:cNvPr id="18" name="">
            <a:extLst xmlns:a="http://schemas.openxmlformats.org/drawingml/2006/main">
              <a:ext uri="{FF2B5EF4-FFF2-40B4-BE49-F238E27FC236}">
                <a16:creationId xmlns:a16="http://schemas.microsoft.com/office/drawing/2014/main" id="{F3EBF613-F27C-4A13-9799-9ED29EA28800}"/>
              </a:ext>
            </a:extLst>
          </p:cNvPr>
          <p:cNvCxnSpPr/>
          <p:nvPr/>
        </p:nvCxnSpPr>
        <p:spPr>
          <a:xfrm xmlns:a="http://schemas.openxmlformats.org/drawingml/2006/main">
            <a:off x="4914900" y="3619500"/>
            <a:ext cx="609600" cy="0"/>
          </a:xfrm>
          <a:prstGeom xmlns:a="http://schemas.openxmlformats.org/drawingml/2006/main" prst="straightConnector1">
            <a:avLst/>
          </a:prstGeom>
          <a:ln xmlns:a="http://schemas.openxmlformats.org/drawingml/2006/main" w="28575">
            <a:solidFill>
              <a:srgbClr val="0B6172"/>
            </a:solidFill>
            <a:tailEnd type="triangle" w="sm" len="sm"/>
          </a:ln>
        </p:spPr>
      </p:cxnSp>
      <p:sp>
        <p:nvSpPr>
          <p:cNvPr id="19" name="">
            <a:extLst xmlns:a="http://schemas.openxmlformats.org/drawingml/2006/main">
              <a:ext uri="{FF2B5EF4-FFF2-40B4-BE49-F238E27FC236}">
                <a16:creationId xmlns:a16="http://schemas.microsoft.com/office/drawing/2014/main" id="{A97C23F9-3AF4-4FFF-8CE5-F5931B14318E}"/>
              </a:ext>
            </a:extLst>
          </p:cNvPr>
          <p:cNvSpPr>
            <a:spLocks xmlns:a="http://schemas.openxmlformats.org/drawingml/2006/main" noGrp="1"/>
          </p:cNvSpPr>
          <p:nvPr/>
        </p:nvSpPr>
        <p:spPr>
          <a:xfrm xmlns:a="http://schemas.openxmlformats.org/drawingml/2006/main">
            <a:off x="5676900" y="1952625"/>
            <a:ext cx="5905500" cy="33528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0" name="이번 작업 · 근거로 판단할 답">
            <a:extLst xmlns:a="http://schemas.openxmlformats.org/drawingml/2006/main">
              <a:ext uri="{FF2B5EF4-FFF2-40B4-BE49-F238E27FC236}">
                <a16:creationId xmlns:a16="http://schemas.microsoft.com/office/drawing/2014/main" id="{FA2340F4-1073-496F-A027-B6B2250A5D80}"/>
              </a:ext>
            </a:extLst>
          </p:cNvPr>
          <p:cNvSpPr>
            <a:spLocks xmlns:a="http://schemas.openxmlformats.org/drawingml/2006/main" noGrp="1"/>
          </p:cNvSpPr>
          <p:nvPr/>
        </p:nvSpPr>
        <p:spPr>
          <a:xfrm xmlns:a="http://schemas.openxmlformats.org/drawingml/2006/main">
            <a:off x="5867400" y="2066925"/>
            <a:ext cx="5524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이번 작업 · 근거로 판단할 답</a:t>
            </a:r>
          </a:p>
        </p:txBody>
      </p:sp>
      <p:sp>
        <p:nvSpPr>
          <p:cNvPr id="21" name="밝기 통계 작업에서 답할 질문">
            <a:extLst xmlns:a="http://schemas.openxmlformats.org/drawingml/2006/main">
              <a:ext uri="{FF2B5EF4-FFF2-40B4-BE49-F238E27FC236}">
                <a16:creationId xmlns:a16="http://schemas.microsoft.com/office/drawing/2014/main" id="{C7928FFB-5E76-484C-AA60-07FF34515A44}"/>
              </a:ext>
            </a:extLst>
          </p:cNvPr>
          <p:cNvSpPr>
            <a:spLocks xmlns:a="http://schemas.openxmlformats.org/drawingml/2006/main" noGrp="1"/>
          </p:cNvSpPr>
          <p:nvPr/>
        </p:nvSpPr>
        <p:spPr>
          <a:xfrm xmlns:a="http://schemas.openxmlformats.org/drawingml/2006/main">
            <a:off x="5867400" y="2428875"/>
            <a:ext cx="552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4D5A68"/>
                </a:solidFill>
                <a:latin typeface="Malgun Gothic"/>
                <a:ea typeface="Malgun Gothic"/>
                <a:cs typeface="Malgun Gothic"/>
              </a:defRPr>
            </a:defPPr>
            <a:lvl1pPr algn="l">
              <a:defRPr sz="1575" b="0">
                <a:solidFill>
                  <a:srgbClr val="4D5A68"/>
                </a:solidFill>
                <a:latin typeface="Malgun Gothic"/>
                <a:ea typeface="Malgun Gothic"/>
                <a:cs typeface="Malgun Gothic"/>
              </a:defRPr>
            </a:lvl1pPr>
            <a:lvl2pPr algn="l">
              <a:defRPr sz="1575" b="0">
                <a:solidFill>
                  <a:srgbClr val="4D5A68"/>
                </a:solidFill>
                <a:latin typeface="Malgun Gothic"/>
                <a:ea typeface="Malgun Gothic"/>
                <a:cs typeface="Malgun Gothic"/>
              </a:defRPr>
            </a:lvl2pPr>
            <a:lvl3pPr algn="l">
              <a:defRPr sz="1575" b="0">
                <a:solidFill>
                  <a:srgbClr val="4D5A68"/>
                </a:solidFill>
                <a:latin typeface="Malgun Gothic"/>
                <a:ea typeface="Malgun Gothic"/>
                <a:cs typeface="Malgun Gothic"/>
              </a:defRPr>
            </a:lvl3pPr>
            <a:lvl4pPr algn="l">
              <a:defRPr sz="1575" b="0">
                <a:solidFill>
                  <a:srgbClr val="4D5A68"/>
                </a:solidFill>
                <a:latin typeface="Malgun Gothic"/>
                <a:ea typeface="Malgun Gothic"/>
                <a:cs typeface="Malgun Gothic"/>
              </a:defRPr>
            </a:lvl4pPr>
            <a:lvl5pPr algn="l">
              <a:defRPr sz="1575" b="0">
                <a:solidFill>
                  <a:srgbClr val="4D5A68"/>
                </a:solidFill>
                <a:latin typeface="Malgun Gothic"/>
                <a:ea typeface="Malgun Gothic"/>
                <a:cs typeface="Malgun Gothic"/>
              </a:defRPr>
            </a:lvl5pPr>
            <a:lvl6pPr algn="l">
              <a:defRPr sz="1575" b="0">
                <a:solidFill>
                  <a:srgbClr val="4D5A68"/>
                </a:solidFill>
                <a:latin typeface="Malgun Gothic"/>
                <a:ea typeface="Malgun Gothic"/>
                <a:cs typeface="Malgun Gothic"/>
              </a:defRPr>
            </a:lvl6pPr>
            <a:lvl7pPr algn="l">
              <a:defRPr sz="1575" b="0">
                <a:solidFill>
                  <a:srgbClr val="4D5A68"/>
                </a:solidFill>
                <a:latin typeface="Malgun Gothic"/>
                <a:ea typeface="Malgun Gothic"/>
                <a:cs typeface="Malgun Gothic"/>
              </a:defRPr>
            </a:lvl7pPr>
            <a:lvl8pPr algn="l">
              <a:defRPr sz="1575" b="0">
                <a:solidFill>
                  <a:srgbClr val="4D5A68"/>
                </a:solidFill>
                <a:latin typeface="Malgun Gothic"/>
                <a:ea typeface="Malgun Gothic"/>
                <a:cs typeface="Malgun Gothic"/>
              </a:defRPr>
            </a:lvl8pPr>
            <a:lvl9pPr algn="l">
              <a:defRPr sz="1575" b="0">
                <a:solidFill>
                  <a:srgbClr val="4D5A68"/>
                </a:solidFill>
                <a:latin typeface="Malgun Gothic"/>
                <a:ea typeface="Malgun Gothic"/>
                <a:cs typeface="Malgun Gothic"/>
              </a:defRPr>
            </a:lvl9pPr>
          </a:lstStyle>
          <a:p xmlns:a="http://schemas.openxmlformats.org/drawingml/2006/main">
            <a:pPr algn="l">
              <a:defRPr sz="1575" b="0">
                <a:solidFill>
                  <a:srgbClr val="4D5A68"/>
                </a:solidFill>
                <a:latin typeface="Malgun Gothic"/>
                <a:ea typeface="Malgun Gothic"/>
                <a:cs typeface="Malgun Gothic"/>
              </a:defRPr>
            </a:pPr>
            <a:r>
              <a:rPr sz="1575" b="0">
                <a:solidFill>
                  <a:srgbClr val="4D5A68"/>
                </a:solidFill>
                <a:latin typeface="Malgun Gothic"/>
                <a:ea typeface="Malgun Gothic"/>
                <a:cs typeface="Malgun Gothic"/>
              </a:rPr>
              <a:t>밝기 통계 작업에서 답할 질문</a:t>
            </a:r>
          </a:p>
        </p:txBody>
      </p:sp>
      <p:sp>
        <p:nvSpPr>
          <p:cNvPr id="22" name="">
            <a:extLst xmlns:a="http://schemas.openxmlformats.org/drawingml/2006/main">
              <a:ext uri="{FF2B5EF4-FFF2-40B4-BE49-F238E27FC236}">
                <a16:creationId xmlns:a16="http://schemas.microsoft.com/office/drawing/2014/main" id="{47725424-CB8A-40F4-977C-A6F3AB73C447}"/>
              </a:ext>
            </a:extLst>
          </p:cNvPr>
          <p:cNvSpPr>
            <a:spLocks xmlns:a="http://schemas.openxmlformats.org/drawingml/2006/main" noGrp="1"/>
          </p:cNvSpPr>
          <p:nvPr/>
        </p:nvSpPr>
        <p:spPr>
          <a:xfrm xmlns:a="http://schemas.openxmlformats.org/drawingml/2006/main">
            <a:off x="5867400" y="2809875"/>
            <a:ext cx="5524500" cy="52387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3" name="이번 측정값 · 테스트 · diff">
            <a:extLst xmlns:a="http://schemas.openxmlformats.org/drawingml/2006/main">
              <a:ext uri="{FF2B5EF4-FFF2-40B4-BE49-F238E27FC236}">
                <a16:creationId xmlns:a16="http://schemas.microsoft.com/office/drawing/2014/main" id="{77F92FCA-A130-4861-AEA6-29E4DE898C8E}"/>
              </a:ext>
            </a:extLst>
          </p:cNvPr>
          <p:cNvSpPr>
            <a:spLocks xmlns:a="http://schemas.openxmlformats.org/drawingml/2006/main" noGrp="1"/>
          </p:cNvSpPr>
          <p:nvPr/>
        </p:nvSpPr>
        <p:spPr>
          <a:xfrm xmlns:a="http://schemas.openxmlformats.org/drawingml/2006/main">
            <a:off x="6019800" y="2895600"/>
            <a:ext cx="5219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a:solidFill>
                  <a:srgbClr val="0B6172"/>
                </a:solidFill>
                <a:latin typeface="Malgun Gothic"/>
                <a:ea typeface="Malgun Gothic"/>
                <a:cs typeface="Malgun Gothic"/>
              </a:defRPr>
            </a:defPPr>
            <a:lvl1pPr algn="ctr">
              <a:defRPr sz="2025" b="1">
                <a:solidFill>
                  <a:srgbClr val="0B6172"/>
                </a:solidFill>
                <a:latin typeface="Malgun Gothic"/>
                <a:ea typeface="Malgun Gothic"/>
                <a:cs typeface="Malgun Gothic"/>
              </a:defRPr>
            </a:lvl1pPr>
            <a:lvl2pPr algn="ctr">
              <a:defRPr sz="2025" b="1">
                <a:solidFill>
                  <a:srgbClr val="0B6172"/>
                </a:solidFill>
                <a:latin typeface="Malgun Gothic"/>
                <a:ea typeface="Malgun Gothic"/>
                <a:cs typeface="Malgun Gothic"/>
              </a:defRPr>
            </a:lvl2pPr>
            <a:lvl3pPr algn="ctr">
              <a:defRPr sz="2025" b="1">
                <a:solidFill>
                  <a:srgbClr val="0B6172"/>
                </a:solidFill>
                <a:latin typeface="Malgun Gothic"/>
                <a:ea typeface="Malgun Gothic"/>
                <a:cs typeface="Malgun Gothic"/>
              </a:defRPr>
            </a:lvl3pPr>
            <a:lvl4pPr algn="ctr">
              <a:defRPr sz="2025" b="1">
                <a:solidFill>
                  <a:srgbClr val="0B6172"/>
                </a:solidFill>
                <a:latin typeface="Malgun Gothic"/>
                <a:ea typeface="Malgun Gothic"/>
                <a:cs typeface="Malgun Gothic"/>
              </a:defRPr>
            </a:lvl4pPr>
            <a:lvl5pPr algn="ctr">
              <a:defRPr sz="2025" b="1">
                <a:solidFill>
                  <a:srgbClr val="0B6172"/>
                </a:solidFill>
                <a:latin typeface="Malgun Gothic"/>
                <a:ea typeface="Malgun Gothic"/>
                <a:cs typeface="Malgun Gothic"/>
              </a:defRPr>
            </a:lvl5pPr>
            <a:lvl6pPr algn="ctr">
              <a:defRPr sz="2025" b="1">
                <a:solidFill>
                  <a:srgbClr val="0B6172"/>
                </a:solidFill>
                <a:latin typeface="Malgun Gothic"/>
                <a:ea typeface="Malgun Gothic"/>
                <a:cs typeface="Malgun Gothic"/>
              </a:defRPr>
            </a:lvl6pPr>
            <a:lvl7pPr algn="ctr">
              <a:defRPr sz="2025" b="1">
                <a:solidFill>
                  <a:srgbClr val="0B6172"/>
                </a:solidFill>
                <a:latin typeface="Malgun Gothic"/>
                <a:ea typeface="Malgun Gothic"/>
                <a:cs typeface="Malgun Gothic"/>
              </a:defRPr>
            </a:lvl7pPr>
            <a:lvl8pPr algn="ctr">
              <a:defRPr sz="2025" b="1">
                <a:solidFill>
                  <a:srgbClr val="0B6172"/>
                </a:solidFill>
                <a:latin typeface="Malgun Gothic"/>
                <a:ea typeface="Malgun Gothic"/>
                <a:cs typeface="Malgun Gothic"/>
              </a:defRPr>
            </a:lvl8pPr>
            <a:lvl9pPr algn="ctr">
              <a:defRPr sz="2025" b="1">
                <a:solidFill>
                  <a:srgbClr val="0B6172"/>
                </a:solidFill>
                <a:latin typeface="Malgun Gothic"/>
                <a:ea typeface="Malgun Gothic"/>
                <a:cs typeface="Malgun Gothic"/>
              </a:defRPr>
            </a:lvl9pPr>
          </a:lstStyle>
          <a:p xmlns:a="http://schemas.openxmlformats.org/drawingml/2006/main">
            <a:pPr algn="ctr">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이번 측정값 · 테스트 · diff</a:t>
            </a:r>
          </a:p>
        </p:txBody>
      </p:sp>
      <p:cxnSp>
        <p:nvCxnSpPr>
          <p:cNvPr id="24" name="">
            <a:extLst xmlns:a="http://schemas.openxmlformats.org/drawingml/2006/main">
              <a:ext uri="{FF2B5EF4-FFF2-40B4-BE49-F238E27FC236}">
                <a16:creationId xmlns:a16="http://schemas.microsoft.com/office/drawing/2014/main" id="{C5AFC531-90C8-4443-B0A5-58170C5B521E}"/>
              </a:ext>
            </a:extLst>
          </p:cNvPr>
          <p:cNvCxnSpPr/>
          <p:nvPr/>
        </p:nvCxnSpPr>
        <p:spPr>
          <a:xfrm xmlns:a="http://schemas.openxmlformats.org/drawingml/2006/main">
            <a:off x="8629650" y="3333750"/>
            <a:ext cx="0" cy="209550"/>
          </a:xfrm>
          <a:prstGeom xmlns:a="http://schemas.openxmlformats.org/drawingml/2006/main" prst="straightConnector1">
            <a:avLst/>
          </a:prstGeom>
          <a:ln xmlns:a="http://schemas.openxmlformats.org/drawingml/2006/main" w="19050">
            <a:solidFill>
              <a:srgbClr val="0B6172"/>
            </a:solidFill>
            <a:tailEnd type="triangle" w="sm" len="sm"/>
          </a:ln>
        </p:spPr>
      </p:cxnSp>
      <p:sp>
        <p:nvSpPr>
          <p:cNvPr id="25" name="구현">
            <a:extLst xmlns:a="http://schemas.openxmlformats.org/drawingml/2006/main">
              <a:ext uri="{FF2B5EF4-FFF2-40B4-BE49-F238E27FC236}">
                <a16:creationId xmlns:a16="http://schemas.microsoft.com/office/drawing/2014/main" id="{BB61A0AB-AAFA-4665-AF40-9F15C844DA15}"/>
              </a:ext>
            </a:extLst>
          </p:cNvPr>
          <p:cNvSpPr>
            <a:spLocks xmlns:a="http://schemas.openxmlformats.org/drawingml/2006/main" noGrp="1"/>
          </p:cNvSpPr>
          <p:nvPr/>
        </p:nvSpPr>
        <p:spPr>
          <a:xfrm xmlns:a="http://schemas.openxmlformats.org/drawingml/2006/main">
            <a:off x="5867400" y="3619500"/>
            <a:ext cx="1790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4D5A68"/>
                </a:solidFill>
                <a:latin typeface="Malgun Gothic"/>
                <a:ea typeface="Malgun Gothic"/>
                <a:cs typeface="Malgun Gothic"/>
              </a:defRPr>
            </a:defPPr>
            <a:lvl1pPr algn="ctr">
              <a:defRPr sz="1725" b="1">
                <a:solidFill>
                  <a:srgbClr val="4D5A68"/>
                </a:solidFill>
                <a:latin typeface="Malgun Gothic"/>
                <a:ea typeface="Malgun Gothic"/>
                <a:cs typeface="Malgun Gothic"/>
              </a:defRPr>
            </a:lvl1pPr>
            <a:lvl2pPr algn="ctr">
              <a:defRPr sz="1725" b="1">
                <a:solidFill>
                  <a:srgbClr val="4D5A68"/>
                </a:solidFill>
                <a:latin typeface="Malgun Gothic"/>
                <a:ea typeface="Malgun Gothic"/>
                <a:cs typeface="Malgun Gothic"/>
              </a:defRPr>
            </a:lvl2pPr>
            <a:lvl3pPr algn="ctr">
              <a:defRPr sz="1725" b="1">
                <a:solidFill>
                  <a:srgbClr val="4D5A68"/>
                </a:solidFill>
                <a:latin typeface="Malgun Gothic"/>
                <a:ea typeface="Malgun Gothic"/>
                <a:cs typeface="Malgun Gothic"/>
              </a:defRPr>
            </a:lvl3pPr>
            <a:lvl4pPr algn="ctr">
              <a:defRPr sz="1725" b="1">
                <a:solidFill>
                  <a:srgbClr val="4D5A68"/>
                </a:solidFill>
                <a:latin typeface="Malgun Gothic"/>
                <a:ea typeface="Malgun Gothic"/>
                <a:cs typeface="Malgun Gothic"/>
              </a:defRPr>
            </a:lvl4pPr>
            <a:lvl5pPr algn="ctr">
              <a:defRPr sz="1725" b="1">
                <a:solidFill>
                  <a:srgbClr val="4D5A68"/>
                </a:solidFill>
                <a:latin typeface="Malgun Gothic"/>
                <a:ea typeface="Malgun Gothic"/>
                <a:cs typeface="Malgun Gothic"/>
              </a:defRPr>
            </a:lvl5pPr>
            <a:lvl6pPr algn="ctr">
              <a:defRPr sz="1725" b="1">
                <a:solidFill>
                  <a:srgbClr val="4D5A68"/>
                </a:solidFill>
                <a:latin typeface="Malgun Gothic"/>
                <a:ea typeface="Malgun Gothic"/>
                <a:cs typeface="Malgun Gothic"/>
              </a:defRPr>
            </a:lvl6pPr>
            <a:lvl7pPr algn="ctr">
              <a:defRPr sz="1725" b="1">
                <a:solidFill>
                  <a:srgbClr val="4D5A68"/>
                </a:solidFill>
                <a:latin typeface="Malgun Gothic"/>
                <a:ea typeface="Malgun Gothic"/>
                <a:cs typeface="Malgun Gothic"/>
              </a:defRPr>
            </a:lvl7pPr>
            <a:lvl8pPr algn="ctr">
              <a:defRPr sz="1725" b="1">
                <a:solidFill>
                  <a:srgbClr val="4D5A68"/>
                </a:solidFill>
                <a:latin typeface="Malgun Gothic"/>
                <a:ea typeface="Malgun Gothic"/>
                <a:cs typeface="Malgun Gothic"/>
              </a:defRPr>
            </a:lvl8pPr>
            <a:lvl9pPr algn="ctr">
              <a:defRPr sz="1725" b="1">
                <a:solidFill>
                  <a:srgbClr val="4D5A68"/>
                </a:solidFill>
                <a:latin typeface="Malgun Gothic"/>
                <a:ea typeface="Malgun Gothic"/>
                <a:cs typeface="Malgun Gothic"/>
              </a:defRPr>
            </a:lvl9pPr>
          </a:lstStyle>
          <a:p xmlns:a="http://schemas.openxmlformats.org/drawingml/2006/main">
            <a:pPr algn="ctr">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구현</a:t>
            </a:r>
          </a:p>
        </p:txBody>
      </p:sp>
      <p:sp>
        <p:nvSpPr>
          <p:cNvPr id="26" name="어떤 후보를 쓸까?">
            <a:extLst xmlns:a="http://schemas.openxmlformats.org/drawingml/2006/main">
              <a:ext uri="{FF2B5EF4-FFF2-40B4-BE49-F238E27FC236}">
                <a16:creationId xmlns:a16="http://schemas.microsoft.com/office/drawing/2014/main" id="{523A8AD8-F2C9-4770-828D-78B905CF19E5}"/>
              </a:ext>
            </a:extLst>
          </p:cNvPr>
          <p:cNvSpPr>
            <a:spLocks xmlns:a="http://schemas.openxmlformats.org/drawingml/2006/main" noGrp="1"/>
          </p:cNvSpPr>
          <p:nvPr/>
        </p:nvSpPr>
        <p:spPr>
          <a:xfrm xmlns:a="http://schemas.openxmlformats.org/drawingml/2006/main">
            <a:off x="5867400" y="3914775"/>
            <a:ext cx="1790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17212B"/>
                </a:solidFill>
                <a:latin typeface="Malgun Gothic"/>
                <a:ea typeface="Malgun Gothic"/>
                <a:cs typeface="Malgun Gothic"/>
              </a:defRPr>
            </a:defPPr>
            <a:lvl1pPr algn="ctr">
              <a:defRPr sz="1725" b="1">
                <a:solidFill>
                  <a:srgbClr val="17212B"/>
                </a:solidFill>
                <a:latin typeface="Malgun Gothic"/>
                <a:ea typeface="Malgun Gothic"/>
                <a:cs typeface="Malgun Gothic"/>
              </a:defRPr>
            </a:lvl1pPr>
            <a:lvl2pPr algn="ctr">
              <a:defRPr sz="1725" b="1">
                <a:solidFill>
                  <a:srgbClr val="17212B"/>
                </a:solidFill>
                <a:latin typeface="Malgun Gothic"/>
                <a:ea typeface="Malgun Gothic"/>
                <a:cs typeface="Malgun Gothic"/>
              </a:defRPr>
            </a:lvl2pPr>
            <a:lvl3pPr algn="ctr">
              <a:defRPr sz="1725" b="1">
                <a:solidFill>
                  <a:srgbClr val="17212B"/>
                </a:solidFill>
                <a:latin typeface="Malgun Gothic"/>
                <a:ea typeface="Malgun Gothic"/>
                <a:cs typeface="Malgun Gothic"/>
              </a:defRPr>
            </a:lvl3pPr>
            <a:lvl4pPr algn="ctr">
              <a:defRPr sz="1725" b="1">
                <a:solidFill>
                  <a:srgbClr val="17212B"/>
                </a:solidFill>
                <a:latin typeface="Malgun Gothic"/>
                <a:ea typeface="Malgun Gothic"/>
                <a:cs typeface="Malgun Gothic"/>
              </a:defRPr>
            </a:lvl4pPr>
            <a:lvl5pPr algn="ctr">
              <a:defRPr sz="1725" b="1">
                <a:solidFill>
                  <a:srgbClr val="17212B"/>
                </a:solidFill>
                <a:latin typeface="Malgun Gothic"/>
                <a:ea typeface="Malgun Gothic"/>
                <a:cs typeface="Malgun Gothic"/>
              </a:defRPr>
            </a:lvl5pPr>
            <a:lvl6pPr algn="ctr">
              <a:defRPr sz="1725" b="1">
                <a:solidFill>
                  <a:srgbClr val="17212B"/>
                </a:solidFill>
                <a:latin typeface="Malgun Gothic"/>
                <a:ea typeface="Malgun Gothic"/>
                <a:cs typeface="Malgun Gothic"/>
              </a:defRPr>
            </a:lvl6pPr>
            <a:lvl7pPr algn="ctr">
              <a:defRPr sz="1725" b="1">
                <a:solidFill>
                  <a:srgbClr val="17212B"/>
                </a:solidFill>
                <a:latin typeface="Malgun Gothic"/>
                <a:ea typeface="Malgun Gothic"/>
                <a:cs typeface="Malgun Gothic"/>
              </a:defRPr>
            </a:lvl7pPr>
            <a:lvl8pPr algn="ctr">
              <a:defRPr sz="1725" b="1">
                <a:solidFill>
                  <a:srgbClr val="17212B"/>
                </a:solidFill>
                <a:latin typeface="Malgun Gothic"/>
                <a:ea typeface="Malgun Gothic"/>
                <a:cs typeface="Malgun Gothic"/>
              </a:defRPr>
            </a:lvl8pPr>
            <a:lvl9pPr algn="ctr">
              <a:defRPr sz="1725" b="1">
                <a:solidFill>
                  <a:srgbClr val="17212B"/>
                </a:solidFill>
                <a:latin typeface="Malgun Gothic"/>
                <a:ea typeface="Malgun Gothic"/>
                <a:cs typeface="Malgun Gothic"/>
              </a:defRPr>
            </a:lvl9pPr>
          </a:lstStyle>
          <a:p xmlns:a="http://schemas.openxmlformats.org/drawingml/2006/main">
            <a:pPr algn="ctr">
              <a:defRPr sz="1725" b="1">
                <a:solidFill>
                  <a:srgbClr val="17212B"/>
                </a:solidFill>
                <a:latin typeface="Malgun Gothic"/>
                <a:ea typeface="Malgun Gothic"/>
                <a:cs typeface="Malgun Gothic"/>
              </a:defRPr>
            </a:pPr>
            <a:r>
              <a:rPr sz="1725" b="1">
                <a:solidFill>
                  <a:srgbClr val="17212B"/>
                </a:solidFill>
                <a:latin typeface="Malgun Gothic"/>
                <a:ea typeface="Malgun Gothic"/>
                <a:cs typeface="Malgun Gothic"/>
              </a:rPr>
              <a:t>어떤 후보를 쓸까?</a:t>
            </a:r>
          </a:p>
        </p:txBody>
      </p:sp>
      <p:sp>
        <p:nvSpPr>
          <p:cNvPr id="27" name="측정값">
            <a:extLst xmlns:a="http://schemas.openxmlformats.org/drawingml/2006/main">
              <a:ext uri="{FF2B5EF4-FFF2-40B4-BE49-F238E27FC236}">
                <a16:creationId xmlns:a16="http://schemas.microsoft.com/office/drawing/2014/main" id="{35D97185-2D9E-49C3-90FC-DF0710B484C4}"/>
              </a:ext>
            </a:extLst>
          </p:cNvPr>
          <p:cNvSpPr>
            <a:spLocks xmlns:a="http://schemas.openxmlformats.org/drawingml/2006/main" noGrp="1"/>
          </p:cNvSpPr>
          <p:nvPr/>
        </p:nvSpPr>
        <p:spPr>
          <a:xfrm xmlns:a="http://schemas.openxmlformats.org/drawingml/2006/main">
            <a:off x="7734300" y="3619500"/>
            <a:ext cx="1790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4D5A68"/>
                </a:solidFill>
                <a:latin typeface="Malgun Gothic"/>
                <a:ea typeface="Malgun Gothic"/>
                <a:cs typeface="Malgun Gothic"/>
              </a:defRPr>
            </a:defPPr>
            <a:lvl1pPr algn="ctr">
              <a:defRPr sz="1725" b="1">
                <a:solidFill>
                  <a:srgbClr val="4D5A68"/>
                </a:solidFill>
                <a:latin typeface="Malgun Gothic"/>
                <a:ea typeface="Malgun Gothic"/>
                <a:cs typeface="Malgun Gothic"/>
              </a:defRPr>
            </a:lvl1pPr>
            <a:lvl2pPr algn="ctr">
              <a:defRPr sz="1725" b="1">
                <a:solidFill>
                  <a:srgbClr val="4D5A68"/>
                </a:solidFill>
                <a:latin typeface="Malgun Gothic"/>
                <a:ea typeface="Malgun Gothic"/>
                <a:cs typeface="Malgun Gothic"/>
              </a:defRPr>
            </a:lvl2pPr>
            <a:lvl3pPr algn="ctr">
              <a:defRPr sz="1725" b="1">
                <a:solidFill>
                  <a:srgbClr val="4D5A68"/>
                </a:solidFill>
                <a:latin typeface="Malgun Gothic"/>
                <a:ea typeface="Malgun Gothic"/>
                <a:cs typeface="Malgun Gothic"/>
              </a:defRPr>
            </a:lvl3pPr>
            <a:lvl4pPr algn="ctr">
              <a:defRPr sz="1725" b="1">
                <a:solidFill>
                  <a:srgbClr val="4D5A68"/>
                </a:solidFill>
                <a:latin typeface="Malgun Gothic"/>
                <a:ea typeface="Malgun Gothic"/>
                <a:cs typeface="Malgun Gothic"/>
              </a:defRPr>
            </a:lvl4pPr>
            <a:lvl5pPr algn="ctr">
              <a:defRPr sz="1725" b="1">
                <a:solidFill>
                  <a:srgbClr val="4D5A68"/>
                </a:solidFill>
                <a:latin typeface="Malgun Gothic"/>
                <a:ea typeface="Malgun Gothic"/>
                <a:cs typeface="Malgun Gothic"/>
              </a:defRPr>
            </a:lvl5pPr>
            <a:lvl6pPr algn="ctr">
              <a:defRPr sz="1725" b="1">
                <a:solidFill>
                  <a:srgbClr val="4D5A68"/>
                </a:solidFill>
                <a:latin typeface="Malgun Gothic"/>
                <a:ea typeface="Malgun Gothic"/>
                <a:cs typeface="Malgun Gothic"/>
              </a:defRPr>
            </a:lvl6pPr>
            <a:lvl7pPr algn="ctr">
              <a:defRPr sz="1725" b="1">
                <a:solidFill>
                  <a:srgbClr val="4D5A68"/>
                </a:solidFill>
                <a:latin typeface="Malgun Gothic"/>
                <a:ea typeface="Malgun Gothic"/>
                <a:cs typeface="Malgun Gothic"/>
              </a:defRPr>
            </a:lvl7pPr>
            <a:lvl8pPr algn="ctr">
              <a:defRPr sz="1725" b="1">
                <a:solidFill>
                  <a:srgbClr val="4D5A68"/>
                </a:solidFill>
                <a:latin typeface="Malgun Gothic"/>
                <a:ea typeface="Malgun Gothic"/>
                <a:cs typeface="Malgun Gothic"/>
              </a:defRPr>
            </a:lvl8pPr>
            <a:lvl9pPr algn="ctr">
              <a:defRPr sz="1725" b="1">
                <a:solidFill>
                  <a:srgbClr val="4D5A68"/>
                </a:solidFill>
                <a:latin typeface="Malgun Gothic"/>
                <a:ea typeface="Malgun Gothic"/>
                <a:cs typeface="Malgun Gothic"/>
              </a:defRPr>
            </a:lvl9pPr>
          </a:lstStyle>
          <a:p xmlns:a="http://schemas.openxmlformats.org/drawingml/2006/main">
            <a:pPr algn="ctr">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측정값</a:t>
            </a:r>
          </a:p>
        </p:txBody>
      </p:sp>
      <p:sp>
        <p:nvSpPr>
          <p:cNvPr id="28" name="시간·할당량은?">
            <a:extLst xmlns:a="http://schemas.openxmlformats.org/drawingml/2006/main">
              <a:ext uri="{FF2B5EF4-FFF2-40B4-BE49-F238E27FC236}">
                <a16:creationId xmlns:a16="http://schemas.microsoft.com/office/drawing/2014/main" id="{6BA6A072-AA1F-4A2B-91F9-4BA15A337531}"/>
              </a:ext>
            </a:extLst>
          </p:cNvPr>
          <p:cNvSpPr>
            <a:spLocks xmlns:a="http://schemas.openxmlformats.org/drawingml/2006/main" noGrp="1"/>
          </p:cNvSpPr>
          <p:nvPr/>
        </p:nvSpPr>
        <p:spPr>
          <a:xfrm xmlns:a="http://schemas.openxmlformats.org/drawingml/2006/main">
            <a:off x="7734300" y="3914775"/>
            <a:ext cx="1790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17212B"/>
                </a:solidFill>
                <a:latin typeface="Malgun Gothic"/>
                <a:ea typeface="Malgun Gothic"/>
                <a:cs typeface="Malgun Gothic"/>
              </a:defRPr>
            </a:defPPr>
            <a:lvl1pPr algn="ctr">
              <a:defRPr sz="1725" b="1">
                <a:solidFill>
                  <a:srgbClr val="17212B"/>
                </a:solidFill>
                <a:latin typeface="Malgun Gothic"/>
                <a:ea typeface="Malgun Gothic"/>
                <a:cs typeface="Malgun Gothic"/>
              </a:defRPr>
            </a:lvl1pPr>
            <a:lvl2pPr algn="ctr">
              <a:defRPr sz="1725" b="1">
                <a:solidFill>
                  <a:srgbClr val="17212B"/>
                </a:solidFill>
                <a:latin typeface="Malgun Gothic"/>
                <a:ea typeface="Malgun Gothic"/>
                <a:cs typeface="Malgun Gothic"/>
              </a:defRPr>
            </a:lvl2pPr>
            <a:lvl3pPr algn="ctr">
              <a:defRPr sz="1725" b="1">
                <a:solidFill>
                  <a:srgbClr val="17212B"/>
                </a:solidFill>
                <a:latin typeface="Malgun Gothic"/>
                <a:ea typeface="Malgun Gothic"/>
                <a:cs typeface="Malgun Gothic"/>
              </a:defRPr>
            </a:lvl3pPr>
            <a:lvl4pPr algn="ctr">
              <a:defRPr sz="1725" b="1">
                <a:solidFill>
                  <a:srgbClr val="17212B"/>
                </a:solidFill>
                <a:latin typeface="Malgun Gothic"/>
                <a:ea typeface="Malgun Gothic"/>
                <a:cs typeface="Malgun Gothic"/>
              </a:defRPr>
            </a:lvl4pPr>
            <a:lvl5pPr algn="ctr">
              <a:defRPr sz="1725" b="1">
                <a:solidFill>
                  <a:srgbClr val="17212B"/>
                </a:solidFill>
                <a:latin typeface="Malgun Gothic"/>
                <a:ea typeface="Malgun Gothic"/>
                <a:cs typeface="Malgun Gothic"/>
              </a:defRPr>
            </a:lvl5pPr>
            <a:lvl6pPr algn="ctr">
              <a:defRPr sz="1725" b="1">
                <a:solidFill>
                  <a:srgbClr val="17212B"/>
                </a:solidFill>
                <a:latin typeface="Malgun Gothic"/>
                <a:ea typeface="Malgun Gothic"/>
                <a:cs typeface="Malgun Gothic"/>
              </a:defRPr>
            </a:lvl6pPr>
            <a:lvl7pPr algn="ctr">
              <a:defRPr sz="1725" b="1">
                <a:solidFill>
                  <a:srgbClr val="17212B"/>
                </a:solidFill>
                <a:latin typeface="Malgun Gothic"/>
                <a:ea typeface="Malgun Gothic"/>
                <a:cs typeface="Malgun Gothic"/>
              </a:defRPr>
            </a:lvl7pPr>
            <a:lvl8pPr algn="ctr">
              <a:defRPr sz="1725" b="1">
                <a:solidFill>
                  <a:srgbClr val="17212B"/>
                </a:solidFill>
                <a:latin typeface="Malgun Gothic"/>
                <a:ea typeface="Malgun Gothic"/>
                <a:cs typeface="Malgun Gothic"/>
              </a:defRPr>
            </a:lvl8pPr>
            <a:lvl9pPr algn="ctr">
              <a:defRPr sz="1725" b="1">
                <a:solidFill>
                  <a:srgbClr val="17212B"/>
                </a:solidFill>
                <a:latin typeface="Malgun Gothic"/>
                <a:ea typeface="Malgun Gothic"/>
                <a:cs typeface="Malgun Gothic"/>
              </a:defRPr>
            </a:lvl9pPr>
          </a:lstStyle>
          <a:p xmlns:a="http://schemas.openxmlformats.org/drawingml/2006/main">
            <a:pPr algn="ctr">
              <a:defRPr sz="1725" b="1">
                <a:solidFill>
                  <a:srgbClr val="17212B"/>
                </a:solidFill>
                <a:latin typeface="Malgun Gothic"/>
                <a:ea typeface="Malgun Gothic"/>
                <a:cs typeface="Malgun Gothic"/>
              </a:defRPr>
            </a:pPr>
            <a:r>
              <a:rPr sz="1725" b="1">
                <a:solidFill>
                  <a:srgbClr val="17212B"/>
                </a:solidFill>
                <a:latin typeface="Malgun Gothic"/>
                <a:ea typeface="Malgun Gothic"/>
                <a:cs typeface="Malgun Gothic"/>
              </a:rPr>
              <a:t>시간·할당량은?</a:t>
            </a:r>
          </a:p>
        </p:txBody>
      </p:sp>
      <p:sp>
        <p:nvSpPr>
          <p:cNvPr id="29" name="trade-off">
            <a:extLst xmlns:a="http://schemas.openxmlformats.org/drawingml/2006/main">
              <a:ext uri="{FF2B5EF4-FFF2-40B4-BE49-F238E27FC236}">
                <a16:creationId xmlns:a16="http://schemas.microsoft.com/office/drawing/2014/main" id="{B0EDEC05-3F87-48AA-A4E7-D3C2774CE848}"/>
              </a:ext>
            </a:extLst>
          </p:cNvPr>
          <p:cNvSpPr>
            <a:spLocks xmlns:a="http://schemas.openxmlformats.org/drawingml/2006/main" noGrp="1"/>
          </p:cNvSpPr>
          <p:nvPr/>
        </p:nvSpPr>
        <p:spPr>
          <a:xfrm xmlns:a="http://schemas.openxmlformats.org/drawingml/2006/main">
            <a:off x="9601200" y="3619500"/>
            <a:ext cx="1790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4D5A68"/>
                </a:solidFill>
                <a:latin typeface="Malgun Gothic"/>
                <a:ea typeface="Malgun Gothic"/>
                <a:cs typeface="Malgun Gothic"/>
              </a:defRPr>
            </a:defPPr>
            <a:lvl1pPr algn="ctr">
              <a:defRPr sz="1725" b="1">
                <a:solidFill>
                  <a:srgbClr val="4D5A68"/>
                </a:solidFill>
                <a:latin typeface="Malgun Gothic"/>
                <a:ea typeface="Malgun Gothic"/>
                <a:cs typeface="Malgun Gothic"/>
              </a:defRPr>
            </a:lvl1pPr>
            <a:lvl2pPr algn="ctr">
              <a:defRPr sz="1725" b="1">
                <a:solidFill>
                  <a:srgbClr val="4D5A68"/>
                </a:solidFill>
                <a:latin typeface="Malgun Gothic"/>
                <a:ea typeface="Malgun Gothic"/>
                <a:cs typeface="Malgun Gothic"/>
              </a:defRPr>
            </a:lvl2pPr>
            <a:lvl3pPr algn="ctr">
              <a:defRPr sz="1725" b="1">
                <a:solidFill>
                  <a:srgbClr val="4D5A68"/>
                </a:solidFill>
                <a:latin typeface="Malgun Gothic"/>
                <a:ea typeface="Malgun Gothic"/>
                <a:cs typeface="Malgun Gothic"/>
              </a:defRPr>
            </a:lvl3pPr>
            <a:lvl4pPr algn="ctr">
              <a:defRPr sz="1725" b="1">
                <a:solidFill>
                  <a:srgbClr val="4D5A68"/>
                </a:solidFill>
                <a:latin typeface="Malgun Gothic"/>
                <a:ea typeface="Malgun Gothic"/>
                <a:cs typeface="Malgun Gothic"/>
              </a:defRPr>
            </a:lvl4pPr>
            <a:lvl5pPr algn="ctr">
              <a:defRPr sz="1725" b="1">
                <a:solidFill>
                  <a:srgbClr val="4D5A68"/>
                </a:solidFill>
                <a:latin typeface="Malgun Gothic"/>
                <a:ea typeface="Malgun Gothic"/>
                <a:cs typeface="Malgun Gothic"/>
              </a:defRPr>
            </a:lvl5pPr>
            <a:lvl6pPr algn="ctr">
              <a:defRPr sz="1725" b="1">
                <a:solidFill>
                  <a:srgbClr val="4D5A68"/>
                </a:solidFill>
                <a:latin typeface="Malgun Gothic"/>
                <a:ea typeface="Malgun Gothic"/>
                <a:cs typeface="Malgun Gothic"/>
              </a:defRPr>
            </a:lvl6pPr>
            <a:lvl7pPr algn="ctr">
              <a:defRPr sz="1725" b="1">
                <a:solidFill>
                  <a:srgbClr val="4D5A68"/>
                </a:solidFill>
                <a:latin typeface="Malgun Gothic"/>
                <a:ea typeface="Malgun Gothic"/>
                <a:cs typeface="Malgun Gothic"/>
              </a:defRPr>
            </a:lvl7pPr>
            <a:lvl8pPr algn="ctr">
              <a:defRPr sz="1725" b="1">
                <a:solidFill>
                  <a:srgbClr val="4D5A68"/>
                </a:solidFill>
                <a:latin typeface="Malgun Gothic"/>
                <a:ea typeface="Malgun Gothic"/>
                <a:cs typeface="Malgun Gothic"/>
              </a:defRPr>
            </a:lvl8pPr>
            <a:lvl9pPr algn="ctr">
              <a:defRPr sz="1725" b="1">
                <a:solidFill>
                  <a:srgbClr val="4D5A68"/>
                </a:solidFill>
                <a:latin typeface="Malgun Gothic"/>
                <a:ea typeface="Malgun Gothic"/>
                <a:cs typeface="Malgun Gothic"/>
              </a:defRPr>
            </a:lvl9pPr>
          </a:lstStyle>
          <a:p xmlns:a="http://schemas.openxmlformats.org/drawingml/2006/main">
            <a:pPr algn="ctr">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trade-off</a:t>
            </a:r>
          </a:p>
        </p:txBody>
      </p:sp>
      <p:sp>
        <p:nvSpPr>
          <p:cNvPr id="30" name="무엇을 감수할까?">
            <a:extLst xmlns:a="http://schemas.openxmlformats.org/drawingml/2006/main">
              <a:ext uri="{FF2B5EF4-FFF2-40B4-BE49-F238E27FC236}">
                <a16:creationId xmlns:a16="http://schemas.microsoft.com/office/drawing/2014/main" id="{F18CF9D2-EDAF-4515-9E27-ABBE97B040FD}"/>
              </a:ext>
            </a:extLst>
          </p:cNvPr>
          <p:cNvSpPr>
            <a:spLocks xmlns:a="http://schemas.openxmlformats.org/drawingml/2006/main" noGrp="1"/>
          </p:cNvSpPr>
          <p:nvPr/>
        </p:nvSpPr>
        <p:spPr>
          <a:xfrm xmlns:a="http://schemas.openxmlformats.org/drawingml/2006/main">
            <a:off x="9601200" y="3914775"/>
            <a:ext cx="17907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17212B"/>
                </a:solidFill>
                <a:latin typeface="Malgun Gothic"/>
                <a:ea typeface="Malgun Gothic"/>
                <a:cs typeface="Malgun Gothic"/>
              </a:defRPr>
            </a:defPPr>
            <a:lvl1pPr algn="ctr">
              <a:defRPr sz="1725" b="1">
                <a:solidFill>
                  <a:srgbClr val="17212B"/>
                </a:solidFill>
                <a:latin typeface="Malgun Gothic"/>
                <a:ea typeface="Malgun Gothic"/>
                <a:cs typeface="Malgun Gothic"/>
              </a:defRPr>
            </a:lvl1pPr>
            <a:lvl2pPr algn="ctr">
              <a:defRPr sz="1725" b="1">
                <a:solidFill>
                  <a:srgbClr val="17212B"/>
                </a:solidFill>
                <a:latin typeface="Malgun Gothic"/>
                <a:ea typeface="Malgun Gothic"/>
                <a:cs typeface="Malgun Gothic"/>
              </a:defRPr>
            </a:lvl2pPr>
            <a:lvl3pPr algn="ctr">
              <a:defRPr sz="1725" b="1">
                <a:solidFill>
                  <a:srgbClr val="17212B"/>
                </a:solidFill>
                <a:latin typeface="Malgun Gothic"/>
                <a:ea typeface="Malgun Gothic"/>
                <a:cs typeface="Malgun Gothic"/>
              </a:defRPr>
            </a:lvl3pPr>
            <a:lvl4pPr algn="ctr">
              <a:defRPr sz="1725" b="1">
                <a:solidFill>
                  <a:srgbClr val="17212B"/>
                </a:solidFill>
                <a:latin typeface="Malgun Gothic"/>
                <a:ea typeface="Malgun Gothic"/>
                <a:cs typeface="Malgun Gothic"/>
              </a:defRPr>
            </a:lvl4pPr>
            <a:lvl5pPr algn="ctr">
              <a:defRPr sz="1725" b="1">
                <a:solidFill>
                  <a:srgbClr val="17212B"/>
                </a:solidFill>
                <a:latin typeface="Malgun Gothic"/>
                <a:ea typeface="Malgun Gothic"/>
                <a:cs typeface="Malgun Gothic"/>
              </a:defRPr>
            </a:lvl5pPr>
            <a:lvl6pPr algn="ctr">
              <a:defRPr sz="1725" b="1">
                <a:solidFill>
                  <a:srgbClr val="17212B"/>
                </a:solidFill>
                <a:latin typeface="Malgun Gothic"/>
                <a:ea typeface="Malgun Gothic"/>
                <a:cs typeface="Malgun Gothic"/>
              </a:defRPr>
            </a:lvl6pPr>
            <a:lvl7pPr algn="ctr">
              <a:defRPr sz="1725" b="1">
                <a:solidFill>
                  <a:srgbClr val="17212B"/>
                </a:solidFill>
                <a:latin typeface="Malgun Gothic"/>
                <a:ea typeface="Malgun Gothic"/>
                <a:cs typeface="Malgun Gothic"/>
              </a:defRPr>
            </a:lvl7pPr>
            <a:lvl8pPr algn="ctr">
              <a:defRPr sz="1725" b="1">
                <a:solidFill>
                  <a:srgbClr val="17212B"/>
                </a:solidFill>
                <a:latin typeface="Malgun Gothic"/>
                <a:ea typeface="Malgun Gothic"/>
                <a:cs typeface="Malgun Gothic"/>
              </a:defRPr>
            </a:lvl8pPr>
            <a:lvl9pPr algn="ctr">
              <a:defRPr sz="1725" b="1">
                <a:solidFill>
                  <a:srgbClr val="17212B"/>
                </a:solidFill>
                <a:latin typeface="Malgun Gothic"/>
                <a:ea typeface="Malgun Gothic"/>
                <a:cs typeface="Malgun Gothic"/>
              </a:defRPr>
            </a:lvl9pPr>
          </a:lstStyle>
          <a:p xmlns:a="http://schemas.openxmlformats.org/drawingml/2006/main">
            <a:pPr algn="ctr">
              <a:defRPr sz="1725" b="1">
                <a:solidFill>
                  <a:srgbClr val="17212B"/>
                </a:solidFill>
                <a:latin typeface="Malgun Gothic"/>
                <a:ea typeface="Malgun Gothic"/>
                <a:cs typeface="Malgun Gothic"/>
              </a:defRPr>
            </a:pPr>
            <a:r>
              <a:rPr sz="1725" b="1">
                <a:solidFill>
                  <a:srgbClr val="17212B"/>
                </a:solidFill>
                <a:latin typeface="Malgun Gothic"/>
                <a:ea typeface="Malgun Gothic"/>
                <a:cs typeface="Malgun Gothic"/>
              </a:rPr>
              <a:t>무엇을 감수할까?</a:t>
            </a:r>
          </a:p>
        </p:txBody>
      </p:sp>
      <p:sp>
        <p:nvSpPr>
          <p:cNvPr id="31" name="">
            <a:extLst xmlns:a="http://schemas.openxmlformats.org/drawingml/2006/main">
              <a:ext uri="{FF2B5EF4-FFF2-40B4-BE49-F238E27FC236}">
                <a16:creationId xmlns:a16="http://schemas.microsoft.com/office/drawing/2014/main" id="{68FB6FD6-AB4B-4146-B30F-8136BE75E956}"/>
              </a:ext>
            </a:extLst>
          </p:cNvPr>
          <p:cNvSpPr>
            <a:spLocks xmlns:a="http://schemas.openxmlformats.org/drawingml/2006/main" noGrp="1"/>
          </p:cNvSpPr>
          <p:nvPr/>
        </p:nvSpPr>
        <p:spPr>
          <a:xfrm xmlns:a="http://schemas.openxmlformats.org/drawingml/2006/main">
            <a:off x="6762750" y="4257675"/>
            <a:ext cx="0" cy="142875"/>
          </a:xfrm>
          <a:prstGeom xmlns:a="http://schemas.openxmlformats.org/drawingml/2006/main" prst="line">
            <a:avLst/>
          </a:prstGeom>
          <a:noFill xmlns:a="http://schemas.openxmlformats.org/drawingml/2006/main"/>
          <a:ln xmlns:a="http://schemas.openxmlformats.org/drawingml/2006/main" w="19050">
            <a:solidFill>
              <a:srgbClr val="C7D0DA"/>
            </a:solidFill>
          </a:ln>
        </p:spPr>
      </p:sp>
      <p:sp>
        <p:nvSpPr>
          <p:cNvPr id="32" name="">
            <a:extLst xmlns:a="http://schemas.openxmlformats.org/drawingml/2006/main">
              <a:ext uri="{FF2B5EF4-FFF2-40B4-BE49-F238E27FC236}">
                <a16:creationId xmlns:a16="http://schemas.microsoft.com/office/drawing/2014/main" id="{B140D299-7BF1-4569-8BBC-F82768AE0794}"/>
              </a:ext>
            </a:extLst>
          </p:cNvPr>
          <p:cNvSpPr>
            <a:spLocks xmlns:a="http://schemas.openxmlformats.org/drawingml/2006/main" noGrp="1"/>
          </p:cNvSpPr>
          <p:nvPr/>
        </p:nvSpPr>
        <p:spPr>
          <a:xfrm xmlns:a="http://schemas.openxmlformats.org/drawingml/2006/main">
            <a:off x="8629650" y="4257675"/>
            <a:ext cx="0" cy="142875"/>
          </a:xfrm>
          <a:prstGeom xmlns:a="http://schemas.openxmlformats.org/drawingml/2006/main" prst="line">
            <a:avLst/>
          </a:prstGeom>
          <a:noFill xmlns:a="http://schemas.openxmlformats.org/drawingml/2006/main"/>
          <a:ln xmlns:a="http://schemas.openxmlformats.org/drawingml/2006/main" w="19050">
            <a:solidFill>
              <a:srgbClr val="C7D0DA"/>
            </a:solidFill>
          </a:ln>
        </p:spPr>
      </p:sp>
      <p:sp>
        <p:nvSpPr>
          <p:cNvPr id="33" name="">
            <a:extLst xmlns:a="http://schemas.openxmlformats.org/drawingml/2006/main">
              <a:ext uri="{FF2B5EF4-FFF2-40B4-BE49-F238E27FC236}">
                <a16:creationId xmlns:a16="http://schemas.microsoft.com/office/drawing/2014/main" id="{6447C218-6174-4087-9B51-3B0CA9EAC941}"/>
              </a:ext>
            </a:extLst>
          </p:cNvPr>
          <p:cNvSpPr>
            <a:spLocks xmlns:a="http://schemas.openxmlformats.org/drawingml/2006/main" noGrp="1"/>
          </p:cNvSpPr>
          <p:nvPr/>
        </p:nvSpPr>
        <p:spPr>
          <a:xfrm xmlns:a="http://schemas.openxmlformats.org/drawingml/2006/main">
            <a:off x="10496550" y="4257675"/>
            <a:ext cx="0" cy="142875"/>
          </a:xfrm>
          <a:prstGeom xmlns:a="http://schemas.openxmlformats.org/drawingml/2006/main" prst="line">
            <a:avLst/>
          </a:prstGeom>
          <a:noFill xmlns:a="http://schemas.openxmlformats.org/drawingml/2006/main"/>
          <a:ln xmlns:a="http://schemas.openxmlformats.org/drawingml/2006/main" w="19050">
            <a:solidFill>
              <a:srgbClr val="C7D0DA"/>
            </a:solidFill>
          </a:ln>
        </p:spPr>
      </p:sp>
      <p:sp>
        <p:nvSpPr>
          <p:cNvPr id="34" name="">
            <a:extLst xmlns:a="http://schemas.openxmlformats.org/drawingml/2006/main">
              <a:ext uri="{FF2B5EF4-FFF2-40B4-BE49-F238E27FC236}">
                <a16:creationId xmlns:a16="http://schemas.microsoft.com/office/drawing/2014/main" id="{F256498E-7499-4D99-8833-D3A2E7A3234B}"/>
              </a:ext>
            </a:extLst>
          </p:cNvPr>
          <p:cNvSpPr>
            <a:spLocks xmlns:a="http://schemas.openxmlformats.org/drawingml/2006/main" noGrp="1"/>
          </p:cNvSpPr>
          <p:nvPr/>
        </p:nvSpPr>
        <p:spPr>
          <a:xfrm xmlns:a="http://schemas.openxmlformats.org/drawingml/2006/main">
            <a:off x="6762750" y="4400550"/>
            <a:ext cx="3733800" cy="0"/>
          </a:xfrm>
          <a:prstGeom xmlns:a="http://schemas.openxmlformats.org/drawingml/2006/main" prst="line">
            <a:avLst/>
          </a:prstGeom>
          <a:noFill xmlns:a="http://schemas.openxmlformats.org/drawingml/2006/main"/>
          <a:ln xmlns:a="http://schemas.openxmlformats.org/drawingml/2006/main" w="19050">
            <a:solidFill>
              <a:srgbClr val="C7D0DA"/>
            </a:solidFill>
            <a:prstDash val="solid"/>
          </a:ln>
        </p:spPr>
      </p:sp>
      <p:cxnSp>
        <p:nvCxnSpPr>
          <p:cNvPr id="35" name="">
            <a:extLst xmlns:a="http://schemas.openxmlformats.org/drawingml/2006/main">
              <a:ext uri="{FF2B5EF4-FFF2-40B4-BE49-F238E27FC236}">
                <a16:creationId xmlns:a16="http://schemas.microsoft.com/office/drawing/2014/main" id="{D167A168-9BAC-42E9-8CE8-266D3B00941A}"/>
              </a:ext>
            </a:extLst>
          </p:cNvPr>
          <p:cNvCxnSpPr/>
          <p:nvPr/>
        </p:nvCxnSpPr>
        <p:spPr>
          <a:xfrm xmlns:a="http://schemas.openxmlformats.org/drawingml/2006/main">
            <a:off x="7181850" y="4400550"/>
            <a:ext cx="0" cy="171450"/>
          </a:xfrm>
          <a:prstGeom xmlns:a="http://schemas.openxmlformats.org/drawingml/2006/main" prst="straightConnector1">
            <a:avLst/>
          </a:prstGeom>
          <a:ln xmlns:a="http://schemas.openxmlformats.org/drawingml/2006/main" w="19050">
            <a:solidFill>
              <a:srgbClr val="C7D0DA"/>
            </a:solidFill>
            <a:tailEnd type="triangle" w="sm" len="sm"/>
          </a:ln>
        </p:spPr>
      </p:cxnSp>
      <p:cxnSp>
        <p:nvCxnSpPr>
          <p:cNvPr id="36" name="">
            <a:extLst xmlns:a="http://schemas.openxmlformats.org/drawingml/2006/main">
              <a:ext uri="{FF2B5EF4-FFF2-40B4-BE49-F238E27FC236}">
                <a16:creationId xmlns:a16="http://schemas.microsoft.com/office/drawing/2014/main" id="{5C3CE3DF-86C2-4DE8-9B64-8FDB739ED0C7}"/>
              </a:ext>
            </a:extLst>
          </p:cNvPr>
          <p:cNvCxnSpPr/>
          <p:nvPr/>
        </p:nvCxnSpPr>
        <p:spPr>
          <a:xfrm xmlns:a="http://schemas.openxmlformats.org/drawingml/2006/main">
            <a:off x="10077450" y="4400550"/>
            <a:ext cx="0" cy="171450"/>
          </a:xfrm>
          <a:prstGeom xmlns:a="http://schemas.openxmlformats.org/drawingml/2006/main" prst="straightConnector1">
            <a:avLst/>
          </a:prstGeom>
          <a:ln xmlns:a="http://schemas.openxmlformats.org/drawingml/2006/main" w="19050">
            <a:solidFill>
              <a:srgbClr val="C7D0DA"/>
            </a:solidFill>
            <a:tailEnd type="triangle" w="sm" len="sm"/>
          </a:ln>
        </p:spPr>
      </p:cxnSp>
      <p:sp>
        <p:nvSpPr>
          <p:cNvPr id="37" name="">
            <a:extLst xmlns:a="http://schemas.openxmlformats.org/drawingml/2006/main">
              <a:ext uri="{FF2B5EF4-FFF2-40B4-BE49-F238E27FC236}">
                <a16:creationId xmlns:a16="http://schemas.microsoft.com/office/drawing/2014/main" id="{6054AEEB-8E82-4B6C-9E79-00215C3A266A}"/>
              </a:ext>
            </a:extLst>
          </p:cNvPr>
          <p:cNvSpPr>
            <a:spLocks xmlns:a="http://schemas.openxmlformats.org/drawingml/2006/main" noGrp="1"/>
          </p:cNvSpPr>
          <p:nvPr/>
        </p:nvSpPr>
        <p:spPr>
          <a:xfrm xmlns:a="http://schemas.openxmlformats.org/drawingml/2006/main">
            <a:off x="5867400" y="4638675"/>
            <a:ext cx="2628900" cy="552450"/>
          </a:xfrm>
          <a:prstGeom xmlns:a="http://schemas.openxmlformats.org/drawingml/2006/main" prst="rect">
            <a:avLst/>
          </a:prstGeom>
          <a:solidFill xmlns:a="http://schemas.openxmlformats.org/drawingml/2006/main">
            <a:srgbClr val="F4F6F8"/>
          </a:solidFill>
          <a:ln xmlns:a="http://schemas.openxmlformats.org/drawingml/2006/main" w="9525">
            <a:solidFill>
              <a:srgbClr val="C7D0DA"/>
            </a:solidFill>
            <a:prstDash val="solid"/>
          </a:ln>
        </p:spPr>
      </p:sp>
      <p:sp>
        <p:nvSpPr>
          <p:cNvPr id="38" name="근거가 뒷받침하면">
            <a:extLst xmlns:a="http://schemas.openxmlformats.org/drawingml/2006/main">
              <a:ext uri="{FF2B5EF4-FFF2-40B4-BE49-F238E27FC236}">
                <a16:creationId xmlns:a16="http://schemas.microsoft.com/office/drawing/2014/main" id="{9B6742CC-E7F4-4E18-B67F-AB14F57CF76E}"/>
              </a:ext>
            </a:extLst>
          </p:cNvPr>
          <p:cNvSpPr>
            <a:spLocks xmlns:a="http://schemas.openxmlformats.org/drawingml/2006/main" noGrp="1"/>
          </p:cNvSpPr>
          <p:nvPr/>
        </p:nvSpPr>
        <p:spPr>
          <a:xfrm xmlns:a="http://schemas.openxmlformats.org/drawingml/2006/main">
            <a:off x="5943600" y="4657725"/>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a:solidFill>
                  <a:srgbClr val="4D5A68"/>
                </a:solidFill>
                <a:latin typeface="Malgun Gothic"/>
                <a:ea typeface="Malgun Gothic"/>
                <a:cs typeface="Malgun Gothic"/>
              </a:defRPr>
            </a:defPPr>
            <a:lvl1pPr algn="ctr">
              <a:defRPr sz="1500" b="0">
                <a:solidFill>
                  <a:srgbClr val="4D5A68"/>
                </a:solidFill>
                <a:latin typeface="Malgun Gothic"/>
                <a:ea typeface="Malgun Gothic"/>
                <a:cs typeface="Malgun Gothic"/>
              </a:defRPr>
            </a:lvl1pPr>
            <a:lvl2pPr algn="ctr">
              <a:defRPr sz="1500" b="0">
                <a:solidFill>
                  <a:srgbClr val="4D5A68"/>
                </a:solidFill>
                <a:latin typeface="Malgun Gothic"/>
                <a:ea typeface="Malgun Gothic"/>
                <a:cs typeface="Malgun Gothic"/>
              </a:defRPr>
            </a:lvl2pPr>
            <a:lvl3pPr algn="ctr">
              <a:defRPr sz="1500" b="0">
                <a:solidFill>
                  <a:srgbClr val="4D5A68"/>
                </a:solidFill>
                <a:latin typeface="Malgun Gothic"/>
                <a:ea typeface="Malgun Gothic"/>
                <a:cs typeface="Malgun Gothic"/>
              </a:defRPr>
            </a:lvl3pPr>
            <a:lvl4pPr algn="ctr">
              <a:defRPr sz="1500" b="0">
                <a:solidFill>
                  <a:srgbClr val="4D5A68"/>
                </a:solidFill>
                <a:latin typeface="Malgun Gothic"/>
                <a:ea typeface="Malgun Gothic"/>
                <a:cs typeface="Malgun Gothic"/>
              </a:defRPr>
            </a:lvl4pPr>
            <a:lvl5pPr algn="ctr">
              <a:defRPr sz="1500" b="0">
                <a:solidFill>
                  <a:srgbClr val="4D5A68"/>
                </a:solidFill>
                <a:latin typeface="Malgun Gothic"/>
                <a:ea typeface="Malgun Gothic"/>
                <a:cs typeface="Malgun Gothic"/>
              </a:defRPr>
            </a:lvl5pPr>
            <a:lvl6pPr algn="ctr">
              <a:defRPr sz="1500" b="0">
                <a:solidFill>
                  <a:srgbClr val="4D5A68"/>
                </a:solidFill>
                <a:latin typeface="Malgun Gothic"/>
                <a:ea typeface="Malgun Gothic"/>
                <a:cs typeface="Malgun Gothic"/>
              </a:defRPr>
            </a:lvl6pPr>
            <a:lvl7pPr algn="ctr">
              <a:defRPr sz="1500" b="0">
                <a:solidFill>
                  <a:srgbClr val="4D5A68"/>
                </a:solidFill>
                <a:latin typeface="Malgun Gothic"/>
                <a:ea typeface="Malgun Gothic"/>
                <a:cs typeface="Malgun Gothic"/>
              </a:defRPr>
            </a:lvl7pPr>
            <a:lvl8pPr algn="ctr">
              <a:defRPr sz="1500" b="0">
                <a:solidFill>
                  <a:srgbClr val="4D5A68"/>
                </a:solidFill>
                <a:latin typeface="Malgun Gothic"/>
                <a:ea typeface="Malgun Gothic"/>
                <a:cs typeface="Malgun Gothic"/>
              </a:defRPr>
            </a:lvl8pPr>
            <a:lvl9pPr algn="ctr">
              <a:defRPr sz="1500" b="0">
                <a:solidFill>
                  <a:srgbClr val="4D5A68"/>
                </a:solidFill>
                <a:latin typeface="Malgun Gothic"/>
                <a:ea typeface="Malgun Gothic"/>
                <a:cs typeface="Malgun Gothic"/>
              </a:defRPr>
            </a:lvl9pPr>
          </a:lstStyle>
          <a:p xmlns:a="http://schemas.openxmlformats.org/drawingml/2006/main">
            <a:pPr algn="ctr">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근거가 뒷받침하면</a:t>
            </a:r>
          </a:p>
        </p:txBody>
      </p:sp>
      <p:sp>
        <p:nvSpPr>
          <p:cNvPr id="39" name="변경 채택">
            <a:extLst xmlns:a="http://schemas.openxmlformats.org/drawingml/2006/main">
              <a:ext uri="{FF2B5EF4-FFF2-40B4-BE49-F238E27FC236}">
                <a16:creationId xmlns:a16="http://schemas.microsoft.com/office/drawing/2014/main" id="{02BE2502-3C29-45F5-816D-DA035FF7E4BD}"/>
              </a:ext>
            </a:extLst>
          </p:cNvPr>
          <p:cNvSpPr>
            <a:spLocks xmlns:a="http://schemas.openxmlformats.org/drawingml/2006/main" noGrp="1"/>
          </p:cNvSpPr>
          <p:nvPr/>
        </p:nvSpPr>
        <p:spPr>
          <a:xfrm xmlns:a="http://schemas.openxmlformats.org/drawingml/2006/main">
            <a:off x="5943600" y="48958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0B6172"/>
                </a:solidFill>
                <a:latin typeface="Malgun Gothic"/>
                <a:ea typeface="Malgun Gothic"/>
                <a:cs typeface="Malgun Gothic"/>
              </a:defRPr>
            </a:defPPr>
            <a:lvl1pPr algn="ctr">
              <a:defRPr sz="1875" b="1">
                <a:solidFill>
                  <a:srgbClr val="0B6172"/>
                </a:solidFill>
                <a:latin typeface="Malgun Gothic"/>
                <a:ea typeface="Malgun Gothic"/>
                <a:cs typeface="Malgun Gothic"/>
              </a:defRPr>
            </a:lvl1pPr>
            <a:lvl2pPr algn="ctr">
              <a:defRPr sz="1875" b="1">
                <a:solidFill>
                  <a:srgbClr val="0B6172"/>
                </a:solidFill>
                <a:latin typeface="Malgun Gothic"/>
                <a:ea typeface="Malgun Gothic"/>
                <a:cs typeface="Malgun Gothic"/>
              </a:defRPr>
            </a:lvl2pPr>
            <a:lvl3pPr algn="ctr">
              <a:defRPr sz="1875" b="1">
                <a:solidFill>
                  <a:srgbClr val="0B6172"/>
                </a:solidFill>
                <a:latin typeface="Malgun Gothic"/>
                <a:ea typeface="Malgun Gothic"/>
                <a:cs typeface="Malgun Gothic"/>
              </a:defRPr>
            </a:lvl3pPr>
            <a:lvl4pPr algn="ctr">
              <a:defRPr sz="1875" b="1">
                <a:solidFill>
                  <a:srgbClr val="0B6172"/>
                </a:solidFill>
                <a:latin typeface="Malgun Gothic"/>
                <a:ea typeface="Malgun Gothic"/>
                <a:cs typeface="Malgun Gothic"/>
              </a:defRPr>
            </a:lvl4pPr>
            <a:lvl5pPr algn="ctr">
              <a:defRPr sz="1875" b="1">
                <a:solidFill>
                  <a:srgbClr val="0B6172"/>
                </a:solidFill>
                <a:latin typeface="Malgun Gothic"/>
                <a:ea typeface="Malgun Gothic"/>
                <a:cs typeface="Malgun Gothic"/>
              </a:defRPr>
            </a:lvl5pPr>
            <a:lvl6pPr algn="ctr">
              <a:defRPr sz="1875" b="1">
                <a:solidFill>
                  <a:srgbClr val="0B6172"/>
                </a:solidFill>
                <a:latin typeface="Malgun Gothic"/>
                <a:ea typeface="Malgun Gothic"/>
                <a:cs typeface="Malgun Gothic"/>
              </a:defRPr>
            </a:lvl6pPr>
            <a:lvl7pPr algn="ctr">
              <a:defRPr sz="1875" b="1">
                <a:solidFill>
                  <a:srgbClr val="0B6172"/>
                </a:solidFill>
                <a:latin typeface="Malgun Gothic"/>
                <a:ea typeface="Malgun Gothic"/>
                <a:cs typeface="Malgun Gothic"/>
              </a:defRPr>
            </a:lvl7pPr>
            <a:lvl8pPr algn="ctr">
              <a:defRPr sz="1875" b="1">
                <a:solidFill>
                  <a:srgbClr val="0B6172"/>
                </a:solidFill>
                <a:latin typeface="Malgun Gothic"/>
                <a:ea typeface="Malgun Gothic"/>
                <a:cs typeface="Malgun Gothic"/>
              </a:defRPr>
            </a:lvl8pPr>
            <a:lvl9pPr algn="ctr">
              <a:defRPr sz="1875" b="1">
                <a:solidFill>
                  <a:srgbClr val="0B6172"/>
                </a:solidFill>
                <a:latin typeface="Malgun Gothic"/>
                <a:ea typeface="Malgun Gothic"/>
                <a:cs typeface="Malgun Gothic"/>
              </a:defRPr>
            </a:lvl9pPr>
          </a:lstStyle>
          <a:p xmlns:a="http://schemas.openxmlformats.org/drawingml/2006/main">
            <a:pPr algn="ctr">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변경 채택</a:t>
            </a:r>
          </a:p>
        </p:txBody>
      </p:sp>
      <p:sp>
        <p:nvSpPr>
          <p:cNvPr id="40" name="">
            <a:extLst xmlns:a="http://schemas.openxmlformats.org/drawingml/2006/main">
              <a:ext uri="{FF2B5EF4-FFF2-40B4-BE49-F238E27FC236}">
                <a16:creationId xmlns:a16="http://schemas.microsoft.com/office/drawing/2014/main" id="{E76DB647-7DD7-44F8-8CBB-5A3EFDD9D000}"/>
              </a:ext>
            </a:extLst>
          </p:cNvPr>
          <p:cNvSpPr>
            <a:spLocks xmlns:a="http://schemas.openxmlformats.org/drawingml/2006/main" noGrp="1"/>
          </p:cNvSpPr>
          <p:nvPr/>
        </p:nvSpPr>
        <p:spPr>
          <a:xfrm xmlns:a="http://schemas.openxmlformats.org/drawingml/2006/main">
            <a:off x="8763000" y="4638675"/>
            <a:ext cx="2628900" cy="552450"/>
          </a:xfrm>
          <a:prstGeom xmlns:a="http://schemas.openxmlformats.org/drawingml/2006/main" prst="rect">
            <a:avLst/>
          </a:prstGeom>
          <a:solidFill xmlns:a="http://schemas.openxmlformats.org/drawingml/2006/main">
            <a:srgbClr val="F4F6F8"/>
          </a:solidFill>
          <a:ln xmlns:a="http://schemas.openxmlformats.org/drawingml/2006/main" w="9525">
            <a:solidFill>
              <a:srgbClr val="C7D0DA"/>
            </a:solidFill>
            <a:prstDash val="solid"/>
          </a:ln>
        </p:spPr>
      </p:sp>
      <p:sp>
        <p:nvSpPr>
          <p:cNvPr id="41" name="변경 근거가 부족하면">
            <a:extLst xmlns:a="http://schemas.openxmlformats.org/drawingml/2006/main">
              <a:ext uri="{FF2B5EF4-FFF2-40B4-BE49-F238E27FC236}">
                <a16:creationId xmlns:a16="http://schemas.microsoft.com/office/drawing/2014/main" id="{76B5B5BF-8C51-482C-82B2-0FB5475B4AFA}"/>
              </a:ext>
            </a:extLst>
          </p:cNvPr>
          <p:cNvSpPr>
            <a:spLocks xmlns:a="http://schemas.openxmlformats.org/drawingml/2006/main" noGrp="1"/>
          </p:cNvSpPr>
          <p:nvPr/>
        </p:nvSpPr>
        <p:spPr>
          <a:xfrm xmlns:a="http://schemas.openxmlformats.org/drawingml/2006/main">
            <a:off x="8839200" y="4657725"/>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a:solidFill>
                  <a:srgbClr val="4D5A68"/>
                </a:solidFill>
                <a:latin typeface="Malgun Gothic"/>
                <a:ea typeface="Malgun Gothic"/>
                <a:cs typeface="Malgun Gothic"/>
              </a:defRPr>
            </a:defPPr>
            <a:lvl1pPr algn="ctr">
              <a:defRPr sz="1500" b="0">
                <a:solidFill>
                  <a:srgbClr val="4D5A68"/>
                </a:solidFill>
                <a:latin typeface="Malgun Gothic"/>
                <a:ea typeface="Malgun Gothic"/>
                <a:cs typeface="Malgun Gothic"/>
              </a:defRPr>
            </a:lvl1pPr>
            <a:lvl2pPr algn="ctr">
              <a:defRPr sz="1500" b="0">
                <a:solidFill>
                  <a:srgbClr val="4D5A68"/>
                </a:solidFill>
                <a:latin typeface="Malgun Gothic"/>
                <a:ea typeface="Malgun Gothic"/>
                <a:cs typeface="Malgun Gothic"/>
              </a:defRPr>
            </a:lvl2pPr>
            <a:lvl3pPr algn="ctr">
              <a:defRPr sz="1500" b="0">
                <a:solidFill>
                  <a:srgbClr val="4D5A68"/>
                </a:solidFill>
                <a:latin typeface="Malgun Gothic"/>
                <a:ea typeface="Malgun Gothic"/>
                <a:cs typeface="Malgun Gothic"/>
              </a:defRPr>
            </a:lvl3pPr>
            <a:lvl4pPr algn="ctr">
              <a:defRPr sz="1500" b="0">
                <a:solidFill>
                  <a:srgbClr val="4D5A68"/>
                </a:solidFill>
                <a:latin typeface="Malgun Gothic"/>
                <a:ea typeface="Malgun Gothic"/>
                <a:cs typeface="Malgun Gothic"/>
              </a:defRPr>
            </a:lvl4pPr>
            <a:lvl5pPr algn="ctr">
              <a:defRPr sz="1500" b="0">
                <a:solidFill>
                  <a:srgbClr val="4D5A68"/>
                </a:solidFill>
                <a:latin typeface="Malgun Gothic"/>
                <a:ea typeface="Malgun Gothic"/>
                <a:cs typeface="Malgun Gothic"/>
              </a:defRPr>
            </a:lvl5pPr>
            <a:lvl6pPr algn="ctr">
              <a:defRPr sz="1500" b="0">
                <a:solidFill>
                  <a:srgbClr val="4D5A68"/>
                </a:solidFill>
                <a:latin typeface="Malgun Gothic"/>
                <a:ea typeface="Malgun Gothic"/>
                <a:cs typeface="Malgun Gothic"/>
              </a:defRPr>
            </a:lvl6pPr>
            <a:lvl7pPr algn="ctr">
              <a:defRPr sz="1500" b="0">
                <a:solidFill>
                  <a:srgbClr val="4D5A68"/>
                </a:solidFill>
                <a:latin typeface="Malgun Gothic"/>
                <a:ea typeface="Malgun Gothic"/>
                <a:cs typeface="Malgun Gothic"/>
              </a:defRPr>
            </a:lvl7pPr>
            <a:lvl8pPr algn="ctr">
              <a:defRPr sz="1500" b="0">
                <a:solidFill>
                  <a:srgbClr val="4D5A68"/>
                </a:solidFill>
                <a:latin typeface="Malgun Gothic"/>
                <a:ea typeface="Malgun Gothic"/>
                <a:cs typeface="Malgun Gothic"/>
              </a:defRPr>
            </a:lvl8pPr>
            <a:lvl9pPr algn="ctr">
              <a:defRPr sz="1500" b="0">
                <a:solidFill>
                  <a:srgbClr val="4D5A68"/>
                </a:solidFill>
                <a:latin typeface="Malgun Gothic"/>
                <a:ea typeface="Malgun Gothic"/>
                <a:cs typeface="Malgun Gothic"/>
              </a:defRPr>
            </a:lvl9pPr>
          </a:lstStyle>
          <a:p xmlns:a="http://schemas.openxmlformats.org/drawingml/2006/main">
            <a:pPr algn="ctr">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변경 근거가 부족하면</a:t>
            </a:r>
          </a:p>
        </p:txBody>
      </p:sp>
      <p:sp>
        <p:nvSpPr>
          <p:cNvPr id="42" name="변경 보류">
            <a:extLst xmlns:a="http://schemas.openxmlformats.org/drawingml/2006/main">
              <a:ext uri="{FF2B5EF4-FFF2-40B4-BE49-F238E27FC236}">
                <a16:creationId xmlns:a16="http://schemas.microsoft.com/office/drawing/2014/main" id="{C8A438FB-36CC-40EE-9C16-B4570FD4094A}"/>
              </a:ext>
            </a:extLst>
          </p:cNvPr>
          <p:cNvSpPr>
            <a:spLocks xmlns:a="http://schemas.openxmlformats.org/drawingml/2006/main" noGrp="1"/>
          </p:cNvSpPr>
          <p:nvPr/>
        </p:nvSpPr>
        <p:spPr>
          <a:xfrm xmlns:a="http://schemas.openxmlformats.org/drawingml/2006/main">
            <a:off x="8839200" y="48958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0B6172"/>
                </a:solidFill>
                <a:latin typeface="Malgun Gothic"/>
                <a:ea typeface="Malgun Gothic"/>
                <a:cs typeface="Malgun Gothic"/>
              </a:defRPr>
            </a:defPPr>
            <a:lvl1pPr algn="ctr">
              <a:defRPr sz="1875" b="1">
                <a:solidFill>
                  <a:srgbClr val="0B6172"/>
                </a:solidFill>
                <a:latin typeface="Malgun Gothic"/>
                <a:ea typeface="Malgun Gothic"/>
                <a:cs typeface="Malgun Gothic"/>
              </a:defRPr>
            </a:lvl1pPr>
            <a:lvl2pPr algn="ctr">
              <a:defRPr sz="1875" b="1">
                <a:solidFill>
                  <a:srgbClr val="0B6172"/>
                </a:solidFill>
                <a:latin typeface="Malgun Gothic"/>
                <a:ea typeface="Malgun Gothic"/>
                <a:cs typeface="Malgun Gothic"/>
              </a:defRPr>
            </a:lvl2pPr>
            <a:lvl3pPr algn="ctr">
              <a:defRPr sz="1875" b="1">
                <a:solidFill>
                  <a:srgbClr val="0B6172"/>
                </a:solidFill>
                <a:latin typeface="Malgun Gothic"/>
                <a:ea typeface="Malgun Gothic"/>
                <a:cs typeface="Malgun Gothic"/>
              </a:defRPr>
            </a:lvl3pPr>
            <a:lvl4pPr algn="ctr">
              <a:defRPr sz="1875" b="1">
                <a:solidFill>
                  <a:srgbClr val="0B6172"/>
                </a:solidFill>
                <a:latin typeface="Malgun Gothic"/>
                <a:ea typeface="Malgun Gothic"/>
                <a:cs typeface="Malgun Gothic"/>
              </a:defRPr>
            </a:lvl4pPr>
            <a:lvl5pPr algn="ctr">
              <a:defRPr sz="1875" b="1">
                <a:solidFill>
                  <a:srgbClr val="0B6172"/>
                </a:solidFill>
                <a:latin typeface="Malgun Gothic"/>
                <a:ea typeface="Malgun Gothic"/>
                <a:cs typeface="Malgun Gothic"/>
              </a:defRPr>
            </a:lvl5pPr>
            <a:lvl6pPr algn="ctr">
              <a:defRPr sz="1875" b="1">
                <a:solidFill>
                  <a:srgbClr val="0B6172"/>
                </a:solidFill>
                <a:latin typeface="Malgun Gothic"/>
                <a:ea typeface="Malgun Gothic"/>
                <a:cs typeface="Malgun Gothic"/>
              </a:defRPr>
            </a:lvl6pPr>
            <a:lvl7pPr algn="ctr">
              <a:defRPr sz="1875" b="1">
                <a:solidFill>
                  <a:srgbClr val="0B6172"/>
                </a:solidFill>
                <a:latin typeface="Malgun Gothic"/>
                <a:ea typeface="Malgun Gothic"/>
                <a:cs typeface="Malgun Gothic"/>
              </a:defRPr>
            </a:lvl7pPr>
            <a:lvl8pPr algn="ctr">
              <a:defRPr sz="1875" b="1">
                <a:solidFill>
                  <a:srgbClr val="0B6172"/>
                </a:solidFill>
                <a:latin typeface="Malgun Gothic"/>
                <a:ea typeface="Malgun Gothic"/>
                <a:cs typeface="Malgun Gothic"/>
              </a:defRPr>
            </a:lvl8pPr>
            <a:lvl9pPr algn="ctr">
              <a:defRPr sz="1875" b="1">
                <a:solidFill>
                  <a:srgbClr val="0B6172"/>
                </a:solidFill>
                <a:latin typeface="Malgun Gothic"/>
                <a:ea typeface="Malgun Gothic"/>
                <a:cs typeface="Malgun Gothic"/>
              </a:defRPr>
            </a:lvl9pPr>
          </a:lstStyle>
          <a:p xmlns:a="http://schemas.openxmlformats.org/drawingml/2006/main">
            <a:pPr algn="ctr">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변경 보류</a:t>
            </a:r>
          </a:p>
        </p:txBody>
      </p:sp>
      <p:sp>
        <p:nvSpPr>
          <p:cNvPr id="43" name="변경을 정당화할 근거가 없다면, 보류도 유효한 결론이다">
            <a:extLst xmlns:a="http://schemas.openxmlformats.org/drawingml/2006/main">
              <a:ext uri="{FF2B5EF4-FFF2-40B4-BE49-F238E27FC236}">
                <a16:creationId xmlns:a16="http://schemas.microsoft.com/office/drawing/2014/main" id="{A38DB345-FA4C-42C4-ABAC-50614D9D29DA}"/>
              </a:ext>
            </a:extLst>
          </p:cNvPr>
          <p:cNvSpPr>
            <a:spLocks xmlns:a="http://schemas.openxmlformats.org/drawingml/2006/main" noGrp="1"/>
          </p:cNvSpPr>
          <p:nvPr/>
        </p:nvSpPr>
        <p:spPr>
          <a:xfrm xmlns:a="http://schemas.openxmlformats.org/drawingml/2006/main">
            <a:off x="609600" y="54102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변경을 정당화할 근거가 없다면, 보류도 유효한 결론이다</a:t>
            </a:r>
          </a:p>
        </p:txBody>
      </p:sp>
      <p:sp>
        <p:nvSpPr>
          <p:cNvPr id="44" name="Legacy module connection">
            <a:extLst xmlns:a="http://schemas.openxmlformats.org/drawingml/2006/main">
              <a:ext uri="{FF2B5EF4-FFF2-40B4-BE49-F238E27FC236}">
                <a16:creationId xmlns:a16="http://schemas.microsoft.com/office/drawing/2014/main" id="{252CB817-1064-482B-BC76-C7C003F45CCC}"/>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M5</a:t>
            </a:r>
          </a:p>
        </p:txBody>
      </p:sp>
    </p:spTree>
    <p:extLst>
      <p:ext uri="{BB962C8B-B14F-4D97-AF65-F5344CB8AC3E}">
        <p14:creationId xmlns:p14="http://schemas.microsoft.com/office/powerpoint/2010/main" val="724122208"/>
      </p:ext>
    </p:extLst>
  </p:cSld>
</p:sld>
</file>

<file path=ppt/slides/slide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8" name="ACT 3 · Skill 절차로 조사하고, 기록으로 선택한 구현">
            <a:extLst xmlns:a="http://schemas.openxmlformats.org/drawingml/2006/main">
              <a:ext uri="{FF2B5EF4-FFF2-40B4-BE49-F238E27FC236}">
                <a16:creationId xmlns:a16="http://schemas.microsoft.com/office/drawing/2014/main" id="{A187F285-A6D5-4B4E-A668-19A494DB50EF}"/>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Skill 절차로 조사하고, 기록으로 선택한 구현</a:t>
            </a:r>
          </a:p>
        </p:txBody>
      </p:sp>
      <p:sp>
        <p:nvSpPr>
          <p:cNvPr id="2" name="S57">
            <a:extLst xmlns:a="http://schemas.openxmlformats.org/drawingml/2006/main">
              <a:ext uri="{FF2B5EF4-FFF2-40B4-BE49-F238E27FC236}">
                <a16:creationId xmlns:a16="http://schemas.microsoft.com/office/drawing/2014/main" id="{2F018D72-1635-46B1-97EC-5038742F6AB5}"/>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S57</a:t>
            </a:r>
          </a:p>
        </p:txBody>
      </p:sp>
      <p:sp>
        <p:nvSpPr>
          <p:cNvPr id="3" name="밝기 통계 계산의 성능 개선 후보">
            <a:extLst xmlns:a="http://schemas.openxmlformats.org/drawingml/2006/main">
              <a:ext uri="{FF2B5EF4-FFF2-40B4-BE49-F238E27FC236}">
                <a16:creationId xmlns:a16="http://schemas.microsoft.com/office/drawing/2014/main" id="{47FD6140-00F4-4701-903A-7E38ED62F1DF}"/>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밝기 통계 계산의 성능 개선 후보</a:t>
            </a:r>
          </a:p>
        </p:txBody>
      </p:sp>
      <p:sp>
        <p:nvSpPr>
          <p:cNvPr id="4" name="">
            <a:extLst xmlns:a="http://schemas.openxmlformats.org/drawingml/2006/main">
              <a:ext uri="{FF2B5EF4-FFF2-40B4-BE49-F238E27FC236}">
                <a16:creationId xmlns:a16="http://schemas.microsoft.com/office/drawing/2014/main" id="{9E2D2DE3-DAF6-466B-A707-9547B4740F34}"/>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8 기록 요약·구현 도식 · 합성1024×768 · CPython3.9.6 / macOS ar">
            <a:extLst xmlns:a="http://schemas.openxmlformats.org/drawingml/2006/main">
              <a:ext uri="{FF2B5EF4-FFF2-40B4-BE49-F238E27FC236}">
                <a16:creationId xmlns:a16="http://schemas.microsoft.com/office/drawing/2014/main" id="{B79FC09B-D22A-432E-B10F-0B1E3A665E99}"/>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TRIAL-008 기록 요약·구현 도식 · 합성1024×768 · CPython3.9.6 / macOS arm64</a:t>
            </a:r>
          </a:p>
        </p:txBody>
      </p:sp>
      <p:sp>
        <p:nvSpPr>
          <p:cNvPr id="6" name="임시 메모리: Python 할당 피크 · 다음 장의 제품 상태 측정과 별개 · Skill 단독 효과 미입증">
            <a:extLst xmlns:a="http://schemas.openxmlformats.org/drawingml/2006/main">
              <a:ext uri="{FF2B5EF4-FFF2-40B4-BE49-F238E27FC236}">
                <a16:creationId xmlns:a16="http://schemas.microsoft.com/office/drawing/2014/main" id="{5B922D69-79C9-4B81-AAAD-B320C2BB6E3C}"/>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임시 메모리: Python 할당 피크 · 다음 장의 제품 상태 측정과 별개 · Skill 단독 효과 미입증</a:t>
            </a:r>
          </a:p>
        </p:txBody>
      </p:sp>
      <p:sp>
        <p:nvSpPr>
          <p:cNvPr id="7" name="이미지의 최소·최대·평균 밝기를 구하되, 기존 결과는 유지">
            <a:extLst xmlns:a="http://schemas.openxmlformats.org/drawingml/2006/main">
              <a:ext uri="{FF2B5EF4-FFF2-40B4-BE49-F238E27FC236}">
                <a16:creationId xmlns:a16="http://schemas.microsoft.com/office/drawing/2014/main" id="{FEEB8370-3049-4B1A-B639-01C0EEE294B6}"/>
              </a:ext>
            </a:extLst>
          </p:cNvPr>
          <p:cNvSpPr>
            <a:spLocks xmlns:a="http://schemas.openxmlformats.org/drawingml/2006/main" noGrp="1"/>
          </p:cNvSpPr>
          <p:nvPr/>
        </p:nvSpPr>
        <p:spPr>
          <a:xfrm xmlns:a="http://schemas.openxmlformats.org/drawingml/2006/main">
            <a:off x="609600" y="16859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이미지의 최소·최대·평균 밝기를 구하되, 기존 결과는 유지</a:t>
            </a:r>
          </a:p>
        </p:txBody>
      </p:sp>
      <p:sp>
        <p:nvSpPr>
          <p:cNvPr id="8" name="기존 구현">
            <a:extLst xmlns:a="http://schemas.openxmlformats.org/drawingml/2006/main">
              <a:ext uri="{FF2B5EF4-FFF2-40B4-BE49-F238E27FC236}">
                <a16:creationId xmlns:a16="http://schemas.microsoft.com/office/drawing/2014/main" id="{9E40CBB8-2A14-4320-AAA7-12173708B20C}"/>
              </a:ext>
            </a:extLst>
          </p:cNvPr>
          <p:cNvSpPr>
            <a:spLocks xmlns:a="http://schemas.openxmlformats.org/drawingml/2006/main" noGrp="1"/>
          </p:cNvSpPr>
          <p:nvPr/>
        </p:nvSpPr>
        <p:spPr>
          <a:xfrm xmlns:a="http://schemas.openxmlformats.org/drawingml/2006/main">
            <a:off x="609600" y="229552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기존 구현</a:t>
            </a:r>
          </a:p>
        </p:txBody>
      </p:sp>
      <p:sp>
        <p:nvSpPr>
          <p:cNvPr id="9" name="입력 이미지">
            <a:extLst xmlns:a="http://schemas.openxmlformats.org/drawingml/2006/main">
              <a:ext uri="{FF2B5EF4-FFF2-40B4-BE49-F238E27FC236}">
                <a16:creationId xmlns:a16="http://schemas.microsoft.com/office/drawing/2014/main" id="{9D93971D-8F28-406C-8A71-843EC6750A51}"/>
              </a:ext>
            </a:extLst>
          </p:cNvPr>
          <p:cNvSpPr>
            <a:spLocks xmlns:a="http://schemas.openxmlformats.org/drawingml/2006/main" noGrp="1"/>
          </p:cNvSpPr>
          <p:nvPr/>
        </p:nvSpPr>
        <p:spPr>
          <a:xfrm xmlns:a="http://schemas.openxmlformats.org/drawingml/2006/main">
            <a:off x="2171700" y="2209800"/>
            <a:ext cx="1809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17212B"/>
                </a:solidFill>
                <a:latin typeface="Malgun Gothic"/>
                <a:ea typeface="Malgun Gothic"/>
                <a:cs typeface="Malgun Gothic"/>
              </a:defRPr>
            </a:defPPr>
            <a:lvl1pPr algn="ctr">
              <a:defRPr sz="1725" b="1">
                <a:solidFill>
                  <a:srgbClr val="17212B"/>
                </a:solidFill>
                <a:latin typeface="Malgun Gothic"/>
                <a:ea typeface="Malgun Gothic"/>
                <a:cs typeface="Malgun Gothic"/>
              </a:defRPr>
            </a:lvl1pPr>
            <a:lvl2pPr algn="ctr">
              <a:defRPr sz="1725" b="1">
                <a:solidFill>
                  <a:srgbClr val="17212B"/>
                </a:solidFill>
                <a:latin typeface="Malgun Gothic"/>
                <a:ea typeface="Malgun Gothic"/>
                <a:cs typeface="Malgun Gothic"/>
              </a:defRPr>
            </a:lvl2pPr>
            <a:lvl3pPr algn="ctr">
              <a:defRPr sz="1725" b="1">
                <a:solidFill>
                  <a:srgbClr val="17212B"/>
                </a:solidFill>
                <a:latin typeface="Malgun Gothic"/>
                <a:ea typeface="Malgun Gothic"/>
                <a:cs typeface="Malgun Gothic"/>
              </a:defRPr>
            </a:lvl3pPr>
            <a:lvl4pPr algn="ctr">
              <a:defRPr sz="1725" b="1">
                <a:solidFill>
                  <a:srgbClr val="17212B"/>
                </a:solidFill>
                <a:latin typeface="Malgun Gothic"/>
                <a:ea typeface="Malgun Gothic"/>
                <a:cs typeface="Malgun Gothic"/>
              </a:defRPr>
            </a:lvl4pPr>
            <a:lvl5pPr algn="ctr">
              <a:defRPr sz="1725" b="1">
                <a:solidFill>
                  <a:srgbClr val="17212B"/>
                </a:solidFill>
                <a:latin typeface="Malgun Gothic"/>
                <a:ea typeface="Malgun Gothic"/>
                <a:cs typeface="Malgun Gothic"/>
              </a:defRPr>
            </a:lvl5pPr>
            <a:lvl6pPr algn="ctr">
              <a:defRPr sz="1725" b="1">
                <a:solidFill>
                  <a:srgbClr val="17212B"/>
                </a:solidFill>
                <a:latin typeface="Malgun Gothic"/>
                <a:ea typeface="Malgun Gothic"/>
                <a:cs typeface="Malgun Gothic"/>
              </a:defRPr>
            </a:lvl6pPr>
            <a:lvl7pPr algn="ctr">
              <a:defRPr sz="1725" b="1">
                <a:solidFill>
                  <a:srgbClr val="17212B"/>
                </a:solidFill>
                <a:latin typeface="Malgun Gothic"/>
                <a:ea typeface="Malgun Gothic"/>
                <a:cs typeface="Malgun Gothic"/>
              </a:defRPr>
            </a:lvl7pPr>
            <a:lvl8pPr algn="ctr">
              <a:defRPr sz="1725" b="1">
                <a:solidFill>
                  <a:srgbClr val="17212B"/>
                </a:solidFill>
                <a:latin typeface="Malgun Gothic"/>
                <a:ea typeface="Malgun Gothic"/>
                <a:cs typeface="Malgun Gothic"/>
              </a:defRPr>
            </a:lvl8pPr>
            <a:lvl9pPr algn="ctr">
              <a:defRPr sz="1725" b="1">
                <a:solidFill>
                  <a:srgbClr val="17212B"/>
                </a:solidFill>
                <a:latin typeface="Malgun Gothic"/>
                <a:ea typeface="Malgun Gothic"/>
                <a:cs typeface="Malgun Gothic"/>
              </a:defRPr>
            </a:lvl9pPr>
          </a:lstStyle>
          <a:p xmlns:a="http://schemas.openxmlformats.org/drawingml/2006/main">
            <a:pPr algn="ctr">
              <a:defRPr sz="1725" b="1">
                <a:solidFill>
                  <a:srgbClr val="17212B"/>
                </a:solidFill>
                <a:latin typeface="Malgun Gothic"/>
                <a:ea typeface="Malgun Gothic"/>
                <a:cs typeface="Malgun Gothic"/>
              </a:defRPr>
            </a:pPr>
            <a:r>
              <a:rPr sz="1725" b="1">
                <a:solidFill>
                  <a:srgbClr val="17212B"/>
                </a:solidFill>
                <a:latin typeface="Malgun Gothic"/>
                <a:ea typeface="Malgun Gothic"/>
                <a:cs typeface="Malgun Gothic"/>
              </a:rPr>
              <a:t>입력 이미지</a:t>
            </a:r>
          </a:p>
        </p:txBody>
      </p:sp>
      <p:sp>
        <p:nvSpPr>
          <p:cNvPr id="10" name="">
            <a:extLst xmlns:a="http://schemas.openxmlformats.org/drawingml/2006/main">
              <a:ext uri="{FF2B5EF4-FFF2-40B4-BE49-F238E27FC236}">
                <a16:creationId xmlns:a16="http://schemas.microsoft.com/office/drawing/2014/main" id="{7613EB64-CE22-421A-AEA6-87F3582DB5D7}"/>
              </a:ext>
            </a:extLst>
          </p:cNvPr>
          <p:cNvSpPr>
            <a:spLocks xmlns:a="http://schemas.openxmlformats.org/drawingml/2006/main" noGrp="1"/>
          </p:cNvSpPr>
          <p:nvPr/>
        </p:nvSpPr>
        <p:spPr>
          <a:xfrm xmlns:a="http://schemas.openxmlformats.org/drawingml/2006/main">
            <a:off x="2524125" y="2609850"/>
            <a:ext cx="190500" cy="171450"/>
          </a:xfrm>
          <a:prstGeom xmlns:a="http://schemas.openxmlformats.org/drawingml/2006/main" prst="rect">
            <a:avLst/>
          </a:prstGeom>
          <a:solidFill xmlns:a="http://schemas.openxmlformats.org/drawingml/2006/main">
            <a:srgbClr val="9BA8B5"/>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F43DC073-0345-4B00-98FF-13D44FE2850B}"/>
              </a:ext>
            </a:extLst>
          </p:cNvPr>
          <p:cNvSpPr>
            <a:spLocks xmlns:a="http://schemas.openxmlformats.org/drawingml/2006/main" noGrp="1"/>
          </p:cNvSpPr>
          <p:nvPr/>
        </p:nvSpPr>
        <p:spPr>
          <a:xfrm xmlns:a="http://schemas.openxmlformats.org/drawingml/2006/main">
            <a:off x="2743200" y="2609850"/>
            <a:ext cx="190500" cy="171450"/>
          </a:xfrm>
          <a:prstGeom xmlns:a="http://schemas.openxmlformats.org/drawingml/2006/main" prst="rect">
            <a:avLst/>
          </a:prstGeom>
          <a:solidFill xmlns:a="http://schemas.openxmlformats.org/drawingml/2006/main">
            <a:srgbClr val="9BA8B5"/>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1117FC9A-25AB-4A99-82EA-0E96A73F9E1D}"/>
              </a:ext>
            </a:extLst>
          </p:cNvPr>
          <p:cNvSpPr>
            <a:spLocks xmlns:a="http://schemas.openxmlformats.org/drawingml/2006/main" noGrp="1"/>
          </p:cNvSpPr>
          <p:nvPr/>
        </p:nvSpPr>
        <p:spPr>
          <a:xfrm xmlns:a="http://schemas.openxmlformats.org/drawingml/2006/main">
            <a:off x="2962275" y="2609850"/>
            <a:ext cx="190500" cy="171450"/>
          </a:xfrm>
          <a:prstGeom xmlns:a="http://schemas.openxmlformats.org/drawingml/2006/main" prst="rect">
            <a:avLst/>
          </a:prstGeom>
          <a:solidFill xmlns:a="http://schemas.openxmlformats.org/drawingml/2006/main">
            <a:srgbClr val="9BA8B5"/>
          </a:solidFill>
          <a:ln xmlns:a="http://schemas.openxmlformats.org/drawingml/2006/main" w="9525">
            <a:solidFill>
              <a:srgbClr val="FFFFFF"/>
            </a:solidFill>
            <a:prstDash val="solid"/>
          </a:ln>
        </p:spPr>
      </p:sp>
      <p:sp>
        <p:nvSpPr>
          <p:cNvPr id="13" name="">
            <a:extLst xmlns:a="http://schemas.openxmlformats.org/drawingml/2006/main">
              <a:ext uri="{FF2B5EF4-FFF2-40B4-BE49-F238E27FC236}">
                <a16:creationId xmlns:a16="http://schemas.microsoft.com/office/drawing/2014/main" id="{0D161669-CCB7-4F79-896B-281561A8A02A}"/>
              </a:ext>
            </a:extLst>
          </p:cNvPr>
          <p:cNvSpPr>
            <a:spLocks xmlns:a="http://schemas.openxmlformats.org/drawingml/2006/main" noGrp="1"/>
          </p:cNvSpPr>
          <p:nvPr/>
        </p:nvSpPr>
        <p:spPr>
          <a:xfrm xmlns:a="http://schemas.openxmlformats.org/drawingml/2006/main">
            <a:off x="3181350" y="2609850"/>
            <a:ext cx="190500" cy="171450"/>
          </a:xfrm>
          <a:prstGeom xmlns:a="http://schemas.openxmlformats.org/drawingml/2006/main" prst="rect">
            <a:avLst/>
          </a:prstGeom>
          <a:solidFill xmlns:a="http://schemas.openxmlformats.org/drawingml/2006/main">
            <a:srgbClr val="9BA8B5"/>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962CE841-CE10-4F2B-A4E2-F04F3CD23714}"/>
              </a:ext>
            </a:extLst>
          </p:cNvPr>
          <p:cNvSpPr>
            <a:spLocks xmlns:a="http://schemas.openxmlformats.org/drawingml/2006/main" noGrp="1"/>
          </p:cNvSpPr>
          <p:nvPr/>
        </p:nvSpPr>
        <p:spPr>
          <a:xfrm xmlns:a="http://schemas.openxmlformats.org/drawingml/2006/main">
            <a:off x="3400425" y="2609850"/>
            <a:ext cx="190500" cy="171450"/>
          </a:xfrm>
          <a:prstGeom xmlns:a="http://schemas.openxmlformats.org/drawingml/2006/main" prst="rect">
            <a:avLst/>
          </a:prstGeom>
          <a:solidFill xmlns:a="http://schemas.openxmlformats.org/drawingml/2006/main">
            <a:srgbClr val="9BA8B5"/>
          </a:solidFill>
          <a:ln xmlns:a="http://schemas.openxmlformats.org/drawingml/2006/main" w="9525">
            <a:solidFill>
              <a:srgbClr val="FFFFFF"/>
            </a:solidFill>
            <a:prstDash val="solid"/>
          </a:ln>
        </p:spPr>
      </p:sp>
      <p:sp>
        <p:nvSpPr>
          <p:cNvPr id="15" name="">
            <a:extLst xmlns:a="http://schemas.openxmlformats.org/drawingml/2006/main">
              <a:ext uri="{FF2B5EF4-FFF2-40B4-BE49-F238E27FC236}">
                <a16:creationId xmlns:a16="http://schemas.microsoft.com/office/drawing/2014/main" id="{B6B1CAC1-B56A-4001-94B9-14E598716038}"/>
              </a:ext>
            </a:extLst>
          </p:cNvPr>
          <p:cNvSpPr>
            <a:spLocks xmlns:a="http://schemas.openxmlformats.org/drawingml/2006/main" noGrp="1"/>
          </p:cNvSpPr>
          <p:nvPr/>
        </p:nvSpPr>
        <p:spPr>
          <a:xfrm xmlns:a="http://schemas.openxmlformats.org/drawingml/2006/main">
            <a:off x="2524125" y="2809875"/>
            <a:ext cx="190500" cy="171450"/>
          </a:xfrm>
          <a:prstGeom xmlns:a="http://schemas.openxmlformats.org/drawingml/2006/main" prst="rect">
            <a:avLst/>
          </a:prstGeom>
          <a:solidFill xmlns:a="http://schemas.openxmlformats.org/drawingml/2006/main">
            <a:srgbClr val="C7D0DA"/>
          </a:solidFill>
          <a:ln xmlns:a="http://schemas.openxmlformats.org/drawingml/2006/main" w="9525">
            <a:solidFill>
              <a:srgbClr val="FFFFFF"/>
            </a:solidFill>
            <a:prstDash val="solid"/>
          </a:ln>
        </p:spPr>
      </p:sp>
      <p:sp>
        <p:nvSpPr>
          <p:cNvPr id="16" name="">
            <a:extLst xmlns:a="http://schemas.openxmlformats.org/drawingml/2006/main">
              <a:ext uri="{FF2B5EF4-FFF2-40B4-BE49-F238E27FC236}">
                <a16:creationId xmlns:a16="http://schemas.microsoft.com/office/drawing/2014/main" id="{E5C21177-6073-49DA-93DD-835E533E265B}"/>
              </a:ext>
            </a:extLst>
          </p:cNvPr>
          <p:cNvSpPr>
            <a:spLocks xmlns:a="http://schemas.openxmlformats.org/drawingml/2006/main" noGrp="1"/>
          </p:cNvSpPr>
          <p:nvPr/>
        </p:nvSpPr>
        <p:spPr>
          <a:xfrm xmlns:a="http://schemas.openxmlformats.org/drawingml/2006/main">
            <a:off x="2743200" y="2809875"/>
            <a:ext cx="190500" cy="171450"/>
          </a:xfrm>
          <a:prstGeom xmlns:a="http://schemas.openxmlformats.org/drawingml/2006/main" prst="rect">
            <a:avLst/>
          </a:prstGeom>
          <a:solidFill xmlns:a="http://schemas.openxmlformats.org/drawingml/2006/main">
            <a:srgbClr val="C7D0DA"/>
          </a:solidFill>
          <a:ln xmlns:a="http://schemas.openxmlformats.org/drawingml/2006/main" w="9525">
            <a:solidFill>
              <a:srgbClr val="FFFFFF"/>
            </a:solidFill>
            <a:prstDash val="solid"/>
          </a:ln>
        </p:spPr>
      </p:sp>
      <p:sp>
        <p:nvSpPr>
          <p:cNvPr id="17" name="">
            <a:extLst xmlns:a="http://schemas.openxmlformats.org/drawingml/2006/main">
              <a:ext uri="{FF2B5EF4-FFF2-40B4-BE49-F238E27FC236}">
                <a16:creationId xmlns:a16="http://schemas.microsoft.com/office/drawing/2014/main" id="{E11ED669-E072-4A83-8479-30D4D39B3057}"/>
              </a:ext>
            </a:extLst>
          </p:cNvPr>
          <p:cNvSpPr>
            <a:spLocks xmlns:a="http://schemas.openxmlformats.org/drawingml/2006/main" noGrp="1"/>
          </p:cNvSpPr>
          <p:nvPr/>
        </p:nvSpPr>
        <p:spPr>
          <a:xfrm xmlns:a="http://schemas.openxmlformats.org/drawingml/2006/main">
            <a:off x="2962275" y="2809875"/>
            <a:ext cx="190500" cy="171450"/>
          </a:xfrm>
          <a:prstGeom xmlns:a="http://schemas.openxmlformats.org/drawingml/2006/main" prst="rect">
            <a:avLst/>
          </a:prstGeom>
          <a:solidFill xmlns:a="http://schemas.openxmlformats.org/drawingml/2006/main">
            <a:srgbClr val="C7D0DA"/>
          </a:solidFill>
          <a:ln xmlns:a="http://schemas.openxmlformats.org/drawingml/2006/main" w="9525">
            <a:solidFill>
              <a:srgbClr val="FFFFFF"/>
            </a:solidFill>
            <a:prstDash val="solid"/>
          </a:ln>
        </p:spPr>
      </p:sp>
      <p:sp>
        <p:nvSpPr>
          <p:cNvPr id="18" name="">
            <a:extLst xmlns:a="http://schemas.openxmlformats.org/drawingml/2006/main">
              <a:ext uri="{FF2B5EF4-FFF2-40B4-BE49-F238E27FC236}">
                <a16:creationId xmlns:a16="http://schemas.microsoft.com/office/drawing/2014/main" id="{7E131114-82E8-47B9-8911-129B9AFBFF08}"/>
              </a:ext>
            </a:extLst>
          </p:cNvPr>
          <p:cNvSpPr>
            <a:spLocks xmlns:a="http://schemas.openxmlformats.org/drawingml/2006/main" noGrp="1"/>
          </p:cNvSpPr>
          <p:nvPr/>
        </p:nvSpPr>
        <p:spPr>
          <a:xfrm xmlns:a="http://schemas.openxmlformats.org/drawingml/2006/main">
            <a:off x="3181350" y="2809875"/>
            <a:ext cx="190500" cy="171450"/>
          </a:xfrm>
          <a:prstGeom xmlns:a="http://schemas.openxmlformats.org/drawingml/2006/main" prst="rect">
            <a:avLst/>
          </a:prstGeom>
          <a:solidFill xmlns:a="http://schemas.openxmlformats.org/drawingml/2006/main">
            <a:srgbClr val="C7D0DA"/>
          </a:solidFill>
          <a:ln xmlns:a="http://schemas.openxmlformats.org/drawingml/2006/main" w="9525">
            <a:solidFill>
              <a:srgbClr val="FFFFFF"/>
            </a:solidFill>
            <a:prstDash val="solid"/>
          </a:ln>
        </p:spPr>
      </p:sp>
      <p:sp>
        <p:nvSpPr>
          <p:cNvPr id="19" name="">
            <a:extLst xmlns:a="http://schemas.openxmlformats.org/drawingml/2006/main">
              <a:ext uri="{FF2B5EF4-FFF2-40B4-BE49-F238E27FC236}">
                <a16:creationId xmlns:a16="http://schemas.microsoft.com/office/drawing/2014/main" id="{CF00C6B2-C254-4A94-A44E-F6EC07AAD086}"/>
              </a:ext>
            </a:extLst>
          </p:cNvPr>
          <p:cNvSpPr>
            <a:spLocks xmlns:a="http://schemas.openxmlformats.org/drawingml/2006/main" noGrp="1"/>
          </p:cNvSpPr>
          <p:nvPr/>
        </p:nvSpPr>
        <p:spPr>
          <a:xfrm xmlns:a="http://schemas.openxmlformats.org/drawingml/2006/main">
            <a:off x="3400425" y="2809875"/>
            <a:ext cx="190500" cy="171450"/>
          </a:xfrm>
          <a:prstGeom xmlns:a="http://schemas.openxmlformats.org/drawingml/2006/main" prst="rect">
            <a:avLst/>
          </a:prstGeom>
          <a:solidFill xmlns:a="http://schemas.openxmlformats.org/drawingml/2006/main">
            <a:srgbClr val="C7D0DA"/>
          </a:solidFill>
          <a:ln xmlns:a="http://schemas.openxmlformats.org/drawingml/2006/main" w="9525">
            <a:solidFill>
              <a:srgbClr val="FFFFFF"/>
            </a:solidFill>
            <a:prstDash val="solid"/>
          </a:ln>
        </p:spPr>
      </p:sp>
      <p:sp>
        <p:nvSpPr>
          <p:cNvPr id="20" name="">
            <a:extLst xmlns:a="http://schemas.openxmlformats.org/drawingml/2006/main">
              <a:ext uri="{FF2B5EF4-FFF2-40B4-BE49-F238E27FC236}">
                <a16:creationId xmlns:a16="http://schemas.microsoft.com/office/drawing/2014/main" id="{68D8904A-30E8-4CE4-A695-9D841024834D}"/>
              </a:ext>
            </a:extLst>
          </p:cNvPr>
          <p:cNvSpPr>
            <a:spLocks xmlns:a="http://schemas.openxmlformats.org/drawingml/2006/main" noGrp="1"/>
          </p:cNvSpPr>
          <p:nvPr/>
        </p:nvSpPr>
        <p:spPr>
          <a:xfrm xmlns:a="http://schemas.openxmlformats.org/drawingml/2006/main">
            <a:off x="2524125" y="3009900"/>
            <a:ext cx="190500" cy="171450"/>
          </a:xfrm>
          <a:prstGeom xmlns:a="http://schemas.openxmlformats.org/drawingml/2006/main" prst="rect">
            <a:avLst/>
          </a:prstGeom>
          <a:solidFill xmlns:a="http://schemas.openxmlformats.org/drawingml/2006/main">
            <a:srgbClr val="E0EFF0"/>
          </a:solidFill>
          <a:ln xmlns:a="http://schemas.openxmlformats.org/drawingml/2006/main" w="9525">
            <a:solidFill>
              <a:srgbClr val="FFFFFF"/>
            </a:solidFill>
            <a:prstDash val="solid"/>
          </a:ln>
        </p:spPr>
      </p:sp>
      <p:sp>
        <p:nvSpPr>
          <p:cNvPr id="21" name="">
            <a:extLst xmlns:a="http://schemas.openxmlformats.org/drawingml/2006/main">
              <a:ext uri="{FF2B5EF4-FFF2-40B4-BE49-F238E27FC236}">
                <a16:creationId xmlns:a16="http://schemas.microsoft.com/office/drawing/2014/main" id="{C824896C-E6CA-43CC-B6B0-7D75DF1A3FF7}"/>
              </a:ext>
            </a:extLst>
          </p:cNvPr>
          <p:cNvSpPr>
            <a:spLocks xmlns:a="http://schemas.openxmlformats.org/drawingml/2006/main" noGrp="1"/>
          </p:cNvSpPr>
          <p:nvPr/>
        </p:nvSpPr>
        <p:spPr>
          <a:xfrm xmlns:a="http://schemas.openxmlformats.org/drawingml/2006/main">
            <a:off x="2743200" y="3009900"/>
            <a:ext cx="190500" cy="171450"/>
          </a:xfrm>
          <a:prstGeom xmlns:a="http://schemas.openxmlformats.org/drawingml/2006/main" prst="rect">
            <a:avLst/>
          </a:prstGeom>
          <a:solidFill xmlns:a="http://schemas.openxmlformats.org/drawingml/2006/main">
            <a:srgbClr val="E0EFF0"/>
          </a:solidFill>
          <a:ln xmlns:a="http://schemas.openxmlformats.org/drawingml/2006/main" w="9525">
            <a:solidFill>
              <a:srgbClr val="FFFFFF"/>
            </a:solidFill>
            <a:prstDash val="solid"/>
          </a:ln>
        </p:spPr>
      </p:sp>
      <p:sp>
        <p:nvSpPr>
          <p:cNvPr id="22" name="">
            <a:extLst xmlns:a="http://schemas.openxmlformats.org/drawingml/2006/main">
              <a:ext uri="{FF2B5EF4-FFF2-40B4-BE49-F238E27FC236}">
                <a16:creationId xmlns:a16="http://schemas.microsoft.com/office/drawing/2014/main" id="{4C078195-C0E8-4336-B910-83B5F91BFF6F}"/>
              </a:ext>
            </a:extLst>
          </p:cNvPr>
          <p:cNvSpPr>
            <a:spLocks xmlns:a="http://schemas.openxmlformats.org/drawingml/2006/main" noGrp="1"/>
          </p:cNvSpPr>
          <p:nvPr/>
        </p:nvSpPr>
        <p:spPr>
          <a:xfrm xmlns:a="http://schemas.openxmlformats.org/drawingml/2006/main">
            <a:off x="2962275" y="3009900"/>
            <a:ext cx="190500" cy="171450"/>
          </a:xfrm>
          <a:prstGeom xmlns:a="http://schemas.openxmlformats.org/drawingml/2006/main" prst="rect">
            <a:avLst/>
          </a:prstGeom>
          <a:solidFill xmlns:a="http://schemas.openxmlformats.org/drawingml/2006/main">
            <a:srgbClr val="E0EFF0"/>
          </a:solidFill>
          <a:ln xmlns:a="http://schemas.openxmlformats.org/drawingml/2006/main" w="9525">
            <a:solidFill>
              <a:srgbClr val="FFFFFF"/>
            </a:solidFill>
            <a:prstDash val="solid"/>
          </a:ln>
        </p:spPr>
      </p:sp>
      <p:sp>
        <p:nvSpPr>
          <p:cNvPr id="23" name="">
            <a:extLst xmlns:a="http://schemas.openxmlformats.org/drawingml/2006/main">
              <a:ext uri="{FF2B5EF4-FFF2-40B4-BE49-F238E27FC236}">
                <a16:creationId xmlns:a16="http://schemas.microsoft.com/office/drawing/2014/main" id="{56646E35-5785-4BC9-BDC7-E2101A7F9D3F}"/>
              </a:ext>
            </a:extLst>
          </p:cNvPr>
          <p:cNvSpPr>
            <a:spLocks xmlns:a="http://schemas.openxmlformats.org/drawingml/2006/main" noGrp="1"/>
          </p:cNvSpPr>
          <p:nvPr/>
        </p:nvSpPr>
        <p:spPr>
          <a:xfrm xmlns:a="http://schemas.openxmlformats.org/drawingml/2006/main">
            <a:off x="3181350" y="3009900"/>
            <a:ext cx="190500" cy="171450"/>
          </a:xfrm>
          <a:prstGeom xmlns:a="http://schemas.openxmlformats.org/drawingml/2006/main" prst="rect">
            <a:avLst/>
          </a:prstGeom>
          <a:solidFill xmlns:a="http://schemas.openxmlformats.org/drawingml/2006/main">
            <a:srgbClr val="E0EFF0"/>
          </a:solidFill>
          <a:ln xmlns:a="http://schemas.openxmlformats.org/drawingml/2006/main" w="9525">
            <a:solidFill>
              <a:srgbClr val="FFFFFF"/>
            </a:solidFill>
            <a:prstDash val="solid"/>
          </a:ln>
        </p:spPr>
      </p:sp>
      <p:sp>
        <p:nvSpPr>
          <p:cNvPr id="24" name="">
            <a:extLst xmlns:a="http://schemas.openxmlformats.org/drawingml/2006/main">
              <a:ext uri="{FF2B5EF4-FFF2-40B4-BE49-F238E27FC236}">
                <a16:creationId xmlns:a16="http://schemas.microsoft.com/office/drawing/2014/main" id="{6C2E02B1-F606-4366-A9DA-932F3D54AC1C}"/>
              </a:ext>
            </a:extLst>
          </p:cNvPr>
          <p:cNvSpPr>
            <a:spLocks xmlns:a="http://schemas.openxmlformats.org/drawingml/2006/main" noGrp="1"/>
          </p:cNvSpPr>
          <p:nvPr/>
        </p:nvSpPr>
        <p:spPr>
          <a:xfrm xmlns:a="http://schemas.openxmlformats.org/drawingml/2006/main">
            <a:off x="3400425" y="3009900"/>
            <a:ext cx="190500" cy="171450"/>
          </a:xfrm>
          <a:prstGeom xmlns:a="http://schemas.openxmlformats.org/drawingml/2006/main" prst="rect">
            <a:avLst/>
          </a:prstGeom>
          <a:solidFill xmlns:a="http://schemas.openxmlformats.org/drawingml/2006/main">
            <a:srgbClr val="E0EFF0"/>
          </a:solidFill>
          <a:ln xmlns:a="http://schemas.openxmlformats.org/drawingml/2006/main" w="9525">
            <a:solidFill>
              <a:srgbClr val="FFFFFF"/>
            </a:solidFill>
            <a:prstDash val="solid"/>
          </a:ln>
        </p:spPr>
      </p:sp>
      <p:cxnSp>
        <p:nvCxnSpPr>
          <p:cNvPr id="25" name="">
            <a:extLst xmlns:a="http://schemas.openxmlformats.org/drawingml/2006/main">
              <a:ext uri="{FF2B5EF4-FFF2-40B4-BE49-F238E27FC236}">
                <a16:creationId xmlns:a16="http://schemas.microsoft.com/office/drawing/2014/main" id="{FE9769B7-A3F6-42AE-A7E9-2A8C453D119A}"/>
              </a:ext>
            </a:extLst>
          </p:cNvPr>
          <p:cNvCxnSpPr/>
          <p:nvPr/>
        </p:nvCxnSpPr>
        <p:spPr>
          <a:xfrm xmlns:a="http://schemas.openxmlformats.org/drawingml/2006/main">
            <a:off x="4114800" y="2905125"/>
            <a:ext cx="657225" cy="0"/>
          </a:xfrm>
          <a:prstGeom xmlns:a="http://schemas.openxmlformats.org/drawingml/2006/main" prst="straightConnector1">
            <a:avLst/>
          </a:prstGeom>
          <a:ln xmlns:a="http://schemas.openxmlformats.org/drawingml/2006/main" w="28575">
            <a:solidFill>
              <a:srgbClr val="4D5A68"/>
            </a:solidFill>
            <a:tailEnd type="triangle" w="sm" len="sm"/>
          </a:ln>
        </p:spPr>
      </p:cxnSp>
      <p:sp>
        <p:nvSpPr>
          <p:cNvPr id="26" name="전체 픽셀을 임시 리스트로 모음">
            <a:extLst xmlns:a="http://schemas.openxmlformats.org/drawingml/2006/main">
              <a:ext uri="{FF2B5EF4-FFF2-40B4-BE49-F238E27FC236}">
                <a16:creationId xmlns:a16="http://schemas.microsoft.com/office/drawing/2014/main" id="{FC8EC9F9-CC1D-4F3F-BA52-D7DBF7B0F2F9}"/>
              </a:ext>
            </a:extLst>
          </p:cNvPr>
          <p:cNvSpPr>
            <a:spLocks xmlns:a="http://schemas.openxmlformats.org/drawingml/2006/main" noGrp="1"/>
          </p:cNvSpPr>
          <p:nvPr/>
        </p:nvSpPr>
        <p:spPr>
          <a:xfrm xmlns:a="http://schemas.openxmlformats.org/drawingml/2006/main">
            <a:off x="5010150" y="2209800"/>
            <a:ext cx="4171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7212B"/>
                </a:solidFill>
                <a:latin typeface="Malgun Gothic"/>
                <a:ea typeface="Malgun Gothic"/>
                <a:cs typeface="Malgun Gothic"/>
              </a:defRPr>
            </a:defPPr>
            <a:lvl1pPr algn="ctr">
              <a:defRPr sz="1875" b="1">
                <a:solidFill>
                  <a:srgbClr val="17212B"/>
                </a:solidFill>
                <a:latin typeface="Malgun Gothic"/>
                <a:ea typeface="Malgun Gothic"/>
                <a:cs typeface="Malgun Gothic"/>
              </a:defRPr>
            </a:lvl1pPr>
            <a:lvl2pPr algn="ctr">
              <a:defRPr sz="1875" b="1">
                <a:solidFill>
                  <a:srgbClr val="17212B"/>
                </a:solidFill>
                <a:latin typeface="Malgun Gothic"/>
                <a:ea typeface="Malgun Gothic"/>
                <a:cs typeface="Malgun Gothic"/>
              </a:defRPr>
            </a:lvl2pPr>
            <a:lvl3pPr algn="ctr">
              <a:defRPr sz="1875" b="1">
                <a:solidFill>
                  <a:srgbClr val="17212B"/>
                </a:solidFill>
                <a:latin typeface="Malgun Gothic"/>
                <a:ea typeface="Malgun Gothic"/>
                <a:cs typeface="Malgun Gothic"/>
              </a:defRPr>
            </a:lvl3pPr>
            <a:lvl4pPr algn="ctr">
              <a:defRPr sz="1875" b="1">
                <a:solidFill>
                  <a:srgbClr val="17212B"/>
                </a:solidFill>
                <a:latin typeface="Malgun Gothic"/>
                <a:ea typeface="Malgun Gothic"/>
                <a:cs typeface="Malgun Gothic"/>
              </a:defRPr>
            </a:lvl4pPr>
            <a:lvl5pPr algn="ctr">
              <a:defRPr sz="1875" b="1">
                <a:solidFill>
                  <a:srgbClr val="17212B"/>
                </a:solidFill>
                <a:latin typeface="Malgun Gothic"/>
                <a:ea typeface="Malgun Gothic"/>
                <a:cs typeface="Malgun Gothic"/>
              </a:defRPr>
            </a:lvl5pPr>
            <a:lvl6pPr algn="ctr">
              <a:defRPr sz="1875" b="1">
                <a:solidFill>
                  <a:srgbClr val="17212B"/>
                </a:solidFill>
                <a:latin typeface="Malgun Gothic"/>
                <a:ea typeface="Malgun Gothic"/>
                <a:cs typeface="Malgun Gothic"/>
              </a:defRPr>
            </a:lvl6pPr>
            <a:lvl7pPr algn="ctr">
              <a:defRPr sz="1875" b="1">
                <a:solidFill>
                  <a:srgbClr val="17212B"/>
                </a:solidFill>
                <a:latin typeface="Malgun Gothic"/>
                <a:ea typeface="Malgun Gothic"/>
                <a:cs typeface="Malgun Gothic"/>
              </a:defRPr>
            </a:lvl7pPr>
            <a:lvl8pPr algn="ctr">
              <a:defRPr sz="1875" b="1">
                <a:solidFill>
                  <a:srgbClr val="17212B"/>
                </a:solidFill>
                <a:latin typeface="Malgun Gothic"/>
                <a:ea typeface="Malgun Gothic"/>
                <a:cs typeface="Malgun Gothic"/>
              </a:defRPr>
            </a:lvl8pPr>
            <a:lvl9pPr algn="ctr">
              <a:defRPr sz="1875" b="1">
                <a:solidFill>
                  <a:srgbClr val="17212B"/>
                </a:solidFill>
                <a:latin typeface="Malgun Gothic"/>
                <a:ea typeface="Malgun Gothic"/>
                <a:cs typeface="Malgun Gothic"/>
              </a:defRPr>
            </a:lvl9pPr>
          </a:lstStyle>
          <a:p xmlns:a="http://schemas.openxmlformats.org/drawingml/2006/main">
            <a:pPr algn="ctr">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전체 픽셀을 임시 리스트로 모음</a:t>
            </a:r>
          </a:p>
        </p:txBody>
      </p:sp>
      <p:sp>
        <p:nvSpPr>
          <p:cNvPr id="27" name="">
            <a:extLst xmlns:a="http://schemas.openxmlformats.org/drawingml/2006/main">
              <a:ext uri="{FF2B5EF4-FFF2-40B4-BE49-F238E27FC236}">
                <a16:creationId xmlns:a16="http://schemas.microsoft.com/office/drawing/2014/main" id="{7793DC24-CDEE-4D80-9BAF-5246845A2250}"/>
              </a:ext>
            </a:extLst>
          </p:cNvPr>
          <p:cNvSpPr>
            <a:spLocks xmlns:a="http://schemas.openxmlformats.org/drawingml/2006/main" noGrp="1"/>
          </p:cNvSpPr>
          <p:nvPr/>
        </p:nvSpPr>
        <p:spPr>
          <a:xfrm xmlns:a="http://schemas.openxmlformats.org/drawingml/2006/main">
            <a:off x="5305425" y="2743200"/>
            <a:ext cx="209550" cy="285750"/>
          </a:xfrm>
          <a:prstGeom xmlns:a="http://schemas.openxmlformats.org/drawingml/2006/main" prst="rect">
            <a:avLst/>
          </a:prstGeom>
          <a:solidFill xmlns:a="http://schemas.openxmlformats.org/drawingml/2006/main">
            <a:srgbClr val="9BA8B5"/>
          </a:solidFill>
          <a:ln xmlns:a="http://schemas.openxmlformats.org/drawingml/2006/main" w="9525">
            <a:solidFill>
              <a:srgbClr val="FFFFFF"/>
            </a:solidFill>
            <a:prstDash val="solid"/>
          </a:ln>
        </p:spPr>
      </p:sp>
      <p:sp>
        <p:nvSpPr>
          <p:cNvPr id="28" name="">
            <a:extLst xmlns:a="http://schemas.openxmlformats.org/drawingml/2006/main">
              <a:ext uri="{FF2B5EF4-FFF2-40B4-BE49-F238E27FC236}">
                <a16:creationId xmlns:a16="http://schemas.microsoft.com/office/drawing/2014/main" id="{290DD44F-ABAC-4C91-A12A-28E0148DD7AA}"/>
              </a:ext>
            </a:extLst>
          </p:cNvPr>
          <p:cNvSpPr>
            <a:spLocks xmlns:a="http://schemas.openxmlformats.org/drawingml/2006/main" noGrp="1"/>
          </p:cNvSpPr>
          <p:nvPr/>
        </p:nvSpPr>
        <p:spPr>
          <a:xfrm xmlns:a="http://schemas.openxmlformats.org/drawingml/2006/main">
            <a:off x="5543550" y="2743200"/>
            <a:ext cx="209550" cy="285750"/>
          </a:xfrm>
          <a:prstGeom xmlns:a="http://schemas.openxmlformats.org/drawingml/2006/main" prst="rect">
            <a:avLst/>
          </a:prstGeom>
          <a:solidFill xmlns:a="http://schemas.openxmlformats.org/drawingml/2006/main">
            <a:srgbClr val="9BA8B5"/>
          </a:solidFill>
          <a:ln xmlns:a="http://schemas.openxmlformats.org/drawingml/2006/main" w="9525">
            <a:solidFill>
              <a:srgbClr val="FFFFFF"/>
            </a:solidFill>
            <a:prstDash val="solid"/>
          </a:ln>
        </p:spPr>
      </p:sp>
      <p:sp>
        <p:nvSpPr>
          <p:cNvPr id="29" name="">
            <a:extLst xmlns:a="http://schemas.openxmlformats.org/drawingml/2006/main">
              <a:ext uri="{FF2B5EF4-FFF2-40B4-BE49-F238E27FC236}">
                <a16:creationId xmlns:a16="http://schemas.microsoft.com/office/drawing/2014/main" id="{3992C567-4D14-4291-ADC7-DCCD07234A8F}"/>
              </a:ext>
            </a:extLst>
          </p:cNvPr>
          <p:cNvSpPr>
            <a:spLocks xmlns:a="http://schemas.openxmlformats.org/drawingml/2006/main" noGrp="1"/>
          </p:cNvSpPr>
          <p:nvPr/>
        </p:nvSpPr>
        <p:spPr>
          <a:xfrm xmlns:a="http://schemas.openxmlformats.org/drawingml/2006/main">
            <a:off x="5781675" y="2743200"/>
            <a:ext cx="209550" cy="285750"/>
          </a:xfrm>
          <a:prstGeom xmlns:a="http://schemas.openxmlformats.org/drawingml/2006/main" prst="rect">
            <a:avLst/>
          </a:prstGeom>
          <a:solidFill xmlns:a="http://schemas.openxmlformats.org/drawingml/2006/main">
            <a:srgbClr val="9BA8B5"/>
          </a:solidFill>
          <a:ln xmlns:a="http://schemas.openxmlformats.org/drawingml/2006/main" w="9525">
            <a:solidFill>
              <a:srgbClr val="FFFFFF"/>
            </a:solidFill>
            <a:prstDash val="solid"/>
          </a:ln>
        </p:spPr>
      </p:sp>
      <p:sp>
        <p:nvSpPr>
          <p:cNvPr id="30" name="">
            <a:extLst xmlns:a="http://schemas.openxmlformats.org/drawingml/2006/main">
              <a:ext uri="{FF2B5EF4-FFF2-40B4-BE49-F238E27FC236}">
                <a16:creationId xmlns:a16="http://schemas.microsoft.com/office/drawing/2014/main" id="{310285B8-1CCD-462E-84C5-3985FB31B481}"/>
              </a:ext>
            </a:extLst>
          </p:cNvPr>
          <p:cNvSpPr>
            <a:spLocks xmlns:a="http://schemas.openxmlformats.org/drawingml/2006/main" noGrp="1"/>
          </p:cNvSpPr>
          <p:nvPr/>
        </p:nvSpPr>
        <p:spPr>
          <a:xfrm xmlns:a="http://schemas.openxmlformats.org/drawingml/2006/main">
            <a:off x="6019800" y="2743200"/>
            <a:ext cx="209550" cy="285750"/>
          </a:xfrm>
          <a:prstGeom xmlns:a="http://schemas.openxmlformats.org/drawingml/2006/main" prst="rect">
            <a:avLst/>
          </a:prstGeom>
          <a:solidFill xmlns:a="http://schemas.openxmlformats.org/drawingml/2006/main">
            <a:srgbClr val="9BA8B5"/>
          </a:solidFill>
          <a:ln xmlns:a="http://schemas.openxmlformats.org/drawingml/2006/main" w="9525">
            <a:solidFill>
              <a:srgbClr val="FFFFFF"/>
            </a:solidFill>
            <a:prstDash val="solid"/>
          </a:ln>
        </p:spPr>
      </p:sp>
      <p:sp>
        <p:nvSpPr>
          <p:cNvPr id="31" name="">
            <a:extLst xmlns:a="http://schemas.openxmlformats.org/drawingml/2006/main">
              <a:ext uri="{FF2B5EF4-FFF2-40B4-BE49-F238E27FC236}">
                <a16:creationId xmlns:a16="http://schemas.microsoft.com/office/drawing/2014/main" id="{A3289AC5-AE31-4DC6-98DF-18EFF812AF62}"/>
              </a:ext>
            </a:extLst>
          </p:cNvPr>
          <p:cNvSpPr>
            <a:spLocks xmlns:a="http://schemas.openxmlformats.org/drawingml/2006/main" noGrp="1"/>
          </p:cNvSpPr>
          <p:nvPr/>
        </p:nvSpPr>
        <p:spPr>
          <a:xfrm xmlns:a="http://schemas.openxmlformats.org/drawingml/2006/main">
            <a:off x="6257925" y="2743200"/>
            <a:ext cx="209550" cy="285750"/>
          </a:xfrm>
          <a:prstGeom xmlns:a="http://schemas.openxmlformats.org/drawingml/2006/main" prst="rect">
            <a:avLst/>
          </a:prstGeom>
          <a:solidFill xmlns:a="http://schemas.openxmlformats.org/drawingml/2006/main">
            <a:srgbClr val="9BA8B5"/>
          </a:solidFill>
          <a:ln xmlns:a="http://schemas.openxmlformats.org/drawingml/2006/main" w="9525">
            <a:solidFill>
              <a:srgbClr val="FFFFFF"/>
            </a:solidFill>
            <a:prstDash val="solid"/>
          </a:ln>
        </p:spPr>
      </p:sp>
      <p:sp>
        <p:nvSpPr>
          <p:cNvPr id="32" name="">
            <a:extLst xmlns:a="http://schemas.openxmlformats.org/drawingml/2006/main">
              <a:ext uri="{FF2B5EF4-FFF2-40B4-BE49-F238E27FC236}">
                <a16:creationId xmlns:a16="http://schemas.microsoft.com/office/drawing/2014/main" id="{D261C3C7-7FA4-4EB3-B2FF-73848780EF8D}"/>
              </a:ext>
            </a:extLst>
          </p:cNvPr>
          <p:cNvSpPr>
            <a:spLocks xmlns:a="http://schemas.openxmlformats.org/drawingml/2006/main" noGrp="1"/>
          </p:cNvSpPr>
          <p:nvPr/>
        </p:nvSpPr>
        <p:spPr>
          <a:xfrm xmlns:a="http://schemas.openxmlformats.org/drawingml/2006/main">
            <a:off x="6496050" y="2743200"/>
            <a:ext cx="209550" cy="285750"/>
          </a:xfrm>
          <a:prstGeom xmlns:a="http://schemas.openxmlformats.org/drawingml/2006/main" prst="rect">
            <a:avLst/>
          </a:prstGeom>
          <a:solidFill xmlns:a="http://schemas.openxmlformats.org/drawingml/2006/main">
            <a:srgbClr val="C7D0DA"/>
          </a:solidFill>
          <a:ln xmlns:a="http://schemas.openxmlformats.org/drawingml/2006/main" w="9525">
            <a:solidFill>
              <a:srgbClr val="FFFFFF"/>
            </a:solidFill>
            <a:prstDash val="solid"/>
          </a:ln>
        </p:spPr>
      </p:sp>
      <p:sp>
        <p:nvSpPr>
          <p:cNvPr id="33" name="">
            <a:extLst xmlns:a="http://schemas.openxmlformats.org/drawingml/2006/main">
              <a:ext uri="{FF2B5EF4-FFF2-40B4-BE49-F238E27FC236}">
                <a16:creationId xmlns:a16="http://schemas.microsoft.com/office/drawing/2014/main" id="{2241AEBA-E925-4892-BF57-80DF6C9418E3}"/>
              </a:ext>
            </a:extLst>
          </p:cNvPr>
          <p:cNvSpPr>
            <a:spLocks xmlns:a="http://schemas.openxmlformats.org/drawingml/2006/main" noGrp="1"/>
          </p:cNvSpPr>
          <p:nvPr/>
        </p:nvSpPr>
        <p:spPr>
          <a:xfrm xmlns:a="http://schemas.openxmlformats.org/drawingml/2006/main">
            <a:off x="6734175" y="2743200"/>
            <a:ext cx="209550" cy="285750"/>
          </a:xfrm>
          <a:prstGeom xmlns:a="http://schemas.openxmlformats.org/drawingml/2006/main" prst="rect">
            <a:avLst/>
          </a:prstGeom>
          <a:solidFill xmlns:a="http://schemas.openxmlformats.org/drawingml/2006/main">
            <a:srgbClr val="C7D0DA"/>
          </a:solidFill>
          <a:ln xmlns:a="http://schemas.openxmlformats.org/drawingml/2006/main" w="9525">
            <a:solidFill>
              <a:srgbClr val="FFFFFF"/>
            </a:solidFill>
            <a:prstDash val="solid"/>
          </a:ln>
        </p:spPr>
      </p:sp>
      <p:sp>
        <p:nvSpPr>
          <p:cNvPr id="34" name="">
            <a:extLst xmlns:a="http://schemas.openxmlformats.org/drawingml/2006/main">
              <a:ext uri="{FF2B5EF4-FFF2-40B4-BE49-F238E27FC236}">
                <a16:creationId xmlns:a16="http://schemas.microsoft.com/office/drawing/2014/main" id="{CCDE2783-66D6-43A6-A267-5F16D8DA9C47}"/>
              </a:ext>
            </a:extLst>
          </p:cNvPr>
          <p:cNvSpPr>
            <a:spLocks xmlns:a="http://schemas.openxmlformats.org/drawingml/2006/main" noGrp="1"/>
          </p:cNvSpPr>
          <p:nvPr/>
        </p:nvSpPr>
        <p:spPr>
          <a:xfrm xmlns:a="http://schemas.openxmlformats.org/drawingml/2006/main">
            <a:off x="6972300" y="2743200"/>
            <a:ext cx="209550" cy="285750"/>
          </a:xfrm>
          <a:prstGeom xmlns:a="http://schemas.openxmlformats.org/drawingml/2006/main" prst="rect">
            <a:avLst/>
          </a:prstGeom>
          <a:solidFill xmlns:a="http://schemas.openxmlformats.org/drawingml/2006/main">
            <a:srgbClr val="C7D0DA"/>
          </a:solidFill>
          <a:ln xmlns:a="http://schemas.openxmlformats.org/drawingml/2006/main" w="9525">
            <a:solidFill>
              <a:srgbClr val="FFFFFF"/>
            </a:solidFill>
            <a:prstDash val="solid"/>
          </a:ln>
        </p:spPr>
      </p:sp>
      <p:sp>
        <p:nvSpPr>
          <p:cNvPr id="35" name="">
            <a:extLst xmlns:a="http://schemas.openxmlformats.org/drawingml/2006/main">
              <a:ext uri="{FF2B5EF4-FFF2-40B4-BE49-F238E27FC236}">
                <a16:creationId xmlns:a16="http://schemas.microsoft.com/office/drawing/2014/main" id="{6FA3F94C-7F45-4E61-867E-FC33724B8901}"/>
              </a:ext>
            </a:extLst>
          </p:cNvPr>
          <p:cNvSpPr>
            <a:spLocks xmlns:a="http://schemas.openxmlformats.org/drawingml/2006/main" noGrp="1"/>
          </p:cNvSpPr>
          <p:nvPr/>
        </p:nvSpPr>
        <p:spPr>
          <a:xfrm xmlns:a="http://schemas.openxmlformats.org/drawingml/2006/main">
            <a:off x="7210425" y="2743200"/>
            <a:ext cx="209550" cy="285750"/>
          </a:xfrm>
          <a:prstGeom xmlns:a="http://schemas.openxmlformats.org/drawingml/2006/main" prst="rect">
            <a:avLst/>
          </a:prstGeom>
          <a:solidFill xmlns:a="http://schemas.openxmlformats.org/drawingml/2006/main">
            <a:srgbClr val="C7D0DA"/>
          </a:solidFill>
          <a:ln xmlns:a="http://schemas.openxmlformats.org/drawingml/2006/main" w="9525">
            <a:solidFill>
              <a:srgbClr val="FFFFFF"/>
            </a:solidFill>
            <a:prstDash val="solid"/>
          </a:ln>
        </p:spPr>
      </p:sp>
      <p:sp>
        <p:nvSpPr>
          <p:cNvPr id="36" name="">
            <a:extLst xmlns:a="http://schemas.openxmlformats.org/drawingml/2006/main">
              <a:ext uri="{FF2B5EF4-FFF2-40B4-BE49-F238E27FC236}">
                <a16:creationId xmlns:a16="http://schemas.microsoft.com/office/drawing/2014/main" id="{BA69C023-C758-43E6-AB64-CCA5E135D309}"/>
              </a:ext>
            </a:extLst>
          </p:cNvPr>
          <p:cNvSpPr>
            <a:spLocks xmlns:a="http://schemas.openxmlformats.org/drawingml/2006/main" noGrp="1"/>
          </p:cNvSpPr>
          <p:nvPr/>
        </p:nvSpPr>
        <p:spPr>
          <a:xfrm xmlns:a="http://schemas.openxmlformats.org/drawingml/2006/main">
            <a:off x="7448550" y="2743200"/>
            <a:ext cx="209550" cy="285750"/>
          </a:xfrm>
          <a:prstGeom xmlns:a="http://schemas.openxmlformats.org/drawingml/2006/main" prst="rect">
            <a:avLst/>
          </a:prstGeom>
          <a:solidFill xmlns:a="http://schemas.openxmlformats.org/drawingml/2006/main">
            <a:srgbClr val="C7D0DA"/>
          </a:solidFill>
          <a:ln xmlns:a="http://schemas.openxmlformats.org/drawingml/2006/main" w="9525">
            <a:solidFill>
              <a:srgbClr val="FFFFFF"/>
            </a:solidFill>
            <a:prstDash val="solid"/>
          </a:ln>
        </p:spPr>
      </p:sp>
      <p:sp>
        <p:nvSpPr>
          <p:cNvPr id="37" name="">
            <a:extLst xmlns:a="http://schemas.openxmlformats.org/drawingml/2006/main">
              <a:ext uri="{FF2B5EF4-FFF2-40B4-BE49-F238E27FC236}">
                <a16:creationId xmlns:a16="http://schemas.microsoft.com/office/drawing/2014/main" id="{5D3AF6CD-B2BC-424A-A98D-FCE2B8684132}"/>
              </a:ext>
            </a:extLst>
          </p:cNvPr>
          <p:cNvSpPr>
            <a:spLocks xmlns:a="http://schemas.openxmlformats.org/drawingml/2006/main" noGrp="1"/>
          </p:cNvSpPr>
          <p:nvPr/>
        </p:nvSpPr>
        <p:spPr>
          <a:xfrm xmlns:a="http://schemas.openxmlformats.org/drawingml/2006/main">
            <a:off x="7686675" y="2743200"/>
            <a:ext cx="209550" cy="285750"/>
          </a:xfrm>
          <a:prstGeom xmlns:a="http://schemas.openxmlformats.org/drawingml/2006/main" prst="rect">
            <a:avLst/>
          </a:prstGeom>
          <a:solidFill xmlns:a="http://schemas.openxmlformats.org/drawingml/2006/main">
            <a:srgbClr val="E0EFF0"/>
          </a:solidFill>
          <a:ln xmlns:a="http://schemas.openxmlformats.org/drawingml/2006/main" w="9525">
            <a:solidFill>
              <a:srgbClr val="FFFFFF"/>
            </a:solidFill>
            <a:prstDash val="solid"/>
          </a:ln>
        </p:spPr>
      </p:sp>
      <p:sp>
        <p:nvSpPr>
          <p:cNvPr id="38" name="">
            <a:extLst xmlns:a="http://schemas.openxmlformats.org/drawingml/2006/main">
              <a:ext uri="{FF2B5EF4-FFF2-40B4-BE49-F238E27FC236}">
                <a16:creationId xmlns:a16="http://schemas.microsoft.com/office/drawing/2014/main" id="{909FBFC0-1580-4AC9-8C9F-8522D48FA54E}"/>
              </a:ext>
            </a:extLst>
          </p:cNvPr>
          <p:cNvSpPr>
            <a:spLocks xmlns:a="http://schemas.openxmlformats.org/drawingml/2006/main" noGrp="1"/>
          </p:cNvSpPr>
          <p:nvPr/>
        </p:nvSpPr>
        <p:spPr>
          <a:xfrm xmlns:a="http://schemas.openxmlformats.org/drawingml/2006/main">
            <a:off x="7924800" y="2743200"/>
            <a:ext cx="209550" cy="285750"/>
          </a:xfrm>
          <a:prstGeom xmlns:a="http://schemas.openxmlformats.org/drawingml/2006/main" prst="rect">
            <a:avLst/>
          </a:prstGeom>
          <a:solidFill xmlns:a="http://schemas.openxmlformats.org/drawingml/2006/main">
            <a:srgbClr val="E0EFF0"/>
          </a:solidFill>
          <a:ln xmlns:a="http://schemas.openxmlformats.org/drawingml/2006/main" w="9525">
            <a:solidFill>
              <a:srgbClr val="FFFFFF"/>
            </a:solidFill>
            <a:prstDash val="solid"/>
          </a:ln>
        </p:spPr>
      </p:sp>
      <p:sp>
        <p:nvSpPr>
          <p:cNvPr id="39" name="">
            <a:extLst xmlns:a="http://schemas.openxmlformats.org/drawingml/2006/main">
              <a:ext uri="{FF2B5EF4-FFF2-40B4-BE49-F238E27FC236}">
                <a16:creationId xmlns:a16="http://schemas.microsoft.com/office/drawing/2014/main" id="{B506FBE3-4153-4BC7-877B-2F7B779F9F2A}"/>
              </a:ext>
            </a:extLst>
          </p:cNvPr>
          <p:cNvSpPr>
            <a:spLocks xmlns:a="http://schemas.openxmlformats.org/drawingml/2006/main" noGrp="1"/>
          </p:cNvSpPr>
          <p:nvPr/>
        </p:nvSpPr>
        <p:spPr>
          <a:xfrm xmlns:a="http://schemas.openxmlformats.org/drawingml/2006/main">
            <a:off x="8162925" y="2743200"/>
            <a:ext cx="209550" cy="285750"/>
          </a:xfrm>
          <a:prstGeom xmlns:a="http://schemas.openxmlformats.org/drawingml/2006/main" prst="rect">
            <a:avLst/>
          </a:prstGeom>
          <a:solidFill xmlns:a="http://schemas.openxmlformats.org/drawingml/2006/main">
            <a:srgbClr val="E0EFF0"/>
          </a:solidFill>
          <a:ln xmlns:a="http://schemas.openxmlformats.org/drawingml/2006/main" w="9525">
            <a:solidFill>
              <a:srgbClr val="FFFFFF"/>
            </a:solidFill>
            <a:prstDash val="solid"/>
          </a:ln>
        </p:spPr>
      </p:sp>
      <p:sp>
        <p:nvSpPr>
          <p:cNvPr id="40" name="">
            <a:extLst xmlns:a="http://schemas.openxmlformats.org/drawingml/2006/main">
              <a:ext uri="{FF2B5EF4-FFF2-40B4-BE49-F238E27FC236}">
                <a16:creationId xmlns:a16="http://schemas.microsoft.com/office/drawing/2014/main" id="{AD8BAB77-B8BA-47BE-B88B-D3FB0FEBECDA}"/>
              </a:ext>
            </a:extLst>
          </p:cNvPr>
          <p:cNvSpPr>
            <a:spLocks xmlns:a="http://schemas.openxmlformats.org/drawingml/2006/main" noGrp="1"/>
          </p:cNvSpPr>
          <p:nvPr/>
        </p:nvSpPr>
        <p:spPr>
          <a:xfrm xmlns:a="http://schemas.openxmlformats.org/drawingml/2006/main">
            <a:off x="8401050" y="2743200"/>
            <a:ext cx="209550" cy="285750"/>
          </a:xfrm>
          <a:prstGeom xmlns:a="http://schemas.openxmlformats.org/drawingml/2006/main" prst="rect">
            <a:avLst/>
          </a:prstGeom>
          <a:solidFill xmlns:a="http://schemas.openxmlformats.org/drawingml/2006/main">
            <a:srgbClr val="E0EFF0"/>
          </a:solidFill>
          <a:ln xmlns:a="http://schemas.openxmlformats.org/drawingml/2006/main" w="9525">
            <a:solidFill>
              <a:srgbClr val="FFFFFF"/>
            </a:solidFill>
            <a:prstDash val="solid"/>
          </a:ln>
        </p:spPr>
      </p:sp>
      <p:sp>
        <p:nvSpPr>
          <p:cNvPr id="41" name="">
            <a:extLst xmlns:a="http://schemas.openxmlformats.org/drawingml/2006/main">
              <a:ext uri="{FF2B5EF4-FFF2-40B4-BE49-F238E27FC236}">
                <a16:creationId xmlns:a16="http://schemas.microsoft.com/office/drawing/2014/main" id="{85EAACEF-1ABE-4905-ABFE-725D364B4B3E}"/>
              </a:ext>
            </a:extLst>
          </p:cNvPr>
          <p:cNvSpPr>
            <a:spLocks xmlns:a="http://schemas.openxmlformats.org/drawingml/2006/main" noGrp="1"/>
          </p:cNvSpPr>
          <p:nvPr/>
        </p:nvSpPr>
        <p:spPr>
          <a:xfrm xmlns:a="http://schemas.openxmlformats.org/drawingml/2006/main">
            <a:off x="8639175" y="2743200"/>
            <a:ext cx="209550" cy="285750"/>
          </a:xfrm>
          <a:prstGeom xmlns:a="http://schemas.openxmlformats.org/drawingml/2006/main" prst="rect">
            <a:avLst/>
          </a:prstGeom>
          <a:solidFill xmlns:a="http://schemas.openxmlformats.org/drawingml/2006/main">
            <a:srgbClr val="E0EFF0"/>
          </a:solidFill>
          <a:ln xmlns:a="http://schemas.openxmlformats.org/drawingml/2006/main" w="9525">
            <a:solidFill>
              <a:srgbClr val="FFFFFF"/>
            </a:solidFill>
            <a:prstDash val="solid"/>
          </a:ln>
        </p:spPr>
      </p:sp>
      <p:sp>
        <p:nvSpPr>
          <p:cNvPr id="42" name="계산 전에 큰 임시 공간 사용">
            <a:extLst xmlns:a="http://schemas.openxmlformats.org/drawingml/2006/main">
              <a:ext uri="{FF2B5EF4-FFF2-40B4-BE49-F238E27FC236}">
                <a16:creationId xmlns:a16="http://schemas.microsoft.com/office/drawing/2014/main" id="{A944CA48-BAF9-402C-A7EE-07AA303683CF}"/>
              </a:ext>
            </a:extLst>
          </p:cNvPr>
          <p:cNvSpPr>
            <a:spLocks xmlns:a="http://schemas.openxmlformats.org/drawingml/2006/main" noGrp="1"/>
          </p:cNvSpPr>
          <p:nvPr/>
        </p:nvSpPr>
        <p:spPr>
          <a:xfrm xmlns:a="http://schemas.openxmlformats.org/drawingml/2006/main">
            <a:off x="5010150" y="3152775"/>
            <a:ext cx="417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0">
                <a:solidFill>
                  <a:srgbClr val="4D5A68"/>
                </a:solidFill>
                <a:latin typeface="Malgun Gothic"/>
                <a:ea typeface="Malgun Gothic"/>
                <a:cs typeface="Malgun Gothic"/>
              </a:defRPr>
            </a:defPPr>
            <a:lvl1pPr algn="ctr">
              <a:defRPr sz="1725" b="0">
                <a:solidFill>
                  <a:srgbClr val="4D5A68"/>
                </a:solidFill>
                <a:latin typeface="Malgun Gothic"/>
                <a:ea typeface="Malgun Gothic"/>
                <a:cs typeface="Malgun Gothic"/>
              </a:defRPr>
            </a:lvl1pPr>
            <a:lvl2pPr algn="ctr">
              <a:defRPr sz="1725" b="0">
                <a:solidFill>
                  <a:srgbClr val="4D5A68"/>
                </a:solidFill>
                <a:latin typeface="Malgun Gothic"/>
                <a:ea typeface="Malgun Gothic"/>
                <a:cs typeface="Malgun Gothic"/>
              </a:defRPr>
            </a:lvl2pPr>
            <a:lvl3pPr algn="ctr">
              <a:defRPr sz="1725" b="0">
                <a:solidFill>
                  <a:srgbClr val="4D5A68"/>
                </a:solidFill>
                <a:latin typeface="Malgun Gothic"/>
                <a:ea typeface="Malgun Gothic"/>
                <a:cs typeface="Malgun Gothic"/>
              </a:defRPr>
            </a:lvl3pPr>
            <a:lvl4pPr algn="ctr">
              <a:defRPr sz="1725" b="0">
                <a:solidFill>
                  <a:srgbClr val="4D5A68"/>
                </a:solidFill>
                <a:latin typeface="Malgun Gothic"/>
                <a:ea typeface="Malgun Gothic"/>
                <a:cs typeface="Malgun Gothic"/>
              </a:defRPr>
            </a:lvl4pPr>
            <a:lvl5pPr algn="ctr">
              <a:defRPr sz="1725" b="0">
                <a:solidFill>
                  <a:srgbClr val="4D5A68"/>
                </a:solidFill>
                <a:latin typeface="Malgun Gothic"/>
                <a:ea typeface="Malgun Gothic"/>
                <a:cs typeface="Malgun Gothic"/>
              </a:defRPr>
            </a:lvl5pPr>
            <a:lvl6pPr algn="ctr">
              <a:defRPr sz="1725" b="0">
                <a:solidFill>
                  <a:srgbClr val="4D5A68"/>
                </a:solidFill>
                <a:latin typeface="Malgun Gothic"/>
                <a:ea typeface="Malgun Gothic"/>
                <a:cs typeface="Malgun Gothic"/>
              </a:defRPr>
            </a:lvl6pPr>
            <a:lvl7pPr algn="ctr">
              <a:defRPr sz="1725" b="0">
                <a:solidFill>
                  <a:srgbClr val="4D5A68"/>
                </a:solidFill>
                <a:latin typeface="Malgun Gothic"/>
                <a:ea typeface="Malgun Gothic"/>
                <a:cs typeface="Malgun Gothic"/>
              </a:defRPr>
            </a:lvl7pPr>
            <a:lvl8pPr algn="ctr">
              <a:defRPr sz="1725" b="0">
                <a:solidFill>
                  <a:srgbClr val="4D5A68"/>
                </a:solidFill>
                <a:latin typeface="Malgun Gothic"/>
                <a:ea typeface="Malgun Gothic"/>
                <a:cs typeface="Malgun Gothic"/>
              </a:defRPr>
            </a:lvl8pPr>
            <a:lvl9pPr algn="ctr">
              <a:defRPr sz="1725" b="0">
                <a:solidFill>
                  <a:srgbClr val="4D5A68"/>
                </a:solidFill>
                <a:latin typeface="Malgun Gothic"/>
                <a:ea typeface="Malgun Gothic"/>
                <a:cs typeface="Malgun Gothic"/>
              </a:defRPr>
            </a:lvl9pPr>
          </a:lstStyle>
          <a:p xmlns:a="http://schemas.openxmlformats.org/drawingml/2006/main">
            <a:pPr algn="ctr">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계산 전에 큰 임시 공간 사용</a:t>
            </a:r>
          </a:p>
        </p:txBody>
      </p:sp>
      <p:cxnSp>
        <p:nvCxnSpPr>
          <p:cNvPr id="43" name="">
            <a:extLst xmlns:a="http://schemas.openxmlformats.org/drawingml/2006/main">
              <a:ext uri="{FF2B5EF4-FFF2-40B4-BE49-F238E27FC236}">
                <a16:creationId xmlns:a16="http://schemas.microsoft.com/office/drawing/2014/main" id="{45A3F96E-1460-489D-BB80-9222EAE0E64E}"/>
              </a:ext>
            </a:extLst>
          </p:cNvPr>
          <p:cNvCxnSpPr/>
          <p:nvPr/>
        </p:nvCxnSpPr>
        <p:spPr>
          <a:xfrm xmlns:a="http://schemas.openxmlformats.org/drawingml/2006/main">
            <a:off x="9334500" y="2905125"/>
            <a:ext cx="457200" cy="0"/>
          </a:xfrm>
          <a:prstGeom xmlns:a="http://schemas.openxmlformats.org/drawingml/2006/main" prst="straightConnector1">
            <a:avLst/>
          </a:prstGeom>
          <a:ln xmlns:a="http://schemas.openxmlformats.org/drawingml/2006/main" w="28575">
            <a:solidFill>
              <a:srgbClr val="4D5A68"/>
            </a:solidFill>
            <a:tailEnd type="triangle" w="sm" len="sm"/>
          </a:ln>
        </p:spPr>
      </p:cxnSp>
      <p:sp>
        <p:nvSpPr>
          <p:cNvPr id="44" name="최소·최대&#10;평균 계산">
            <a:extLst xmlns:a="http://schemas.openxmlformats.org/drawingml/2006/main">
              <a:ext uri="{FF2B5EF4-FFF2-40B4-BE49-F238E27FC236}">
                <a16:creationId xmlns:a16="http://schemas.microsoft.com/office/drawing/2014/main" id="{F380C031-B39B-45B9-9AD4-1A3CF8A9A3CA}"/>
              </a:ext>
            </a:extLst>
          </p:cNvPr>
          <p:cNvSpPr>
            <a:spLocks xmlns:a="http://schemas.openxmlformats.org/drawingml/2006/main" noGrp="1"/>
          </p:cNvSpPr>
          <p:nvPr/>
        </p:nvSpPr>
        <p:spPr>
          <a:xfrm xmlns:a="http://schemas.openxmlformats.org/drawingml/2006/main">
            <a:off x="10020300" y="2552700"/>
            <a:ext cx="15621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a:solidFill>
                  <a:srgbClr val="17212B"/>
                </a:solidFill>
                <a:latin typeface="Malgun Gothic"/>
                <a:ea typeface="Malgun Gothic"/>
                <a:cs typeface="Malgun Gothic"/>
              </a:defRPr>
            </a:defPPr>
            <a:lvl1pPr algn="ctr">
              <a:defRPr sz="2025" b="1">
                <a:solidFill>
                  <a:srgbClr val="17212B"/>
                </a:solidFill>
                <a:latin typeface="Malgun Gothic"/>
                <a:ea typeface="Malgun Gothic"/>
                <a:cs typeface="Malgun Gothic"/>
              </a:defRPr>
            </a:lvl1pPr>
            <a:lvl2pPr algn="ctr">
              <a:defRPr sz="2025" b="1">
                <a:solidFill>
                  <a:srgbClr val="17212B"/>
                </a:solidFill>
                <a:latin typeface="Malgun Gothic"/>
                <a:ea typeface="Malgun Gothic"/>
                <a:cs typeface="Malgun Gothic"/>
              </a:defRPr>
            </a:lvl2pPr>
            <a:lvl3pPr algn="ctr">
              <a:defRPr sz="2025" b="1">
                <a:solidFill>
                  <a:srgbClr val="17212B"/>
                </a:solidFill>
                <a:latin typeface="Malgun Gothic"/>
                <a:ea typeface="Malgun Gothic"/>
                <a:cs typeface="Malgun Gothic"/>
              </a:defRPr>
            </a:lvl3pPr>
            <a:lvl4pPr algn="ctr">
              <a:defRPr sz="2025" b="1">
                <a:solidFill>
                  <a:srgbClr val="17212B"/>
                </a:solidFill>
                <a:latin typeface="Malgun Gothic"/>
                <a:ea typeface="Malgun Gothic"/>
                <a:cs typeface="Malgun Gothic"/>
              </a:defRPr>
            </a:lvl4pPr>
            <a:lvl5pPr algn="ctr">
              <a:defRPr sz="2025" b="1">
                <a:solidFill>
                  <a:srgbClr val="17212B"/>
                </a:solidFill>
                <a:latin typeface="Malgun Gothic"/>
                <a:ea typeface="Malgun Gothic"/>
                <a:cs typeface="Malgun Gothic"/>
              </a:defRPr>
            </a:lvl5pPr>
            <a:lvl6pPr algn="ctr">
              <a:defRPr sz="2025" b="1">
                <a:solidFill>
                  <a:srgbClr val="17212B"/>
                </a:solidFill>
                <a:latin typeface="Malgun Gothic"/>
                <a:ea typeface="Malgun Gothic"/>
                <a:cs typeface="Malgun Gothic"/>
              </a:defRPr>
            </a:lvl6pPr>
            <a:lvl7pPr algn="ctr">
              <a:defRPr sz="2025" b="1">
                <a:solidFill>
                  <a:srgbClr val="17212B"/>
                </a:solidFill>
                <a:latin typeface="Malgun Gothic"/>
                <a:ea typeface="Malgun Gothic"/>
                <a:cs typeface="Malgun Gothic"/>
              </a:defRPr>
            </a:lvl7pPr>
            <a:lvl8pPr algn="ctr">
              <a:defRPr sz="2025" b="1">
                <a:solidFill>
                  <a:srgbClr val="17212B"/>
                </a:solidFill>
                <a:latin typeface="Malgun Gothic"/>
                <a:ea typeface="Malgun Gothic"/>
                <a:cs typeface="Malgun Gothic"/>
              </a:defRPr>
            </a:lvl8pPr>
            <a:lvl9pPr algn="ctr">
              <a:defRPr sz="2025" b="1">
                <a:solidFill>
                  <a:srgbClr val="17212B"/>
                </a:solidFill>
                <a:latin typeface="Malgun Gothic"/>
                <a:ea typeface="Malgun Gothic"/>
                <a:cs typeface="Malgun Gothic"/>
              </a:defRPr>
            </a:lvl9pPr>
          </a:lstStyle>
          <a:p xmlns:a="http://schemas.openxmlformats.org/drawingml/2006/main">
            <a:pPr algn="ctr">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최소·최대</a:t>
            </a:r>
          </a:p>
          <a:p xmlns:a="http://schemas.openxmlformats.org/drawingml/2006/main">
            <a:pPr algn="ctr">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평균 계산</a:t>
            </a:r>
          </a:p>
        </p:txBody>
      </p:sp>
      <p:sp>
        <p:nvSpPr>
          <p:cNvPr id="45" name="">
            <a:extLst xmlns:a="http://schemas.openxmlformats.org/drawingml/2006/main">
              <a:ext uri="{FF2B5EF4-FFF2-40B4-BE49-F238E27FC236}">
                <a16:creationId xmlns:a16="http://schemas.microsoft.com/office/drawing/2014/main" id="{7C437576-7D3B-41FB-B3F1-242373CABD12}"/>
              </a:ext>
            </a:extLst>
          </p:cNvPr>
          <p:cNvSpPr>
            <a:spLocks xmlns:a="http://schemas.openxmlformats.org/drawingml/2006/main" noGrp="1"/>
          </p:cNvSpPr>
          <p:nvPr/>
        </p:nvSpPr>
        <p:spPr>
          <a:xfrm xmlns:a="http://schemas.openxmlformats.org/drawingml/2006/main">
            <a:off x="609600" y="362902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46" name="임시 리스트 없이 계산한 두 후보">
            <a:extLst xmlns:a="http://schemas.openxmlformats.org/drawingml/2006/main">
              <a:ext uri="{FF2B5EF4-FFF2-40B4-BE49-F238E27FC236}">
                <a16:creationId xmlns:a16="http://schemas.microsoft.com/office/drawing/2014/main" id="{26873C55-093E-40B4-855A-8FC4487F4442}"/>
              </a:ext>
            </a:extLst>
          </p:cNvPr>
          <p:cNvSpPr>
            <a:spLocks xmlns:a="http://schemas.openxmlformats.org/drawingml/2006/main" noGrp="1"/>
          </p:cNvSpPr>
          <p:nvPr/>
        </p:nvSpPr>
        <p:spPr>
          <a:xfrm xmlns:a="http://schemas.openxmlformats.org/drawingml/2006/main">
            <a:off x="609600" y="3781425"/>
            <a:ext cx="628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임시 리스트 없이 계산한 두 후보</a:t>
            </a:r>
          </a:p>
        </p:txBody>
      </p:sp>
      <p:sp>
        <p:nvSpPr>
          <p:cNvPr id="47" name="두 후보 간 시간 비교">
            <a:extLst xmlns:a="http://schemas.openxmlformats.org/drawingml/2006/main">
              <a:ext uri="{FF2B5EF4-FFF2-40B4-BE49-F238E27FC236}">
                <a16:creationId xmlns:a16="http://schemas.microsoft.com/office/drawing/2014/main" id="{550F007B-45E4-4095-865A-F71E99385B41}"/>
              </a:ext>
            </a:extLst>
          </p:cNvPr>
          <p:cNvSpPr>
            <a:spLocks xmlns:a="http://schemas.openxmlformats.org/drawingml/2006/main" noGrp="1"/>
          </p:cNvSpPr>
          <p:nvPr/>
        </p:nvSpPr>
        <p:spPr>
          <a:xfrm xmlns:a="http://schemas.openxmlformats.org/drawingml/2006/main">
            <a:off x="7277100" y="3800475"/>
            <a:ext cx="2590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4D5A68"/>
                </a:solidFill>
                <a:latin typeface="Malgun Gothic"/>
                <a:ea typeface="Malgun Gothic"/>
                <a:cs typeface="Malgun Gothic"/>
              </a:defRPr>
            </a:defPPr>
            <a:lvl1pPr algn="l">
              <a:defRPr sz="1650" b="0">
                <a:solidFill>
                  <a:srgbClr val="4D5A68"/>
                </a:solidFill>
                <a:latin typeface="Malgun Gothic"/>
                <a:ea typeface="Malgun Gothic"/>
                <a:cs typeface="Malgun Gothic"/>
              </a:defRPr>
            </a:lvl1pPr>
            <a:lvl2pPr algn="l">
              <a:defRPr sz="1650" b="0">
                <a:solidFill>
                  <a:srgbClr val="4D5A68"/>
                </a:solidFill>
                <a:latin typeface="Malgun Gothic"/>
                <a:ea typeface="Malgun Gothic"/>
                <a:cs typeface="Malgun Gothic"/>
              </a:defRPr>
            </a:lvl2pPr>
            <a:lvl3pPr algn="l">
              <a:defRPr sz="1650" b="0">
                <a:solidFill>
                  <a:srgbClr val="4D5A68"/>
                </a:solidFill>
                <a:latin typeface="Malgun Gothic"/>
                <a:ea typeface="Malgun Gothic"/>
                <a:cs typeface="Malgun Gothic"/>
              </a:defRPr>
            </a:lvl3pPr>
            <a:lvl4pPr algn="l">
              <a:defRPr sz="1650" b="0">
                <a:solidFill>
                  <a:srgbClr val="4D5A68"/>
                </a:solidFill>
                <a:latin typeface="Malgun Gothic"/>
                <a:ea typeface="Malgun Gothic"/>
                <a:cs typeface="Malgun Gothic"/>
              </a:defRPr>
            </a:lvl4pPr>
            <a:lvl5pPr algn="l">
              <a:defRPr sz="1650" b="0">
                <a:solidFill>
                  <a:srgbClr val="4D5A68"/>
                </a:solidFill>
                <a:latin typeface="Malgun Gothic"/>
                <a:ea typeface="Malgun Gothic"/>
                <a:cs typeface="Malgun Gothic"/>
              </a:defRPr>
            </a:lvl5pPr>
            <a:lvl6pPr algn="l">
              <a:defRPr sz="1650" b="0">
                <a:solidFill>
                  <a:srgbClr val="4D5A68"/>
                </a:solidFill>
                <a:latin typeface="Malgun Gothic"/>
                <a:ea typeface="Malgun Gothic"/>
                <a:cs typeface="Malgun Gothic"/>
              </a:defRPr>
            </a:lvl6pPr>
            <a:lvl7pPr algn="l">
              <a:defRPr sz="1650" b="0">
                <a:solidFill>
                  <a:srgbClr val="4D5A68"/>
                </a:solidFill>
                <a:latin typeface="Malgun Gothic"/>
                <a:ea typeface="Malgun Gothic"/>
                <a:cs typeface="Malgun Gothic"/>
              </a:defRPr>
            </a:lvl7pPr>
            <a:lvl8pPr algn="l">
              <a:defRPr sz="1650" b="0">
                <a:solidFill>
                  <a:srgbClr val="4D5A68"/>
                </a:solidFill>
                <a:latin typeface="Malgun Gothic"/>
                <a:ea typeface="Malgun Gothic"/>
                <a:cs typeface="Malgun Gothic"/>
              </a:defRPr>
            </a:lvl8pPr>
            <a:lvl9pPr algn="l">
              <a:defRPr sz="1650" b="0">
                <a:solidFill>
                  <a:srgbClr val="4D5A68"/>
                </a:solidFill>
                <a:latin typeface="Malgun Gothic"/>
                <a:ea typeface="Malgun Gothic"/>
                <a:cs typeface="Malgun Gothic"/>
              </a:defRPr>
            </a:lvl9pPr>
          </a:lstStyle>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두 후보 간 시간 비교</a:t>
            </a:r>
          </a:p>
        </p:txBody>
      </p:sp>
      <p:sp>
        <p:nvSpPr>
          <p:cNvPr id="48" name="">
            <a:extLst xmlns:a="http://schemas.openxmlformats.org/drawingml/2006/main">
              <a:ext uri="{FF2B5EF4-FFF2-40B4-BE49-F238E27FC236}">
                <a16:creationId xmlns:a16="http://schemas.microsoft.com/office/drawing/2014/main" id="{65C94B21-F40D-493F-BA3A-2395C3671118}"/>
              </a:ext>
            </a:extLst>
          </p:cNvPr>
          <p:cNvSpPr>
            <a:spLocks xmlns:a="http://schemas.openxmlformats.org/drawingml/2006/main" noGrp="1"/>
          </p:cNvSpPr>
          <p:nvPr/>
        </p:nvSpPr>
        <p:spPr>
          <a:xfrm xmlns:a="http://schemas.openxmlformats.org/drawingml/2006/main">
            <a:off x="609600" y="4229100"/>
            <a:ext cx="10972800" cy="5619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9" name="픽셀마다 Python 반복">
            <a:extLst xmlns:a="http://schemas.openxmlformats.org/drawingml/2006/main">
              <a:ext uri="{FF2B5EF4-FFF2-40B4-BE49-F238E27FC236}">
                <a16:creationId xmlns:a16="http://schemas.microsoft.com/office/drawing/2014/main" id="{82DA3F3C-FC98-494A-BB9F-D9CFE8672130}"/>
              </a:ext>
            </a:extLst>
          </p:cNvPr>
          <p:cNvSpPr>
            <a:spLocks xmlns:a="http://schemas.openxmlformats.org/drawingml/2006/main" noGrp="1"/>
          </p:cNvSpPr>
          <p:nvPr/>
        </p:nvSpPr>
        <p:spPr>
          <a:xfrm xmlns:a="http://schemas.openxmlformats.org/drawingml/2006/main">
            <a:off x="800100" y="4305300"/>
            <a:ext cx="6172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4D5A68"/>
                </a:solidFill>
                <a:latin typeface="Malgun Gothic"/>
                <a:ea typeface="Malgun Gothic"/>
                <a:cs typeface="Malgun Gothic"/>
              </a:defRPr>
            </a:defPPr>
            <a:lvl1pPr algn="l">
              <a:defRPr sz="2250" b="1">
                <a:solidFill>
                  <a:srgbClr val="4D5A68"/>
                </a:solidFill>
                <a:latin typeface="Malgun Gothic"/>
                <a:ea typeface="Malgun Gothic"/>
                <a:cs typeface="Malgun Gothic"/>
              </a:defRPr>
            </a:lvl1pPr>
            <a:lvl2pPr algn="l">
              <a:defRPr sz="2250" b="1">
                <a:solidFill>
                  <a:srgbClr val="4D5A68"/>
                </a:solidFill>
                <a:latin typeface="Malgun Gothic"/>
                <a:ea typeface="Malgun Gothic"/>
                <a:cs typeface="Malgun Gothic"/>
              </a:defRPr>
            </a:lvl2pPr>
            <a:lvl3pPr algn="l">
              <a:defRPr sz="2250" b="1">
                <a:solidFill>
                  <a:srgbClr val="4D5A68"/>
                </a:solidFill>
                <a:latin typeface="Malgun Gothic"/>
                <a:ea typeface="Malgun Gothic"/>
                <a:cs typeface="Malgun Gothic"/>
              </a:defRPr>
            </a:lvl3pPr>
            <a:lvl4pPr algn="l">
              <a:defRPr sz="2250" b="1">
                <a:solidFill>
                  <a:srgbClr val="4D5A68"/>
                </a:solidFill>
                <a:latin typeface="Malgun Gothic"/>
                <a:ea typeface="Malgun Gothic"/>
                <a:cs typeface="Malgun Gothic"/>
              </a:defRPr>
            </a:lvl4pPr>
            <a:lvl5pPr algn="l">
              <a:defRPr sz="2250" b="1">
                <a:solidFill>
                  <a:srgbClr val="4D5A68"/>
                </a:solidFill>
                <a:latin typeface="Malgun Gothic"/>
                <a:ea typeface="Malgun Gothic"/>
                <a:cs typeface="Malgun Gothic"/>
              </a:defRPr>
            </a:lvl5pPr>
            <a:lvl6pPr algn="l">
              <a:defRPr sz="2250" b="1">
                <a:solidFill>
                  <a:srgbClr val="4D5A68"/>
                </a:solidFill>
                <a:latin typeface="Malgun Gothic"/>
                <a:ea typeface="Malgun Gothic"/>
                <a:cs typeface="Malgun Gothic"/>
              </a:defRPr>
            </a:lvl6pPr>
            <a:lvl7pPr algn="l">
              <a:defRPr sz="2250" b="1">
                <a:solidFill>
                  <a:srgbClr val="4D5A68"/>
                </a:solidFill>
                <a:latin typeface="Malgun Gothic"/>
                <a:ea typeface="Malgun Gothic"/>
                <a:cs typeface="Malgun Gothic"/>
              </a:defRPr>
            </a:lvl7pPr>
            <a:lvl8pPr algn="l">
              <a:defRPr sz="2250" b="1">
                <a:solidFill>
                  <a:srgbClr val="4D5A68"/>
                </a:solidFill>
                <a:latin typeface="Malgun Gothic"/>
                <a:ea typeface="Malgun Gothic"/>
                <a:cs typeface="Malgun Gothic"/>
              </a:defRPr>
            </a:lvl8pPr>
            <a:lvl9pPr algn="l">
              <a:defRPr sz="2250" b="1">
                <a:solidFill>
                  <a:srgbClr val="4D5A68"/>
                </a:solidFill>
                <a:latin typeface="Malgun Gothic"/>
                <a:ea typeface="Malgun Gothic"/>
                <a:cs typeface="Malgun Gothic"/>
              </a:defRPr>
            </a:lvl9pPr>
          </a:lstStyle>
          <a:p xmlns:a="http://schemas.openxmlformats.org/drawingml/2006/main">
            <a:pPr algn="l">
              <a:defRPr sz="2250" b="1">
                <a:solidFill>
                  <a:srgbClr val="4D5A68"/>
                </a:solidFill>
                <a:latin typeface="Malgun Gothic"/>
                <a:ea typeface="Malgun Gothic"/>
                <a:cs typeface="Malgun Gothic"/>
              </a:defRPr>
            </a:pPr>
            <a:r>
              <a:rPr sz="2250" b="1">
                <a:solidFill>
                  <a:srgbClr val="4D5A68"/>
                </a:solidFill>
                <a:latin typeface="Malgun Gothic"/>
                <a:ea typeface="Malgun Gothic"/>
                <a:cs typeface="Malgun Gothic"/>
              </a:rPr>
              <a:t>픽셀마다 Python 반복</a:t>
            </a:r>
          </a:p>
        </p:txBody>
      </p:sp>
      <p:sp>
        <p:nvSpPr>
          <p:cNvPr id="50" name="더 느림">
            <a:extLst xmlns:a="http://schemas.openxmlformats.org/drawingml/2006/main">
              <a:ext uri="{FF2B5EF4-FFF2-40B4-BE49-F238E27FC236}">
                <a16:creationId xmlns:a16="http://schemas.microsoft.com/office/drawing/2014/main" id="{BF2B1BC8-2B1A-42A5-93EB-979969562A5F}"/>
              </a:ext>
            </a:extLst>
          </p:cNvPr>
          <p:cNvSpPr>
            <a:spLocks xmlns:a="http://schemas.openxmlformats.org/drawingml/2006/main" noGrp="1"/>
          </p:cNvSpPr>
          <p:nvPr/>
        </p:nvSpPr>
        <p:spPr>
          <a:xfrm xmlns:a="http://schemas.openxmlformats.org/drawingml/2006/main">
            <a:off x="7277100" y="4305300"/>
            <a:ext cx="198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4D5A68"/>
                </a:solidFill>
                <a:latin typeface="Malgun Gothic"/>
                <a:ea typeface="Malgun Gothic"/>
                <a:cs typeface="Malgun Gothic"/>
              </a:defRPr>
            </a:defPPr>
            <a:lvl1pPr algn="l">
              <a:defRPr sz="2175" b="1">
                <a:solidFill>
                  <a:srgbClr val="4D5A68"/>
                </a:solidFill>
                <a:latin typeface="Malgun Gothic"/>
                <a:ea typeface="Malgun Gothic"/>
                <a:cs typeface="Malgun Gothic"/>
              </a:defRPr>
            </a:lvl1pPr>
            <a:lvl2pPr algn="l">
              <a:defRPr sz="2175" b="1">
                <a:solidFill>
                  <a:srgbClr val="4D5A68"/>
                </a:solidFill>
                <a:latin typeface="Malgun Gothic"/>
                <a:ea typeface="Malgun Gothic"/>
                <a:cs typeface="Malgun Gothic"/>
              </a:defRPr>
            </a:lvl2pPr>
            <a:lvl3pPr algn="l">
              <a:defRPr sz="2175" b="1">
                <a:solidFill>
                  <a:srgbClr val="4D5A68"/>
                </a:solidFill>
                <a:latin typeface="Malgun Gothic"/>
                <a:ea typeface="Malgun Gothic"/>
                <a:cs typeface="Malgun Gothic"/>
              </a:defRPr>
            </a:lvl3pPr>
            <a:lvl4pPr algn="l">
              <a:defRPr sz="2175" b="1">
                <a:solidFill>
                  <a:srgbClr val="4D5A68"/>
                </a:solidFill>
                <a:latin typeface="Malgun Gothic"/>
                <a:ea typeface="Malgun Gothic"/>
                <a:cs typeface="Malgun Gothic"/>
              </a:defRPr>
            </a:lvl4pPr>
            <a:lvl5pPr algn="l">
              <a:defRPr sz="2175" b="1">
                <a:solidFill>
                  <a:srgbClr val="4D5A68"/>
                </a:solidFill>
                <a:latin typeface="Malgun Gothic"/>
                <a:ea typeface="Malgun Gothic"/>
                <a:cs typeface="Malgun Gothic"/>
              </a:defRPr>
            </a:lvl5pPr>
            <a:lvl6pPr algn="l">
              <a:defRPr sz="2175" b="1">
                <a:solidFill>
                  <a:srgbClr val="4D5A68"/>
                </a:solidFill>
                <a:latin typeface="Malgun Gothic"/>
                <a:ea typeface="Malgun Gothic"/>
                <a:cs typeface="Malgun Gothic"/>
              </a:defRPr>
            </a:lvl6pPr>
            <a:lvl7pPr algn="l">
              <a:defRPr sz="2175" b="1">
                <a:solidFill>
                  <a:srgbClr val="4D5A68"/>
                </a:solidFill>
                <a:latin typeface="Malgun Gothic"/>
                <a:ea typeface="Malgun Gothic"/>
                <a:cs typeface="Malgun Gothic"/>
              </a:defRPr>
            </a:lvl7pPr>
            <a:lvl8pPr algn="l">
              <a:defRPr sz="2175" b="1">
                <a:solidFill>
                  <a:srgbClr val="4D5A68"/>
                </a:solidFill>
                <a:latin typeface="Malgun Gothic"/>
                <a:ea typeface="Malgun Gothic"/>
                <a:cs typeface="Malgun Gothic"/>
              </a:defRPr>
            </a:lvl8pPr>
            <a:lvl9pPr algn="l">
              <a:defRPr sz="2175" b="1">
                <a:solidFill>
                  <a:srgbClr val="4D5A68"/>
                </a:solidFill>
                <a:latin typeface="Malgun Gothic"/>
                <a:ea typeface="Malgun Gothic"/>
                <a:cs typeface="Malgun Gothic"/>
              </a:defRPr>
            </a:lvl9pPr>
          </a:lstStyle>
          <a:p xmlns:a="http://schemas.openxmlformats.org/drawingml/2006/main">
            <a:pPr algn="l">
              <a:defRPr sz="2175" b="1">
                <a:solidFill>
                  <a:srgbClr val="4D5A68"/>
                </a:solidFill>
                <a:latin typeface="Malgun Gothic"/>
                <a:ea typeface="Malgun Gothic"/>
                <a:cs typeface="Malgun Gothic"/>
              </a:defRPr>
            </a:pPr>
            <a:r>
              <a:rPr sz="2175" b="1">
                <a:solidFill>
                  <a:srgbClr val="4D5A68"/>
                </a:solidFill>
                <a:latin typeface="Malgun Gothic"/>
                <a:ea typeface="Malgun Gothic"/>
                <a:cs typeface="Malgun Gothic"/>
              </a:rPr>
              <a:t>더 느림</a:t>
            </a:r>
          </a:p>
        </p:txBody>
      </p:sp>
      <p:sp>
        <p:nvSpPr>
          <p:cNvPr id="51" name="제외">
            <a:extLst xmlns:a="http://schemas.openxmlformats.org/drawingml/2006/main">
              <a:ext uri="{FF2B5EF4-FFF2-40B4-BE49-F238E27FC236}">
                <a16:creationId xmlns:a16="http://schemas.microsoft.com/office/drawing/2014/main" id="{04BCB5D8-CC29-4603-B6F0-09E1651B22B4}"/>
              </a:ext>
            </a:extLst>
          </p:cNvPr>
          <p:cNvSpPr>
            <a:spLocks xmlns:a="http://schemas.openxmlformats.org/drawingml/2006/main" noGrp="1"/>
          </p:cNvSpPr>
          <p:nvPr/>
        </p:nvSpPr>
        <p:spPr>
          <a:xfrm xmlns:a="http://schemas.openxmlformats.org/drawingml/2006/main">
            <a:off x="10020300" y="4286250"/>
            <a:ext cx="1371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1">
                <a:solidFill>
                  <a:srgbClr val="4D5A68"/>
                </a:solidFill>
                <a:latin typeface="Malgun Gothic"/>
                <a:ea typeface="Malgun Gothic"/>
                <a:cs typeface="Malgun Gothic"/>
              </a:defRPr>
            </a:defPPr>
            <a:lvl1pPr algn="ctr">
              <a:defRPr sz="2475" b="1">
                <a:solidFill>
                  <a:srgbClr val="4D5A68"/>
                </a:solidFill>
                <a:latin typeface="Malgun Gothic"/>
                <a:ea typeface="Malgun Gothic"/>
                <a:cs typeface="Malgun Gothic"/>
              </a:defRPr>
            </a:lvl1pPr>
            <a:lvl2pPr algn="ctr">
              <a:defRPr sz="2475" b="1">
                <a:solidFill>
                  <a:srgbClr val="4D5A68"/>
                </a:solidFill>
                <a:latin typeface="Malgun Gothic"/>
                <a:ea typeface="Malgun Gothic"/>
                <a:cs typeface="Malgun Gothic"/>
              </a:defRPr>
            </a:lvl2pPr>
            <a:lvl3pPr algn="ctr">
              <a:defRPr sz="2475" b="1">
                <a:solidFill>
                  <a:srgbClr val="4D5A68"/>
                </a:solidFill>
                <a:latin typeface="Malgun Gothic"/>
                <a:ea typeface="Malgun Gothic"/>
                <a:cs typeface="Malgun Gothic"/>
              </a:defRPr>
            </a:lvl3pPr>
            <a:lvl4pPr algn="ctr">
              <a:defRPr sz="2475" b="1">
                <a:solidFill>
                  <a:srgbClr val="4D5A68"/>
                </a:solidFill>
                <a:latin typeface="Malgun Gothic"/>
                <a:ea typeface="Malgun Gothic"/>
                <a:cs typeface="Malgun Gothic"/>
              </a:defRPr>
            </a:lvl4pPr>
            <a:lvl5pPr algn="ctr">
              <a:defRPr sz="2475" b="1">
                <a:solidFill>
                  <a:srgbClr val="4D5A68"/>
                </a:solidFill>
                <a:latin typeface="Malgun Gothic"/>
                <a:ea typeface="Malgun Gothic"/>
                <a:cs typeface="Malgun Gothic"/>
              </a:defRPr>
            </a:lvl5pPr>
            <a:lvl6pPr algn="ctr">
              <a:defRPr sz="2475" b="1">
                <a:solidFill>
                  <a:srgbClr val="4D5A68"/>
                </a:solidFill>
                <a:latin typeface="Malgun Gothic"/>
                <a:ea typeface="Malgun Gothic"/>
                <a:cs typeface="Malgun Gothic"/>
              </a:defRPr>
            </a:lvl6pPr>
            <a:lvl7pPr algn="ctr">
              <a:defRPr sz="2475" b="1">
                <a:solidFill>
                  <a:srgbClr val="4D5A68"/>
                </a:solidFill>
                <a:latin typeface="Malgun Gothic"/>
                <a:ea typeface="Malgun Gothic"/>
                <a:cs typeface="Malgun Gothic"/>
              </a:defRPr>
            </a:lvl7pPr>
            <a:lvl8pPr algn="ctr">
              <a:defRPr sz="2475" b="1">
                <a:solidFill>
                  <a:srgbClr val="4D5A68"/>
                </a:solidFill>
                <a:latin typeface="Malgun Gothic"/>
                <a:ea typeface="Malgun Gothic"/>
                <a:cs typeface="Malgun Gothic"/>
              </a:defRPr>
            </a:lvl8pPr>
            <a:lvl9pPr algn="ctr">
              <a:defRPr sz="2475" b="1">
                <a:solidFill>
                  <a:srgbClr val="4D5A68"/>
                </a:solidFill>
                <a:latin typeface="Malgun Gothic"/>
                <a:ea typeface="Malgun Gothic"/>
                <a:cs typeface="Malgun Gothic"/>
              </a:defRPr>
            </a:lvl9pPr>
          </a:lstStyle>
          <a:p xmlns:a="http://schemas.openxmlformats.org/drawingml/2006/main">
            <a:pPr algn="ctr">
              <a:defRPr sz="2475" b="1">
                <a:solidFill>
                  <a:srgbClr val="4D5A68"/>
                </a:solidFill>
                <a:latin typeface="Malgun Gothic"/>
                <a:ea typeface="Malgun Gothic"/>
                <a:cs typeface="Malgun Gothic"/>
              </a:defRPr>
            </a:pPr>
            <a:r>
              <a:rPr sz="2475" b="1">
                <a:solidFill>
                  <a:srgbClr val="4D5A68"/>
                </a:solidFill>
                <a:latin typeface="Malgun Gothic"/>
                <a:ea typeface="Malgun Gothic"/>
                <a:cs typeface="Malgun Gothic"/>
              </a:rPr>
              <a:t>제외</a:t>
            </a:r>
          </a:p>
        </p:txBody>
      </p:sp>
      <p:sp>
        <p:nvSpPr>
          <p:cNvPr id="52" name="">
            <a:extLst xmlns:a="http://schemas.openxmlformats.org/drawingml/2006/main">
              <a:ext uri="{FF2B5EF4-FFF2-40B4-BE49-F238E27FC236}">
                <a16:creationId xmlns:a16="http://schemas.microsoft.com/office/drawing/2014/main" id="{F82A2ADD-DF2C-4226-BBE3-41DEC8B6001C}"/>
              </a:ext>
            </a:extLst>
          </p:cNvPr>
          <p:cNvSpPr>
            <a:spLocks xmlns:a="http://schemas.openxmlformats.org/drawingml/2006/main" noGrp="1"/>
          </p:cNvSpPr>
          <p:nvPr/>
        </p:nvSpPr>
        <p:spPr>
          <a:xfrm xmlns:a="http://schemas.openxmlformats.org/drawingml/2006/main">
            <a:off x="609600" y="4867275"/>
            <a:ext cx="10972800" cy="56197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53" name="행마다 내장 min·max·sum 사용">
            <a:extLst xmlns:a="http://schemas.openxmlformats.org/drawingml/2006/main">
              <a:ext uri="{FF2B5EF4-FFF2-40B4-BE49-F238E27FC236}">
                <a16:creationId xmlns:a16="http://schemas.microsoft.com/office/drawing/2014/main" id="{8DAC9632-856A-405E-8731-69A2C872D0DB}"/>
              </a:ext>
            </a:extLst>
          </p:cNvPr>
          <p:cNvSpPr>
            <a:spLocks xmlns:a="http://schemas.openxmlformats.org/drawingml/2006/main" noGrp="1"/>
          </p:cNvSpPr>
          <p:nvPr/>
        </p:nvSpPr>
        <p:spPr>
          <a:xfrm xmlns:a="http://schemas.openxmlformats.org/drawingml/2006/main">
            <a:off x="800100" y="4943475"/>
            <a:ext cx="6172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17212B"/>
                </a:solidFill>
                <a:latin typeface="Malgun Gothic"/>
                <a:ea typeface="Malgun Gothic"/>
                <a:cs typeface="Malgun Gothic"/>
              </a:defRPr>
            </a:defPPr>
            <a:lvl1pPr algn="l">
              <a:defRPr sz="2250" b="1">
                <a:solidFill>
                  <a:srgbClr val="17212B"/>
                </a:solidFill>
                <a:latin typeface="Malgun Gothic"/>
                <a:ea typeface="Malgun Gothic"/>
                <a:cs typeface="Malgun Gothic"/>
              </a:defRPr>
            </a:lvl1pPr>
            <a:lvl2pPr algn="l">
              <a:defRPr sz="2250" b="1">
                <a:solidFill>
                  <a:srgbClr val="17212B"/>
                </a:solidFill>
                <a:latin typeface="Malgun Gothic"/>
                <a:ea typeface="Malgun Gothic"/>
                <a:cs typeface="Malgun Gothic"/>
              </a:defRPr>
            </a:lvl2pPr>
            <a:lvl3pPr algn="l">
              <a:defRPr sz="2250" b="1">
                <a:solidFill>
                  <a:srgbClr val="17212B"/>
                </a:solidFill>
                <a:latin typeface="Malgun Gothic"/>
                <a:ea typeface="Malgun Gothic"/>
                <a:cs typeface="Malgun Gothic"/>
              </a:defRPr>
            </a:lvl3pPr>
            <a:lvl4pPr algn="l">
              <a:defRPr sz="2250" b="1">
                <a:solidFill>
                  <a:srgbClr val="17212B"/>
                </a:solidFill>
                <a:latin typeface="Malgun Gothic"/>
                <a:ea typeface="Malgun Gothic"/>
                <a:cs typeface="Malgun Gothic"/>
              </a:defRPr>
            </a:lvl4pPr>
            <a:lvl5pPr algn="l">
              <a:defRPr sz="2250" b="1">
                <a:solidFill>
                  <a:srgbClr val="17212B"/>
                </a:solidFill>
                <a:latin typeface="Malgun Gothic"/>
                <a:ea typeface="Malgun Gothic"/>
                <a:cs typeface="Malgun Gothic"/>
              </a:defRPr>
            </a:lvl5pPr>
            <a:lvl6pPr algn="l">
              <a:defRPr sz="2250" b="1">
                <a:solidFill>
                  <a:srgbClr val="17212B"/>
                </a:solidFill>
                <a:latin typeface="Malgun Gothic"/>
                <a:ea typeface="Malgun Gothic"/>
                <a:cs typeface="Malgun Gothic"/>
              </a:defRPr>
            </a:lvl6pPr>
            <a:lvl7pPr algn="l">
              <a:defRPr sz="2250" b="1">
                <a:solidFill>
                  <a:srgbClr val="17212B"/>
                </a:solidFill>
                <a:latin typeface="Malgun Gothic"/>
                <a:ea typeface="Malgun Gothic"/>
                <a:cs typeface="Malgun Gothic"/>
              </a:defRPr>
            </a:lvl7pPr>
            <a:lvl8pPr algn="l">
              <a:defRPr sz="2250" b="1">
                <a:solidFill>
                  <a:srgbClr val="17212B"/>
                </a:solidFill>
                <a:latin typeface="Malgun Gothic"/>
                <a:ea typeface="Malgun Gothic"/>
                <a:cs typeface="Malgun Gothic"/>
              </a:defRPr>
            </a:lvl8pPr>
            <a:lvl9pPr algn="l">
              <a:defRPr sz="2250" b="1">
                <a:solidFill>
                  <a:srgbClr val="17212B"/>
                </a:solidFill>
                <a:latin typeface="Malgun Gothic"/>
                <a:ea typeface="Malgun Gothic"/>
                <a:cs typeface="Malgun Gothic"/>
              </a:defRPr>
            </a:lvl9pPr>
          </a:lstStyle>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행마다 내장 min·max·sum 사용</a:t>
            </a:r>
          </a:p>
        </p:txBody>
      </p:sp>
      <p:sp>
        <p:nvSpPr>
          <p:cNvPr id="54" name="더 빠름">
            <a:extLst xmlns:a="http://schemas.openxmlformats.org/drawingml/2006/main">
              <a:ext uri="{FF2B5EF4-FFF2-40B4-BE49-F238E27FC236}">
                <a16:creationId xmlns:a16="http://schemas.microsoft.com/office/drawing/2014/main" id="{8F8C2CDD-65B2-4512-A96C-0A0CEB5D60DA}"/>
              </a:ext>
            </a:extLst>
          </p:cNvPr>
          <p:cNvSpPr>
            <a:spLocks xmlns:a="http://schemas.openxmlformats.org/drawingml/2006/main" noGrp="1"/>
          </p:cNvSpPr>
          <p:nvPr/>
        </p:nvSpPr>
        <p:spPr>
          <a:xfrm xmlns:a="http://schemas.openxmlformats.org/drawingml/2006/main">
            <a:off x="7277100" y="4943475"/>
            <a:ext cx="1981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더 빠름</a:t>
            </a:r>
          </a:p>
        </p:txBody>
      </p:sp>
      <p:sp>
        <p:nvSpPr>
          <p:cNvPr id="55" name="선택">
            <a:extLst xmlns:a="http://schemas.openxmlformats.org/drawingml/2006/main">
              <a:ext uri="{FF2B5EF4-FFF2-40B4-BE49-F238E27FC236}">
                <a16:creationId xmlns:a16="http://schemas.microsoft.com/office/drawing/2014/main" id="{1478DD8C-A268-46B6-9B84-CBB11441CF47}"/>
              </a:ext>
            </a:extLst>
          </p:cNvPr>
          <p:cNvSpPr>
            <a:spLocks xmlns:a="http://schemas.openxmlformats.org/drawingml/2006/main" noGrp="1"/>
          </p:cNvSpPr>
          <p:nvPr/>
        </p:nvSpPr>
        <p:spPr>
          <a:xfrm xmlns:a="http://schemas.openxmlformats.org/drawingml/2006/main">
            <a:off x="10020300" y="4924425"/>
            <a:ext cx="1371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1">
                <a:solidFill>
                  <a:srgbClr val="0B6172"/>
                </a:solidFill>
                <a:latin typeface="Malgun Gothic"/>
                <a:ea typeface="Malgun Gothic"/>
                <a:cs typeface="Malgun Gothic"/>
              </a:defRPr>
            </a:defPPr>
            <a:lvl1pPr algn="ctr">
              <a:defRPr sz="2475" b="1">
                <a:solidFill>
                  <a:srgbClr val="0B6172"/>
                </a:solidFill>
                <a:latin typeface="Malgun Gothic"/>
                <a:ea typeface="Malgun Gothic"/>
                <a:cs typeface="Malgun Gothic"/>
              </a:defRPr>
            </a:lvl1pPr>
            <a:lvl2pPr algn="ctr">
              <a:defRPr sz="2475" b="1">
                <a:solidFill>
                  <a:srgbClr val="0B6172"/>
                </a:solidFill>
                <a:latin typeface="Malgun Gothic"/>
                <a:ea typeface="Malgun Gothic"/>
                <a:cs typeface="Malgun Gothic"/>
              </a:defRPr>
            </a:lvl2pPr>
            <a:lvl3pPr algn="ctr">
              <a:defRPr sz="2475" b="1">
                <a:solidFill>
                  <a:srgbClr val="0B6172"/>
                </a:solidFill>
                <a:latin typeface="Malgun Gothic"/>
                <a:ea typeface="Malgun Gothic"/>
                <a:cs typeface="Malgun Gothic"/>
              </a:defRPr>
            </a:lvl3pPr>
            <a:lvl4pPr algn="ctr">
              <a:defRPr sz="2475" b="1">
                <a:solidFill>
                  <a:srgbClr val="0B6172"/>
                </a:solidFill>
                <a:latin typeface="Malgun Gothic"/>
                <a:ea typeface="Malgun Gothic"/>
                <a:cs typeface="Malgun Gothic"/>
              </a:defRPr>
            </a:lvl4pPr>
            <a:lvl5pPr algn="ctr">
              <a:defRPr sz="2475" b="1">
                <a:solidFill>
                  <a:srgbClr val="0B6172"/>
                </a:solidFill>
                <a:latin typeface="Malgun Gothic"/>
                <a:ea typeface="Malgun Gothic"/>
                <a:cs typeface="Malgun Gothic"/>
              </a:defRPr>
            </a:lvl5pPr>
            <a:lvl6pPr algn="ctr">
              <a:defRPr sz="2475" b="1">
                <a:solidFill>
                  <a:srgbClr val="0B6172"/>
                </a:solidFill>
                <a:latin typeface="Malgun Gothic"/>
                <a:ea typeface="Malgun Gothic"/>
                <a:cs typeface="Malgun Gothic"/>
              </a:defRPr>
            </a:lvl6pPr>
            <a:lvl7pPr algn="ctr">
              <a:defRPr sz="2475" b="1">
                <a:solidFill>
                  <a:srgbClr val="0B6172"/>
                </a:solidFill>
                <a:latin typeface="Malgun Gothic"/>
                <a:ea typeface="Malgun Gothic"/>
                <a:cs typeface="Malgun Gothic"/>
              </a:defRPr>
            </a:lvl7pPr>
            <a:lvl8pPr algn="ctr">
              <a:defRPr sz="2475" b="1">
                <a:solidFill>
                  <a:srgbClr val="0B6172"/>
                </a:solidFill>
                <a:latin typeface="Malgun Gothic"/>
                <a:ea typeface="Malgun Gothic"/>
                <a:cs typeface="Malgun Gothic"/>
              </a:defRPr>
            </a:lvl8pPr>
            <a:lvl9pPr algn="ctr">
              <a:defRPr sz="2475" b="1">
                <a:solidFill>
                  <a:srgbClr val="0B6172"/>
                </a:solidFill>
                <a:latin typeface="Malgun Gothic"/>
                <a:ea typeface="Malgun Gothic"/>
                <a:cs typeface="Malgun Gothic"/>
              </a:defRPr>
            </a:lvl9pPr>
          </a:lstStyle>
          <a:p xmlns:a="http://schemas.openxmlformats.org/drawingml/2006/main">
            <a:pPr algn="ctr">
              <a:defRPr sz="2475" b="1">
                <a:solidFill>
                  <a:srgbClr val="0B6172"/>
                </a:solidFill>
                <a:latin typeface="Malgun Gothic"/>
                <a:ea typeface="Malgun Gothic"/>
                <a:cs typeface="Malgun Gothic"/>
              </a:defRPr>
            </a:pPr>
            <a:r>
              <a:rPr sz="2475" b="1">
                <a:solidFill>
                  <a:srgbClr val="0B6172"/>
                </a:solidFill>
                <a:latin typeface="Malgun Gothic"/>
                <a:ea typeface="Malgun Gothic"/>
                <a:cs typeface="Malgun Gothic"/>
              </a:rPr>
              <a:t>선택</a:t>
            </a:r>
          </a:p>
        </p:txBody>
      </p:sp>
      <p:sp>
        <p:nvSpPr>
          <p:cNvPr id="56" name="두 후보 모두: 결과 6항목 동일 · 기존보다 낮은 임시 메모리">
            <a:extLst xmlns:a="http://schemas.openxmlformats.org/drawingml/2006/main">
              <a:ext uri="{FF2B5EF4-FFF2-40B4-BE49-F238E27FC236}">
                <a16:creationId xmlns:a16="http://schemas.microsoft.com/office/drawing/2014/main" id="{C3C27110-899F-4C44-A6A5-30D65A9E67BB}"/>
              </a:ext>
            </a:extLst>
          </p:cNvPr>
          <p:cNvSpPr>
            <a:spLocks xmlns:a="http://schemas.openxmlformats.org/drawingml/2006/main" noGrp="1"/>
          </p:cNvSpPr>
          <p:nvPr/>
        </p:nvSpPr>
        <p:spPr>
          <a:xfrm xmlns:a="http://schemas.openxmlformats.org/drawingml/2006/main">
            <a:off x="609600" y="54864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두 후보 모두: 결과 6항목 동일 · 기존보다 낮은 임시 메모리</a:t>
            </a:r>
          </a:p>
        </p:txBody>
      </p:sp>
      <p:sp>
        <p:nvSpPr>
          <p:cNvPr id="57" name="Legacy module connection">
            <a:extLst xmlns:a="http://schemas.openxmlformats.org/drawingml/2006/main">
              <a:ext uri="{FF2B5EF4-FFF2-40B4-BE49-F238E27FC236}">
                <a16:creationId xmlns:a16="http://schemas.microsoft.com/office/drawing/2014/main" id="{4B1ABEF0-78DB-45F8-A447-ACB2E34C2258}"/>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M5 · M9</a:t>
            </a:r>
          </a:p>
        </p:txBody>
      </p:sp>
    </p:spTree>
    <p:extLst>
      <p:ext uri="{BB962C8B-B14F-4D97-AF65-F5344CB8AC3E}">
        <p14:creationId xmlns:p14="http://schemas.microsoft.com/office/powerpoint/2010/main" val="936903979"/>
      </p:ext>
    </p:extLst>
  </p:cSld>
</p:sld>
</file>

<file path=ppt/slides/slide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ACT 3 · 밝기 통계 변경을 제품에 반영하고 다시 확인">
            <a:extLst xmlns:a="http://schemas.openxmlformats.org/drawingml/2006/main">
              <a:ext uri="{FF2B5EF4-FFF2-40B4-BE49-F238E27FC236}">
                <a16:creationId xmlns:a16="http://schemas.microsoft.com/office/drawing/2014/main" id="{2B8F6F03-5FBF-4795-9176-20AFBC6061EA}"/>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밝기 통계 변경을 제품에 반영하고 다시 확인</a:t>
            </a:r>
          </a:p>
        </p:txBody>
      </p:sp>
      <p:sp>
        <p:nvSpPr>
          <p:cNvPr id="2" name="S58">
            <a:extLst xmlns:a="http://schemas.openxmlformats.org/drawingml/2006/main">
              <a:ext uri="{FF2B5EF4-FFF2-40B4-BE49-F238E27FC236}">
                <a16:creationId xmlns:a16="http://schemas.microsoft.com/office/drawing/2014/main" id="{4EC45437-8E2E-4A85-9126-96A0DB22445B}"/>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S58</a:t>
            </a:r>
          </a:p>
        </p:txBody>
      </p:sp>
      <p:sp>
        <p:nvSpPr>
          <p:cNvPr id="3" name="선택한 변경의 시간·메모리·동작 확인">
            <a:extLst xmlns:a="http://schemas.openxmlformats.org/drawingml/2006/main">
              <a:ext uri="{FF2B5EF4-FFF2-40B4-BE49-F238E27FC236}">
                <a16:creationId xmlns:a16="http://schemas.microsoft.com/office/drawing/2014/main" id="{F42B3005-E7EF-4F6A-A861-0FBE9AE46041}"/>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선택한 변경의 시간·메모리·동작 확인</a:t>
            </a:r>
          </a:p>
        </p:txBody>
      </p:sp>
      <p:sp>
        <p:nvSpPr>
          <p:cNvPr id="4" name="">
            <a:extLst xmlns:a="http://schemas.openxmlformats.org/drawingml/2006/main">
              <a:ext uri="{FF2B5EF4-FFF2-40B4-BE49-F238E27FC236}">
                <a16:creationId xmlns:a16="http://schemas.microsoft.com/office/drawing/2014/main" id="{A71A970E-E80F-4983-9DAA-E647DB61929A}"/>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STATE-04 → STATE-04-PERF · 동일 합성1024×768 · CPython3.9.6 / ma">
            <a:extLst xmlns:a="http://schemas.openxmlformats.org/drawingml/2006/main">
              <a:ext uri="{FF2B5EF4-FFF2-40B4-BE49-F238E27FC236}">
                <a16:creationId xmlns:a16="http://schemas.microsoft.com/office/drawing/2014/main" id="{6227645C-8D8F-4079-BF44-C6CED6786AEB}"/>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STATE-04 → STATE-04-PERF · 동일 합성1024×768 · CPython3.9.6 / macOS arm64</a:t>
            </a:r>
          </a:p>
        </p:txBody>
      </p:sp>
      <p:sp>
        <p:nvSpPr>
          <p:cNvPr id="6" name="이 입력·환경의 코드 변경 결과 · Python 할당 피크는 RSS 아님 · Harness/Skill 단독 ">
            <a:extLst xmlns:a="http://schemas.openxmlformats.org/drawingml/2006/main">
              <a:ext uri="{FF2B5EF4-FFF2-40B4-BE49-F238E27FC236}">
                <a16:creationId xmlns:a16="http://schemas.microsoft.com/office/drawing/2014/main" id="{8B154A10-4D98-44F5-A1D4-72A0CDC445B8}"/>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이 입력·환경의 코드 변경 결과 · Python 할당 피크는 RSS 아님 · Harness/Skill 단독 효과 미입증</a:t>
            </a:r>
          </a:p>
        </p:txBody>
      </p:sp>
      <p:sp>
        <p:nvSpPr>
          <p:cNvPr id="7" name="선택한 변경: 큰 임시 리스트 없이, 행마다 min·max·sum 계산">
            <a:extLst xmlns:a="http://schemas.openxmlformats.org/drawingml/2006/main">
              <a:ext uri="{FF2B5EF4-FFF2-40B4-BE49-F238E27FC236}">
                <a16:creationId xmlns:a16="http://schemas.microsoft.com/office/drawing/2014/main" id="{D13FE916-B463-47ED-B32F-4617AC5AFD40}"/>
              </a:ext>
            </a:extLst>
          </p:cNvPr>
          <p:cNvSpPr>
            <a:spLocks xmlns:a="http://schemas.openxmlformats.org/drawingml/2006/main" noGrp="1"/>
          </p:cNvSpPr>
          <p:nvPr/>
        </p:nvSpPr>
        <p:spPr>
          <a:xfrm xmlns:a="http://schemas.openxmlformats.org/drawingml/2006/main">
            <a:off x="609600" y="16859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선택한 변경: 큰 임시 리스트 없이, 행마다 min·max·sum 계산</a:t>
            </a:r>
          </a:p>
        </p:txBody>
      </p:sp>
      <p:sp>
        <p:nvSpPr>
          <p:cNvPr id="8" name="실행시간">
            <a:extLst xmlns:a="http://schemas.openxmlformats.org/drawingml/2006/main">
              <a:ext uri="{FF2B5EF4-FFF2-40B4-BE49-F238E27FC236}">
                <a16:creationId xmlns:a16="http://schemas.microsoft.com/office/drawing/2014/main" id="{7D24855A-AD54-40CA-8CFF-32AFFA922B7B}"/>
              </a:ext>
            </a:extLst>
          </p:cNvPr>
          <p:cNvSpPr>
            <a:spLocks xmlns:a="http://schemas.openxmlformats.org/drawingml/2006/main" noGrp="1"/>
          </p:cNvSpPr>
          <p:nvPr/>
        </p:nvSpPr>
        <p:spPr>
          <a:xfrm xmlns:a="http://schemas.openxmlformats.org/drawingml/2006/main">
            <a:off x="609600" y="2419350"/>
            <a:ext cx="2324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17212B"/>
                </a:solidFill>
                <a:latin typeface="Malgun Gothic"/>
                <a:ea typeface="Malgun Gothic"/>
                <a:cs typeface="Malgun Gothic"/>
              </a:defRPr>
            </a:defPPr>
            <a:lvl1pPr algn="l">
              <a:defRPr sz="2325" b="1">
                <a:solidFill>
                  <a:srgbClr val="17212B"/>
                </a:solidFill>
                <a:latin typeface="Malgun Gothic"/>
                <a:ea typeface="Malgun Gothic"/>
                <a:cs typeface="Malgun Gothic"/>
              </a:defRPr>
            </a:lvl1pPr>
            <a:lvl2pPr algn="l">
              <a:defRPr sz="2325" b="1">
                <a:solidFill>
                  <a:srgbClr val="17212B"/>
                </a:solidFill>
                <a:latin typeface="Malgun Gothic"/>
                <a:ea typeface="Malgun Gothic"/>
                <a:cs typeface="Malgun Gothic"/>
              </a:defRPr>
            </a:lvl2pPr>
            <a:lvl3pPr algn="l">
              <a:defRPr sz="2325" b="1">
                <a:solidFill>
                  <a:srgbClr val="17212B"/>
                </a:solidFill>
                <a:latin typeface="Malgun Gothic"/>
                <a:ea typeface="Malgun Gothic"/>
                <a:cs typeface="Malgun Gothic"/>
              </a:defRPr>
            </a:lvl3pPr>
            <a:lvl4pPr algn="l">
              <a:defRPr sz="2325" b="1">
                <a:solidFill>
                  <a:srgbClr val="17212B"/>
                </a:solidFill>
                <a:latin typeface="Malgun Gothic"/>
                <a:ea typeface="Malgun Gothic"/>
                <a:cs typeface="Malgun Gothic"/>
              </a:defRPr>
            </a:lvl4pPr>
            <a:lvl5pPr algn="l">
              <a:defRPr sz="2325" b="1">
                <a:solidFill>
                  <a:srgbClr val="17212B"/>
                </a:solidFill>
                <a:latin typeface="Malgun Gothic"/>
                <a:ea typeface="Malgun Gothic"/>
                <a:cs typeface="Malgun Gothic"/>
              </a:defRPr>
            </a:lvl5pPr>
            <a:lvl6pPr algn="l">
              <a:defRPr sz="2325" b="1">
                <a:solidFill>
                  <a:srgbClr val="17212B"/>
                </a:solidFill>
                <a:latin typeface="Malgun Gothic"/>
                <a:ea typeface="Malgun Gothic"/>
                <a:cs typeface="Malgun Gothic"/>
              </a:defRPr>
            </a:lvl6pPr>
            <a:lvl7pPr algn="l">
              <a:defRPr sz="2325" b="1">
                <a:solidFill>
                  <a:srgbClr val="17212B"/>
                </a:solidFill>
                <a:latin typeface="Malgun Gothic"/>
                <a:ea typeface="Malgun Gothic"/>
                <a:cs typeface="Malgun Gothic"/>
              </a:defRPr>
            </a:lvl7pPr>
            <a:lvl8pPr algn="l">
              <a:defRPr sz="2325" b="1">
                <a:solidFill>
                  <a:srgbClr val="17212B"/>
                </a:solidFill>
                <a:latin typeface="Malgun Gothic"/>
                <a:ea typeface="Malgun Gothic"/>
                <a:cs typeface="Malgun Gothic"/>
              </a:defRPr>
            </a:lvl8pPr>
            <a:lvl9pPr algn="l">
              <a:defRPr sz="2325" b="1">
                <a:solidFill>
                  <a:srgbClr val="17212B"/>
                </a:solidFill>
                <a:latin typeface="Malgun Gothic"/>
                <a:ea typeface="Malgun Gothic"/>
                <a:cs typeface="Malgun Gothic"/>
              </a:defRPr>
            </a:lvl9pPr>
          </a:lstStyle>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실행시간</a:t>
            </a:r>
          </a:p>
        </p:txBody>
      </p:sp>
      <p:sp>
        <p:nvSpPr>
          <p:cNvPr id="9" name="임시 메모리">
            <a:extLst xmlns:a="http://schemas.openxmlformats.org/drawingml/2006/main">
              <a:ext uri="{FF2B5EF4-FFF2-40B4-BE49-F238E27FC236}">
                <a16:creationId xmlns:a16="http://schemas.microsoft.com/office/drawing/2014/main" id="{097A7B06-9F7B-4673-9043-4885F58A7E84}"/>
              </a:ext>
            </a:extLst>
          </p:cNvPr>
          <p:cNvSpPr>
            <a:spLocks xmlns:a="http://schemas.openxmlformats.org/drawingml/2006/main" noGrp="1"/>
          </p:cNvSpPr>
          <p:nvPr/>
        </p:nvSpPr>
        <p:spPr>
          <a:xfrm xmlns:a="http://schemas.openxmlformats.org/drawingml/2006/main">
            <a:off x="5905500" y="2419350"/>
            <a:ext cx="2324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17212B"/>
                </a:solidFill>
                <a:latin typeface="Malgun Gothic"/>
                <a:ea typeface="Malgun Gothic"/>
                <a:cs typeface="Malgun Gothic"/>
              </a:defRPr>
            </a:defPPr>
            <a:lvl1pPr algn="l">
              <a:defRPr sz="2325" b="1">
                <a:solidFill>
                  <a:srgbClr val="17212B"/>
                </a:solidFill>
                <a:latin typeface="Malgun Gothic"/>
                <a:ea typeface="Malgun Gothic"/>
                <a:cs typeface="Malgun Gothic"/>
              </a:defRPr>
            </a:lvl1pPr>
            <a:lvl2pPr algn="l">
              <a:defRPr sz="2325" b="1">
                <a:solidFill>
                  <a:srgbClr val="17212B"/>
                </a:solidFill>
                <a:latin typeface="Malgun Gothic"/>
                <a:ea typeface="Malgun Gothic"/>
                <a:cs typeface="Malgun Gothic"/>
              </a:defRPr>
            </a:lvl2pPr>
            <a:lvl3pPr algn="l">
              <a:defRPr sz="2325" b="1">
                <a:solidFill>
                  <a:srgbClr val="17212B"/>
                </a:solidFill>
                <a:latin typeface="Malgun Gothic"/>
                <a:ea typeface="Malgun Gothic"/>
                <a:cs typeface="Malgun Gothic"/>
              </a:defRPr>
            </a:lvl3pPr>
            <a:lvl4pPr algn="l">
              <a:defRPr sz="2325" b="1">
                <a:solidFill>
                  <a:srgbClr val="17212B"/>
                </a:solidFill>
                <a:latin typeface="Malgun Gothic"/>
                <a:ea typeface="Malgun Gothic"/>
                <a:cs typeface="Malgun Gothic"/>
              </a:defRPr>
            </a:lvl4pPr>
            <a:lvl5pPr algn="l">
              <a:defRPr sz="2325" b="1">
                <a:solidFill>
                  <a:srgbClr val="17212B"/>
                </a:solidFill>
                <a:latin typeface="Malgun Gothic"/>
                <a:ea typeface="Malgun Gothic"/>
                <a:cs typeface="Malgun Gothic"/>
              </a:defRPr>
            </a:lvl5pPr>
            <a:lvl6pPr algn="l">
              <a:defRPr sz="2325" b="1">
                <a:solidFill>
                  <a:srgbClr val="17212B"/>
                </a:solidFill>
                <a:latin typeface="Malgun Gothic"/>
                <a:ea typeface="Malgun Gothic"/>
                <a:cs typeface="Malgun Gothic"/>
              </a:defRPr>
            </a:lvl6pPr>
            <a:lvl7pPr algn="l">
              <a:defRPr sz="2325" b="1">
                <a:solidFill>
                  <a:srgbClr val="17212B"/>
                </a:solidFill>
                <a:latin typeface="Malgun Gothic"/>
                <a:ea typeface="Malgun Gothic"/>
                <a:cs typeface="Malgun Gothic"/>
              </a:defRPr>
            </a:lvl7pPr>
            <a:lvl8pPr algn="l">
              <a:defRPr sz="2325" b="1">
                <a:solidFill>
                  <a:srgbClr val="17212B"/>
                </a:solidFill>
                <a:latin typeface="Malgun Gothic"/>
                <a:ea typeface="Malgun Gothic"/>
                <a:cs typeface="Malgun Gothic"/>
              </a:defRPr>
            </a:lvl8pPr>
            <a:lvl9pPr algn="l">
              <a:defRPr sz="2325" b="1">
                <a:solidFill>
                  <a:srgbClr val="17212B"/>
                </a:solidFill>
                <a:latin typeface="Malgun Gothic"/>
                <a:ea typeface="Malgun Gothic"/>
                <a:cs typeface="Malgun Gothic"/>
              </a:defRPr>
            </a:lvl9pPr>
          </a:lstStyle>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임시 메모리</a:t>
            </a:r>
          </a:p>
        </p:txBody>
      </p:sp>
      <p:sp>
        <p:nvSpPr>
          <p:cNvPr id="10" name="동작 검증">
            <a:extLst xmlns:a="http://schemas.openxmlformats.org/drawingml/2006/main">
              <a:ext uri="{FF2B5EF4-FFF2-40B4-BE49-F238E27FC236}">
                <a16:creationId xmlns:a16="http://schemas.microsoft.com/office/drawing/2014/main" id="{385E1F08-F173-4682-86B4-9FFD4AD5A285}"/>
              </a:ext>
            </a:extLst>
          </p:cNvPr>
          <p:cNvSpPr>
            <a:spLocks xmlns:a="http://schemas.openxmlformats.org/drawingml/2006/main" noGrp="1"/>
          </p:cNvSpPr>
          <p:nvPr/>
        </p:nvSpPr>
        <p:spPr>
          <a:xfrm xmlns:a="http://schemas.openxmlformats.org/drawingml/2006/main">
            <a:off x="9258300" y="2419350"/>
            <a:ext cx="2324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17212B"/>
                </a:solidFill>
                <a:latin typeface="Malgun Gothic"/>
                <a:ea typeface="Malgun Gothic"/>
                <a:cs typeface="Malgun Gothic"/>
              </a:defRPr>
            </a:defPPr>
            <a:lvl1pPr algn="l">
              <a:defRPr sz="2325" b="1">
                <a:solidFill>
                  <a:srgbClr val="17212B"/>
                </a:solidFill>
                <a:latin typeface="Malgun Gothic"/>
                <a:ea typeface="Malgun Gothic"/>
                <a:cs typeface="Malgun Gothic"/>
              </a:defRPr>
            </a:lvl1pPr>
            <a:lvl2pPr algn="l">
              <a:defRPr sz="2325" b="1">
                <a:solidFill>
                  <a:srgbClr val="17212B"/>
                </a:solidFill>
                <a:latin typeface="Malgun Gothic"/>
                <a:ea typeface="Malgun Gothic"/>
                <a:cs typeface="Malgun Gothic"/>
              </a:defRPr>
            </a:lvl2pPr>
            <a:lvl3pPr algn="l">
              <a:defRPr sz="2325" b="1">
                <a:solidFill>
                  <a:srgbClr val="17212B"/>
                </a:solidFill>
                <a:latin typeface="Malgun Gothic"/>
                <a:ea typeface="Malgun Gothic"/>
                <a:cs typeface="Malgun Gothic"/>
              </a:defRPr>
            </a:lvl3pPr>
            <a:lvl4pPr algn="l">
              <a:defRPr sz="2325" b="1">
                <a:solidFill>
                  <a:srgbClr val="17212B"/>
                </a:solidFill>
                <a:latin typeface="Malgun Gothic"/>
                <a:ea typeface="Malgun Gothic"/>
                <a:cs typeface="Malgun Gothic"/>
              </a:defRPr>
            </a:lvl4pPr>
            <a:lvl5pPr algn="l">
              <a:defRPr sz="2325" b="1">
                <a:solidFill>
                  <a:srgbClr val="17212B"/>
                </a:solidFill>
                <a:latin typeface="Malgun Gothic"/>
                <a:ea typeface="Malgun Gothic"/>
                <a:cs typeface="Malgun Gothic"/>
              </a:defRPr>
            </a:lvl5pPr>
            <a:lvl6pPr algn="l">
              <a:defRPr sz="2325" b="1">
                <a:solidFill>
                  <a:srgbClr val="17212B"/>
                </a:solidFill>
                <a:latin typeface="Malgun Gothic"/>
                <a:ea typeface="Malgun Gothic"/>
                <a:cs typeface="Malgun Gothic"/>
              </a:defRPr>
            </a:lvl6pPr>
            <a:lvl7pPr algn="l">
              <a:defRPr sz="2325" b="1">
                <a:solidFill>
                  <a:srgbClr val="17212B"/>
                </a:solidFill>
                <a:latin typeface="Malgun Gothic"/>
                <a:ea typeface="Malgun Gothic"/>
                <a:cs typeface="Malgun Gothic"/>
              </a:defRPr>
            </a:lvl7pPr>
            <a:lvl8pPr algn="l">
              <a:defRPr sz="2325" b="1">
                <a:solidFill>
                  <a:srgbClr val="17212B"/>
                </a:solidFill>
                <a:latin typeface="Malgun Gothic"/>
                <a:ea typeface="Malgun Gothic"/>
                <a:cs typeface="Malgun Gothic"/>
              </a:defRPr>
            </a:lvl8pPr>
            <a:lvl9pPr algn="l">
              <a:defRPr sz="2325" b="1">
                <a:solidFill>
                  <a:srgbClr val="17212B"/>
                </a:solidFill>
                <a:latin typeface="Malgun Gothic"/>
                <a:ea typeface="Malgun Gothic"/>
                <a:cs typeface="Malgun Gothic"/>
              </a:defRPr>
            </a:lvl9pPr>
          </a:lstStyle>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동작 검증</a:t>
            </a:r>
          </a:p>
        </p:txBody>
      </p:sp>
      <p:sp>
        <p:nvSpPr>
          <p:cNvPr id="11" name="">
            <a:extLst xmlns:a="http://schemas.openxmlformats.org/drawingml/2006/main">
              <a:ext uri="{FF2B5EF4-FFF2-40B4-BE49-F238E27FC236}">
                <a16:creationId xmlns:a16="http://schemas.microsoft.com/office/drawing/2014/main" id="{3759CA54-BEAE-46E1-B1B9-7987EC27CB4E}"/>
              </a:ext>
            </a:extLst>
          </p:cNvPr>
          <p:cNvSpPr>
            <a:spLocks xmlns:a="http://schemas.openxmlformats.org/drawingml/2006/main" noGrp="1"/>
          </p:cNvSpPr>
          <p:nvPr/>
        </p:nvSpPr>
        <p:spPr>
          <a:xfrm xmlns:a="http://schemas.openxmlformats.org/drawingml/2006/main">
            <a:off x="5543550" y="2409825"/>
            <a:ext cx="14288" cy="2857500"/>
          </a:xfrm>
          <a:prstGeom xmlns:a="http://schemas.openxmlformats.org/drawingml/2006/main" prst="rect">
            <a:avLst/>
          </a:prstGeom>
          <a:solidFill xmlns:a="http://schemas.openxmlformats.org/drawingml/2006/main">
            <a:srgbClr val="C7D0D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7AAA047-315C-40B6-8CA5-85535F431F84}"/>
              </a:ext>
            </a:extLst>
          </p:cNvPr>
          <p:cNvSpPr>
            <a:spLocks xmlns:a="http://schemas.openxmlformats.org/drawingml/2006/main" noGrp="1"/>
          </p:cNvSpPr>
          <p:nvPr/>
        </p:nvSpPr>
        <p:spPr>
          <a:xfrm xmlns:a="http://schemas.openxmlformats.org/drawingml/2006/main">
            <a:off x="8896350" y="2409825"/>
            <a:ext cx="14288" cy="2857500"/>
          </a:xfrm>
          <a:prstGeom xmlns:a="http://schemas.openxmlformats.org/drawingml/2006/main" prst="rect">
            <a:avLst/>
          </a:prstGeom>
          <a:solidFill xmlns:a="http://schemas.openxmlformats.org/drawingml/2006/main">
            <a:srgbClr val="C7D0DA"/>
          </a:solidFill>
          <a:ln xmlns:a="http://schemas.openxmlformats.org/drawingml/2006/main" w="0">
            <a:noFill/>
            <a:prstDash val="solid"/>
          </a:ln>
        </p:spPr>
      </p:sp>
      <p:sp>
        <p:nvSpPr>
          <p:cNvPr id="13" name="같은 입력 · 7회 중앙값 (ms/호출)">
            <a:extLst xmlns:a="http://schemas.openxmlformats.org/drawingml/2006/main">
              <a:ext uri="{FF2B5EF4-FFF2-40B4-BE49-F238E27FC236}">
                <a16:creationId xmlns:a16="http://schemas.microsoft.com/office/drawing/2014/main" id="{DB1E20BC-4B63-46E4-8513-D7F3014618A0}"/>
              </a:ext>
            </a:extLst>
          </p:cNvPr>
          <p:cNvSpPr>
            <a:spLocks xmlns:a="http://schemas.openxmlformats.org/drawingml/2006/main" noGrp="1"/>
          </p:cNvSpPr>
          <p:nvPr/>
        </p:nvSpPr>
        <p:spPr>
          <a:xfrm xmlns:a="http://schemas.openxmlformats.org/drawingml/2006/main">
            <a:off x="609600" y="286702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4D5A68"/>
                </a:solidFill>
                <a:latin typeface="Malgun Gothic"/>
                <a:ea typeface="Malgun Gothic"/>
                <a:cs typeface="Malgun Gothic"/>
              </a:defRPr>
            </a:defPPr>
            <a:lvl1pPr algn="l">
              <a:defRPr sz="1650" b="0">
                <a:solidFill>
                  <a:srgbClr val="4D5A68"/>
                </a:solidFill>
                <a:latin typeface="Malgun Gothic"/>
                <a:ea typeface="Malgun Gothic"/>
                <a:cs typeface="Malgun Gothic"/>
              </a:defRPr>
            </a:lvl1pPr>
            <a:lvl2pPr algn="l">
              <a:defRPr sz="1650" b="0">
                <a:solidFill>
                  <a:srgbClr val="4D5A68"/>
                </a:solidFill>
                <a:latin typeface="Malgun Gothic"/>
                <a:ea typeface="Malgun Gothic"/>
                <a:cs typeface="Malgun Gothic"/>
              </a:defRPr>
            </a:lvl2pPr>
            <a:lvl3pPr algn="l">
              <a:defRPr sz="1650" b="0">
                <a:solidFill>
                  <a:srgbClr val="4D5A68"/>
                </a:solidFill>
                <a:latin typeface="Malgun Gothic"/>
                <a:ea typeface="Malgun Gothic"/>
                <a:cs typeface="Malgun Gothic"/>
              </a:defRPr>
            </a:lvl3pPr>
            <a:lvl4pPr algn="l">
              <a:defRPr sz="1650" b="0">
                <a:solidFill>
                  <a:srgbClr val="4D5A68"/>
                </a:solidFill>
                <a:latin typeface="Malgun Gothic"/>
                <a:ea typeface="Malgun Gothic"/>
                <a:cs typeface="Malgun Gothic"/>
              </a:defRPr>
            </a:lvl4pPr>
            <a:lvl5pPr algn="l">
              <a:defRPr sz="1650" b="0">
                <a:solidFill>
                  <a:srgbClr val="4D5A68"/>
                </a:solidFill>
                <a:latin typeface="Malgun Gothic"/>
                <a:ea typeface="Malgun Gothic"/>
                <a:cs typeface="Malgun Gothic"/>
              </a:defRPr>
            </a:lvl5pPr>
            <a:lvl6pPr algn="l">
              <a:defRPr sz="1650" b="0">
                <a:solidFill>
                  <a:srgbClr val="4D5A68"/>
                </a:solidFill>
                <a:latin typeface="Malgun Gothic"/>
                <a:ea typeface="Malgun Gothic"/>
                <a:cs typeface="Malgun Gothic"/>
              </a:defRPr>
            </a:lvl6pPr>
            <a:lvl7pPr algn="l">
              <a:defRPr sz="1650" b="0">
                <a:solidFill>
                  <a:srgbClr val="4D5A68"/>
                </a:solidFill>
                <a:latin typeface="Malgun Gothic"/>
                <a:ea typeface="Malgun Gothic"/>
                <a:cs typeface="Malgun Gothic"/>
              </a:defRPr>
            </a:lvl7pPr>
            <a:lvl8pPr algn="l">
              <a:defRPr sz="1650" b="0">
                <a:solidFill>
                  <a:srgbClr val="4D5A68"/>
                </a:solidFill>
                <a:latin typeface="Malgun Gothic"/>
                <a:ea typeface="Malgun Gothic"/>
                <a:cs typeface="Malgun Gothic"/>
              </a:defRPr>
            </a:lvl8pPr>
            <a:lvl9pPr algn="l">
              <a:defRPr sz="1650" b="0">
                <a:solidFill>
                  <a:srgbClr val="4D5A68"/>
                </a:solidFill>
                <a:latin typeface="Malgun Gothic"/>
                <a:ea typeface="Malgun Gothic"/>
                <a:cs typeface="Malgun Gothic"/>
              </a:defRPr>
            </a:lvl9pPr>
          </a:lstStyle>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같은 입력 · 7회 중앙값 (ms/호출)</a:t>
            </a:r>
          </a:p>
        </p:txBody>
      </p:sp>
      <p:graphicFrame>
        <p:nvGraphicFramePr>
          <p:cNvPr id="14" name="Chart">
            <a:extLst xmlns:a="http://schemas.openxmlformats.org/drawingml/2006/main">
              <a:ext uri="{FF2B5EF4-FFF2-40B4-BE49-F238E27FC236}">
                <a16:creationId xmlns:a16="http://schemas.microsoft.com/office/drawing/2014/main" id="{B5E7DB78-C429-4C71-9B3C-22BBCC2AE4AE}"/>
              </a:ext>
            </a:extLst>
          </p:cNvPr>
          <p:cNvGraphicFramePr/>
          <p:nvPr/>
        </p:nvGraphicFramePr>
        <p:xfrm>
          <a:off xmlns:a="http://schemas.openxmlformats.org/drawingml/2006/main" x="609600" y="3286125"/>
          <a:ext xmlns:a="http://schemas.openxmlformats.org/drawingml/2006/main" cx="4724400" cy="1981200"/>
        </p:xfrm>
        <a:graphic xmlns:a="http://schemas.openxmlformats.org/drawingml/2006/main">
          <a:graphicData uri="http://schemas.openxmlformats.org/drawingml/2006/chart">
            <c:chart xmlns:r="http://schemas.openxmlformats.org/officeDocument/2006/relationships" xmlns:c="http://schemas.openxmlformats.org/drawingml/2006/chart" r:id="R3aac630b20fa4f5e"/>
          </a:graphicData>
        </a:graphic>
      </p:graphicFrame>
      <p:sp>
        <p:nvSpPr>
          <p:cNvPr id="15" name="Python 할당 피크">
            <a:extLst xmlns:a="http://schemas.openxmlformats.org/drawingml/2006/main">
              <a:ext uri="{FF2B5EF4-FFF2-40B4-BE49-F238E27FC236}">
                <a16:creationId xmlns:a16="http://schemas.microsoft.com/office/drawing/2014/main" id="{82640FD3-EFBB-43D9-9DF0-066C0244C68A}"/>
              </a:ext>
            </a:extLst>
          </p:cNvPr>
          <p:cNvSpPr>
            <a:spLocks xmlns:a="http://schemas.openxmlformats.org/drawingml/2006/main" noGrp="1"/>
          </p:cNvSpPr>
          <p:nvPr/>
        </p:nvSpPr>
        <p:spPr>
          <a:xfrm xmlns:a="http://schemas.openxmlformats.org/drawingml/2006/main">
            <a:off x="5905500" y="2867025"/>
            <a:ext cx="270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4D5A68"/>
                </a:solidFill>
                <a:latin typeface="Malgun Gothic"/>
                <a:ea typeface="Malgun Gothic"/>
                <a:cs typeface="Malgun Gothic"/>
              </a:defRPr>
            </a:defPPr>
            <a:lvl1pPr algn="l">
              <a:defRPr sz="1650" b="0">
                <a:solidFill>
                  <a:srgbClr val="4D5A68"/>
                </a:solidFill>
                <a:latin typeface="Malgun Gothic"/>
                <a:ea typeface="Malgun Gothic"/>
                <a:cs typeface="Malgun Gothic"/>
              </a:defRPr>
            </a:lvl1pPr>
            <a:lvl2pPr algn="l">
              <a:defRPr sz="1650" b="0">
                <a:solidFill>
                  <a:srgbClr val="4D5A68"/>
                </a:solidFill>
                <a:latin typeface="Malgun Gothic"/>
                <a:ea typeface="Malgun Gothic"/>
                <a:cs typeface="Malgun Gothic"/>
              </a:defRPr>
            </a:lvl2pPr>
            <a:lvl3pPr algn="l">
              <a:defRPr sz="1650" b="0">
                <a:solidFill>
                  <a:srgbClr val="4D5A68"/>
                </a:solidFill>
                <a:latin typeface="Malgun Gothic"/>
                <a:ea typeface="Malgun Gothic"/>
                <a:cs typeface="Malgun Gothic"/>
              </a:defRPr>
            </a:lvl3pPr>
            <a:lvl4pPr algn="l">
              <a:defRPr sz="1650" b="0">
                <a:solidFill>
                  <a:srgbClr val="4D5A68"/>
                </a:solidFill>
                <a:latin typeface="Malgun Gothic"/>
                <a:ea typeface="Malgun Gothic"/>
                <a:cs typeface="Malgun Gothic"/>
              </a:defRPr>
            </a:lvl4pPr>
            <a:lvl5pPr algn="l">
              <a:defRPr sz="1650" b="0">
                <a:solidFill>
                  <a:srgbClr val="4D5A68"/>
                </a:solidFill>
                <a:latin typeface="Malgun Gothic"/>
                <a:ea typeface="Malgun Gothic"/>
                <a:cs typeface="Malgun Gothic"/>
              </a:defRPr>
            </a:lvl5pPr>
            <a:lvl6pPr algn="l">
              <a:defRPr sz="1650" b="0">
                <a:solidFill>
                  <a:srgbClr val="4D5A68"/>
                </a:solidFill>
                <a:latin typeface="Malgun Gothic"/>
                <a:ea typeface="Malgun Gothic"/>
                <a:cs typeface="Malgun Gothic"/>
              </a:defRPr>
            </a:lvl6pPr>
            <a:lvl7pPr algn="l">
              <a:defRPr sz="1650" b="0">
                <a:solidFill>
                  <a:srgbClr val="4D5A68"/>
                </a:solidFill>
                <a:latin typeface="Malgun Gothic"/>
                <a:ea typeface="Malgun Gothic"/>
                <a:cs typeface="Malgun Gothic"/>
              </a:defRPr>
            </a:lvl7pPr>
            <a:lvl8pPr algn="l">
              <a:defRPr sz="1650" b="0">
                <a:solidFill>
                  <a:srgbClr val="4D5A68"/>
                </a:solidFill>
                <a:latin typeface="Malgun Gothic"/>
                <a:ea typeface="Malgun Gothic"/>
                <a:cs typeface="Malgun Gothic"/>
              </a:defRPr>
            </a:lvl8pPr>
            <a:lvl9pPr algn="l">
              <a:defRPr sz="1650" b="0">
                <a:solidFill>
                  <a:srgbClr val="4D5A68"/>
                </a:solidFill>
                <a:latin typeface="Malgun Gothic"/>
                <a:ea typeface="Malgun Gothic"/>
                <a:cs typeface="Malgun Gothic"/>
              </a:defRPr>
            </a:lvl9pPr>
          </a:lstStyle>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Python 할당 피크</a:t>
            </a:r>
          </a:p>
        </p:txBody>
      </p:sp>
      <p:sp>
        <p:nvSpPr>
          <p:cNvPr id="16" name="변경 전">
            <a:extLst xmlns:a="http://schemas.openxmlformats.org/drawingml/2006/main">
              <a:ext uri="{FF2B5EF4-FFF2-40B4-BE49-F238E27FC236}">
                <a16:creationId xmlns:a16="http://schemas.microsoft.com/office/drawing/2014/main" id="{CBA52C19-507B-41F8-AAA8-BFAD921DDE32}"/>
              </a:ext>
            </a:extLst>
          </p:cNvPr>
          <p:cNvSpPr>
            <a:spLocks xmlns:a="http://schemas.openxmlformats.org/drawingml/2006/main" noGrp="1"/>
          </p:cNvSpPr>
          <p:nvPr/>
        </p:nvSpPr>
        <p:spPr>
          <a:xfrm xmlns:a="http://schemas.openxmlformats.org/drawingml/2006/main">
            <a:off x="5905500" y="3362325"/>
            <a:ext cx="2705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변경 전</a:t>
            </a:r>
          </a:p>
        </p:txBody>
      </p:sp>
      <p:sp>
        <p:nvSpPr>
          <p:cNvPr id="17" name="6,675,804 B">
            <a:extLst xmlns:a="http://schemas.openxmlformats.org/drawingml/2006/main">
              <a:ext uri="{FF2B5EF4-FFF2-40B4-BE49-F238E27FC236}">
                <a16:creationId xmlns:a16="http://schemas.microsoft.com/office/drawing/2014/main" id="{B58D4EAB-7AD3-4774-8CE9-37974A609D29}"/>
              </a:ext>
            </a:extLst>
          </p:cNvPr>
          <p:cNvSpPr>
            <a:spLocks xmlns:a="http://schemas.openxmlformats.org/drawingml/2006/main" noGrp="1"/>
          </p:cNvSpPr>
          <p:nvPr/>
        </p:nvSpPr>
        <p:spPr>
          <a:xfrm xmlns:a="http://schemas.openxmlformats.org/drawingml/2006/main">
            <a:off x="5905500" y="3686175"/>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0">
                <a:solidFill>
                  <a:srgbClr val="4D5A68"/>
                </a:solidFill>
                <a:latin typeface="Malgun Gothic"/>
                <a:ea typeface="Malgun Gothic"/>
                <a:cs typeface="Malgun Gothic"/>
              </a:defRPr>
            </a:defPPr>
            <a:lvl1pPr algn="l">
              <a:defRPr sz="2700" b="0">
                <a:solidFill>
                  <a:srgbClr val="4D5A68"/>
                </a:solidFill>
                <a:latin typeface="Malgun Gothic"/>
                <a:ea typeface="Malgun Gothic"/>
                <a:cs typeface="Malgun Gothic"/>
              </a:defRPr>
            </a:lvl1pPr>
            <a:lvl2pPr algn="l">
              <a:defRPr sz="2700" b="0">
                <a:solidFill>
                  <a:srgbClr val="4D5A68"/>
                </a:solidFill>
                <a:latin typeface="Malgun Gothic"/>
                <a:ea typeface="Malgun Gothic"/>
                <a:cs typeface="Malgun Gothic"/>
              </a:defRPr>
            </a:lvl2pPr>
            <a:lvl3pPr algn="l">
              <a:defRPr sz="2700" b="0">
                <a:solidFill>
                  <a:srgbClr val="4D5A68"/>
                </a:solidFill>
                <a:latin typeface="Malgun Gothic"/>
                <a:ea typeface="Malgun Gothic"/>
                <a:cs typeface="Malgun Gothic"/>
              </a:defRPr>
            </a:lvl3pPr>
            <a:lvl4pPr algn="l">
              <a:defRPr sz="2700" b="0">
                <a:solidFill>
                  <a:srgbClr val="4D5A68"/>
                </a:solidFill>
                <a:latin typeface="Malgun Gothic"/>
                <a:ea typeface="Malgun Gothic"/>
                <a:cs typeface="Malgun Gothic"/>
              </a:defRPr>
            </a:lvl4pPr>
            <a:lvl5pPr algn="l">
              <a:defRPr sz="2700" b="0">
                <a:solidFill>
                  <a:srgbClr val="4D5A68"/>
                </a:solidFill>
                <a:latin typeface="Malgun Gothic"/>
                <a:ea typeface="Malgun Gothic"/>
                <a:cs typeface="Malgun Gothic"/>
              </a:defRPr>
            </a:lvl5pPr>
            <a:lvl6pPr algn="l">
              <a:defRPr sz="2700" b="0">
                <a:solidFill>
                  <a:srgbClr val="4D5A68"/>
                </a:solidFill>
                <a:latin typeface="Malgun Gothic"/>
                <a:ea typeface="Malgun Gothic"/>
                <a:cs typeface="Malgun Gothic"/>
              </a:defRPr>
            </a:lvl6pPr>
            <a:lvl7pPr algn="l">
              <a:defRPr sz="2700" b="0">
                <a:solidFill>
                  <a:srgbClr val="4D5A68"/>
                </a:solidFill>
                <a:latin typeface="Malgun Gothic"/>
                <a:ea typeface="Malgun Gothic"/>
                <a:cs typeface="Malgun Gothic"/>
              </a:defRPr>
            </a:lvl7pPr>
            <a:lvl8pPr algn="l">
              <a:defRPr sz="2700" b="0">
                <a:solidFill>
                  <a:srgbClr val="4D5A68"/>
                </a:solidFill>
                <a:latin typeface="Malgun Gothic"/>
                <a:ea typeface="Malgun Gothic"/>
                <a:cs typeface="Malgun Gothic"/>
              </a:defRPr>
            </a:lvl8pPr>
            <a:lvl9pPr algn="l">
              <a:defRPr sz="2700" b="0">
                <a:solidFill>
                  <a:srgbClr val="4D5A68"/>
                </a:solidFill>
                <a:latin typeface="Malgun Gothic"/>
                <a:ea typeface="Malgun Gothic"/>
                <a:cs typeface="Malgun Gothic"/>
              </a:defRPr>
            </a:lvl9pPr>
          </a:lstStyle>
          <a:p xmlns:a="http://schemas.openxmlformats.org/drawingml/2006/main">
            <a:pPr algn="l">
              <a:defRPr sz="2700" b="0">
                <a:solidFill>
                  <a:srgbClr val="4D5A68"/>
                </a:solidFill>
                <a:latin typeface="Malgun Gothic"/>
                <a:ea typeface="Malgun Gothic"/>
                <a:cs typeface="Malgun Gothic"/>
              </a:defRPr>
            </a:pPr>
            <a:r>
              <a:rPr sz="2700" b="0">
                <a:solidFill>
                  <a:srgbClr val="4D5A68"/>
                </a:solidFill>
                <a:latin typeface="Malgun Gothic"/>
                <a:ea typeface="Malgun Gothic"/>
                <a:cs typeface="Malgun Gothic"/>
              </a:rPr>
              <a:t>6,675,804 B</a:t>
            </a:r>
          </a:p>
        </p:txBody>
      </p:sp>
      <p:sp>
        <p:nvSpPr>
          <p:cNvPr id="18" name="변경 후">
            <a:extLst xmlns:a="http://schemas.openxmlformats.org/drawingml/2006/main">
              <a:ext uri="{FF2B5EF4-FFF2-40B4-BE49-F238E27FC236}">
                <a16:creationId xmlns:a16="http://schemas.microsoft.com/office/drawing/2014/main" id="{40B518E9-E51C-4794-980C-2031485B8236}"/>
              </a:ext>
            </a:extLst>
          </p:cNvPr>
          <p:cNvSpPr>
            <a:spLocks xmlns:a="http://schemas.openxmlformats.org/drawingml/2006/main" noGrp="1"/>
          </p:cNvSpPr>
          <p:nvPr/>
        </p:nvSpPr>
        <p:spPr>
          <a:xfrm xmlns:a="http://schemas.openxmlformats.org/drawingml/2006/main">
            <a:off x="5905500" y="4381500"/>
            <a:ext cx="2705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변경 후</a:t>
            </a:r>
          </a:p>
        </p:txBody>
      </p:sp>
      <p:sp>
        <p:nvSpPr>
          <p:cNvPr id="19" name="380 B">
            <a:extLst xmlns:a="http://schemas.openxmlformats.org/drawingml/2006/main">
              <a:ext uri="{FF2B5EF4-FFF2-40B4-BE49-F238E27FC236}">
                <a16:creationId xmlns:a16="http://schemas.microsoft.com/office/drawing/2014/main" id="{07D1FFDC-F69D-47A8-ABD2-E147F342E449}"/>
              </a:ext>
            </a:extLst>
          </p:cNvPr>
          <p:cNvSpPr>
            <a:spLocks xmlns:a="http://schemas.openxmlformats.org/drawingml/2006/main" noGrp="1"/>
          </p:cNvSpPr>
          <p:nvPr/>
        </p:nvSpPr>
        <p:spPr>
          <a:xfrm xmlns:a="http://schemas.openxmlformats.org/drawingml/2006/main">
            <a:off x="5905500" y="4705350"/>
            <a:ext cx="2705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0B6172"/>
                </a:solidFill>
                <a:latin typeface="Malgun Gothic"/>
                <a:ea typeface="Malgun Gothic"/>
                <a:cs typeface="Malgun Gothic"/>
              </a:defRPr>
            </a:defPPr>
            <a:lvl1pPr algn="l">
              <a:defRPr sz="3600" b="1">
                <a:solidFill>
                  <a:srgbClr val="0B6172"/>
                </a:solidFill>
                <a:latin typeface="Malgun Gothic"/>
                <a:ea typeface="Malgun Gothic"/>
                <a:cs typeface="Malgun Gothic"/>
              </a:defRPr>
            </a:lvl1pPr>
            <a:lvl2pPr algn="l">
              <a:defRPr sz="3600" b="1">
                <a:solidFill>
                  <a:srgbClr val="0B6172"/>
                </a:solidFill>
                <a:latin typeface="Malgun Gothic"/>
                <a:ea typeface="Malgun Gothic"/>
                <a:cs typeface="Malgun Gothic"/>
              </a:defRPr>
            </a:lvl2pPr>
            <a:lvl3pPr algn="l">
              <a:defRPr sz="3600" b="1">
                <a:solidFill>
                  <a:srgbClr val="0B6172"/>
                </a:solidFill>
                <a:latin typeface="Malgun Gothic"/>
                <a:ea typeface="Malgun Gothic"/>
                <a:cs typeface="Malgun Gothic"/>
              </a:defRPr>
            </a:lvl3pPr>
            <a:lvl4pPr algn="l">
              <a:defRPr sz="3600" b="1">
                <a:solidFill>
                  <a:srgbClr val="0B6172"/>
                </a:solidFill>
                <a:latin typeface="Malgun Gothic"/>
                <a:ea typeface="Malgun Gothic"/>
                <a:cs typeface="Malgun Gothic"/>
              </a:defRPr>
            </a:lvl4pPr>
            <a:lvl5pPr algn="l">
              <a:defRPr sz="3600" b="1">
                <a:solidFill>
                  <a:srgbClr val="0B6172"/>
                </a:solidFill>
                <a:latin typeface="Malgun Gothic"/>
                <a:ea typeface="Malgun Gothic"/>
                <a:cs typeface="Malgun Gothic"/>
              </a:defRPr>
            </a:lvl5pPr>
            <a:lvl6pPr algn="l">
              <a:defRPr sz="3600" b="1">
                <a:solidFill>
                  <a:srgbClr val="0B6172"/>
                </a:solidFill>
                <a:latin typeface="Malgun Gothic"/>
                <a:ea typeface="Malgun Gothic"/>
                <a:cs typeface="Malgun Gothic"/>
              </a:defRPr>
            </a:lvl6pPr>
            <a:lvl7pPr algn="l">
              <a:defRPr sz="3600" b="1">
                <a:solidFill>
                  <a:srgbClr val="0B6172"/>
                </a:solidFill>
                <a:latin typeface="Malgun Gothic"/>
                <a:ea typeface="Malgun Gothic"/>
                <a:cs typeface="Malgun Gothic"/>
              </a:defRPr>
            </a:lvl7pPr>
            <a:lvl8pPr algn="l">
              <a:defRPr sz="3600" b="1">
                <a:solidFill>
                  <a:srgbClr val="0B6172"/>
                </a:solidFill>
                <a:latin typeface="Malgun Gothic"/>
                <a:ea typeface="Malgun Gothic"/>
                <a:cs typeface="Malgun Gothic"/>
              </a:defRPr>
            </a:lvl8pPr>
            <a:lvl9pPr algn="l">
              <a:defRPr sz="3600" b="1">
                <a:solidFill>
                  <a:srgbClr val="0B6172"/>
                </a:solidFill>
                <a:latin typeface="Malgun Gothic"/>
                <a:ea typeface="Malgun Gothic"/>
                <a:cs typeface="Malgun Gothic"/>
              </a:defRPr>
            </a:lvl9pPr>
          </a:lstStyle>
          <a:p xmlns:a="http://schemas.openxmlformats.org/drawingml/2006/main">
            <a:pPr algn="l">
              <a:defRPr sz="3600" b="1">
                <a:solidFill>
                  <a:srgbClr val="0B6172"/>
                </a:solidFill>
                <a:latin typeface="Malgun Gothic"/>
                <a:ea typeface="Malgun Gothic"/>
                <a:cs typeface="Malgun Gothic"/>
              </a:defRPr>
            </a:pPr>
            <a:r>
              <a:rPr sz="3600" b="1">
                <a:solidFill>
                  <a:srgbClr val="0B6172"/>
                </a:solidFill>
                <a:latin typeface="Malgun Gothic"/>
                <a:ea typeface="Malgun Gothic"/>
                <a:cs typeface="Malgun Gothic"/>
              </a:rPr>
              <a:t>380 B</a:t>
            </a:r>
          </a:p>
        </p:txBody>
      </p:sp>
      <p:sp>
        <p:nvSpPr>
          <p:cNvPr id="20" name="기록된 검사 결과">
            <a:extLst xmlns:a="http://schemas.openxmlformats.org/drawingml/2006/main">
              <a:ext uri="{FF2B5EF4-FFF2-40B4-BE49-F238E27FC236}">
                <a16:creationId xmlns:a16="http://schemas.microsoft.com/office/drawing/2014/main" id="{46CC883F-686C-4B08-8C62-EE88A20B7E9D}"/>
              </a:ext>
            </a:extLst>
          </p:cNvPr>
          <p:cNvSpPr>
            <a:spLocks xmlns:a="http://schemas.openxmlformats.org/drawingml/2006/main" noGrp="1"/>
          </p:cNvSpPr>
          <p:nvPr/>
        </p:nvSpPr>
        <p:spPr>
          <a:xfrm xmlns:a="http://schemas.openxmlformats.org/drawingml/2006/main">
            <a:off x="9258300" y="2867025"/>
            <a:ext cx="2324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4D5A68"/>
                </a:solidFill>
                <a:latin typeface="Malgun Gothic"/>
                <a:ea typeface="Malgun Gothic"/>
                <a:cs typeface="Malgun Gothic"/>
              </a:defRPr>
            </a:defPPr>
            <a:lvl1pPr algn="l">
              <a:defRPr sz="1650" b="0">
                <a:solidFill>
                  <a:srgbClr val="4D5A68"/>
                </a:solidFill>
                <a:latin typeface="Malgun Gothic"/>
                <a:ea typeface="Malgun Gothic"/>
                <a:cs typeface="Malgun Gothic"/>
              </a:defRPr>
            </a:lvl1pPr>
            <a:lvl2pPr algn="l">
              <a:defRPr sz="1650" b="0">
                <a:solidFill>
                  <a:srgbClr val="4D5A68"/>
                </a:solidFill>
                <a:latin typeface="Malgun Gothic"/>
                <a:ea typeface="Malgun Gothic"/>
                <a:cs typeface="Malgun Gothic"/>
              </a:defRPr>
            </a:lvl2pPr>
            <a:lvl3pPr algn="l">
              <a:defRPr sz="1650" b="0">
                <a:solidFill>
                  <a:srgbClr val="4D5A68"/>
                </a:solidFill>
                <a:latin typeface="Malgun Gothic"/>
                <a:ea typeface="Malgun Gothic"/>
                <a:cs typeface="Malgun Gothic"/>
              </a:defRPr>
            </a:lvl3pPr>
            <a:lvl4pPr algn="l">
              <a:defRPr sz="1650" b="0">
                <a:solidFill>
                  <a:srgbClr val="4D5A68"/>
                </a:solidFill>
                <a:latin typeface="Malgun Gothic"/>
                <a:ea typeface="Malgun Gothic"/>
                <a:cs typeface="Malgun Gothic"/>
              </a:defRPr>
            </a:lvl4pPr>
            <a:lvl5pPr algn="l">
              <a:defRPr sz="1650" b="0">
                <a:solidFill>
                  <a:srgbClr val="4D5A68"/>
                </a:solidFill>
                <a:latin typeface="Malgun Gothic"/>
                <a:ea typeface="Malgun Gothic"/>
                <a:cs typeface="Malgun Gothic"/>
              </a:defRPr>
            </a:lvl5pPr>
            <a:lvl6pPr algn="l">
              <a:defRPr sz="1650" b="0">
                <a:solidFill>
                  <a:srgbClr val="4D5A68"/>
                </a:solidFill>
                <a:latin typeface="Malgun Gothic"/>
                <a:ea typeface="Malgun Gothic"/>
                <a:cs typeface="Malgun Gothic"/>
              </a:defRPr>
            </a:lvl6pPr>
            <a:lvl7pPr algn="l">
              <a:defRPr sz="1650" b="0">
                <a:solidFill>
                  <a:srgbClr val="4D5A68"/>
                </a:solidFill>
                <a:latin typeface="Malgun Gothic"/>
                <a:ea typeface="Malgun Gothic"/>
                <a:cs typeface="Malgun Gothic"/>
              </a:defRPr>
            </a:lvl7pPr>
            <a:lvl8pPr algn="l">
              <a:defRPr sz="1650" b="0">
                <a:solidFill>
                  <a:srgbClr val="4D5A68"/>
                </a:solidFill>
                <a:latin typeface="Malgun Gothic"/>
                <a:ea typeface="Malgun Gothic"/>
                <a:cs typeface="Malgun Gothic"/>
              </a:defRPr>
            </a:lvl8pPr>
            <a:lvl9pPr algn="l">
              <a:defRPr sz="1650" b="0">
                <a:solidFill>
                  <a:srgbClr val="4D5A68"/>
                </a:solidFill>
                <a:latin typeface="Malgun Gothic"/>
                <a:ea typeface="Malgun Gothic"/>
                <a:cs typeface="Malgun Gothic"/>
              </a:defRPr>
            </a:lvl9pPr>
          </a:lstStyle>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기록된 검사 결과</a:t>
            </a:r>
          </a:p>
        </p:txBody>
      </p:sp>
      <p:sp>
        <p:nvSpPr>
          <p:cNvPr id="21" name="결과 유지">
            <a:extLst xmlns:a="http://schemas.openxmlformats.org/drawingml/2006/main">
              <a:ext uri="{FF2B5EF4-FFF2-40B4-BE49-F238E27FC236}">
                <a16:creationId xmlns:a16="http://schemas.microsoft.com/office/drawing/2014/main" id="{2D245176-148B-4B22-8946-B840916C3A8A}"/>
              </a:ext>
            </a:extLst>
          </p:cNvPr>
          <p:cNvSpPr>
            <a:spLocks xmlns:a="http://schemas.openxmlformats.org/drawingml/2006/main" noGrp="1"/>
          </p:cNvSpPr>
          <p:nvPr/>
        </p:nvSpPr>
        <p:spPr>
          <a:xfrm xmlns:a="http://schemas.openxmlformats.org/drawingml/2006/main">
            <a:off x="9258300" y="3409950"/>
            <a:ext cx="23241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176B4D"/>
                </a:solidFill>
                <a:latin typeface="Malgun Gothic"/>
                <a:ea typeface="Malgun Gothic"/>
                <a:cs typeface="Malgun Gothic"/>
              </a:defRPr>
            </a:defPPr>
            <a:lvl1pPr algn="l">
              <a:defRPr sz="2850" b="1">
                <a:solidFill>
                  <a:srgbClr val="176B4D"/>
                </a:solidFill>
                <a:latin typeface="Malgun Gothic"/>
                <a:ea typeface="Malgun Gothic"/>
                <a:cs typeface="Malgun Gothic"/>
              </a:defRPr>
            </a:lvl1pPr>
            <a:lvl2pPr algn="l">
              <a:defRPr sz="2850" b="1">
                <a:solidFill>
                  <a:srgbClr val="176B4D"/>
                </a:solidFill>
                <a:latin typeface="Malgun Gothic"/>
                <a:ea typeface="Malgun Gothic"/>
                <a:cs typeface="Malgun Gothic"/>
              </a:defRPr>
            </a:lvl2pPr>
            <a:lvl3pPr algn="l">
              <a:defRPr sz="2850" b="1">
                <a:solidFill>
                  <a:srgbClr val="176B4D"/>
                </a:solidFill>
                <a:latin typeface="Malgun Gothic"/>
                <a:ea typeface="Malgun Gothic"/>
                <a:cs typeface="Malgun Gothic"/>
              </a:defRPr>
            </a:lvl3pPr>
            <a:lvl4pPr algn="l">
              <a:defRPr sz="2850" b="1">
                <a:solidFill>
                  <a:srgbClr val="176B4D"/>
                </a:solidFill>
                <a:latin typeface="Malgun Gothic"/>
                <a:ea typeface="Malgun Gothic"/>
                <a:cs typeface="Malgun Gothic"/>
              </a:defRPr>
            </a:lvl4pPr>
            <a:lvl5pPr algn="l">
              <a:defRPr sz="2850" b="1">
                <a:solidFill>
                  <a:srgbClr val="176B4D"/>
                </a:solidFill>
                <a:latin typeface="Malgun Gothic"/>
                <a:ea typeface="Malgun Gothic"/>
                <a:cs typeface="Malgun Gothic"/>
              </a:defRPr>
            </a:lvl5pPr>
            <a:lvl6pPr algn="l">
              <a:defRPr sz="2850" b="1">
                <a:solidFill>
                  <a:srgbClr val="176B4D"/>
                </a:solidFill>
                <a:latin typeface="Malgun Gothic"/>
                <a:ea typeface="Malgun Gothic"/>
                <a:cs typeface="Malgun Gothic"/>
              </a:defRPr>
            </a:lvl6pPr>
            <a:lvl7pPr algn="l">
              <a:defRPr sz="2850" b="1">
                <a:solidFill>
                  <a:srgbClr val="176B4D"/>
                </a:solidFill>
                <a:latin typeface="Malgun Gothic"/>
                <a:ea typeface="Malgun Gothic"/>
                <a:cs typeface="Malgun Gothic"/>
              </a:defRPr>
            </a:lvl7pPr>
            <a:lvl8pPr algn="l">
              <a:defRPr sz="2850" b="1">
                <a:solidFill>
                  <a:srgbClr val="176B4D"/>
                </a:solidFill>
                <a:latin typeface="Malgun Gothic"/>
                <a:ea typeface="Malgun Gothic"/>
                <a:cs typeface="Malgun Gothic"/>
              </a:defRPr>
            </a:lvl8pPr>
            <a:lvl9pPr algn="l">
              <a:defRPr sz="2850" b="1">
                <a:solidFill>
                  <a:srgbClr val="176B4D"/>
                </a:solidFill>
                <a:latin typeface="Malgun Gothic"/>
                <a:ea typeface="Malgun Gothic"/>
                <a:cs typeface="Malgun Gothic"/>
              </a:defRPr>
            </a:lvl9pPr>
          </a:lstStyle>
          <a:p xmlns:a="http://schemas.openxmlformats.org/drawingml/2006/main">
            <a:pPr algn="l">
              <a:defRPr sz="2850" b="1">
                <a:solidFill>
                  <a:srgbClr val="176B4D"/>
                </a:solidFill>
                <a:latin typeface="Malgun Gothic"/>
                <a:ea typeface="Malgun Gothic"/>
                <a:cs typeface="Malgun Gothic"/>
              </a:defRPr>
            </a:pPr>
            <a:r>
              <a:rPr sz="2850" b="1">
                <a:solidFill>
                  <a:srgbClr val="176B4D"/>
                </a:solidFill>
                <a:latin typeface="Malgun Gothic"/>
                <a:ea typeface="Malgun Gothic"/>
                <a:cs typeface="Malgun Gothic"/>
              </a:rPr>
              <a:t>결과 유지</a:t>
            </a:r>
          </a:p>
        </p:txBody>
      </p:sp>
      <p:sp>
        <p:nvSpPr>
          <p:cNvPr id="22" name="출력 6항목 동일">
            <a:extLst xmlns:a="http://schemas.openxmlformats.org/drawingml/2006/main">
              <a:ext uri="{FF2B5EF4-FFF2-40B4-BE49-F238E27FC236}">
                <a16:creationId xmlns:a16="http://schemas.microsoft.com/office/drawing/2014/main" id="{45E31977-4C73-4A76-AE46-001974A6541A}"/>
              </a:ext>
            </a:extLst>
          </p:cNvPr>
          <p:cNvSpPr>
            <a:spLocks xmlns:a="http://schemas.openxmlformats.org/drawingml/2006/main" noGrp="1"/>
          </p:cNvSpPr>
          <p:nvPr/>
        </p:nvSpPr>
        <p:spPr>
          <a:xfrm xmlns:a="http://schemas.openxmlformats.org/drawingml/2006/main">
            <a:off x="9258300" y="3914775"/>
            <a:ext cx="2324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출력 6항목 동일</a:t>
            </a:r>
          </a:p>
        </p:txBody>
      </p:sp>
      <p:sp>
        <p:nvSpPr>
          <p:cNvPr id="23" name="함수 테스트 1/1&#10;전체 테스트 11/11&#10;CLI 샘플 통과">
            <a:extLst xmlns:a="http://schemas.openxmlformats.org/drawingml/2006/main">
              <a:ext uri="{FF2B5EF4-FFF2-40B4-BE49-F238E27FC236}">
                <a16:creationId xmlns:a16="http://schemas.microsoft.com/office/drawing/2014/main" id="{FE21737C-98BC-4717-A0DB-8AA8A044D866}"/>
              </a:ext>
            </a:extLst>
          </p:cNvPr>
          <p:cNvSpPr>
            <a:spLocks xmlns:a="http://schemas.openxmlformats.org/drawingml/2006/main" noGrp="1"/>
          </p:cNvSpPr>
          <p:nvPr/>
        </p:nvSpPr>
        <p:spPr>
          <a:xfrm xmlns:a="http://schemas.openxmlformats.org/drawingml/2006/main">
            <a:off x="9258300" y="4400550"/>
            <a:ext cx="23241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함수 테스트 1/1</a:t>
            </a:r>
          </a:p>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전체 테스트 11/11</a:t>
            </a:r>
          </a:p>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CLI 샘플 통과</a:t>
            </a:r>
          </a:p>
        </p:txBody>
      </p:sp>
      <p:sp>
        <p:nvSpPr>
          <p:cNvPr id="24" name="후보 비교와 별도로, 실제 제품 변경 전후를 같은 조건에서 확인한 기록">
            <a:extLst xmlns:a="http://schemas.openxmlformats.org/drawingml/2006/main">
              <a:ext uri="{FF2B5EF4-FFF2-40B4-BE49-F238E27FC236}">
                <a16:creationId xmlns:a16="http://schemas.microsoft.com/office/drawing/2014/main" id="{DD526B39-CA85-4310-AD8C-F639D0FFF077}"/>
              </a:ext>
            </a:extLst>
          </p:cNvPr>
          <p:cNvSpPr>
            <a:spLocks xmlns:a="http://schemas.openxmlformats.org/drawingml/2006/main" noGrp="1"/>
          </p:cNvSpPr>
          <p:nvPr/>
        </p:nvSpPr>
        <p:spPr>
          <a:xfrm xmlns:a="http://schemas.openxmlformats.org/drawingml/2006/main">
            <a:off x="609600" y="54768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후보 비교와 별도로, 실제 제품 변경 전후를 같은 조건에서 확인한 기록</a:t>
            </a:r>
          </a:p>
        </p:txBody>
      </p:sp>
      <p:sp>
        <p:nvSpPr>
          <p:cNvPr id="25" name="Legacy module connection">
            <a:extLst xmlns:a="http://schemas.openxmlformats.org/drawingml/2006/main">
              <a:ext uri="{FF2B5EF4-FFF2-40B4-BE49-F238E27FC236}">
                <a16:creationId xmlns:a16="http://schemas.microsoft.com/office/drawing/2014/main" id="{5F0AEAD6-58A9-4686-9344-D9A833F9B5F9}"/>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M5</a:t>
            </a:r>
          </a:p>
        </p:txBody>
      </p:sp>
    </p:spTree>
    <p:extLst>
      <p:ext uri="{BB962C8B-B14F-4D97-AF65-F5344CB8AC3E}">
        <p14:creationId xmlns:p14="http://schemas.microsoft.com/office/powerpoint/2010/main" val="588780415"/>
      </p:ext>
    </p:extLst>
  </p:cSld>
</p:sld>
</file>

<file path=ppt/slides/slide1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0" name="ACT 3 · 교육용 가정: 독립 조사와 결과 통합">
            <a:extLst xmlns:a="http://schemas.openxmlformats.org/drawingml/2006/main">
              <a:ext uri="{FF2B5EF4-FFF2-40B4-BE49-F238E27FC236}">
                <a16:creationId xmlns:a16="http://schemas.microsoft.com/office/drawing/2014/main" id="{031D5044-8317-47D0-9A6F-59A24B6FBFB0}"/>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교육용 가정: 독립 조사와 결과 통합</a:t>
            </a:r>
          </a:p>
        </p:txBody>
      </p:sp>
      <p:sp>
        <p:nvSpPr>
          <p:cNvPr id="2" name="S59">
            <a:extLst xmlns:a="http://schemas.openxmlformats.org/drawingml/2006/main">
              <a:ext uri="{FF2B5EF4-FFF2-40B4-BE49-F238E27FC236}">
                <a16:creationId xmlns:a16="http://schemas.microsoft.com/office/drawing/2014/main" id="{118EF496-5CD4-47FE-96AC-15EC796F2905}"/>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S59</a:t>
            </a:r>
          </a:p>
        </p:txBody>
      </p:sp>
      <p:sp>
        <p:nvSpPr>
          <p:cNvPr id="3" name="한 Agent 조사와 Subagent 역할 분리">
            <a:extLst xmlns:a="http://schemas.openxmlformats.org/drawingml/2006/main">
              <a:ext uri="{FF2B5EF4-FFF2-40B4-BE49-F238E27FC236}">
                <a16:creationId xmlns:a16="http://schemas.microsoft.com/office/drawing/2014/main" id="{8155B71E-E0E2-4BF9-BBE9-DC039E7395C3}"/>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한 Agent 조사와 Subagent 역할 분리</a:t>
            </a:r>
          </a:p>
        </p:txBody>
      </p:sp>
      <p:sp>
        <p:nvSpPr>
          <p:cNvPr id="4" name="">
            <a:extLst xmlns:a="http://schemas.openxmlformats.org/drawingml/2006/main">
              <a:ext uri="{FF2B5EF4-FFF2-40B4-BE49-F238E27FC236}">
                <a16:creationId xmlns:a16="http://schemas.microsoft.com/office/drawing/2014/main" id="{7FD41DCA-BF83-4BFD-96C1-E3E82F036CB4}"/>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CONCEPTUAL · C++ 검사 프로젝트의 독립 조사 가정 · 실제 Subagent 실행 아님">
            <a:extLst xmlns:a="http://schemas.openxmlformats.org/drawingml/2006/main">
              <a:ext uri="{FF2B5EF4-FFF2-40B4-BE49-F238E27FC236}">
                <a16:creationId xmlns:a16="http://schemas.microsoft.com/office/drawing/2014/main" id="{CD6BEEAB-7908-4402-B935-0F962FEE8EFF}"/>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CONCEPTUAL · C++ 검사 프로젝트의 독립 조사 가정 · 실제 Subagent 실행 아님</a:t>
            </a:r>
          </a:p>
        </p:txBody>
      </p:sp>
      <p:sp>
        <p:nvSpPr>
          <p:cNvPr id="6" name="역할별로 필요한 정보 분리 · 조정·중복·전달·통합 비용 존재 · 시간·품질 이득 미측정">
            <a:extLst xmlns:a="http://schemas.openxmlformats.org/drawingml/2006/main">
              <a:ext uri="{FF2B5EF4-FFF2-40B4-BE49-F238E27FC236}">
                <a16:creationId xmlns:a16="http://schemas.microsoft.com/office/drawing/2014/main" id="{2A354B0E-9E70-40B8-9FAF-1B9030B0BA0B}"/>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역할별로 필요한 정보 분리 · 조정·중복·전달·통합 비용 존재 · 시간·품질 이득 미측정</a:t>
            </a:r>
          </a:p>
        </p:txBody>
      </p:sp>
      <p:sp>
        <p:nvSpPr>
          <p:cNvPr id="7" name="성능·빌드·테스트 조사가 서로 기다리지 않아도 된다면?">
            <a:extLst xmlns:a="http://schemas.openxmlformats.org/drawingml/2006/main">
              <a:ext uri="{FF2B5EF4-FFF2-40B4-BE49-F238E27FC236}">
                <a16:creationId xmlns:a16="http://schemas.microsoft.com/office/drawing/2014/main" id="{69E65BCE-368B-46B6-B99F-F08ABC61EE08}"/>
              </a:ext>
            </a:extLst>
          </p:cNvPr>
          <p:cNvSpPr>
            <a:spLocks xmlns:a="http://schemas.openxmlformats.org/drawingml/2006/main" noGrp="1"/>
          </p:cNvSpPr>
          <p:nvPr/>
        </p:nvSpPr>
        <p:spPr>
          <a:xfrm xmlns:a="http://schemas.openxmlformats.org/drawingml/2006/main">
            <a:off x="609600" y="16859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성능·빌드·테스트 조사가 서로 기다리지 않아도 된다면?</a:t>
            </a:r>
          </a:p>
        </p:txBody>
      </p:sp>
      <p:sp>
        <p:nvSpPr>
          <p:cNvPr id="8" name="한 Agent가 모두 조사">
            <a:extLst xmlns:a="http://schemas.openxmlformats.org/drawingml/2006/main">
              <a:ext uri="{FF2B5EF4-FFF2-40B4-BE49-F238E27FC236}">
                <a16:creationId xmlns:a16="http://schemas.microsoft.com/office/drawing/2014/main" id="{8E63B3F5-3EBC-4EDD-8EA5-264842AB58F7}"/>
              </a:ext>
            </a:extLst>
          </p:cNvPr>
          <p:cNvSpPr>
            <a:spLocks xmlns:a="http://schemas.openxmlformats.org/drawingml/2006/main" noGrp="1"/>
          </p:cNvSpPr>
          <p:nvPr/>
        </p:nvSpPr>
        <p:spPr>
          <a:xfrm xmlns:a="http://schemas.openxmlformats.org/drawingml/2006/main">
            <a:off x="609600" y="2333625"/>
            <a:ext cx="4381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17212B"/>
                </a:solidFill>
                <a:latin typeface="Malgun Gothic"/>
                <a:ea typeface="Malgun Gothic"/>
                <a:cs typeface="Malgun Gothic"/>
              </a:defRPr>
            </a:defPPr>
            <a:lvl1pPr algn="l">
              <a:defRPr sz="2325" b="1">
                <a:solidFill>
                  <a:srgbClr val="17212B"/>
                </a:solidFill>
                <a:latin typeface="Malgun Gothic"/>
                <a:ea typeface="Malgun Gothic"/>
                <a:cs typeface="Malgun Gothic"/>
              </a:defRPr>
            </a:lvl1pPr>
            <a:lvl2pPr algn="l">
              <a:defRPr sz="2325" b="1">
                <a:solidFill>
                  <a:srgbClr val="17212B"/>
                </a:solidFill>
                <a:latin typeface="Malgun Gothic"/>
                <a:ea typeface="Malgun Gothic"/>
                <a:cs typeface="Malgun Gothic"/>
              </a:defRPr>
            </a:lvl2pPr>
            <a:lvl3pPr algn="l">
              <a:defRPr sz="2325" b="1">
                <a:solidFill>
                  <a:srgbClr val="17212B"/>
                </a:solidFill>
                <a:latin typeface="Malgun Gothic"/>
                <a:ea typeface="Malgun Gothic"/>
                <a:cs typeface="Malgun Gothic"/>
              </a:defRPr>
            </a:lvl3pPr>
            <a:lvl4pPr algn="l">
              <a:defRPr sz="2325" b="1">
                <a:solidFill>
                  <a:srgbClr val="17212B"/>
                </a:solidFill>
                <a:latin typeface="Malgun Gothic"/>
                <a:ea typeface="Malgun Gothic"/>
                <a:cs typeface="Malgun Gothic"/>
              </a:defRPr>
            </a:lvl4pPr>
            <a:lvl5pPr algn="l">
              <a:defRPr sz="2325" b="1">
                <a:solidFill>
                  <a:srgbClr val="17212B"/>
                </a:solidFill>
                <a:latin typeface="Malgun Gothic"/>
                <a:ea typeface="Malgun Gothic"/>
                <a:cs typeface="Malgun Gothic"/>
              </a:defRPr>
            </a:lvl5pPr>
            <a:lvl6pPr algn="l">
              <a:defRPr sz="2325" b="1">
                <a:solidFill>
                  <a:srgbClr val="17212B"/>
                </a:solidFill>
                <a:latin typeface="Malgun Gothic"/>
                <a:ea typeface="Malgun Gothic"/>
                <a:cs typeface="Malgun Gothic"/>
              </a:defRPr>
            </a:lvl6pPr>
            <a:lvl7pPr algn="l">
              <a:defRPr sz="2325" b="1">
                <a:solidFill>
                  <a:srgbClr val="17212B"/>
                </a:solidFill>
                <a:latin typeface="Malgun Gothic"/>
                <a:ea typeface="Malgun Gothic"/>
                <a:cs typeface="Malgun Gothic"/>
              </a:defRPr>
            </a:lvl7pPr>
            <a:lvl8pPr algn="l">
              <a:defRPr sz="2325" b="1">
                <a:solidFill>
                  <a:srgbClr val="17212B"/>
                </a:solidFill>
                <a:latin typeface="Malgun Gothic"/>
                <a:ea typeface="Malgun Gothic"/>
                <a:cs typeface="Malgun Gothic"/>
              </a:defRPr>
            </a:lvl8pPr>
            <a:lvl9pPr algn="l">
              <a:defRPr sz="2325" b="1">
                <a:solidFill>
                  <a:srgbClr val="17212B"/>
                </a:solidFill>
                <a:latin typeface="Malgun Gothic"/>
                <a:ea typeface="Malgun Gothic"/>
                <a:cs typeface="Malgun Gothic"/>
              </a:defRPr>
            </a:lvl9pPr>
          </a:lstStyle>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한 Agent가 모두 조사</a:t>
            </a:r>
          </a:p>
        </p:txBody>
      </p:sp>
      <p:sp>
        <p:nvSpPr>
          <p:cNvPr id="9" name="Subagent로 나눠 조사">
            <a:extLst xmlns:a="http://schemas.openxmlformats.org/drawingml/2006/main">
              <a:ext uri="{FF2B5EF4-FFF2-40B4-BE49-F238E27FC236}">
                <a16:creationId xmlns:a16="http://schemas.microsoft.com/office/drawing/2014/main" id="{2161CAD8-D61C-4B54-ADD0-CE4523EBD015}"/>
              </a:ext>
            </a:extLst>
          </p:cNvPr>
          <p:cNvSpPr>
            <a:spLocks xmlns:a="http://schemas.openxmlformats.org/drawingml/2006/main" noGrp="1"/>
          </p:cNvSpPr>
          <p:nvPr/>
        </p:nvSpPr>
        <p:spPr>
          <a:xfrm xmlns:a="http://schemas.openxmlformats.org/drawingml/2006/main">
            <a:off x="5829300" y="2333625"/>
            <a:ext cx="5753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17212B"/>
                </a:solidFill>
                <a:latin typeface="Malgun Gothic"/>
                <a:ea typeface="Malgun Gothic"/>
                <a:cs typeface="Malgun Gothic"/>
              </a:defRPr>
            </a:defPPr>
            <a:lvl1pPr algn="l">
              <a:defRPr sz="2325" b="1">
                <a:solidFill>
                  <a:srgbClr val="17212B"/>
                </a:solidFill>
                <a:latin typeface="Malgun Gothic"/>
                <a:ea typeface="Malgun Gothic"/>
                <a:cs typeface="Malgun Gothic"/>
              </a:defRPr>
            </a:lvl1pPr>
            <a:lvl2pPr algn="l">
              <a:defRPr sz="2325" b="1">
                <a:solidFill>
                  <a:srgbClr val="17212B"/>
                </a:solidFill>
                <a:latin typeface="Malgun Gothic"/>
                <a:ea typeface="Malgun Gothic"/>
                <a:cs typeface="Malgun Gothic"/>
              </a:defRPr>
            </a:lvl2pPr>
            <a:lvl3pPr algn="l">
              <a:defRPr sz="2325" b="1">
                <a:solidFill>
                  <a:srgbClr val="17212B"/>
                </a:solidFill>
                <a:latin typeface="Malgun Gothic"/>
                <a:ea typeface="Malgun Gothic"/>
                <a:cs typeface="Malgun Gothic"/>
              </a:defRPr>
            </a:lvl3pPr>
            <a:lvl4pPr algn="l">
              <a:defRPr sz="2325" b="1">
                <a:solidFill>
                  <a:srgbClr val="17212B"/>
                </a:solidFill>
                <a:latin typeface="Malgun Gothic"/>
                <a:ea typeface="Malgun Gothic"/>
                <a:cs typeface="Malgun Gothic"/>
              </a:defRPr>
            </a:lvl4pPr>
            <a:lvl5pPr algn="l">
              <a:defRPr sz="2325" b="1">
                <a:solidFill>
                  <a:srgbClr val="17212B"/>
                </a:solidFill>
                <a:latin typeface="Malgun Gothic"/>
                <a:ea typeface="Malgun Gothic"/>
                <a:cs typeface="Malgun Gothic"/>
              </a:defRPr>
            </a:lvl5pPr>
            <a:lvl6pPr algn="l">
              <a:defRPr sz="2325" b="1">
                <a:solidFill>
                  <a:srgbClr val="17212B"/>
                </a:solidFill>
                <a:latin typeface="Malgun Gothic"/>
                <a:ea typeface="Malgun Gothic"/>
                <a:cs typeface="Malgun Gothic"/>
              </a:defRPr>
            </a:lvl6pPr>
            <a:lvl7pPr algn="l">
              <a:defRPr sz="2325" b="1">
                <a:solidFill>
                  <a:srgbClr val="17212B"/>
                </a:solidFill>
                <a:latin typeface="Malgun Gothic"/>
                <a:ea typeface="Malgun Gothic"/>
                <a:cs typeface="Malgun Gothic"/>
              </a:defRPr>
            </a:lvl7pPr>
            <a:lvl8pPr algn="l">
              <a:defRPr sz="2325" b="1">
                <a:solidFill>
                  <a:srgbClr val="17212B"/>
                </a:solidFill>
                <a:latin typeface="Malgun Gothic"/>
                <a:ea typeface="Malgun Gothic"/>
                <a:cs typeface="Malgun Gothic"/>
              </a:defRPr>
            </a:lvl8pPr>
            <a:lvl9pPr algn="l">
              <a:defRPr sz="2325" b="1">
                <a:solidFill>
                  <a:srgbClr val="17212B"/>
                </a:solidFill>
                <a:latin typeface="Malgun Gothic"/>
                <a:ea typeface="Malgun Gothic"/>
                <a:cs typeface="Malgun Gothic"/>
              </a:defRPr>
            </a:lvl9pPr>
          </a:lstStyle>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Subagent로 나눠 조사</a:t>
            </a:r>
          </a:p>
        </p:txBody>
      </p:sp>
      <p:sp>
        <p:nvSpPr>
          <p:cNvPr id="10" name="">
            <a:extLst xmlns:a="http://schemas.openxmlformats.org/drawingml/2006/main">
              <a:ext uri="{FF2B5EF4-FFF2-40B4-BE49-F238E27FC236}">
                <a16:creationId xmlns:a16="http://schemas.microsoft.com/office/drawing/2014/main" id="{AF5A2423-5341-4A07-89CE-8374E4B25442}"/>
              </a:ext>
            </a:extLst>
          </p:cNvPr>
          <p:cNvSpPr>
            <a:spLocks xmlns:a="http://schemas.openxmlformats.org/drawingml/2006/main" noGrp="1"/>
          </p:cNvSpPr>
          <p:nvPr/>
        </p:nvSpPr>
        <p:spPr>
          <a:xfrm xmlns:a="http://schemas.openxmlformats.org/drawingml/2006/main">
            <a:off x="5314950" y="2333625"/>
            <a:ext cx="14288" cy="3228975"/>
          </a:xfrm>
          <a:prstGeom xmlns:a="http://schemas.openxmlformats.org/drawingml/2006/main" prst="rect">
            <a:avLst/>
          </a:prstGeom>
          <a:solidFill xmlns:a="http://schemas.openxmlformats.org/drawingml/2006/main">
            <a:srgbClr val="C7D0D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B621772-1AD1-48D2-8529-C4FE2A7935C4}"/>
              </a:ext>
            </a:extLst>
          </p:cNvPr>
          <p:cNvSpPr>
            <a:spLocks xmlns:a="http://schemas.openxmlformats.org/drawingml/2006/main" noGrp="1"/>
          </p:cNvSpPr>
          <p:nvPr/>
        </p:nvSpPr>
        <p:spPr>
          <a:xfrm xmlns:a="http://schemas.openxmlformats.org/drawingml/2006/main">
            <a:off x="609600" y="2857500"/>
            <a:ext cx="4381500" cy="17526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2" name="Agent">
            <a:extLst xmlns:a="http://schemas.openxmlformats.org/drawingml/2006/main">
              <a:ext uri="{FF2B5EF4-FFF2-40B4-BE49-F238E27FC236}">
                <a16:creationId xmlns:a16="http://schemas.microsoft.com/office/drawing/2014/main" id="{4962D54B-D311-4876-9E9F-61A77F45F428}"/>
              </a:ext>
            </a:extLst>
          </p:cNvPr>
          <p:cNvSpPr>
            <a:spLocks xmlns:a="http://schemas.openxmlformats.org/drawingml/2006/main" noGrp="1"/>
          </p:cNvSpPr>
          <p:nvPr/>
        </p:nvSpPr>
        <p:spPr>
          <a:xfrm xmlns:a="http://schemas.openxmlformats.org/drawingml/2006/main">
            <a:off x="800100" y="29337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Agent</a:t>
            </a:r>
          </a:p>
        </p:txBody>
      </p:sp>
      <p:sp>
        <p:nvSpPr>
          <p:cNvPr id="13" name="">
            <a:extLst xmlns:a="http://schemas.openxmlformats.org/drawingml/2006/main">
              <a:ext uri="{FF2B5EF4-FFF2-40B4-BE49-F238E27FC236}">
                <a16:creationId xmlns:a16="http://schemas.microsoft.com/office/drawing/2014/main" id="{5643160F-45A1-49AA-A0AA-95F5A189F4E7}"/>
              </a:ext>
            </a:extLst>
          </p:cNvPr>
          <p:cNvSpPr>
            <a:spLocks xmlns:a="http://schemas.openxmlformats.org/drawingml/2006/main" noGrp="1"/>
          </p:cNvSpPr>
          <p:nvPr/>
        </p:nvSpPr>
        <p:spPr>
          <a:xfrm xmlns:a="http://schemas.openxmlformats.org/drawingml/2006/main">
            <a:off x="800100" y="3305175"/>
            <a:ext cx="40005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4" name="성능 조사">
            <a:extLst xmlns:a="http://schemas.openxmlformats.org/drawingml/2006/main">
              <a:ext uri="{FF2B5EF4-FFF2-40B4-BE49-F238E27FC236}">
                <a16:creationId xmlns:a16="http://schemas.microsoft.com/office/drawing/2014/main" id="{7B9A84DE-86F5-4398-B88D-81FFE8DC1AAC}"/>
              </a:ext>
            </a:extLst>
          </p:cNvPr>
          <p:cNvSpPr>
            <a:spLocks xmlns:a="http://schemas.openxmlformats.org/drawingml/2006/main" noGrp="1"/>
          </p:cNvSpPr>
          <p:nvPr/>
        </p:nvSpPr>
        <p:spPr>
          <a:xfrm xmlns:a="http://schemas.openxmlformats.org/drawingml/2006/main">
            <a:off x="800100" y="3371850"/>
            <a:ext cx="1857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성능 조사</a:t>
            </a:r>
          </a:p>
        </p:txBody>
      </p:sp>
      <p:sp>
        <p:nvSpPr>
          <p:cNvPr id="15" name="소스·측정">
            <a:extLst xmlns:a="http://schemas.openxmlformats.org/drawingml/2006/main">
              <a:ext uri="{FF2B5EF4-FFF2-40B4-BE49-F238E27FC236}">
                <a16:creationId xmlns:a16="http://schemas.microsoft.com/office/drawing/2014/main" id="{787C1334-1610-43BC-82DF-5E034714A979}"/>
              </a:ext>
            </a:extLst>
          </p:cNvPr>
          <p:cNvSpPr>
            <a:spLocks xmlns:a="http://schemas.openxmlformats.org/drawingml/2006/main" noGrp="1"/>
          </p:cNvSpPr>
          <p:nvPr/>
        </p:nvSpPr>
        <p:spPr>
          <a:xfrm xmlns:a="http://schemas.openxmlformats.org/drawingml/2006/main">
            <a:off x="2762250" y="3371850"/>
            <a:ext cx="2038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소스·측정</a:t>
            </a:r>
          </a:p>
        </p:txBody>
      </p:sp>
      <p:sp>
        <p:nvSpPr>
          <p:cNvPr id="16" name="빌드 조사">
            <a:extLst xmlns:a="http://schemas.openxmlformats.org/drawingml/2006/main">
              <a:ext uri="{FF2B5EF4-FFF2-40B4-BE49-F238E27FC236}">
                <a16:creationId xmlns:a16="http://schemas.microsoft.com/office/drawing/2014/main" id="{78B10520-E8BB-496B-824C-44E3C7DFEDA4}"/>
              </a:ext>
            </a:extLst>
          </p:cNvPr>
          <p:cNvSpPr>
            <a:spLocks xmlns:a="http://schemas.openxmlformats.org/drawingml/2006/main" noGrp="1"/>
          </p:cNvSpPr>
          <p:nvPr/>
        </p:nvSpPr>
        <p:spPr>
          <a:xfrm xmlns:a="http://schemas.openxmlformats.org/drawingml/2006/main">
            <a:off x="800100" y="3762375"/>
            <a:ext cx="1857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빌드 조사</a:t>
            </a:r>
          </a:p>
        </p:txBody>
      </p:sp>
      <p:sp>
        <p:nvSpPr>
          <p:cNvPr id="17" name="환경·설정">
            <a:extLst xmlns:a="http://schemas.openxmlformats.org/drawingml/2006/main">
              <a:ext uri="{FF2B5EF4-FFF2-40B4-BE49-F238E27FC236}">
                <a16:creationId xmlns:a16="http://schemas.microsoft.com/office/drawing/2014/main" id="{037E489D-3B81-4796-9EC9-5F5B398B7962}"/>
              </a:ext>
            </a:extLst>
          </p:cNvPr>
          <p:cNvSpPr>
            <a:spLocks xmlns:a="http://schemas.openxmlformats.org/drawingml/2006/main" noGrp="1"/>
          </p:cNvSpPr>
          <p:nvPr/>
        </p:nvSpPr>
        <p:spPr>
          <a:xfrm xmlns:a="http://schemas.openxmlformats.org/drawingml/2006/main">
            <a:off x="2762250" y="3762375"/>
            <a:ext cx="2038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환경·설정</a:t>
            </a:r>
          </a:p>
        </p:txBody>
      </p:sp>
      <p:sp>
        <p:nvSpPr>
          <p:cNvPr id="18" name="테스트 조사">
            <a:extLst xmlns:a="http://schemas.openxmlformats.org/drawingml/2006/main">
              <a:ext uri="{FF2B5EF4-FFF2-40B4-BE49-F238E27FC236}">
                <a16:creationId xmlns:a16="http://schemas.microsoft.com/office/drawing/2014/main" id="{73206985-F4B7-45A7-80E3-87FD0263F9C5}"/>
              </a:ext>
            </a:extLst>
          </p:cNvPr>
          <p:cNvSpPr>
            <a:spLocks xmlns:a="http://schemas.openxmlformats.org/drawingml/2006/main" noGrp="1"/>
          </p:cNvSpPr>
          <p:nvPr/>
        </p:nvSpPr>
        <p:spPr>
          <a:xfrm xmlns:a="http://schemas.openxmlformats.org/drawingml/2006/main">
            <a:off x="800100" y="4152900"/>
            <a:ext cx="1857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테스트 조사</a:t>
            </a:r>
          </a:p>
        </p:txBody>
      </p:sp>
      <p:sp>
        <p:nvSpPr>
          <p:cNvPr id="19" name="테스트·명세">
            <a:extLst xmlns:a="http://schemas.openxmlformats.org/drawingml/2006/main">
              <a:ext uri="{FF2B5EF4-FFF2-40B4-BE49-F238E27FC236}">
                <a16:creationId xmlns:a16="http://schemas.microsoft.com/office/drawing/2014/main" id="{2B249DDA-A106-4177-A5F9-4A8F8F9DCD07}"/>
              </a:ext>
            </a:extLst>
          </p:cNvPr>
          <p:cNvSpPr>
            <a:spLocks xmlns:a="http://schemas.openxmlformats.org/drawingml/2006/main" noGrp="1"/>
          </p:cNvSpPr>
          <p:nvPr/>
        </p:nvSpPr>
        <p:spPr>
          <a:xfrm xmlns:a="http://schemas.openxmlformats.org/drawingml/2006/main">
            <a:off x="2762250" y="4152900"/>
            <a:ext cx="2038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테스트·명세</a:t>
            </a:r>
          </a:p>
        </p:txBody>
      </p:sp>
      <p:cxnSp>
        <p:nvCxnSpPr>
          <p:cNvPr id="20" name="">
            <a:extLst xmlns:a="http://schemas.openxmlformats.org/drawingml/2006/main">
              <a:ext uri="{FF2B5EF4-FFF2-40B4-BE49-F238E27FC236}">
                <a16:creationId xmlns:a16="http://schemas.microsoft.com/office/drawing/2014/main" id="{CA8FE7FC-8891-48B6-B5D8-57923958C1C3}"/>
              </a:ext>
            </a:extLst>
          </p:cNvPr>
          <p:cNvCxnSpPr/>
          <p:nvPr/>
        </p:nvCxnSpPr>
        <p:spPr>
          <a:xfrm xmlns:a="http://schemas.openxmlformats.org/drawingml/2006/main">
            <a:off x="2800350" y="4610100"/>
            <a:ext cx="0" cy="457200"/>
          </a:xfrm>
          <a:prstGeom xmlns:a="http://schemas.openxmlformats.org/drawingml/2006/main" prst="straightConnector1">
            <a:avLst/>
          </a:prstGeom>
          <a:ln xmlns:a="http://schemas.openxmlformats.org/drawingml/2006/main" w="23813">
            <a:solidFill>
              <a:srgbClr val="0B6172"/>
            </a:solidFill>
            <a:tailEnd type="triangle" w="sm" len="sm"/>
          </a:ln>
        </p:spPr>
      </p:cxnSp>
      <p:sp>
        <p:nvSpPr>
          <p:cNvPr id="21" name="">
            <a:extLst xmlns:a="http://schemas.openxmlformats.org/drawingml/2006/main">
              <a:ext uri="{FF2B5EF4-FFF2-40B4-BE49-F238E27FC236}">
                <a16:creationId xmlns:a16="http://schemas.microsoft.com/office/drawing/2014/main" id="{C9A9CA84-66CB-4B35-965E-DD4B05A8AA97}"/>
              </a:ext>
            </a:extLst>
          </p:cNvPr>
          <p:cNvSpPr>
            <a:spLocks xmlns:a="http://schemas.openxmlformats.org/drawingml/2006/main" noGrp="1"/>
          </p:cNvSpPr>
          <p:nvPr/>
        </p:nvSpPr>
        <p:spPr>
          <a:xfrm xmlns:a="http://schemas.openxmlformats.org/drawingml/2006/main">
            <a:off x="609600" y="5067300"/>
            <a:ext cx="4381500" cy="49530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22" name="같은 Agent가 결과 확인·종합">
            <a:extLst xmlns:a="http://schemas.openxmlformats.org/drawingml/2006/main">
              <a:ext uri="{FF2B5EF4-FFF2-40B4-BE49-F238E27FC236}">
                <a16:creationId xmlns:a16="http://schemas.microsoft.com/office/drawing/2014/main" id="{EEBCC699-091C-447A-A621-371BF26C26D8}"/>
              </a:ext>
            </a:extLst>
          </p:cNvPr>
          <p:cNvSpPr>
            <a:spLocks xmlns:a="http://schemas.openxmlformats.org/drawingml/2006/main" noGrp="1"/>
          </p:cNvSpPr>
          <p:nvPr/>
        </p:nvSpPr>
        <p:spPr>
          <a:xfrm xmlns:a="http://schemas.openxmlformats.org/drawingml/2006/main">
            <a:off x="762000" y="5143500"/>
            <a:ext cx="407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a:solidFill>
                  <a:srgbClr val="0B6172"/>
                </a:solidFill>
                <a:latin typeface="Malgun Gothic"/>
                <a:ea typeface="Malgun Gothic"/>
                <a:cs typeface="Malgun Gothic"/>
              </a:defRPr>
            </a:defPPr>
            <a:lvl1pPr algn="ctr">
              <a:defRPr sz="2025" b="1">
                <a:solidFill>
                  <a:srgbClr val="0B6172"/>
                </a:solidFill>
                <a:latin typeface="Malgun Gothic"/>
                <a:ea typeface="Malgun Gothic"/>
                <a:cs typeface="Malgun Gothic"/>
              </a:defRPr>
            </a:lvl1pPr>
            <a:lvl2pPr algn="ctr">
              <a:defRPr sz="2025" b="1">
                <a:solidFill>
                  <a:srgbClr val="0B6172"/>
                </a:solidFill>
                <a:latin typeface="Malgun Gothic"/>
                <a:ea typeface="Malgun Gothic"/>
                <a:cs typeface="Malgun Gothic"/>
              </a:defRPr>
            </a:lvl2pPr>
            <a:lvl3pPr algn="ctr">
              <a:defRPr sz="2025" b="1">
                <a:solidFill>
                  <a:srgbClr val="0B6172"/>
                </a:solidFill>
                <a:latin typeface="Malgun Gothic"/>
                <a:ea typeface="Malgun Gothic"/>
                <a:cs typeface="Malgun Gothic"/>
              </a:defRPr>
            </a:lvl3pPr>
            <a:lvl4pPr algn="ctr">
              <a:defRPr sz="2025" b="1">
                <a:solidFill>
                  <a:srgbClr val="0B6172"/>
                </a:solidFill>
                <a:latin typeface="Malgun Gothic"/>
                <a:ea typeface="Malgun Gothic"/>
                <a:cs typeface="Malgun Gothic"/>
              </a:defRPr>
            </a:lvl4pPr>
            <a:lvl5pPr algn="ctr">
              <a:defRPr sz="2025" b="1">
                <a:solidFill>
                  <a:srgbClr val="0B6172"/>
                </a:solidFill>
                <a:latin typeface="Malgun Gothic"/>
                <a:ea typeface="Malgun Gothic"/>
                <a:cs typeface="Malgun Gothic"/>
              </a:defRPr>
            </a:lvl5pPr>
            <a:lvl6pPr algn="ctr">
              <a:defRPr sz="2025" b="1">
                <a:solidFill>
                  <a:srgbClr val="0B6172"/>
                </a:solidFill>
                <a:latin typeface="Malgun Gothic"/>
                <a:ea typeface="Malgun Gothic"/>
                <a:cs typeface="Malgun Gothic"/>
              </a:defRPr>
            </a:lvl6pPr>
            <a:lvl7pPr algn="ctr">
              <a:defRPr sz="2025" b="1">
                <a:solidFill>
                  <a:srgbClr val="0B6172"/>
                </a:solidFill>
                <a:latin typeface="Malgun Gothic"/>
                <a:ea typeface="Malgun Gothic"/>
                <a:cs typeface="Malgun Gothic"/>
              </a:defRPr>
            </a:lvl7pPr>
            <a:lvl8pPr algn="ctr">
              <a:defRPr sz="2025" b="1">
                <a:solidFill>
                  <a:srgbClr val="0B6172"/>
                </a:solidFill>
                <a:latin typeface="Malgun Gothic"/>
                <a:ea typeface="Malgun Gothic"/>
                <a:cs typeface="Malgun Gothic"/>
              </a:defRPr>
            </a:lvl8pPr>
            <a:lvl9pPr algn="ctr">
              <a:defRPr sz="2025" b="1">
                <a:solidFill>
                  <a:srgbClr val="0B6172"/>
                </a:solidFill>
                <a:latin typeface="Malgun Gothic"/>
                <a:ea typeface="Malgun Gothic"/>
                <a:cs typeface="Malgun Gothic"/>
              </a:defRPr>
            </a:lvl9pPr>
          </a:lstStyle>
          <a:p xmlns:a="http://schemas.openxmlformats.org/drawingml/2006/main">
            <a:pPr algn="ctr">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같은 Agent가 결과 확인·종합</a:t>
            </a:r>
          </a:p>
        </p:txBody>
      </p:sp>
      <p:sp>
        <p:nvSpPr>
          <p:cNvPr id="23" name="">
            <a:extLst xmlns:a="http://schemas.openxmlformats.org/drawingml/2006/main">
              <a:ext uri="{FF2B5EF4-FFF2-40B4-BE49-F238E27FC236}">
                <a16:creationId xmlns:a16="http://schemas.microsoft.com/office/drawing/2014/main" id="{4D0E6876-0DCA-483B-A03C-79642288C2C2}"/>
              </a:ext>
            </a:extLst>
          </p:cNvPr>
          <p:cNvSpPr>
            <a:spLocks xmlns:a="http://schemas.openxmlformats.org/drawingml/2006/main" noGrp="1"/>
          </p:cNvSpPr>
          <p:nvPr/>
        </p:nvSpPr>
        <p:spPr>
          <a:xfrm xmlns:a="http://schemas.openxmlformats.org/drawingml/2006/main">
            <a:off x="6324600" y="2857500"/>
            <a:ext cx="4762500" cy="53340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24" name="주 Agent: 범위·결과 형식 지정">
            <a:extLst xmlns:a="http://schemas.openxmlformats.org/drawingml/2006/main">
              <a:ext uri="{FF2B5EF4-FFF2-40B4-BE49-F238E27FC236}">
                <a16:creationId xmlns:a16="http://schemas.microsoft.com/office/drawing/2014/main" id="{7ADDE29E-EF34-492B-B220-E3CEE559A053}"/>
              </a:ext>
            </a:extLst>
          </p:cNvPr>
          <p:cNvSpPr>
            <a:spLocks xmlns:a="http://schemas.openxmlformats.org/drawingml/2006/main" noGrp="1"/>
          </p:cNvSpPr>
          <p:nvPr/>
        </p:nvSpPr>
        <p:spPr>
          <a:xfrm xmlns:a="http://schemas.openxmlformats.org/drawingml/2006/main">
            <a:off x="6477000" y="2952750"/>
            <a:ext cx="4457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1">
                <a:solidFill>
                  <a:srgbClr val="0B6172"/>
                </a:solidFill>
                <a:latin typeface="Malgun Gothic"/>
                <a:ea typeface="Malgun Gothic"/>
                <a:cs typeface="Malgun Gothic"/>
              </a:defRPr>
            </a:defPPr>
            <a:lvl1pPr algn="ctr">
              <a:defRPr sz="1950" b="1">
                <a:solidFill>
                  <a:srgbClr val="0B6172"/>
                </a:solidFill>
                <a:latin typeface="Malgun Gothic"/>
                <a:ea typeface="Malgun Gothic"/>
                <a:cs typeface="Malgun Gothic"/>
              </a:defRPr>
            </a:lvl1pPr>
            <a:lvl2pPr algn="ctr">
              <a:defRPr sz="1950" b="1">
                <a:solidFill>
                  <a:srgbClr val="0B6172"/>
                </a:solidFill>
                <a:latin typeface="Malgun Gothic"/>
                <a:ea typeface="Malgun Gothic"/>
                <a:cs typeface="Malgun Gothic"/>
              </a:defRPr>
            </a:lvl2pPr>
            <a:lvl3pPr algn="ctr">
              <a:defRPr sz="1950" b="1">
                <a:solidFill>
                  <a:srgbClr val="0B6172"/>
                </a:solidFill>
                <a:latin typeface="Malgun Gothic"/>
                <a:ea typeface="Malgun Gothic"/>
                <a:cs typeface="Malgun Gothic"/>
              </a:defRPr>
            </a:lvl3pPr>
            <a:lvl4pPr algn="ctr">
              <a:defRPr sz="1950" b="1">
                <a:solidFill>
                  <a:srgbClr val="0B6172"/>
                </a:solidFill>
                <a:latin typeface="Malgun Gothic"/>
                <a:ea typeface="Malgun Gothic"/>
                <a:cs typeface="Malgun Gothic"/>
              </a:defRPr>
            </a:lvl4pPr>
            <a:lvl5pPr algn="ctr">
              <a:defRPr sz="1950" b="1">
                <a:solidFill>
                  <a:srgbClr val="0B6172"/>
                </a:solidFill>
                <a:latin typeface="Malgun Gothic"/>
                <a:ea typeface="Malgun Gothic"/>
                <a:cs typeface="Malgun Gothic"/>
              </a:defRPr>
            </a:lvl5pPr>
            <a:lvl6pPr algn="ctr">
              <a:defRPr sz="1950" b="1">
                <a:solidFill>
                  <a:srgbClr val="0B6172"/>
                </a:solidFill>
                <a:latin typeface="Malgun Gothic"/>
                <a:ea typeface="Malgun Gothic"/>
                <a:cs typeface="Malgun Gothic"/>
              </a:defRPr>
            </a:lvl6pPr>
            <a:lvl7pPr algn="ctr">
              <a:defRPr sz="1950" b="1">
                <a:solidFill>
                  <a:srgbClr val="0B6172"/>
                </a:solidFill>
                <a:latin typeface="Malgun Gothic"/>
                <a:ea typeface="Malgun Gothic"/>
                <a:cs typeface="Malgun Gothic"/>
              </a:defRPr>
            </a:lvl7pPr>
            <a:lvl8pPr algn="ctr">
              <a:defRPr sz="1950" b="1">
                <a:solidFill>
                  <a:srgbClr val="0B6172"/>
                </a:solidFill>
                <a:latin typeface="Malgun Gothic"/>
                <a:ea typeface="Malgun Gothic"/>
                <a:cs typeface="Malgun Gothic"/>
              </a:defRPr>
            </a:lvl8pPr>
            <a:lvl9pPr algn="ctr">
              <a:defRPr sz="1950" b="1">
                <a:solidFill>
                  <a:srgbClr val="0B6172"/>
                </a:solidFill>
                <a:latin typeface="Malgun Gothic"/>
                <a:ea typeface="Malgun Gothic"/>
                <a:cs typeface="Malgun Gothic"/>
              </a:defRPr>
            </a:lvl9pPr>
          </a:lstStyle>
          <a:p xmlns:a="http://schemas.openxmlformats.org/drawingml/2006/main">
            <a:pPr algn="ctr">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주 Agent: 범위·결과 형식 지정</a:t>
            </a:r>
          </a:p>
        </p:txBody>
      </p:sp>
      <p:sp>
        <p:nvSpPr>
          <p:cNvPr id="25" name="">
            <a:extLst xmlns:a="http://schemas.openxmlformats.org/drawingml/2006/main">
              <a:ext uri="{FF2B5EF4-FFF2-40B4-BE49-F238E27FC236}">
                <a16:creationId xmlns:a16="http://schemas.microsoft.com/office/drawing/2014/main" id="{D5F736EF-40B2-467C-B341-A02F99DFE296}"/>
              </a:ext>
            </a:extLst>
          </p:cNvPr>
          <p:cNvSpPr>
            <a:spLocks xmlns:a="http://schemas.openxmlformats.org/drawingml/2006/main" noGrp="1"/>
          </p:cNvSpPr>
          <p:nvPr/>
        </p:nvSpPr>
        <p:spPr>
          <a:xfrm xmlns:a="http://schemas.openxmlformats.org/drawingml/2006/main">
            <a:off x="8705850" y="3390900"/>
            <a:ext cx="0" cy="142875"/>
          </a:xfrm>
          <a:prstGeom xmlns:a="http://schemas.openxmlformats.org/drawingml/2006/main" prst="line">
            <a:avLst/>
          </a:prstGeom>
          <a:noFill xmlns:a="http://schemas.openxmlformats.org/drawingml/2006/main"/>
          <a:ln xmlns:a="http://schemas.openxmlformats.org/drawingml/2006/main" w="23813">
            <a:solidFill>
              <a:srgbClr val="0B6172"/>
            </a:solidFill>
          </a:ln>
        </p:spPr>
      </p:sp>
      <p:sp>
        <p:nvSpPr>
          <p:cNvPr id="26" name="">
            <a:extLst xmlns:a="http://schemas.openxmlformats.org/drawingml/2006/main">
              <a:ext uri="{FF2B5EF4-FFF2-40B4-BE49-F238E27FC236}">
                <a16:creationId xmlns:a16="http://schemas.microsoft.com/office/drawing/2014/main" id="{C8A073F1-4686-4788-A068-34FE750EDD91}"/>
              </a:ext>
            </a:extLst>
          </p:cNvPr>
          <p:cNvSpPr>
            <a:spLocks xmlns:a="http://schemas.openxmlformats.org/drawingml/2006/main" noGrp="1"/>
          </p:cNvSpPr>
          <p:nvPr/>
        </p:nvSpPr>
        <p:spPr>
          <a:xfrm xmlns:a="http://schemas.openxmlformats.org/drawingml/2006/main">
            <a:off x="6724650" y="3533775"/>
            <a:ext cx="3962400" cy="0"/>
          </a:xfrm>
          <a:prstGeom xmlns:a="http://schemas.openxmlformats.org/drawingml/2006/main" prst="line">
            <a:avLst/>
          </a:prstGeom>
          <a:noFill xmlns:a="http://schemas.openxmlformats.org/drawingml/2006/main"/>
          <a:ln xmlns:a="http://schemas.openxmlformats.org/drawingml/2006/main" w="23813">
            <a:solidFill>
              <a:srgbClr val="0B6172"/>
            </a:solidFill>
            <a:prstDash val="solid"/>
          </a:ln>
        </p:spPr>
      </p:sp>
      <p:cxnSp>
        <p:nvCxnSpPr>
          <p:cNvPr id="27" name="">
            <a:extLst xmlns:a="http://schemas.openxmlformats.org/drawingml/2006/main">
              <a:ext uri="{FF2B5EF4-FFF2-40B4-BE49-F238E27FC236}">
                <a16:creationId xmlns:a16="http://schemas.microsoft.com/office/drawing/2014/main" id="{E436D8C5-9CC0-496F-9054-DF5A9C6D3973}"/>
              </a:ext>
            </a:extLst>
          </p:cNvPr>
          <p:cNvCxnSpPr/>
          <p:nvPr/>
        </p:nvCxnSpPr>
        <p:spPr>
          <a:xfrm xmlns:a="http://schemas.openxmlformats.org/drawingml/2006/main">
            <a:off x="6724650" y="3533775"/>
            <a:ext cx="0" cy="161925"/>
          </a:xfrm>
          <a:prstGeom xmlns:a="http://schemas.openxmlformats.org/drawingml/2006/main" prst="straightConnector1">
            <a:avLst/>
          </a:prstGeom>
          <a:ln xmlns:a="http://schemas.openxmlformats.org/drawingml/2006/main" w="23813">
            <a:solidFill>
              <a:srgbClr val="0B6172"/>
            </a:solidFill>
            <a:tailEnd type="triangle" w="sm" len="sm"/>
          </a:ln>
        </p:spPr>
      </p:cxnSp>
      <p:sp>
        <p:nvSpPr>
          <p:cNvPr id="28" name="">
            <a:extLst xmlns:a="http://schemas.openxmlformats.org/drawingml/2006/main">
              <a:ext uri="{FF2B5EF4-FFF2-40B4-BE49-F238E27FC236}">
                <a16:creationId xmlns:a16="http://schemas.microsoft.com/office/drawing/2014/main" id="{1AB2AF36-1100-4DAA-A1DE-2B19864C09AC}"/>
              </a:ext>
            </a:extLst>
          </p:cNvPr>
          <p:cNvSpPr>
            <a:spLocks xmlns:a="http://schemas.openxmlformats.org/drawingml/2006/main" noGrp="1"/>
          </p:cNvSpPr>
          <p:nvPr/>
        </p:nvSpPr>
        <p:spPr>
          <a:xfrm xmlns:a="http://schemas.openxmlformats.org/drawingml/2006/main">
            <a:off x="5829300" y="3695700"/>
            <a:ext cx="17907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9" name="Subagent 1">
            <a:extLst xmlns:a="http://schemas.openxmlformats.org/drawingml/2006/main">
              <a:ext uri="{FF2B5EF4-FFF2-40B4-BE49-F238E27FC236}">
                <a16:creationId xmlns:a16="http://schemas.microsoft.com/office/drawing/2014/main" id="{C38451CD-27BE-444E-9962-8290939BBEFD}"/>
              </a:ext>
            </a:extLst>
          </p:cNvPr>
          <p:cNvSpPr>
            <a:spLocks xmlns:a="http://schemas.openxmlformats.org/drawingml/2006/main" noGrp="1"/>
          </p:cNvSpPr>
          <p:nvPr/>
        </p:nvSpPr>
        <p:spPr>
          <a:xfrm xmlns:a="http://schemas.openxmlformats.org/drawingml/2006/main">
            <a:off x="5905500" y="3762375"/>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4D5A68"/>
                </a:solidFill>
                <a:latin typeface="Malgun Gothic"/>
                <a:ea typeface="Malgun Gothic"/>
                <a:cs typeface="Malgun Gothic"/>
              </a:defRPr>
            </a:defPPr>
            <a:lvl1pPr algn="ctr">
              <a:defRPr sz="1650" b="0">
                <a:solidFill>
                  <a:srgbClr val="4D5A68"/>
                </a:solidFill>
                <a:latin typeface="Malgun Gothic"/>
                <a:ea typeface="Malgun Gothic"/>
                <a:cs typeface="Malgun Gothic"/>
              </a:defRPr>
            </a:lvl1pPr>
            <a:lvl2pPr algn="ctr">
              <a:defRPr sz="1650" b="0">
                <a:solidFill>
                  <a:srgbClr val="4D5A68"/>
                </a:solidFill>
                <a:latin typeface="Malgun Gothic"/>
                <a:ea typeface="Malgun Gothic"/>
                <a:cs typeface="Malgun Gothic"/>
              </a:defRPr>
            </a:lvl2pPr>
            <a:lvl3pPr algn="ctr">
              <a:defRPr sz="1650" b="0">
                <a:solidFill>
                  <a:srgbClr val="4D5A68"/>
                </a:solidFill>
                <a:latin typeface="Malgun Gothic"/>
                <a:ea typeface="Malgun Gothic"/>
                <a:cs typeface="Malgun Gothic"/>
              </a:defRPr>
            </a:lvl3pPr>
            <a:lvl4pPr algn="ctr">
              <a:defRPr sz="1650" b="0">
                <a:solidFill>
                  <a:srgbClr val="4D5A68"/>
                </a:solidFill>
                <a:latin typeface="Malgun Gothic"/>
                <a:ea typeface="Malgun Gothic"/>
                <a:cs typeface="Malgun Gothic"/>
              </a:defRPr>
            </a:lvl4pPr>
            <a:lvl5pPr algn="ctr">
              <a:defRPr sz="1650" b="0">
                <a:solidFill>
                  <a:srgbClr val="4D5A68"/>
                </a:solidFill>
                <a:latin typeface="Malgun Gothic"/>
                <a:ea typeface="Malgun Gothic"/>
                <a:cs typeface="Malgun Gothic"/>
              </a:defRPr>
            </a:lvl5pPr>
            <a:lvl6pPr algn="ctr">
              <a:defRPr sz="1650" b="0">
                <a:solidFill>
                  <a:srgbClr val="4D5A68"/>
                </a:solidFill>
                <a:latin typeface="Malgun Gothic"/>
                <a:ea typeface="Malgun Gothic"/>
                <a:cs typeface="Malgun Gothic"/>
              </a:defRPr>
            </a:lvl6pPr>
            <a:lvl7pPr algn="ctr">
              <a:defRPr sz="1650" b="0">
                <a:solidFill>
                  <a:srgbClr val="4D5A68"/>
                </a:solidFill>
                <a:latin typeface="Malgun Gothic"/>
                <a:ea typeface="Malgun Gothic"/>
                <a:cs typeface="Malgun Gothic"/>
              </a:defRPr>
            </a:lvl7pPr>
            <a:lvl8pPr algn="ctr">
              <a:defRPr sz="1650" b="0">
                <a:solidFill>
                  <a:srgbClr val="4D5A68"/>
                </a:solidFill>
                <a:latin typeface="Malgun Gothic"/>
                <a:ea typeface="Malgun Gothic"/>
                <a:cs typeface="Malgun Gothic"/>
              </a:defRPr>
            </a:lvl8pPr>
            <a:lvl9pPr algn="ctr">
              <a:defRPr sz="1650" b="0">
                <a:solidFill>
                  <a:srgbClr val="4D5A68"/>
                </a:solidFill>
                <a:latin typeface="Malgun Gothic"/>
                <a:ea typeface="Malgun Gothic"/>
                <a:cs typeface="Malgun Gothic"/>
              </a:defRPr>
            </a:lvl9pPr>
          </a:lstStyle>
          <a:p xmlns:a="http://schemas.openxmlformats.org/drawingml/2006/main">
            <a:pPr algn="ctr">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Subagent 1</a:t>
            </a:r>
          </a:p>
        </p:txBody>
      </p:sp>
      <p:sp>
        <p:nvSpPr>
          <p:cNvPr id="30" name="성능 조사">
            <a:extLst xmlns:a="http://schemas.openxmlformats.org/drawingml/2006/main">
              <a:ext uri="{FF2B5EF4-FFF2-40B4-BE49-F238E27FC236}">
                <a16:creationId xmlns:a16="http://schemas.microsoft.com/office/drawing/2014/main" id="{AC198EBA-BDF9-4739-B2FA-D9566596839B}"/>
              </a:ext>
            </a:extLst>
          </p:cNvPr>
          <p:cNvSpPr>
            <a:spLocks xmlns:a="http://schemas.openxmlformats.org/drawingml/2006/main" noGrp="1"/>
          </p:cNvSpPr>
          <p:nvPr/>
        </p:nvSpPr>
        <p:spPr>
          <a:xfrm xmlns:a="http://schemas.openxmlformats.org/drawingml/2006/main">
            <a:off x="5905500" y="4048125"/>
            <a:ext cx="1638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a:solidFill>
                  <a:srgbClr val="17212B"/>
                </a:solidFill>
                <a:latin typeface="Malgun Gothic"/>
                <a:ea typeface="Malgun Gothic"/>
                <a:cs typeface="Malgun Gothic"/>
              </a:defRPr>
            </a:defPPr>
            <a:lvl1pPr algn="ctr">
              <a:defRPr sz="2025" b="1">
                <a:solidFill>
                  <a:srgbClr val="17212B"/>
                </a:solidFill>
                <a:latin typeface="Malgun Gothic"/>
                <a:ea typeface="Malgun Gothic"/>
                <a:cs typeface="Malgun Gothic"/>
              </a:defRPr>
            </a:lvl1pPr>
            <a:lvl2pPr algn="ctr">
              <a:defRPr sz="2025" b="1">
                <a:solidFill>
                  <a:srgbClr val="17212B"/>
                </a:solidFill>
                <a:latin typeface="Malgun Gothic"/>
                <a:ea typeface="Malgun Gothic"/>
                <a:cs typeface="Malgun Gothic"/>
              </a:defRPr>
            </a:lvl2pPr>
            <a:lvl3pPr algn="ctr">
              <a:defRPr sz="2025" b="1">
                <a:solidFill>
                  <a:srgbClr val="17212B"/>
                </a:solidFill>
                <a:latin typeface="Malgun Gothic"/>
                <a:ea typeface="Malgun Gothic"/>
                <a:cs typeface="Malgun Gothic"/>
              </a:defRPr>
            </a:lvl3pPr>
            <a:lvl4pPr algn="ctr">
              <a:defRPr sz="2025" b="1">
                <a:solidFill>
                  <a:srgbClr val="17212B"/>
                </a:solidFill>
                <a:latin typeface="Malgun Gothic"/>
                <a:ea typeface="Malgun Gothic"/>
                <a:cs typeface="Malgun Gothic"/>
              </a:defRPr>
            </a:lvl4pPr>
            <a:lvl5pPr algn="ctr">
              <a:defRPr sz="2025" b="1">
                <a:solidFill>
                  <a:srgbClr val="17212B"/>
                </a:solidFill>
                <a:latin typeface="Malgun Gothic"/>
                <a:ea typeface="Malgun Gothic"/>
                <a:cs typeface="Malgun Gothic"/>
              </a:defRPr>
            </a:lvl5pPr>
            <a:lvl6pPr algn="ctr">
              <a:defRPr sz="2025" b="1">
                <a:solidFill>
                  <a:srgbClr val="17212B"/>
                </a:solidFill>
                <a:latin typeface="Malgun Gothic"/>
                <a:ea typeface="Malgun Gothic"/>
                <a:cs typeface="Malgun Gothic"/>
              </a:defRPr>
            </a:lvl6pPr>
            <a:lvl7pPr algn="ctr">
              <a:defRPr sz="2025" b="1">
                <a:solidFill>
                  <a:srgbClr val="17212B"/>
                </a:solidFill>
                <a:latin typeface="Malgun Gothic"/>
                <a:ea typeface="Malgun Gothic"/>
                <a:cs typeface="Malgun Gothic"/>
              </a:defRPr>
            </a:lvl7pPr>
            <a:lvl8pPr algn="ctr">
              <a:defRPr sz="2025" b="1">
                <a:solidFill>
                  <a:srgbClr val="17212B"/>
                </a:solidFill>
                <a:latin typeface="Malgun Gothic"/>
                <a:ea typeface="Malgun Gothic"/>
                <a:cs typeface="Malgun Gothic"/>
              </a:defRPr>
            </a:lvl8pPr>
            <a:lvl9pPr algn="ctr">
              <a:defRPr sz="2025" b="1">
                <a:solidFill>
                  <a:srgbClr val="17212B"/>
                </a:solidFill>
                <a:latin typeface="Malgun Gothic"/>
                <a:ea typeface="Malgun Gothic"/>
                <a:cs typeface="Malgun Gothic"/>
              </a:defRPr>
            </a:lvl9pPr>
          </a:lstStyle>
          <a:p xmlns:a="http://schemas.openxmlformats.org/drawingml/2006/main">
            <a:pPr algn="ctr">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성능 조사</a:t>
            </a:r>
          </a:p>
        </p:txBody>
      </p:sp>
      <p:sp>
        <p:nvSpPr>
          <p:cNvPr id="31" name="소스·측정">
            <a:extLst xmlns:a="http://schemas.openxmlformats.org/drawingml/2006/main">
              <a:ext uri="{FF2B5EF4-FFF2-40B4-BE49-F238E27FC236}">
                <a16:creationId xmlns:a16="http://schemas.microsoft.com/office/drawing/2014/main" id="{24075559-ACA0-41E8-A925-A6F9820A0808}"/>
              </a:ext>
            </a:extLst>
          </p:cNvPr>
          <p:cNvSpPr>
            <a:spLocks xmlns:a="http://schemas.openxmlformats.org/drawingml/2006/main" noGrp="1"/>
          </p:cNvSpPr>
          <p:nvPr/>
        </p:nvSpPr>
        <p:spPr>
          <a:xfrm xmlns:a="http://schemas.openxmlformats.org/drawingml/2006/main">
            <a:off x="5905500" y="4400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4D5A68"/>
                </a:solidFill>
                <a:latin typeface="Malgun Gothic"/>
                <a:ea typeface="Malgun Gothic"/>
                <a:cs typeface="Malgun Gothic"/>
              </a:defRPr>
            </a:defPPr>
            <a:lvl1pPr algn="ctr">
              <a:defRPr sz="1650" b="0">
                <a:solidFill>
                  <a:srgbClr val="4D5A68"/>
                </a:solidFill>
                <a:latin typeface="Malgun Gothic"/>
                <a:ea typeface="Malgun Gothic"/>
                <a:cs typeface="Malgun Gothic"/>
              </a:defRPr>
            </a:lvl1pPr>
            <a:lvl2pPr algn="ctr">
              <a:defRPr sz="1650" b="0">
                <a:solidFill>
                  <a:srgbClr val="4D5A68"/>
                </a:solidFill>
                <a:latin typeface="Malgun Gothic"/>
                <a:ea typeface="Malgun Gothic"/>
                <a:cs typeface="Malgun Gothic"/>
              </a:defRPr>
            </a:lvl2pPr>
            <a:lvl3pPr algn="ctr">
              <a:defRPr sz="1650" b="0">
                <a:solidFill>
                  <a:srgbClr val="4D5A68"/>
                </a:solidFill>
                <a:latin typeface="Malgun Gothic"/>
                <a:ea typeface="Malgun Gothic"/>
                <a:cs typeface="Malgun Gothic"/>
              </a:defRPr>
            </a:lvl3pPr>
            <a:lvl4pPr algn="ctr">
              <a:defRPr sz="1650" b="0">
                <a:solidFill>
                  <a:srgbClr val="4D5A68"/>
                </a:solidFill>
                <a:latin typeface="Malgun Gothic"/>
                <a:ea typeface="Malgun Gothic"/>
                <a:cs typeface="Malgun Gothic"/>
              </a:defRPr>
            </a:lvl4pPr>
            <a:lvl5pPr algn="ctr">
              <a:defRPr sz="1650" b="0">
                <a:solidFill>
                  <a:srgbClr val="4D5A68"/>
                </a:solidFill>
                <a:latin typeface="Malgun Gothic"/>
                <a:ea typeface="Malgun Gothic"/>
                <a:cs typeface="Malgun Gothic"/>
              </a:defRPr>
            </a:lvl5pPr>
            <a:lvl6pPr algn="ctr">
              <a:defRPr sz="1650" b="0">
                <a:solidFill>
                  <a:srgbClr val="4D5A68"/>
                </a:solidFill>
                <a:latin typeface="Malgun Gothic"/>
                <a:ea typeface="Malgun Gothic"/>
                <a:cs typeface="Malgun Gothic"/>
              </a:defRPr>
            </a:lvl6pPr>
            <a:lvl7pPr algn="ctr">
              <a:defRPr sz="1650" b="0">
                <a:solidFill>
                  <a:srgbClr val="4D5A68"/>
                </a:solidFill>
                <a:latin typeface="Malgun Gothic"/>
                <a:ea typeface="Malgun Gothic"/>
                <a:cs typeface="Malgun Gothic"/>
              </a:defRPr>
            </a:lvl7pPr>
            <a:lvl8pPr algn="ctr">
              <a:defRPr sz="1650" b="0">
                <a:solidFill>
                  <a:srgbClr val="4D5A68"/>
                </a:solidFill>
                <a:latin typeface="Malgun Gothic"/>
                <a:ea typeface="Malgun Gothic"/>
                <a:cs typeface="Malgun Gothic"/>
              </a:defRPr>
            </a:lvl8pPr>
            <a:lvl9pPr algn="ctr">
              <a:defRPr sz="1650" b="0">
                <a:solidFill>
                  <a:srgbClr val="4D5A68"/>
                </a:solidFill>
                <a:latin typeface="Malgun Gothic"/>
                <a:ea typeface="Malgun Gothic"/>
                <a:cs typeface="Malgun Gothic"/>
              </a:defRPr>
            </a:lvl9pPr>
          </a:lstStyle>
          <a:p xmlns:a="http://schemas.openxmlformats.org/drawingml/2006/main">
            <a:pPr algn="ctr">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소스·측정</a:t>
            </a:r>
          </a:p>
        </p:txBody>
      </p:sp>
      <p:sp>
        <p:nvSpPr>
          <p:cNvPr id="32" name="">
            <a:extLst xmlns:a="http://schemas.openxmlformats.org/drawingml/2006/main">
              <a:ext uri="{FF2B5EF4-FFF2-40B4-BE49-F238E27FC236}">
                <a16:creationId xmlns:a16="http://schemas.microsoft.com/office/drawing/2014/main" id="{CB95D63C-A148-454A-BCB6-4DD634BB7557}"/>
              </a:ext>
            </a:extLst>
          </p:cNvPr>
          <p:cNvSpPr>
            <a:spLocks xmlns:a="http://schemas.openxmlformats.org/drawingml/2006/main" noGrp="1"/>
          </p:cNvSpPr>
          <p:nvPr/>
        </p:nvSpPr>
        <p:spPr>
          <a:xfrm xmlns:a="http://schemas.openxmlformats.org/drawingml/2006/main">
            <a:off x="6724650" y="4724400"/>
            <a:ext cx="0" cy="142875"/>
          </a:xfrm>
          <a:prstGeom xmlns:a="http://schemas.openxmlformats.org/drawingml/2006/main" prst="line">
            <a:avLst/>
          </a:prstGeom>
          <a:noFill xmlns:a="http://schemas.openxmlformats.org/drawingml/2006/main"/>
          <a:ln xmlns:a="http://schemas.openxmlformats.org/drawingml/2006/main" w="23813">
            <a:solidFill>
              <a:srgbClr val="0B6172"/>
            </a:solidFill>
          </a:ln>
        </p:spPr>
      </p:sp>
      <p:cxnSp>
        <p:nvCxnSpPr>
          <p:cNvPr id="33" name="">
            <a:extLst xmlns:a="http://schemas.openxmlformats.org/drawingml/2006/main">
              <a:ext uri="{FF2B5EF4-FFF2-40B4-BE49-F238E27FC236}">
                <a16:creationId xmlns:a16="http://schemas.microsoft.com/office/drawing/2014/main" id="{A7BFE1EF-864B-432F-A5A7-DCF318AEA1EB}"/>
              </a:ext>
            </a:extLst>
          </p:cNvPr>
          <p:cNvCxnSpPr/>
          <p:nvPr/>
        </p:nvCxnSpPr>
        <p:spPr>
          <a:xfrm xmlns:a="http://schemas.openxmlformats.org/drawingml/2006/main">
            <a:off x="8705850" y="3533775"/>
            <a:ext cx="0" cy="161925"/>
          </a:xfrm>
          <a:prstGeom xmlns:a="http://schemas.openxmlformats.org/drawingml/2006/main" prst="straightConnector1">
            <a:avLst/>
          </a:prstGeom>
          <a:ln xmlns:a="http://schemas.openxmlformats.org/drawingml/2006/main" w="23813">
            <a:solidFill>
              <a:srgbClr val="0B6172"/>
            </a:solidFill>
            <a:tailEnd type="triangle" w="sm" len="sm"/>
          </a:ln>
        </p:spPr>
      </p:cxnSp>
      <p:sp>
        <p:nvSpPr>
          <p:cNvPr id="34" name="">
            <a:extLst xmlns:a="http://schemas.openxmlformats.org/drawingml/2006/main">
              <a:ext uri="{FF2B5EF4-FFF2-40B4-BE49-F238E27FC236}">
                <a16:creationId xmlns:a16="http://schemas.microsoft.com/office/drawing/2014/main" id="{213AE556-CAD1-413E-A8C1-1FF4AE5471E6}"/>
              </a:ext>
            </a:extLst>
          </p:cNvPr>
          <p:cNvSpPr>
            <a:spLocks xmlns:a="http://schemas.openxmlformats.org/drawingml/2006/main" noGrp="1"/>
          </p:cNvSpPr>
          <p:nvPr/>
        </p:nvSpPr>
        <p:spPr>
          <a:xfrm xmlns:a="http://schemas.openxmlformats.org/drawingml/2006/main">
            <a:off x="7810500" y="3695700"/>
            <a:ext cx="17907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35" name="Subagent 2">
            <a:extLst xmlns:a="http://schemas.openxmlformats.org/drawingml/2006/main">
              <a:ext uri="{FF2B5EF4-FFF2-40B4-BE49-F238E27FC236}">
                <a16:creationId xmlns:a16="http://schemas.microsoft.com/office/drawing/2014/main" id="{FA308320-0E7D-46C0-B9CA-FC12AA34625C}"/>
              </a:ext>
            </a:extLst>
          </p:cNvPr>
          <p:cNvSpPr>
            <a:spLocks xmlns:a="http://schemas.openxmlformats.org/drawingml/2006/main" noGrp="1"/>
          </p:cNvSpPr>
          <p:nvPr/>
        </p:nvSpPr>
        <p:spPr>
          <a:xfrm xmlns:a="http://schemas.openxmlformats.org/drawingml/2006/main">
            <a:off x="7886700" y="3762375"/>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4D5A68"/>
                </a:solidFill>
                <a:latin typeface="Malgun Gothic"/>
                <a:ea typeface="Malgun Gothic"/>
                <a:cs typeface="Malgun Gothic"/>
              </a:defRPr>
            </a:defPPr>
            <a:lvl1pPr algn="ctr">
              <a:defRPr sz="1650" b="0">
                <a:solidFill>
                  <a:srgbClr val="4D5A68"/>
                </a:solidFill>
                <a:latin typeface="Malgun Gothic"/>
                <a:ea typeface="Malgun Gothic"/>
                <a:cs typeface="Malgun Gothic"/>
              </a:defRPr>
            </a:lvl1pPr>
            <a:lvl2pPr algn="ctr">
              <a:defRPr sz="1650" b="0">
                <a:solidFill>
                  <a:srgbClr val="4D5A68"/>
                </a:solidFill>
                <a:latin typeface="Malgun Gothic"/>
                <a:ea typeface="Malgun Gothic"/>
                <a:cs typeface="Malgun Gothic"/>
              </a:defRPr>
            </a:lvl2pPr>
            <a:lvl3pPr algn="ctr">
              <a:defRPr sz="1650" b="0">
                <a:solidFill>
                  <a:srgbClr val="4D5A68"/>
                </a:solidFill>
                <a:latin typeface="Malgun Gothic"/>
                <a:ea typeface="Malgun Gothic"/>
                <a:cs typeface="Malgun Gothic"/>
              </a:defRPr>
            </a:lvl3pPr>
            <a:lvl4pPr algn="ctr">
              <a:defRPr sz="1650" b="0">
                <a:solidFill>
                  <a:srgbClr val="4D5A68"/>
                </a:solidFill>
                <a:latin typeface="Malgun Gothic"/>
                <a:ea typeface="Malgun Gothic"/>
                <a:cs typeface="Malgun Gothic"/>
              </a:defRPr>
            </a:lvl4pPr>
            <a:lvl5pPr algn="ctr">
              <a:defRPr sz="1650" b="0">
                <a:solidFill>
                  <a:srgbClr val="4D5A68"/>
                </a:solidFill>
                <a:latin typeface="Malgun Gothic"/>
                <a:ea typeface="Malgun Gothic"/>
                <a:cs typeface="Malgun Gothic"/>
              </a:defRPr>
            </a:lvl5pPr>
            <a:lvl6pPr algn="ctr">
              <a:defRPr sz="1650" b="0">
                <a:solidFill>
                  <a:srgbClr val="4D5A68"/>
                </a:solidFill>
                <a:latin typeface="Malgun Gothic"/>
                <a:ea typeface="Malgun Gothic"/>
                <a:cs typeface="Malgun Gothic"/>
              </a:defRPr>
            </a:lvl6pPr>
            <a:lvl7pPr algn="ctr">
              <a:defRPr sz="1650" b="0">
                <a:solidFill>
                  <a:srgbClr val="4D5A68"/>
                </a:solidFill>
                <a:latin typeface="Malgun Gothic"/>
                <a:ea typeface="Malgun Gothic"/>
                <a:cs typeface="Malgun Gothic"/>
              </a:defRPr>
            </a:lvl7pPr>
            <a:lvl8pPr algn="ctr">
              <a:defRPr sz="1650" b="0">
                <a:solidFill>
                  <a:srgbClr val="4D5A68"/>
                </a:solidFill>
                <a:latin typeface="Malgun Gothic"/>
                <a:ea typeface="Malgun Gothic"/>
                <a:cs typeface="Malgun Gothic"/>
              </a:defRPr>
            </a:lvl8pPr>
            <a:lvl9pPr algn="ctr">
              <a:defRPr sz="1650" b="0">
                <a:solidFill>
                  <a:srgbClr val="4D5A68"/>
                </a:solidFill>
                <a:latin typeface="Malgun Gothic"/>
                <a:ea typeface="Malgun Gothic"/>
                <a:cs typeface="Malgun Gothic"/>
              </a:defRPr>
            </a:lvl9pPr>
          </a:lstStyle>
          <a:p xmlns:a="http://schemas.openxmlformats.org/drawingml/2006/main">
            <a:pPr algn="ctr">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Subagent 2</a:t>
            </a:r>
          </a:p>
        </p:txBody>
      </p:sp>
      <p:sp>
        <p:nvSpPr>
          <p:cNvPr id="36" name="빌드 조사">
            <a:extLst xmlns:a="http://schemas.openxmlformats.org/drawingml/2006/main">
              <a:ext uri="{FF2B5EF4-FFF2-40B4-BE49-F238E27FC236}">
                <a16:creationId xmlns:a16="http://schemas.microsoft.com/office/drawing/2014/main" id="{9FF07589-2A28-4379-A0A8-96EEFE0280AD}"/>
              </a:ext>
            </a:extLst>
          </p:cNvPr>
          <p:cNvSpPr>
            <a:spLocks xmlns:a="http://schemas.openxmlformats.org/drawingml/2006/main" noGrp="1"/>
          </p:cNvSpPr>
          <p:nvPr/>
        </p:nvSpPr>
        <p:spPr>
          <a:xfrm xmlns:a="http://schemas.openxmlformats.org/drawingml/2006/main">
            <a:off x="7886700" y="4048125"/>
            <a:ext cx="1638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a:solidFill>
                  <a:srgbClr val="17212B"/>
                </a:solidFill>
                <a:latin typeface="Malgun Gothic"/>
                <a:ea typeface="Malgun Gothic"/>
                <a:cs typeface="Malgun Gothic"/>
              </a:defRPr>
            </a:defPPr>
            <a:lvl1pPr algn="ctr">
              <a:defRPr sz="2025" b="1">
                <a:solidFill>
                  <a:srgbClr val="17212B"/>
                </a:solidFill>
                <a:latin typeface="Malgun Gothic"/>
                <a:ea typeface="Malgun Gothic"/>
                <a:cs typeface="Malgun Gothic"/>
              </a:defRPr>
            </a:lvl1pPr>
            <a:lvl2pPr algn="ctr">
              <a:defRPr sz="2025" b="1">
                <a:solidFill>
                  <a:srgbClr val="17212B"/>
                </a:solidFill>
                <a:latin typeface="Malgun Gothic"/>
                <a:ea typeface="Malgun Gothic"/>
                <a:cs typeface="Malgun Gothic"/>
              </a:defRPr>
            </a:lvl2pPr>
            <a:lvl3pPr algn="ctr">
              <a:defRPr sz="2025" b="1">
                <a:solidFill>
                  <a:srgbClr val="17212B"/>
                </a:solidFill>
                <a:latin typeface="Malgun Gothic"/>
                <a:ea typeface="Malgun Gothic"/>
                <a:cs typeface="Malgun Gothic"/>
              </a:defRPr>
            </a:lvl3pPr>
            <a:lvl4pPr algn="ctr">
              <a:defRPr sz="2025" b="1">
                <a:solidFill>
                  <a:srgbClr val="17212B"/>
                </a:solidFill>
                <a:latin typeface="Malgun Gothic"/>
                <a:ea typeface="Malgun Gothic"/>
                <a:cs typeface="Malgun Gothic"/>
              </a:defRPr>
            </a:lvl4pPr>
            <a:lvl5pPr algn="ctr">
              <a:defRPr sz="2025" b="1">
                <a:solidFill>
                  <a:srgbClr val="17212B"/>
                </a:solidFill>
                <a:latin typeface="Malgun Gothic"/>
                <a:ea typeface="Malgun Gothic"/>
                <a:cs typeface="Malgun Gothic"/>
              </a:defRPr>
            </a:lvl5pPr>
            <a:lvl6pPr algn="ctr">
              <a:defRPr sz="2025" b="1">
                <a:solidFill>
                  <a:srgbClr val="17212B"/>
                </a:solidFill>
                <a:latin typeface="Malgun Gothic"/>
                <a:ea typeface="Malgun Gothic"/>
                <a:cs typeface="Malgun Gothic"/>
              </a:defRPr>
            </a:lvl6pPr>
            <a:lvl7pPr algn="ctr">
              <a:defRPr sz="2025" b="1">
                <a:solidFill>
                  <a:srgbClr val="17212B"/>
                </a:solidFill>
                <a:latin typeface="Malgun Gothic"/>
                <a:ea typeface="Malgun Gothic"/>
                <a:cs typeface="Malgun Gothic"/>
              </a:defRPr>
            </a:lvl7pPr>
            <a:lvl8pPr algn="ctr">
              <a:defRPr sz="2025" b="1">
                <a:solidFill>
                  <a:srgbClr val="17212B"/>
                </a:solidFill>
                <a:latin typeface="Malgun Gothic"/>
                <a:ea typeface="Malgun Gothic"/>
                <a:cs typeface="Malgun Gothic"/>
              </a:defRPr>
            </a:lvl8pPr>
            <a:lvl9pPr algn="ctr">
              <a:defRPr sz="2025" b="1">
                <a:solidFill>
                  <a:srgbClr val="17212B"/>
                </a:solidFill>
                <a:latin typeface="Malgun Gothic"/>
                <a:ea typeface="Malgun Gothic"/>
                <a:cs typeface="Malgun Gothic"/>
              </a:defRPr>
            </a:lvl9pPr>
          </a:lstStyle>
          <a:p xmlns:a="http://schemas.openxmlformats.org/drawingml/2006/main">
            <a:pPr algn="ctr">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빌드 조사</a:t>
            </a:r>
          </a:p>
        </p:txBody>
      </p:sp>
      <p:sp>
        <p:nvSpPr>
          <p:cNvPr id="37" name="환경·설정">
            <a:extLst xmlns:a="http://schemas.openxmlformats.org/drawingml/2006/main">
              <a:ext uri="{FF2B5EF4-FFF2-40B4-BE49-F238E27FC236}">
                <a16:creationId xmlns:a16="http://schemas.microsoft.com/office/drawing/2014/main" id="{E92F54E2-84FC-4DB6-8D6B-F2455A816A57}"/>
              </a:ext>
            </a:extLst>
          </p:cNvPr>
          <p:cNvSpPr>
            <a:spLocks xmlns:a="http://schemas.openxmlformats.org/drawingml/2006/main" noGrp="1"/>
          </p:cNvSpPr>
          <p:nvPr/>
        </p:nvSpPr>
        <p:spPr>
          <a:xfrm xmlns:a="http://schemas.openxmlformats.org/drawingml/2006/main">
            <a:off x="7886700" y="4400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4D5A68"/>
                </a:solidFill>
                <a:latin typeface="Malgun Gothic"/>
                <a:ea typeface="Malgun Gothic"/>
                <a:cs typeface="Malgun Gothic"/>
              </a:defRPr>
            </a:defPPr>
            <a:lvl1pPr algn="ctr">
              <a:defRPr sz="1650" b="0">
                <a:solidFill>
                  <a:srgbClr val="4D5A68"/>
                </a:solidFill>
                <a:latin typeface="Malgun Gothic"/>
                <a:ea typeface="Malgun Gothic"/>
                <a:cs typeface="Malgun Gothic"/>
              </a:defRPr>
            </a:lvl1pPr>
            <a:lvl2pPr algn="ctr">
              <a:defRPr sz="1650" b="0">
                <a:solidFill>
                  <a:srgbClr val="4D5A68"/>
                </a:solidFill>
                <a:latin typeface="Malgun Gothic"/>
                <a:ea typeface="Malgun Gothic"/>
                <a:cs typeface="Malgun Gothic"/>
              </a:defRPr>
            </a:lvl2pPr>
            <a:lvl3pPr algn="ctr">
              <a:defRPr sz="1650" b="0">
                <a:solidFill>
                  <a:srgbClr val="4D5A68"/>
                </a:solidFill>
                <a:latin typeface="Malgun Gothic"/>
                <a:ea typeface="Malgun Gothic"/>
                <a:cs typeface="Malgun Gothic"/>
              </a:defRPr>
            </a:lvl3pPr>
            <a:lvl4pPr algn="ctr">
              <a:defRPr sz="1650" b="0">
                <a:solidFill>
                  <a:srgbClr val="4D5A68"/>
                </a:solidFill>
                <a:latin typeface="Malgun Gothic"/>
                <a:ea typeface="Malgun Gothic"/>
                <a:cs typeface="Malgun Gothic"/>
              </a:defRPr>
            </a:lvl4pPr>
            <a:lvl5pPr algn="ctr">
              <a:defRPr sz="1650" b="0">
                <a:solidFill>
                  <a:srgbClr val="4D5A68"/>
                </a:solidFill>
                <a:latin typeface="Malgun Gothic"/>
                <a:ea typeface="Malgun Gothic"/>
                <a:cs typeface="Malgun Gothic"/>
              </a:defRPr>
            </a:lvl5pPr>
            <a:lvl6pPr algn="ctr">
              <a:defRPr sz="1650" b="0">
                <a:solidFill>
                  <a:srgbClr val="4D5A68"/>
                </a:solidFill>
                <a:latin typeface="Malgun Gothic"/>
                <a:ea typeface="Malgun Gothic"/>
                <a:cs typeface="Malgun Gothic"/>
              </a:defRPr>
            </a:lvl6pPr>
            <a:lvl7pPr algn="ctr">
              <a:defRPr sz="1650" b="0">
                <a:solidFill>
                  <a:srgbClr val="4D5A68"/>
                </a:solidFill>
                <a:latin typeface="Malgun Gothic"/>
                <a:ea typeface="Malgun Gothic"/>
                <a:cs typeface="Malgun Gothic"/>
              </a:defRPr>
            </a:lvl7pPr>
            <a:lvl8pPr algn="ctr">
              <a:defRPr sz="1650" b="0">
                <a:solidFill>
                  <a:srgbClr val="4D5A68"/>
                </a:solidFill>
                <a:latin typeface="Malgun Gothic"/>
                <a:ea typeface="Malgun Gothic"/>
                <a:cs typeface="Malgun Gothic"/>
              </a:defRPr>
            </a:lvl8pPr>
            <a:lvl9pPr algn="ctr">
              <a:defRPr sz="1650" b="0">
                <a:solidFill>
                  <a:srgbClr val="4D5A68"/>
                </a:solidFill>
                <a:latin typeface="Malgun Gothic"/>
                <a:ea typeface="Malgun Gothic"/>
                <a:cs typeface="Malgun Gothic"/>
              </a:defRPr>
            </a:lvl9pPr>
          </a:lstStyle>
          <a:p xmlns:a="http://schemas.openxmlformats.org/drawingml/2006/main">
            <a:pPr algn="ctr">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환경·설정</a:t>
            </a:r>
          </a:p>
        </p:txBody>
      </p:sp>
      <p:sp>
        <p:nvSpPr>
          <p:cNvPr id="38" name="">
            <a:extLst xmlns:a="http://schemas.openxmlformats.org/drawingml/2006/main">
              <a:ext uri="{FF2B5EF4-FFF2-40B4-BE49-F238E27FC236}">
                <a16:creationId xmlns:a16="http://schemas.microsoft.com/office/drawing/2014/main" id="{3B66F9E2-9490-4B6C-8E36-4C125D4F04D9}"/>
              </a:ext>
            </a:extLst>
          </p:cNvPr>
          <p:cNvSpPr>
            <a:spLocks xmlns:a="http://schemas.openxmlformats.org/drawingml/2006/main" noGrp="1"/>
          </p:cNvSpPr>
          <p:nvPr/>
        </p:nvSpPr>
        <p:spPr>
          <a:xfrm xmlns:a="http://schemas.openxmlformats.org/drawingml/2006/main">
            <a:off x="8705850" y="4724400"/>
            <a:ext cx="0" cy="142875"/>
          </a:xfrm>
          <a:prstGeom xmlns:a="http://schemas.openxmlformats.org/drawingml/2006/main" prst="line">
            <a:avLst/>
          </a:prstGeom>
          <a:noFill xmlns:a="http://schemas.openxmlformats.org/drawingml/2006/main"/>
          <a:ln xmlns:a="http://schemas.openxmlformats.org/drawingml/2006/main" w="23813">
            <a:solidFill>
              <a:srgbClr val="0B6172"/>
            </a:solidFill>
          </a:ln>
        </p:spPr>
      </p:sp>
      <p:cxnSp>
        <p:nvCxnSpPr>
          <p:cNvPr id="39" name="">
            <a:extLst xmlns:a="http://schemas.openxmlformats.org/drawingml/2006/main">
              <a:ext uri="{FF2B5EF4-FFF2-40B4-BE49-F238E27FC236}">
                <a16:creationId xmlns:a16="http://schemas.microsoft.com/office/drawing/2014/main" id="{F2E8AB8A-E2AD-472D-8717-E836428DB1DC}"/>
              </a:ext>
            </a:extLst>
          </p:cNvPr>
          <p:cNvCxnSpPr/>
          <p:nvPr/>
        </p:nvCxnSpPr>
        <p:spPr>
          <a:xfrm xmlns:a="http://schemas.openxmlformats.org/drawingml/2006/main">
            <a:off x="10687050" y="3533775"/>
            <a:ext cx="0" cy="161925"/>
          </a:xfrm>
          <a:prstGeom xmlns:a="http://schemas.openxmlformats.org/drawingml/2006/main" prst="straightConnector1">
            <a:avLst/>
          </a:prstGeom>
          <a:ln xmlns:a="http://schemas.openxmlformats.org/drawingml/2006/main" w="23813">
            <a:solidFill>
              <a:srgbClr val="0B6172"/>
            </a:solidFill>
            <a:tailEnd type="triangle" w="sm" len="sm"/>
          </a:ln>
        </p:spPr>
      </p:cxnSp>
      <p:sp>
        <p:nvSpPr>
          <p:cNvPr id="40" name="">
            <a:extLst xmlns:a="http://schemas.openxmlformats.org/drawingml/2006/main">
              <a:ext uri="{FF2B5EF4-FFF2-40B4-BE49-F238E27FC236}">
                <a16:creationId xmlns:a16="http://schemas.microsoft.com/office/drawing/2014/main" id="{396DE6A9-461A-44D0-95E7-A5267313C5E3}"/>
              </a:ext>
            </a:extLst>
          </p:cNvPr>
          <p:cNvSpPr>
            <a:spLocks xmlns:a="http://schemas.openxmlformats.org/drawingml/2006/main" noGrp="1"/>
          </p:cNvSpPr>
          <p:nvPr/>
        </p:nvSpPr>
        <p:spPr>
          <a:xfrm xmlns:a="http://schemas.openxmlformats.org/drawingml/2006/main">
            <a:off x="9791700" y="3695700"/>
            <a:ext cx="1790700" cy="10287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41" name="Subagent 3">
            <a:extLst xmlns:a="http://schemas.openxmlformats.org/drawingml/2006/main">
              <a:ext uri="{FF2B5EF4-FFF2-40B4-BE49-F238E27FC236}">
                <a16:creationId xmlns:a16="http://schemas.microsoft.com/office/drawing/2014/main" id="{EEABA3D7-46E6-4E2F-ABF2-C02C8D5AA2B6}"/>
              </a:ext>
            </a:extLst>
          </p:cNvPr>
          <p:cNvSpPr>
            <a:spLocks xmlns:a="http://schemas.openxmlformats.org/drawingml/2006/main" noGrp="1"/>
          </p:cNvSpPr>
          <p:nvPr/>
        </p:nvSpPr>
        <p:spPr>
          <a:xfrm xmlns:a="http://schemas.openxmlformats.org/drawingml/2006/main">
            <a:off x="9867900" y="3762375"/>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4D5A68"/>
                </a:solidFill>
                <a:latin typeface="Malgun Gothic"/>
                <a:ea typeface="Malgun Gothic"/>
                <a:cs typeface="Malgun Gothic"/>
              </a:defRPr>
            </a:defPPr>
            <a:lvl1pPr algn="ctr">
              <a:defRPr sz="1650" b="0">
                <a:solidFill>
                  <a:srgbClr val="4D5A68"/>
                </a:solidFill>
                <a:latin typeface="Malgun Gothic"/>
                <a:ea typeface="Malgun Gothic"/>
                <a:cs typeface="Malgun Gothic"/>
              </a:defRPr>
            </a:lvl1pPr>
            <a:lvl2pPr algn="ctr">
              <a:defRPr sz="1650" b="0">
                <a:solidFill>
                  <a:srgbClr val="4D5A68"/>
                </a:solidFill>
                <a:latin typeface="Malgun Gothic"/>
                <a:ea typeface="Malgun Gothic"/>
                <a:cs typeface="Malgun Gothic"/>
              </a:defRPr>
            </a:lvl2pPr>
            <a:lvl3pPr algn="ctr">
              <a:defRPr sz="1650" b="0">
                <a:solidFill>
                  <a:srgbClr val="4D5A68"/>
                </a:solidFill>
                <a:latin typeface="Malgun Gothic"/>
                <a:ea typeface="Malgun Gothic"/>
                <a:cs typeface="Malgun Gothic"/>
              </a:defRPr>
            </a:lvl3pPr>
            <a:lvl4pPr algn="ctr">
              <a:defRPr sz="1650" b="0">
                <a:solidFill>
                  <a:srgbClr val="4D5A68"/>
                </a:solidFill>
                <a:latin typeface="Malgun Gothic"/>
                <a:ea typeface="Malgun Gothic"/>
                <a:cs typeface="Malgun Gothic"/>
              </a:defRPr>
            </a:lvl4pPr>
            <a:lvl5pPr algn="ctr">
              <a:defRPr sz="1650" b="0">
                <a:solidFill>
                  <a:srgbClr val="4D5A68"/>
                </a:solidFill>
                <a:latin typeface="Malgun Gothic"/>
                <a:ea typeface="Malgun Gothic"/>
                <a:cs typeface="Malgun Gothic"/>
              </a:defRPr>
            </a:lvl5pPr>
            <a:lvl6pPr algn="ctr">
              <a:defRPr sz="1650" b="0">
                <a:solidFill>
                  <a:srgbClr val="4D5A68"/>
                </a:solidFill>
                <a:latin typeface="Malgun Gothic"/>
                <a:ea typeface="Malgun Gothic"/>
                <a:cs typeface="Malgun Gothic"/>
              </a:defRPr>
            </a:lvl6pPr>
            <a:lvl7pPr algn="ctr">
              <a:defRPr sz="1650" b="0">
                <a:solidFill>
                  <a:srgbClr val="4D5A68"/>
                </a:solidFill>
                <a:latin typeface="Malgun Gothic"/>
                <a:ea typeface="Malgun Gothic"/>
                <a:cs typeface="Malgun Gothic"/>
              </a:defRPr>
            </a:lvl7pPr>
            <a:lvl8pPr algn="ctr">
              <a:defRPr sz="1650" b="0">
                <a:solidFill>
                  <a:srgbClr val="4D5A68"/>
                </a:solidFill>
                <a:latin typeface="Malgun Gothic"/>
                <a:ea typeface="Malgun Gothic"/>
                <a:cs typeface="Malgun Gothic"/>
              </a:defRPr>
            </a:lvl8pPr>
            <a:lvl9pPr algn="ctr">
              <a:defRPr sz="1650" b="0">
                <a:solidFill>
                  <a:srgbClr val="4D5A68"/>
                </a:solidFill>
                <a:latin typeface="Malgun Gothic"/>
                <a:ea typeface="Malgun Gothic"/>
                <a:cs typeface="Malgun Gothic"/>
              </a:defRPr>
            </a:lvl9pPr>
          </a:lstStyle>
          <a:p xmlns:a="http://schemas.openxmlformats.org/drawingml/2006/main">
            <a:pPr algn="ctr">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Subagent 3</a:t>
            </a:r>
          </a:p>
        </p:txBody>
      </p:sp>
      <p:sp>
        <p:nvSpPr>
          <p:cNvPr id="42" name="테스트 조사">
            <a:extLst xmlns:a="http://schemas.openxmlformats.org/drawingml/2006/main">
              <a:ext uri="{FF2B5EF4-FFF2-40B4-BE49-F238E27FC236}">
                <a16:creationId xmlns:a16="http://schemas.microsoft.com/office/drawing/2014/main" id="{A122533B-B85B-420B-BD55-1BF92D8B6986}"/>
              </a:ext>
            </a:extLst>
          </p:cNvPr>
          <p:cNvSpPr>
            <a:spLocks xmlns:a="http://schemas.openxmlformats.org/drawingml/2006/main" noGrp="1"/>
          </p:cNvSpPr>
          <p:nvPr/>
        </p:nvSpPr>
        <p:spPr>
          <a:xfrm xmlns:a="http://schemas.openxmlformats.org/drawingml/2006/main">
            <a:off x="9867900" y="4048125"/>
            <a:ext cx="1638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a:solidFill>
                  <a:srgbClr val="17212B"/>
                </a:solidFill>
                <a:latin typeface="Malgun Gothic"/>
                <a:ea typeface="Malgun Gothic"/>
                <a:cs typeface="Malgun Gothic"/>
              </a:defRPr>
            </a:defPPr>
            <a:lvl1pPr algn="ctr">
              <a:defRPr sz="2025" b="1">
                <a:solidFill>
                  <a:srgbClr val="17212B"/>
                </a:solidFill>
                <a:latin typeface="Malgun Gothic"/>
                <a:ea typeface="Malgun Gothic"/>
                <a:cs typeface="Malgun Gothic"/>
              </a:defRPr>
            </a:lvl1pPr>
            <a:lvl2pPr algn="ctr">
              <a:defRPr sz="2025" b="1">
                <a:solidFill>
                  <a:srgbClr val="17212B"/>
                </a:solidFill>
                <a:latin typeface="Malgun Gothic"/>
                <a:ea typeface="Malgun Gothic"/>
                <a:cs typeface="Malgun Gothic"/>
              </a:defRPr>
            </a:lvl2pPr>
            <a:lvl3pPr algn="ctr">
              <a:defRPr sz="2025" b="1">
                <a:solidFill>
                  <a:srgbClr val="17212B"/>
                </a:solidFill>
                <a:latin typeface="Malgun Gothic"/>
                <a:ea typeface="Malgun Gothic"/>
                <a:cs typeface="Malgun Gothic"/>
              </a:defRPr>
            </a:lvl3pPr>
            <a:lvl4pPr algn="ctr">
              <a:defRPr sz="2025" b="1">
                <a:solidFill>
                  <a:srgbClr val="17212B"/>
                </a:solidFill>
                <a:latin typeface="Malgun Gothic"/>
                <a:ea typeface="Malgun Gothic"/>
                <a:cs typeface="Malgun Gothic"/>
              </a:defRPr>
            </a:lvl4pPr>
            <a:lvl5pPr algn="ctr">
              <a:defRPr sz="2025" b="1">
                <a:solidFill>
                  <a:srgbClr val="17212B"/>
                </a:solidFill>
                <a:latin typeface="Malgun Gothic"/>
                <a:ea typeface="Malgun Gothic"/>
                <a:cs typeface="Malgun Gothic"/>
              </a:defRPr>
            </a:lvl5pPr>
            <a:lvl6pPr algn="ctr">
              <a:defRPr sz="2025" b="1">
                <a:solidFill>
                  <a:srgbClr val="17212B"/>
                </a:solidFill>
                <a:latin typeface="Malgun Gothic"/>
                <a:ea typeface="Malgun Gothic"/>
                <a:cs typeface="Malgun Gothic"/>
              </a:defRPr>
            </a:lvl6pPr>
            <a:lvl7pPr algn="ctr">
              <a:defRPr sz="2025" b="1">
                <a:solidFill>
                  <a:srgbClr val="17212B"/>
                </a:solidFill>
                <a:latin typeface="Malgun Gothic"/>
                <a:ea typeface="Malgun Gothic"/>
                <a:cs typeface="Malgun Gothic"/>
              </a:defRPr>
            </a:lvl7pPr>
            <a:lvl8pPr algn="ctr">
              <a:defRPr sz="2025" b="1">
                <a:solidFill>
                  <a:srgbClr val="17212B"/>
                </a:solidFill>
                <a:latin typeface="Malgun Gothic"/>
                <a:ea typeface="Malgun Gothic"/>
                <a:cs typeface="Malgun Gothic"/>
              </a:defRPr>
            </a:lvl8pPr>
            <a:lvl9pPr algn="ctr">
              <a:defRPr sz="2025" b="1">
                <a:solidFill>
                  <a:srgbClr val="17212B"/>
                </a:solidFill>
                <a:latin typeface="Malgun Gothic"/>
                <a:ea typeface="Malgun Gothic"/>
                <a:cs typeface="Malgun Gothic"/>
              </a:defRPr>
            </a:lvl9pPr>
          </a:lstStyle>
          <a:p xmlns:a="http://schemas.openxmlformats.org/drawingml/2006/main">
            <a:pPr algn="ctr">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테스트 조사</a:t>
            </a:r>
          </a:p>
        </p:txBody>
      </p:sp>
      <p:sp>
        <p:nvSpPr>
          <p:cNvPr id="43" name="테스트·명세">
            <a:extLst xmlns:a="http://schemas.openxmlformats.org/drawingml/2006/main">
              <a:ext uri="{FF2B5EF4-FFF2-40B4-BE49-F238E27FC236}">
                <a16:creationId xmlns:a16="http://schemas.microsoft.com/office/drawing/2014/main" id="{25AE7133-78F3-493A-B777-381445E1D2B2}"/>
              </a:ext>
            </a:extLst>
          </p:cNvPr>
          <p:cNvSpPr>
            <a:spLocks xmlns:a="http://schemas.openxmlformats.org/drawingml/2006/main" noGrp="1"/>
          </p:cNvSpPr>
          <p:nvPr/>
        </p:nvSpPr>
        <p:spPr>
          <a:xfrm xmlns:a="http://schemas.openxmlformats.org/drawingml/2006/main">
            <a:off x="9867900" y="4400550"/>
            <a:ext cx="1638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4D5A68"/>
                </a:solidFill>
                <a:latin typeface="Malgun Gothic"/>
                <a:ea typeface="Malgun Gothic"/>
                <a:cs typeface="Malgun Gothic"/>
              </a:defRPr>
            </a:defPPr>
            <a:lvl1pPr algn="ctr">
              <a:defRPr sz="1650" b="0">
                <a:solidFill>
                  <a:srgbClr val="4D5A68"/>
                </a:solidFill>
                <a:latin typeface="Malgun Gothic"/>
                <a:ea typeface="Malgun Gothic"/>
                <a:cs typeface="Malgun Gothic"/>
              </a:defRPr>
            </a:lvl1pPr>
            <a:lvl2pPr algn="ctr">
              <a:defRPr sz="1650" b="0">
                <a:solidFill>
                  <a:srgbClr val="4D5A68"/>
                </a:solidFill>
                <a:latin typeface="Malgun Gothic"/>
                <a:ea typeface="Malgun Gothic"/>
                <a:cs typeface="Malgun Gothic"/>
              </a:defRPr>
            </a:lvl2pPr>
            <a:lvl3pPr algn="ctr">
              <a:defRPr sz="1650" b="0">
                <a:solidFill>
                  <a:srgbClr val="4D5A68"/>
                </a:solidFill>
                <a:latin typeface="Malgun Gothic"/>
                <a:ea typeface="Malgun Gothic"/>
                <a:cs typeface="Malgun Gothic"/>
              </a:defRPr>
            </a:lvl3pPr>
            <a:lvl4pPr algn="ctr">
              <a:defRPr sz="1650" b="0">
                <a:solidFill>
                  <a:srgbClr val="4D5A68"/>
                </a:solidFill>
                <a:latin typeface="Malgun Gothic"/>
                <a:ea typeface="Malgun Gothic"/>
                <a:cs typeface="Malgun Gothic"/>
              </a:defRPr>
            </a:lvl4pPr>
            <a:lvl5pPr algn="ctr">
              <a:defRPr sz="1650" b="0">
                <a:solidFill>
                  <a:srgbClr val="4D5A68"/>
                </a:solidFill>
                <a:latin typeface="Malgun Gothic"/>
                <a:ea typeface="Malgun Gothic"/>
                <a:cs typeface="Malgun Gothic"/>
              </a:defRPr>
            </a:lvl5pPr>
            <a:lvl6pPr algn="ctr">
              <a:defRPr sz="1650" b="0">
                <a:solidFill>
                  <a:srgbClr val="4D5A68"/>
                </a:solidFill>
                <a:latin typeface="Malgun Gothic"/>
                <a:ea typeface="Malgun Gothic"/>
                <a:cs typeface="Malgun Gothic"/>
              </a:defRPr>
            </a:lvl6pPr>
            <a:lvl7pPr algn="ctr">
              <a:defRPr sz="1650" b="0">
                <a:solidFill>
                  <a:srgbClr val="4D5A68"/>
                </a:solidFill>
                <a:latin typeface="Malgun Gothic"/>
                <a:ea typeface="Malgun Gothic"/>
                <a:cs typeface="Malgun Gothic"/>
              </a:defRPr>
            </a:lvl7pPr>
            <a:lvl8pPr algn="ctr">
              <a:defRPr sz="1650" b="0">
                <a:solidFill>
                  <a:srgbClr val="4D5A68"/>
                </a:solidFill>
                <a:latin typeface="Malgun Gothic"/>
                <a:ea typeface="Malgun Gothic"/>
                <a:cs typeface="Malgun Gothic"/>
              </a:defRPr>
            </a:lvl8pPr>
            <a:lvl9pPr algn="ctr">
              <a:defRPr sz="1650" b="0">
                <a:solidFill>
                  <a:srgbClr val="4D5A68"/>
                </a:solidFill>
                <a:latin typeface="Malgun Gothic"/>
                <a:ea typeface="Malgun Gothic"/>
                <a:cs typeface="Malgun Gothic"/>
              </a:defRPr>
            </a:lvl9pPr>
          </a:lstStyle>
          <a:p xmlns:a="http://schemas.openxmlformats.org/drawingml/2006/main">
            <a:pPr algn="ctr">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테스트·명세</a:t>
            </a:r>
          </a:p>
        </p:txBody>
      </p:sp>
      <p:sp>
        <p:nvSpPr>
          <p:cNvPr id="44" name="">
            <a:extLst xmlns:a="http://schemas.openxmlformats.org/drawingml/2006/main">
              <a:ext uri="{FF2B5EF4-FFF2-40B4-BE49-F238E27FC236}">
                <a16:creationId xmlns:a16="http://schemas.microsoft.com/office/drawing/2014/main" id="{2B72778A-C844-46D3-99A9-763103B48214}"/>
              </a:ext>
            </a:extLst>
          </p:cNvPr>
          <p:cNvSpPr>
            <a:spLocks xmlns:a="http://schemas.openxmlformats.org/drawingml/2006/main" noGrp="1"/>
          </p:cNvSpPr>
          <p:nvPr/>
        </p:nvSpPr>
        <p:spPr>
          <a:xfrm xmlns:a="http://schemas.openxmlformats.org/drawingml/2006/main">
            <a:off x="10687050" y="4724400"/>
            <a:ext cx="0" cy="142875"/>
          </a:xfrm>
          <a:prstGeom xmlns:a="http://schemas.openxmlformats.org/drawingml/2006/main" prst="line">
            <a:avLst/>
          </a:prstGeom>
          <a:noFill xmlns:a="http://schemas.openxmlformats.org/drawingml/2006/main"/>
          <a:ln xmlns:a="http://schemas.openxmlformats.org/drawingml/2006/main" w="23813">
            <a:solidFill>
              <a:srgbClr val="0B6172"/>
            </a:solidFill>
          </a:ln>
        </p:spPr>
      </p:sp>
      <p:sp>
        <p:nvSpPr>
          <p:cNvPr id="45" name="">
            <a:extLst xmlns:a="http://schemas.openxmlformats.org/drawingml/2006/main">
              <a:ext uri="{FF2B5EF4-FFF2-40B4-BE49-F238E27FC236}">
                <a16:creationId xmlns:a16="http://schemas.microsoft.com/office/drawing/2014/main" id="{63B97443-5090-4904-AEA9-5B7F46030F74}"/>
              </a:ext>
            </a:extLst>
          </p:cNvPr>
          <p:cNvSpPr>
            <a:spLocks xmlns:a="http://schemas.openxmlformats.org/drawingml/2006/main" noGrp="1"/>
          </p:cNvSpPr>
          <p:nvPr/>
        </p:nvSpPr>
        <p:spPr>
          <a:xfrm xmlns:a="http://schemas.openxmlformats.org/drawingml/2006/main">
            <a:off x="6724650" y="4867275"/>
            <a:ext cx="3962400" cy="0"/>
          </a:xfrm>
          <a:prstGeom xmlns:a="http://schemas.openxmlformats.org/drawingml/2006/main" prst="line">
            <a:avLst/>
          </a:prstGeom>
          <a:noFill xmlns:a="http://schemas.openxmlformats.org/drawingml/2006/main"/>
          <a:ln xmlns:a="http://schemas.openxmlformats.org/drawingml/2006/main" w="23813">
            <a:solidFill>
              <a:srgbClr val="0B6172"/>
            </a:solidFill>
            <a:prstDash val="solid"/>
          </a:ln>
        </p:spPr>
      </p:sp>
      <p:cxnSp>
        <p:nvCxnSpPr>
          <p:cNvPr id="46" name="">
            <a:extLst xmlns:a="http://schemas.openxmlformats.org/drawingml/2006/main">
              <a:ext uri="{FF2B5EF4-FFF2-40B4-BE49-F238E27FC236}">
                <a16:creationId xmlns:a16="http://schemas.microsoft.com/office/drawing/2014/main" id="{AF2AC912-1535-41B8-9B6C-9CBB42966919}"/>
              </a:ext>
            </a:extLst>
          </p:cNvPr>
          <p:cNvCxnSpPr/>
          <p:nvPr/>
        </p:nvCxnSpPr>
        <p:spPr>
          <a:xfrm xmlns:a="http://schemas.openxmlformats.org/drawingml/2006/main">
            <a:off x="8705850" y="4867275"/>
            <a:ext cx="0" cy="200025"/>
          </a:xfrm>
          <a:prstGeom xmlns:a="http://schemas.openxmlformats.org/drawingml/2006/main" prst="straightConnector1">
            <a:avLst/>
          </a:prstGeom>
          <a:ln xmlns:a="http://schemas.openxmlformats.org/drawingml/2006/main" w="23813">
            <a:solidFill>
              <a:srgbClr val="0B6172"/>
            </a:solidFill>
            <a:tailEnd type="triangle" w="sm" len="sm"/>
          </a:ln>
        </p:spPr>
      </p:cxnSp>
      <p:sp>
        <p:nvSpPr>
          <p:cNvPr id="47" name="">
            <a:extLst xmlns:a="http://schemas.openxmlformats.org/drawingml/2006/main">
              <a:ext uri="{FF2B5EF4-FFF2-40B4-BE49-F238E27FC236}">
                <a16:creationId xmlns:a16="http://schemas.microsoft.com/office/drawing/2014/main" id="{E5F068FD-76C6-4B7B-87B5-C2718BD29B3F}"/>
              </a:ext>
            </a:extLst>
          </p:cNvPr>
          <p:cNvSpPr>
            <a:spLocks xmlns:a="http://schemas.openxmlformats.org/drawingml/2006/main" noGrp="1"/>
          </p:cNvSpPr>
          <p:nvPr/>
        </p:nvSpPr>
        <p:spPr>
          <a:xfrm xmlns:a="http://schemas.openxmlformats.org/drawingml/2006/main">
            <a:off x="6324600" y="5067300"/>
            <a:ext cx="4762500" cy="49530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48" name="같은 주 Agent가 근거 확인·통합">
            <a:extLst xmlns:a="http://schemas.openxmlformats.org/drawingml/2006/main">
              <a:ext uri="{FF2B5EF4-FFF2-40B4-BE49-F238E27FC236}">
                <a16:creationId xmlns:a16="http://schemas.microsoft.com/office/drawing/2014/main" id="{FB51F63A-FC6E-44AD-BE7F-CFEFDA8F7EF7}"/>
              </a:ext>
            </a:extLst>
          </p:cNvPr>
          <p:cNvSpPr>
            <a:spLocks xmlns:a="http://schemas.openxmlformats.org/drawingml/2006/main" noGrp="1"/>
          </p:cNvSpPr>
          <p:nvPr/>
        </p:nvSpPr>
        <p:spPr>
          <a:xfrm xmlns:a="http://schemas.openxmlformats.org/drawingml/2006/main">
            <a:off x="6477000" y="5143500"/>
            <a:ext cx="4457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a:solidFill>
                  <a:srgbClr val="0B6172"/>
                </a:solidFill>
                <a:latin typeface="Malgun Gothic"/>
                <a:ea typeface="Malgun Gothic"/>
                <a:cs typeface="Malgun Gothic"/>
              </a:defRPr>
            </a:defPPr>
            <a:lvl1pPr algn="ctr">
              <a:defRPr sz="2025" b="1">
                <a:solidFill>
                  <a:srgbClr val="0B6172"/>
                </a:solidFill>
                <a:latin typeface="Malgun Gothic"/>
                <a:ea typeface="Malgun Gothic"/>
                <a:cs typeface="Malgun Gothic"/>
              </a:defRPr>
            </a:lvl1pPr>
            <a:lvl2pPr algn="ctr">
              <a:defRPr sz="2025" b="1">
                <a:solidFill>
                  <a:srgbClr val="0B6172"/>
                </a:solidFill>
                <a:latin typeface="Malgun Gothic"/>
                <a:ea typeface="Malgun Gothic"/>
                <a:cs typeface="Malgun Gothic"/>
              </a:defRPr>
            </a:lvl2pPr>
            <a:lvl3pPr algn="ctr">
              <a:defRPr sz="2025" b="1">
                <a:solidFill>
                  <a:srgbClr val="0B6172"/>
                </a:solidFill>
                <a:latin typeface="Malgun Gothic"/>
                <a:ea typeface="Malgun Gothic"/>
                <a:cs typeface="Malgun Gothic"/>
              </a:defRPr>
            </a:lvl3pPr>
            <a:lvl4pPr algn="ctr">
              <a:defRPr sz="2025" b="1">
                <a:solidFill>
                  <a:srgbClr val="0B6172"/>
                </a:solidFill>
                <a:latin typeface="Malgun Gothic"/>
                <a:ea typeface="Malgun Gothic"/>
                <a:cs typeface="Malgun Gothic"/>
              </a:defRPr>
            </a:lvl4pPr>
            <a:lvl5pPr algn="ctr">
              <a:defRPr sz="2025" b="1">
                <a:solidFill>
                  <a:srgbClr val="0B6172"/>
                </a:solidFill>
                <a:latin typeface="Malgun Gothic"/>
                <a:ea typeface="Malgun Gothic"/>
                <a:cs typeface="Malgun Gothic"/>
              </a:defRPr>
            </a:lvl5pPr>
            <a:lvl6pPr algn="ctr">
              <a:defRPr sz="2025" b="1">
                <a:solidFill>
                  <a:srgbClr val="0B6172"/>
                </a:solidFill>
                <a:latin typeface="Malgun Gothic"/>
                <a:ea typeface="Malgun Gothic"/>
                <a:cs typeface="Malgun Gothic"/>
              </a:defRPr>
            </a:lvl6pPr>
            <a:lvl7pPr algn="ctr">
              <a:defRPr sz="2025" b="1">
                <a:solidFill>
                  <a:srgbClr val="0B6172"/>
                </a:solidFill>
                <a:latin typeface="Malgun Gothic"/>
                <a:ea typeface="Malgun Gothic"/>
                <a:cs typeface="Malgun Gothic"/>
              </a:defRPr>
            </a:lvl7pPr>
            <a:lvl8pPr algn="ctr">
              <a:defRPr sz="2025" b="1">
                <a:solidFill>
                  <a:srgbClr val="0B6172"/>
                </a:solidFill>
                <a:latin typeface="Malgun Gothic"/>
                <a:ea typeface="Malgun Gothic"/>
                <a:cs typeface="Malgun Gothic"/>
              </a:defRPr>
            </a:lvl8pPr>
            <a:lvl9pPr algn="ctr">
              <a:defRPr sz="2025" b="1">
                <a:solidFill>
                  <a:srgbClr val="0B6172"/>
                </a:solidFill>
                <a:latin typeface="Malgun Gothic"/>
                <a:ea typeface="Malgun Gothic"/>
                <a:cs typeface="Malgun Gothic"/>
              </a:defRPr>
            </a:lvl9pPr>
          </a:lstStyle>
          <a:p xmlns:a="http://schemas.openxmlformats.org/drawingml/2006/main">
            <a:pPr algn="ctr">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같은 주 Agent가 근거 확인·통합</a:t>
            </a:r>
          </a:p>
        </p:txBody>
      </p:sp>
      <p:sp>
        <p:nvSpPr>
          <p:cNvPr id="49" name="Legacy module connection">
            <a:extLst xmlns:a="http://schemas.openxmlformats.org/drawingml/2006/main">
              <a:ext uri="{FF2B5EF4-FFF2-40B4-BE49-F238E27FC236}">
                <a16:creationId xmlns:a16="http://schemas.microsoft.com/office/drawing/2014/main" id="{A7566EE3-C358-4D83-9AAC-509BE36F2C80}"/>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1857393652"/>
      </p:ext>
    </p:extLst>
  </p:cSld>
</p:sld>
</file>

<file path=ppt/slides/slide1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2" name="ACT 3 · 실제 사례에 Subagent 선택 기준을 적용">
            <a:extLst xmlns:a="http://schemas.openxmlformats.org/drawingml/2006/main">
              <a:ext uri="{FF2B5EF4-FFF2-40B4-BE49-F238E27FC236}">
                <a16:creationId xmlns:a16="http://schemas.microsoft.com/office/drawing/2014/main" id="{C2429E7F-109A-468B-810A-83D90E1D7C07}"/>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실제 사례에 Subagent 선택 기준을 적용</a:t>
            </a:r>
          </a:p>
        </p:txBody>
      </p:sp>
      <p:sp>
        <p:nvSpPr>
          <p:cNvPr id="2" name="S60">
            <a:extLst xmlns:a="http://schemas.openxmlformats.org/drawingml/2006/main">
              <a:ext uri="{FF2B5EF4-FFF2-40B4-BE49-F238E27FC236}">
                <a16:creationId xmlns:a16="http://schemas.microsoft.com/office/drawing/2014/main" id="{5A87BEEB-7B37-409D-AA3B-B8B5E77685AE}"/>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S60</a:t>
            </a:r>
          </a:p>
        </p:txBody>
      </p:sp>
      <p:sp>
        <p:nvSpPr>
          <p:cNvPr id="3" name="이번 작업은 나눌 근거가 충분했을까?">
            <a:extLst xmlns:a="http://schemas.openxmlformats.org/drawingml/2006/main">
              <a:ext uri="{FF2B5EF4-FFF2-40B4-BE49-F238E27FC236}">
                <a16:creationId xmlns:a16="http://schemas.microsoft.com/office/drawing/2014/main" id="{37BEF380-0947-4236-BD81-D8E07AC67B87}"/>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이번 작업은 나눌 근거가 충분했을까?</a:t>
            </a:r>
          </a:p>
        </p:txBody>
      </p:sp>
      <p:sp>
        <p:nvSpPr>
          <p:cNvPr id="4" name="">
            <a:extLst xmlns:a="http://schemas.openxmlformats.org/drawingml/2006/main">
              <a:ext uri="{FF2B5EF4-FFF2-40B4-BE49-F238E27FC236}">
                <a16:creationId xmlns:a16="http://schemas.microsoft.com/office/drawing/2014/main" id="{09C527A7-C191-42E4-9FE0-6025C1D48D58}"/>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DEC-0018 · 현재 성능 작업의 의존성과 Context를 검토한 판단 · Subagent Trial 없">
            <a:extLst xmlns:a="http://schemas.openxmlformats.org/drawingml/2006/main">
              <a:ext uri="{FF2B5EF4-FFF2-40B4-BE49-F238E27FC236}">
                <a16:creationId xmlns:a16="http://schemas.microsoft.com/office/drawing/2014/main" id="{C1FEDB3E-1F09-4627-99D2-C3EE91CC0820}"/>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DEC-0018 · 현재 성능 작업의 의존성과 Context를 검토한 판단 · Subagent Trial 없음</a:t>
            </a:r>
          </a:p>
        </p:txBody>
      </p:sp>
      <p:sp>
        <p:nvSpPr>
          <p:cNvPr id="6" name="이 사례에서는 추가하지 않음 · 일반적으로 불필요하다는 결론이나 기능 제한 주장이 아님">
            <a:extLst xmlns:a="http://schemas.openxmlformats.org/drawingml/2006/main">
              <a:ext uri="{FF2B5EF4-FFF2-40B4-BE49-F238E27FC236}">
                <a16:creationId xmlns:a16="http://schemas.microsoft.com/office/drawing/2014/main" id="{8C834466-9345-4581-9A10-F09FB95D4582}"/>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이 사례에서는 추가하지 않음 · 일반적으로 불필요하다는 결론이나 기능 제한 주장이 아님</a:t>
            </a:r>
          </a:p>
        </p:txBody>
      </p:sp>
      <p:sp>
        <p:nvSpPr>
          <p:cNvPr id="7" name="">
            <a:extLst xmlns:a="http://schemas.openxmlformats.org/drawingml/2006/main">
              <a:ext uri="{FF2B5EF4-FFF2-40B4-BE49-F238E27FC236}">
                <a16:creationId xmlns:a16="http://schemas.microsoft.com/office/drawing/2014/main" id="{8BA1BD33-1CAF-4701-9A9E-6F45E40E4EFE}"/>
              </a:ext>
            </a:extLst>
          </p:cNvPr>
          <p:cNvSpPr>
            <a:spLocks xmlns:a="http://schemas.openxmlformats.org/drawingml/2006/main" noGrp="1"/>
          </p:cNvSpPr>
          <p:nvPr/>
        </p:nvSpPr>
        <p:spPr>
          <a:xfrm xmlns:a="http://schemas.openxmlformats.org/drawingml/2006/main">
            <a:off x="609600" y="2266950"/>
            <a:ext cx="3352800" cy="1724025"/>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8" name="조사">
            <a:extLst xmlns:a="http://schemas.openxmlformats.org/drawingml/2006/main">
              <a:ext uri="{FF2B5EF4-FFF2-40B4-BE49-F238E27FC236}">
                <a16:creationId xmlns:a16="http://schemas.microsoft.com/office/drawing/2014/main" id="{C13C793F-E2FE-4AAE-B027-84A0BCC196B3}"/>
              </a:ext>
            </a:extLst>
          </p:cNvPr>
          <p:cNvSpPr>
            <a:spLocks xmlns:a="http://schemas.openxmlformats.org/drawingml/2006/main" noGrp="1"/>
          </p:cNvSpPr>
          <p:nvPr/>
        </p:nvSpPr>
        <p:spPr>
          <a:xfrm xmlns:a="http://schemas.openxmlformats.org/drawingml/2006/main">
            <a:off x="781050" y="2381250"/>
            <a:ext cx="300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조사</a:t>
            </a:r>
          </a:p>
        </p:txBody>
      </p:sp>
      <p:sp>
        <p:nvSpPr>
          <p:cNvPr id="9" name="같은 성능 경로와&#10;명세를 확인">
            <a:extLst xmlns:a="http://schemas.openxmlformats.org/drawingml/2006/main">
              <a:ext uri="{FF2B5EF4-FFF2-40B4-BE49-F238E27FC236}">
                <a16:creationId xmlns:a16="http://schemas.microsoft.com/office/drawing/2014/main" id="{2ADC9A70-9CDB-46C1-A991-E8B3516DAA0B}"/>
              </a:ext>
            </a:extLst>
          </p:cNvPr>
          <p:cNvSpPr>
            <a:spLocks xmlns:a="http://schemas.openxmlformats.org/drawingml/2006/main" noGrp="1"/>
          </p:cNvSpPr>
          <p:nvPr/>
        </p:nvSpPr>
        <p:spPr>
          <a:xfrm xmlns:a="http://schemas.openxmlformats.org/drawingml/2006/main">
            <a:off x="781050" y="2905125"/>
            <a:ext cx="30099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같은 성능 경로와</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명세를 확인</a:t>
            </a:r>
          </a:p>
        </p:txBody>
      </p:sp>
      <p:sp>
        <p:nvSpPr>
          <p:cNvPr id="10" name="">
            <a:extLst xmlns:a="http://schemas.openxmlformats.org/drawingml/2006/main">
              <a:ext uri="{FF2B5EF4-FFF2-40B4-BE49-F238E27FC236}">
                <a16:creationId xmlns:a16="http://schemas.microsoft.com/office/drawing/2014/main" id="{A48F978E-6C77-4E9B-B3B4-43DC8D840A7D}"/>
              </a:ext>
            </a:extLst>
          </p:cNvPr>
          <p:cNvSpPr>
            <a:spLocks xmlns:a="http://schemas.openxmlformats.org/drawingml/2006/main" noGrp="1"/>
          </p:cNvSpPr>
          <p:nvPr/>
        </p:nvSpPr>
        <p:spPr>
          <a:xfrm xmlns:a="http://schemas.openxmlformats.org/drawingml/2006/main">
            <a:off x="4086225" y="2962275"/>
            <a:ext cx="219075" cy="1714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7A97C1A-6ED6-4C8D-8957-B3819401CBE1}"/>
              </a:ext>
            </a:extLst>
          </p:cNvPr>
          <p:cNvSpPr>
            <a:spLocks xmlns:a="http://schemas.openxmlformats.org/drawingml/2006/main" noGrp="1"/>
          </p:cNvSpPr>
          <p:nvPr/>
        </p:nvSpPr>
        <p:spPr>
          <a:xfrm xmlns:a="http://schemas.openxmlformats.org/drawingml/2006/main">
            <a:off x="4419600" y="2266950"/>
            <a:ext cx="3352800" cy="172402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2" name="변경">
            <a:extLst xmlns:a="http://schemas.openxmlformats.org/drawingml/2006/main">
              <a:ext uri="{FF2B5EF4-FFF2-40B4-BE49-F238E27FC236}">
                <a16:creationId xmlns:a16="http://schemas.microsoft.com/office/drawing/2014/main" id="{46F5FE0F-37AA-49F4-8AF0-86804D505F81}"/>
              </a:ext>
            </a:extLst>
          </p:cNvPr>
          <p:cNvSpPr>
            <a:spLocks xmlns:a="http://schemas.openxmlformats.org/drawingml/2006/main" noGrp="1"/>
          </p:cNvSpPr>
          <p:nvPr/>
        </p:nvSpPr>
        <p:spPr>
          <a:xfrm xmlns:a="http://schemas.openxmlformats.org/drawingml/2006/main">
            <a:off x="4591050" y="2381250"/>
            <a:ext cx="300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변경</a:t>
            </a:r>
          </a:p>
        </p:txBody>
      </p:sp>
      <p:sp>
        <p:nvSpPr>
          <p:cNvPr id="13" name="조사 결과에 따라&#10;변경 후보를 선택">
            <a:extLst xmlns:a="http://schemas.openxmlformats.org/drawingml/2006/main">
              <a:ext uri="{FF2B5EF4-FFF2-40B4-BE49-F238E27FC236}">
                <a16:creationId xmlns:a16="http://schemas.microsoft.com/office/drawing/2014/main" id="{DB99BE4A-797B-4C4D-BE82-C2765F856132}"/>
              </a:ext>
            </a:extLst>
          </p:cNvPr>
          <p:cNvSpPr>
            <a:spLocks xmlns:a="http://schemas.openxmlformats.org/drawingml/2006/main" noGrp="1"/>
          </p:cNvSpPr>
          <p:nvPr/>
        </p:nvSpPr>
        <p:spPr>
          <a:xfrm xmlns:a="http://schemas.openxmlformats.org/drawingml/2006/main">
            <a:off x="4591050" y="2905125"/>
            <a:ext cx="30099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조사 결과에 따라</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변경 후보를 선택</a:t>
            </a:r>
          </a:p>
        </p:txBody>
      </p:sp>
      <p:sp>
        <p:nvSpPr>
          <p:cNvPr id="14" name="">
            <a:extLst xmlns:a="http://schemas.openxmlformats.org/drawingml/2006/main">
              <a:ext uri="{FF2B5EF4-FFF2-40B4-BE49-F238E27FC236}">
                <a16:creationId xmlns:a16="http://schemas.microsoft.com/office/drawing/2014/main" id="{021C191B-66B1-47F1-A3CA-5779FE68E7B7}"/>
              </a:ext>
            </a:extLst>
          </p:cNvPr>
          <p:cNvSpPr>
            <a:spLocks xmlns:a="http://schemas.openxmlformats.org/drawingml/2006/main" noGrp="1"/>
          </p:cNvSpPr>
          <p:nvPr/>
        </p:nvSpPr>
        <p:spPr>
          <a:xfrm xmlns:a="http://schemas.openxmlformats.org/drawingml/2006/main">
            <a:off x="7896225" y="2962275"/>
            <a:ext cx="219075" cy="1714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4167DBD-369F-4ADA-9AFF-158AC8D435DE}"/>
              </a:ext>
            </a:extLst>
          </p:cNvPr>
          <p:cNvSpPr>
            <a:spLocks xmlns:a="http://schemas.openxmlformats.org/drawingml/2006/main" noGrp="1"/>
          </p:cNvSpPr>
          <p:nvPr/>
        </p:nvSpPr>
        <p:spPr>
          <a:xfrm xmlns:a="http://schemas.openxmlformats.org/drawingml/2006/main">
            <a:off x="8229600" y="2266950"/>
            <a:ext cx="3352800" cy="172402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6" name="검증">
            <a:extLst xmlns:a="http://schemas.openxmlformats.org/drawingml/2006/main">
              <a:ext uri="{FF2B5EF4-FFF2-40B4-BE49-F238E27FC236}">
                <a16:creationId xmlns:a16="http://schemas.microsoft.com/office/drawing/2014/main" id="{9EA6B219-DBEF-4C11-86BA-F5D86FF011FA}"/>
              </a:ext>
            </a:extLst>
          </p:cNvPr>
          <p:cNvSpPr>
            <a:spLocks xmlns:a="http://schemas.openxmlformats.org/drawingml/2006/main" noGrp="1"/>
          </p:cNvSpPr>
          <p:nvPr/>
        </p:nvSpPr>
        <p:spPr>
          <a:xfrm xmlns:a="http://schemas.openxmlformats.org/drawingml/2006/main">
            <a:off x="8401050" y="2381250"/>
            <a:ext cx="300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검증</a:t>
            </a:r>
          </a:p>
        </p:txBody>
      </p:sp>
      <p:sp>
        <p:nvSpPr>
          <p:cNvPr id="17" name="변경 결과를&#10;같은 조건에서 확인">
            <a:extLst xmlns:a="http://schemas.openxmlformats.org/drawingml/2006/main">
              <a:ext uri="{FF2B5EF4-FFF2-40B4-BE49-F238E27FC236}">
                <a16:creationId xmlns:a16="http://schemas.microsoft.com/office/drawing/2014/main" id="{B2A43CE3-A951-4C12-8BA6-77705DD33D8A}"/>
              </a:ext>
            </a:extLst>
          </p:cNvPr>
          <p:cNvSpPr>
            <a:spLocks xmlns:a="http://schemas.openxmlformats.org/drawingml/2006/main" noGrp="1"/>
          </p:cNvSpPr>
          <p:nvPr/>
        </p:nvSpPr>
        <p:spPr>
          <a:xfrm xmlns:a="http://schemas.openxmlformats.org/drawingml/2006/main">
            <a:off x="8401050" y="2905125"/>
            <a:ext cx="30099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변경 결과를</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같은 조건에서 확인</a:t>
            </a:r>
          </a:p>
        </p:txBody>
      </p:sp>
      <p:sp>
        <p:nvSpPr>
          <p:cNvPr id="18" name="작업 독립성 낮음 · 별도 Context 이득 제한 · 결과 통합 비용 존재">
            <a:extLst xmlns:a="http://schemas.openxmlformats.org/drawingml/2006/main">
              <a:ext uri="{FF2B5EF4-FFF2-40B4-BE49-F238E27FC236}">
                <a16:creationId xmlns:a16="http://schemas.microsoft.com/office/drawing/2014/main" id="{9265DC85-2B06-47C6-A93E-08339667EA65}"/>
              </a:ext>
            </a:extLst>
          </p:cNvPr>
          <p:cNvSpPr>
            <a:spLocks xmlns:a="http://schemas.openxmlformats.org/drawingml/2006/main" noGrp="1"/>
          </p:cNvSpPr>
          <p:nvPr/>
        </p:nvSpPr>
        <p:spPr>
          <a:xfrm xmlns:a="http://schemas.openxmlformats.org/drawingml/2006/main">
            <a:off x="609600" y="44005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4D5A68"/>
                </a:solidFill>
                <a:latin typeface="Malgun Gothic"/>
                <a:ea typeface="Malgun Gothic"/>
                <a:cs typeface="Malgun Gothic"/>
              </a:defRPr>
            </a:defPPr>
            <a:lvl1pPr algn="l">
              <a:defRPr sz="2100" b="0">
                <a:solidFill>
                  <a:srgbClr val="4D5A68"/>
                </a:solidFill>
                <a:latin typeface="Malgun Gothic"/>
                <a:ea typeface="Malgun Gothic"/>
                <a:cs typeface="Malgun Gothic"/>
              </a:defRPr>
            </a:lvl1pPr>
            <a:lvl2pPr algn="l">
              <a:defRPr sz="2100" b="0">
                <a:solidFill>
                  <a:srgbClr val="4D5A68"/>
                </a:solidFill>
                <a:latin typeface="Malgun Gothic"/>
                <a:ea typeface="Malgun Gothic"/>
                <a:cs typeface="Malgun Gothic"/>
              </a:defRPr>
            </a:lvl2pPr>
            <a:lvl3pPr algn="l">
              <a:defRPr sz="2100" b="0">
                <a:solidFill>
                  <a:srgbClr val="4D5A68"/>
                </a:solidFill>
                <a:latin typeface="Malgun Gothic"/>
                <a:ea typeface="Malgun Gothic"/>
                <a:cs typeface="Malgun Gothic"/>
              </a:defRPr>
            </a:lvl3pPr>
            <a:lvl4pPr algn="l">
              <a:defRPr sz="2100" b="0">
                <a:solidFill>
                  <a:srgbClr val="4D5A68"/>
                </a:solidFill>
                <a:latin typeface="Malgun Gothic"/>
                <a:ea typeface="Malgun Gothic"/>
                <a:cs typeface="Malgun Gothic"/>
              </a:defRPr>
            </a:lvl4pPr>
            <a:lvl5pPr algn="l">
              <a:defRPr sz="2100" b="0">
                <a:solidFill>
                  <a:srgbClr val="4D5A68"/>
                </a:solidFill>
                <a:latin typeface="Malgun Gothic"/>
                <a:ea typeface="Malgun Gothic"/>
                <a:cs typeface="Malgun Gothic"/>
              </a:defRPr>
            </a:lvl5pPr>
            <a:lvl6pPr algn="l">
              <a:defRPr sz="2100" b="0">
                <a:solidFill>
                  <a:srgbClr val="4D5A68"/>
                </a:solidFill>
                <a:latin typeface="Malgun Gothic"/>
                <a:ea typeface="Malgun Gothic"/>
                <a:cs typeface="Malgun Gothic"/>
              </a:defRPr>
            </a:lvl6pPr>
            <a:lvl7pPr algn="l">
              <a:defRPr sz="2100" b="0">
                <a:solidFill>
                  <a:srgbClr val="4D5A68"/>
                </a:solidFill>
                <a:latin typeface="Malgun Gothic"/>
                <a:ea typeface="Malgun Gothic"/>
                <a:cs typeface="Malgun Gothic"/>
              </a:defRPr>
            </a:lvl7pPr>
            <a:lvl8pPr algn="l">
              <a:defRPr sz="2100" b="0">
                <a:solidFill>
                  <a:srgbClr val="4D5A68"/>
                </a:solidFill>
                <a:latin typeface="Malgun Gothic"/>
                <a:ea typeface="Malgun Gothic"/>
                <a:cs typeface="Malgun Gothic"/>
              </a:defRPr>
            </a:lvl8pPr>
            <a:lvl9pPr algn="l">
              <a:defRPr sz="2100" b="0">
                <a:solidFill>
                  <a:srgbClr val="4D5A68"/>
                </a:solidFill>
                <a:latin typeface="Malgun Gothic"/>
                <a:ea typeface="Malgun Gothic"/>
                <a:cs typeface="Malgun Gothic"/>
              </a:defRPr>
            </a:lvl9pPr>
          </a:lstStyle>
          <a:p xmlns:a="http://schemas.openxmlformats.org/drawingml/2006/main">
            <a:pPr algn="l">
              <a:defRPr sz="2100" b="0">
                <a:solidFill>
                  <a:srgbClr val="4D5A68"/>
                </a:solidFill>
                <a:latin typeface="Malgun Gothic"/>
                <a:ea typeface="Malgun Gothic"/>
                <a:cs typeface="Malgun Gothic"/>
              </a:defRPr>
            </a:pPr>
            <a:r>
              <a:rPr sz="2100" b="0">
                <a:solidFill>
                  <a:srgbClr val="4D5A68"/>
                </a:solidFill>
                <a:latin typeface="Malgun Gothic"/>
                <a:ea typeface="Malgun Gothic"/>
                <a:cs typeface="Malgun Gothic"/>
              </a:rPr>
              <a:t>작업 독립성 낮음 · 별도 Context 이득 제한 · 결과 통합 비용 존재</a:t>
            </a:r>
          </a:p>
        </p:txBody>
      </p:sp>
      <p:sp>
        <p:nvSpPr>
          <p:cNvPr id="19" name="현재 사례: Agent를 더 나누지 않았다">
            <a:extLst xmlns:a="http://schemas.openxmlformats.org/drawingml/2006/main">
              <a:ext uri="{FF2B5EF4-FFF2-40B4-BE49-F238E27FC236}">
                <a16:creationId xmlns:a16="http://schemas.microsoft.com/office/drawing/2014/main" id="{E86D733C-A9B5-48FE-B71A-AA348D165FAB}"/>
              </a:ext>
            </a:extLst>
          </p:cNvPr>
          <p:cNvSpPr>
            <a:spLocks xmlns:a="http://schemas.openxmlformats.org/drawingml/2006/main" noGrp="1"/>
          </p:cNvSpPr>
          <p:nvPr/>
        </p:nvSpPr>
        <p:spPr>
          <a:xfrm xmlns:a="http://schemas.openxmlformats.org/drawingml/2006/main">
            <a:off x="609600" y="499110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0B6172"/>
                </a:solidFill>
                <a:latin typeface="Malgun Gothic"/>
                <a:ea typeface="Malgun Gothic"/>
                <a:cs typeface="Malgun Gothic"/>
              </a:defRPr>
            </a:defPPr>
            <a:lvl1pPr algn="l">
              <a:defRPr sz="2550" b="1">
                <a:solidFill>
                  <a:srgbClr val="0B6172"/>
                </a:solidFill>
                <a:latin typeface="Malgun Gothic"/>
                <a:ea typeface="Malgun Gothic"/>
                <a:cs typeface="Malgun Gothic"/>
              </a:defRPr>
            </a:lvl1pPr>
            <a:lvl2pPr algn="l">
              <a:defRPr sz="2550" b="1">
                <a:solidFill>
                  <a:srgbClr val="0B6172"/>
                </a:solidFill>
                <a:latin typeface="Malgun Gothic"/>
                <a:ea typeface="Malgun Gothic"/>
                <a:cs typeface="Malgun Gothic"/>
              </a:defRPr>
            </a:lvl2pPr>
            <a:lvl3pPr algn="l">
              <a:defRPr sz="2550" b="1">
                <a:solidFill>
                  <a:srgbClr val="0B6172"/>
                </a:solidFill>
                <a:latin typeface="Malgun Gothic"/>
                <a:ea typeface="Malgun Gothic"/>
                <a:cs typeface="Malgun Gothic"/>
              </a:defRPr>
            </a:lvl3pPr>
            <a:lvl4pPr algn="l">
              <a:defRPr sz="2550" b="1">
                <a:solidFill>
                  <a:srgbClr val="0B6172"/>
                </a:solidFill>
                <a:latin typeface="Malgun Gothic"/>
                <a:ea typeface="Malgun Gothic"/>
                <a:cs typeface="Malgun Gothic"/>
              </a:defRPr>
            </a:lvl4pPr>
            <a:lvl5pPr algn="l">
              <a:defRPr sz="2550" b="1">
                <a:solidFill>
                  <a:srgbClr val="0B6172"/>
                </a:solidFill>
                <a:latin typeface="Malgun Gothic"/>
                <a:ea typeface="Malgun Gothic"/>
                <a:cs typeface="Malgun Gothic"/>
              </a:defRPr>
            </a:lvl5pPr>
            <a:lvl6pPr algn="l">
              <a:defRPr sz="2550" b="1">
                <a:solidFill>
                  <a:srgbClr val="0B6172"/>
                </a:solidFill>
                <a:latin typeface="Malgun Gothic"/>
                <a:ea typeface="Malgun Gothic"/>
                <a:cs typeface="Malgun Gothic"/>
              </a:defRPr>
            </a:lvl6pPr>
            <a:lvl7pPr algn="l">
              <a:defRPr sz="2550" b="1">
                <a:solidFill>
                  <a:srgbClr val="0B6172"/>
                </a:solidFill>
                <a:latin typeface="Malgun Gothic"/>
                <a:ea typeface="Malgun Gothic"/>
                <a:cs typeface="Malgun Gothic"/>
              </a:defRPr>
            </a:lvl7pPr>
            <a:lvl8pPr algn="l">
              <a:defRPr sz="2550" b="1">
                <a:solidFill>
                  <a:srgbClr val="0B6172"/>
                </a:solidFill>
                <a:latin typeface="Malgun Gothic"/>
                <a:ea typeface="Malgun Gothic"/>
                <a:cs typeface="Malgun Gothic"/>
              </a:defRPr>
            </a:lvl8pPr>
            <a:lvl9pPr algn="l">
              <a:defRPr sz="2550" b="1">
                <a:solidFill>
                  <a:srgbClr val="0B6172"/>
                </a:solidFill>
                <a:latin typeface="Malgun Gothic"/>
                <a:ea typeface="Malgun Gothic"/>
                <a:cs typeface="Malgun Gothic"/>
              </a:defRPr>
            </a:lvl9pPr>
          </a:lstStyle>
          <a:p xmlns:a="http://schemas.openxmlformats.org/drawingml/2006/main">
            <a:pPr algn="l">
              <a:defRPr sz="2550" b="1">
                <a:solidFill>
                  <a:srgbClr val="0B6172"/>
                </a:solidFill>
                <a:latin typeface="Malgun Gothic"/>
                <a:ea typeface="Malgun Gothic"/>
                <a:cs typeface="Malgun Gothic"/>
              </a:defRPr>
            </a:pPr>
            <a:r>
              <a:rPr sz="2550" b="1">
                <a:solidFill>
                  <a:srgbClr val="0B6172"/>
                </a:solidFill>
                <a:latin typeface="Malgun Gothic"/>
                <a:ea typeface="Malgun Gothic"/>
                <a:cs typeface="Malgun Gothic"/>
              </a:rPr>
              <a:t>현재 사례: Agent를 더 나누지 않았다</a:t>
            </a:r>
          </a:p>
        </p:txBody>
      </p:sp>
      <p:sp>
        <p:nvSpPr>
          <p:cNvPr id="20" name="판단 기준: 독립성 · 필요한 Context · 전달 형식 · 통합 책임">
            <a:extLst xmlns:a="http://schemas.openxmlformats.org/drawingml/2006/main">
              <a:ext uri="{FF2B5EF4-FFF2-40B4-BE49-F238E27FC236}">
                <a16:creationId xmlns:a16="http://schemas.microsoft.com/office/drawing/2014/main" id="{ADC59890-8F30-43E8-BD15-07915DB3DA68}"/>
              </a:ext>
            </a:extLst>
          </p:cNvPr>
          <p:cNvSpPr>
            <a:spLocks xmlns:a="http://schemas.openxmlformats.org/drawingml/2006/main" noGrp="1"/>
          </p:cNvSpPr>
          <p:nvPr/>
        </p:nvSpPr>
        <p:spPr>
          <a:xfrm xmlns:a="http://schemas.openxmlformats.org/drawingml/2006/main">
            <a:off x="609600" y="5486400"/>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판단 기준: 독립성 · 필요한 Context · 전달 형식 · 통합 책임</a:t>
            </a:r>
          </a:p>
        </p:txBody>
      </p:sp>
      <p:sp>
        <p:nvSpPr>
          <p:cNvPr id="21" name="Legacy module connection">
            <a:extLst xmlns:a="http://schemas.openxmlformats.org/drawingml/2006/main">
              <a:ext uri="{FF2B5EF4-FFF2-40B4-BE49-F238E27FC236}">
                <a16:creationId xmlns:a16="http://schemas.microsoft.com/office/drawing/2014/main" id="{A44DD90B-E2FD-4AC8-BDA9-6F1A2BF004BF}"/>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1562593312"/>
      </p:ext>
    </p:extLst>
  </p:cSld>
</p:sld>
</file>

<file path=ppt/slides/slide1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2" name="ACT 3 · Memory가 해결할 문제부터 보기">
            <a:extLst xmlns:a="http://schemas.openxmlformats.org/drawingml/2006/main">
              <a:ext uri="{FF2B5EF4-FFF2-40B4-BE49-F238E27FC236}">
                <a16:creationId xmlns:a16="http://schemas.microsoft.com/office/drawing/2014/main" id="{309CC34C-805E-47DC-B1A1-47FC5E990299}"/>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Memory가 해결할 문제부터 보기</a:t>
            </a:r>
          </a:p>
        </p:txBody>
      </p:sp>
      <p:sp>
        <p:nvSpPr>
          <p:cNvPr id="2" name="S61">
            <a:extLst xmlns:a="http://schemas.openxmlformats.org/drawingml/2006/main">
              <a:ext uri="{FF2B5EF4-FFF2-40B4-BE49-F238E27FC236}">
                <a16:creationId xmlns:a16="http://schemas.microsoft.com/office/drawing/2014/main" id="{8EE263C7-AAE5-4860-AA65-AD7671AB6E6D}"/>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S61</a:t>
            </a:r>
          </a:p>
        </p:txBody>
      </p:sp>
      <p:sp>
        <p:nvSpPr>
          <p:cNvPr id="3" name="다음 작업에서도 다시 찾을 지식인가?">
            <a:extLst xmlns:a="http://schemas.openxmlformats.org/drawingml/2006/main">
              <a:ext uri="{FF2B5EF4-FFF2-40B4-BE49-F238E27FC236}">
                <a16:creationId xmlns:a16="http://schemas.microsoft.com/office/drawing/2014/main" id="{EEBAAEA7-889B-4D95-9334-6335D58F058A}"/>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다음 작업에서도 다시 찾을 지식인가?</a:t>
            </a:r>
          </a:p>
        </p:txBody>
      </p:sp>
      <p:sp>
        <p:nvSpPr>
          <p:cNvPr id="4" name="">
            <a:extLst xmlns:a="http://schemas.openxmlformats.org/drawingml/2006/main">
              <a:ext uri="{FF2B5EF4-FFF2-40B4-BE49-F238E27FC236}">
                <a16:creationId xmlns:a16="http://schemas.microsoft.com/office/drawing/2014/main" id="{1D79C664-A02C-45BC-882B-0482A66360D7}"/>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CONCEPTUAL · 작업 간 지식 재사용 가정 · 실제 재발견 기록·제품 Memory 구현 아님">
            <a:extLst xmlns:a="http://schemas.openxmlformats.org/drawingml/2006/main">
              <a:ext uri="{FF2B5EF4-FFF2-40B4-BE49-F238E27FC236}">
                <a16:creationId xmlns:a16="http://schemas.microsoft.com/office/drawing/2014/main" id="{0E6C1992-9DFB-4E2C-AAEB-0EFF1C2E0992}"/>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CONCEPTUAL · 작업 간 지식 재사용 가정 · 실제 재발견 기록·제품 Memory 구현 아님</a:t>
            </a:r>
          </a:p>
        </p:txBody>
      </p:sp>
      <p:sp>
        <p:nvSpPr>
          <p:cNvPr id="6" name="Context: 지금 필요한 정보 / Memory: 다음 작업에도 남길지 판단할 지식 · 자동 저장·정확성 ">
            <a:extLst xmlns:a="http://schemas.openxmlformats.org/drawingml/2006/main">
              <a:ext uri="{FF2B5EF4-FFF2-40B4-BE49-F238E27FC236}">
                <a16:creationId xmlns:a16="http://schemas.microsoft.com/office/drawing/2014/main" id="{A2E6E770-E04B-49AE-A9DC-81F25FF9DB59}"/>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Context: 지금 필요한 정보 / Memory: 다음 작업에도 남길지 판단할 지식 · 자동 저장·정확성 보장 없음</a:t>
            </a:r>
          </a:p>
        </p:txBody>
      </p:sp>
      <p:sp>
        <p:nvSpPr>
          <p:cNvPr id="7" name="조사로 얻은 지식이 다음 작업에도 필요하다면?">
            <a:extLst xmlns:a="http://schemas.openxmlformats.org/drawingml/2006/main">
              <a:ext uri="{FF2B5EF4-FFF2-40B4-BE49-F238E27FC236}">
                <a16:creationId xmlns:a16="http://schemas.microsoft.com/office/drawing/2014/main" id="{D1BEBAD3-4C35-4BAE-9BBC-26F43D92A9AA}"/>
              </a:ext>
            </a:extLst>
          </p:cNvPr>
          <p:cNvSpPr>
            <a:spLocks xmlns:a="http://schemas.openxmlformats.org/drawingml/2006/main" noGrp="1"/>
          </p:cNvSpPr>
          <p:nvPr/>
        </p:nvSpPr>
        <p:spPr>
          <a:xfrm xmlns:a="http://schemas.openxmlformats.org/drawingml/2006/main">
            <a:off x="609600" y="17145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조사로 얻은 지식이 다음 작업에도 필요하다면?</a:t>
            </a:r>
          </a:p>
        </p:txBody>
      </p:sp>
      <p:sp>
        <p:nvSpPr>
          <p:cNvPr id="8" name="">
            <a:extLst xmlns:a="http://schemas.openxmlformats.org/drawingml/2006/main">
              <a:ext uri="{FF2B5EF4-FFF2-40B4-BE49-F238E27FC236}">
                <a16:creationId xmlns:a16="http://schemas.microsoft.com/office/drawing/2014/main" id="{1EFEBBEE-892C-4C3C-AF2A-C5F7C7B66BF7}"/>
              </a:ext>
            </a:extLst>
          </p:cNvPr>
          <p:cNvSpPr>
            <a:spLocks xmlns:a="http://schemas.openxmlformats.org/drawingml/2006/main" noGrp="1"/>
          </p:cNvSpPr>
          <p:nvPr/>
        </p:nvSpPr>
        <p:spPr>
          <a:xfrm xmlns:a="http://schemas.openxmlformats.org/drawingml/2006/main">
            <a:off x="609600" y="2466975"/>
            <a:ext cx="3086100" cy="215265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9" name="Task A · 조사">
            <a:extLst xmlns:a="http://schemas.openxmlformats.org/drawingml/2006/main">
              <a:ext uri="{FF2B5EF4-FFF2-40B4-BE49-F238E27FC236}">
                <a16:creationId xmlns:a16="http://schemas.microsoft.com/office/drawing/2014/main" id="{B2D702C9-6026-4ACA-90B1-995812E5C497}"/>
              </a:ext>
            </a:extLst>
          </p:cNvPr>
          <p:cNvSpPr>
            <a:spLocks xmlns:a="http://schemas.openxmlformats.org/drawingml/2006/main" noGrp="1"/>
          </p:cNvSpPr>
          <p:nvPr/>
        </p:nvSpPr>
        <p:spPr>
          <a:xfrm xmlns:a="http://schemas.openxmlformats.org/drawingml/2006/main">
            <a:off x="781050" y="2581275"/>
            <a:ext cx="2743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Task A · 조사</a:t>
            </a:r>
          </a:p>
        </p:txBody>
      </p:sp>
      <p:sp>
        <p:nvSpPr>
          <p:cNvPr id="10" name="재현 조건이나&#10;주의점을 확인&#10;(교육용 가정)">
            <a:extLst xmlns:a="http://schemas.openxmlformats.org/drawingml/2006/main">
              <a:ext uri="{FF2B5EF4-FFF2-40B4-BE49-F238E27FC236}">
                <a16:creationId xmlns:a16="http://schemas.microsoft.com/office/drawing/2014/main" id="{E6C7CF97-68F3-45C5-9453-B255805DEE8C}"/>
              </a:ext>
            </a:extLst>
          </p:cNvPr>
          <p:cNvSpPr>
            <a:spLocks xmlns:a="http://schemas.openxmlformats.org/drawingml/2006/main" noGrp="1"/>
          </p:cNvSpPr>
          <p:nvPr/>
        </p:nvSpPr>
        <p:spPr>
          <a:xfrm xmlns:a="http://schemas.openxmlformats.org/drawingml/2006/main">
            <a:off x="781050" y="3105150"/>
            <a:ext cx="27432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재현 조건이나</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주의점을 확인</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(교육용 가정)</a:t>
            </a:r>
          </a:p>
        </p:txBody>
      </p:sp>
      <p:sp>
        <p:nvSpPr>
          <p:cNvPr id="11" name="">
            <a:extLst xmlns:a="http://schemas.openxmlformats.org/drawingml/2006/main">
              <a:ext uri="{FF2B5EF4-FFF2-40B4-BE49-F238E27FC236}">
                <a16:creationId xmlns:a16="http://schemas.microsoft.com/office/drawing/2014/main" id="{5A4F0399-D8C1-4766-BC8C-2F3479DE724F}"/>
              </a:ext>
            </a:extLst>
          </p:cNvPr>
          <p:cNvSpPr>
            <a:spLocks xmlns:a="http://schemas.openxmlformats.org/drawingml/2006/main" noGrp="1"/>
          </p:cNvSpPr>
          <p:nvPr/>
        </p:nvSpPr>
        <p:spPr>
          <a:xfrm xmlns:a="http://schemas.openxmlformats.org/drawingml/2006/main">
            <a:off x="3829050" y="3343275"/>
            <a:ext cx="304800" cy="209550"/>
          </a:xfrm>
          <a:prstGeom xmlns:a="http://schemas.openxmlformats.org/drawingml/2006/main" prst="rightArrow">
            <a:avLst/>
          </a:prstGeom>
          <a:solidFill xmlns:a="http://schemas.openxmlformats.org/drawingml/2006/main">
            <a:srgbClr val="80540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9500704-3414-473C-A16F-8D47E92E60EA}"/>
              </a:ext>
            </a:extLst>
          </p:cNvPr>
          <p:cNvSpPr>
            <a:spLocks xmlns:a="http://schemas.openxmlformats.org/drawingml/2006/main" noGrp="1"/>
          </p:cNvSpPr>
          <p:nvPr/>
        </p:nvSpPr>
        <p:spPr>
          <a:xfrm xmlns:a="http://schemas.openxmlformats.org/drawingml/2006/main">
            <a:off x="4419600" y="2466975"/>
            <a:ext cx="3352800" cy="215265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13" name="보존할 가치 판단">
            <a:extLst xmlns:a="http://schemas.openxmlformats.org/drawingml/2006/main">
              <a:ext uri="{FF2B5EF4-FFF2-40B4-BE49-F238E27FC236}">
                <a16:creationId xmlns:a16="http://schemas.microsoft.com/office/drawing/2014/main" id="{DA86FDE2-CF4A-4B43-9279-32A69534410B}"/>
              </a:ext>
            </a:extLst>
          </p:cNvPr>
          <p:cNvSpPr>
            <a:spLocks xmlns:a="http://schemas.openxmlformats.org/drawingml/2006/main" noGrp="1"/>
          </p:cNvSpPr>
          <p:nvPr/>
        </p:nvSpPr>
        <p:spPr>
          <a:xfrm xmlns:a="http://schemas.openxmlformats.org/drawingml/2006/main">
            <a:off x="4591050" y="2581275"/>
            <a:ext cx="300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보존할 가치 판단</a:t>
            </a:r>
          </a:p>
        </p:txBody>
      </p:sp>
      <p:sp>
        <p:nvSpPr>
          <p:cNvPr id="14" name="내용 · 출처 · 적용 범위&#10;다시 확인할 조건">
            <a:extLst xmlns:a="http://schemas.openxmlformats.org/drawingml/2006/main">
              <a:ext uri="{FF2B5EF4-FFF2-40B4-BE49-F238E27FC236}">
                <a16:creationId xmlns:a16="http://schemas.microsoft.com/office/drawing/2014/main" id="{69922C62-823E-48AE-9FF5-DDFE07D6CA18}"/>
              </a:ext>
            </a:extLst>
          </p:cNvPr>
          <p:cNvSpPr>
            <a:spLocks xmlns:a="http://schemas.openxmlformats.org/drawingml/2006/main" noGrp="1"/>
          </p:cNvSpPr>
          <p:nvPr/>
        </p:nvSpPr>
        <p:spPr>
          <a:xfrm xmlns:a="http://schemas.openxmlformats.org/drawingml/2006/main">
            <a:off x="4591050" y="3105150"/>
            <a:ext cx="30099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내용 · 출처 · 적용 범위</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다시 확인할 조건</a:t>
            </a:r>
          </a:p>
        </p:txBody>
      </p:sp>
      <p:sp>
        <p:nvSpPr>
          <p:cNvPr id="15" name="">
            <a:extLst xmlns:a="http://schemas.openxmlformats.org/drawingml/2006/main">
              <a:ext uri="{FF2B5EF4-FFF2-40B4-BE49-F238E27FC236}">
                <a16:creationId xmlns:a16="http://schemas.microsoft.com/office/drawing/2014/main" id="{EB78069D-63AD-4FFA-B085-41D6AEBA503E}"/>
              </a:ext>
            </a:extLst>
          </p:cNvPr>
          <p:cNvSpPr>
            <a:spLocks xmlns:a="http://schemas.openxmlformats.org/drawingml/2006/main" noGrp="1"/>
          </p:cNvSpPr>
          <p:nvPr/>
        </p:nvSpPr>
        <p:spPr>
          <a:xfrm xmlns:a="http://schemas.openxmlformats.org/drawingml/2006/main">
            <a:off x="7905750" y="3343275"/>
            <a:ext cx="304800" cy="209550"/>
          </a:xfrm>
          <a:prstGeom xmlns:a="http://schemas.openxmlformats.org/drawingml/2006/main" prst="rightArrow">
            <a:avLst/>
          </a:prstGeom>
          <a:solidFill xmlns:a="http://schemas.openxmlformats.org/drawingml/2006/main">
            <a:srgbClr val="80540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F6980EE-C9B1-4987-9086-2AC0BB3D9F6B}"/>
              </a:ext>
            </a:extLst>
          </p:cNvPr>
          <p:cNvSpPr>
            <a:spLocks xmlns:a="http://schemas.openxmlformats.org/drawingml/2006/main" noGrp="1"/>
          </p:cNvSpPr>
          <p:nvPr/>
        </p:nvSpPr>
        <p:spPr>
          <a:xfrm xmlns:a="http://schemas.openxmlformats.org/drawingml/2006/main">
            <a:off x="8496300" y="2466975"/>
            <a:ext cx="3086100" cy="215265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7" name="Task B · 다시 사용">
            <a:extLst xmlns:a="http://schemas.openxmlformats.org/drawingml/2006/main">
              <a:ext uri="{FF2B5EF4-FFF2-40B4-BE49-F238E27FC236}">
                <a16:creationId xmlns:a16="http://schemas.microsoft.com/office/drawing/2014/main" id="{D8A970F5-1D98-4F60-9F82-9449CE5BC8AB}"/>
              </a:ext>
            </a:extLst>
          </p:cNvPr>
          <p:cNvSpPr>
            <a:spLocks xmlns:a="http://schemas.openxmlformats.org/drawingml/2006/main" noGrp="1"/>
          </p:cNvSpPr>
          <p:nvPr/>
        </p:nvSpPr>
        <p:spPr>
          <a:xfrm xmlns:a="http://schemas.openxmlformats.org/drawingml/2006/main">
            <a:off x="8667750" y="2581275"/>
            <a:ext cx="2743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Task B · 다시 사용</a:t>
            </a:r>
          </a:p>
        </p:txBody>
      </p:sp>
      <p:sp>
        <p:nvSpPr>
          <p:cNvPr id="18" name="현재 명세와 대조한 뒤&#10;관련 지식만 참고">
            <a:extLst xmlns:a="http://schemas.openxmlformats.org/drawingml/2006/main">
              <a:ext uri="{FF2B5EF4-FFF2-40B4-BE49-F238E27FC236}">
                <a16:creationId xmlns:a16="http://schemas.microsoft.com/office/drawing/2014/main" id="{36F4CAF8-C4A3-4628-9D95-71982675917B}"/>
              </a:ext>
            </a:extLst>
          </p:cNvPr>
          <p:cNvSpPr>
            <a:spLocks xmlns:a="http://schemas.openxmlformats.org/drawingml/2006/main" noGrp="1"/>
          </p:cNvSpPr>
          <p:nvPr/>
        </p:nvSpPr>
        <p:spPr>
          <a:xfrm xmlns:a="http://schemas.openxmlformats.org/drawingml/2006/main">
            <a:off x="8667750" y="3105150"/>
            <a:ext cx="27432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현재 명세와 대조한 뒤</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관련 지식만 참고</a:t>
            </a:r>
          </a:p>
        </p:txBody>
      </p:sp>
      <p:sp>
        <p:nvSpPr>
          <p:cNvPr id="19" name="원래 문서에 있으면 그 출처를 참조한다">
            <a:extLst xmlns:a="http://schemas.openxmlformats.org/drawingml/2006/main">
              <a:ext uri="{FF2B5EF4-FFF2-40B4-BE49-F238E27FC236}">
                <a16:creationId xmlns:a16="http://schemas.microsoft.com/office/drawing/2014/main" id="{D210EBF5-F1FA-43C0-9C98-103FEC1F115B}"/>
              </a:ext>
            </a:extLst>
          </p:cNvPr>
          <p:cNvSpPr>
            <a:spLocks xmlns:a="http://schemas.openxmlformats.org/drawingml/2006/main" noGrp="1"/>
          </p:cNvSpPr>
          <p:nvPr/>
        </p:nvSpPr>
        <p:spPr>
          <a:xfrm xmlns:a="http://schemas.openxmlformats.org/drawingml/2006/main">
            <a:off x="609600" y="50768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17212B"/>
                </a:solidFill>
                <a:latin typeface="Malgun Gothic"/>
                <a:ea typeface="Malgun Gothic"/>
                <a:cs typeface="Malgun Gothic"/>
              </a:defRPr>
            </a:defPPr>
            <a:lvl1pPr algn="l">
              <a:defRPr sz="2325" b="1">
                <a:solidFill>
                  <a:srgbClr val="17212B"/>
                </a:solidFill>
                <a:latin typeface="Malgun Gothic"/>
                <a:ea typeface="Malgun Gothic"/>
                <a:cs typeface="Malgun Gothic"/>
              </a:defRPr>
            </a:lvl1pPr>
            <a:lvl2pPr algn="l">
              <a:defRPr sz="2325" b="1">
                <a:solidFill>
                  <a:srgbClr val="17212B"/>
                </a:solidFill>
                <a:latin typeface="Malgun Gothic"/>
                <a:ea typeface="Malgun Gothic"/>
                <a:cs typeface="Malgun Gothic"/>
              </a:defRPr>
            </a:lvl2pPr>
            <a:lvl3pPr algn="l">
              <a:defRPr sz="2325" b="1">
                <a:solidFill>
                  <a:srgbClr val="17212B"/>
                </a:solidFill>
                <a:latin typeface="Malgun Gothic"/>
                <a:ea typeface="Malgun Gothic"/>
                <a:cs typeface="Malgun Gothic"/>
              </a:defRPr>
            </a:lvl3pPr>
            <a:lvl4pPr algn="l">
              <a:defRPr sz="2325" b="1">
                <a:solidFill>
                  <a:srgbClr val="17212B"/>
                </a:solidFill>
                <a:latin typeface="Malgun Gothic"/>
                <a:ea typeface="Malgun Gothic"/>
                <a:cs typeface="Malgun Gothic"/>
              </a:defRPr>
            </a:lvl4pPr>
            <a:lvl5pPr algn="l">
              <a:defRPr sz="2325" b="1">
                <a:solidFill>
                  <a:srgbClr val="17212B"/>
                </a:solidFill>
                <a:latin typeface="Malgun Gothic"/>
                <a:ea typeface="Malgun Gothic"/>
                <a:cs typeface="Malgun Gothic"/>
              </a:defRPr>
            </a:lvl5pPr>
            <a:lvl6pPr algn="l">
              <a:defRPr sz="2325" b="1">
                <a:solidFill>
                  <a:srgbClr val="17212B"/>
                </a:solidFill>
                <a:latin typeface="Malgun Gothic"/>
                <a:ea typeface="Malgun Gothic"/>
                <a:cs typeface="Malgun Gothic"/>
              </a:defRPr>
            </a:lvl6pPr>
            <a:lvl7pPr algn="l">
              <a:defRPr sz="2325" b="1">
                <a:solidFill>
                  <a:srgbClr val="17212B"/>
                </a:solidFill>
                <a:latin typeface="Malgun Gothic"/>
                <a:ea typeface="Malgun Gothic"/>
                <a:cs typeface="Malgun Gothic"/>
              </a:defRPr>
            </a:lvl7pPr>
            <a:lvl8pPr algn="l">
              <a:defRPr sz="2325" b="1">
                <a:solidFill>
                  <a:srgbClr val="17212B"/>
                </a:solidFill>
                <a:latin typeface="Malgun Gothic"/>
                <a:ea typeface="Malgun Gothic"/>
                <a:cs typeface="Malgun Gothic"/>
              </a:defRPr>
            </a:lvl8pPr>
            <a:lvl9pPr algn="l">
              <a:defRPr sz="2325" b="1">
                <a:solidFill>
                  <a:srgbClr val="17212B"/>
                </a:solidFill>
                <a:latin typeface="Malgun Gothic"/>
                <a:ea typeface="Malgun Gothic"/>
                <a:cs typeface="Malgun Gothic"/>
              </a:defRPr>
            </a:lvl9pPr>
          </a:lstStyle>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원래 문서에 있으면 그 출처를 참조한다</a:t>
            </a:r>
          </a:p>
        </p:txBody>
      </p:sp>
      <p:sp>
        <p:nvSpPr>
          <p:cNvPr id="20" name="다음 장에서, 현재 Demo에 별도 보존 후보가 있었는지 판단한다">
            <a:extLst xmlns:a="http://schemas.openxmlformats.org/drawingml/2006/main">
              <a:ext uri="{FF2B5EF4-FFF2-40B4-BE49-F238E27FC236}">
                <a16:creationId xmlns:a16="http://schemas.microsoft.com/office/drawing/2014/main" id="{24619727-12CB-4563-91BD-B519AEF8F268}"/>
              </a:ext>
            </a:extLst>
          </p:cNvPr>
          <p:cNvSpPr>
            <a:spLocks xmlns:a="http://schemas.openxmlformats.org/drawingml/2006/main" noGrp="1"/>
          </p:cNvSpPr>
          <p:nvPr/>
        </p:nvSpPr>
        <p:spPr>
          <a:xfrm xmlns:a="http://schemas.openxmlformats.org/drawingml/2006/main">
            <a:off x="609600" y="5486400"/>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다음 장에서, 현재 Demo에 별도 보존 후보가 있었는지 판단한다</a:t>
            </a:r>
          </a:p>
        </p:txBody>
      </p:sp>
      <p:sp>
        <p:nvSpPr>
          <p:cNvPr id="21" name="Legacy module connection">
            <a:extLst xmlns:a="http://schemas.openxmlformats.org/drawingml/2006/main">
              <a:ext uri="{FF2B5EF4-FFF2-40B4-BE49-F238E27FC236}">
                <a16:creationId xmlns:a16="http://schemas.microsoft.com/office/drawing/2014/main" id="{D3CAE4CD-46EF-45D3-B480-2D4D2A7249AB}"/>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1525737682"/>
      </p:ext>
    </p:extLst>
  </p:cSld>
</p:sld>
</file>

<file path=ppt/slides/slide1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3" name="ACT 3 · Memory의 기준과 현재 사례의 선택">
            <a:extLst xmlns:a="http://schemas.openxmlformats.org/drawingml/2006/main">
              <a:ext uri="{FF2B5EF4-FFF2-40B4-BE49-F238E27FC236}">
                <a16:creationId xmlns:a16="http://schemas.microsoft.com/office/drawing/2014/main" id="{A717A2BF-6671-4EFD-B8B5-A302301CE89D}"/>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Memory의 기준과 현재 사례의 선택</a:t>
            </a:r>
          </a:p>
        </p:txBody>
      </p:sp>
      <p:sp>
        <p:nvSpPr>
          <p:cNvPr id="2" name="S62">
            <a:extLst xmlns:a="http://schemas.openxmlformats.org/drawingml/2006/main">
              <a:ext uri="{FF2B5EF4-FFF2-40B4-BE49-F238E27FC236}">
                <a16:creationId xmlns:a16="http://schemas.microsoft.com/office/drawing/2014/main" id="{DA980037-3F94-4219-9403-A231A97051CB}"/>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S62</a:t>
            </a:r>
          </a:p>
        </p:txBody>
      </p:sp>
      <p:sp>
        <p:nvSpPr>
          <p:cNvPr id="3" name="남길지, 원래 출처를 참조할지 판단한다">
            <a:extLst xmlns:a="http://schemas.openxmlformats.org/drawingml/2006/main">
              <a:ext uri="{FF2B5EF4-FFF2-40B4-BE49-F238E27FC236}">
                <a16:creationId xmlns:a16="http://schemas.microsoft.com/office/drawing/2014/main" id="{9AA4AD23-7C03-4764-BF7B-9173CE39AE86}"/>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남길지, 원래 출처를 참조할지 판단한다</a:t>
            </a:r>
          </a:p>
        </p:txBody>
      </p:sp>
      <p:sp>
        <p:nvSpPr>
          <p:cNvPr id="4" name="">
            <a:extLst xmlns:a="http://schemas.openxmlformats.org/drawingml/2006/main">
              <a:ext uri="{FF2B5EF4-FFF2-40B4-BE49-F238E27FC236}">
                <a16:creationId xmlns:a16="http://schemas.microsoft.com/office/drawing/2014/main" id="{7E73886F-A493-4DBF-A591-0E8FB3B8D8D2}"/>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DEC-0018 · Demo 지식 출처 점검 + 교육용 보존 기준 · 제품 Memory 기능에 대한 관찰 아">
            <a:extLst xmlns:a="http://schemas.openxmlformats.org/drawingml/2006/main">
              <a:ext uri="{FF2B5EF4-FFF2-40B4-BE49-F238E27FC236}">
                <a16:creationId xmlns:a16="http://schemas.microsoft.com/office/drawing/2014/main" id="{F0051C9B-67ED-4080-8B81-9426A6A2061A}"/>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DEC-0018 · Demo 지식 출처 점검 + 교육용 보존 기준 · 제품 Memory 기능에 대한 관찰 아님</a:t>
            </a:r>
          </a:p>
        </p:txBody>
      </p:sp>
      <p:sp>
        <p:nvSpPr>
          <p:cNvPr id="6" name="현재 별도 Memory 후보 없음 · 다음 작업 재사용이 기준이며 프로젝트 사이 재사용이 필수는 아님">
            <a:extLst xmlns:a="http://schemas.openxmlformats.org/drawingml/2006/main">
              <a:ext uri="{FF2B5EF4-FFF2-40B4-BE49-F238E27FC236}">
                <a16:creationId xmlns:a16="http://schemas.microsoft.com/office/drawing/2014/main" id="{300D8DB0-F71B-471E-8F62-58E73C351F87}"/>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현재 별도 Memory 후보 없음 · 다음 작업 재사용이 기준이며 프로젝트 사이 재사용이 필수는 아님</a:t>
            </a:r>
          </a:p>
        </p:txBody>
      </p:sp>
      <p:sp>
        <p:nvSpPr>
          <p:cNvPr id="7" name="">
            <a:extLst xmlns:a="http://schemas.openxmlformats.org/drawingml/2006/main">
              <a:ext uri="{FF2B5EF4-FFF2-40B4-BE49-F238E27FC236}">
                <a16:creationId xmlns:a16="http://schemas.microsoft.com/office/drawing/2014/main" id="{9FB61765-57E0-4C18-B03B-D35C08B1AE0E}"/>
              </a:ext>
            </a:extLst>
          </p:cNvPr>
          <p:cNvSpPr>
            <a:spLocks xmlns:a="http://schemas.openxmlformats.org/drawingml/2006/main" noGrp="1"/>
          </p:cNvSpPr>
          <p:nvPr/>
        </p:nvSpPr>
        <p:spPr>
          <a:xfrm xmlns:a="http://schemas.openxmlformats.org/drawingml/2006/main">
            <a:off x="609600" y="1800225"/>
            <a:ext cx="2571750" cy="5334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8" name="재발견 비용">
            <a:extLst xmlns:a="http://schemas.openxmlformats.org/drawingml/2006/main">
              <a:ext uri="{FF2B5EF4-FFF2-40B4-BE49-F238E27FC236}">
                <a16:creationId xmlns:a16="http://schemas.microsoft.com/office/drawing/2014/main" id="{8D416E3C-9D11-45BC-86A0-B5229CE4B28E}"/>
              </a:ext>
            </a:extLst>
          </p:cNvPr>
          <p:cNvSpPr>
            <a:spLocks xmlns:a="http://schemas.openxmlformats.org/drawingml/2006/main" noGrp="1"/>
          </p:cNvSpPr>
          <p:nvPr/>
        </p:nvSpPr>
        <p:spPr>
          <a:xfrm xmlns:a="http://schemas.openxmlformats.org/drawingml/2006/main">
            <a:off x="704850" y="191452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0B6172"/>
                </a:solidFill>
                <a:latin typeface="Malgun Gothic"/>
                <a:ea typeface="Malgun Gothic"/>
                <a:cs typeface="Malgun Gothic"/>
              </a:defRPr>
            </a:defPPr>
            <a:lvl1pPr algn="ctr">
              <a:defRPr sz="1800" b="1">
                <a:solidFill>
                  <a:srgbClr val="0B6172"/>
                </a:solidFill>
                <a:latin typeface="Malgun Gothic"/>
                <a:ea typeface="Malgun Gothic"/>
                <a:cs typeface="Malgun Gothic"/>
              </a:defRPr>
            </a:lvl1pPr>
            <a:lvl2pPr algn="ctr">
              <a:defRPr sz="1800" b="1">
                <a:solidFill>
                  <a:srgbClr val="0B6172"/>
                </a:solidFill>
                <a:latin typeface="Malgun Gothic"/>
                <a:ea typeface="Malgun Gothic"/>
                <a:cs typeface="Malgun Gothic"/>
              </a:defRPr>
            </a:lvl2pPr>
            <a:lvl3pPr algn="ctr">
              <a:defRPr sz="1800" b="1">
                <a:solidFill>
                  <a:srgbClr val="0B6172"/>
                </a:solidFill>
                <a:latin typeface="Malgun Gothic"/>
                <a:ea typeface="Malgun Gothic"/>
                <a:cs typeface="Malgun Gothic"/>
              </a:defRPr>
            </a:lvl3pPr>
            <a:lvl4pPr algn="ctr">
              <a:defRPr sz="1800" b="1">
                <a:solidFill>
                  <a:srgbClr val="0B6172"/>
                </a:solidFill>
                <a:latin typeface="Malgun Gothic"/>
                <a:ea typeface="Malgun Gothic"/>
                <a:cs typeface="Malgun Gothic"/>
              </a:defRPr>
            </a:lvl4pPr>
            <a:lvl5pPr algn="ctr">
              <a:defRPr sz="1800" b="1">
                <a:solidFill>
                  <a:srgbClr val="0B6172"/>
                </a:solidFill>
                <a:latin typeface="Malgun Gothic"/>
                <a:ea typeface="Malgun Gothic"/>
                <a:cs typeface="Malgun Gothic"/>
              </a:defRPr>
            </a:lvl5pPr>
            <a:lvl6pPr algn="ctr">
              <a:defRPr sz="1800" b="1">
                <a:solidFill>
                  <a:srgbClr val="0B6172"/>
                </a:solidFill>
                <a:latin typeface="Malgun Gothic"/>
                <a:ea typeface="Malgun Gothic"/>
                <a:cs typeface="Malgun Gothic"/>
              </a:defRPr>
            </a:lvl6pPr>
            <a:lvl7pPr algn="ctr">
              <a:defRPr sz="1800" b="1">
                <a:solidFill>
                  <a:srgbClr val="0B6172"/>
                </a:solidFill>
                <a:latin typeface="Malgun Gothic"/>
                <a:ea typeface="Malgun Gothic"/>
                <a:cs typeface="Malgun Gothic"/>
              </a:defRPr>
            </a:lvl7pPr>
            <a:lvl8pPr algn="ctr">
              <a:defRPr sz="1800" b="1">
                <a:solidFill>
                  <a:srgbClr val="0B6172"/>
                </a:solidFill>
                <a:latin typeface="Malgun Gothic"/>
                <a:ea typeface="Malgun Gothic"/>
                <a:cs typeface="Malgun Gothic"/>
              </a:defRPr>
            </a:lvl8pPr>
            <a:lvl9pPr algn="ctr">
              <a:defRPr sz="1800" b="1">
                <a:solidFill>
                  <a:srgbClr val="0B6172"/>
                </a:solidFill>
                <a:latin typeface="Malgun Gothic"/>
                <a:ea typeface="Malgun Gothic"/>
                <a:cs typeface="Malgun Gothic"/>
              </a:defRPr>
            </a:lvl9pPr>
          </a:lstStyle>
          <a:p xmlns:a="http://schemas.openxmlformats.org/drawingml/2006/main">
            <a:pPr algn="ctr">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재발견 비용</a:t>
            </a:r>
          </a:p>
        </p:txBody>
      </p:sp>
      <p:sp>
        <p:nvSpPr>
          <p:cNvPr id="9" name="">
            <a:extLst xmlns:a="http://schemas.openxmlformats.org/drawingml/2006/main">
              <a:ext uri="{FF2B5EF4-FFF2-40B4-BE49-F238E27FC236}">
                <a16:creationId xmlns:a16="http://schemas.microsoft.com/office/drawing/2014/main" id="{CF6ED113-4FE7-43E8-9ABA-065C38D8EC6D}"/>
              </a:ext>
            </a:extLst>
          </p:cNvPr>
          <p:cNvSpPr>
            <a:spLocks xmlns:a="http://schemas.openxmlformats.org/drawingml/2006/main" noGrp="1"/>
          </p:cNvSpPr>
          <p:nvPr/>
        </p:nvSpPr>
        <p:spPr>
          <a:xfrm xmlns:a="http://schemas.openxmlformats.org/drawingml/2006/main">
            <a:off x="3409950" y="1800225"/>
            <a:ext cx="2571750" cy="5334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0" name="다음 작업 재사용">
            <a:extLst xmlns:a="http://schemas.openxmlformats.org/drawingml/2006/main">
              <a:ext uri="{FF2B5EF4-FFF2-40B4-BE49-F238E27FC236}">
                <a16:creationId xmlns:a16="http://schemas.microsoft.com/office/drawing/2014/main" id="{5C70AC2C-8BC6-43BC-AE0F-C8E8CA6549D9}"/>
              </a:ext>
            </a:extLst>
          </p:cNvPr>
          <p:cNvSpPr>
            <a:spLocks xmlns:a="http://schemas.openxmlformats.org/drawingml/2006/main" noGrp="1"/>
          </p:cNvSpPr>
          <p:nvPr/>
        </p:nvSpPr>
        <p:spPr>
          <a:xfrm xmlns:a="http://schemas.openxmlformats.org/drawingml/2006/main">
            <a:off x="3505200" y="191452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0B6172"/>
                </a:solidFill>
                <a:latin typeface="Malgun Gothic"/>
                <a:ea typeface="Malgun Gothic"/>
                <a:cs typeface="Malgun Gothic"/>
              </a:defRPr>
            </a:defPPr>
            <a:lvl1pPr algn="ctr">
              <a:defRPr sz="1800" b="1">
                <a:solidFill>
                  <a:srgbClr val="0B6172"/>
                </a:solidFill>
                <a:latin typeface="Malgun Gothic"/>
                <a:ea typeface="Malgun Gothic"/>
                <a:cs typeface="Malgun Gothic"/>
              </a:defRPr>
            </a:lvl1pPr>
            <a:lvl2pPr algn="ctr">
              <a:defRPr sz="1800" b="1">
                <a:solidFill>
                  <a:srgbClr val="0B6172"/>
                </a:solidFill>
                <a:latin typeface="Malgun Gothic"/>
                <a:ea typeface="Malgun Gothic"/>
                <a:cs typeface="Malgun Gothic"/>
              </a:defRPr>
            </a:lvl2pPr>
            <a:lvl3pPr algn="ctr">
              <a:defRPr sz="1800" b="1">
                <a:solidFill>
                  <a:srgbClr val="0B6172"/>
                </a:solidFill>
                <a:latin typeface="Malgun Gothic"/>
                <a:ea typeface="Malgun Gothic"/>
                <a:cs typeface="Malgun Gothic"/>
              </a:defRPr>
            </a:lvl3pPr>
            <a:lvl4pPr algn="ctr">
              <a:defRPr sz="1800" b="1">
                <a:solidFill>
                  <a:srgbClr val="0B6172"/>
                </a:solidFill>
                <a:latin typeface="Malgun Gothic"/>
                <a:ea typeface="Malgun Gothic"/>
                <a:cs typeface="Malgun Gothic"/>
              </a:defRPr>
            </a:lvl4pPr>
            <a:lvl5pPr algn="ctr">
              <a:defRPr sz="1800" b="1">
                <a:solidFill>
                  <a:srgbClr val="0B6172"/>
                </a:solidFill>
                <a:latin typeface="Malgun Gothic"/>
                <a:ea typeface="Malgun Gothic"/>
                <a:cs typeface="Malgun Gothic"/>
              </a:defRPr>
            </a:lvl5pPr>
            <a:lvl6pPr algn="ctr">
              <a:defRPr sz="1800" b="1">
                <a:solidFill>
                  <a:srgbClr val="0B6172"/>
                </a:solidFill>
                <a:latin typeface="Malgun Gothic"/>
                <a:ea typeface="Malgun Gothic"/>
                <a:cs typeface="Malgun Gothic"/>
              </a:defRPr>
            </a:lvl6pPr>
            <a:lvl7pPr algn="ctr">
              <a:defRPr sz="1800" b="1">
                <a:solidFill>
                  <a:srgbClr val="0B6172"/>
                </a:solidFill>
                <a:latin typeface="Malgun Gothic"/>
                <a:ea typeface="Malgun Gothic"/>
                <a:cs typeface="Malgun Gothic"/>
              </a:defRPr>
            </a:lvl7pPr>
            <a:lvl8pPr algn="ctr">
              <a:defRPr sz="1800" b="1">
                <a:solidFill>
                  <a:srgbClr val="0B6172"/>
                </a:solidFill>
                <a:latin typeface="Malgun Gothic"/>
                <a:ea typeface="Malgun Gothic"/>
                <a:cs typeface="Malgun Gothic"/>
              </a:defRPr>
            </a:lvl8pPr>
            <a:lvl9pPr algn="ctr">
              <a:defRPr sz="1800" b="1">
                <a:solidFill>
                  <a:srgbClr val="0B6172"/>
                </a:solidFill>
                <a:latin typeface="Malgun Gothic"/>
                <a:ea typeface="Malgun Gothic"/>
                <a:cs typeface="Malgun Gothic"/>
              </a:defRPr>
            </a:lvl9pPr>
          </a:lstStyle>
          <a:p xmlns:a="http://schemas.openxmlformats.org/drawingml/2006/main">
            <a:pPr algn="ctr">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다음 작업 재사용</a:t>
            </a:r>
          </a:p>
        </p:txBody>
      </p:sp>
      <p:sp>
        <p:nvSpPr>
          <p:cNvPr id="11" name="">
            <a:extLst xmlns:a="http://schemas.openxmlformats.org/drawingml/2006/main">
              <a:ext uri="{FF2B5EF4-FFF2-40B4-BE49-F238E27FC236}">
                <a16:creationId xmlns:a16="http://schemas.microsoft.com/office/drawing/2014/main" id="{E3854117-A0AA-456E-8184-585F6A07CA6D}"/>
              </a:ext>
            </a:extLst>
          </p:cNvPr>
          <p:cNvSpPr>
            <a:spLocks xmlns:a="http://schemas.openxmlformats.org/drawingml/2006/main" noGrp="1"/>
          </p:cNvSpPr>
          <p:nvPr/>
        </p:nvSpPr>
        <p:spPr>
          <a:xfrm xmlns:a="http://schemas.openxmlformats.org/drawingml/2006/main">
            <a:off x="6210300" y="1800225"/>
            <a:ext cx="2571750" cy="5334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2" name="출처·적용 범위">
            <a:extLst xmlns:a="http://schemas.openxmlformats.org/drawingml/2006/main">
              <a:ext uri="{FF2B5EF4-FFF2-40B4-BE49-F238E27FC236}">
                <a16:creationId xmlns:a16="http://schemas.microsoft.com/office/drawing/2014/main" id="{A22BD10A-E1A6-44A7-9924-8C4C260CC1E2}"/>
              </a:ext>
            </a:extLst>
          </p:cNvPr>
          <p:cNvSpPr>
            <a:spLocks xmlns:a="http://schemas.openxmlformats.org/drawingml/2006/main" noGrp="1"/>
          </p:cNvSpPr>
          <p:nvPr/>
        </p:nvSpPr>
        <p:spPr>
          <a:xfrm xmlns:a="http://schemas.openxmlformats.org/drawingml/2006/main">
            <a:off x="6305550" y="191452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0B6172"/>
                </a:solidFill>
                <a:latin typeface="Malgun Gothic"/>
                <a:ea typeface="Malgun Gothic"/>
                <a:cs typeface="Malgun Gothic"/>
              </a:defRPr>
            </a:defPPr>
            <a:lvl1pPr algn="ctr">
              <a:defRPr sz="1800" b="1">
                <a:solidFill>
                  <a:srgbClr val="0B6172"/>
                </a:solidFill>
                <a:latin typeface="Malgun Gothic"/>
                <a:ea typeface="Malgun Gothic"/>
                <a:cs typeface="Malgun Gothic"/>
              </a:defRPr>
            </a:lvl1pPr>
            <a:lvl2pPr algn="ctr">
              <a:defRPr sz="1800" b="1">
                <a:solidFill>
                  <a:srgbClr val="0B6172"/>
                </a:solidFill>
                <a:latin typeface="Malgun Gothic"/>
                <a:ea typeface="Malgun Gothic"/>
                <a:cs typeface="Malgun Gothic"/>
              </a:defRPr>
            </a:lvl2pPr>
            <a:lvl3pPr algn="ctr">
              <a:defRPr sz="1800" b="1">
                <a:solidFill>
                  <a:srgbClr val="0B6172"/>
                </a:solidFill>
                <a:latin typeface="Malgun Gothic"/>
                <a:ea typeface="Malgun Gothic"/>
                <a:cs typeface="Malgun Gothic"/>
              </a:defRPr>
            </a:lvl3pPr>
            <a:lvl4pPr algn="ctr">
              <a:defRPr sz="1800" b="1">
                <a:solidFill>
                  <a:srgbClr val="0B6172"/>
                </a:solidFill>
                <a:latin typeface="Malgun Gothic"/>
                <a:ea typeface="Malgun Gothic"/>
                <a:cs typeface="Malgun Gothic"/>
              </a:defRPr>
            </a:lvl4pPr>
            <a:lvl5pPr algn="ctr">
              <a:defRPr sz="1800" b="1">
                <a:solidFill>
                  <a:srgbClr val="0B6172"/>
                </a:solidFill>
                <a:latin typeface="Malgun Gothic"/>
                <a:ea typeface="Malgun Gothic"/>
                <a:cs typeface="Malgun Gothic"/>
              </a:defRPr>
            </a:lvl5pPr>
            <a:lvl6pPr algn="ctr">
              <a:defRPr sz="1800" b="1">
                <a:solidFill>
                  <a:srgbClr val="0B6172"/>
                </a:solidFill>
                <a:latin typeface="Malgun Gothic"/>
                <a:ea typeface="Malgun Gothic"/>
                <a:cs typeface="Malgun Gothic"/>
              </a:defRPr>
            </a:lvl6pPr>
            <a:lvl7pPr algn="ctr">
              <a:defRPr sz="1800" b="1">
                <a:solidFill>
                  <a:srgbClr val="0B6172"/>
                </a:solidFill>
                <a:latin typeface="Malgun Gothic"/>
                <a:ea typeface="Malgun Gothic"/>
                <a:cs typeface="Malgun Gothic"/>
              </a:defRPr>
            </a:lvl7pPr>
            <a:lvl8pPr algn="ctr">
              <a:defRPr sz="1800" b="1">
                <a:solidFill>
                  <a:srgbClr val="0B6172"/>
                </a:solidFill>
                <a:latin typeface="Malgun Gothic"/>
                <a:ea typeface="Malgun Gothic"/>
                <a:cs typeface="Malgun Gothic"/>
              </a:defRPr>
            </a:lvl8pPr>
            <a:lvl9pPr algn="ctr">
              <a:defRPr sz="1800" b="1">
                <a:solidFill>
                  <a:srgbClr val="0B6172"/>
                </a:solidFill>
                <a:latin typeface="Malgun Gothic"/>
                <a:ea typeface="Malgun Gothic"/>
                <a:cs typeface="Malgun Gothic"/>
              </a:defRPr>
            </a:lvl9pPr>
          </a:lstStyle>
          <a:p xmlns:a="http://schemas.openxmlformats.org/drawingml/2006/main">
            <a:pPr algn="ctr">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출처·적용 범위</a:t>
            </a:r>
          </a:p>
        </p:txBody>
      </p:sp>
      <p:sp>
        <p:nvSpPr>
          <p:cNvPr id="13" name="">
            <a:extLst xmlns:a="http://schemas.openxmlformats.org/drawingml/2006/main">
              <a:ext uri="{FF2B5EF4-FFF2-40B4-BE49-F238E27FC236}">
                <a16:creationId xmlns:a16="http://schemas.microsoft.com/office/drawing/2014/main" id="{79017EFF-69C2-4F14-974D-6B6DC67E2422}"/>
              </a:ext>
            </a:extLst>
          </p:cNvPr>
          <p:cNvSpPr>
            <a:spLocks xmlns:a="http://schemas.openxmlformats.org/drawingml/2006/main" noGrp="1"/>
          </p:cNvSpPr>
          <p:nvPr/>
        </p:nvSpPr>
        <p:spPr>
          <a:xfrm xmlns:a="http://schemas.openxmlformats.org/drawingml/2006/main">
            <a:off x="9010650" y="1800225"/>
            <a:ext cx="2571750" cy="5334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4" name="갱신·무효화 조건">
            <a:extLst xmlns:a="http://schemas.openxmlformats.org/drawingml/2006/main">
              <a:ext uri="{FF2B5EF4-FFF2-40B4-BE49-F238E27FC236}">
                <a16:creationId xmlns:a16="http://schemas.microsoft.com/office/drawing/2014/main" id="{A7DEB2E4-2CA2-43FC-80EF-1694B5FC2BF9}"/>
              </a:ext>
            </a:extLst>
          </p:cNvPr>
          <p:cNvSpPr>
            <a:spLocks xmlns:a="http://schemas.openxmlformats.org/drawingml/2006/main" noGrp="1"/>
          </p:cNvSpPr>
          <p:nvPr/>
        </p:nvSpPr>
        <p:spPr>
          <a:xfrm xmlns:a="http://schemas.openxmlformats.org/drawingml/2006/main">
            <a:off x="9105900" y="191452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0B6172"/>
                </a:solidFill>
                <a:latin typeface="Malgun Gothic"/>
                <a:ea typeface="Malgun Gothic"/>
                <a:cs typeface="Malgun Gothic"/>
              </a:defRPr>
            </a:defPPr>
            <a:lvl1pPr algn="ctr">
              <a:defRPr sz="1800" b="1">
                <a:solidFill>
                  <a:srgbClr val="0B6172"/>
                </a:solidFill>
                <a:latin typeface="Malgun Gothic"/>
                <a:ea typeface="Malgun Gothic"/>
                <a:cs typeface="Malgun Gothic"/>
              </a:defRPr>
            </a:lvl1pPr>
            <a:lvl2pPr algn="ctr">
              <a:defRPr sz="1800" b="1">
                <a:solidFill>
                  <a:srgbClr val="0B6172"/>
                </a:solidFill>
                <a:latin typeface="Malgun Gothic"/>
                <a:ea typeface="Malgun Gothic"/>
                <a:cs typeface="Malgun Gothic"/>
              </a:defRPr>
            </a:lvl2pPr>
            <a:lvl3pPr algn="ctr">
              <a:defRPr sz="1800" b="1">
                <a:solidFill>
                  <a:srgbClr val="0B6172"/>
                </a:solidFill>
                <a:latin typeface="Malgun Gothic"/>
                <a:ea typeface="Malgun Gothic"/>
                <a:cs typeface="Malgun Gothic"/>
              </a:defRPr>
            </a:lvl3pPr>
            <a:lvl4pPr algn="ctr">
              <a:defRPr sz="1800" b="1">
                <a:solidFill>
                  <a:srgbClr val="0B6172"/>
                </a:solidFill>
                <a:latin typeface="Malgun Gothic"/>
                <a:ea typeface="Malgun Gothic"/>
                <a:cs typeface="Malgun Gothic"/>
              </a:defRPr>
            </a:lvl4pPr>
            <a:lvl5pPr algn="ctr">
              <a:defRPr sz="1800" b="1">
                <a:solidFill>
                  <a:srgbClr val="0B6172"/>
                </a:solidFill>
                <a:latin typeface="Malgun Gothic"/>
                <a:ea typeface="Malgun Gothic"/>
                <a:cs typeface="Malgun Gothic"/>
              </a:defRPr>
            </a:lvl5pPr>
            <a:lvl6pPr algn="ctr">
              <a:defRPr sz="1800" b="1">
                <a:solidFill>
                  <a:srgbClr val="0B6172"/>
                </a:solidFill>
                <a:latin typeface="Malgun Gothic"/>
                <a:ea typeface="Malgun Gothic"/>
                <a:cs typeface="Malgun Gothic"/>
              </a:defRPr>
            </a:lvl6pPr>
            <a:lvl7pPr algn="ctr">
              <a:defRPr sz="1800" b="1">
                <a:solidFill>
                  <a:srgbClr val="0B6172"/>
                </a:solidFill>
                <a:latin typeface="Malgun Gothic"/>
                <a:ea typeface="Malgun Gothic"/>
                <a:cs typeface="Malgun Gothic"/>
              </a:defRPr>
            </a:lvl7pPr>
            <a:lvl8pPr algn="ctr">
              <a:defRPr sz="1800" b="1">
                <a:solidFill>
                  <a:srgbClr val="0B6172"/>
                </a:solidFill>
                <a:latin typeface="Malgun Gothic"/>
                <a:ea typeface="Malgun Gothic"/>
                <a:cs typeface="Malgun Gothic"/>
              </a:defRPr>
            </a:lvl8pPr>
            <a:lvl9pPr algn="ctr">
              <a:defRPr sz="1800" b="1">
                <a:solidFill>
                  <a:srgbClr val="0B6172"/>
                </a:solidFill>
                <a:latin typeface="Malgun Gothic"/>
                <a:ea typeface="Malgun Gothic"/>
                <a:cs typeface="Malgun Gothic"/>
              </a:defRPr>
            </a:lvl9pPr>
          </a:lstStyle>
          <a:p xmlns:a="http://schemas.openxmlformats.org/drawingml/2006/main">
            <a:pPr algn="ctr">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갱신·무효화 조건</a:t>
            </a:r>
          </a:p>
        </p:txBody>
      </p:sp>
      <p:sp>
        <p:nvSpPr>
          <p:cNvPr id="15" name="">
            <a:extLst xmlns:a="http://schemas.openxmlformats.org/drawingml/2006/main">
              <a:ext uri="{FF2B5EF4-FFF2-40B4-BE49-F238E27FC236}">
                <a16:creationId xmlns:a16="http://schemas.microsoft.com/office/drawing/2014/main" id="{8C128186-16B7-472A-9C66-7B599E14E65F}"/>
              </a:ext>
            </a:extLst>
          </p:cNvPr>
          <p:cNvSpPr>
            <a:spLocks xmlns:a="http://schemas.openxmlformats.org/drawingml/2006/main" noGrp="1"/>
          </p:cNvSpPr>
          <p:nvPr/>
        </p:nvSpPr>
        <p:spPr>
          <a:xfrm xmlns:a="http://schemas.openxmlformats.org/drawingml/2006/main">
            <a:off x="609600" y="2705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crop의 끝 좌표 제외">
            <a:extLst xmlns:a="http://schemas.openxmlformats.org/drawingml/2006/main">
              <a:ext uri="{FF2B5EF4-FFF2-40B4-BE49-F238E27FC236}">
                <a16:creationId xmlns:a16="http://schemas.microsoft.com/office/drawing/2014/main" id="{F9CEBD9A-357E-4D5D-8024-7833438DB4BE}"/>
              </a:ext>
            </a:extLst>
          </p:cNvPr>
          <p:cNvSpPr>
            <a:spLocks xmlns:a="http://schemas.openxmlformats.org/drawingml/2006/main" noGrp="1"/>
          </p:cNvSpPr>
          <p:nvPr/>
        </p:nvSpPr>
        <p:spPr>
          <a:xfrm xmlns:a="http://schemas.openxmlformats.org/drawingml/2006/main">
            <a:off x="609600" y="2781300"/>
            <a:ext cx="4648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crop의 끝 좌표 제외</a:t>
            </a:r>
          </a:p>
        </p:txBody>
      </p:sp>
      <p:sp>
        <p:nvSpPr>
          <p:cNvPr id="17" name="">
            <a:extLst xmlns:a="http://schemas.openxmlformats.org/drawingml/2006/main">
              <a:ext uri="{FF2B5EF4-FFF2-40B4-BE49-F238E27FC236}">
                <a16:creationId xmlns:a16="http://schemas.microsoft.com/office/drawing/2014/main" id="{EE45E9CC-0DF4-470E-AFB5-93E1F345BA20}"/>
              </a:ext>
            </a:extLst>
          </p:cNvPr>
          <p:cNvSpPr>
            <a:spLocks xmlns:a="http://schemas.openxmlformats.org/drawingml/2006/main" noGrp="1"/>
          </p:cNvSpPr>
          <p:nvPr/>
        </p:nvSpPr>
        <p:spPr>
          <a:xfrm xmlns:a="http://schemas.openxmlformats.org/drawingml/2006/main">
            <a:off x="5448300" y="2895600"/>
            <a:ext cx="285750" cy="1714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8" name="코드 · 이미지 명세 문서">
            <a:extLst xmlns:a="http://schemas.openxmlformats.org/drawingml/2006/main">
              <a:ext uri="{FF2B5EF4-FFF2-40B4-BE49-F238E27FC236}">
                <a16:creationId xmlns:a16="http://schemas.microsoft.com/office/drawing/2014/main" id="{A00B62F6-D96C-4818-A57A-2AF1A8DF9995}"/>
              </a:ext>
            </a:extLst>
          </p:cNvPr>
          <p:cNvSpPr>
            <a:spLocks xmlns:a="http://schemas.openxmlformats.org/drawingml/2006/main" noGrp="1"/>
          </p:cNvSpPr>
          <p:nvPr/>
        </p:nvSpPr>
        <p:spPr>
          <a:xfrm xmlns:a="http://schemas.openxmlformats.org/drawingml/2006/main">
            <a:off x="6191250" y="2781300"/>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코드 · 이미지 명세 문서</a:t>
            </a:r>
          </a:p>
        </p:txBody>
      </p:sp>
      <p:sp>
        <p:nvSpPr>
          <p:cNvPr id="19" name="">
            <a:extLst xmlns:a="http://schemas.openxmlformats.org/drawingml/2006/main">
              <a:ext uri="{FF2B5EF4-FFF2-40B4-BE49-F238E27FC236}">
                <a16:creationId xmlns:a16="http://schemas.microsoft.com/office/drawing/2014/main" id="{EB553A63-ABD1-4EA4-8E94-264F76E058F0}"/>
              </a:ext>
            </a:extLst>
          </p:cNvPr>
          <p:cNvSpPr>
            <a:spLocks xmlns:a="http://schemas.openxmlformats.org/drawingml/2006/main" noGrp="1"/>
          </p:cNvSpPr>
          <p:nvPr/>
        </p:nvSpPr>
        <p:spPr>
          <a:xfrm xmlns:a="http://schemas.openxmlformats.org/drawingml/2006/main">
            <a:off x="609600" y="32670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0" name="모듈이 이어지는 순서">
            <a:extLst xmlns:a="http://schemas.openxmlformats.org/drawingml/2006/main">
              <a:ext uri="{FF2B5EF4-FFF2-40B4-BE49-F238E27FC236}">
                <a16:creationId xmlns:a16="http://schemas.microsoft.com/office/drawing/2014/main" id="{00E273A3-BEEA-4594-82CA-CDE61636672F}"/>
              </a:ext>
            </a:extLst>
          </p:cNvPr>
          <p:cNvSpPr>
            <a:spLocks xmlns:a="http://schemas.openxmlformats.org/drawingml/2006/main" noGrp="1"/>
          </p:cNvSpPr>
          <p:nvPr/>
        </p:nvSpPr>
        <p:spPr>
          <a:xfrm xmlns:a="http://schemas.openxmlformats.org/drawingml/2006/main">
            <a:off x="609600" y="3343275"/>
            <a:ext cx="4648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모듈이 이어지는 순서</a:t>
            </a:r>
          </a:p>
        </p:txBody>
      </p:sp>
      <p:sp>
        <p:nvSpPr>
          <p:cNvPr id="21" name="">
            <a:extLst xmlns:a="http://schemas.openxmlformats.org/drawingml/2006/main">
              <a:ext uri="{FF2B5EF4-FFF2-40B4-BE49-F238E27FC236}">
                <a16:creationId xmlns:a16="http://schemas.microsoft.com/office/drawing/2014/main" id="{9174A14F-2D2C-4884-9E63-C73D2661811F}"/>
              </a:ext>
            </a:extLst>
          </p:cNvPr>
          <p:cNvSpPr>
            <a:spLocks xmlns:a="http://schemas.openxmlformats.org/drawingml/2006/main" noGrp="1"/>
          </p:cNvSpPr>
          <p:nvPr/>
        </p:nvSpPr>
        <p:spPr>
          <a:xfrm xmlns:a="http://schemas.openxmlformats.org/drawingml/2006/main">
            <a:off x="5448300" y="3457575"/>
            <a:ext cx="285750" cy="1714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2" name="architecture.md">
            <a:extLst xmlns:a="http://schemas.openxmlformats.org/drawingml/2006/main">
              <a:ext uri="{FF2B5EF4-FFF2-40B4-BE49-F238E27FC236}">
                <a16:creationId xmlns:a16="http://schemas.microsoft.com/office/drawing/2014/main" id="{B98D7B50-6088-4CC7-BC8E-EDDF6E34A2E5}"/>
              </a:ext>
            </a:extLst>
          </p:cNvPr>
          <p:cNvSpPr>
            <a:spLocks xmlns:a="http://schemas.openxmlformats.org/drawingml/2006/main" noGrp="1"/>
          </p:cNvSpPr>
          <p:nvPr/>
        </p:nvSpPr>
        <p:spPr>
          <a:xfrm xmlns:a="http://schemas.openxmlformats.org/drawingml/2006/main">
            <a:off x="6191250" y="334327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architecture.md</a:t>
            </a:r>
          </a:p>
        </p:txBody>
      </p:sp>
      <p:sp>
        <p:nvSpPr>
          <p:cNvPr id="23" name="">
            <a:extLst xmlns:a="http://schemas.openxmlformats.org/drawingml/2006/main">
              <a:ext uri="{FF2B5EF4-FFF2-40B4-BE49-F238E27FC236}">
                <a16:creationId xmlns:a16="http://schemas.microsoft.com/office/drawing/2014/main" id="{AF020614-57C8-4D37-AAA3-48D872991532}"/>
              </a:ext>
            </a:extLst>
          </p:cNvPr>
          <p:cNvSpPr>
            <a:spLocks xmlns:a="http://schemas.openxmlformats.org/drawingml/2006/main" noGrp="1"/>
          </p:cNvSpPr>
          <p:nvPr/>
        </p:nvSpPr>
        <p:spPr>
          <a:xfrm xmlns:a="http://schemas.openxmlformats.org/drawingml/2006/main">
            <a:off x="609600" y="382905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4" name="성능 조사·검증 방법">
            <a:extLst xmlns:a="http://schemas.openxmlformats.org/drawingml/2006/main">
              <a:ext uri="{FF2B5EF4-FFF2-40B4-BE49-F238E27FC236}">
                <a16:creationId xmlns:a16="http://schemas.microsoft.com/office/drawing/2014/main" id="{260F26A9-A3DD-4718-9C3B-F013731DB504}"/>
              </a:ext>
            </a:extLst>
          </p:cNvPr>
          <p:cNvSpPr>
            <a:spLocks xmlns:a="http://schemas.openxmlformats.org/drawingml/2006/main" noGrp="1"/>
          </p:cNvSpPr>
          <p:nvPr/>
        </p:nvSpPr>
        <p:spPr>
          <a:xfrm xmlns:a="http://schemas.openxmlformats.org/drawingml/2006/main">
            <a:off x="609600" y="3905250"/>
            <a:ext cx="4648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성능 조사·검증 방법</a:t>
            </a:r>
          </a:p>
        </p:txBody>
      </p:sp>
      <p:sp>
        <p:nvSpPr>
          <p:cNvPr id="25" name="">
            <a:extLst xmlns:a="http://schemas.openxmlformats.org/drawingml/2006/main">
              <a:ext uri="{FF2B5EF4-FFF2-40B4-BE49-F238E27FC236}">
                <a16:creationId xmlns:a16="http://schemas.microsoft.com/office/drawing/2014/main" id="{8EF0304B-7581-4AE2-BB8B-E9D934A5DE31}"/>
              </a:ext>
            </a:extLst>
          </p:cNvPr>
          <p:cNvSpPr>
            <a:spLocks xmlns:a="http://schemas.openxmlformats.org/drawingml/2006/main" noGrp="1"/>
          </p:cNvSpPr>
          <p:nvPr/>
        </p:nvSpPr>
        <p:spPr>
          <a:xfrm xmlns:a="http://schemas.openxmlformats.org/drawingml/2006/main">
            <a:off x="5448300" y="4019550"/>
            <a:ext cx="285750" cy="1714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6" name="Repository Skill">
            <a:extLst xmlns:a="http://schemas.openxmlformats.org/drawingml/2006/main">
              <a:ext uri="{FF2B5EF4-FFF2-40B4-BE49-F238E27FC236}">
                <a16:creationId xmlns:a16="http://schemas.microsoft.com/office/drawing/2014/main" id="{BD9193A6-6781-4A40-B4FA-2D23E996A51C}"/>
              </a:ext>
            </a:extLst>
          </p:cNvPr>
          <p:cNvSpPr>
            <a:spLocks xmlns:a="http://schemas.openxmlformats.org/drawingml/2006/main" noGrp="1"/>
          </p:cNvSpPr>
          <p:nvPr/>
        </p:nvSpPr>
        <p:spPr>
          <a:xfrm xmlns:a="http://schemas.openxmlformats.org/drawingml/2006/main">
            <a:off x="6191250" y="3905250"/>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Repository Skill</a:t>
            </a:r>
          </a:p>
        </p:txBody>
      </p:sp>
      <p:sp>
        <p:nvSpPr>
          <p:cNvPr id="27" name="">
            <a:extLst xmlns:a="http://schemas.openxmlformats.org/drawingml/2006/main">
              <a:ext uri="{FF2B5EF4-FFF2-40B4-BE49-F238E27FC236}">
                <a16:creationId xmlns:a16="http://schemas.microsoft.com/office/drawing/2014/main" id="{38AA073D-CC1A-4BE0-BE87-2C3551FAD2E9}"/>
              </a:ext>
            </a:extLst>
          </p:cNvPr>
          <p:cNvSpPr>
            <a:spLocks xmlns:a="http://schemas.openxmlformats.org/drawingml/2006/main" noGrp="1"/>
          </p:cNvSpPr>
          <p:nvPr/>
        </p:nvSpPr>
        <p:spPr>
          <a:xfrm xmlns:a="http://schemas.openxmlformats.org/drawingml/2006/main">
            <a:off x="609600" y="439102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8" name="이번 실행의 측정값">
            <a:extLst xmlns:a="http://schemas.openxmlformats.org/drawingml/2006/main">
              <a:ext uri="{FF2B5EF4-FFF2-40B4-BE49-F238E27FC236}">
                <a16:creationId xmlns:a16="http://schemas.microsoft.com/office/drawing/2014/main" id="{36D913C9-1FA4-49C1-B95C-3F5162B5741D}"/>
              </a:ext>
            </a:extLst>
          </p:cNvPr>
          <p:cNvSpPr>
            <a:spLocks xmlns:a="http://schemas.openxmlformats.org/drawingml/2006/main" noGrp="1"/>
          </p:cNvSpPr>
          <p:nvPr/>
        </p:nvSpPr>
        <p:spPr>
          <a:xfrm xmlns:a="http://schemas.openxmlformats.org/drawingml/2006/main">
            <a:off x="609600" y="4467225"/>
            <a:ext cx="4648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이번 실행의 측정값</a:t>
            </a:r>
          </a:p>
        </p:txBody>
      </p:sp>
      <p:sp>
        <p:nvSpPr>
          <p:cNvPr id="29" name="">
            <a:extLst xmlns:a="http://schemas.openxmlformats.org/drawingml/2006/main">
              <a:ext uri="{FF2B5EF4-FFF2-40B4-BE49-F238E27FC236}">
                <a16:creationId xmlns:a16="http://schemas.microsoft.com/office/drawing/2014/main" id="{D6884259-2EB3-4D45-A360-30BCBBD42D1E}"/>
              </a:ext>
            </a:extLst>
          </p:cNvPr>
          <p:cNvSpPr>
            <a:spLocks xmlns:a="http://schemas.openxmlformats.org/drawingml/2006/main" noGrp="1"/>
          </p:cNvSpPr>
          <p:nvPr/>
        </p:nvSpPr>
        <p:spPr>
          <a:xfrm xmlns:a="http://schemas.openxmlformats.org/drawingml/2006/main">
            <a:off x="5448300" y="4581525"/>
            <a:ext cx="285750" cy="1714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30" name="날짜가 있는 Trial 기록 · Git 이력">
            <a:extLst xmlns:a="http://schemas.openxmlformats.org/drawingml/2006/main">
              <a:ext uri="{FF2B5EF4-FFF2-40B4-BE49-F238E27FC236}">
                <a16:creationId xmlns:a16="http://schemas.microsoft.com/office/drawing/2014/main" id="{6F7CB98B-B5DE-4D20-9016-4BD7108EFFC5}"/>
              </a:ext>
            </a:extLst>
          </p:cNvPr>
          <p:cNvSpPr>
            <a:spLocks xmlns:a="http://schemas.openxmlformats.org/drawingml/2006/main" noGrp="1"/>
          </p:cNvSpPr>
          <p:nvPr/>
        </p:nvSpPr>
        <p:spPr>
          <a:xfrm xmlns:a="http://schemas.openxmlformats.org/drawingml/2006/main">
            <a:off x="6191250" y="446722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날짜가 있는 Trial 기록 · Git 이력</a:t>
            </a:r>
          </a:p>
        </p:txBody>
      </p:sp>
      <p:sp>
        <p:nvSpPr>
          <p:cNvPr id="31" name="이번 사례: 원래 출처를 유지하고, 별도 Memory는 추가하지 않았다">
            <a:extLst xmlns:a="http://schemas.openxmlformats.org/drawingml/2006/main">
              <a:ext uri="{FF2B5EF4-FFF2-40B4-BE49-F238E27FC236}">
                <a16:creationId xmlns:a16="http://schemas.microsoft.com/office/drawing/2014/main" id="{08603DD7-12B7-4F23-B0AA-872285A49638}"/>
              </a:ext>
            </a:extLst>
          </p:cNvPr>
          <p:cNvSpPr>
            <a:spLocks xmlns:a="http://schemas.openxmlformats.org/drawingml/2006/main" noGrp="1"/>
          </p:cNvSpPr>
          <p:nvPr/>
        </p:nvSpPr>
        <p:spPr>
          <a:xfrm xmlns:a="http://schemas.openxmlformats.org/drawingml/2006/main">
            <a:off x="609600" y="52863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이번 사례: 원래 출처를 유지하고, 별도 Memory는 추가하지 않았다</a:t>
            </a:r>
          </a:p>
        </p:txBody>
      </p:sp>
      <p:sp>
        <p:nvSpPr>
          <p:cNvPr id="32" name="Legacy module connection">
            <a:extLst xmlns:a="http://schemas.openxmlformats.org/drawingml/2006/main">
              <a:ext uri="{FF2B5EF4-FFF2-40B4-BE49-F238E27FC236}">
                <a16:creationId xmlns:a16="http://schemas.microsoft.com/office/drawing/2014/main" id="{E7A35CE3-3F51-4072-9D98-4454AB524F0E}"/>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1157831045"/>
      </p:ext>
    </p:extLst>
  </p:cSld>
</p:sld>
</file>

<file path=ppt/slides/slide1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5" name="ACT 3 · Minimum Effective Harness의 근거를 회수">
            <a:extLst xmlns:a="http://schemas.openxmlformats.org/drawingml/2006/main">
              <a:ext uri="{FF2B5EF4-FFF2-40B4-BE49-F238E27FC236}">
                <a16:creationId xmlns:a16="http://schemas.microsoft.com/office/drawing/2014/main" id="{AB248C2F-FF08-4534-A6BC-EA63AE77B9EE}"/>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Minimum Effective Harness의 근거를 회수</a:t>
            </a:r>
          </a:p>
        </p:txBody>
      </p:sp>
      <p:sp>
        <p:nvSpPr>
          <p:cNvPr id="2" name="S63">
            <a:extLst xmlns:a="http://schemas.openxmlformats.org/drawingml/2006/main">
              <a:ext uri="{FF2B5EF4-FFF2-40B4-BE49-F238E27FC236}">
                <a16:creationId xmlns:a16="http://schemas.microsoft.com/office/drawing/2014/main" id="{D9916ED6-AAEA-4F7D-93EB-7967BAA36FF8}"/>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S63</a:t>
            </a:r>
          </a:p>
        </p:txBody>
      </p:sp>
      <p:sp>
        <p:nvSpPr>
          <p:cNvPr id="3" name="이번 사례에서 실제로 사용한 구조">
            <a:extLst xmlns:a="http://schemas.openxmlformats.org/drawingml/2006/main">
              <a:ext uri="{FF2B5EF4-FFF2-40B4-BE49-F238E27FC236}">
                <a16:creationId xmlns:a16="http://schemas.microsoft.com/office/drawing/2014/main" id="{5E8BE09D-6882-4986-877F-15AF8096630F}"/>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이번 사례에서 실제로 사용한 구조</a:t>
            </a:r>
          </a:p>
        </p:txBody>
      </p:sp>
      <p:sp>
        <p:nvSpPr>
          <p:cNvPr id="4" name="">
            <a:extLst xmlns:a="http://schemas.openxmlformats.org/drawingml/2006/main">
              <a:ext uri="{FF2B5EF4-FFF2-40B4-BE49-F238E27FC236}">
                <a16:creationId xmlns:a16="http://schemas.microsoft.com/office/drawing/2014/main" id="{0C7EC67F-FFDE-4F8B-93F1-AA821853D979}"/>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STATE-04-PERF까지의 구성 점검 · 보존된 기록과 교육용 책임 구분을 연결">
            <a:extLst xmlns:a="http://schemas.openxmlformats.org/drawingml/2006/main">
              <a:ext uri="{FF2B5EF4-FFF2-40B4-BE49-F238E27FC236}">
                <a16:creationId xmlns:a16="http://schemas.microsoft.com/office/drawing/2014/main" id="{669D385A-6075-48C1-B93B-8968769A9DD1}"/>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STATE-04-PERF까지의 구성 점검 · 보존된 기록과 교육용 책임 구분을 연결</a:t>
            </a:r>
          </a:p>
        </p:txBody>
      </p:sp>
      <p:sp>
        <p:nvSpPr>
          <p:cNvPr id="6" name="Subagent·별도 Memory는 추가하지 않음 · 보편적 최적 구성이나 기능 수 우위에 대한 주장이 아님">
            <a:extLst xmlns:a="http://schemas.openxmlformats.org/drawingml/2006/main">
              <a:ext uri="{FF2B5EF4-FFF2-40B4-BE49-F238E27FC236}">
                <a16:creationId xmlns:a16="http://schemas.microsoft.com/office/drawing/2014/main" id="{B3451814-A483-459F-A0B9-64678857F68C}"/>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Subagent·별도 Memory는 추가하지 않음 · 보편적 최적 구성이나 기능 수 우위에 대한 주장이 아님</a:t>
            </a:r>
          </a:p>
        </p:txBody>
      </p:sp>
      <p:sp>
        <p:nvSpPr>
          <p:cNvPr id="7" name="">
            <a:extLst xmlns:a="http://schemas.openxmlformats.org/drawingml/2006/main">
              <a:ext uri="{FF2B5EF4-FFF2-40B4-BE49-F238E27FC236}">
                <a16:creationId xmlns:a16="http://schemas.microsoft.com/office/drawing/2014/main" id="{8F3134D5-4951-4F6B-8268-455903CDC2AE}"/>
              </a:ext>
            </a:extLst>
          </p:cNvPr>
          <p:cNvSpPr>
            <a:spLocks xmlns:a="http://schemas.openxmlformats.org/drawingml/2006/main" noGrp="1"/>
          </p:cNvSpPr>
          <p:nvPr/>
        </p:nvSpPr>
        <p:spPr>
          <a:xfrm xmlns:a="http://schemas.openxmlformats.org/drawingml/2006/main">
            <a:off x="609600" y="21240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8" name="현재 목표·범위">
            <a:extLst xmlns:a="http://schemas.openxmlformats.org/drawingml/2006/main">
              <a:ext uri="{FF2B5EF4-FFF2-40B4-BE49-F238E27FC236}">
                <a16:creationId xmlns:a16="http://schemas.microsoft.com/office/drawing/2014/main" id="{0A3C9575-E3AB-4C3B-A8AA-15CABFFAAA0D}"/>
              </a:ext>
            </a:extLst>
          </p:cNvPr>
          <p:cNvSpPr>
            <a:spLocks xmlns:a="http://schemas.openxmlformats.org/drawingml/2006/main" noGrp="1"/>
          </p:cNvSpPr>
          <p:nvPr/>
        </p:nvSpPr>
        <p:spPr>
          <a:xfrm xmlns:a="http://schemas.openxmlformats.org/drawingml/2006/main">
            <a:off x="609600" y="2286000"/>
            <a:ext cx="4724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17212B"/>
                </a:solidFill>
                <a:latin typeface="Malgun Gothic"/>
                <a:ea typeface="Malgun Gothic"/>
                <a:cs typeface="Malgun Gothic"/>
              </a:defRPr>
            </a:defPPr>
            <a:lvl1pPr algn="l">
              <a:defRPr sz="2250" b="1">
                <a:solidFill>
                  <a:srgbClr val="17212B"/>
                </a:solidFill>
                <a:latin typeface="Malgun Gothic"/>
                <a:ea typeface="Malgun Gothic"/>
                <a:cs typeface="Malgun Gothic"/>
              </a:defRPr>
            </a:lvl1pPr>
            <a:lvl2pPr algn="l">
              <a:defRPr sz="2250" b="1">
                <a:solidFill>
                  <a:srgbClr val="17212B"/>
                </a:solidFill>
                <a:latin typeface="Malgun Gothic"/>
                <a:ea typeface="Malgun Gothic"/>
                <a:cs typeface="Malgun Gothic"/>
              </a:defRPr>
            </a:lvl2pPr>
            <a:lvl3pPr algn="l">
              <a:defRPr sz="2250" b="1">
                <a:solidFill>
                  <a:srgbClr val="17212B"/>
                </a:solidFill>
                <a:latin typeface="Malgun Gothic"/>
                <a:ea typeface="Malgun Gothic"/>
                <a:cs typeface="Malgun Gothic"/>
              </a:defRPr>
            </a:lvl3pPr>
            <a:lvl4pPr algn="l">
              <a:defRPr sz="2250" b="1">
                <a:solidFill>
                  <a:srgbClr val="17212B"/>
                </a:solidFill>
                <a:latin typeface="Malgun Gothic"/>
                <a:ea typeface="Malgun Gothic"/>
                <a:cs typeface="Malgun Gothic"/>
              </a:defRPr>
            </a:lvl4pPr>
            <a:lvl5pPr algn="l">
              <a:defRPr sz="2250" b="1">
                <a:solidFill>
                  <a:srgbClr val="17212B"/>
                </a:solidFill>
                <a:latin typeface="Malgun Gothic"/>
                <a:ea typeface="Malgun Gothic"/>
                <a:cs typeface="Malgun Gothic"/>
              </a:defRPr>
            </a:lvl5pPr>
            <a:lvl6pPr algn="l">
              <a:defRPr sz="2250" b="1">
                <a:solidFill>
                  <a:srgbClr val="17212B"/>
                </a:solidFill>
                <a:latin typeface="Malgun Gothic"/>
                <a:ea typeface="Malgun Gothic"/>
                <a:cs typeface="Malgun Gothic"/>
              </a:defRPr>
            </a:lvl6pPr>
            <a:lvl7pPr algn="l">
              <a:defRPr sz="2250" b="1">
                <a:solidFill>
                  <a:srgbClr val="17212B"/>
                </a:solidFill>
                <a:latin typeface="Malgun Gothic"/>
                <a:ea typeface="Malgun Gothic"/>
                <a:cs typeface="Malgun Gothic"/>
              </a:defRPr>
            </a:lvl7pPr>
            <a:lvl8pPr algn="l">
              <a:defRPr sz="2250" b="1">
                <a:solidFill>
                  <a:srgbClr val="17212B"/>
                </a:solidFill>
                <a:latin typeface="Malgun Gothic"/>
                <a:ea typeface="Malgun Gothic"/>
                <a:cs typeface="Malgun Gothic"/>
              </a:defRPr>
            </a:lvl8pPr>
            <a:lvl9pPr algn="l">
              <a:defRPr sz="2250" b="1">
                <a:solidFill>
                  <a:srgbClr val="17212B"/>
                </a:solidFill>
                <a:latin typeface="Malgun Gothic"/>
                <a:ea typeface="Malgun Gothic"/>
                <a:cs typeface="Malgun Gothic"/>
              </a:defRPr>
            </a:lvl9pPr>
          </a:lstStyle>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현재 목표·범위</a:t>
            </a:r>
          </a:p>
        </p:txBody>
      </p:sp>
      <p:sp>
        <p:nvSpPr>
          <p:cNvPr id="9" name="">
            <a:extLst xmlns:a="http://schemas.openxmlformats.org/drawingml/2006/main">
              <a:ext uri="{FF2B5EF4-FFF2-40B4-BE49-F238E27FC236}">
                <a16:creationId xmlns:a16="http://schemas.microsoft.com/office/drawing/2014/main" id="{B6B2AF10-F0BC-47FC-80C9-5561BA2A713D}"/>
              </a:ext>
            </a:extLst>
          </p:cNvPr>
          <p:cNvSpPr>
            <a:spLocks xmlns:a="http://schemas.openxmlformats.org/drawingml/2006/main" noGrp="1"/>
          </p:cNvSpPr>
          <p:nvPr/>
        </p:nvSpPr>
        <p:spPr>
          <a:xfrm xmlns:a="http://schemas.openxmlformats.org/drawingml/2006/main">
            <a:off x="5486400" y="2419350"/>
            <a:ext cx="304800" cy="1905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0" name="밝기 통계 조사 요청">
            <a:extLst xmlns:a="http://schemas.openxmlformats.org/drawingml/2006/main">
              <a:ext uri="{FF2B5EF4-FFF2-40B4-BE49-F238E27FC236}">
                <a16:creationId xmlns:a16="http://schemas.microsoft.com/office/drawing/2014/main" id="{94192754-EAF6-44F3-9FC5-68DA6F4F22CB}"/>
              </a:ext>
            </a:extLst>
          </p:cNvPr>
          <p:cNvSpPr>
            <a:spLocks xmlns:a="http://schemas.openxmlformats.org/drawingml/2006/main" noGrp="1"/>
          </p:cNvSpPr>
          <p:nvPr/>
        </p:nvSpPr>
        <p:spPr>
          <a:xfrm xmlns:a="http://schemas.openxmlformats.org/drawingml/2006/main">
            <a:off x="6191250" y="2286000"/>
            <a:ext cx="5391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밝기 통계 조사 요청</a:t>
            </a:r>
          </a:p>
        </p:txBody>
      </p:sp>
      <p:sp>
        <p:nvSpPr>
          <p:cNvPr id="11" name="">
            <a:extLst xmlns:a="http://schemas.openxmlformats.org/drawingml/2006/main">
              <a:ext uri="{FF2B5EF4-FFF2-40B4-BE49-F238E27FC236}">
                <a16:creationId xmlns:a16="http://schemas.microsoft.com/office/drawing/2014/main" id="{A6F0A7A9-C7B2-4766-9326-EF8F40D07128}"/>
              </a:ext>
            </a:extLst>
          </p:cNvPr>
          <p:cNvSpPr>
            <a:spLocks xmlns:a="http://schemas.openxmlformats.org/drawingml/2006/main" noGrp="1"/>
          </p:cNvSpPr>
          <p:nvPr/>
        </p:nvSpPr>
        <p:spPr>
          <a:xfrm xmlns:a="http://schemas.openxmlformats.org/drawingml/2006/main">
            <a:off x="609600" y="28860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2" name="참고할 명세·안내">
            <a:extLst xmlns:a="http://schemas.openxmlformats.org/drawingml/2006/main">
              <a:ext uri="{FF2B5EF4-FFF2-40B4-BE49-F238E27FC236}">
                <a16:creationId xmlns:a16="http://schemas.microsoft.com/office/drawing/2014/main" id="{81D5C22C-9166-48BD-A1C4-AE14FA406CBA}"/>
              </a:ext>
            </a:extLst>
          </p:cNvPr>
          <p:cNvSpPr>
            <a:spLocks xmlns:a="http://schemas.openxmlformats.org/drawingml/2006/main" noGrp="1"/>
          </p:cNvSpPr>
          <p:nvPr/>
        </p:nvSpPr>
        <p:spPr>
          <a:xfrm xmlns:a="http://schemas.openxmlformats.org/drawingml/2006/main">
            <a:off x="609600" y="3048000"/>
            <a:ext cx="4724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17212B"/>
                </a:solidFill>
                <a:latin typeface="Malgun Gothic"/>
                <a:ea typeface="Malgun Gothic"/>
                <a:cs typeface="Malgun Gothic"/>
              </a:defRPr>
            </a:defPPr>
            <a:lvl1pPr algn="l">
              <a:defRPr sz="2250" b="1">
                <a:solidFill>
                  <a:srgbClr val="17212B"/>
                </a:solidFill>
                <a:latin typeface="Malgun Gothic"/>
                <a:ea typeface="Malgun Gothic"/>
                <a:cs typeface="Malgun Gothic"/>
              </a:defRPr>
            </a:lvl1pPr>
            <a:lvl2pPr algn="l">
              <a:defRPr sz="2250" b="1">
                <a:solidFill>
                  <a:srgbClr val="17212B"/>
                </a:solidFill>
                <a:latin typeface="Malgun Gothic"/>
                <a:ea typeface="Malgun Gothic"/>
                <a:cs typeface="Malgun Gothic"/>
              </a:defRPr>
            </a:lvl2pPr>
            <a:lvl3pPr algn="l">
              <a:defRPr sz="2250" b="1">
                <a:solidFill>
                  <a:srgbClr val="17212B"/>
                </a:solidFill>
                <a:latin typeface="Malgun Gothic"/>
                <a:ea typeface="Malgun Gothic"/>
                <a:cs typeface="Malgun Gothic"/>
              </a:defRPr>
            </a:lvl3pPr>
            <a:lvl4pPr algn="l">
              <a:defRPr sz="2250" b="1">
                <a:solidFill>
                  <a:srgbClr val="17212B"/>
                </a:solidFill>
                <a:latin typeface="Malgun Gothic"/>
                <a:ea typeface="Malgun Gothic"/>
                <a:cs typeface="Malgun Gothic"/>
              </a:defRPr>
            </a:lvl4pPr>
            <a:lvl5pPr algn="l">
              <a:defRPr sz="2250" b="1">
                <a:solidFill>
                  <a:srgbClr val="17212B"/>
                </a:solidFill>
                <a:latin typeface="Malgun Gothic"/>
                <a:ea typeface="Malgun Gothic"/>
                <a:cs typeface="Malgun Gothic"/>
              </a:defRPr>
            </a:lvl5pPr>
            <a:lvl6pPr algn="l">
              <a:defRPr sz="2250" b="1">
                <a:solidFill>
                  <a:srgbClr val="17212B"/>
                </a:solidFill>
                <a:latin typeface="Malgun Gothic"/>
                <a:ea typeface="Malgun Gothic"/>
                <a:cs typeface="Malgun Gothic"/>
              </a:defRPr>
            </a:lvl6pPr>
            <a:lvl7pPr algn="l">
              <a:defRPr sz="2250" b="1">
                <a:solidFill>
                  <a:srgbClr val="17212B"/>
                </a:solidFill>
                <a:latin typeface="Malgun Gothic"/>
                <a:ea typeface="Malgun Gothic"/>
                <a:cs typeface="Malgun Gothic"/>
              </a:defRPr>
            </a:lvl7pPr>
            <a:lvl8pPr algn="l">
              <a:defRPr sz="2250" b="1">
                <a:solidFill>
                  <a:srgbClr val="17212B"/>
                </a:solidFill>
                <a:latin typeface="Malgun Gothic"/>
                <a:ea typeface="Malgun Gothic"/>
                <a:cs typeface="Malgun Gothic"/>
              </a:defRPr>
            </a:lvl8pPr>
            <a:lvl9pPr algn="l">
              <a:defRPr sz="2250" b="1">
                <a:solidFill>
                  <a:srgbClr val="17212B"/>
                </a:solidFill>
                <a:latin typeface="Malgun Gothic"/>
                <a:ea typeface="Malgun Gothic"/>
                <a:cs typeface="Malgun Gothic"/>
              </a:defRPr>
            </a:lvl9pPr>
          </a:lstStyle>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참고할 명세·안내</a:t>
            </a:r>
          </a:p>
        </p:txBody>
      </p:sp>
      <p:sp>
        <p:nvSpPr>
          <p:cNvPr id="13" name="">
            <a:extLst xmlns:a="http://schemas.openxmlformats.org/drawingml/2006/main">
              <a:ext uri="{FF2B5EF4-FFF2-40B4-BE49-F238E27FC236}">
                <a16:creationId xmlns:a16="http://schemas.microsoft.com/office/drawing/2014/main" id="{A4D59E2B-26BE-4360-9F32-9248F9E75BE1}"/>
              </a:ext>
            </a:extLst>
          </p:cNvPr>
          <p:cNvSpPr>
            <a:spLocks xmlns:a="http://schemas.openxmlformats.org/drawingml/2006/main" noGrp="1"/>
          </p:cNvSpPr>
          <p:nvPr/>
        </p:nvSpPr>
        <p:spPr>
          <a:xfrm xmlns:a="http://schemas.openxmlformats.org/drawingml/2006/main">
            <a:off x="5486400" y="3181350"/>
            <a:ext cx="304800" cy="1905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4" name="AGENTS.md + 상세 문서">
            <a:extLst xmlns:a="http://schemas.openxmlformats.org/drawingml/2006/main">
              <a:ext uri="{FF2B5EF4-FFF2-40B4-BE49-F238E27FC236}">
                <a16:creationId xmlns:a16="http://schemas.microsoft.com/office/drawing/2014/main" id="{4619C0C2-583C-4CFD-8EA4-132FBD19D7A9}"/>
              </a:ext>
            </a:extLst>
          </p:cNvPr>
          <p:cNvSpPr>
            <a:spLocks xmlns:a="http://schemas.openxmlformats.org/drawingml/2006/main" noGrp="1"/>
          </p:cNvSpPr>
          <p:nvPr/>
        </p:nvSpPr>
        <p:spPr>
          <a:xfrm xmlns:a="http://schemas.openxmlformats.org/drawingml/2006/main">
            <a:off x="6191250" y="3048000"/>
            <a:ext cx="5391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AGENTS.md + 상세 문서</a:t>
            </a:r>
          </a:p>
        </p:txBody>
      </p:sp>
      <p:sp>
        <p:nvSpPr>
          <p:cNvPr id="15" name="">
            <a:extLst xmlns:a="http://schemas.openxmlformats.org/drawingml/2006/main">
              <a:ext uri="{FF2B5EF4-FFF2-40B4-BE49-F238E27FC236}">
                <a16:creationId xmlns:a16="http://schemas.microsoft.com/office/drawing/2014/main" id="{A63C160B-E6F9-4660-9850-44B8635D7927}"/>
              </a:ext>
            </a:extLst>
          </p:cNvPr>
          <p:cNvSpPr>
            <a:spLocks xmlns:a="http://schemas.openxmlformats.org/drawingml/2006/main" noGrp="1"/>
          </p:cNvSpPr>
          <p:nvPr/>
        </p:nvSpPr>
        <p:spPr>
          <a:xfrm xmlns:a="http://schemas.openxmlformats.org/drawingml/2006/main">
            <a:off x="609600" y="36480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다시 쓸 수행 방법">
            <a:extLst xmlns:a="http://schemas.openxmlformats.org/drawingml/2006/main">
              <a:ext uri="{FF2B5EF4-FFF2-40B4-BE49-F238E27FC236}">
                <a16:creationId xmlns:a16="http://schemas.microsoft.com/office/drawing/2014/main" id="{1E112396-BA59-4102-B622-4659E57D04C6}"/>
              </a:ext>
            </a:extLst>
          </p:cNvPr>
          <p:cNvSpPr>
            <a:spLocks xmlns:a="http://schemas.openxmlformats.org/drawingml/2006/main" noGrp="1"/>
          </p:cNvSpPr>
          <p:nvPr/>
        </p:nvSpPr>
        <p:spPr>
          <a:xfrm xmlns:a="http://schemas.openxmlformats.org/drawingml/2006/main">
            <a:off x="609600" y="3810000"/>
            <a:ext cx="4724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17212B"/>
                </a:solidFill>
                <a:latin typeface="Malgun Gothic"/>
                <a:ea typeface="Malgun Gothic"/>
                <a:cs typeface="Malgun Gothic"/>
              </a:defRPr>
            </a:defPPr>
            <a:lvl1pPr algn="l">
              <a:defRPr sz="2250" b="1">
                <a:solidFill>
                  <a:srgbClr val="17212B"/>
                </a:solidFill>
                <a:latin typeface="Malgun Gothic"/>
                <a:ea typeface="Malgun Gothic"/>
                <a:cs typeface="Malgun Gothic"/>
              </a:defRPr>
            </a:lvl1pPr>
            <a:lvl2pPr algn="l">
              <a:defRPr sz="2250" b="1">
                <a:solidFill>
                  <a:srgbClr val="17212B"/>
                </a:solidFill>
                <a:latin typeface="Malgun Gothic"/>
                <a:ea typeface="Malgun Gothic"/>
                <a:cs typeface="Malgun Gothic"/>
              </a:defRPr>
            </a:lvl2pPr>
            <a:lvl3pPr algn="l">
              <a:defRPr sz="2250" b="1">
                <a:solidFill>
                  <a:srgbClr val="17212B"/>
                </a:solidFill>
                <a:latin typeface="Malgun Gothic"/>
                <a:ea typeface="Malgun Gothic"/>
                <a:cs typeface="Malgun Gothic"/>
              </a:defRPr>
            </a:lvl3pPr>
            <a:lvl4pPr algn="l">
              <a:defRPr sz="2250" b="1">
                <a:solidFill>
                  <a:srgbClr val="17212B"/>
                </a:solidFill>
                <a:latin typeface="Malgun Gothic"/>
                <a:ea typeface="Malgun Gothic"/>
                <a:cs typeface="Malgun Gothic"/>
              </a:defRPr>
            </a:lvl4pPr>
            <a:lvl5pPr algn="l">
              <a:defRPr sz="2250" b="1">
                <a:solidFill>
                  <a:srgbClr val="17212B"/>
                </a:solidFill>
                <a:latin typeface="Malgun Gothic"/>
                <a:ea typeface="Malgun Gothic"/>
                <a:cs typeface="Malgun Gothic"/>
              </a:defRPr>
            </a:lvl5pPr>
            <a:lvl6pPr algn="l">
              <a:defRPr sz="2250" b="1">
                <a:solidFill>
                  <a:srgbClr val="17212B"/>
                </a:solidFill>
                <a:latin typeface="Malgun Gothic"/>
                <a:ea typeface="Malgun Gothic"/>
                <a:cs typeface="Malgun Gothic"/>
              </a:defRPr>
            </a:lvl6pPr>
            <a:lvl7pPr algn="l">
              <a:defRPr sz="2250" b="1">
                <a:solidFill>
                  <a:srgbClr val="17212B"/>
                </a:solidFill>
                <a:latin typeface="Malgun Gothic"/>
                <a:ea typeface="Malgun Gothic"/>
                <a:cs typeface="Malgun Gothic"/>
              </a:defRPr>
            </a:lvl7pPr>
            <a:lvl8pPr algn="l">
              <a:defRPr sz="2250" b="1">
                <a:solidFill>
                  <a:srgbClr val="17212B"/>
                </a:solidFill>
                <a:latin typeface="Malgun Gothic"/>
                <a:ea typeface="Malgun Gothic"/>
                <a:cs typeface="Malgun Gothic"/>
              </a:defRPr>
            </a:lvl8pPr>
            <a:lvl9pPr algn="l">
              <a:defRPr sz="2250" b="1">
                <a:solidFill>
                  <a:srgbClr val="17212B"/>
                </a:solidFill>
                <a:latin typeface="Malgun Gothic"/>
                <a:ea typeface="Malgun Gothic"/>
                <a:cs typeface="Malgun Gothic"/>
              </a:defRPr>
            </a:lvl9pPr>
          </a:lstStyle>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다시 쓸 수행 방법</a:t>
            </a:r>
          </a:p>
        </p:txBody>
      </p:sp>
      <p:sp>
        <p:nvSpPr>
          <p:cNvPr id="17" name="">
            <a:extLst xmlns:a="http://schemas.openxmlformats.org/drawingml/2006/main">
              <a:ext uri="{FF2B5EF4-FFF2-40B4-BE49-F238E27FC236}">
                <a16:creationId xmlns:a16="http://schemas.microsoft.com/office/drawing/2014/main" id="{0B81CDEB-79D2-43E1-9E6A-94B255A139E7}"/>
              </a:ext>
            </a:extLst>
          </p:cNvPr>
          <p:cNvSpPr>
            <a:spLocks xmlns:a="http://schemas.openxmlformats.org/drawingml/2006/main" noGrp="1"/>
          </p:cNvSpPr>
          <p:nvPr/>
        </p:nvSpPr>
        <p:spPr>
          <a:xfrm xmlns:a="http://schemas.openxmlformats.org/drawingml/2006/main">
            <a:off x="5486400" y="3943350"/>
            <a:ext cx="304800" cy="1905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8" name="graypipe-performance Skill">
            <a:extLst xmlns:a="http://schemas.openxmlformats.org/drawingml/2006/main">
              <a:ext uri="{FF2B5EF4-FFF2-40B4-BE49-F238E27FC236}">
                <a16:creationId xmlns:a16="http://schemas.microsoft.com/office/drawing/2014/main" id="{205FE82D-FBA6-4212-91EB-2CB999006BFA}"/>
              </a:ext>
            </a:extLst>
          </p:cNvPr>
          <p:cNvSpPr>
            <a:spLocks xmlns:a="http://schemas.openxmlformats.org/drawingml/2006/main" noGrp="1"/>
          </p:cNvSpPr>
          <p:nvPr/>
        </p:nvSpPr>
        <p:spPr>
          <a:xfrm xmlns:a="http://schemas.openxmlformats.org/drawingml/2006/main">
            <a:off x="6191250" y="3810000"/>
            <a:ext cx="5391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graypipe-performance Skill</a:t>
            </a:r>
          </a:p>
        </p:txBody>
      </p:sp>
      <p:sp>
        <p:nvSpPr>
          <p:cNvPr id="19" name="">
            <a:extLst xmlns:a="http://schemas.openxmlformats.org/drawingml/2006/main">
              <a:ext uri="{FF2B5EF4-FFF2-40B4-BE49-F238E27FC236}">
                <a16:creationId xmlns:a16="http://schemas.microsoft.com/office/drawing/2014/main" id="{41FDB170-FC59-47A4-A4D0-04FF31125F9E}"/>
              </a:ext>
            </a:extLst>
          </p:cNvPr>
          <p:cNvSpPr>
            <a:spLocks xmlns:a="http://schemas.openxmlformats.org/drawingml/2006/main" noGrp="1"/>
          </p:cNvSpPr>
          <p:nvPr/>
        </p:nvSpPr>
        <p:spPr>
          <a:xfrm xmlns:a="http://schemas.openxmlformats.org/drawingml/2006/main">
            <a:off x="609600" y="44100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0" name="변경을 판단할 근거">
            <a:extLst xmlns:a="http://schemas.openxmlformats.org/drawingml/2006/main">
              <a:ext uri="{FF2B5EF4-FFF2-40B4-BE49-F238E27FC236}">
                <a16:creationId xmlns:a16="http://schemas.microsoft.com/office/drawing/2014/main" id="{540C8B5D-EA79-4178-9D0D-1B1C604613D2}"/>
              </a:ext>
            </a:extLst>
          </p:cNvPr>
          <p:cNvSpPr>
            <a:spLocks xmlns:a="http://schemas.openxmlformats.org/drawingml/2006/main" noGrp="1"/>
          </p:cNvSpPr>
          <p:nvPr/>
        </p:nvSpPr>
        <p:spPr>
          <a:xfrm xmlns:a="http://schemas.openxmlformats.org/drawingml/2006/main">
            <a:off x="609600" y="4572000"/>
            <a:ext cx="4724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17212B"/>
                </a:solidFill>
                <a:latin typeface="Malgun Gothic"/>
                <a:ea typeface="Malgun Gothic"/>
                <a:cs typeface="Malgun Gothic"/>
              </a:defRPr>
            </a:defPPr>
            <a:lvl1pPr algn="l">
              <a:defRPr sz="2250" b="1">
                <a:solidFill>
                  <a:srgbClr val="17212B"/>
                </a:solidFill>
                <a:latin typeface="Malgun Gothic"/>
                <a:ea typeface="Malgun Gothic"/>
                <a:cs typeface="Malgun Gothic"/>
              </a:defRPr>
            </a:lvl1pPr>
            <a:lvl2pPr algn="l">
              <a:defRPr sz="2250" b="1">
                <a:solidFill>
                  <a:srgbClr val="17212B"/>
                </a:solidFill>
                <a:latin typeface="Malgun Gothic"/>
                <a:ea typeface="Malgun Gothic"/>
                <a:cs typeface="Malgun Gothic"/>
              </a:defRPr>
            </a:lvl2pPr>
            <a:lvl3pPr algn="l">
              <a:defRPr sz="2250" b="1">
                <a:solidFill>
                  <a:srgbClr val="17212B"/>
                </a:solidFill>
                <a:latin typeface="Malgun Gothic"/>
                <a:ea typeface="Malgun Gothic"/>
                <a:cs typeface="Malgun Gothic"/>
              </a:defRPr>
            </a:lvl3pPr>
            <a:lvl4pPr algn="l">
              <a:defRPr sz="2250" b="1">
                <a:solidFill>
                  <a:srgbClr val="17212B"/>
                </a:solidFill>
                <a:latin typeface="Malgun Gothic"/>
                <a:ea typeface="Malgun Gothic"/>
                <a:cs typeface="Malgun Gothic"/>
              </a:defRPr>
            </a:lvl4pPr>
            <a:lvl5pPr algn="l">
              <a:defRPr sz="2250" b="1">
                <a:solidFill>
                  <a:srgbClr val="17212B"/>
                </a:solidFill>
                <a:latin typeface="Malgun Gothic"/>
                <a:ea typeface="Malgun Gothic"/>
                <a:cs typeface="Malgun Gothic"/>
              </a:defRPr>
            </a:lvl5pPr>
            <a:lvl6pPr algn="l">
              <a:defRPr sz="2250" b="1">
                <a:solidFill>
                  <a:srgbClr val="17212B"/>
                </a:solidFill>
                <a:latin typeface="Malgun Gothic"/>
                <a:ea typeface="Malgun Gothic"/>
                <a:cs typeface="Malgun Gothic"/>
              </a:defRPr>
            </a:lvl6pPr>
            <a:lvl7pPr algn="l">
              <a:defRPr sz="2250" b="1">
                <a:solidFill>
                  <a:srgbClr val="17212B"/>
                </a:solidFill>
                <a:latin typeface="Malgun Gothic"/>
                <a:ea typeface="Malgun Gothic"/>
                <a:cs typeface="Malgun Gothic"/>
              </a:defRPr>
            </a:lvl7pPr>
            <a:lvl8pPr algn="l">
              <a:defRPr sz="2250" b="1">
                <a:solidFill>
                  <a:srgbClr val="17212B"/>
                </a:solidFill>
                <a:latin typeface="Malgun Gothic"/>
                <a:ea typeface="Malgun Gothic"/>
                <a:cs typeface="Malgun Gothic"/>
              </a:defRPr>
            </a:lvl8pPr>
            <a:lvl9pPr algn="l">
              <a:defRPr sz="2250" b="1">
                <a:solidFill>
                  <a:srgbClr val="17212B"/>
                </a:solidFill>
                <a:latin typeface="Malgun Gothic"/>
                <a:ea typeface="Malgun Gothic"/>
                <a:cs typeface="Malgun Gothic"/>
              </a:defRPr>
            </a:lvl9pPr>
          </a:lstStyle>
          <a:p xmlns:a="http://schemas.openxmlformats.org/drawingml/2006/main">
            <a:pPr algn="l">
              <a:defRPr sz="2250" b="1">
                <a:solidFill>
                  <a:srgbClr val="17212B"/>
                </a:solidFill>
                <a:latin typeface="Malgun Gothic"/>
                <a:ea typeface="Malgun Gothic"/>
                <a:cs typeface="Malgun Gothic"/>
              </a:defRPr>
            </a:pPr>
            <a:r>
              <a:rPr sz="2250" b="1">
                <a:solidFill>
                  <a:srgbClr val="17212B"/>
                </a:solidFill>
                <a:latin typeface="Malgun Gothic"/>
                <a:ea typeface="Malgun Gothic"/>
                <a:cs typeface="Malgun Gothic"/>
              </a:rPr>
              <a:t>변경을 판단할 근거</a:t>
            </a:r>
          </a:p>
        </p:txBody>
      </p:sp>
      <p:sp>
        <p:nvSpPr>
          <p:cNvPr id="21" name="">
            <a:extLst xmlns:a="http://schemas.openxmlformats.org/drawingml/2006/main">
              <a:ext uri="{FF2B5EF4-FFF2-40B4-BE49-F238E27FC236}">
                <a16:creationId xmlns:a16="http://schemas.microsoft.com/office/drawing/2014/main" id="{7A6F7200-3DA7-41ED-A5C2-0392DF3B276F}"/>
              </a:ext>
            </a:extLst>
          </p:cNvPr>
          <p:cNvSpPr>
            <a:spLocks xmlns:a="http://schemas.openxmlformats.org/drawingml/2006/main" noGrp="1"/>
          </p:cNvSpPr>
          <p:nvPr/>
        </p:nvSpPr>
        <p:spPr>
          <a:xfrm xmlns:a="http://schemas.openxmlformats.org/drawingml/2006/main">
            <a:off x="5486400" y="4705350"/>
            <a:ext cx="304800" cy="1905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2" name="테스트 + benchmark + 실행 환경">
            <a:extLst xmlns:a="http://schemas.openxmlformats.org/drawingml/2006/main">
              <a:ext uri="{FF2B5EF4-FFF2-40B4-BE49-F238E27FC236}">
                <a16:creationId xmlns:a16="http://schemas.microsoft.com/office/drawing/2014/main" id="{54B08364-7B30-4751-B5FA-C57EA18AAC4E}"/>
              </a:ext>
            </a:extLst>
          </p:cNvPr>
          <p:cNvSpPr>
            <a:spLocks xmlns:a="http://schemas.openxmlformats.org/drawingml/2006/main" noGrp="1"/>
          </p:cNvSpPr>
          <p:nvPr/>
        </p:nvSpPr>
        <p:spPr>
          <a:xfrm xmlns:a="http://schemas.openxmlformats.org/drawingml/2006/main">
            <a:off x="6191250" y="4572000"/>
            <a:ext cx="5391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테스트 + benchmark + 실행 환경</a:t>
            </a:r>
          </a:p>
        </p:txBody>
      </p:sp>
      <p:sp>
        <p:nvSpPr>
          <p:cNvPr id="23" name="현재 문제와 확인 요구에 맞춰 구성한 작업 환경">
            <a:extLst xmlns:a="http://schemas.openxmlformats.org/drawingml/2006/main">
              <a:ext uri="{FF2B5EF4-FFF2-40B4-BE49-F238E27FC236}">
                <a16:creationId xmlns:a16="http://schemas.microsoft.com/office/drawing/2014/main" id="{E2DECE94-13C3-4C65-9662-8A93C9190746}"/>
              </a:ext>
            </a:extLst>
          </p:cNvPr>
          <p:cNvSpPr>
            <a:spLocks xmlns:a="http://schemas.openxmlformats.org/drawingml/2006/main" noGrp="1"/>
          </p:cNvSpPr>
          <p:nvPr/>
        </p:nvSpPr>
        <p:spPr>
          <a:xfrm xmlns:a="http://schemas.openxmlformats.org/drawingml/2006/main">
            <a:off x="609600" y="54292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현재 문제와 확인 요구에 맞춰 구성한 작업 환경</a:t>
            </a:r>
          </a:p>
        </p:txBody>
      </p:sp>
      <p:sp>
        <p:nvSpPr>
          <p:cNvPr id="24" name="Legacy module connection">
            <a:extLst xmlns:a="http://schemas.openxmlformats.org/drawingml/2006/main">
              <a:ext uri="{FF2B5EF4-FFF2-40B4-BE49-F238E27FC236}">
                <a16:creationId xmlns:a16="http://schemas.microsoft.com/office/drawing/2014/main" id="{40066815-4C0E-454B-B750-FF99EFE7A44E}"/>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185631273"/>
      </p:ext>
    </p:extLst>
  </p:cSld>
</p:sld>
</file>

<file path=ppt/slides/slide1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3" name="ACT 3 · 작업 방법과 실행·검증 환경을 하나로 연결">
            <a:extLst xmlns:a="http://schemas.openxmlformats.org/drawingml/2006/main">
              <a:ext uri="{FF2B5EF4-FFF2-40B4-BE49-F238E27FC236}">
                <a16:creationId xmlns:a16="http://schemas.microsoft.com/office/drawing/2014/main" id="{1AEFBF07-2DC2-4701-B172-39BBE1273703}"/>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작업 방법과 실행·검증 환경을 하나로 연결</a:t>
            </a:r>
          </a:p>
        </p:txBody>
      </p:sp>
      <p:sp>
        <p:nvSpPr>
          <p:cNvPr id="2" name="S64">
            <a:extLst xmlns:a="http://schemas.openxmlformats.org/drawingml/2006/main">
              <a:ext uri="{FF2B5EF4-FFF2-40B4-BE49-F238E27FC236}">
                <a16:creationId xmlns:a16="http://schemas.microsoft.com/office/drawing/2014/main" id="{D866DFB8-A868-43ED-A56D-D80C25FC5B09}"/>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S64</a:t>
            </a:r>
          </a:p>
        </p:txBody>
      </p:sp>
      <p:sp>
        <p:nvSpPr>
          <p:cNvPr id="3" name="이 구성이 함께 작동하는 것이 Harness다">
            <a:extLst xmlns:a="http://schemas.openxmlformats.org/drawingml/2006/main">
              <a:ext uri="{FF2B5EF4-FFF2-40B4-BE49-F238E27FC236}">
                <a16:creationId xmlns:a16="http://schemas.microsoft.com/office/drawing/2014/main" id="{C40F5002-A377-4659-9978-F967592F38F2}"/>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이 구성이 함께 작동하는 것이 Harness다</a:t>
            </a:r>
          </a:p>
        </p:txBody>
      </p:sp>
      <p:sp>
        <p:nvSpPr>
          <p:cNvPr id="4" name="">
            <a:extLst xmlns:a="http://schemas.openxmlformats.org/drawingml/2006/main">
              <a:ext uri="{FF2B5EF4-FFF2-40B4-BE49-F238E27FC236}">
                <a16:creationId xmlns:a16="http://schemas.microsoft.com/office/drawing/2014/main" id="{A201FAFF-280E-4F00-83E4-1F540F04A7F4}"/>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이 과정의 Harness 운영 모델 · 아래 관찰 구성은 STATE-04-PERF까지의 제한된 사례">
            <a:extLst xmlns:a="http://schemas.openxmlformats.org/drawingml/2006/main">
              <a:ext uri="{FF2B5EF4-FFF2-40B4-BE49-F238E27FC236}">
                <a16:creationId xmlns:a16="http://schemas.microsoft.com/office/drawing/2014/main" id="{06CD68FB-F086-48E9-96C2-D9EF545F235A}"/>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이 과정의 Harness 운영 모델 · 아래 관찰 구성은 STATE-04-PERF까지의 제한된 사례</a:t>
            </a:r>
          </a:p>
        </p:txBody>
      </p:sp>
      <p:sp>
        <p:nvSpPr>
          <p:cNvPr id="6" name="공식 제품 분류·보편적 필수 목록이 아님 · 특정 구성요소의 단독 성능 효과는 입증하지 않음">
            <a:extLst xmlns:a="http://schemas.openxmlformats.org/drawingml/2006/main">
              <a:ext uri="{FF2B5EF4-FFF2-40B4-BE49-F238E27FC236}">
                <a16:creationId xmlns:a16="http://schemas.microsoft.com/office/drawing/2014/main" id="{4A1574AB-3176-4D73-AC27-42AEA74DA450}"/>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공식 제품 분류·보편적 필수 목록이 아님 · 특정 구성요소의 단독 성능 효과는 입증하지 않음</a:t>
            </a:r>
          </a:p>
        </p:txBody>
      </p:sp>
      <p:sp>
        <p:nvSpPr>
          <p:cNvPr id="7" name="">
            <a:extLst xmlns:a="http://schemas.openxmlformats.org/drawingml/2006/main">
              <a:ext uri="{FF2B5EF4-FFF2-40B4-BE49-F238E27FC236}">
                <a16:creationId xmlns:a16="http://schemas.microsoft.com/office/drawing/2014/main" id="{0EEBB522-6E96-4FCA-83F6-882C40EC59F0}"/>
              </a:ext>
            </a:extLst>
          </p:cNvPr>
          <p:cNvSpPr>
            <a:spLocks xmlns:a="http://schemas.openxmlformats.org/drawingml/2006/main" noGrp="1"/>
          </p:cNvSpPr>
          <p:nvPr/>
        </p:nvSpPr>
        <p:spPr>
          <a:xfrm xmlns:a="http://schemas.openxmlformats.org/drawingml/2006/main">
            <a:off x="609600" y="1828800"/>
            <a:ext cx="10972800" cy="3209925"/>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8" name="프로젝트 작업 환경">
            <a:extLst xmlns:a="http://schemas.openxmlformats.org/drawingml/2006/main">
              <a:ext uri="{FF2B5EF4-FFF2-40B4-BE49-F238E27FC236}">
                <a16:creationId xmlns:a16="http://schemas.microsoft.com/office/drawing/2014/main" id="{DDDDF48A-ED4E-4D78-B443-8162B92500E1}"/>
              </a:ext>
            </a:extLst>
          </p:cNvPr>
          <p:cNvSpPr>
            <a:spLocks xmlns:a="http://schemas.openxmlformats.org/drawingml/2006/main" noGrp="1"/>
          </p:cNvSpPr>
          <p:nvPr/>
        </p:nvSpPr>
        <p:spPr>
          <a:xfrm xmlns:a="http://schemas.openxmlformats.org/drawingml/2006/main">
            <a:off x="800100" y="1943100"/>
            <a:ext cx="10591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프로젝트 작업 환경</a:t>
            </a:r>
          </a:p>
        </p:txBody>
      </p:sp>
      <p:sp>
        <p:nvSpPr>
          <p:cNvPr id="9" name="">
            <a:extLst xmlns:a="http://schemas.openxmlformats.org/drawingml/2006/main">
              <a:ext uri="{FF2B5EF4-FFF2-40B4-BE49-F238E27FC236}">
                <a16:creationId xmlns:a16="http://schemas.microsoft.com/office/drawing/2014/main" id="{DEE83E42-B7DA-4058-A031-3013D1DBCD9C}"/>
              </a:ext>
            </a:extLst>
          </p:cNvPr>
          <p:cNvSpPr>
            <a:spLocks xmlns:a="http://schemas.openxmlformats.org/drawingml/2006/main" noGrp="1"/>
          </p:cNvSpPr>
          <p:nvPr/>
        </p:nvSpPr>
        <p:spPr>
          <a:xfrm xmlns:a="http://schemas.openxmlformats.org/drawingml/2006/main">
            <a:off x="838200" y="2581275"/>
            <a:ext cx="2609850" cy="1400175"/>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10" name="목표·허용 범위">
            <a:extLst xmlns:a="http://schemas.openxmlformats.org/drawingml/2006/main">
              <a:ext uri="{FF2B5EF4-FFF2-40B4-BE49-F238E27FC236}">
                <a16:creationId xmlns:a16="http://schemas.microsoft.com/office/drawing/2014/main" id="{C761F714-D4B2-412B-9866-D55C6D776E77}"/>
              </a:ext>
            </a:extLst>
          </p:cNvPr>
          <p:cNvSpPr>
            <a:spLocks xmlns:a="http://schemas.openxmlformats.org/drawingml/2006/main" noGrp="1"/>
          </p:cNvSpPr>
          <p:nvPr/>
        </p:nvSpPr>
        <p:spPr>
          <a:xfrm xmlns:a="http://schemas.openxmlformats.org/drawingml/2006/main">
            <a:off x="1009650" y="2695575"/>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목표·허용 범위</a:t>
            </a:r>
          </a:p>
        </p:txBody>
      </p:sp>
      <p:sp>
        <p:nvSpPr>
          <p:cNvPr id="11" name="개발자가 정한다">
            <a:extLst xmlns:a="http://schemas.openxmlformats.org/drawingml/2006/main">
              <a:ext uri="{FF2B5EF4-FFF2-40B4-BE49-F238E27FC236}">
                <a16:creationId xmlns:a16="http://schemas.microsoft.com/office/drawing/2014/main" id="{56323050-813A-4D9F-9BCC-5A44F1D341BE}"/>
              </a:ext>
            </a:extLst>
          </p:cNvPr>
          <p:cNvSpPr>
            <a:spLocks xmlns:a="http://schemas.openxmlformats.org/drawingml/2006/main" noGrp="1"/>
          </p:cNvSpPr>
          <p:nvPr/>
        </p:nvSpPr>
        <p:spPr>
          <a:xfrm xmlns:a="http://schemas.openxmlformats.org/drawingml/2006/main">
            <a:off x="1009650" y="3219450"/>
            <a:ext cx="22669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개발자가 정한다</a:t>
            </a:r>
          </a:p>
        </p:txBody>
      </p:sp>
      <p:sp>
        <p:nvSpPr>
          <p:cNvPr id="12" name="">
            <a:extLst xmlns:a="http://schemas.openxmlformats.org/drawingml/2006/main">
              <a:ext uri="{FF2B5EF4-FFF2-40B4-BE49-F238E27FC236}">
                <a16:creationId xmlns:a16="http://schemas.microsoft.com/office/drawing/2014/main" id="{AD806057-EA3D-4A9E-908D-E07E2205E004}"/>
              </a:ext>
            </a:extLst>
          </p:cNvPr>
          <p:cNvSpPr>
            <a:spLocks xmlns:a="http://schemas.openxmlformats.org/drawingml/2006/main" noGrp="1"/>
          </p:cNvSpPr>
          <p:nvPr/>
        </p:nvSpPr>
        <p:spPr>
          <a:xfrm xmlns:a="http://schemas.openxmlformats.org/drawingml/2006/main">
            <a:off x="3609975" y="3076575"/>
            <a:ext cx="276225" cy="2095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863FFEA-9F17-4E7F-8287-E068710D8E6B}"/>
              </a:ext>
            </a:extLst>
          </p:cNvPr>
          <p:cNvSpPr>
            <a:spLocks xmlns:a="http://schemas.openxmlformats.org/drawingml/2006/main" noGrp="1"/>
          </p:cNvSpPr>
          <p:nvPr/>
        </p:nvSpPr>
        <p:spPr>
          <a:xfrm xmlns:a="http://schemas.openxmlformats.org/drawingml/2006/main">
            <a:off x="4133850" y="2581275"/>
            <a:ext cx="3590925" cy="140017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4" name="Agent의 수행 방법">
            <a:extLst xmlns:a="http://schemas.openxmlformats.org/drawingml/2006/main">
              <a:ext uri="{FF2B5EF4-FFF2-40B4-BE49-F238E27FC236}">
                <a16:creationId xmlns:a16="http://schemas.microsoft.com/office/drawing/2014/main" id="{9ADD457F-5238-4C90-825E-4C4E42FFC8C7}"/>
              </a:ext>
            </a:extLst>
          </p:cNvPr>
          <p:cNvSpPr>
            <a:spLocks xmlns:a="http://schemas.openxmlformats.org/drawingml/2006/main" noGrp="1"/>
          </p:cNvSpPr>
          <p:nvPr/>
        </p:nvSpPr>
        <p:spPr>
          <a:xfrm xmlns:a="http://schemas.openxmlformats.org/drawingml/2006/main">
            <a:off x="4305300" y="2695575"/>
            <a:ext cx="3248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Agent의 수행 방법</a:t>
            </a:r>
          </a:p>
        </p:txBody>
      </p:sp>
      <p:sp>
        <p:nvSpPr>
          <p:cNvPr id="15" name="조사 → 판단 → 변경">
            <a:extLst xmlns:a="http://schemas.openxmlformats.org/drawingml/2006/main">
              <a:ext uri="{FF2B5EF4-FFF2-40B4-BE49-F238E27FC236}">
                <a16:creationId xmlns:a16="http://schemas.microsoft.com/office/drawing/2014/main" id="{70590F42-7BD7-458F-A25D-6F41B3E6ECBB}"/>
              </a:ext>
            </a:extLst>
          </p:cNvPr>
          <p:cNvSpPr>
            <a:spLocks xmlns:a="http://schemas.openxmlformats.org/drawingml/2006/main" noGrp="1"/>
          </p:cNvSpPr>
          <p:nvPr/>
        </p:nvSpPr>
        <p:spPr>
          <a:xfrm xmlns:a="http://schemas.openxmlformats.org/drawingml/2006/main">
            <a:off x="4305300" y="3219450"/>
            <a:ext cx="32480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조사 → 판단 → 변경</a:t>
            </a:r>
          </a:p>
        </p:txBody>
      </p:sp>
      <p:sp>
        <p:nvSpPr>
          <p:cNvPr id="16" name="">
            <a:extLst xmlns:a="http://schemas.openxmlformats.org/drawingml/2006/main">
              <a:ext uri="{FF2B5EF4-FFF2-40B4-BE49-F238E27FC236}">
                <a16:creationId xmlns:a16="http://schemas.microsoft.com/office/drawing/2014/main" id="{6C113654-CBCC-45B4-A19C-ECC9BAAEB26C}"/>
              </a:ext>
            </a:extLst>
          </p:cNvPr>
          <p:cNvSpPr>
            <a:spLocks xmlns:a="http://schemas.openxmlformats.org/drawingml/2006/main" noGrp="1"/>
          </p:cNvSpPr>
          <p:nvPr/>
        </p:nvSpPr>
        <p:spPr>
          <a:xfrm xmlns:a="http://schemas.openxmlformats.org/drawingml/2006/main">
            <a:off x="7886700" y="3076575"/>
            <a:ext cx="276225" cy="2095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395F7E3-D20E-4CF2-8D84-359153090FF7}"/>
              </a:ext>
            </a:extLst>
          </p:cNvPr>
          <p:cNvSpPr>
            <a:spLocks xmlns:a="http://schemas.openxmlformats.org/drawingml/2006/main" noGrp="1"/>
          </p:cNvSpPr>
          <p:nvPr/>
        </p:nvSpPr>
        <p:spPr>
          <a:xfrm xmlns:a="http://schemas.openxmlformats.org/drawingml/2006/main">
            <a:off x="8410575" y="2581275"/>
            <a:ext cx="2943225" cy="1400175"/>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18" name="완료 근거·검토">
            <a:extLst xmlns:a="http://schemas.openxmlformats.org/drawingml/2006/main">
              <a:ext uri="{FF2B5EF4-FFF2-40B4-BE49-F238E27FC236}">
                <a16:creationId xmlns:a16="http://schemas.microsoft.com/office/drawing/2014/main" id="{C9CCE82D-2061-4BDA-9CD0-4B97ED724FF2}"/>
              </a:ext>
            </a:extLst>
          </p:cNvPr>
          <p:cNvSpPr>
            <a:spLocks xmlns:a="http://schemas.openxmlformats.org/drawingml/2006/main" noGrp="1"/>
          </p:cNvSpPr>
          <p:nvPr/>
        </p:nvSpPr>
        <p:spPr>
          <a:xfrm xmlns:a="http://schemas.openxmlformats.org/drawingml/2006/main">
            <a:off x="8582025" y="2695575"/>
            <a:ext cx="2600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완료 근거·검토</a:t>
            </a:r>
          </a:p>
        </p:txBody>
      </p:sp>
      <p:sp>
        <p:nvSpPr>
          <p:cNvPr id="19" name="검증 결과를 확인">
            <a:extLst xmlns:a="http://schemas.openxmlformats.org/drawingml/2006/main">
              <a:ext uri="{FF2B5EF4-FFF2-40B4-BE49-F238E27FC236}">
                <a16:creationId xmlns:a16="http://schemas.microsoft.com/office/drawing/2014/main" id="{F21DBD92-52D8-46FC-89AA-9AE92EEB53AC}"/>
              </a:ext>
            </a:extLst>
          </p:cNvPr>
          <p:cNvSpPr>
            <a:spLocks xmlns:a="http://schemas.openxmlformats.org/drawingml/2006/main" noGrp="1"/>
          </p:cNvSpPr>
          <p:nvPr/>
        </p:nvSpPr>
        <p:spPr>
          <a:xfrm xmlns:a="http://schemas.openxmlformats.org/drawingml/2006/main">
            <a:off x="8582025" y="3219450"/>
            <a:ext cx="26003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검증 결과를 확인</a:t>
            </a:r>
          </a:p>
        </p:txBody>
      </p:sp>
      <p:sp>
        <p:nvSpPr>
          <p:cNvPr id="20" name="Context·재사용 절차 + 실행 도구·입력·권한·측정 환경">
            <a:extLst xmlns:a="http://schemas.openxmlformats.org/drawingml/2006/main">
              <a:ext uri="{FF2B5EF4-FFF2-40B4-BE49-F238E27FC236}">
                <a16:creationId xmlns:a16="http://schemas.microsoft.com/office/drawing/2014/main" id="{DEF5F17B-13B4-4BB3-8DA0-865E4C0EAE71}"/>
              </a:ext>
            </a:extLst>
          </p:cNvPr>
          <p:cNvSpPr>
            <a:spLocks xmlns:a="http://schemas.openxmlformats.org/drawingml/2006/main" noGrp="1"/>
          </p:cNvSpPr>
          <p:nvPr/>
        </p:nvSpPr>
        <p:spPr>
          <a:xfrm xmlns:a="http://schemas.openxmlformats.org/drawingml/2006/main">
            <a:off x="838200" y="4391025"/>
            <a:ext cx="10515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Context·재사용 절차 + 실행 도구·입력·권한·측정 환경</a:t>
            </a:r>
          </a:p>
        </p:txBody>
      </p:sp>
      <p:sp>
        <p:nvSpPr>
          <p:cNvPr id="21" name="관찰한 구성: AGENTS.md · docs · Skill · Tests · Benchmark">
            <a:extLst xmlns:a="http://schemas.openxmlformats.org/drawingml/2006/main">
              <a:ext uri="{FF2B5EF4-FFF2-40B4-BE49-F238E27FC236}">
                <a16:creationId xmlns:a16="http://schemas.microsoft.com/office/drawing/2014/main" id="{CD17F18D-21BD-4EB0-89F0-FD44CFA1C534}"/>
              </a:ext>
            </a:extLst>
          </p:cNvPr>
          <p:cNvSpPr>
            <a:spLocks xmlns:a="http://schemas.openxmlformats.org/drawingml/2006/main" noGrp="1"/>
          </p:cNvSpPr>
          <p:nvPr/>
        </p:nvSpPr>
        <p:spPr>
          <a:xfrm xmlns:a="http://schemas.openxmlformats.org/drawingml/2006/main">
            <a:off x="609600" y="53435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관찰한 구성: AGENTS.md · docs · Skill · Tests · Benchmark</a:t>
            </a:r>
          </a:p>
        </p:txBody>
      </p:sp>
      <p:sp>
        <p:nvSpPr>
          <p:cNvPr id="22" name="Legacy module connection">
            <a:extLst xmlns:a="http://schemas.openxmlformats.org/drawingml/2006/main">
              <a:ext uri="{FF2B5EF4-FFF2-40B4-BE49-F238E27FC236}">
                <a16:creationId xmlns:a16="http://schemas.microsoft.com/office/drawing/2014/main" id="{935C7D7F-BC80-40D5-BB12-9E784957CDA8}"/>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1594508065"/>
      </p:ext>
    </p:extLst>
  </p:cSld>
</p:sld>
</file>

<file path=ppt/slides/slide1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9" name="ACT 3 · 결과를 해석할 환경을 함께 기록">
            <a:extLst xmlns:a="http://schemas.openxmlformats.org/drawingml/2006/main">
              <a:ext uri="{FF2B5EF4-FFF2-40B4-BE49-F238E27FC236}">
                <a16:creationId xmlns:a16="http://schemas.microsoft.com/office/drawing/2014/main" id="{0BDF27C2-921E-4575-B5BE-F5704EF22785}"/>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결과를 해석할 환경을 함께 기록</a:t>
            </a:r>
          </a:p>
        </p:txBody>
      </p:sp>
      <p:sp>
        <p:nvSpPr>
          <p:cNvPr id="2" name="S65">
            <a:extLst xmlns:a="http://schemas.openxmlformats.org/drawingml/2006/main">
              <a:ext uri="{FF2B5EF4-FFF2-40B4-BE49-F238E27FC236}">
                <a16:creationId xmlns:a16="http://schemas.microsoft.com/office/drawing/2014/main" id="{924A8D75-49C7-48AD-85A0-50E5EA97285B}"/>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S65</a:t>
            </a:r>
          </a:p>
        </p:txBody>
      </p:sp>
      <p:sp>
        <p:nvSpPr>
          <p:cNvPr id="3" name="같은 Repository라도 실행 조건은 다를 수 있다">
            <a:extLst xmlns:a="http://schemas.openxmlformats.org/drawingml/2006/main">
              <a:ext uri="{FF2B5EF4-FFF2-40B4-BE49-F238E27FC236}">
                <a16:creationId xmlns:a16="http://schemas.microsoft.com/office/drawing/2014/main" id="{3C1410EF-F09F-4CE3-BF81-49DC1AEEB1A7}"/>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같은 Repository라도 실행 조건은 다를 수 있다</a:t>
            </a:r>
          </a:p>
        </p:txBody>
      </p:sp>
      <p:sp>
        <p:nvSpPr>
          <p:cNvPr id="4" name="">
            <a:extLst xmlns:a="http://schemas.openxmlformats.org/drawingml/2006/main">
              <a:ext uri="{FF2B5EF4-FFF2-40B4-BE49-F238E27FC236}">
                <a16:creationId xmlns:a16="http://schemas.microsoft.com/office/drawing/2014/main" id="{8E1D9C9E-14A4-4456-AC3C-A6E4D932AD7A}"/>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5" name="">
            <a:extLst xmlns:a="http://schemas.openxmlformats.org/drawingml/2006/main">
              <a:ext uri="{FF2B5EF4-FFF2-40B4-BE49-F238E27FC236}">
                <a16:creationId xmlns:a16="http://schemas.microsoft.com/office/drawing/2014/main" id="{C68C3556-6A73-49B0-B819-E068BE850FE3}"/>
              </a:ext>
            </a:extLst>
          </p:cNvPr>
          <p:cNvSpPr>
            <a:spLocks xmlns:a="http://schemas.openxmlformats.org/drawingml/2006/main" noGrp="1"/>
          </p:cNvSpPr>
          <p:nvPr/>
        </p:nvSpPr>
        <p:spPr>
          <a:xfrm xmlns:a="http://schemas.openxmlformats.org/drawingml/2006/main">
            <a:off x="609600" y="5695950"/>
            <a:ext cx="10972800" cy="0"/>
          </a:xfrm>
          <a:prstGeom xmlns:a="http://schemas.openxmlformats.org/drawingml/2006/main" prst="line">
            <a:avLst/>
          </a:prstGeom>
          <a:noFill xmlns:a="http://schemas.openxmlformats.org/drawingml/2006/main"/>
          <a:ln xmlns:a="http://schemas.openxmlformats.org/drawingml/2006/main" w="9525">
            <a:solidFill>
              <a:srgbClr val="0B6172"/>
            </a:solidFill>
            <a:prstDash val="solid"/>
          </a:ln>
        </p:spPr>
      </p:sp>
      <p:sp>
        <p:nvSpPr>
          <p:cNvPr id="6" name="OBSERVED_META · TRIAL-006/007/008의 전역 지침·시작 경고 관찰을 예고 · 상세는 ">
            <a:extLst xmlns:a="http://schemas.openxmlformats.org/drawingml/2006/main">
              <a:ext uri="{FF2B5EF4-FFF2-40B4-BE49-F238E27FC236}">
                <a16:creationId xmlns:a16="http://schemas.microsoft.com/office/drawing/2014/main" id="{A49F3B65-45B9-4B42-A7B1-D1A16C0835E7}"/>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OBSERVED_META · TRIAL-006/007/008의 전역 지침·시작 경고 관찰을 예고 · 상세는 ACT 4</a:t>
            </a:r>
          </a:p>
        </p:txBody>
      </p:sp>
      <p:sp>
        <p:nvSpPr>
          <p:cNvPr id="7" name="경고는 실행 기여의 증거가 아님 · 전체 환경 목록·Hook/MCP 인과효과·현재 제품 동작은 미검증">
            <a:extLst xmlns:a="http://schemas.openxmlformats.org/drawingml/2006/main">
              <a:ext uri="{FF2B5EF4-FFF2-40B4-BE49-F238E27FC236}">
                <a16:creationId xmlns:a16="http://schemas.microsoft.com/office/drawing/2014/main" id="{CFA4603F-D209-49BC-9665-AEAA96F568D7}"/>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경고는 실행 기여의 증거가 아님 · 전체 환경 목록·Hook/MCP 인과효과·현재 제품 동작은 미검증</a:t>
            </a:r>
          </a:p>
        </p:txBody>
      </p:sp>
      <p:sp>
        <p:nvSpPr>
          <p:cNvPr id="8" name="">
            <a:extLst xmlns:a="http://schemas.openxmlformats.org/drawingml/2006/main">
              <a:ext uri="{FF2B5EF4-FFF2-40B4-BE49-F238E27FC236}">
                <a16:creationId xmlns:a16="http://schemas.microsoft.com/office/drawing/2014/main" id="{EE088011-697A-443F-8E84-7BB375DD87EF}"/>
              </a:ext>
            </a:extLst>
          </p:cNvPr>
          <p:cNvSpPr>
            <a:spLocks xmlns:a="http://schemas.openxmlformats.org/drawingml/2006/main" noGrp="1"/>
          </p:cNvSpPr>
          <p:nvPr/>
        </p:nvSpPr>
        <p:spPr>
          <a:xfrm xmlns:a="http://schemas.openxmlformats.org/drawingml/2006/main">
            <a:off x="609600" y="2257425"/>
            <a:ext cx="4248150" cy="223837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9" name="Repository 안">
            <a:extLst xmlns:a="http://schemas.openxmlformats.org/drawingml/2006/main">
              <a:ext uri="{FF2B5EF4-FFF2-40B4-BE49-F238E27FC236}">
                <a16:creationId xmlns:a16="http://schemas.microsoft.com/office/drawing/2014/main" id="{45B6166E-2D6C-40DD-969C-4D0F5A396D22}"/>
              </a:ext>
            </a:extLst>
          </p:cNvPr>
          <p:cNvSpPr>
            <a:spLocks xmlns:a="http://schemas.openxmlformats.org/drawingml/2006/main" noGrp="1"/>
          </p:cNvSpPr>
          <p:nvPr/>
        </p:nvSpPr>
        <p:spPr>
          <a:xfrm xmlns:a="http://schemas.openxmlformats.org/drawingml/2006/main">
            <a:off x="781050" y="2371725"/>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Repository 안</a:t>
            </a:r>
          </a:p>
        </p:txBody>
      </p:sp>
      <p:sp>
        <p:nvSpPr>
          <p:cNvPr id="10" name="코드 · AGENTS.md&#10;상세 문서 · 재사용 Skill">
            <a:extLst xmlns:a="http://schemas.openxmlformats.org/drawingml/2006/main">
              <a:ext uri="{FF2B5EF4-FFF2-40B4-BE49-F238E27FC236}">
                <a16:creationId xmlns:a16="http://schemas.microsoft.com/office/drawing/2014/main" id="{D968F03C-20AD-4347-B76B-0FA6F860F461}"/>
              </a:ext>
            </a:extLst>
          </p:cNvPr>
          <p:cNvSpPr>
            <a:spLocks xmlns:a="http://schemas.openxmlformats.org/drawingml/2006/main" noGrp="1"/>
          </p:cNvSpPr>
          <p:nvPr/>
        </p:nvSpPr>
        <p:spPr>
          <a:xfrm xmlns:a="http://schemas.openxmlformats.org/drawingml/2006/main">
            <a:off x="781050" y="2895600"/>
            <a:ext cx="39052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코드 · AGENTS.md</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상세 문서 · 재사용 Skill</a:t>
            </a:r>
          </a:p>
        </p:txBody>
      </p:sp>
      <p:sp>
        <p:nvSpPr>
          <p:cNvPr id="11" name="+">
            <a:extLst xmlns:a="http://schemas.openxmlformats.org/drawingml/2006/main">
              <a:ext uri="{FF2B5EF4-FFF2-40B4-BE49-F238E27FC236}">
                <a16:creationId xmlns:a16="http://schemas.microsoft.com/office/drawing/2014/main" id="{A8767215-67F2-45A5-90CB-2417B6A0D0F3}"/>
              </a:ext>
            </a:extLst>
          </p:cNvPr>
          <p:cNvSpPr>
            <a:spLocks xmlns:a="http://schemas.openxmlformats.org/drawingml/2006/main" noGrp="1"/>
          </p:cNvSpPr>
          <p:nvPr/>
        </p:nvSpPr>
        <p:spPr>
          <a:xfrm xmlns:a="http://schemas.openxmlformats.org/drawingml/2006/main">
            <a:off x="5162550" y="3086100"/>
            <a:ext cx="47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0B6172"/>
                </a:solidFill>
                <a:latin typeface="Malgun Gothic"/>
                <a:ea typeface="Malgun Gothic"/>
                <a:cs typeface="Malgun Gothic"/>
              </a:defRPr>
            </a:defPPr>
            <a:lvl1pPr algn="l">
              <a:defRPr sz="2700" b="1">
                <a:solidFill>
                  <a:srgbClr val="0B6172"/>
                </a:solidFill>
                <a:latin typeface="Malgun Gothic"/>
                <a:ea typeface="Malgun Gothic"/>
                <a:cs typeface="Malgun Gothic"/>
              </a:defRPr>
            </a:lvl1pPr>
            <a:lvl2pPr algn="l">
              <a:defRPr sz="2700" b="1">
                <a:solidFill>
                  <a:srgbClr val="0B6172"/>
                </a:solidFill>
                <a:latin typeface="Malgun Gothic"/>
                <a:ea typeface="Malgun Gothic"/>
                <a:cs typeface="Malgun Gothic"/>
              </a:defRPr>
            </a:lvl2pPr>
            <a:lvl3pPr algn="l">
              <a:defRPr sz="2700" b="1">
                <a:solidFill>
                  <a:srgbClr val="0B6172"/>
                </a:solidFill>
                <a:latin typeface="Malgun Gothic"/>
                <a:ea typeface="Malgun Gothic"/>
                <a:cs typeface="Malgun Gothic"/>
              </a:defRPr>
            </a:lvl3pPr>
            <a:lvl4pPr algn="l">
              <a:defRPr sz="2700" b="1">
                <a:solidFill>
                  <a:srgbClr val="0B6172"/>
                </a:solidFill>
                <a:latin typeface="Malgun Gothic"/>
                <a:ea typeface="Malgun Gothic"/>
                <a:cs typeface="Malgun Gothic"/>
              </a:defRPr>
            </a:lvl4pPr>
            <a:lvl5pPr algn="l">
              <a:defRPr sz="2700" b="1">
                <a:solidFill>
                  <a:srgbClr val="0B6172"/>
                </a:solidFill>
                <a:latin typeface="Malgun Gothic"/>
                <a:ea typeface="Malgun Gothic"/>
                <a:cs typeface="Malgun Gothic"/>
              </a:defRPr>
            </a:lvl5pPr>
            <a:lvl6pPr algn="l">
              <a:defRPr sz="2700" b="1">
                <a:solidFill>
                  <a:srgbClr val="0B6172"/>
                </a:solidFill>
                <a:latin typeface="Malgun Gothic"/>
                <a:ea typeface="Malgun Gothic"/>
                <a:cs typeface="Malgun Gothic"/>
              </a:defRPr>
            </a:lvl6pPr>
            <a:lvl7pPr algn="l">
              <a:defRPr sz="2700" b="1">
                <a:solidFill>
                  <a:srgbClr val="0B6172"/>
                </a:solidFill>
                <a:latin typeface="Malgun Gothic"/>
                <a:ea typeface="Malgun Gothic"/>
                <a:cs typeface="Malgun Gothic"/>
              </a:defRPr>
            </a:lvl7pPr>
            <a:lvl8pPr algn="l">
              <a:defRPr sz="2700" b="1">
                <a:solidFill>
                  <a:srgbClr val="0B6172"/>
                </a:solidFill>
                <a:latin typeface="Malgun Gothic"/>
                <a:ea typeface="Malgun Gothic"/>
                <a:cs typeface="Malgun Gothic"/>
              </a:defRPr>
            </a:lvl8pPr>
            <a:lvl9pPr algn="l">
              <a:defRPr sz="2700" b="1">
                <a:solidFill>
                  <a:srgbClr val="0B6172"/>
                </a:solidFill>
                <a:latin typeface="Malgun Gothic"/>
                <a:ea typeface="Malgun Gothic"/>
                <a:cs typeface="Malgun Gothic"/>
              </a:defRPr>
            </a:lvl9pPr>
          </a:lstStyle>
          <a:p xmlns:a="http://schemas.openxmlformats.org/drawingml/2006/main">
            <a:pPr algn="l">
              <a:defRPr sz="2700" b="1">
                <a:solidFill>
                  <a:srgbClr val="0B6172"/>
                </a:solidFill>
                <a:latin typeface="Malgun Gothic"/>
                <a:ea typeface="Malgun Gothic"/>
                <a:cs typeface="Malgun Gothic"/>
              </a:defRPr>
            </a:pPr>
            <a:r>
              <a:rPr sz="2700" b="1">
                <a:solidFill>
                  <a:srgbClr val="0B6172"/>
                </a:solidFill>
                <a:latin typeface="Malgun Gothic"/>
                <a:ea typeface="Malgun Gothic"/>
                <a:cs typeface="Malgun Gothic"/>
              </a:rPr>
              <a:t>+</a:t>
            </a:r>
          </a:p>
        </p:txBody>
      </p:sp>
      <p:sp>
        <p:nvSpPr>
          <p:cNvPr id="12" name="">
            <a:extLst xmlns:a="http://schemas.openxmlformats.org/drawingml/2006/main">
              <a:ext uri="{FF2B5EF4-FFF2-40B4-BE49-F238E27FC236}">
                <a16:creationId xmlns:a16="http://schemas.microsoft.com/office/drawing/2014/main" id="{69171459-871D-4F8C-9E86-1AFE1DE682BE}"/>
              </a:ext>
            </a:extLst>
          </p:cNvPr>
          <p:cNvSpPr>
            <a:spLocks xmlns:a="http://schemas.openxmlformats.org/drawingml/2006/main" noGrp="1"/>
          </p:cNvSpPr>
          <p:nvPr/>
        </p:nvSpPr>
        <p:spPr>
          <a:xfrm xmlns:a="http://schemas.openxmlformats.org/drawingml/2006/main">
            <a:off x="6096000" y="2257425"/>
            <a:ext cx="5486400" cy="2238375"/>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13" name="바깥에서 들어온 관찰">
            <a:extLst xmlns:a="http://schemas.openxmlformats.org/drawingml/2006/main">
              <a:ext uri="{FF2B5EF4-FFF2-40B4-BE49-F238E27FC236}">
                <a16:creationId xmlns:a16="http://schemas.microsoft.com/office/drawing/2014/main" id="{6DD484CF-E29C-499B-8A93-3D2BC5F965A7}"/>
              </a:ext>
            </a:extLst>
          </p:cNvPr>
          <p:cNvSpPr>
            <a:spLocks xmlns:a="http://schemas.openxmlformats.org/drawingml/2006/main" noGrp="1"/>
          </p:cNvSpPr>
          <p:nvPr/>
        </p:nvSpPr>
        <p:spPr>
          <a:xfrm xmlns:a="http://schemas.openxmlformats.org/drawingml/2006/main">
            <a:off x="6267450" y="23717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바깥에서 들어온 관찰</a:t>
            </a:r>
          </a:p>
        </p:txBody>
      </p:sp>
      <p:sp>
        <p:nvSpPr>
          <p:cNvPr id="14" name="전역 지침·Skills의 포함&#10;Hook·MCP 초기화 경고">
            <a:extLst xmlns:a="http://schemas.openxmlformats.org/drawingml/2006/main">
              <a:ext uri="{FF2B5EF4-FFF2-40B4-BE49-F238E27FC236}">
                <a16:creationId xmlns:a16="http://schemas.microsoft.com/office/drawing/2014/main" id="{7925E385-9FE0-4E8C-B6C3-181D20DBC0F6}"/>
              </a:ext>
            </a:extLst>
          </p:cNvPr>
          <p:cNvSpPr>
            <a:spLocks xmlns:a="http://schemas.openxmlformats.org/drawingml/2006/main" noGrp="1"/>
          </p:cNvSpPr>
          <p:nvPr/>
        </p:nvSpPr>
        <p:spPr>
          <a:xfrm xmlns:a="http://schemas.openxmlformats.org/drawingml/2006/main">
            <a:off x="6267450" y="2895600"/>
            <a:ext cx="51435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전역 지침·Skills의 포함</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Hook·MCP 초기화 경고</a:t>
            </a:r>
          </a:p>
        </p:txBody>
      </p:sp>
      <p:sp>
        <p:nvSpPr>
          <p:cNvPr id="15" name="함께 남길 조건">
            <a:extLst xmlns:a="http://schemas.openxmlformats.org/drawingml/2006/main">
              <a:ext uri="{FF2B5EF4-FFF2-40B4-BE49-F238E27FC236}">
                <a16:creationId xmlns:a16="http://schemas.microsoft.com/office/drawing/2014/main" id="{79F174B9-E12A-4674-B0FA-4285DF26B278}"/>
              </a:ext>
            </a:extLst>
          </p:cNvPr>
          <p:cNvSpPr>
            <a:spLocks xmlns:a="http://schemas.openxmlformats.org/drawingml/2006/main" noGrp="1"/>
          </p:cNvSpPr>
          <p:nvPr/>
        </p:nvSpPr>
        <p:spPr>
          <a:xfrm xmlns:a="http://schemas.openxmlformats.org/drawingml/2006/main">
            <a:off x="609600" y="4914900"/>
            <a:ext cx="234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함께 남길 조건</a:t>
            </a:r>
          </a:p>
        </p:txBody>
      </p:sp>
      <p:sp>
        <p:nvSpPr>
          <p:cNvPr id="16" name="적용 지침 · 모델/설정 · 권한 · OS/runtime">
            <a:extLst xmlns:a="http://schemas.openxmlformats.org/drawingml/2006/main">
              <a:ext uri="{FF2B5EF4-FFF2-40B4-BE49-F238E27FC236}">
                <a16:creationId xmlns:a16="http://schemas.microsoft.com/office/drawing/2014/main" id="{A9C31F91-7228-4BC6-8A7E-2FA607BC3794}"/>
              </a:ext>
            </a:extLst>
          </p:cNvPr>
          <p:cNvSpPr>
            <a:spLocks xmlns:a="http://schemas.openxmlformats.org/drawingml/2006/main" noGrp="1"/>
          </p:cNvSpPr>
          <p:nvPr/>
        </p:nvSpPr>
        <p:spPr>
          <a:xfrm xmlns:a="http://schemas.openxmlformats.org/drawingml/2006/main">
            <a:off x="3105150" y="4914900"/>
            <a:ext cx="847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적용 지침 · 모델/설정 · 권한 · OS/runtime</a:t>
            </a:r>
          </a:p>
        </p:txBody>
      </p:sp>
      <p:sp>
        <p:nvSpPr>
          <p:cNvPr id="17" name="관찰한 흔적과, 결과에 영향을 줬다는 판단은 구분한다">
            <a:extLst xmlns:a="http://schemas.openxmlformats.org/drawingml/2006/main">
              <a:ext uri="{FF2B5EF4-FFF2-40B4-BE49-F238E27FC236}">
                <a16:creationId xmlns:a16="http://schemas.microsoft.com/office/drawing/2014/main" id="{1DF6C5F1-AA12-49FF-BCFF-7DA9313FA50F}"/>
              </a:ext>
            </a:extLst>
          </p:cNvPr>
          <p:cNvSpPr>
            <a:spLocks xmlns:a="http://schemas.openxmlformats.org/drawingml/2006/main" noGrp="1"/>
          </p:cNvSpPr>
          <p:nvPr/>
        </p:nvSpPr>
        <p:spPr>
          <a:xfrm xmlns:a="http://schemas.openxmlformats.org/drawingml/2006/main">
            <a:off x="609600" y="54102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관찰한 흔적과, 결과에 영향을 줬다는 판단은 구분한다</a:t>
            </a:r>
          </a:p>
        </p:txBody>
      </p:sp>
      <p:sp>
        <p:nvSpPr>
          <p:cNvPr id="18" name="Legacy module connection">
            <a:extLst xmlns:a="http://schemas.openxmlformats.org/drawingml/2006/main">
              <a:ext uri="{FF2B5EF4-FFF2-40B4-BE49-F238E27FC236}">
                <a16:creationId xmlns:a16="http://schemas.microsoft.com/office/drawing/2014/main" id="{1FDC5D53-6913-4769-B1EE-97670A08C853}"/>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M6</a:t>
            </a:r>
          </a:p>
        </p:txBody>
      </p:sp>
    </p:spTree>
    <p:extLst>
      <p:ext uri="{BB962C8B-B14F-4D97-AF65-F5344CB8AC3E}">
        <p14:creationId xmlns:p14="http://schemas.microsoft.com/office/powerpoint/2010/main" val="1333142582"/>
      </p:ext>
    </p:extLst>
  </p:cSld>
</p:sld>
</file>

<file path=ppt/slides/slide1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3" name="ACT 3 · 도구를 넘어 같은 판단을 적용하기">
            <a:extLst xmlns:a="http://schemas.openxmlformats.org/drawingml/2006/main">
              <a:ext uri="{FF2B5EF4-FFF2-40B4-BE49-F238E27FC236}">
                <a16:creationId xmlns:a16="http://schemas.microsoft.com/office/drawing/2014/main" id="{3880EA51-E462-4091-A1E2-F176065D85EB}"/>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도구를 넘어 같은 판단을 적용하기</a:t>
            </a:r>
          </a:p>
        </p:txBody>
      </p:sp>
      <p:sp>
        <p:nvSpPr>
          <p:cNvPr id="2" name="S66">
            <a:extLst xmlns:a="http://schemas.openxmlformats.org/drawingml/2006/main">
              <a:ext uri="{FF2B5EF4-FFF2-40B4-BE49-F238E27FC236}">
                <a16:creationId xmlns:a16="http://schemas.microsoft.com/office/drawing/2014/main" id="{1A7D1EC6-1002-4032-9200-1B17360019A1}"/>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S66</a:t>
            </a:r>
          </a:p>
        </p:txBody>
      </p:sp>
      <p:sp>
        <p:nvSpPr>
          <p:cNvPr id="3" name="우리 C++ 검사 작업에 옮겨 보면">
            <a:extLst xmlns:a="http://schemas.openxmlformats.org/drawingml/2006/main">
              <a:ext uri="{FF2B5EF4-FFF2-40B4-BE49-F238E27FC236}">
                <a16:creationId xmlns:a16="http://schemas.microsoft.com/office/drawing/2014/main" id="{9B597A78-8225-4C68-B15B-4562986056A4}"/>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우리 C++ 검사 작업에 옮겨 보면</a:t>
            </a:r>
          </a:p>
        </p:txBody>
      </p:sp>
      <p:sp>
        <p:nvSpPr>
          <p:cNvPr id="4" name="">
            <a:extLst xmlns:a="http://schemas.openxmlformats.org/drawingml/2006/main">
              <a:ext uri="{FF2B5EF4-FFF2-40B4-BE49-F238E27FC236}">
                <a16:creationId xmlns:a16="http://schemas.microsoft.com/office/drawing/2014/main" id="{BFC00DCB-68B1-4157-B483-03444D2C24D8}"/>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C++ Vision 전이를 위한 교육용 예시 · AI 생성 설명용 삽화">
            <a:extLst xmlns:a="http://schemas.openxmlformats.org/drawingml/2006/main">
              <a:ext uri="{FF2B5EF4-FFF2-40B4-BE49-F238E27FC236}">
                <a16:creationId xmlns:a16="http://schemas.microsoft.com/office/drawing/2014/main" id="{924073F6-2D3E-4D9A-BE70-90DA911FB6A2}"/>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C++ Vision 전이를 위한 교육용 예시 · AI 생성 설명용 삽화</a:t>
            </a:r>
          </a:p>
        </p:txBody>
      </p:sp>
      <p:sp>
        <p:nvSpPr>
          <p:cNvPr id="6" name="실제 C++ Demo·회사 장비·측정 결과가 아닙니다. 도구·빌드·하드웨어 조건은 프로젝트별 확인 필요">
            <a:extLst xmlns:a="http://schemas.openxmlformats.org/drawingml/2006/main">
              <a:ext uri="{FF2B5EF4-FFF2-40B4-BE49-F238E27FC236}">
                <a16:creationId xmlns:a16="http://schemas.microsoft.com/office/drawing/2014/main" id="{49850BA5-5643-433B-AFAA-AC46B186AECE}"/>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실제 C++ Demo·회사 장비·측정 결과가 아닙니다. 도구·빌드·하드웨어 조건은 프로젝트별 확인 필요</a:t>
            </a:r>
          </a:p>
        </p:txBody>
      </p:sp>
      <p:sp>
        <p:nvSpPr>
          <p:cNvPr id="7" name="밝기 통계에서 쓴 판단을, 같은 검사 파이프라인의 업무로">
            <a:extLst xmlns:a="http://schemas.openxmlformats.org/drawingml/2006/main">
              <a:ext uri="{FF2B5EF4-FFF2-40B4-BE49-F238E27FC236}">
                <a16:creationId xmlns:a16="http://schemas.microsoft.com/office/drawing/2014/main" id="{3150D8A4-EEE3-4603-80AF-8AB1968C7456}"/>
              </a:ext>
            </a:extLst>
          </p:cNvPr>
          <p:cNvSpPr>
            <a:spLocks xmlns:a="http://schemas.openxmlformats.org/drawingml/2006/main" noGrp="1"/>
          </p:cNvSpPr>
          <p:nvPr/>
        </p:nvSpPr>
        <p:spPr>
          <a:xfrm xmlns:a="http://schemas.openxmlformats.org/drawingml/2006/main">
            <a:off x="609600" y="153352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밝기 통계에서 쓴 판단을, 같은 검사 파이프라인의 업무로</a:t>
            </a:r>
          </a:p>
        </p:txBody>
      </p:sp>
      <p:pic>
        <p:nvPicPr>
          <p:cNvPr id="8" name="">
            <a:extLst xmlns:a="http://schemas.openxmlformats.org/drawingml/2006/main">
              <a:ext uri="{FF2B5EF4-FFF2-40B4-BE49-F238E27FC236}">
                <a16:creationId xmlns:a16="http://schemas.microsoft.com/office/drawing/2014/main" id="{40A33BF1-50A5-4D0C-AB87-6E03F8725BBF}"/>
              </a:ext>
            </a:extLst>
          </p:cNvPr>
          <p:cNvPicPr>
            <a:picLocks xmlns:a="http://schemas.openxmlformats.org/drawingml/2006/main" noChangeAspect="1"/>
          </p:cNvPicPr>
          <p:nvPr/>
        </p:nvPicPr>
        <p:blipFill>
          <a:blip xmlns:r="http://schemas.openxmlformats.org/officeDocument/2006/relationships" xmlns:a="http://schemas.openxmlformats.org/drawingml/2006/main" r:embed="Rfb76fb280aea43b1"/>
          <a:srcRect xmlns:a="http://schemas.openxmlformats.org/drawingml/2006/main" l="0" t="8000" r="0" b="12000"/>
          <a:stretch xmlns:a="http://schemas.openxmlformats.org/drawingml/2006/main"/>
        </p:blipFill>
        <p:spPr>
          <a:xfrm xmlns:a="http://schemas.openxmlformats.org/drawingml/2006/main">
            <a:off x="1881188" y="1924050"/>
            <a:ext cx="8429625" cy="1943100"/>
          </a:xfrm>
          <a:prstGeom xmlns:a="http://schemas.openxmlformats.org/drawingml/2006/main" prst="rect">
            <a:avLst/>
          </a:prstGeom>
        </p:spPr>
      </p:pic>
      <p:sp>
        <p:nvSpPr>
          <p:cNvPr id="9" name="01  입력">
            <a:extLst xmlns:a="http://schemas.openxmlformats.org/drawingml/2006/main">
              <a:ext uri="{FF2B5EF4-FFF2-40B4-BE49-F238E27FC236}">
                <a16:creationId xmlns:a16="http://schemas.microsoft.com/office/drawing/2014/main" id="{0A7CE943-6BC8-4EE3-B28C-3539879F4CA2}"/>
              </a:ext>
            </a:extLst>
          </p:cNvPr>
          <p:cNvSpPr>
            <a:spLocks xmlns:a="http://schemas.openxmlformats.org/drawingml/2006/main" noGrp="1"/>
          </p:cNvSpPr>
          <p:nvPr/>
        </p:nvSpPr>
        <p:spPr>
          <a:xfrm xmlns:a="http://schemas.openxmlformats.org/drawingml/2006/main">
            <a:off x="2009775" y="3867150"/>
            <a:ext cx="40671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B6172"/>
                </a:solidFill>
                <a:latin typeface="Malgun Gothic"/>
                <a:ea typeface="Malgun Gothic"/>
                <a:cs typeface="Malgun Gothic"/>
              </a:defRPr>
            </a:defPPr>
            <a:lvl1pPr algn="ctr">
              <a:defRPr sz="1650" b="1">
                <a:solidFill>
                  <a:srgbClr val="0B6172"/>
                </a:solidFill>
                <a:latin typeface="Malgun Gothic"/>
                <a:ea typeface="Malgun Gothic"/>
                <a:cs typeface="Malgun Gothic"/>
              </a:defRPr>
            </a:lvl1pPr>
            <a:lvl2pPr algn="ctr">
              <a:defRPr sz="1650" b="1">
                <a:solidFill>
                  <a:srgbClr val="0B6172"/>
                </a:solidFill>
                <a:latin typeface="Malgun Gothic"/>
                <a:ea typeface="Malgun Gothic"/>
                <a:cs typeface="Malgun Gothic"/>
              </a:defRPr>
            </a:lvl2pPr>
            <a:lvl3pPr algn="ctr">
              <a:defRPr sz="1650" b="1">
                <a:solidFill>
                  <a:srgbClr val="0B6172"/>
                </a:solidFill>
                <a:latin typeface="Malgun Gothic"/>
                <a:ea typeface="Malgun Gothic"/>
                <a:cs typeface="Malgun Gothic"/>
              </a:defRPr>
            </a:lvl3pPr>
            <a:lvl4pPr algn="ctr">
              <a:defRPr sz="1650" b="1">
                <a:solidFill>
                  <a:srgbClr val="0B6172"/>
                </a:solidFill>
                <a:latin typeface="Malgun Gothic"/>
                <a:ea typeface="Malgun Gothic"/>
                <a:cs typeface="Malgun Gothic"/>
              </a:defRPr>
            </a:lvl4pPr>
            <a:lvl5pPr algn="ctr">
              <a:defRPr sz="1650" b="1">
                <a:solidFill>
                  <a:srgbClr val="0B6172"/>
                </a:solidFill>
                <a:latin typeface="Malgun Gothic"/>
                <a:ea typeface="Malgun Gothic"/>
                <a:cs typeface="Malgun Gothic"/>
              </a:defRPr>
            </a:lvl5pPr>
            <a:lvl6pPr algn="ctr">
              <a:defRPr sz="1650" b="1">
                <a:solidFill>
                  <a:srgbClr val="0B6172"/>
                </a:solidFill>
                <a:latin typeface="Malgun Gothic"/>
                <a:ea typeface="Malgun Gothic"/>
                <a:cs typeface="Malgun Gothic"/>
              </a:defRPr>
            </a:lvl6pPr>
            <a:lvl7pPr algn="ctr">
              <a:defRPr sz="1650" b="1">
                <a:solidFill>
                  <a:srgbClr val="0B6172"/>
                </a:solidFill>
                <a:latin typeface="Malgun Gothic"/>
                <a:ea typeface="Malgun Gothic"/>
                <a:cs typeface="Malgun Gothic"/>
              </a:defRPr>
            </a:lvl7pPr>
            <a:lvl8pPr algn="ctr">
              <a:defRPr sz="1650" b="1">
                <a:solidFill>
                  <a:srgbClr val="0B6172"/>
                </a:solidFill>
                <a:latin typeface="Malgun Gothic"/>
                <a:ea typeface="Malgun Gothic"/>
                <a:cs typeface="Malgun Gothic"/>
              </a:defRPr>
            </a:lvl8pPr>
            <a:lvl9pPr algn="ctr">
              <a:defRPr sz="1650" b="1">
                <a:solidFill>
                  <a:srgbClr val="0B6172"/>
                </a:solidFill>
                <a:latin typeface="Malgun Gothic"/>
                <a:ea typeface="Malgun Gothic"/>
                <a:cs typeface="Malgun Gothic"/>
              </a:defRPr>
            </a:lvl9pPr>
          </a:lstStyle>
          <a:p xmlns:a="http://schemas.openxmlformats.org/drawingml/2006/main">
            <a:pPr algn="ctr">
              <a:defRPr sz="1650" b="1">
                <a:solidFill>
                  <a:srgbClr val="0B6172"/>
                </a:solidFill>
                <a:latin typeface="Malgun Gothic"/>
                <a:ea typeface="Malgun Gothic"/>
                <a:cs typeface="Malgun Gothic"/>
              </a:defRPr>
            </a:pPr>
            <a:r>
              <a:rPr sz="1650" b="1">
                <a:solidFill>
                  <a:srgbClr val="0B6172"/>
                </a:solidFill>
                <a:latin typeface="Malgun Gothic"/>
                <a:ea typeface="Malgun Gothic"/>
                <a:cs typeface="Malgun Gothic"/>
              </a:rPr>
              <a:t>01  입력</a:t>
            </a:r>
          </a:p>
        </p:txBody>
      </p:sp>
      <p:sp>
        <p:nvSpPr>
          <p:cNvPr id="10" name="02  처리">
            <a:extLst xmlns:a="http://schemas.openxmlformats.org/drawingml/2006/main">
              <a:ext uri="{FF2B5EF4-FFF2-40B4-BE49-F238E27FC236}">
                <a16:creationId xmlns:a16="http://schemas.microsoft.com/office/drawing/2014/main" id="{1E7979ED-79DE-465F-B1A6-F593567B036F}"/>
              </a:ext>
            </a:extLst>
          </p:cNvPr>
          <p:cNvSpPr>
            <a:spLocks xmlns:a="http://schemas.openxmlformats.org/drawingml/2006/main" noGrp="1"/>
          </p:cNvSpPr>
          <p:nvPr/>
        </p:nvSpPr>
        <p:spPr>
          <a:xfrm xmlns:a="http://schemas.openxmlformats.org/drawingml/2006/main">
            <a:off x="6438900" y="3867150"/>
            <a:ext cx="257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B6172"/>
                </a:solidFill>
                <a:latin typeface="Malgun Gothic"/>
                <a:ea typeface="Malgun Gothic"/>
                <a:cs typeface="Malgun Gothic"/>
              </a:defRPr>
            </a:defPPr>
            <a:lvl1pPr algn="ctr">
              <a:defRPr sz="1650" b="1">
                <a:solidFill>
                  <a:srgbClr val="0B6172"/>
                </a:solidFill>
                <a:latin typeface="Malgun Gothic"/>
                <a:ea typeface="Malgun Gothic"/>
                <a:cs typeface="Malgun Gothic"/>
              </a:defRPr>
            </a:lvl1pPr>
            <a:lvl2pPr algn="ctr">
              <a:defRPr sz="1650" b="1">
                <a:solidFill>
                  <a:srgbClr val="0B6172"/>
                </a:solidFill>
                <a:latin typeface="Malgun Gothic"/>
                <a:ea typeface="Malgun Gothic"/>
                <a:cs typeface="Malgun Gothic"/>
              </a:defRPr>
            </a:lvl2pPr>
            <a:lvl3pPr algn="ctr">
              <a:defRPr sz="1650" b="1">
                <a:solidFill>
                  <a:srgbClr val="0B6172"/>
                </a:solidFill>
                <a:latin typeface="Malgun Gothic"/>
                <a:ea typeface="Malgun Gothic"/>
                <a:cs typeface="Malgun Gothic"/>
              </a:defRPr>
            </a:lvl3pPr>
            <a:lvl4pPr algn="ctr">
              <a:defRPr sz="1650" b="1">
                <a:solidFill>
                  <a:srgbClr val="0B6172"/>
                </a:solidFill>
                <a:latin typeface="Malgun Gothic"/>
                <a:ea typeface="Malgun Gothic"/>
                <a:cs typeface="Malgun Gothic"/>
              </a:defRPr>
            </a:lvl4pPr>
            <a:lvl5pPr algn="ctr">
              <a:defRPr sz="1650" b="1">
                <a:solidFill>
                  <a:srgbClr val="0B6172"/>
                </a:solidFill>
                <a:latin typeface="Malgun Gothic"/>
                <a:ea typeface="Malgun Gothic"/>
                <a:cs typeface="Malgun Gothic"/>
              </a:defRPr>
            </a:lvl5pPr>
            <a:lvl6pPr algn="ctr">
              <a:defRPr sz="1650" b="1">
                <a:solidFill>
                  <a:srgbClr val="0B6172"/>
                </a:solidFill>
                <a:latin typeface="Malgun Gothic"/>
                <a:ea typeface="Malgun Gothic"/>
                <a:cs typeface="Malgun Gothic"/>
              </a:defRPr>
            </a:lvl6pPr>
            <a:lvl7pPr algn="ctr">
              <a:defRPr sz="1650" b="1">
                <a:solidFill>
                  <a:srgbClr val="0B6172"/>
                </a:solidFill>
                <a:latin typeface="Malgun Gothic"/>
                <a:ea typeface="Malgun Gothic"/>
                <a:cs typeface="Malgun Gothic"/>
              </a:defRPr>
            </a:lvl7pPr>
            <a:lvl8pPr algn="ctr">
              <a:defRPr sz="1650" b="1">
                <a:solidFill>
                  <a:srgbClr val="0B6172"/>
                </a:solidFill>
                <a:latin typeface="Malgun Gothic"/>
                <a:ea typeface="Malgun Gothic"/>
                <a:cs typeface="Malgun Gothic"/>
              </a:defRPr>
            </a:lvl8pPr>
            <a:lvl9pPr algn="ctr">
              <a:defRPr sz="1650" b="1">
                <a:solidFill>
                  <a:srgbClr val="0B6172"/>
                </a:solidFill>
                <a:latin typeface="Malgun Gothic"/>
                <a:ea typeface="Malgun Gothic"/>
                <a:cs typeface="Malgun Gothic"/>
              </a:defRPr>
            </a:lvl9pPr>
          </a:lstStyle>
          <a:p xmlns:a="http://schemas.openxmlformats.org/drawingml/2006/main">
            <a:pPr algn="ctr">
              <a:defRPr sz="1650" b="1">
                <a:solidFill>
                  <a:srgbClr val="0B6172"/>
                </a:solidFill>
                <a:latin typeface="Malgun Gothic"/>
                <a:ea typeface="Malgun Gothic"/>
                <a:cs typeface="Malgun Gothic"/>
              </a:defRPr>
            </a:pPr>
            <a:r>
              <a:rPr sz="1650" b="1">
                <a:solidFill>
                  <a:srgbClr val="0B6172"/>
                </a:solidFill>
                <a:latin typeface="Malgun Gothic"/>
                <a:ea typeface="Malgun Gothic"/>
                <a:cs typeface="Malgun Gothic"/>
              </a:rPr>
              <a:t>02  처리</a:t>
            </a:r>
          </a:p>
        </p:txBody>
      </p:sp>
      <p:sp>
        <p:nvSpPr>
          <p:cNvPr id="11" name="03  결과">
            <a:extLst xmlns:a="http://schemas.openxmlformats.org/drawingml/2006/main">
              <a:ext uri="{FF2B5EF4-FFF2-40B4-BE49-F238E27FC236}">
                <a16:creationId xmlns:a16="http://schemas.microsoft.com/office/drawing/2014/main" id="{7D0011EF-1AF2-4249-BCAA-45F49D38F14C}"/>
              </a:ext>
            </a:extLst>
          </p:cNvPr>
          <p:cNvSpPr>
            <a:spLocks xmlns:a="http://schemas.openxmlformats.org/drawingml/2006/main" noGrp="1"/>
          </p:cNvSpPr>
          <p:nvPr/>
        </p:nvSpPr>
        <p:spPr>
          <a:xfrm xmlns:a="http://schemas.openxmlformats.org/drawingml/2006/main">
            <a:off x="9258300" y="3867150"/>
            <a:ext cx="21050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B6172"/>
                </a:solidFill>
                <a:latin typeface="Malgun Gothic"/>
                <a:ea typeface="Malgun Gothic"/>
                <a:cs typeface="Malgun Gothic"/>
              </a:defRPr>
            </a:defPPr>
            <a:lvl1pPr algn="ctr">
              <a:defRPr sz="1650" b="1">
                <a:solidFill>
                  <a:srgbClr val="0B6172"/>
                </a:solidFill>
                <a:latin typeface="Malgun Gothic"/>
                <a:ea typeface="Malgun Gothic"/>
                <a:cs typeface="Malgun Gothic"/>
              </a:defRPr>
            </a:lvl1pPr>
            <a:lvl2pPr algn="ctr">
              <a:defRPr sz="1650" b="1">
                <a:solidFill>
                  <a:srgbClr val="0B6172"/>
                </a:solidFill>
                <a:latin typeface="Malgun Gothic"/>
                <a:ea typeface="Malgun Gothic"/>
                <a:cs typeface="Malgun Gothic"/>
              </a:defRPr>
            </a:lvl2pPr>
            <a:lvl3pPr algn="ctr">
              <a:defRPr sz="1650" b="1">
                <a:solidFill>
                  <a:srgbClr val="0B6172"/>
                </a:solidFill>
                <a:latin typeface="Malgun Gothic"/>
                <a:ea typeface="Malgun Gothic"/>
                <a:cs typeface="Malgun Gothic"/>
              </a:defRPr>
            </a:lvl3pPr>
            <a:lvl4pPr algn="ctr">
              <a:defRPr sz="1650" b="1">
                <a:solidFill>
                  <a:srgbClr val="0B6172"/>
                </a:solidFill>
                <a:latin typeface="Malgun Gothic"/>
                <a:ea typeface="Malgun Gothic"/>
                <a:cs typeface="Malgun Gothic"/>
              </a:defRPr>
            </a:lvl4pPr>
            <a:lvl5pPr algn="ctr">
              <a:defRPr sz="1650" b="1">
                <a:solidFill>
                  <a:srgbClr val="0B6172"/>
                </a:solidFill>
                <a:latin typeface="Malgun Gothic"/>
                <a:ea typeface="Malgun Gothic"/>
                <a:cs typeface="Malgun Gothic"/>
              </a:defRPr>
            </a:lvl5pPr>
            <a:lvl6pPr algn="ctr">
              <a:defRPr sz="1650" b="1">
                <a:solidFill>
                  <a:srgbClr val="0B6172"/>
                </a:solidFill>
                <a:latin typeface="Malgun Gothic"/>
                <a:ea typeface="Malgun Gothic"/>
                <a:cs typeface="Malgun Gothic"/>
              </a:defRPr>
            </a:lvl6pPr>
            <a:lvl7pPr algn="ctr">
              <a:defRPr sz="1650" b="1">
                <a:solidFill>
                  <a:srgbClr val="0B6172"/>
                </a:solidFill>
                <a:latin typeface="Malgun Gothic"/>
                <a:ea typeface="Malgun Gothic"/>
                <a:cs typeface="Malgun Gothic"/>
              </a:defRPr>
            </a:lvl7pPr>
            <a:lvl8pPr algn="ctr">
              <a:defRPr sz="1650" b="1">
                <a:solidFill>
                  <a:srgbClr val="0B6172"/>
                </a:solidFill>
                <a:latin typeface="Malgun Gothic"/>
                <a:ea typeface="Malgun Gothic"/>
                <a:cs typeface="Malgun Gothic"/>
              </a:defRPr>
            </a:lvl8pPr>
            <a:lvl9pPr algn="ctr">
              <a:defRPr sz="1650" b="1">
                <a:solidFill>
                  <a:srgbClr val="0B6172"/>
                </a:solidFill>
                <a:latin typeface="Malgun Gothic"/>
                <a:ea typeface="Malgun Gothic"/>
                <a:cs typeface="Malgun Gothic"/>
              </a:defRPr>
            </a:lvl9pPr>
          </a:lstStyle>
          <a:p xmlns:a="http://schemas.openxmlformats.org/drawingml/2006/main">
            <a:pPr algn="ctr">
              <a:defRPr sz="1650" b="1">
                <a:solidFill>
                  <a:srgbClr val="0B6172"/>
                </a:solidFill>
                <a:latin typeface="Malgun Gothic"/>
                <a:ea typeface="Malgun Gothic"/>
                <a:cs typeface="Malgun Gothic"/>
              </a:defRPr>
            </a:pPr>
            <a:r>
              <a:rPr sz="1650" b="1">
                <a:solidFill>
                  <a:srgbClr val="0B6172"/>
                </a:solidFill>
                <a:latin typeface="Malgun Gothic"/>
                <a:ea typeface="Malgun Gothic"/>
                <a:cs typeface="Malgun Gothic"/>
              </a:rPr>
              <a:t>03  결과</a:t>
            </a:r>
          </a:p>
        </p:txBody>
      </p:sp>
      <p:sp>
        <p:nvSpPr>
          <p:cNvPr id="12" name="">
            <a:extLst xmlns:a="http://schemas.openxmlformats.org/drawingml/2006/main">
              <a:ext uri="{FF2B5EF4-FFF2-40B4-BE49-F238E27FC236}">
                <a16:creationId xmlns:a16="http://schemas.microsoft.com/office/drawing/2014/main" id="{E3BA41DE-F357-4592-A6E5-8F3B7C8CA32E}"/>
              </a:ext>
            </a:extLst>
          </p:cNvPr>
          <p:cNvSpPr>
            <a:spLocks xmlns:a="http://schemas.openxmlformats.org/drawingml/2006/main" noGrp="1"/>
          </p:cNvSpPr>
          <p:nvPr/>
        </p:nvSpPr>
        <p:spPr>
          <a:xfrm xmlns:a="http://schemas.openxmlformats.org/drawingml/2006/main">
            <a:off x="609600" y="4200525"/>
            <a:ext cx="35052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01  지킬 명세">
            <a:extLst xmlns:a="http://schemas.openxmlformats.org/drawingml/2006/main">
              <a:ext uri="{FF2B5EF4-FFF2-40B4-BE49-F238E27FC236}">
                <a16:creationId xmlns:a16="http://schemas.microsoft.com/office/drawing/2014/main" id="{EEAE0934-94B9-4368-859B-8BC0AD4181E5}"/>
              </a:ext>
            </a:extLst>
          </p:cNvPr>
          <p:cNvSpPr>
            <a:spLocks xmlns:a="http://schemas.openxmlformats.org/drawingml/2006/main" noGrp="1"/>
          </p:cNvSpPr>
          <p:nvPr/>
        </p:nvSpPr>
        <p:spPr>
          <a:xfrm xmlns:a="http://schemas.openxmlformats.org/drawingml/2006/main">
            <a:off x="609600" y="4276725"/>
            <a:ext cx="3505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01  지킬 명세</a:t>
            </a:r>
          </a:p>
        </p:txBody>
      </p:sp>
      <p:sp>
        <p:nvSpPr>
          <p:cNvPr id="14" name="ROI·픽셀값 명세&#10;빌드·하드웨어 조건">
            <a:extLst xmlns:a="http://schemas.openxmlformats.org/drawingml/2006/main">
              <a:ext uri="{FF2B5EF4-FFF2-40B4-BE49-F238E27FC236}">
                <a16:creationId xmlns:a16="http://schemas.microsoft.com/office/drawing/2014/main" id="{7EA1B262-5AC4-4A83-BD22-8CCABA1B2AEF}"/>
              </a:ext>
            </a:extLst>
          </p:cNvPr>
          <p:cNvSpPr>
            <a:spLocks xmlns:a="http://schemas.openxmlformats.org/drawingml/2006/main" noGrp="1"/>
          </p:cNvSpPr>
          <p:nvPr/>
        </p:nvSpPr>
        <p:spPr>
          <a:xfrm xmlns:a="http://schemas.openxmlformats.org/drawingml/2006/main">
            <a:off x="609600" y="4686300"/>
            <a:ext cx="350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ROI·픽셀값 명세</a:t>
            </a:r>
          </a:p>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빌드·하드웨어 조건</a:t>
            </a:r>
          </a:p>
        </p:txBody>
      </p:sp>
      <p:sp>
        <p:nvSpPr>
          <p:cNvPr id="15" name="">
            <a:extLst xmlns:a="http://schemas.openxmlformats.org/drawingml/2006/main">
              <a:ext uri="{FF2B5EF4-FFF2-40B4-BE49-F238E27FC236}">
                <a16:creationId xmlns:a16="http://schemas.microsoft.com/office/drawing/2014/main" id="{65085CCD-2EDC-4D93-83F8-241289119515}"/>
              </a:ext>
            </a:extLst>
          </p:cNvPr>
          <p:cNvSpPr>
            <a:spLocks xmlns:a="http://schemas.openxmlformats.org/drawingml/2006/main" noGrp="1"/>
          </p:cNvSpPr>
          <p:nvPr/>
        </p:nvSpPr>
        <p:spPr>
          <a:xfrm xmlns:a="http://schemas.openxmlformats.org/drawingml/2006/main">
            <a:off x="4343400" y="4200525"/>
            <a:ext cx="35052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02  반복할 수행 방법">
            <a:extLst xmlns:a="http://schemas.openxmlformats.org/drawingml/2006/main">
              <a:ext uri="{FF2B5EF4-FFF2-40B4-BE49-F238E27FC236}">
                <a16:creationId xmlns:a16="http://schemas.microsoft.com/office/drawing/2014/main" id="{D058EB2F-E1BD-42E9-AEF2-8CF0488B142E}"/>
              </a:ext>
            </a:extLst>
          </p:cNvPr>
          <p:cNvSpPr>
            <a:spLocks xmlns:a="http://schemas.openxmlformats.org/drawingml/2006/main" noGrp="1"/>
          </p:cNvSpPr>
          <p:nvPr/>
        </p:nvSpPr>
        <p:spPr>
          <a:xfrm xmlns:a="http://schemas.openxmlformats.org/drawingml/2006/main">
            <a:off x="4343400" y="4276725"/>
            <a:ext cx="3505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02  반복할 수행 방법</a:t>
            </a:r>
          </a:p>
        </p:txBody>
      </p:sp>
      <p:sp>
        <p:nvSpPr>
          <p:cNvPr id="17" name="기준선·해당 경로 조사&#10;변경·동일 조건 비교">
            <a:extLst xmlns:a="http://schemas.openxmlformats.org/drawingml/2006/main">
              <a:ext uri="{FF2B5EF4-FFF2-40B4-BE49-F238E27FC236}">
                <a16:creationId xmlns:a16="http://schemas.microsoft.com/office/drawing/2014/main" id="{1B24B727-40CE-4371-A5E8-6D9CCB2A5DF2}"/>
              </a:ext>
            </a:extLst>
          </p:cNvPr>
          <p:cNvSpPr>
            <a:spLocks xmlns:a="http://schemas.openxmlformats.org/drawingml/2006/main" noGrp="1"/>
          </p:cNvSpPr>
          <p:nvPr/>
        </p:nvSpPr>
        <p:spPr>
          <a:xfrm xmlns:a="http://schemas.openxmlformats.org/drawingml/2006/main">
            <a:off x="4343400" y="4686300"/>
            <a:ext cx="350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기준선·해당 경로 조사</a:t>
            </a:r>
          </a:p>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변경·동일 조건 비교</a:t>
            </a:r>
          </a:p>
        </p:txBody>
      </p:sp>
      <p:sp>
        <p:nvSpPr>
          <p:cNvPr id="18" name="">
            <a:extLst xmlns:a="http://schemas.openxmlformats.org/drawingml/2006/main">
              <a:ext uri="{FF2B5EF4-FFF2-40B4-BE49-F238E27FC236}">
                <a16:creationId xmlns:a16="http://schemas.microsoft.com/office/drawing/2014/main" id="{E8292AED-E736-4D7E-BBB2-5C740BED1A31}"/>
              </a:ext>
            </a:extLst>
          </p:cNvPr>
          <p:cNvSpPr>
            <a:spLocks xmlns:a="http://schemas.openxmlformats.org/drawingml/2006/main" noGrp="1"/>
          </p:cNvSpPr>
          <p:nvPr/>
        </p:nvSpPr>
        <p:spPr>
          <a:xfrm xmlns:a="http://schemas.openxmlformats.org/drawingml/2006/main">
            <a:off x="8077200" y="4200525"/>
            <a:ext cx="35052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03  완료를 판단할 근거">
            <a:extLst xmlns:a="http://schemas.openxmlformats.org/drawingml/2006/main">
              <a:ext uri="{FF2B5EF4-FFF2-40B4-BE49-F238E27FC236}">
                <a16:creationId xmlns:a16="http://schemas.microsoft.com/office/drawing/2014/main" id="{FA25585E-F00D-4F37-B423-728B3B75AE21}"/>
              </a:ext>
            </a:extLst>
          </p:cNvPr>
          <p:cNvSpPr>
            <a:spLocks xmlns:a="http://schemas.openxmlformats.org/drawingml/2006/main" noGrp="1"/>
          </p:cNvSpPr>
          <p:nvPr/>
        </p:nvSpPr>
        <p:spPr>
          <a:xfrm xmlns:a="http://schemas.openxmlformats.org/drawingml/2006/main">
            <a:off x="8077200" y="4276725"/>
            <a:ext cx="3505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03  완료를 판단할 근거</a:t>
            </a:r>
          </a:p>
        </p:txBody>
      </p:sp>
      <p:sp>
        <p:nvSpPr>
          <p:cNvPr id="20" name="동작·회귀·통합 검증&#10;성능 측정 결과">
            <a:extLst xmlns:a="http://schemas.openxmlformats.org/drawingml/2006/main">
              <a:ext uri="{FF2B5EF4-FFF2-40B4-BE49-F238E27FC236}">
                <a16:creationId xmlns:a16="http://schemas.microsoft.com/office/drawing/2014/main" id="{35B31863-8408-4553-BDBB-7B3BACDE3204}"/>
              </a:ext>
            </a:extLst>
          </p:cNvPr>
          <p:cNvSpPr>
            <a:spLocks xmlns:a="http://schemas.openxmlformats.org/drawingml/2006/main" noGrp="1"/>
          </p:cNvSpPr>
          <p:nvPr/>
        </p:nvSpPr>
        <p:spPr>
          <a:xfrm xmlns:a="http://schemas.openxmlformats.org/drawingml/2006/main">
            <a:off x="8077200" y="4686300"/>
            <a:ext cx="350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동작·회귀·통합 검증</a:t>
            </a:r>
          </a:p>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성능 측정 결과</a:t>
            </a:r>
          </a:p>
        </p:txBody>
      </p:sp>
      <p:sp>
        <p:nvSpPr>
          <p:cNvPr id="21" name="기준선 측정 → 경로 조사 → 변경 → 회귀 확인">
            <a:extLst xmlns:a="http://schemas.openxmlformats.org/drawingml/2006/main">
              <a:ext uri="{FF2B5EF4-FFF2-40B4-BE49-F238E27FC236}">
                <a16:creationId xmlns:a16="http://schemas.microsoft.com/office/drawing/2014/main" id="{A77653C3-E2F7-4753-B684-634039694172}"/>
              </a:ext>
            </a:extLst>
          </p:cNvPr>
          <p:cNvSpPr>
            <a:spLocks xmlns:a="http://schemas.openxmlformats.org/drawingml/2006/main" noGrp="1"/>
          </p:cNvSpPr>
          <p:nvPr/>
        </p:nvSpPr>
        <p:spPr>
          <a:xfrm xmlns:a="http://schemas.openxmlformats.org/drawingml/2006/main">
            <a:off x="609600" y="535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기준선 측정 → 경로 조사 → 변경 → 회귀 확인</a:t>
            </a:r>
          </a:p>
        </p:txBody>
      </p:sp>
      <p:sp>
        <p:nvSpPr>
          <p:cNvPr id="22" name="Legacy module connection">
            <a:extLst xmlns:a="http://schemas.openxmlformats.org/drawingml/2006/main">
              <a:ext uri="{FF2B5EF4-FFF2-40B4-BE49-F238E27FC236}">
                <a16:creationId xmlns:a16="http://schemas.microsoft.com/office/drawing/2014/main" id="{1C89CE70-C5CF-4965-B0E8-A43D62D2AD9E}"/>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M5 · M6</a:t>
            </a:r>
          </a:p>
        </p:txBody>
      </p:sp>
    </p:spTree>
    <p:extLst>
      <p:ext uri="{BB962C8B-B14F-4D97-AF65-F5344CB8AC3E}">
        <p14:creationId xmlns:p14="http://schemas.microsoft.com/office/powerpoint/2010/main" val="1056281948"/>
      </p:ext>
    </p:extLst>
  </p:cSld>
</p:sld>
</file>

<file path=ppt/slides/slide1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0" name="ACT 3 · 필요한 구조와 유지할 책임을 되돌아보기">
            <a:extLst xmlns:a="http://schemas.openxmlformats.org/drawingml/2006/main">
              <a:ext uri="{FF2B5EF4-FFF2-40B4-BE49-F238E27FC236}">
                <a16:creationId xmlns:a16="http://schemas.microsoft.com/office/drawing/2014/main" id="{604F4AD6-A6FE-486E-9F39-D78A076C5F4D}"/>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3 · 필요한 구조와 유지할 책임을 되돌아보기</a:t>
            </a:r>
          </a:p>
        </p:txBody>
      </p:sp>
      <p:sp>
        <p:nvSpPr>
          <p:cNvPr id="2" name="S67">
            <a:extLst xmlns:a="http://schemas.openxmlformats.org/drawingml/2006/main">
              <a:ext uri="{FF2B5EF4-FFF2-40B4-BE49-F238E27FC236}">
                <a16:creationId xmlns:a16="http://schemas.microsoft.com/office/drawing/2014/main" id="{5C804470-9B51-467F-8537-4B7FBA9DF6C8}"/>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S67</a:t>
            </a:r>
          </a:p>
        </p:txBody>
      </p:sp>
      <p:sp>
        <p:nvSpPr>
          <p:cNvPr id="3" name="우리 팀의 반복 한 가지를 고르면">
            <a:extLst xmlns:a="http://schemas.openxmlformats.org/drawingml/2006/main">
              <a:ext uri="{FF2B5EF4-FFF2-40B4-BE49-F238E27FC236}">
                <a16:creationId xmlns:a16="http://schemas.microsoft.com/office/drawing/2014/main" id="{8850D172-EE41-468E-B9D3-490DB60CCCF9}"/>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우리 팀의 반복 한 가지를 고르면</a:t>
            </a:r>
          </a:p>
        </p:txBody>
      </p:sp>
      <p:sp>
        <p:nvSpPr>
          <p:cNvPr id="4" name="">
            <a:extLst xmlns:a="http://schemas.openxmlformats.org/drawingml/2006/main">
              <a:ext uri="{FF2B5EF4-FFF2-40B4-BE49-F238E27FC236}">
                <a16:creationId xmlns:a16="http://schemas.microsoft.com/office/drawing/2014/main" id="{7E323194-7694-45F2-861E-376AC829FFBC}"/>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개인 성찰·공유는 선택 · 실제 성공 STATE-04-PERF를 실패 사례로 재해석하지 않음">
            <a:extLst xmlns:a="http://schemas.openxmlformats.org/drawingml/2006/main">
              <a:ext uri="{FF2B5EF4-FFF2-40B4-BE49-F238E27FC236}">
                <a16:creationId xmlns:a16="http://schemas.microsoft.com/office/drawing/2014/main" id="{42E5C781-0385-4477-A5C8-D02437D1BEB8}"/>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개인 성찰·공유는 선택 · 실제 성공 STATE-04-PERF를 실패 사례로 재해석하지 않음</a:t>
            </a:r>
          </a:p>
        </p:txBody>
      </p:sp>
      <p:sp>
        <p:nvSpPr>
          <p:cNvPr id="6" name="Subagent·Memory는 조건부 선택 · 다음 ACT의 프로젝트 변화는 별도의 가상 사례">
            <a:extLst xmlns:a="http://schemas.openxmlformats.org/drawingml/2006/main">
              <a:ext uri="{FF2B5EF4-FFF2-40B4-BE49-F238E27FC236}">
                <a16:creationId xmlns:a16="http://schemas.microsoft.com/office/drawing/2014/main" id="{C7A4DF26-1C0A-4B41-A78E-34E851276888}"/>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Subagent·Memory는 조건부 선택 · 다음 ACT의 프로젝트 변화는 별도의 가상 사례</a:t>
            </a:r>
          </a:p>
        </p:txBody>
      </p:sp>
      <p:sp>
        <p:nvSpPr>
          <p:cNvPr id="7" name="내 업무에서 먼저 정리할 반복은 무엇인가?">
            <a:extLst xmlns:a="http://schemas.openxmlformats.org/drawingml/2006/main">
              <a:ext uri="{FF2B5EF4-FFF2-40B4-BE49-F238E27FC236}">
                <a16:creationId xmlns:a16="http://schemas.microsoft.com/office/drawing/2014/main" id="{FF671BC4-7A92-4228-9A6D-5BA8E63DE0BB}"/>
              </a:ext>
            </a:extLst>
          </p:cNvPr>
          <p:cNvSpPr>
            <a:spLocks xmlns:a="http://schemas.openxmlformats.org/drawingml/2006/main" noGrp="1"/>
          </p:cNvSpPr>
          <p:nvPr/>
        </p:nvSpPr>
        <p:spPr>
          <a:xfrm xmlns:a="http://schemas.openxmlformats.org/drawingml/2006/main">
            <a:off x="609600" y="17526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0B6172"/>
                </a:solidFill>
                <a:latin typeface="Malgun Gothic"/>
                <a:ea typeface="Malgun Gothic"/>
                <a:cs typeface="Malgun Gothic"/>
              </a:defRPr>
            </a:defPPr>
            <a:lvl1pPr algn="l">
              <a:defRPr sz="2400" b="1">
                <a:solidFill>
                  <a:srgbClr val="0B6172"/>
                </a:solidFill>
                <a:latin typeface="Malgun Gothic"/>
                <a:ea typeface="Malgun Gothic"/>
                <a:cs typeface="Malgun Gothic"/>
              </a:defRPr>
            </a:lvl1pPr>
            <a:lvl2pPr algn="l">
              <a:defRPr sz="2400" b="1">
                <a:solidFill>
                  <a:srgbClr val="0B6172"/>
                </a:solidFill>
                <a:latin typeface="Malgun Gothic"/>
                <a:ea typeface="Malgun Gothic"/>
                <a:cs typeface="Malgun Gothic"/>
              </a:defRPr>
            </a:lvl2pPr>
            <a:lvl3pPr algn="l">
              <a:defRPr sz="2400" b="1">
                <a:solidFill>
                  <a:srgbClr val="0B6172"/>
                </a:solidFill>
                <a:latin typeface="Malgun Gothic"/>
                <a:ea typeface="Malgun Gothic"/>
                <a:cs typeface="Malgun Gothic"/>
              </a:defRPr>
            </a:lvl3pPr>
            <a:lvl4pPr algn="l">
              <a:defRPr sz="2400" b="1">
                <a:solidFill>
                  <a:srgbClr val="0B6172"/>
                </a:solidFill>
                <a:latin typeface="Malgun Gothic"/>
                <a:ea typeface="Malgun Gothic"/>
                <a:cs typeface="Malgun Gothic"/>
              </a:defRPr>
            </a:lvl4pPr>
            <a:lvl5pPr algn="l">
              <a:defRPr sz="2400" b="1">
                <a:solidFill>
                  <a:srgbClr val="0B6172"/>
                </a:solidFill>
                <a:latin typeface="Malgun Gothic"/>
                <a:ea typeface="Malgun Gothic"/>
                <a:cs typeface="Malgun Gothic"/>
              </a:defRPr>
            </a:lvl5pPr>
            <a:lvl6pPr algn="l">
              <a:defRPr sz="2400" b="1">
                <a:solidFill>
                  <a:srgbClr val="0B6172"/>
                </a:solidFill>
                <a:latin typeface="Malgun Gothic"/>
                <a:ea typeface="Malgun Gothic"/>
                <a:cs typeface="Malgun Gothic"/>
              </a:defRPr>
            </a:lvl6pPr>
            <a:lvl7pPr algn="l">
              <a:defRPr sz="2400" b="1">
                <a:solidFill>
                  <a:srgbClr val="0B6172"/>
                </a:solidFill>
                <a:latin typeface="Malgun Gothic"/>
                <a:ea typeface="Malgun Gothic"/>
                <a:cs typeface="Malgun Gothic"/>
              </a:defRPr>
            </a:lvl7pPr>
            <a:lvl8pPr algn="l">
              <a:defRPr sz="2400" b="1">
                <a:solidFill>
                  <a:srgbClr val="0B6172"/>
                </a:solidFill>
                <a:latin typeface="Malgun Gothic"/>
                <a:ea typeface="Malgun Gothic"/>
                <a:cs typeface="Malgun Gothic"/>
              </a:defRPr>
            </a:lvl8pPr>
            <a:lvl9pPr algn="l">
              <a:defRPr sz="2400" b="1">
                <a:solidFill>
                  <a:srgbClr val="0B6172"/>
                </a:solidFill>
                <a:latin typeface="Malgun Gothic"/>
                <a:ea typeface="Malgun Gothic"/>
                <a:cs typeface="Malgun Gothic"/>
              </a:defRPr>
            </a:lvl9pPr>
          </a:lstStyle>
          <a:p xmlns:a="http://schemas.openxmlformats.org/drawingml/2006/main">
            <a:pPr algn="l">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내 업무에서 먼저 정리할 반복은 무엇인가?</a:t>
            </a:r>
          </a:p>
        </p:txBody>
      </p:sp>
      <p:sp>
        <p:nvSpPr>
          <p:cNvPr id="8" name="">
            <a:extLst xmlns:a="http://schemas.openxmlformats.org/drawingml/2006/main">
              <a:ext uri="{FF2B5EF4-FFF2-40B4-BE49-F238E27FC236}">
                <a16:creationId xmlns:a16="http://schemas.microsoft.com/office/drawing/2014/main" id="{A13898B8-4EBF-454C-92C4-E2EFC94BA25C}"/>
              </a:ext>
            </a:extLst>
          </p:cNvPr>
          <p:cNvSpPr>
            <a:spLocks xmlns:a="http://schemas.openxmlformats.org/drawingml/2006/main" noGrp="1"/>
          </p:cNvSpPr>
          <p:nvPr/>
        </p:nvSpPr>
        <p:spPr>
          <a:xfrm xmlns:a="http://schemas.openxmlformats.org/drawingml/2006/main">
            <a:off x="609600" y="2647950"/>
            <a:ext cx="3352800" cy="158115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9" name="반복되는 정보">
            <a:extLst xmlns:a="http://schemas.openxmlformats.org/drawingml/2006/main">
              <a:ext uri="{FF2B5EF4-FFF2-40B4-BE49-F238E27FC236}">
                <a16:creationId xmlns:a16="http://schemas.microsoft.com/office/drawing/2014/main" id="{34EA4D7B-D6C1-4EA5-8EA5-7A6E37278F36}"/>
              </a:ext>
            </a:extLst>
          </p:cNvPr>
          <p:cNvSpPr>
            <a:spLocks xmlns:a="http://schemas.openxmlformats.org/drawingml/2006/main" noGrp="1"/>
          </p:cNvSpPr>
          <p:nvPr/>
        </p:nvSpPr>
        <p:spPr>
          <a:xfrm xmlns:a="http://schemas.openxmlformats.org/drawingml/2006/main">
            <a:off x="781050" y="2762250"/>
            <a:ext cx="300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반복되는 정보</a:t>
            </a:r>
          </a:p>
        </p:txBody>
      </p:sp>
      <p:sp>
        <p:nvSpPr>
          <p:cNvPr id="10" name="명세·기본 안내·상세 위치">
            <a:extLst xmlns:a="http://schemas.openxmlformats.org/drawingml/2006/main">
              <a:ext uri="{FF2B5EF4-FFF2-40B4-BE49-F238E27FC236}">
                <a16:creationId xmlns:a16="http://schemas.microsoft.com/office/drawing/2014/main" id="{8537CD50-F521-43B4-8CE4-57553617A08A}"/>
              </a:ext>
            </a:extLst>
          </p:cNvPr>
          <p:cNvSpPr>
            <a:spLocks xmlns:a="http://schemas.openxmlformats.org/drawingml/2006/main" noGrp="1"/>
          </p:cNvSpPr>
          <p:nvPr/>
        </p:nvSpPr>
        <p:spPr>
          <a:xfrm xmlns:a="http://schemas.openxmlformats.org/drawingml/2006/main">
            <a:off x="781050" y="3286125"/>
            <a:ext cx="30099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명세·기본 안내·상세 위치</a:t>
            </a:r>
          </a:p>
        </p:txBody>
      </p:sp>
      <p:sp>
        <p:nvSpPr>
          <p:cNvPr id="11" name="">
            <a:extLst xmlns:a="http://schemas.openxmlformats.org/drawingml/2006/main">
              <a:ext uri="{FF2B5EF4-FFF2-40B4-BE49-F238E27FC236}">
                <a16:creationId xmlns:a16="http://schemas.microsoft.com/office/drawing/2014/main" id="{2A8BE878-630F-47ED-8AE3-32E14887A393}"/>
              </a:ext>
            </a:extLst>
          </p:cNvPr>
          <p:cNvSpPr>
            <a:spLocks xmlns:a="http://schemas.openxmlformats.org/drawingml/2006/main" noGrp="1"/>
          </p:cNvSpPr>
          <p:nvPr/>
        </p:nvSpPr>
        <p:spPr>
          <a:xfrm xmlns:a="http://schemas.openxmlformats.org/drawingml/2006/main">
            <a:off x="4419600" y="2647950"/>
            <a:ext cx="3352800" cy="158115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12" name="반복되는 절차">
            <a:extLst xmlns:a="http://schemas.openxmlformats.org/drawingml/2006/main">
              <a:ext uri="{FF2B5EF4-FFF2-40B4-BE49-F238E27FC236}">
                <a16:creationId xmlns:a16="http://schemas.microsoft.com/office/drawing/2014/main" id="{D1E12A71-C92F-4250-9B25-247B4754F514}"/>
              </a:ext>
            </a:extLst>
          </p:cNvPr>
          <p:cNvSpPr>
            <a:spLocks xmlns:a="http://schemas.openxmlformats.org/drawingml/2006/main" noGrp="1"/>
          </p:cNvSpPr>
          <p:nvPr/>
        </p:nvSpPr>
        <p:spPr>
          <a:xfrm xmlns:a="http://schemas.openxmlformats.org/drawingml/2006/main">
            <a:off x="4591050" y="2762250"/>
            <a:ext cx="300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반복되는 절차</a:t>
            </a:r>
          </a:p>
        </p:txBody>
      </p:sp>
      <p:sp>
        <p:nvSpPr>
          <p:cNvPr id="13" name="조사·변경 판단·검증·보고">
            <a:extLst xmlns:a="http://schemas.openxmlformats.org/drawingml/2006/main">
              <a:ext uri="{FF2B5EF4-FFF2-40B4-BE49-F238E27FC236}">
                <a16:creationId xmlns:a16="http://schemas.microsoft.com/office/drawing/2014/main" id="{4C21ECCF-AAA5-479B-A52F-B004B494F6DB}"/>
              </a:ext>
            </a:extLst>
          </p:cNvPr>
          <p:cNvSpPr>
            <a:spLocks xmlns:a="http://schemas.openxmlformats.org/drawingml/2006/main" noGrp="1"/>
          </p:cNvSpPr>
          <p:nvPr/>
        </p:nvSpPr>
        <p:spPr>
          <a:xfrm xmlns:a="http://schemas.openxmlformats.org/drawingml/2006/main">
            <a:off x="4591050" y="3286125"/>
            <a:ext cx="30099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조사·변경 판단·검증·보고</a:t>
            </a:r>
          </a:p>
        </p:txBody>
      </p:sp>
      <p:sp>
        <p:nvSpPr>
          <p:cNvPr id="14" name="">
            <a:extLst xmlns:a="http://schemas.openxmlformats.org/drawingml/2006/main">
              <a:ext uri="{FF2B5EF4-FFF2-40B4-BE49-F238E27FC236}">
                <a16:creationId xmlns:a16="http://schemas.microsoft.com/office/drawing/2014/main" id="{0E8AC8C6-7CEE-4D68-9B4A-8AD6EA78F5B1}"/>
              </a:ext>
            </a:extLst>
          </p:cNvPr>
          <p:cNvSpPr>
            <a:spLocks xmlns:a="http://schemas.openxmlformats.org/drawingml/2006/main" noGrp="1"/>
          </p:cNvSpPr>
          <p:nvPr/>
        </p:nvSpPr>
        <p:spPr>
          <a:xfrm xmlns:a="http://schemas.openxmlformats.org/drawingml/2006/main">
            <a:off x="8229600" y="2647950"/>
            <a:ext cx="3352800" cy="158115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5" name="매번 필요한 근거">
            <a:extLst xmlns:a="http://schemas.openxmlformats.org/drawingml/2006/main">
              <a:ext uri="{FF2B5EF4-FFF2-40B4-BE49-F238E27FC236}">
                <a16:creationId xmlns:a16="http://schemas.microsoft.com/office/drawing/2014/main" id="{C62F49C7-3F16-4BC1-9279-E08EE524C1DA}"/>
              </a:ext>
            </a:extLst>
          </p:cNvPr>
          <p:cNvSpPr>
            <a:spLocks xmlns:a="http://schemas.openxmlformats.org/drawingml/2006/main" noGrp="1"/>
          </p:cNvSpPr>
          <p:nvPr/>
        </p:nvSpPr>
        <p:spPr>
          <a:xfrm xmlns:a="http://schemas.openxmlformats.org/drawingml/2006/main">
            <a:off x="8401050" y="2762250"/>
            <a:ext cx="300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매번 필요한 근거</a:t>
            </a:r>
          </a:p>
        </p:txBody>
      </p:sp>
      <p:sp>
        <p:nvSpPr>
          <p:cNvPr id="16" name="테스트·측정 조건·검토 결과">
            <a:extLst xmlns:a="http://schemas.openxmlformats.org/drawingml/2006/main">
              <a:ext uri="{FF2B5EF4-FFF2-40B4-BE49-F238E27FC236}">
                <a16:creationId xmlns:a16="http://schemas.microsoft.com/office/drawing/2014/main" id="{7B4EAC60-E6F2-4196-96CA-F20A8396029E}"/>
              </a:ext>
            </a:extLst>
          </p:cNvPr>
          <p:cNvSpPr>
            <a:spLocks xmlns:a="http://schemas.openxmlformats.org/drawingml/2006/main" noGrp="1"/>
          </p:cNvSpPr>
          <p:nvPr/>
        </p:nvSpPr>
        <p:spPr>
          <a:xfrm xmlns:a="http://schemas.openxmlformats.org/drawingml/2006/main">
            <a:off x="8401050" y="3286125"/>
            <a:ext cx="30099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테스트·측정 조건·검토 결과</a:t>
            </a:r>
          </a:p>
        </p:txBody>
      </p:sp>
      <p:sp>
        <p:nvSpPr>
          <p:cNvPr id="17" name="어디에 두고, 누가 검토하고 갱신할까?">
            <a:extLst xmlns:a="http://schemas.openxmlformats.org/drawingml/2006/main">
              <a:ext uri="{FF2B5EF4-FFF2-40B4-BE49-F238E27FC236}">
                <a16:creationId xmlns:a16="http://schemas.microsoft.com/office/drawing/2014/main" id="{5CF13A5E-48FC-40D6-9E61-CF126162DC9E}"/>
              </a:ext>
            </a:extLst>
          </p:cNvPr>
          <p:cNvSpPr>
            <a:spLocks xmlns:a="http://schemas.openxmlformats.org/drawingml/2006/main" noGrp="1"/>
          </p:cNvSpPr>
          <p:nvPr/>
        </p:nvSpPr>
        <p:spPr>
          <a:xfrm xmlns:a="http://schemas.openxmlformats.org/drawingml/2006/main">
            <a:off x="609600" y="4638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17212B"/>
                </a:solidFill>
                <a:latin typeface="Malgun Gothic"/>
                <a:ea typeface="Malgun Gothic"/>
                <a:cs typeface="Malgun Gothic"/>
              </a:defRPr>
            </a:defPPr>
            <a:lvl1pPr algn="l">
              <a:defRPr sz="2475" b="1">
                <a:solidFill>
                  <a:srgbClr val="17212B"/>
                </a:solidFill>
                <a:latin typeface="Malgun Gothic"/>
                <a:ea typeface="Malgun Gothic"/>
                <a:cs typeface="Malgun Gothic"/>
              </a:defRPr>
            </a:lvl1pPr>
            <a:lvl2pPr algn="l">
              <a:defRPr sz="2475" b="1">
                <a:solidFill>
                  <a:srgbClr val="17212B"/>
                </a:solidFill>
                <a:latin typeface="Malgun Gothic"/>
                <a:ea typeface="Malgun Gothic"/>
                <a:cs typeface="Malgun Gothic"/>
              </a:defRPr>
            </a:lvl2pPr>
            <a:lvl3pPr algn="l">
              <a:defRPr sz="2475" b="1">
                <a:solidFill>
                  <a:srgbClr val="17212B"/>
                </a:solidFill>
                <a:latin typeface="Malgun Gothic"/>
                <a:ea typeface="Malgun Gothic"/>
                <a:cs typeface="Malgun Gothic"/>
              </a:defRPr>
            </a:lvl3pPr>
            <a:lvl4pPr algn="l">
              <a:defRPr sz="2475" b="1">
                <a:solidFill>
                  <a:srgbClr val="17212B"/>
                </a:solidFill>
                <a:latin typeface="Malgun Gothic"/>
                <a:ea typeface="Malgun Gothic"/>
                <a:cs typeface="Malgun Gothic"/>
              </a:defRPr>
            </a:lvl4pPr>
            <a:lvl5pPr algn="l">
              <a:defRPr sz="2475" b="1">
                <a:solidFill>
                  <a:srgbClr val="17212B"/>
                </a:solidFill>
                <a:latin typeface="Malgun Gothic"/>
                <a:ea typeface="Malgun Gothic"/>
                <a:cs typeface="Malgun Gothic"/>
              </a:defRPr>
            </a:lvl5pPr>
            <a:lvl6pPr algn="l">
              <a:defRPr sz="2475" b="1">
                <a:solidFill>
                  <a:srgbClr val="17212B"/>
                </a:solidFill>
                <a:latin typeface="Malgun Gothic"/>
                <a:ea typeface="Malgun Gothic"/>
                <a:cs typeface="Malgun Gothic"/>
              </a:defRPr>
            </a:lvl6pPr>
            <a:lvl7pPr algn="l">
              <a:defRPr sz="2475" b="1">
                <a:solidFill>
                  <a:srgbClr val="17212B"/>
                </a:solidFill>
                <a:latin typeface="Malgun Gothic"/>
                <a:ea typeface="Malgun Gothic"/>
                <a:cs typeface="Malgun Gothic"/>
              </a:defRPr>
            </a:lvl7pPr>
            <a:lvl8pPr algn="l">
              <a:defRPr sz="2475" b="1">
                <a:solidFill>
                  <a:srgbClr val="17212B"/>
                </a:solidFill>
                <a:latin typeface="Malgun Gothic"/>
                <a:ea typeface="Malgun Gothic"/>
                <a:cs typeface="Malgun Gothic"/>
              </a:defRPr>
            </a:lvl8pPr>
            <a:lvl9pPr algn="l">
              <a:defRPr sz="2475" b="1">
                <a:solidFill>
                  <a:srgbClr val="17212B"/>
                </a:solidFill>
                <a:latin typeface="Malgun Gothic"/>
                <a:ea typeface="Malgun Gothic"/>
                <a:cs typeface="Malgun Gothic"/>
              </a:defRPr>
            </a:lvl9pPr>
          </a:lstStyle>
          <a:p xmlns:a="http://schemas.openxmlformats.org/drawingml/2006/main">
            <a:pPr algn="l">
              <a:defRPr sz="2475" b="1">
                <a:solidFill>
                  <a:srgbClr val="17212B"/>
                </a:solidFill>
                <a:latin typeface="Malgun Gothic"/>
                <a:ea typeface="Malgun Gothic"/>
                <a:cs typeface="Malgun Gothic"/>
              </a:defRPr>
            </a:pPr>
            <a:r>
              <a:rPr sz="2475" b="1">
                <a:solidFill>
                  <a:srgbClr val="17212B"/>
                </a:solidFill>
                <a:latin typeface="Malgun Gothic"/>
                <a:ea typeface="Malgun Gothic"/>
                <a:cs typeface="Malgun Gothic"/>
              </a:rPr>
              <a:t>어디에 두고, 누가 검토하고 갱신할까?</a:t>
            </a:r>
          </a:p>
        </p:txBody>
      </p:sp>
      <p:sp>
        <p:nvSpPr>
          <p:cNvPr id="18" name="다음 질문: 프로젝트가 바뀌면 이 방법을 어떻게 점검할까?">
            <a:extLst xmlns:a="http://schemas.openxmlformats.org/drawingml/2006/main">
              <a:ext uri="{FF2B5EF4-FFF2-40B4-BE49-F238E27FC236}">
                <a16:creationId xmlns:a16="http://schemas.microsoft.com/office/drawing/2014/main" id="{BFA73464-19E4-4F4A-94E6-0606BC0B5A6C}"/>
              </a:ext>
            </a:extLst>
          </p:cNvPr>
          <p:cNvSpPr>
            <a:spLocks xmlns:a="http://schemas.openxmlformats.org/drawingml/2006/main" noGrp="1"/>
          </p:cNvSpPr>
          <p:nvPr/>
        </p:nvSpPr>
        <p:spPr>
          <a:xfrm xmlns:a="http://schemas.openxmlformats.org/drawingml/2006/main">
            <a:off x="609600" y="53530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다음 질문: 프로젝트가 바뀌면 이 방법을 어떻게 점검할까?</a:t>
            </a:r>
          </a:p>
        </p:txBody>
      </p:sp>
      <p:sp>
        <p:nvSpPr>
          <p:cNvPr id="19" name="Legacy module connection">
            <a:extLst xmlns:a="http://schemas.openxmlformats.org/drawingml/2006/main">
              <a:ext uri="{FF2B5EF4-FFF2-40B4-BE49-F238E27FC236}">
                <a16:creationId xmlns:a16="http://schemas.microsoft.com/office/drawing/2014/main" id="{5073ACB5-0C5C-47F9-8017-41E80BD26ED4}"/>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M8</a:t>
            </a:r>
          </a:p>
        </p:txBody>
      </p:sp>
    </p:spTree>
    <p:extLst>
      <p:ext uri="{BB962C8B-B14F-4D97-AF65-F5344CB8AC3E}">
        <p14:creationId xmlns:p14="http://schemas.microsoft.com/office/powerpoint/2010/main" val="16308569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2026-10-23T04:41:09.0110000Z</dcterms:created>
  <dcterms:modified xsi:type="dcterms:W3CDTF">2026-10-23T04:41:09.0110000Z</dcterms:modified>
</coreProperties>
</file>