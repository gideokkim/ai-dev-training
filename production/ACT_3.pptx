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e42e0c605a44265" /><Relationship Type="http://schemas.openxmlformats.org/officeDocument/2006/relationships/extended-properties" Target="/docProps/app.xml" Id="Rc7a58dd18ef8410f" /><Relationship Type="http://schemas.openxmlformats.org/officeDocument/2006/relationships/officeDocument" Target="/ppt/presentation.xml" Id="Reeacd5953d6d4bb2" /></Relationships>
</file>

<file path=ppt/presentation.xml><?xml version="1.0" encoding="utf-8"?>
<p:presentation xmlns:p="http://schemas.openxmlformats.org/presentationml/2006/main">
  <p:sldMasterIdLst>
    <p:sldMasterId xmlns:r="http://schemas.openxmlformats.org/officeDocument/2006/relationships" id="2147483648" r:id="Rbdbfe2e4bcd84b89"/>
  </p:sldMasterIdLst>
  <p:notesMasterIdLst>
    <p:notesMasterId xmlns:r="http://schemas.openxmlformats.org/officeDocument/2006/relationships" r:id="R07d8510a4ba04f80"/>
  </p:notesMasterIdLst>
  <p:sldIdLst>
    <p:sldId xmlns:r="http://schemas.openxmlformats.org/officeDocument/2006/relationships" id="256" r:id="Re804e7790a534c9a"/>
    <p:sldId xmlns:r="http://schemas.openxmlformats.org/officeDocument/2006/relationships" id="257" r:id="R1a2402219796447c"/>
    <p:sldId xmlns:r="http://schemas.openxmlformats.org/officeDocument/2006/relationships" id="258" r:id="Rb2ebaf8f32e64423"/>
    <p:sldId xmlns:r="http://schemas.openxmlformats.org/officeDocument/2006/relationships" id="259" r:id="R205e0e707b794b77"/>
    <p:sldId xmlns:r="http://schemas.openxmlformats.org/officeDocument/2006/relationships" id="260" r:id="Re2af824268f94162"/>
    <p:sldId xmlns:r="http://schemas.openxmlformats.org/officeDocument/2006/relationships" id="261" r:id="Rf7b6fe79f63f4f4d"/>
    <p:sldId xmlns:r="http://schemas.openxmlformats.org/officeDocument/2006/relationships" id="262" r:id="R4761c34e91e14d11"/>
    <p:sldId xmlns:r="http://schemas.openxmlformats.org/officeDocument/2006/relationships" id="263" r:id="R5e3d43b1be6544d3"/>
    <p:sldId xmlns:r="http://schemas.openxmlformats.org/officeDocument/2006/relationships" id="264" r:id="Ra3e3c8bf8b3e4e06"/>
    <p:sldId xmlns:r="http://schemas.openxmlformats.org/officeDocument/2006/relationships" id="265" r:id="R488d35a575484389"/>
    <p:sldId xmlns:r="http://schemas.openxmlformats.org/officeDocument/2006/relationships" id="266" r:id="Rddda768be04140fe"/>
    <p:sldId xmlns:r="http://schemas.openxmlformats.org/officeDocument/2006/relationships" id="267" r:id="R24b08c18569e4cb4"/>
    <p:sldId xmlns:r="http://schemas.openxmlformats.org/officeDocument/2006/relationships" id="268" r:id="Rf4f2ed0b7dc449ee"/>
    <p:sldId xmlns:r="http://schemas.openxmlformats.org/officeDocument/2006/relationships" id="269" r:id="Rbf6574bce4bd4013"/>
    <p:sldId xmlns:r="http://schemas.openxmlformats.org/officeDocument/2006/relationships" id="270" r:id="Rf38a9eef44d8472f"/>
    <p:sldId xmlns:r="http://schemas.openxmlformats.org/officeDocument/2006/relationships" id="271" r:id="R0d4246ceb030415c"/>
    <p:sldId xmlns:r="http://schemas.openxmlformats.org/officeDocument/2006/relationships" id="272" r:id="R6fcc79f21ca64080"/>
    <p:sldId xmlns:r="http://schemas.openxmlformats.org/officeDocument/2006/relationships" id="273" r:id="R3d43ec4336ce41f1"/>
    <p:sldId xmlns:r="http://schemas.openxmlformats.org/officeDocument/2006/relationships" id="274" r:id="Rf8736d80a1b748f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81a0a4ea5274db6" /><Relationship Type="http://schemas.openxmlformats.org/officeDocument/2006/relationships/slideMaster" Target="/ppt/slideMasters/slideMaster1.xml" Id="Rbdbfe2e4bcd84b89" /><Relationship Type="http://schemas.openxmlformats.org/officeDocument/2006/relationships/notesMaster" Target="/ppt/notesMasters/notesMaster1.xml" Id="R07d8510a4ba04f80" /><Relationship Type="http://schemas.openxmlformats.org/officeDocument/2006/relationships/presProps" Target="/ppt/presProps.xml" Id="R5958d38793e0494c" /><Relationship Type="http://schemas.openxmlformats.org/officeDocument/2006/relationships/tableStyles" Target="/ppt/tableStyles.xml" Id="Rd29ca26dd57b40db" /><Relationship Type="http://schemas.openxmlformats.org/officeDocument/2006/relationships/slide" Target="/ppt/slides/slide1.xml" Id="Re804e7790a534c9a" /><Relationship Type="http://schemas.openxmlformats.org/officeDocument/2006/relationships/slide" Target="/ppt/slides/slide2.xml" Id="R1a2402219796447c" /><Relationship Type="http://schemas.openxmlformats.org/officeDocument/2006/relationships/slide" Target="/ppt/slides/slide3.xml" Id="Rb2ebaf8f32e64423" /><Relationship Type="http://schemas.openxmlformats.org/officeDocument/2006/relationships/slide" Target="/ppt/slides/slide4.xml" Id="R205e0e707b794b77" /><Relationship Type="http://schemas.openxmlformats.org/officeDocument/2006/relationships/slide" Target="/ppt/slides/slide5.xml" Id="Re2af824268f94162" /><Relationship Type="http://schemas.openxmlformats.org/officeDocument/2006/relationships/slide" Target="/ppt/slides/slide6.xml" Id="Rf7b6fe79f63f4f4d" /><Relationship Type="http://schemas.openxmlformats.org/officeDocument/2006/relationships/slide" Target="/ppt/slides/slide7.xml" Id="R4761c34e91e14d11" /><Relationship Type="http://schemas.openxmlformats.org/officeDocument/2006/relationships/slide" Target="/ppt/slides/slide8.xml" Id="R5e3d43b1be6544d3" /><Relationship Type="http://schemas.openxmlformats.org/officeDocument/2006/relationships/slide" Target="/ppt/slides/slide9.xml" Id="Ra3e3c8bf8b3e4e06" /><Relationship Type="http://schemas.openxmlformats.org/officeDocument/2006/relationships/slide" Target="/ppt/slides/slide10.xml" Id="R488d35a575484389" /><Relationship Type="http://schemas.openxmlformats.org/officeDocument/2006/relationships/slide" Target="/ppt/slides/slide11.xml" Id="Rddda768be04140fe" /><Relationship Type="http://schemas.openxmlformats.org/officeDocument/2006/relationships/slide" Target="/ppt/slides/slide12.xml" Id="R24b08c18569e4cb4" /><Relationship Type="http://schemas.openxmlformats.org/officeDocument/2006/relationships/slide" Target="/ppt/slides/slide13.xml" Id="Rf4f2ed0b7dc449ee" /><Relationship Type="http://schemas.openxmlformats.org/officeDocument/2006/relationships/slide" Target="/ppt/slides/slide14.xml" Id="Rbf6574bce4bd4013" /><Relationship Type="http://schemas.openxmlformats.org/officeDocument/2006/relationships/slide" Target="/ppt/slides/slide15.xml" Id="Rf38a9eef44d8472f" /><Relationship Type="http://schemas.openxmlformats.org/officeDocument/2006/relationships/slide" Target="/ppt/slides/slide16.xml" Id="R0d4246ceb030415c" /><Relationship Type="http://schemas.openxmlformats.org/officeDocument/2006/relationships/slide" Target="/ppt/slides/slide17.xml" Id="R6fcc79f21ca64080" /><Relationship Type="http://schemas.openxmlformats.org/officeDocument/2006/relationships/slide" Target="/ppt/slides/slide18.xml" Id="R3d43ec4336ce41f1" /><Relationship Type="http://schemas.openxmlformats.org/officeDocument/2006/relationships/slide" Target="/ppt/slides/slide19.xml" Id="Rf8736d80a1b748f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0bb8d425070404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52521491f2548eb" /><Relationship Type="http://schemas.openxmlformats.org/officeDocument/2006/relationships/notesMaster" Target="/ppt/notesMasters/notesMaster1.xml" Id="R3fa51d30bbf94222" /></Relationships>
</file>

<file path=ppt/notesSlides/_rels/notesSlide2.xml.rels>&#65279;<?xml version="1.0" encoding="utf-8"?><Relationships xmlns="http://schemas.openxmlformats.org/package/2006/relationships"><Relationship Type="http://schemas.openxmlformats.org/officeDocument/2006/relationships/slide" Target="/ppt/slides/slide2.xml" Id="R626fddc6660849cc" /><Relationship Type="http://schemas.openxmlformats.org/officeDocument/2006/relationships/notesMaster" Target="/ppt/notesMasters/notesMaster1.xml" Id="R91aea71950d041ff" /></Relationships>
</file>

<file path=ppt/notesSlides/_rels/notesSlide3.xml.rels>&#65279;<?xml version="1.0" encoding="utf-8"?><Relationships xmlns="http://schemas.openxmlformats.org/package/2006/relationships"><Relationship Type="http://schemas.openxmlformats.org/officeDocument/2006/relationships/slide" Target="/ppt/slides/slide3.xml" Id="R5402216f197f406c" /><Relationship Type="http://schemas.openxmlformats.org/officeDocument/2006/relationships/notesMaster" Target="/ppt/notesMasters/notesMaster1.xml" Id="R3508d0def5fb468a" /></Relationships>
</file>

<file path=ppt/notesSlides/_rels/notesSlide4.xml.rels>&#65279;<?xml version="1.0" encoding="utf-8"?><Relationships xmlns="http://schemas.openxmlformats.org/package/2006/relationships"><Relationship Type="http://schemas.openxmlformats.org/officeDocument/2006/relationships/slide" Target="/ppt/slides/slide4.xml" Id="R293a291000c44695" /><Relationship Type="http://schemas.openxmlformats.org/officeDocument/2006/relationships/notesMaster" Target="/ppt/notesMasters/notesMaster1.xml" Id="R2384fa03e82346d1" /></Relationships>
</file>

<file path=ppt/notesSlides/_rels/notesSlide5.xml.rels>&#65279;<?xml version="1.0" encoding="utf-8"?><Relationships xmlns="http://schemas.openxmlformats.org/package/2006/relationships"><Relationship Type="http://schemas.openxmlformats.org/officeDocument/2006/relationships/slide" Target="/ppt/slides/slide5.xml" Id="Rb3c5427749cf487d" /><Relationship Type="http://schemas.openxmlformats.org/officeDocument/2006/relationships/notesMaster" Target="/ppt/notesMasters/notesMaster1.xml" Id="R5d602c6a02ca4ab8" /></Relationships>
</file>

<file path=ppt/notesSlides/_rels/notesSlide6.xml.rels>&#65279;<?xml version="1.0" encoding="utf-8"?><Relationships xmlns="http://schemas.openxmlformats.org/package/2006/relationships"><Relationship Type="http://schemas.openxmlformats.org/officeDocument/2006/relationships/slide" Target="/ppt/slides/slide6.xml" Id="Rad057784ab3b4cf8" /><Relationship Type="http://schemas.openxmlformats.org/officeDocument/2006/relationships/notesMaster" Target="/ppt/notesMasters/notesMaster1.xml" Id="R24bb9cb9a8754e09" /></Relationships>
</file>

<file path=ppt/notesSlides/_rels/notesSlide7.xml.rels>&#65279;<?xml version="1.0" encoding="utf-8"?><Relationships xmlns="http://schemas.openxmlformats.org/package/2006/relationships"><Relationship Type="http://schemas.openxmlformats.org/officeDocument/2006/relationships/slide" Target="/ppt/slides/slide7.xml" Id="R39a59245a8a94bd4" /><Relationship Type="http://schemas.openxmlformats.org/officeDocument/2006/relationships/notesMaster" Target="/ppt/notesMasters/notesMaster1.xml" Id="R6d7e71a5e7f14175" /></Relationships>
</file>

<file path=ppt/notesSlides/_rels/notesSlide8.xml.rels>&#65279;<?xml version="1.0" encoding="utf-8"?><Relationships xmlns="http://schemas.openxmlformats.org/package/2006/relationships"><Relationship Type="http://schemas.openxmlformats.org/officeDocument/2006/relationships/slide" Target="/ppt/slides/slide8.xml" Id="R59a85c917337499c" /><Relationship Type="http://schemas.openxmlformats.org/officeDocument/2006/relationships/notesMaster" Target="/ppt/notesMasters/notesMaster1.xml" Id="Rdb7dd940099542ac" /></Relationships>
</file>

<file path=ppt/notesSlides/_rels/notesSlide9.xml.rels>&#65279;<?xml version="1.0" encoding="utf-8"?><Relationships xmlns="http://schemas.openxmlformats.org/package/2006/relationships"><Relationship Type="http://schemas.openxmlformats.org/officeDocument/2006/relationships/slide" Target="/ppt/slides/slide9.xml" Id="R4be5efb6a98346a5" /><Relationship Type="http://schemas.openxmlformats.org/officeDocument/2006/relationships/notesMaster" Target="/ppt/notesMasters/notesMaster1.xml" Id="R6a0b136db23d435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ee8cc6adf4e442f" /><Relationship Type="http://schemas.openxmlformats.org/officeDocument/2006/relationships/notesMaster" Target="/ppt/notesMasters/notesMaster1.xml" Id="R0a0519fd756f4fe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87e688bbfee4bfe" /><Relationship Type="http://schemas.openxmlformats.org/officeDocument/2006/relationships/notesMaster" Target="/ppt/notesMasters/notesMaster1.xml" Id="R9da4bacf46cd4fd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164603f3b5c45c1" /><Relationship Type="http://schemas.openxmlformats.org/officeDocument/2006/relationships/notesMaster" Target="/ppt/notesMasters/notesMaster1.xml" Id="Rda66dc8016d547c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4b37383d1b34e40" /><Relationship Type="http://schemas.openxmlformats.org/officeDocument/2006/relationships/notesMaster" Target="/ppt/notesMasters/notesMaster1.xml" Id="R278071e7ded4491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4c58c4e9e5243fa" /><Relationship Type="http://schemas.openxmlformats.org/officeDocument/2006/relationships/notesMaster" Target="/ppt/notesMasters/notesMaster1.xml" Id="R080e8623a007441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ed8d6eaead241a6" /><Relationship Type="http://schemas.openxmlformats.org/officeDocument/2006/relationships/notesMaster" Target="/ppt/notesMasters/notesMaster1.xml" Id="R58b6caa7cb73415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5aa2c4d27114218" /><Relationship Type="http://schemas.openxmlformats.org/officeDocument/2006/relationships/notesMaster" Target="/ppt/notesMasters/notesMaster1.xml" Id="R5c0d28b7798e43c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283984d99464a3c" /><Relationship Type="http://schemas.openxmlformats.org/officeDocument/2006/relationships/notesMaster" Target="/ppt/notesMasters/notesMaster1.xml" Id="R4dd22f1befc0427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9ecdb3fe97f4f46" /><Relationship Type="http://schemas.openxmlformats.org/officeDocument/2006/relationships/notesMaster" Target="/ppt/notesMasters/notesMaster1.xml" Id="R4f7a1e658da2472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9c1faab491a4bfc" /><Relationship Type="http://schemas.openxmlformats.org/officeDocument/2006/relationships/notesMaster" Target="/ppt/notesMasters/notesMaster1.xml" Id="Rcebe25521fe4476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두 실제 요청에 같은 절차가 반복됐다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S55의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S56, production/preview/act3/S56.png 및 production/preview/full/S56.png.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테스트 명령을 언제 쓰고 무엇을 판단할까?</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S56의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S58의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S58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S57, production/preview/act3/S57.png 및 production/preview/full/S57.png.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목표·기준·방법을 한 작업에 적용한다</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S57에서 명령의 사용 시점·판단 기준까지 정한 방법을 봤음을 한 문장으로 회수한다. 상단 이번 목표 ‘normalize 성능을 조사해줘’를 읽고, 아래 작업 영역으로 들어가는 연결을 짚는다. S57의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S59에서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S57 회수·목표1, 기준·한 작업1.5, 방법 적용1.5, S59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S58, production/preview/act3/S58.png 및 production/preview/full/S58.png.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반복 절차를 Skill로 모으는 이유</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S58의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S58의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S57에서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S60의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S60에서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S58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S59, production/preview/act3/S59.png 및 production/preview/full/S59.png.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Skill 발견·호출·본문 포함의 근거</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S61에서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S61로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S59 회수·업무 목적0.75, 목록1, 요청1, trace1.5, 범위·S61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S60, production/preview/act3/S60.png 및 production/preview/full/S60.png.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Skill 지침과 실제 작업 기록의 대응</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S60의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S62에서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S60의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S63–S64로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범위·S62 연결1.5). 지연 시 명령과 테스트 이름을 낭독하지 않고 행별 대응을 짚는다. 조건부 계획, 입력/수행 구분, 단독 효과 미입증은 생략하지 않는다. 6분에 S62으로 이동한다.</a:t>
            </a:r>
          </a:p>
          <a:p xmlns:a="http://schemas.openxmlformats.org/drawingml/2006/main">
            <a:r>
              <a:t/>
            </a:r>
          </a:p>
          <a:p xmlns:a="http://schemas.openxmlformats.org/drawingml/2006/main">
            <a:r>
              <a:t>Fallback: LOCAL STATIC ARTIFACT — production/ACT_3.pptx의 S61, production/preview/act3/S61.png 및 production/preview/full/S61.png.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절차는 재사용하고, 답은 근거로 정한다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S61의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S63에서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S63/S61보다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S61 회수0.5, 재사용 방법0.75, 이번 근거·답1, 채택/보류와 S63 연결0.75. 지연 시 지침 원문과 세 질문을 전부 낭독하지 않는다. 허용된 보류와 실제 결과의 구분은 생략하지 않고3분에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계산의 성능 개선 후보</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S62의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S64은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S63에는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S64의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S63, production/preview/act3/S63.png 및 production/preview/full/S63.png.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선택한 변경의 시간·메모리·동작 확인</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S63에서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S64, production/preview/act3/S64.png 및 production/preview/full/S64.png.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한 Agent 조사와 Subagent 역할 분리</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S64의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S66의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S66에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S66으로 이동한다.</a:t>
            </a:r>
          </a:p>
          <a:p xmlns:a="http://schemas.openxmlformats.org/drawingml/2006/main">
            <a:r>
              <a:t/>
            </a:r>
          </a:p>
          <a:p xmlns:a="http://schemas.openxmlformats.org/drawingml/2006/main">
            <a:r>
              <a:t>Fallback: LOCAL STATIC ARTIFACT — production/ACT_3.pptx의 S65, production/preview/act3/S65.png 및 production/preview/full/S65.png.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 작업을 나누지 않은 이유</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“S65의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S65에서는 성능·빌드·테스트 조사가 서로 기다리지 않아도 된다고 가정했다. 이제 S63/S61의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S63에서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S64에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S65의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S65의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Lecture1분(S65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S67로 이동한다.</a:t>
            </a:r>
          </a:p>
          <a:p xmlns:a="http://schemas.openxmlformats.org/drawingml/2006/main">
            <a:r>
              <a:t/>
            </a:r>
          </a:p>
          <a:p xmlns:a="http://schemas.openxmlformats.org/drawingml/2006/main">
            <a:r>
              <a:t>Fallback: LOCAL STATIC ARTIFACT — production/ACT_3.pptx의 S66, production/preview/act3/S66.png 및 production/preview/full/S66.png.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이번 Context와 다시 쓸 지식</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S66에서는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S68에서는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S68에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S66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S68로 이동한다.</a:t>
            </a:r>
          </a:p>
          <a:p xmlns:a="http://schemas.openxmlformats.org/drawingml/2006/main">
            <a:r>
              <a:t/>
            </a:r>
          </a:p>
          <a:p xmlns:a="http://schemas.openxmlformats.org/drawingml/2006/main">
            <a:r>
              <a:t>Fallback: LOCAL STATIC ARTIFACT — production/ACT_3.pptx의 S67, production/preview/act3/S67.png 및 production/preview/full/S67.png.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실제 Demo 지식의 원래 출처</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“S67의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S67의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S69으로 이동한다.</a:t>
            </a:r>
          </a:p>
          <a:p xmlns:a="http://schemas.openxmlformats.org/drawingml/2006/main">
            <a:r>
              <a:t/>
            </a:r>
          </a:p>
          <a:p xmlns:a="http://schemas.openxmlformats.org/drawingml/2006/main">
            <a:r>
              <a:t>Fallback: LOCAL STATIC ARTIFACT — production/ACT_3.pptx의 S68, production/preview/act3/S68.png 및 production/preview/full/S68.png.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밝기 통계 작업에 쓰인 구성의 역할</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“S68에서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S68의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S60/S58에서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S64처럼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S72에서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S68의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S70에서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S60–S64의 지침·수치 설명을 반복하지 않는다. 실제3분 리허설은 UNVERIFIED다.</a:t>
            </a:r>
          </a:p>
          <a:p xmlns:a="http://schemas.openxmlformats.org/drawingml/2006/main">
            <a:r>
              <a:t/>
            </a:r>
          </a:p>
          <a:p xmlns:a="http://schemas.openxmlformats.org/drawingml/2006/main">
            <a:r>
              <a:t>Fallback: LOCAL STATIC ARTIFACT — production/ACT_3.pptx의 S69, production/preview/act3/S69.png 및 production/preview/full/S69.png.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함께 작동하는 작업 환경, Harness</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“S69의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Lecture) S69의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‘Repository 밖에서 적용되는 조건도 있지 않을까요?’로 S71를 연다. 제품이나 새 명령을 실행하지 않는다.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S69의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S72에서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S69/STATE-04-PERF의 AGENTS.md·docs·Skill·tests·benchmark와 기록된 입력/실행 조건을 같은 도식에 대응하는 CAPTURED 정적 요약이다. 실제 실행 캡처가 아니며 제품·Agent·benchmark·Demo repository를 실행하거나 새 Trial을 만들지 않는다. S69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실제 구성 회수0.5, 실행 환경1, 사람의 검토1, 전체 운영 모델·범위1.5. Demo2분: 실제 자료/기록 대응1.5, 저장소 밖 조건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S70, production/preview/act3/S70.png 및 production/preview/full/S70.png.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같은 저장소여도 실행 조건은 다를 수 있다</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“S70의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S70의 실행 조건을 회수한다. 위 도식에서 같은 Repository의 코드·AGENTS.md·문서와 외부의 전역 지침/Skills·모델/설정·권한이 한 실행에 적용되는 관계를 짚는다. 점선의 ‘적용 확인’은 실제 세션에서 무엇이 적용됐는지 확인하라는 뜻이다. 조건 두 개를 비교 실행한 실험이나 과거 Trial의 정확한 파일 트리가 아니다.</a:t>
            </a:r>
          </a:p>
          <a:p xmlns:a="http://schemas.openxmlformats.org/drawingml/2006/main">
            <a:r>
              <a:t>2. (1:00–2:00 / Lecture) TRIAL-006에 전역 Skills4개 포함과 시작 경고가 보존됐다는 관찰만 짧게 회수한다. 경고가 실제 Hook/MCP 실행이나 작업 기여를 증명하지 않으며 전체 설정·권한의 감사도 아니다. 결과를 Prompt만의 효과로 분리할 수 없었다는 한계를 남긴다. 이 관찰로 평가·보고를 어떻게 바꿨는지는 ACT4 S87–S91의 다른 질문으로 남긴다.</a:t>
            </a:r>
          </a:p>
          <a:p xmlns:a="http://schemas.openxmlformats.org/drawingml/2006/main">
            <a:r>
              <a:t>3. (2:00–3:00 / Lecture) 이번 장의 실무 판단은 결과와 함께 실제 적용 지침·입력·설정/권한·실행 조건을 남기자는 것이다. 구체 명령이나 새 환경 설정을 지정하지 않는다. OS/runtime도 기록할 조건이며 각 조건의 독립적 효과는 미입증이다. S72에서 같은 확인 기준을 C++ 검사 업무로 옮긴다.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 DEC-0080.</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 세부 보존 범위: TRIAL-006은 전역 Skills4개 포함, Hook 구성 경고, MCP 연결/인증 시작 문제가 있었으나 Hook 실행·소스 변경이나 MCP 작업 결과 기여는 입증하지 않는다. 전역 지침 주입 원문 전체는 별도 보존되지 않았다. TRIAL-007 보고/stderr 불일치와 TRIAL-008의 부분적 영향 기록은 S87–S91에서 다룬다.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S72에서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Repository/외부 조건 관계1, 보존 관찰과 인과 한계1, 기록할 조건과 C++ 전이1. Hook/MCP 정의·오류 목록·후속 Trial 연혁은 여기서 열지 않는다. 실제 리허설은 UNVERIFIED다.</a:t>
            </a:r>
          </a:p>
          <a:p xmlns:a="http://schemas.openxmlformats.org/drawingml/2006/main">
            <a:r>
              <a:t/>
            </a:r>
          </a:p>
          <a:p xmlns:a="http://schemas.openxmlformats.org/drawingml/2006/main">
            <a:r>
              <a:t>Fallback: LOCAL STATIC ARTIFACT — production/ACT_3.pptx의 S71, production/preview/act3/S71.png 및 production/preview/full/S71.png.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밝기 통계의 판단을 C++ 검사에 적용하기</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밝기 통계의 판단을 C++ 검사에 적용하기</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“S71에서 본 실행 조건까지 고려하면, 밝기 통계 Demo의 세 기준을 우리 C++ 검사 업무에 어떻게 적용할까요?”</a:t>
            </a:r>
          </a:p>
          <a:p xmlns:a="http://schemas.openxmlformats.org/drawingml/2006/main">
            <a:r>
              <a:t/>
            </a:r>
          </a:p>
          <a:p xmlns:a="http://schemas.openxmlformats.org/drawingml/2006/main">
            <a:r>
              <a:t>**Speaker Flow:**</a:t>
            </a:r>
          </a:p>
          <a:p xmlns:a="http://schemas.openxmlformats.org/drawingml/2006/main">
            <a:r>
              <a:t>1. (0:00–0:45) S71의 ‘같은 코드여도 실행 조건을 확인한다’를 회수하고 우리 검사 업무로 전이한다. 위의 기존 삽화는 카메라·영상·처리·결과의 교육용 파이프라인이며 실제 회사 장비·C++ 구현 화면이 아니다. 아래 세 행은 이 파이프라인 전체에 적용할 기준이지 그림의 세 단계에 각각 하나씩 배당하는 순서가 아니다.</a:t>
            </a:r>
          </a:p>
          <a:p xmlns:a="http://schemas.openxmlformats.org/drawingml/2006/main">
            <a:r>
              <a:t>2. (0:45–1:45) 명세 행을 왼쪽에서 오른쪽으로 읽는다. 밝기 통계에서는 출력6항목의 동작을 보존했다. C++ 검사에서는 ROI 좌표 범위·픽셀값 범위·입출력 명세를 프로젝트 문서와 코드에서 확인하고 보존할 기준으로 정한다. 구체적 범위·임계값·알고리즘은 이 자료가 새로 확정하지 않는다.</a:t>
            </a:r>
          </a:p>
          <a:p xmlns:a="http://schemas.openxmlformats.org/drawingml/2006/main">
            <a:r>
              <a:t>3. (1:45–2:45) 수행 방법 행을 읽는다. 실제 Demo의 기준선 확보·해당 경로 조사·변경·같은 조건 비교를 검사 모듈에도 적용하는 패턴이다. 바꿀 경로와 가설을 먼저 확인하고 최소 변경 뒤 동작·회귀를 확인해 동일 조건에서 비교한다. 성능 Skill이 답을 주거나 Python 구현을 그대로 복사한다는 의미가 아니다.</a:t>
            </a:r>
          </a:p>
          <a:p xmlns:a="http://schemas.openxmlformats.org/drawingml/2006/main">
            <a:r>
              <a:t>4. (2:45–4:00) 검증 근거 행을 읽는다. Demo의 테스트와 기록된 실행시간·Python 할당 피크를 C++ 업무의 동작·회귀·통합 검사와 적합한 성능 측정 근거에 대응한다. 도구 이름이 아니라 무엇을 확인할지를 먼저 고른다. GoogleTest/CTest·통합 테스트·benchmark/profiler는 예시이며 실제 팀 표준을 확인해야 한다. Python tracemalloc 수치를 C++ 메모리/RSS 기준으로 옮기거나 같은 성능 개선을 보장하지 않는다.</a:t>
            </a:r>
          </a:p>
          <a:p xmlns:a="http://schemas.openxmlformats.org/drawingml/2006/main">
            <a:r>
              <a:t>5. (4:00–4:40) 마지막 입력·빌드·장비 조건을 짚는다. 비교할 입력, 빌드 모드/옵션, 실행 장비와 권한·runtime 같은 조건을 실제 프로젝트에서 확인·기록한다. Release build도 승인된 기존 예시일 뿐 어떤 명령·컴파일러·장비 구성을 여기서 지정하거나 검증한 것은 아니다. S71의 조건 확인을 C++ 작업에 연결한다.</a:t>
            </a:r>
          </a:p>
          <a:p xmlns:a="http://schemas.openxmlformats.org/drawingml/2006/main">
            <a:r>
              <a:t>6. (4:40–5:00) 세 기준을 옮기는 것이며 실제 C++ Trial이나 회사 성과가 아니라는 범위를 회수한다. 다음 S73 팁 목록을 거쳐 S74에서는 이 중 자기 업무에서 먼저 정리할 반복 한 가지와 검토·갱신 책임을 고르게 한다.</a:t>
            </a:r>
          </a:p>
          <a:p xmlns:a="http://schemas.openxmlformats.org/drawingml/2006/main">
            <a:r>
              <a:t>운영 표시: “실무 적용 팁 · 업무 적용” 배지로 다시 찾아 쓸 기준임을 짚는다. 기존 설명·근거 범위와 배정 시간 안에서 진행하며 요청·예시를 새로 실행하지 않는다.</a:t>
            </a:r>
          </a:p>
          <a:p xmlns:a="http://schemas.openxmlformats.org/drawingml/2006/main">
            <a:r>
              <a:t>목록 연결: 본문의 핵심을 유지한 뒤, 다음 질문을 설명하기 전에 팁 제목과 위치만 한 장으로 회수한다. 새 팁 강의나 중복 설명을 추가하지 않는다.</a:t>
            </a:r>
          </a:p>
          <a:p xmlns:a="http://schemas.openxmlformats.org/drawingml/2006/main">
            <a:r>
              <a:t/>
            </a:r>
          </a:p>
          <a:p xmlns:a="http://schemas.openxmlformats.org/drawingml/2006/main">
            <a:r>
              <a:t>Evidence / Source: BEAT-036; CLM-0016/0017/0030; OQ-011; DEC-0062/0078; plan/DEMO_MATRIX.md의 TRIAL-008·STATE-04-PERF 실제 동작 보존·수행 절차·검증 기록; repository 성능 Skill. TEACHING_MODEL. 삽화 출처: prototype/image-illustration-pilot/assets/S53.png, built-in image_gen,2026-10-18; 프롬프트: prototype/image-illustration-pilot/PROMPTS.md. 승인된 이미지 bytes·crop(top0.08/bottom0.12)을 유지하고 화면 배치/크기만 조정한다. 실제 화면·현장 사진·C++ 관찰 자료가 아니다.</a:t>
            </a:r>
          </a:p>
          <a:p xmlns:a="http://schemas.openxmlformats.org/drawingml/2006/main">
            <a:r>
              <a:t/>
            </a:r>
          </a:p>
          <a:p xmlns:a="http://schemas.openxmlformats.org/drawingml/2006/main">
            <a:r>
              <a:t>Claim Boundary: TEACHING_MODEL — 왼쪽은 보존된 밝기 통계 Demo의 기준 요약, 오른쪽은 C++ 검사 업무에 대입할 교육용 질문과 적용 방향이다. 실제 C++ 구현·테스트 실행·회사 장비·성능 결과는 없다. ROI·픽셀 명세와 빌드·장비·도구 선택은 팀에서 확인하며 구체적 Windows/shell/IDE/hardware 지시를 추가하려면 별도 검증한다. 측정 수치·알고리즘·Skill 효과를 다른 언어/장비에 그대로 이전하지 않는다. 기존 이미지의 범위와 단독 Harness/Skill 인과효과 미입증 경계를 유지한다.</a:t>
            </a:r>
          </a:p>
          <a:p xmlns:a="http://schemas.openxmlformats.org/drawingml/2006/main">
            <a:r>
              <a:t/>
            </a:r>
          </a:p>
          <a:p xmlns:a="http://schemas.openxmlformats.org/drawingml/2006/main">
            <a:r>
              <a:t>Beginner Explanation: 먼저 무엇을 지킬지 정하고, 어떻게 조사·변경할지 정하며, 무엇을 확인해야 완료인지 정한다. Python 밝기 통계에서 사용한 이 세 기준을 C++ 검사 모듈의 명세·일하는 절차·확인 근거에 대입한다. 입력과 빌드·장비 조건도 함께 확인한다.</a:t>
            </a:r>
          </a:p>
          <a:p xmlns:a="http://schemas.openxmlformats.org/drawingml/2006/main">
            <a:r>
              <a:t/>
            </a:r>
          </a:p>
          <a:p xmlns:a="http://schemas.openxmlformats.org/drawingml/2006/main">
            <a:r>
              <a:t>Advanced Insight: Project Context→알고리즘/입출력 명세·빌드/하드웨어 가정, 반복 절차→대상 경로의 기준선/가설/변경/회귀/동일 조건 비교, unittest·benchmark script→팀의 적합한 동작/통합/성능 근거로 대응한다. 도구와 측정량은 실제 프로젝트에 맞춰 선택하고 동작 동등성·측정 조건·미확인 범위를 함께 검토한다. Python 할당 피크는 C++ 메모리 지표로 직접 이전할 근거가 아니다.</a:t>
            </a:r>
          </a:p>
          <a:p xmlns:a="http://schemas.openxmlformats.org/drawingml/2006/main">
            <a:r>
              <a:t/>
            </a:r>
          </a:p>
          <a:p xmlns:a="http://schemas.openxmlformats.org/drawingml/2006/main">
            <a:r>
              <a:t>C++ Vision Bridge: PRIMARY — 화면 전체가 세 기준의 C++ 적용이다. unittest→GoogleTest/CTest 또는 통합 검사, benchmark script→benchmark/profiler는 기존 예시이며 권장 도구를 새로 확정하지 않는다. 빌드 모드·장비 가정·ROI/픽셀 명세·회귀 기준과 팀 표준을 확인한다.</a:t>
            </a:r>
          </a:p>
          <a:p xmlns:a="http://schemas.openxmlformats.org/drawingml/2006/main">
            <a:r>
              <a:t/>
            </a:r>
          </a:p>
          <a:p xmlns:a="http://schemas.openxmlformats.org/drawingml/2006/main">
            <a:r>
              <a:t>Demo Operation: Lecture5분의 정적 전이 도식 — 기존 승인된 검사 파이프라인 삽화를 짚은 뒤 명세/수행 방법/검증 근거를 각 행의 Demo→C++ 순서로 대응한다. 마지막 실행 조건을 회수하고 S74로 이동한다. 실제 C++ 결과 화면처럼 말하지 않는다. 제품·Agent·Demo repository·컴파일러·테스트·benchmark를 실행하거나 새 Trial을 만들지 않는다. Demo 시간을 추가하지 않는다.</a:t>
            </a:r>
          </a:p>
          <a:p xmlns:a="http://schemas.openxmlformats.org/drawingml/2006/main">
            <a:r>
              <a:t/>
            </a:r>
          </a:p>
          <a:p xmlns:a="http://schemas.openxmlformats.org/drawingml/2006/main">
            <a:r>
              <a:t>Audience Interaction: ‘우리 검사 코드에서 출력6항목 보존에 해당하는 명세는 무엇일까요?’를 짧게 생각하게 하고 ROI·픽셀·입출력 조건의 실제 확인으로 회수한다. 정답이나 팀별 수치를 즉석에서 만들어 주지 않으며 필수 실습·공개 답변·별도 Q&amp;A 시간을 추가하지 않는다.</a:t>
            </a:r>
          </a:p>
          <a:p xmlns:a="http://schemas.openxmlformats.org/drawingml/2006/main">
            <a:r>
              <a:t/>
            </a:r>
          </a:p>
          <a:p xmlns:a="http://schemas.openxmlformats.org/drawingml/2006/main">
            <a:r>
              <a:t>**Transition:**</a:t>
            </a:r>
          </a:p>
          <a:p xmlns:a="http://schemas.openxmlformats.org/drawingml/2006/main">
            <a:r>
              <a:t>“다음 질문으로 넘어가기 전에, 이 ACT의 실무 적용 팁을 어디서 다시 볼지 확인하겠습니다.”라고 S73을 연다. 기존 다음 질문은 목록 뒤 S74에서 이어간다.</a:t>
            </a:r>
          </a:p>
          <a:p xmlns:a="http://schemas.openxmlformats.org/drawingml/2006/main">
            <a:r>
              <a:t/>
            </a:r>
          </a:p>
          <a:p xmlns:a="http://schemas.openxmlformats.org/drawingml/2006/main">
            <a:r>
              <a:t>Time Management: Lecture5분: S71/삽화 연결0.75, 명세1, 수행 방법1, 검증 근거1.25, 실행 조건0.67, 적용 범위/전환0.33. 지연 시 도구 이름과 측정량 상세 설명을 줄이고 세 행의 대응·입력/빌드/장비 조건·교육용 범위는 유지한다.5분에 S74로 이동한다. 실제 리허설은 UNVERIFIED다.</a:t>
            </a:r>
          </a:p>
          <a:p xmlns:a="http://schemas.openxmlformats.org/drawingml/2006/main">
            <a:r>
              <a:t/>
            </a:r>
          </a:p>
          <a:p xmlns:a="http://schemas.openxmlformats.org/drawingml/2006/main">
            <a:r>
              <a:t>Fallback: LOCAL STATIC ARTIFACT — production/ACT_3.pptx의 S72, production/preview/act3/S72.png 및 production/preview/full/S72.png. 교육용 전이 도식·승인된 AI 삽화이며 실제 C++ 실행 캡처가 아니다. Lecture 보조 Preview로 기존32개 Demo fallback inventory에는 추가하지 않는다. 파일 대조는 production/evaluation/S66_CPP_TRANSFER_REVISION.md를 따른다. 실제 발표 PC 재생은 UNVERIFIED다.</a:t>
            </a:r>
          </a:p>
          <a:p xmlns:a="http://schemas.openxmlformats.org/drawingml/2006/main">
            <a:r>
              <a:t/>
            </a:r>
          </a:p>
          <a:p xmlns:a="http://schemas.openxmlformats.org/drawingml/2006/main">
            <a:r>
              <a:t>Validation Status: ALIGNED — DEC-0078의19필드·Lecture5분·TEACHING_MODEL·기존 이미지와 실제/교육용 적용 경계를 정렬했다. 최종 패키지/PNG/내장 Notes 대조는 production/evaluation/S66_CPP_TRANSFER_REVISION.md에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ACT 3 실무 적용 팁 모아보기</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ACT 3 실무 적용 팁 모아보기</a:t>
            </a:r>
          </a:p>
          <a:p xmlns:a="http://schemas.openxmlformats.org/drawingml/2006/main">
            <a:r>
              <a:t/>
            </a:r>
          </a:p>
          <a:p xmlns:a="http://schemas.openxmlformats.org/drawingml/2006/main">
            <a:r>
              <a:t>**ACT / Section:**</a:t>
            </a:r>
          </a:p>
          <a:p xmlns:a="http://schemas.openxmlformats.org/drawingml/2006/main">
            <a:r>
              <a:t>ACT 3 / 3H C++ Vision Transfer</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실무 적용 팁의 위치를 S57, S67, S72에서 찾는다. 내용과 근거 범위는 각 원래 장을 따른다.</a:t>
            </a:r>
          </a:p>
          <a:p xmlns:a="http://schemas.openxmlformats.org/drawingml/2006/main">
            <a:r>
              <a:t/>
            </a:r>
          </a:p>
          <a:p xmlns:a="http://schemas.openxmlformats.org/drawingml/2006/main">
            <a:r>
              <a:t>**Opening Question:**</a:t>
            </a:r>
          </a:p>
          <a:p xmlns:a="http://schemas.openxmlformats.org/drawingml/2006/main">
            <a:r>
              <a:t>“이 ACT에서 본 실무 적용 팁을 나중에 어디서 다시 볼 수 있을까요?”</a:t>
            </a:r>
          </a:p>
          <a:p xmlns:a="http://schemas.openxmlformats.org/drawingml/2006/main">
            <a:r>
              <a:t/>
            </a:r>
          </a:p>
          <a:p xmlns:a="http://schemas.openxmlformats.org/drawingml/2006/main">
            <a:r>
              <a:t>**Speaker Flow:**</a:t>
            </a:r>
          </a:p>
          <a:p xmlns:a="http://schemas.openxmlformats.org/drawingml/2006/main">
            <a:r>
              <a:t>1. (0:00–0:15 / Lecture) 같은 배지가 붙은 장이 실무 적용 팁임을 회수한다.</a:t>
            </a:r>
          </a:p>
          <a:p xmlns:a="http://schemas.openxmlformats.org/drawingml/2006/main">
            <a:r>
              <a:t>2. (0:15–0:45 / Lecture) S57 테스트 명령을 언제 쓰고 무엇을 판단할까? / S67 이번 Context와 다시 쓸 지식 / S72 밝기 통계의 판단을 C++ 검사에 적용하기. 제목·위치만 짚고 본문은 다시 강의하지 않는다.</a:t>
            </a:r>
          </a:p>
          <a:p xmlns:a="http://schemas.openxmlformats.org/drawingml/2006/main">
            <a:r>
              <a:t>3. (0:45–1:00 / Lecture) 기존 연결 질문을 유지하고 S74로 이동한다.</a:t>
            </a:r>
          </a:p>
          <a:p xmlns:a="http://schemas.openxmlformats.org/drawingml/2006/main">
            <a:r>
              <a:t/>
            </a:r>
          </a:p>
          <a:p xmlns:a="http://schemas.openxmlformats.org/drawingml/2006/main">
            <a:r>
              <a:t>**Evidence / Source:**</a:t>
            </a:r>
          </a:p>
          <a:p xmlns:a="http://schemas.openxmlformats.org/drawingml/2006/main">
            <a:r>
              <a:t>DEC-0087. plan/SLIDE_MAP.md의 기존 제목·ID와 plan/PRACTICAL_APPLICATION_TIPS.md. 각 항목의 실제 관찰/연구/가상 사례는 원래 팁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설명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“우리 팀에서 먼저 정리할 반복 한 가지와 유지할 책임을 골라 보겠습니다.”</a:t>
            </a:r>
          </a:p>
          <a:p xmlns:a="http://schemas.openxmlformats.org/drawingml/2006/main">
            <a:r>
              <a:t/>
            </a:r>
          </a:p>
          <a:p xmlns:a="http://schemas.openxmlformats.org/drawingml/2006/main">
            <a:r>
              <a:t>**Time Management:**</a:t>
            </a:r>
          </a:p>
          <a:p xmlns:a="http://schemas.openxmlformats.org/drawingml/2006/main">
            <a:r>
              <a:t>Lecture 1분. 원래 장별 배정을 줄이거나 중복 계산하지 않는다. 시간이 길어지면 설명을 멈추고 다음 전환으로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production/preview/full/S73.png 또는 production/ACT_3.pptx의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DEC-0087. 최종 패키지/Notes/렌더 대조는 production/evaluation/PRACTICAL_APPLICATION_TIPS.md에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우리 업무에서 먼저 정리할 한 가지</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우리 업무에서 먼저 정리할 한 가지</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“S72의 기준을 우리 업무에 대입하면, 어떤 반복 한 가지를 먼저 정리하고 어디에 두며 누가 유지하면 좋을까요?”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Reflection, R1) S72에서 명세·수행 방법·검증 근거를 C++ 검사 업무에 대입했다. 이제 자기 업무에서 반복되는 정보·절차·검증 근거를 떠올리게 한다. 화면의 세 후보는 같은 비중이며 특정 유형을 정답으로 고르지 않는다. 필기·파일 작성·저장소 수정·발표는 요구하지 않는다.</a:t>
            </a:r>
          </a:p>
          <a:p xmlns:a="http://schemas.openxmlformats.org/drawingml/2006/main">
            <a:r>
              <a:t>2. (0:30–1:30 / Reflection, R1) ‘하나만 선택’을 짚고 현재 반복 비용이나 혼란이 큰 한 가지를 조용히 고르게 한다. 세 후보가 모이는 선은 선택지를 뜻하며 세 종류를 전부 합치거나 새 시스템을 만들라는 뜻이 아니다. 아직 고르지 못해도 강제로 답을 정하지 않는다.</a:t>
            </a:r>
          </a:p>
          <a:p xmlns:a="http://schemas.openxmlformats.org/drawingml/2006/main">
            <a:r>
              <a:t>3. (1:30–2:15 / Reflection, R1) ‘어디에 둘까?’를 짚는다. 이미 관리되는 원래 출처와 팀의 흐름을 먼저 확인한다. 프로젝트 문서·재사용 수행 방법·날짜가 있는 검증 기록은 위치를 생각할 예시이며 정보 종류와 특정 파일을 배타적으로 고정하지 않는다. 이 시간에 새 문서·Skill·Memory를 만들지 않는다.</a:t>
            </a:r>
          </a:p>
          <a:p xmlns:a="http://schemas.openxmlformats.org/drawingml/2006/main">
            <a:r>
              <a:t>4. (2:15–3:00 / Reflection, R1) ‘누가 검토·갱신할까?’를 짚고 역할 또는 사람을 생각하게 한다. 검토자와 갱신 담당은 같은 사람일 수도 있다. 결정할 수 없으면 미확정으로 남기며 청중의 팀 역할을 대신 배정하지 않는다.</a:t>
            </a:r>
          </a:p>
          <a:p xmlns:a="http://schemas.openxmlformats.org/drawingml/2006/main">
            <a:r>
              <a:t>5. (3:00–8:00 / Q&amp;A, R2) 공유는 선택이며 질문을 받는다. 답변은 선택한 반복·둘 위치·검토/갱신 책임으로 회수한다. 기능 개수를 늘리는 방향이나 특정 도구를 정답으로 유도하지 않는다. 질문이 없으면 ‘이미 관리되는 출처가 있나요?’, ‘기준이나 측정 조건이 바뀌면 누가 확인하나요?’로 대화를 열거나 조용히 생각할 시간을 준다.8분에 답변을 마치고 초과 질문은 후속 확인으로 남긴다.</a:t>
            </a:r>
          </a:p>
          <a:p xmlns:a="http://schemas.openxmlformats.org/drawingml/2006/main">
            <a:r>
              <a:t>6. (8:00–10:00 / Transition, R3) ‘위치와 담당을 생각했다면, 다시 확인할 때는?’을 짚는다. 선택한 자료가 다음 작업에도 쓰이는 동안 어떤 기준 변화가 검토를 요구할지 떠올리게 한다. 실제 담당을 정했다고 취급하지 않는다. 실제 STATE-04-PERF 성공은 S75에서 짧게 보존하고, 그다음 별도 가상 사례에서 유지 문제를 살펴본다. 성공을 다시 자세히 설명하거나 가상 변화의 결과를 먼저 말하지 않는다.</a:t>
            </a:r>
          </a:p>
          <a:p xmlns:a="http://schemas.openxmlformats.org/drawingml/2006/main">
            <a:r>
              <a:t/>
            </a:r>
          </a:p>
          <a:p xmlns:a="http://schemas.openxmlformats.org/drawingml/2006/main">
            <a:r>
              <a:t>Evidence / Source: STATE-04-PERF의 보존된 성공; DEC-0018/0021/0062/0079; BEAT-035–038; INV-VERIFY-001; INV-DELIVERY-001. TEACHING_MODEL / 개인 성찰 운영 질문이다. 실제 청중 답변·팀별 운영 결정·추가 기능의 효과를 수집하거나 관찰한 결과가 아니다.; DEC-0080.</a:t>
            </a:r>
          </a:p>
          <a:p xmlns:a="http://schemas.openxmlformats.org/drawingml/2006/main">
            <a:r>
              <a:t/>
            </a:r>
          </a:p>
          <a:p xmlns:a="http://schemas.openxmlformats.org/drawingml/2006/main">
            <a:r>
              <a:t>Claim Boundary: TEACHING_MODEL — 반복 한 가지와 위치·유지 책임을 생각하는 질문이다. 필수 실습·공개 답변·저장소 변경이 아니며 정답이나 팀별 선택을 만들어 주지 않는다. 새 문서·Skill·Subagent·Memory 추가를 전제하지 않는다. 보존된 실제 성공을 실패한 Harness로 재해석하거나 다음 ACT의 개념적 변화를 실제 Product failure로 말하지 않는다. R1/R2/R3는 정적 화면에서 발표자가 초점을 옮기는 운영 구분이며 Native animation·실제 리허설 검증이 아니다.</a:t>
            </a:r>
          </a:p>
          <a:p xmlns:a="http://schemas.openxmlformats.org/drawingml/2006/main">
            <a:r>
              <a:t/>
            </a:r>
          </a:p>
          <a:p xmlns:a="http://schemas.openxmlformats.org/drawingml/2006/main">
            <a:r>
              <a:t>Beginner Explanation: 매번 다시 찾는 정보, 다시 설명하는 순서, 완료를 확인할 근거 중 하나를 고른다. 그것을 어디에서 관리하고 누가 확인·수정할지 생각한다. 지금 직접 만들거나 발표할 필요는 없다.</a:t>
            </a:r>
          </a:p>
          <a:p xmlns:a="http://schemas.openxmlformats.org/drawingml/2006/main">
            <a:r>
              <a:t/>
            </a:r>
          </a:p>
          <a:p xmlns:a="http://schemas.openxmlformats.org/drawingml/2006/main">
            <a:r>
              <a:t>Advanced Insight: 새 구조를 추가하기 전에 원래 출처·재사용 비용·검증 요구를 확인하고 위치와 유지 책임을 함께 본다. 담당은 역할로 생각해도 되며 검토와 갱신을 반드시 다른 사람에게 배정할 필요는 없다. 기능 수를 늘리는 답으로 유도하지 않고 프로젝트 변경 시 가정·내용의 재확인 필요만 연다.</a:t>
            </a:r>
          </a:p>
          <a:p xmlns:a="http://schemas.openxmlformats.org/drawingml/2006/main">
            <a:r>
              <a:t/>
            </a:r>
          </a:p>
          <a:p xmlns:a="http://schemas.openxmlformats.org/drawingml/2006/main">
            <a:r>
              <a:t>C++ Vision Bridge: S72의 프로젝트별 명세·수행 방법·완료 근거를 청중 자신의 업무로 가져오는 contextual cue다. 별도 C++ 삽화나 도구 목록·구현 지시를 추가하지 않는다.</a:t>
            </a:r>
          </a:p>
          <a:p xmlns:a="http://schemas.openxmlformats.org/drawingml/2006/main">
            <a:r>
              <a:t/>
            </a:r>
          </a:p>
          <a:p xmlns:a="http://schemas.openxmlformats.org/drawingml/2006/main">
            <a:r>
              <a:t>Demo Operation: 정적 성찰 화면이다. R1은 세 후보→하나 선택→위치/담당 질문, R2는 선택적 Q&amp;A, R3는 다시 확인할 시점으로 초점을 옮긴다. 정적 화면 전체가 보이며 Native animation·제품 실행·새 Trial은 없다. 실제 성공과 별도 가상 사례의 경계는 유지한다.</a:t>
            </a:r>
          </a:p>
          <a:p xmlns:a="http://schemas.openxmlformats.org/drawingml/2006/main">
            <a:r>
              <a:t/>
            </a:r>
          </a:p>
          <a:p xmlns:a="http://schemas.openxmlformats.org/drawingml/2006/main">
            <a:r>
              <a:t>Audience Interaction: Reflection3분은 개인적으로 생각하고 공유는 선택이다. Q&amp;A5분에는 질문이 없을 때 ‘선택한 한 가지는 이미 어디에 있나요?’, ‘누가 검토하고 어떤 변화가 생기면 갱신하나요?’를 예비 질문으로 쓴다. 답이 없거나 담당이 미정이어도 미확정으로 두며 실습·즉석 산출물을 요구하지 않는다.8분에 cutoff하고 마지막2분을 전환으로 보호한다.</a:t>
            </a:r>
          </a:p>
          <a:p xmlns:a="http://schemas.openxmlformats.org/drawingml/2006/main">
            <a:r>
              <a:t/>
            </a:r>
          </a:p>
          <a:p xmlns:a="http://schemas.openxmlformats.org/drawingml/2006/main">
            <a:r>
              <a:t>Transition: “남길 위치와 검토·갱신 역할을 생각해 봤습니다. 이제 확인한 성공을 기준점으로 두고, 그 방법을 계속 맞게 유지하는 문제로 넘어가겠습니다.”</a:t>
            </a:r>
          </a:p>
          <a:p xmlns:a="http://schemas.openxmlformats.org/drawingml/2006/main">
            <a:r>
              <a:t/>
            </a:r>
          </a:p>
          <a:p xmlns:a="http://schemas.openxmlformats.org/drawingml/2006/main">
            <a:r>
              <a:t>Time Management: Reflection3분(연결0.5, 하나 선택1, 위치0.75, 검토/갱신0.75) → Q&amp;A5분 → Transition2분.8분에 Q&amp;A를 마치고10분에 S75로 이동한다. 지연 시 예시와 도구 설명을 줄이며 선택·위치·책임 및 실제 성공/가상 변화 경계는 유지한다. 실제10분 리허설은 UNVERIFIED다.</a:t>
            </a:r>
          </a:p>
          <a:p xmlns:a="http://schemas.openxmlformats.org/drawingml/2006/main">
            <a:r>
              <a:t/>
            </a:r>
          </a:p>
          <a:p xmlns:a="http://schemas.openxmlformats.org/drawingml/2006/main">
            <a:r>
              <a:t>Fallback: LOCAL STATIC ARTIFACT — production/ACT_3.pptx의 S74, production/preview/act3/S74.png 및 production/preview/full/S74.png. 정적 성찰/대화 화면이며 실제 청중 답변·제품 실행 캡처가 아니다. 기존32개 Demo fallback inventory에는 추가하지 않는다. 파일 대조는 production/evaluation/S67_REFLECTION_OWNERSHIP_REVISION.md를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fefa00b0f564df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aff825991f3415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dfe27afa949488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c2f7ba12e56415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83e7e11996341c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951a0f24f4846c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F43C9D7-2451-450D-BFB7-E8AB7D6AD67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0931AA7-A292-4E8A-9112-C2767D06B72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81F8C43-7545-4859-90EF-A97A2580770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92E3B63-4F94-4602-A293-CB22E013730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3C6C0F0-959D-4165-895A-06322631900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ED0DB72-0319-42C8-80D5-7EE18321FB5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FFF9230-8319-4264-94DF-87BCD472E84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F29AC77-631A-4D26-8B28-0AD36D6CA6D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0E4FA26-CAAB-4E8E-962B-5FE8200FFC7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5C3F582-FC70-447B-9409-B20E3301119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2599a25e6334776" /><Relationship Type="http://schemas.openxmlformats.org/officeDocument/2006/relationships/slideLayout" Target="/ppt/slideLayouts/slideLayout1.xml" Id="R17c91d59eb314519" /><Relationship Type="http://schemas.openxmlformats.org/officeDocument/2006/relationships/slideLayout" Target="/ppt/slideLayouts/slideLayout2.xml" Id="R0e0153c4bc784913" /><Relationship Type="http://schemas.openxmlformats.org/officeDocument/2006/relationships/slideLayout" Target="/ppt/slideLayouts/slideLayout3.xml" Id="Rc8bb50e3edd94c9c" /><Relationship Type="http://schemas.openxmlformats.org/officeDocument/2006/relationships/slideLayout" Target="/ppt/slideLayouts/slideLayout4.xml" Id="R73d0098428e14a6f" /><Relationship Type="http://schemas.openxmlformats.org/officeDocument/2006/relationships/slideLayout" Target="/ppt/slideLayouts/slideLayout5.xml" Id="R6b34b62057644a55" /><Relationship Type="http://schemas.openxmlformats.org/officeDocument/2006/relationships/slideLayout" Target="/ppt/slideLayouts/slideLayout6.xml" Id="R6db2bb2e07c64e7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7c91d59eb314519"/>
    <p:sldLayoutId xmlns:r="http://schemas.openxmlformats.org/officeDocument/2006/relationships" id="2147483650" r:id="R0e0153c4bc784913"/>
    <p:sldLayoutId xmlns:r="http://schemas.openxmlformats.org/officeDocument/2006/relationships" id="2147483651" r:id="Rc8bb50e3edd94c9c"/>
    <p:sldLayoutId xmlns:r="http://schemas.openxmlformats.org/officeDocument/2006/relationships" id="2147483652" r:id="R73d0098428e14a6f"/>
    <p:sldLayoutId xmlns:r="http://schemas.openxmlformats.org/officeDocument/2006/relationships" id="2147483653" r:id="R6b34b62057644a55"/>
    <p:sldLayoutId xmlns:r="http://schemas.openxmlformats.org/officeDocument/2006/relationships" id="2147483654" r:id="R6db2bb2e07c64e7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e0e2c48fa3a4962" /><Relationship Type="http://schemas.openxmlformats.org/officeDocument/2006/relationships/image" Target="/ppt/media/image.png" Id="R44cf34f5e9814732" /><Relationship Type="http://schemas.openxmlformats.org/officeDocument/2006/relationships/image" Target="/ppt/media/image2.png" Id="Rc48566d29d07444a" /><Relationship Type="http://schemas.openxmlformats.org/officeDocument/2006/relationships/notesSlide" Target="/ppt/notesSlides/notesSlide1.xml" Id="R05c3ee9c0410458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14c3b6ee0624782" /><Relationship Type="http://schemas.openxmlformats.org/officeDocument/2006/relationships/notesSlide" Target="/ppt/notesSlides/notesSlide2.xml" Id="R5e5ca517d9c1473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62077052d434756" /><Relationship Type="http://schemas.openxmlformats.org/officeDocument/2006/relationships/notesSlide" Target="/ppt/notesSlides/notesSlide3.xml" Id="R9c25315e076e425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ab3041e66e84da0" /><Relationship Type="http://schemas.openxmlformats.org/officeDocument/2006/relationships/notesSlide" Target="/ppt/notesSlides/notesSlide4.xml" Id="Ra4eeefc945ac44e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bd495bc0a3248c9" /><Relationship Type="http://schemas.openxmlformats.org/officeDocument/2006/relationships/notesSlide" Target="/ppt/notesSlides/notesSlide5.xml" Id="Rf457ae75392d42b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113e3fea4c747c5" /><Relationship Type="http://schemas.openxmlformats.org/officeDocument/2006/relationships/notesSlide" Target="/ppt/notesSlides/notesSlide6.xml" Id="Rfc2c537550124cb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d80be3152e5432b" /><Relationship Type="http://schemas.openxmlformats.org/officeDocument/2006/relationships/notesSlide" Target="/ppt/notesSlides/notesSlide7.xml" Id="Rfb986c7897cf4b6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5996319b3c04301" /><Relationship Type="http://schemas.openxmlformats.org/officeDocument/2006/relationships/notesSlide" Target="/ppt/notesSlides/notesSlide8.xml" Id="Rd7e32b76ee2944b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a422bb4de5d485d" /><Relationship Type="http://schemas.openxmlformats.org/officeDocument/2006/relationships/chart" Target="/ppt/slides/charts/chart1.xml" Id="Rbdc3019cd5024642" /><Relationship Type="http://schemas.openxmlformats.org/officeDocument/2006/relationships/notesSlide" Target="/ppt/notesSlides/notesSlide9.xml" Id="R5bc18905e6764ea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3fcd4e4a9ea4485" /><Relationship Type="http://schemas.openxmlformats.org/officeDocument/2006/relationships/notesSlide" Target="/ppt/notesSlides/notesSlide10.xml" Id="R166177ec3cf7430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73f3f2fc2e748a7" /><Relationship Type="http://schemas.openxmlformats.org/officeDocument/2006/relationships/notesSlide" Target="/ppt/notesSlides/notesSlide11.xml" Id="R278de88c3812426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bc68115b63f4bf7" /><Relationship Type="http://schemas.openxmlformats.org/officeDocument/2006/relationships/notesSlide" Target="/ppt/notesSlides/notesSlide12.xml" Id="Rf73169e884ec441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1cfee59ef4b44ea" /><Relationship Type="http://schemas.openxmlformats.org/officeDocument/2006/relationships/notesSlide" Target="/ppt/notesSlides/notesSlide13.xml" Id="Rfed801946fac41f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8a4006c34684e5c" /><Relationship Type="http://schemas.openxmlformats.org/officeDocument/2006/relationships/notesSlide" Target="/ppt/notesSlides/notesSlide14.xml" Id="R021b557073314b1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b49bae3710b4b37" /><Relationship Type="http://schemas.openxmlformats.org/officeDocument/2006/relationships/notesSlide" Target="/ppt/notesSlides/notesSlide15.xml" Id="R5b68f288c88c4b8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95f66ff863e41f1" /><Relationship Type="http://schemas.openxmlformats.org/officeDocument/2006/relationships/notesSlide" Target="/ppt/notesSlides/notesSlide16.xml" Id="Rc4262350efd247a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f342f972e124a6f" /><Relationship Type="http://schemas.openxmlformats.org/officeDocument/2006/relationships/image" Target="/ppt/media/image3.png" Id="Rb59541dffd7840d9" /><Relationship Type="http://schemas.openxmlformats.org/officeDocument/2006/relationships/notesSlide" Target="/ppt/notesSlides/notesSlide17.xml" Id="R274083cda3a1460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efd36f850704d97" /><Relationship Type="http://schemas.openxmlformats.org/officeDocument/2006/relationships/notesSlide" Target="/ppt/notesSlides/notesSlide18.xml" Id="R1bd54db643ca4f0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3e28d877bb0407d" /><Relationship Type="http://schemas.openxmlformats.org/officeDocument/2006/relationships/notesSlide" Target="/ppt/notesSlides/notesSlide19.xml" Id="Rc33f45928d3f4bfa"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DA7DCBCC-B0A2-45B1-9C00-36B18A55E2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6">
            <a:extLst xmlns:a="http://schemas.openxmlformats.org/drawingml/2006/main">
              <a:ext uri="{FF2B5EF4-FFF2-40B4-BE49-F238E27FC236}">
                <a16:creationId xmlns:a16="http://schemas.microsoft.com/office/drawing/2014/main" id="{DBACF9B8-7750-47A2-87B9-4059E84AD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두 실제 요청에 같은 절차가 반복됐다">
            <a:extLst xmlns:a="http://schemas.openxmlformats.org/drawingml/2006/main">
              <a:ext uri="{FF2B5EF4-FFF2-40B4-BE49-F238E27FC236}">
                <a16:creationId xmlns:a16="http://schemas.microsoft.com/office/drawing/2014/main" id="{6A79FAFB-9A85-46FB-BB03-E7C443F5C3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AFA31B6C-1332-4DFE-826F-957212B58D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460FD553-E498-46CC-85F0-81A4ABF1B4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8AD76716-9D39-482F-91AC-B5700A93CC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3F98B84B-6D5E-441C-9999-8F7863D12AF8}"/>
              </a:ext>
            </a:extLst>
          </p:cNvPr>
          <p:cNvPicPr>
            <a:picLocks xmlns:a="http://schemas.openxmlformats.org/drawingml/2006/main" noChangeAspect="1"/>
          </p:cNvPicPr>
          <p:nvPr/>
        </p:nvPicPr>
        <p:blipFill>
          <a:blip xmlns:r="http://schemas.openxmlformats.org/officeDocument/2006/relationships" xmlns:a="http://schemas.openxmlformats.org/drawingml/2006/main" r:embed="R44cf34f5e9814732"/>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D90A5E41-6BB0-4999-8056-75D02B014804}"/>
              </a:ext>
            </a:extLst>
          </p:cNvPr>
          <p:cNvPicPr>
            <a:picLocks xmlns:a="http://schemas.openxmlformats.org/drawingml/2006/main" noChangeAspect="1"/>
          </p:cNvPicPr>
          <p:nvPr/>
        </p:nvPicPr>
        <p:blipFill>
          <a:blip xmlns:r="http://schemas.openxmlformats.org/officeDocument/2006/relationships" xmlns:a="http://schemas.openxmlformats.org/drawingml/2006/main" r:embed="Rc48566d29d07444a"/>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F96CDBC7-6428-4AAD-9A30-E45DCFA4D3A2}"/>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46388B84-A524-47E5-97E4-191D6CADE26C}"/>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1385338B-9884-4223-BA8F-9F40AD78C2F5}"/>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00727DF2-9E46-46D3-88B2-F93CEC17CE64}"/>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D4F4E5AB-AFE0-4D9E-AA45-11D8F36E4443}"/>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20EE12B3-38A4-4634-B9AC-1C20266F1746}"/>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F2814C01-2D46-4921-B73F-511487FDC887}"/>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EDE2F320-C20A-483C-9150-23B591B43D83}"/>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12AC8D49-968D-4ECA-9044-40051F8745A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30173DEA-0AE8-4E5A-B38F-F9B91D1888C1}"/>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82543AAA-3FCB-4136-808B-3F9E888C65B4}"/>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827A61F5-7BFF-4980-A4C4-921C4C79A247}"/>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605BA458-7ACE-472F-969D-0875A8CA9C6D}"/>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3A300A7A-769B-4DAE-ACCC-0FDA4160C334}"/>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7D288AE5-BC2D-44B9-A7B2-02230B5C5CD2}"/>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BC01251B-10C1-49CA-AB4E-1A1ED6184B04}"/>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9C1D88CF-23DF-42CA-96CA-AF795772EB73}"/>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CC622762-6A2A-4FE0-8091-C9411E9C66D2}"/>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6E41704A-5CD8-4E3F-9E77-E40C7BA64B50}"/>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765914EB-4C8B-4E37-B159-CE04D580F2C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B88DD6D5-674A-4CD7-8EDC-54E8392AC706}"/>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81F571EE-C92E-40D5-83AD-1423FB2A8C06}"/>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D4D943C4-0DF8-405A-902A-810E91C54DFE}"/>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CC9F0C0A-1EE8-4B36-BDAE-0A80CEDB2C2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6D12BE2C-1F18-4593-B5F8-20D9C5506B8F}"/>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85DFDD67-5800-4DD7-89A4-711CB4CBB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402563646"/>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EE77BCFF-D84B-4A39-89F1-1B931A516C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7">
            <a:extLst xmlns:a="http://schemas.openxmlformats.org/drawingml/2006/main">
              <a:ext uri="{FF2B5EF4-FFF2-40B4-BE49-F238E27FC236}">
                <a16:creationId xmlns:a16="http://schemas.microsoft.com/office/drawing/2014/main" id="{F521C11F-26AC-4D9D-8C38-C8DDAACD16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테스트 명령을 언제 쓰고 무엇을 판단할까?">
            <a:extLst xmlns:a="http://schemas.openxmlformats.org/drawingml/2006/main">
              <a:ext uri="{FF2B5EF4-FFF2-40B4-BE49-F238E27FC236}">
                <a16:creationId xmlns:a16="http://schemas.microsoft.com/office/drawing/2014/main" id="{E0AF33EC-716A-42C5-8DBC-B3E1002212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174CF6AB-711B-4841-A0C3-3E441EE4B8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EAC52A55-FAD8-4E1D-B081-B946B4120D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245DAAEE-406D-4EC5-856A-A009B17D27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9C687D13-EC3E-4DC4-B070-9E296BB89A22}"/>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D3AE0B2C-02CA-4E45-830E-A243432D2E5B}"/>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E2BECD4B-E20E-41A7-8F09-46B9ED6940AB}"/>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7B57D057-E2C9-455E-B64A-E6F06F8FDC5C}"/>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74298D9-EA35-4123-96E2-BF44523A16DE}"/>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6CE9D07B-FF03-47AD-A532-72ED3429E7D8}"/>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242FB899-BA4C-46CB-B9C7-65DC742C5448}"/>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672F5EC3-9533-4DBA-8B36-5137A7202A6E}"/>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1C22D337-2456-4E68-B3F8-0104CF8DC332}"/>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C92777DB-7380-4D37-9AA6-9FF96B977D57}"/>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D0B9AD1-424F-415C-98BF-F64C2E882218}"/>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665E4AD-B7D3-46CE-9F78-E268FEE8F2AD}"/>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E8892E59-0643-43D8-8F4C-CB9386E7CF3E}"/>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B3BB1DD9-19B9-45F0-936E-6ADFD09431AD}"/>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66A395F9-3BC0-43E8-BCE9-A94D1D583B5B}"/>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807E1174-A14B-41BA-A741-FCAFBC1EFB4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CEF87CB9-86CD-4126-8112-3D4609ACA0A2}"/>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C14F6F5A-8E36-4FCC-88B5-335D5C7D650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871FA897-F7FD-42A9-BD0B-8B5021DEB21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DA1A6A17-D88B-46C8-9BFC-955623FC3804}"/>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55ED715A-4350-4B87-9747-FB5829556750}"/>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18B4842D-ABD9-4A78-B6DD-6244AB54146B}"/>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A6916FC1-F7D0-4B13-9CA3-84BAB516F60C}"/>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F262A966-48FA-4E89-A0A9-CA13A6C338E7}"/>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E66CFCB4-6265-4BD8-88EC-D1D236B9E121}"/>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80EE604C-D4FB-4790-AE68-A515E481125E}"/>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A4F855C9-E079-4F52-9767-B7344E85A7E3}"/>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7AF66310-DBA4-4D8F-9791-22AF31731214}"/>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A31E5A6E-AB8F-4380-892D-BDF786AE8869}"/>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0F3D6C2A-0C49-4C07-9BC3-FA573A373645}"/>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24B065EF-C6D2-4ED1-A350-A13FC1B7826F}"/>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E0A564AC-A661-4C48-9093-ED7DB8151054}"/>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F2FFBE57-ADE2-4F58-BB4F-2032F82ACF68}"/>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8F701A94-C99F-4E9E-9D20-4EF5CC14CC8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AD1BE0AF-78FA-4659-9FA4-5E98A822802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F4FE17CF-E3F2-49BE-B5B3-56872FD95F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29514337"/>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B2455525-4BBE-444A-A96B-6B2622DF02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8">
            <a:extLst xmlns:a="http://schemas.openxmlformats.org/drawingml/2006/main">
              <a:ext uri="{FF2B5EF4-FFF2-40B4-BE49-F238E27FC236}">
                <a16:creationId xmlns:a16="http://schemas.microsoft.com/office/drawing/2014/main" id="{60303F63-A3F1-4BC1-9342-6F791D3E18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목표·기준·방법을 한 작업에 적용한다">
            <a:extLst xmlns:a="http://schemas.openxmlformats.org/drawingml/2006/main">
              <a:ext uri="{FF2B5EF4-FFF2-40B4-BE49-F238E27FC236}">
                <a16:creationId xmlns:a16="http://schemas.microsoft.com/office/drawing/2014/main" id="{90406B4E-C62D-43D3-9DD0-C659F72AAF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87AE0237-7046-4C9F-8857-C1F508F064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5553153B-B4BB-41C4-BC9F-835B0C64C9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59D23247-2662-49A8-86AC-B9730642F5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0F8E11DE-8D91-4B24-9BDE-0888429B661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B8FB34D0-9BAA-47CD-A880-7E6CD022CE59}"/>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E080CD73-0DE4-4C1B-B89F-05EF6AC6D3E5}"/>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DE4A3A13-D168-416C-9D32-D3189D6803F4}"/>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47A6D40-EFEF-4DD9-AB2F-11B39617BBA0}"/>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6198B789-9335-44E7-A8CC-85FB3F7C9638}"/>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3ED0BC8D-3BA2-4763-92F9-D458290FD11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F68A640-CB77-41FE-900D-6B28C37EB6CE}"/>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7039B819-E0DB-4D07-9EBC-2A98A58C5FD5}"/>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45DA3E3-68A7-4E7D-8F5D-1BFCAF6634B0}"/>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041B42C9-0BF1-4218-95E1-21CD2E41AE46}"/>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3FC7D6CE-CF46-4436-B75E-61B722BDD37E}"/>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4AFD4CBC-609A-4221-9615-E7A9264A374E}"/>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F5E0CDA-47B1-435A-B672-B1D3BBF70765}"/>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75AFCCB7-2BE9-410C-841F-67AB7C49F6E9}"/>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F047C9E6-D3F9-416A-9042-78A3884D5D0B}"/>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653021CE-82D5-46F8-9CCE-47C1A76A1F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44712537"/>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FECCE517-A0AC-4B41-B119-6C3C935DB1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9">
            <a:extLst xmlns:a="http://schemas.openxmlformats.org/drawingml/2006/main">
              <a:ext uri="{FF2B5EF4-FFF2-40B4-BE49-F238E27FC236}">
                <a16:creationId xmlns:a16="http://schemas.microsoft.com/office/drawing/2014/main" id="{EEA24309-2140-4703-BFFB-D8EFF74685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반복 절차를 Skill로 모으는 이유">
            <a:extLst xmlns:a="http://schemas.openxmlformats.org/drawingml/2006/main">
              <a:ext uri="{FF2B5EF4-FFF2-40B4-BE49-F238E27FC236}">
                <a16:creationId xmlns:a16="http://schemas.microsoft.com/office/drawing/2014/main" id="{06A8E6E7-44DC-48AD-A772-70B822F63B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9A608A30-DCCD-46BA-9360-7184473C4B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539AAC62-FC67-4F72-A0AA-830C9E3459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8D9A8587-EAD5-4CA1-B348-BBBD2BB602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C32196FD-B963-45E4-BE4D-05C6AD38F6B5}"/>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73AD917B-B58F-4622-8449-764322260826}"/>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6E279919-1DD8-454E-8A7A-FA6AACA7EC74}"/>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9294A4A2-5E16-4FB9-95F6-E1E3F687CABA}"/>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4292A18-B251-47BC-BB2E-E5619A5A2762}"/>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5988559C-8E66-46D2-999A-BBBCDA93A0E3}"/>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53613E2E-CD1F-4312-B2AC-2DA98AA8BF0A}"/>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645D4D01-E9BC-4895-9480-14EBF31460A2}"/>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3012F9E0-9EB5-4A63-A3D0-CCAA422A0521}"/>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EAC5D852-5A83-430A-913A-3E39B5AF078A}"/>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0091CE8B-982B-4DA4-B2DE-BC6F50122727}"/>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DBA72AF3-457C-4103-953E-9DD59248A506}"/>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B3D87639-8C4C-4FAB-834B-B95462DC1CB1}"/>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EE34C214-F751-4090-90D7-F2BED1890F12}"/>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677F10C0-E236-4CCF-ADF2-301DB8943A3E}"/>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8C05DD74-D435-44C1-96D4-E8012F879AAF}"/>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663FE751-AD84-4EB8-9754-A426FBA09342}"/>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86D18BC9-F284-44EC-AE5C-89DC50C148F0}"/>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F0059960-283B-43AC-B201-C6E9960C65FF}"/>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F9A48BE0-7161-4DD9-8D1F-DCA15561E2B2}"/>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241D25A-BC92-4704-A98B-9E8C35EDAD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04482293"/>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1A45EEB0-B6E5-49BC-B376-65FD84EA89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0">
            <a:extLst xmlns:a="http://schemas.openxmlformats.org/drawingml/2006/main">
              <a:ext uri="{FF2B5EF4-FFF2-40B4-BE49-F238E27FC236}">
                <a16:creationId xmlns:a16="http://schemas.microsoft.com/office/drawing/2014/main" id="{8364363C-438C-4E96-92ED-D6D534C330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Skill 발견·호출·본문 포함의 근거">
            <a:extLst xmlns:a="http://schemas.openxmlformats.org/drawingml/2006/main">
              <a:ext uri="{FF2B5EF4-FFF2-40B4-BE49-F238E27FC236}">
                <a16:creationId xmlns:a16="http://schemas.microsoft.com/office/drawing/2014/main" id="{D6DC3404-F330-4752-8D24-C5C0E81F1A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0CE5A033-0CFE-4C8E-8C33-28935B3B16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38E8EE5F-E0E5-4D1A-96FE-E4B702B0A8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6D00F6E8-A4CF-459B-9759-83733DEAF5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66151328-0F71-4090-BDDE-DEB831DDC232}"/>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7EA9A2D8-4A49-45E4-B4F4-7D097E2FD71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8C18D441-E3BB-4014-9322-CED0387E6EDB}"/>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CC457ECF-7621-40FE-BE3B-E237F83E1B16}"/>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0241710D-1310-40DB-9D20-E4F5EA2483C3}"/>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C67433BF-E648-4F09-A5D4-04CBD766DB81}"/>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9E4F2091-A996-46D2-8E87-D53EFE97A8E9}"/>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C8C3AF3B-C773-451B-8DAF-64009462A0B9}"/>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F14EF5B8-59B5-4FF4-A0E3-FB6A2AFF3C28}"/>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EDCD7A7-478E-4333-BB41-4BEEF6AAA1EA}"/>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9D764B7E-61C7-4F39-BEAB-40AFC1D5352F}"/>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2DAB5E88-5633-4B40-AE55-829A6B342560}"/>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C0620200-39A8-46B8-9BF4-1843E7DA44A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92DD6283-EFE4-42E9-8C5D-8FB471B10DA5}"/>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D0EC705B-00E1-4AE5-8F20-2D09D24698E0}"/>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48F148EF-7E13-4957-B3F7-BC803B9F460C}"/>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128526B3-715C-4079-AAA6-900DB21714B5}"/>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53D29E98-DDCA-4B4A-A49C-2E9FA95C2E8E}"/>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D6AF360A-6108-4B12-A059-D33378FFAA0F}"/>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B33B0679-44B5-49C4-BEC4-9C1503DDF94D}"/>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1A92045E-A0CD-4321-AC98-22DBAB3DABDC}"/>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9D5C50DB-B3CC-414C-AB2F-E6C3BED4D702}"/>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CCB14B85-CF02-48C5-A1AA-FCF895AB5765}"/>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3B6AE489-D692-4737-8304-4E682660567B}"/>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3CBFABD1-5772-4B21-B58C-787FFF8E766A}"/>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D64FEC67-6673-4D0A-A0D0-20D8D76493A5}"/>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BD024448-FA77-46A8-B334-57BDE68F7B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3897027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E4CEDCE2-DDE3-4230-93AD-F184D65D1B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1">
            <a:extLst xmlns:a="http://schemas.openxmlformats.org/drawingml/2006/main">
              <a:ext uri="{FF2B5EF4-FFF2-40B4-BE49-F238E27FC236}">
                <a16:creationId xmlns:a16="http://schemas.microsoft.com/office/drawing/2014/main" id="{081EB47C-87E6-4F42-BAF2-44CF83C7D8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Skill 지침과 실제 작업 기록의 대응">
            <a:extLst xmlns:a="http://schemas.openxmlformats.org/drawingml/2006/main">
              <a:ext uri="{FF2B5EF4-FFF2-40B4-BE49-F238E27FC236}">
                <a16:creationId xmlns:a16="http://schemas.microsoft.com/office/drawing/2014/main" id="{D5990BEF-CE1D-4924-9BE8-A371302CCF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E795BB04-26E5-486B-B302-EFE1818475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450D3781-8041-4027-B497-0D734A16D6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AA264C25-BAF6-4EEB-B80E-F16A64E23A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9146F6DD-04D4-4DBF-97A1-FAF74194C87B}"/>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B7BA975F-F454-48A7-B7EC-3F7970763D12}"/>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9A46438E-1F83-4F15-969C-1FCA279A007C}"/>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D6814859-EECA-4D0B-91D9-949EEA7FA5FC}"/>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22C04C07-ED05-42DB-8C0E-23033B89A182}"/>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B158EC82-C29B-4DD5-AF56-2E987D780BA4}"/>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FBC74424-8A0A-42B3-BBB8-883AF8068469}"/>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69A4D4DB-034E-4494-A435-045A57EB5A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94493601"/>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D0E8BDF3-2031-4F3E-B8DF-43923800D7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2">
            <a:extLst xmlns:a="http://schemas.openxmlformats.org/drawingml/2006/main">
              <a:ext uri="{FF2B5EF4-FFF2-40B4-BE49-F238E27FC236}">
                <a16:creationId xmlns:a16="http://schemas.microsoft.com/office/drawing/2014/main" id="{A731B45E-676A-490D-A2FD-3F9E72E4C2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절차는 재사용하고, 답은 근거로 정한다">
            <a:extLst xmlns:a="http://schemas.openxmlformats.org/drawingml/2006/main">
              <a:ext uri="{FF2B5EF4-FFF2-40B4-BE49-F238E27FC236}">
                <a16:creationId xmlns:a16="http://schemas.microsoft.com/office/drawing/2014/main" id="{ACD3A3E4-F466-4699-827A-A63040EA72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EA865BBB-D450-44D3-96CC-5B4056A0F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3558E0CC-79DE-46FC-920E-CA1D1216E4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9BB99E90-31E6-40D4-9265-D924F0C87C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4F54C538-82BC-445F-8A71-62C4D91263B9}"/>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097F09C0-BB5E-4DC6-95AC-061C0D8585FB}"/>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329321FF-4E16-475F-B4EA-E6845A1A8F85}"/>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49D749FC-5D60-4B47-A6B9-52865C7982FA}"/>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F078CDD0-74F5-45A2-A887-E113CEA9D8C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E795A680-4DE1-463F-8B82-82DE7BBC6635}"/>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59B0ECEF-EA71-40E6-A261-C471C1586E88}"/>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9DDBD9B6-087A-4763-99CB-0F2D6D2BFDCB}"/>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472BF85C-DFDF-44AF-959E-1FFC7504D159}"/>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B9D0F4E7-473F-4818-84E1-98F517BA87D8}"/>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3F4486C2-F45B-4322-AC81-1E5E26999184}"/>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DB15577A-B666-4B0E-9380-B88A17311F7F}"/>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F00BE541-4949-460F-9AAC-1CA4BC137725}"/>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207FA90C-CB48-4819-BEE9-78E22956DE2C}"/>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88D0567-2B29-4EDB-9822-FDA1FF5DF147}"/>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DBAB10AF-F201-427E-8C33-2642FD1A1E94}"/>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8680BD02-8974-44EA-8EB0-C83782853178}"/>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33F47816-9DEE-4A60-AE5C-637A26EB2572}"/>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DFBB625D-96AB-4194-B089-1B2447DA73A2}"/>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704EFBDD-871E-4C5D-AC2C-8256ED60D067}"/>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C8DF0657-3DFE-4D33-AC9F-0CCE27EA6992}"/>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29E2E500-49C1-494A-89F0-62EB82F1361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FAD7213E-569B-4146-BDAE-CE9874D427AA}"/>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B29E6C22-72A3-488C-B9D9-2C2025F588CB}"/>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0A79ADA1-3917-4936-BCBB-0626A81CA3D3}"/>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8A6153F6-6D9B-40D3-999E-F3437F0C76E1}"/>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6BF03D7A-8AF5-43E0-801E-CE72B15E0618}"/>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216CA249-0648-41AE-A631-83D341E177B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B42223BB-633C-4D2D-AADA-65D30C2CB918}"/>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CF28AFE8-0880-4D40-9A2F-E213AFD9705B}"/>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E7DFB5D9-15AB-45EF-BE54-3F8DC01F2216}"/>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0295973D-2DA4-443B-8938-196A31D69DB0}"/>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9973E4C5-70A4-4BD8-BFFD-A932ADA838BF}"/>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FA25F9C5-5DEC-4CF6-944E-E4E558EAA501}"/>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E3FDF3BC-0461-4DE1-9301-20DD16B2DBD7}"/>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6E5855BF-D3CB-4E4B-90CE-58848D45599B}"/>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D9D64F49-E1B0-431B-BD81-969979ED7FED}"/>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3CB73F9B-447E-425D-857B-05758336F4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539995489"/>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E3D53B63-A968-4F04-A866-2403B1DB8C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3">
            <a:extLst xmlns:a="http://schemas.openxmlformats.org/drawingml/2006/main">
              <a:ext uri="{FF2B5EF4-FFF2-40B4-BE49-F238E27FC236}">
                <a16:creationId xmlns:a16="http://schemas.microsoft.com/office/drawing/2014/main" id="{277D6A87-82EA-414F-8D9C-90B0765BAE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계산의 성능 개선 후보">
            <a:extLst xmlns:a="http://schemas.openxmlformats.org/drawingml/2006/main">
              <a:ext uri="{FF2B5EF4-FFF2-40B4-BE49-F238E27FC236}">
                <a16:creationId xmlns:a16="http://schemas.microsoft.com/office/drawing/2014/main" id="{EEA575C5-98AA-414C-A511-F22C8CDCE9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C4AB9CA-7D03-417B-9187-74709ED057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5731431D-B410-40A0-B5C1-B4ED81B418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5EA7E9A4-F183-45D0-8544-017C9B2EC9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D4D21FE0-79A3-488B-A1CB-CC1FD75C5B2C}"/>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A8443E3B-D928-4320-9F56-918DDFB03846}"/>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07EC209A-B19A-4732-9724-9F1C8A323C83}"/>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80124B71-0533-4EC0-90DA-DDE6F6041596}"/>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06674AAE-31F3-43B6-A112-15EF55D6EB82}"/>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F705F5C5-FA40-4B52-A967-E77330D0218C}"/>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0D10ED45-D20A-4F37-ACAF-5B0DB911F5D5}"/>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248DFDCF-7901-421B-9F58-8A0489F37CB4}"/>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60CD14A1-E8C5-4FA9-A0E3-2C1789AC6324}"/>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2C63405E-E963-4F18-A1C6-B37D2D2E2106}"/>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1E40F851-BA45-44B2-8F24-6E44A4F461D5}"/>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A37CB9A2-DD6D-4B45-B140-DCEC328C2722}"/>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25949F07-71C1-4495-81EA-0C34A3C6FC3F}"/>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C385E5C5-87BE-40C5-9C3A-7FEFB93E04C5}"/>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056DB01F-4ABB-4A20-B133-AC36FC4B6794}"/>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D180702D-8DAF-41A5-8AF7-E968015D08DD}"/>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CE6E73D7-A7AE-464E-A2C9-DC4A2B3D4001}"/>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66DAF46B-CF54-424D-853A-79C9ED7DDBBC}"/>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066357A9-8F5B-41B2-89FB-1164FDD9F01F}"/>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E6069132-E366-4FBF-B94C-CB22B64B47AF}"/>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82E03CE3-FDEE-4FA1-8364-405CCA8793A5}"/>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5E046A7C-6726-46AA-9437-1D83EF007251}"/>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B2CEC052-CAD6-44B0-BDFC-9B06A473EA1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4837940D-4A35-4994-9941-1109E97E4194}"/>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29A240B-EEC6-424D-B912-804D9801BA2D}"/>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90DE4C26-FC01-4A69-B3E9-CD7CB4C8762B}"/>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419A7341-E95B-453B-9126-DE19C28D1A2B}"/>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5930A8C-6210-491B-B750-F01F958E9EB3}"/>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615CB05F-A59A-4201-B7D9-C62582E641B7}"/>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E8DF4C2A-B126-411A-A68C-A1B2921BF9E0}"/>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5C3FF39C-A176-4DCA-9261-D58D97C2396D}"/>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AAF84239-60FA-43C4-9287-9627B5FD4AB0}"/>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D733B8DD-7DD8-4438-9ED1-18809F70B48F}"/>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26CDEBDC-3E21-4D76-954E-3799F0A4F8B2}"/>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08F37E87-053E-4F5B-95D6-663DBA563C2B}"/>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593E8DAF-F753-4B7B-9A91-1F88292EC1A8}"/>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824A79FF-A96A-4E58-B7C2-EA72463939C9}"/>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46B66CB-29D3-44EF-8A96-8CE913FAAC9A}"/>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C4D3F466-9746-49CF-B31A-1765AF614BB8}"/>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843941AA-7E0C-4FC2-8E63-CA8B54B870A5}"/>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EE46A718-C7D7-4E32-B707-0D59BA12942B}"/>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95A94065-54E7-45BE-8E11-1CD96C319C7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BFB0CE80-B9D8-4787-BB0D-A949B351ECD9}"/>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262C94BB-B3E6-4855-9945-F6703D54AB48}"/>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F37222FB-794C-4BA8-8297-66D7D7A5E364}"/>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DD12567A-FCCD-417F-9E2B-7E80B9416E18}"/>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AB166E31-023A-4565-A6EB-C8A62F835596}"/>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CE74BEB-D34B-43F6-B2EB-E3CF4CEA73D0}"/>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7468606C-EF4B-436F-88D7-ADC044A73DE9}"/>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ECA65EE5-6A99-4720-831F-BEC248C1D018}"/>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E127694-D1DC-44CB-ACE5-F63E38F8B2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34251335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935B9028-7FB9-4535-A767-C04017BBD7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4">
            <a:extLst xmlns:a="http://schemas.openxmlformats.org/drawingml/2006/main">
              <a:ext uri="{FF2B5EF4-FFF2-40B4-BE49-F238E27FC236}">
                <a16:creationId xmlns:a16="http://schemas.microsoft.com/office/drawing/2014/main" id="{E135CCA0-7D7C-4C67-A38A-CDB342C8F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선택한 변경의 시간·메모리·동작 확인">
            <a:extLst xmlns:a="http://schemas.openxmlformats.org/drawingml/2006/main">
              <a:ext uri="{FF2B5EF4-FFF2-40B4-BE49-F238E27FC236}">
                <a16:creationId xmlns:a16="http://schemas.microsoft.com/office/drawing/2014/main" id="{E2215B7D-76B1-4D7A-8169-0DDE9C5FF3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38109EF8-8128-487C-AC2E-0B6C214D02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9F871DFF-FFCA-48D8-879F-9AA8EE3E82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71DAAF79-4AE3-451D-AF64-04B66227F7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5D93B25A-CD84-4A80-99C1-4EA7F12037EB}"/>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2BF5B3B0-A0A2-496F-8300-58CFBEC069F2}"/>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1B2411A4-1F49-4360-A9CB-CA9B9B5B765B}"/>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92C61F75-33B7-4624-B737-31716EBE6BFF}"/>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CE2B1FA7-0990-45E3-B326-961922743FFD}"/>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4F23F01-7733-4FC3-AD8D-FBDFA24F91CC}"/>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B7ACA4D3-1A9C-41CF-AF49-886CAB7638F8}"/>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F8CEBC87-0967-4B25-A88A-A0E372B03D07}"/>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bdc3019cd5024642"/>
          </a:graphicData>
        </a:graphic>
      </p:graphicFrame>
      <p:sp>
        <p:nvSpPr>
          <p:cNvPr id="15" name="Python 할당 피크">
            <a:extLst xmlns:a="http://schemas.openxmlformats.org/drawingml/2006/main">
              <a:ext uri="{FF2B5EF4-FFF2-40B4-BE49-F238E27FC236}">
                <a16:creationId xmlns:a16="http://schemas.microsoft.com/office/drawing/2014/main" id="{7DDDD251-7A6B-4FEC-9A66-130E18DF79D1}"/>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AE7C06D6-50F7-4B55-AB05-59784CD2E1D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A36AC2C0-B145-47B8-BAB5-904038F723DA}"/>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4695DB23-12C5-4811-9865-C8446FC6B894}"/>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E1D249FF-3208-4A4E-85E8-417A08ADD5B1}"/>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C2AA68F3-C209-4AE3-883F-4010D5FFF9A2}"/>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12F32F4C-85C9-4BC0-B68E-9F60098450A4}"/>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7E3EBD9F-BA0B-4C61-8591-41B37AAC003F}"/>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5A6E36C7-B354-4F4B-888A-58871C30390C}"/>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CC134E30-A620-4C96-91FC-3F93321ECC5A}"/>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1942D96E-F77E-4849-B59C-16485DBD1C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307648242"/>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7D6B85B6-3DF7-4093-9AE4-841089B551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5">
            <a:extLst xmlns:a="http://schemas.openxmlformats.org/drawingml/2006/main">
              <a:ext uri="{FF2B5EF4-FFF2-40B4-BE49-F238E27FC236}">
                <a16:creationId xmlns:a16="http://schemas.microsoft.com/office/drawing/2014/main" id="{89667D4D-815C-49FE-B43F-A11044ADD9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한 Agent 조사와 Subagent 역할 분리">
            <a:extLst xmlns:a="http://schemas.openxmlformats.org/drawingml/2006/main">
              <a:ext uri="{FF2B5EF4-FFF2-40B4-BE49-F238E27FC236}">
                <a16:creationId xmlns:a16="http://schemas.microsoft.com/office/drawing/2014/main" id="{69C58CE0-CC0D-4BDF-B5E0-414FF155DF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AA33FE4F-85EB-4E3A-9F3D-62162D6040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8FA233B3-47D5-4F77-848B-9A1659317D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36232D48-1318-4167-B271-DDC145F9F4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A2EC3D7B-64C0-4758-B993-74AA6C36A1B9}"/>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1B82DA03-E848-4294-8C7B-8EF7FE646476}"/>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E0C0A57E-FEC1-4292-B6D8-05DBC80EAB0F}"/>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D90CE397-63C1-4C08-9AA3-EFB09057E8D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95112DF-F074-46B7-AF07-E91C9570B09A}"/>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3E62C975-8F6A-4143-B7EB-92DA87FF1FE1}"/>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5A3FF967-DED8-4831-BEDF-1728F80C9CCE}"/>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B956BACA-0A59-41CD-9AC3-C769BFE32E60}"/>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DF6F65E0-D0D3-413C-9E26-56BF3F13EC40}"/>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40E68FAA-8B3D-43CB-9954-37A127CA7746}"/>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F69C13A8-44C0-4F31-9ADA-188C52F78F8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98D503C4-A9E8-418E-BD2C-4CC02DCB688D}"/>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7C03A51A-9543-4FD9-9CE4-6B2758EC998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4131D5A5-4342-4EFB-A6D9-268493837BF6}"/>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97FCA0F3-314E-4C02-82EC-409BAD7B55D4}"/>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31F77AD6-C419-44F4-A841-2F4D251AB5C7}"/>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835EF6FC-0BC1-4EA4-9DED-25E1A00C234A}"/>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9FDF4A-8C9B-4CC0-A2D5-6381A52C2159}"/>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D99E61C5-F402-4F57-BF8A-03F2577427E3}"/>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6D1C79C3-CA27-43BA-9256-9252B206516E}"/>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F1CF4B3A-AF26-4180-87E5-811F5C634803}"/>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D2BCA0B2-8DF0-4CAD-A4E5-57DBDDF21356}"/>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52DB1C45-061F-4FF8-83DD-991E8D4D2203}"/>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8553C525-BE0A-458D-9BB7-957D41A74B2A}"/>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9A223340-D415-4E07-8C50-B022E98CF9CC}"/>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44390E5F-1A10-443F-AF6D-20F1436D3FF1}"/>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0E7FCD95-DABC-4E57-B944-7CADA10E1C6E}"/>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414E5D29-C43C-4A4C-BBAB-71465CEEF0FD}"/>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A5AF8734-6B31-413C-8398-FF744702FB08}"/>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83509C7A-C7ED-406B-B96B-C506A0EF1432}"/>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CD359CA1-C5AB-4248-83DD-85D463A4B6A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94BB5EE0-A7CA-4554-B8DC-79F2D0314679}"/>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A21E24F5-5E23-4E37-BFB2-8CAAA2CD3644}"/>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D1A9AA5C-BB4F-4AAC-8540-D3F42327D74B}"/>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79C64CB-4F88-4B1D-9082-01AF4A967BB4}"/>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CF638035-5EA5-4AE2-A674-BDE838F48268}"/>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D09D2499-3D02-4121-9182-B0610B9984AD}"/>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4C355E82-BB4C-4D7B-8491-908A2F89025D}"/>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F12B1082-A6D7-45F3-85F3-D3198E9DE130}"/>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ACAD4EED-BBC6-48D6-9C81-0CDA2CB96990}"/>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CDC9BF4D-B871-4146-B09C-D328EF32601A}"/>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6F85CAB-7221-457E-8D9F-0CFCBE17AA86}"/>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5E9AC2CD-CC44-4597-A855-3A784D6CE2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02090200"/>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383F4B0-962D-467A-94CE-18FBA5CCD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6">
            <a:extLst xmlns:a="http://schemas.openxmlformats.org/drawingml/2006/main">
              <a:ext uri="{FF2B5EF4-FFF2-40B4-BE49-F238E27FC236}">
                <a16:creationId xmlns:a16="http://schemas.microsoft.com/office/drawing/2014/main" id="{101E3968-8AD1-49B6-9CF4-9C64A26F09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 작업을 나누지 않은 이유">
            <a:extLst xmlns:a="http://schemas.openxmlformats.org/drawingml/2006/main">
              <a:ext uri="{FF2B5EF4-FFF2-40B4-BE49-F238E27FC236}">
                <a16:creationId xmlns:a16="http://schemas.microsoft.com/office/drawing/2014/main" id="{FFC55720-D21E-4684-81AE-8C622F0D3C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C978FC2E-0FF5-4B1B-BBBA-CFB41C98E6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D24B00C0-FAA1-4A1C-B4F0-997350E851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7C952201-1305-4D2E-9D8A-F1A1C52F4F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8D19B4C7-7CC6-4CCD-973F-AEE4DD93DE43}"/>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E7FBC78B-AF9B-4422-B9E9-ECA5EED6E87C}"/>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E147D7CD-2ACC-4725-83B1-FC5DCB3D6088}"/>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D64DBA8-6D03-4DF7-8B4C-42EEF184EF0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F6DFA1E8-8364-4FE8-AE3C-457498DC7FDD}"/>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37E418DA-A2D7-4A01-B5AC-0FDA8BB2DEE5}"/>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08F58CCD-2F45-4C16-8A57-2E9413BD34E4}"/>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25782BE-EF77-425F-8E58-66A325EB1124}"/>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2DC28A5A-9E6B-4E8A-9C80-EC903BD3CB15}"/>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9F426D47-512F-4F51-B171-E2696062BD2B}"/>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BA67EC5F-C6AA-4FCA-822B-51DD9AB22E47}"/>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BAFC9358-45AB-43EA-B200-57D762EF34ED}"/>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582334C-BFF0-4833-A959-4BF473C4BED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47F39ED3-7221-48E9-8B6E-29D23FD9DD5F}"/>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F13D325E-1476-4035-96E4-067A093D2713}"/>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8F686114-3F8E-4C13-B818-4ACEBBAF9448}"/>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DD0C95E-08AF-4197-9706-CF25ABABBD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887573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71C9FA93-B2E9-47A9-A552-18D855DD5C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7">
            <a:extLst xmlns:a="http://schemas.openxmlformats.org/drawingml/2006/main">
              <a:ext uri="{FF2B5EF4-FFF2-40B4-BE49-F238E27FC236}">
                <a16:creationId xmlns:a16="http://schemas.microsoft.com/office/drawing/2014/main" id="{FEDC82A9-FD46-4DE2-A5AA-1A29C0271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이번 Context와 다시 쓸 지식">
            <a:extLst xmlns:a="http://schemas.openxmlformats.org/drawingml/2006/main">
              <a:ext uri="{FF2B5EF4-FFF2-40B4-BE49-F238E27FC236}">
                <a16:creationId xmlns:a16="http://schemas.microsoft.com/office/drawing/2014/main" id="{A97DD0F5-6EEA-44F8-8655-6A41390164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C1EDE4EA-5DC8-4D3F-9301-3DB761DD0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2AC71A4D-0236-4F49-B0D0-22FBD9C90C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4A654769-9B65-44FD-B4C7-AB8D84EB01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372BCD50-1343-4715-A4DA-256A0F727DDA}"/>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29816A00-58B4-4A1A-9F70-91ECE4FD2252}"/>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FA6BA7D6-997D-4664-AE7D-BE8F0FA03B99}"/>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5C0CDED9-2A58-4340-917F-9759BDFD5A51}"/>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FFB81B5C-1E37-4F5A-BF38-197A41D33D70}"/>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F57113FD-F74E-4A33-8DA4-92A2D16A4A6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142FEBBC-4659-4157-A6BD-7603E6489FC0}"/>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97F06B19-A64C-48B5-B822-AE5E78E91FCB}"/>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199F8AA8-1EB6-4451-BF26-B20A92D3BC91}"/>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E938EF72-2041-40FA-B37D-A67C846A60E3}"/>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562379DC-4DD5-4130-8BB5-87D715BDC264}"/>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CFBFB111-498E-47C5-AE3E-A3293258CC7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9FF52284-872A-48CB-B8C8-E50DE54FE32D}"/>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20CAC28B-C2AD-4B40-A3E4-4D83CE59C8B5}"/>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7FCDF7AB-E397-497B-89A0-63097D3E3074}"/>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96B439C-2353-47E0-A839-B4DB9C2A5BC1}"/>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FB2884C4-DBD7-4248-B889-66F660A64EF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65CF496A-DC58-46B0-BEC5-7D9C8A45CD5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9ACFD321-B75D-4548-BC7D-EAE932E88A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30972584"/>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86E13741-0ED0-43D6-97E5-EDA9A8E24D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8">
            <a:extLst xmlns:a="http://schemas.openxmlformats.org/drawingml/2006/main">
              <a:ext uri="{FF2B5EF4-FFF2-40B4-BE49-F238E27FC236}">
                <a16:creationId xmlns:a16="http://schemas.microsoft.com/office/drawing/2014/main" id="{53C1B5A8-7428-4B50-A37A-B9C2EE71F9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실제 Demo 지식의 원래 출처">
            <a:extLst xmlns:a="http://schemas.openxmlformats.org/drawingml/2006/main">
              <a:ext uri="{FF2B5EF4-FFF2-40B4-BE49-F238E27FC236}">
                <a16:creationId xmlns:a16="http://schemas.microsoft.com/office/drawing/2014/main" id="{45934299-2529-477E-B41F-A1C3D90E68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F476C7A7-B0AE-43B7-A428-8E4777E0CE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FD55AD58-80A7-41F5-83AC-C4E7D747AE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4755BF51-A856-4C8C-912D-4F045998FA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7FD25F35-B08D-4233-81FC-E8042ABA2965}"/>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C56513E4-EE0F-4AE5-9EB4-4BC05C57A1B8}"/>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0EAF933-2BE5-4AEA-9C48-2FDBE0D22305}"/>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171759E2-1770-44B0-81C3-D789D06B2519}"/>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B8EFBFDD-D411-4AB4-BFD7-CBE83B442012}"/>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BBE624C-8C77-42C5-87EB-85BEFB209F31}"/>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E0DBF220-FBAD-450D-87B4-E8BA94469F5F}"/>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4AA1F63D-FD23-4333-AC02-A73092F156A7}"/>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4E0AB915-D59D-46E3-8EC1-941F57AA61A3}"/>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4E614B63-0BA9-4583-BDED-E75DA68F75B5}"/>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F8D12EE6-A139-4471-8CA9-96FBBC6CC99D}"/>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B8B456C4-10C5-42C6-8F20-A3C28001C5EC}"/>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09CC8A8C-6787-4554-9520-6B1EAFA7E0E4}"/>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4756F610-C838-459D-8630-3ECF67172047}"/>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D32FEF93-5186-4E16-ADCA-054F57F199DA}"/>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D19947DD-4F67-4230-AD6B-6A0F84F06D6C}"/>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EC5EE315-63E2-4E4A-A71D-E29A68665A2C}"/>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E7C9B4C8-CEAC-452E-AA3A-9CD0671F1E7F}"/>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D82BFF92-5F97-40AF-821F-755522CE2EB6}"/>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FE5D62CC-EEEF-4D53-B947-DB15A57371E8}"/>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0092A90F-50A6-489D-B9F3-2DC0598088B6}"/>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8043A5DC-C330-4E74-9CA1-E4C93BDD8D5C}"/>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71CA7963-2ED1-46A2-BB39-A2DE013FFCAB}"/>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F93A0567-B1B5-4F3A-A8E7-AA614AC2B705}"/>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A8079195-ACAA-4751-ADE7-2C66574EFA39}"/>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D0D9760E-1473-4D16-8F6B-ACB342C97138}"/>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55A2A0F5-1724-4731-9019-55225113E039}"/>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4238E1EE-85A2-4F42-AFE5-8B967C09E729}"/>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7A54442A-866D-41DA-ABC7-ACA73C85CA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48335515"/>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37346059-8F79-4383-8F24-492876B7B3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9">
            <a:extLst xmlns:a="http://schemas.openxmlformats.org/drawingml/2006/main">
              <a:ext uri="{FF2B5EF4-FFF2-40B4-BE49-F238E27FC236}">
                <a16:creationId xmlns:a16="http://schemas.microsoft.com/office/drawing/2014/main" id="{5CF8E804-80E5-489A-BD50-CBAAA6A597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 작업에 쓰인 구성의 역할">
            <a:extLst xmlns:a="http://schemas.openxmlformats.org/drawingml/2006/main">
              <a:ext uri="{FF2B5EF4-FFF2-40B4-BE49-F238E27FC236}">
                <a16:creationId xmlns:a16="http://schemas.microsoft.com/office/drawing/2014/main" id="{459480BC-9689-4FD9-A22F-65F268A101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52CD10B3-37BA-4EC1-A055-A1AF9BBB0E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FDF71DE0-0ADD-4B7D-8EC8-958C38C41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68B65263-4F52-48BC-9311-D53BE4B3B3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C21CD278-D48F-4E39-B745-BECB838A7383}"/>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27C3986-4B06-4AE5-9BF8-EC8A9B3C93A0}"/>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80FD658C-9A9D-40F3-A743-F3E918B9C679}"/>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86717739-3DA4-4736-97DE-D8749A6D0662}"/>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4E4B515D-57E5-4740-96D1-2B63C6440B17}"/>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506B8F0D-CF5D-4629-8384-982DE3512BA4}"/>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EB98176E-CEA6-4F97-BEE5-C5305AD328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8E1367F0-8045-4B85-8307-59C7C7D8BA18}"/>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DFF609C6-F8EB-4E29-AA1D-4C5C9FAA4731}"/>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019D4403-68F6-4C0A-98D2-71EF4247D3A6}"/>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216E3F23-7743-4780-A7C4-A03F74BB316C}"/>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3BDFA7C6-ABC5-4581-A06F-9A079FD0A112}"/>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182F3445-E2B2-4A0D-A9D1-2767A4C33F3B}"/>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9CBE2D65-CBAB-4823-A1AC-74497389591C}"/>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17AA7CCC-B412-4A6A-8833-6D3DB65FDB9C}"/>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1EE4EF37-F870-4577-A61E-E6DE4E38A118}"/>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2606B274-872D-4E7D-AAD7-007AD8675172}"/>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37F1EB4C-C58B-47D2-9A46-141DB09AA99E}"/>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4A693FC5-023E-4FA0-AE39-5B1F2EF6F8AC}"/>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D4B974F4-418E-4026-A7FE-A4B956523775}"/>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69BF3F66-1632-407D-8821-020AAECF9606}"/>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50A05087-4C6D-43DE-AA5E-CCE774B02FAE}"/>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DCFEC17D-3A90-4755-A46C-D130A7C661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9175233"/>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7313041-CCF1-4688-8A6A-71AA5ED1F5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0">
            <a:extLst xmlns:a="http://schemas.openxmlformats.org/drawingml/2006/main">
              <a:ext uri="{FF2B5EF4-FFF2-40B4-BE49-F238E27FC236}">
                <a16:creationId xmlns:a16="http://schemas.microsoft.com/office/drawing/2014/main" id="{E1D572EE-BFD8-439C-92D6-A6B7327E80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함께 작동하는 작업 환경, Harness">
            <a:extLst xmlns:a="http://schemas.openxmlformats.org/drawingml/2006/main">
              <a:ext uri="{FF2B5EF4-FFF2-40B4-BE49-F238E27FC236}">
                <a16:creationId xmlns:a16="http://schemas.microsoft.com/office/drawing/2014/main" id="{17475965-824E-4858-A1E8-BEC0024D3D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2CA21B17-738C-4DEE-B0F5-FADCF87A2E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ACF1DD69-6FCD-45A8-84B0-1480852488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3ABCA82A-8EF8-483F-9268-884EF24C75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C5CB5EA0-A93D-41A4-8AB8-0205CA090B3E}"/>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EDBF3351-FE54-4BBD-9BB4-F630AE46A915}"/>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5AEAA369-D2DD-485A-96D8-7C1C6E8A4360}"/>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A6222970-A0BD-46B4-8122-E8CEC7FFB948}"/>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B0F693E2-9964-4485-B117-B75DFEE29BF3}"/>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C5D407A-2539-4055-A86F-1450BD3DE18E}"/>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9D9BFA26-D481-4351-B450-409C27B3A98A}"/>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383E6DF4-2E2E-4849-B0B6-FC8C4B5FC7DC}"/>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00803D4-D7E3-4DE6-9A5E-22FA84CDA553}"/>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C7EB263E-155C-4DEB-9046-904E609C7348}"/>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5546184-4168-4375-8D28-40DE2D716B95}"/>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6598C445-5C71-4AC7-9C00-738FE2727DC0}"/>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C1BD25F1-4341-43F2-A19E-653B8EA2B6C4}"/>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97FA7CD6-B29E-41D3-98B1-5A707835F12A}"/>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CB82EFEE-FE34-4CEB-8CB1-2D41BAC0C9B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A060A20F-4E13-40A6-9D22-0CDA82210F10}"/>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1A4CC58C-B924-4375-BC12-6B031C775F0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4CD40B14-9C45-4064-B97D-481E82341090}"/>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6B97551-55F7-493B-BAE7-E1965F12A3F0}"/>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01541F57-B171-4BD2-84B2-B3F19F952023}"/>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468C41DC-5199-46DD-8E1D-2EA61830931C}"/>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1219D41B-7146-4ACD-A4A1-3F338B7CF1FF}"/>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55C9DE09-6EF7-4499-B6DB-6938B9E9C694}"/>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30FDD4BE-0758-4E48-987B-9127D8EC32F7}"/>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F689855D-13DF-40DE-A9F9-150774E18968}"/>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E74C9837-601D-4B0E-9D40-C664A4E32933}"/>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41AA8057-BF62-4FDC-9BBC-330C3989B573}"/>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F49B9AB1-3E5E-4E3B-8717-363B4F217895}"/>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3307D522-0AA9-49B1-9816-C3C4B73652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42277972"/>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2F14F836-81FB-4C89-B42C-09625385298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71">
            <a:extLst xmlns:a="http://schemas.openxmlformats.org/drawingml/2006/main">
              <a:ext uri="{FF2B5EF4-FFF2-40B4-BE49-F238E27FC236}">
                <a16:creationId xmlns:a16="http://schemas.microsoft.com/office/drawing/2014/main" id="{C49693BD-036F-4DA7-BB67-D183E61B44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같은 저장소여도 실행 조건은 다를 수 있다">
            <a:extLst xmlns:a="http://schemas.openxmlformats.org/drawingml/2006/main">
              <a:ext uri="{FF2B5EF4-FFF2-40B4-BE49-F238E27FC236}">
                <a16:creationId xmlns:a16="http://schemas.microsoft.com/office/drawing/2014/main" id="{0443DC80-C0C4-4ABC-AC5F-7B8A8935A2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F57A973E-EA88-40E7-A7CD-7A5D2F8E51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8814650-1F8D-4F4E-B12C-9DD53C6CE97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C9307866-C0DB-4FA9-9BFF-2757775224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4C160D20-97D9-4707-B765-D1CAF389FC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016EFD5B-CBCE-4C90-95E7-404FD3E4A208}"/>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EC7B1682-6D43-4417-8D9D-A748D30D6E8D}"/>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A5006D54-AAD9-46B3-BA5A-AFB26FFCA5FA}"/>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762C0F5A-E706-49AB-AC5F-FCC7D3FE79C0}"/>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5C9613DB-002F-41C3-A58B-C7CE937437F0}"/>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3267529F-79B0-432A-A73A-1E80993646FA}"/>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0C09A1DC-0D5D-4E6E-80BD-BE4BCB09E447}"/>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96911AAE-03DA-4A68-AC71-69713A5D1742}"/>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D67281E3-33D9-413E-BC65-6B778D78FF17}"/>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222EA5F4-3E5D-467B-887D-53E581B247BF}"/>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7E4C933B-334D-4D0C-9569-06860B8EE521}"/>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9FA518A1-602B-4A07-A74E-9ED6F300CEAD}"/>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6D6927AC-6B77-4439-A3A3-F6D20BBC7D12}"/>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2F9F725B-6826-4729-A183-5EF652F0AC81}"/>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FF211052-E7C1-49E3-B311-124D41CC42F5}"/>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10FFB91C-6C98-4D91-ABC0-AF5385F39B3B}"/>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52CBC007-2542-48D1-981D-3CA946E4E85B}"/>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5518F978-318F-446A-AE63-D579B35016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74808365"/>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3 · 우리 검사 업무에 적용하기">
            <a:extLst xmlns:a="http://schemas.openxmlformats.org/drawingml/2006/main">
              <a:ext uri="{FF2B5EF4-FFF2-40B4-BE49-F238E27FC236}">
                <a16:creationId xmlns:a16="http://schemas.microsoft.com/office/drawing/2014/main" id="{85FCE67F-3CF7-4EF7-904C-B295A61BC3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우리 검사 업무에 적용하기</a:t>
            </a:r>
          </a:p>
        </p:txBody>
      </p:sp>
      <p:sp>
        <p:nvSpPr>
          <p:cNvPr id="2" name="S72">
            <a:extLst xmlns:a="http://schemas.openxmlformats.org/drawingml/2006/main">
              <a:ext uri="{FF2B5EF4-FFF2-40B4-BE49-F238E27FC236}">
                <a16:creationId xmlns:a16="http://schemas.microsoft.com/office/drawing/2014/main" id="{D92F1FFC-C1EE-4B1E-B015-4C0BAB759D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밝기 통계의 판단을 C++ 검사에 적용하기">
            <a:extLst xmlns:a="http://schemas.openxmlformats.org/drawingml/2006/main">
              <a:ext uri="{FF2B5EF4-FFF2-40B4-BE49-F238E27FC236}">
                <a16:creationId xmlns:a16="http://schemas.microsoft.com/office/drawing/2014/main" id="{EA810098-B489-4CA3-B3A6-8C154E6F8C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통계의 판단을 C++ 검사에 적용하기</a:t>
            </a:r>
          </a:p>
        </p:txBody>
      </p:sp>
      <p:sp>
        <p:nvSpPr>
          <p:cNvPr id="4" name="">
            <a:extLst xmlns:a="http://schemas.openxmlformats.org/drawingml/2006/main">
              <a:ext uri="{FF2B5EF4-FFF2-40B4-BE49-F238E27FC236}">
                <a16:creationId xmlns:a16="http://schemas.microsoft.com/office/drawing/2014/main" id="{4BD6C3EA-C7A4-45A3-9B1F-D3E9C44804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C++ 검사 적용 예 · 밝기 통계의 판단을 대응 · 기존 AI 생성 삽화">
            <a:extLst xmlns:a="http://schemas.openxmlformats.org/drawingml/2006/main">
              <a:ext uri="{FF2B5EF4-FFF2-40B4-BE49-F238E27FC236}">
                <a16:creationId xmlns:a16="http://schemas.microsoft.com/office/drawing/2014/main" id="{70B5D168-887D-4BB4-BD0D-5C600D16E7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C++ 검사 적용 예 · 밝기 통계의 판단을 대응 · 기존 AI 생성 삽화</a:t>
            </a:r>
          </a:p>
        </p:txBody>
      </p:sp>
      <p:sp>
        <p:nvSpPr>
          <p:cNvPr id="6" name="실제 C++ 구현·회사 장비·측정 성과 아님 · 도구·빌드·장비 조건은 팀에서 확인">
            <a:extLst xmlns:a="http://schemas.openxmlformats.org/drawingml/2006/main">
              <a:ext uri="{FF2B5EF4-FFF2-40B4-BE49-F238E27FC236}">
                <a16:creationId xmlns:a16="http://schemas.microsoft.com/office/drawing/2014/main" id="{7082CB8A-C594-40FA-BAD7-D1A735071D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구현·회사 장비·측정 성과 아님 · 도구·빌드·장비 조건은 팀에서 확인</a:t>
            </a:r>
          </a:p>
        </p:txBody>
      </p:sp>
      <p:pic>
        <p:nvPicPr>
          <p:cNvPr id="7" name="">
            <a:extLst xmlns:a="http://schemas.openxmlformats.org/drawingml/2006/main">
              <a:ext uri="{FF2B5EF4-FFF2-40B4-BE49-F238E27FC236}">
                <a16:creationId xmlns:a16="http://schemas.microsoft.com/office/drawing/2014/main" id="{8861DFC6-CBF2-4E18-9ADF-2B1BEC2E20F9}"/>
              </a:ext>
            </a:extLst>
          </p:cNvPr>
          <p:cNvPicPr>
            <a:picLocks xmlns:a="http://schemas.openxmlformats.org/drawingml/2006/main" noChangeAspect="1"/>
          </p:cNvPicPr>
          <p:nvPr/>
        </p:nvPicPr>
        <p:blipFill>
          <a:blip xmlns:r="http://schemas.openxmlformats.org/officeDocument/2006/relationships" xmlns:a="http://schemas.openxmlformats.org/drawingml/2006/main" r:embed="Rb59541dffd7840d9"/>
          <a:srcRect xmlns:a="http://schemas.openxmlformats.org/drawingml/2006/main" l="0" t="8000" r="0" b="12000"/>
          <a:stretch xmlns:a="http://schemas.openxmlformats.org/drawingml/2006/main"/>
        </p:blipFill>
        <p:spPr>
          <a:xfrm xmlns:a="http://schemas.openxmlformats.org/drawingml/2006/main">
            <a:off x="2934891" y="1571625"/>
            <a:ext cx="6322219" cy="1457325"/>
          </a:xfrm>
          <a:prstGeom xmlns:a="http://schemas.openxmlformats.org/drawingml/2006/main" prst="rect">
            <a:avLst/>
          </a:prstGeom>
        </p:spPr>
      </p:pic>
      <p:sp>
        <p:nvSpPr>
          <p:cNvPr id="8" name="밝기 통계 Demo에서 확인">
            <a:extLst xmlns:a="http://schemas.openxmlformats.org/drawingml/2006/main">
              <a:ext uri="{FF2B5EF4-FFF2-40B4-BE49-F238E27FC236}">
                <a16:creationId xmlns:a16="http://schemas.microsoft.com/office/drawing/2014/main" id="{8BD16EDA-5640-43A3-9899-62DEB5D05865}"/>
              </a:ext>
            </a:extLst>
          </p:cNvPr>
          <p:cNvSpPr>
            <a:spLocks xmlns:a="http://schemas.openxmlformats.org/drawingml/2006/main" noGrp="1"/>
          </p:cNvSpPr>
          <p:nvPr/>
        </p:nvSpPr>
        <p:spPr>
          <a:xfrm xmlns:a="http://schemas.openxmlformats.org/drawingml/2006/main">
            <a:off x="2628900" y="3181350"/>
            <a:ext cx="337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 Demo에서 확인</a:t>
            </a:r>
          </a:p>
        </p:txBody>
      </p:sp>
      <p:sp>
        <p:nvSpPr>
          <p:cNvPr id="9" name="C++ 검사 업무에 적용">
            <a:extLst xmlns:a="http://schemas.openxmlformats.org/drawingml/2006/main">
              <a:ext uri="{FF2B5EF4-FFF2-40B4-BE49-F238E27FC236}">
                <a16:creationId xmlns:a16="http://schemas.microsoft.com/office/drawing/2014/main" id="{EF812F27-8CB9-4CB5-9A79-5321ECB3F8E6}"/>
              </a:ext>
            </a:extLst>
          </p:cNvPr>
          <p:cNvSpPr>
            <a:spLocks xmlns:a="http://schemas.openxmlformats.org/drawingml/2006/main" noGrp="1"/>
          </p:cNvSpPr>
          <p:nvPr/>
        </p:nvSpPr>
        <p:spPr>
          <a:xfrm xmlns:a="http://schemas.openxmlformats.org/drawingml/2006/main">
            <a:off x="7391400" y="3181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 검사 업무에 적용</a:t>
            </a:r>
          </a:p>
        </p:txBody>
      </p:sp>
      <p:sp>
        <p:nvSpPr>
          <p:cNvPr id="10" name="">
            <a:extLst xmlns:a="http://schemas.openxmlformats.org/drawingml/2006/main">
              <a:ext uri="{FF2B5EF4-FFF2-40B4-BE49-F238E27FC236}">
                <a16:creationId xmlns:a16="http://schemas.microsoft.com/office/drawing/2014/main" id="{A6442B6A-234C-45E2-B173-5ED26D0E26DE}"/>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지킬 명세">
            <a:extLst xmlns:a="http://schemas.openxmlformats.org/drawingml/2006/main">
              <a:ext uri="{FF2B5EF4-FFF2-40B4-BE49-F238E27FC236}">
                <a16:creationId xmlns:a16="http://schemas.microsoft.com/office/drawing/2014/main" id="{C4208239-A3E0-4BD3-8C3C-51D8317CAF0B}"/>
              </a:ext>
            </a:extLst>
          </p:cNvPr>
          <p:cNvSpPr>
            <a:spLocks xmlns:a="http://schemas.openxmlformats.org/drawingml/2006/main" noGrp="1"/>
          </p:cNvSpPr>
          <p:nvPr/>
        </p:nvSpPr>
        <p:spPr>
          <a:xfrm xmlns:a="http://schemas.openxmlformats.org/drawingml/2006/main">
            <a:off x="609600" y="3676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지킬 명세</a:t>
            </a:r>
          </a:p>
        </p:txBody>
      </p:sp>
      <p:sp>
        <p:nvSpPr>
          <p:cNvPr id="12" name="출력 6항목 유지">
            <a:extLst xmlns:a="http://schemas.openxmlformats.org/drawingml/2006/main">
              <a:ext uri="{FF2B5EF4-FFF2-40B4-BE49-F238E27FC236}">
                <a16:creationId xmlns:a16="http://schemas.microsoft.com/office/drawing/2014/main" id="{65B0C038-0647-49A3-8B0A-5C5C43C21954}"/>
              </a:ext>
            </a:extLst>
          </p:cNvPr>
          <p:cNvSpPr>
            <a:spLocks xmlns:a="http://schemas.openxmlformats.org/drawingml/2006/main" noGrp="1"/>
          </p:cNvSpPr>
          <p:nvPr/>
        </p:nvSpPr>
        <p:spPr>
          <a:xfrm xmlns:a="http://schemas.openxmlformats.org/drawingml/2006/main">
            <a:off x="2628900" y="3676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출력 6항목 유지</a:t>
            </a:r>
          </a:p>
        </p:txBody>
      </p:sp>
      <p:cxnSp>
        <p:nvCxnSpPr>
          <p:cNvPr id="13" name="">
            <a:extLst xmlns:a="http://schemas.openxmlformats.org/drawingml/2006/main">
              <a:ext uri="{FF2B5EF4-FFF2-40B4-BE49-F238E27FC236}">
                <a16:creationId xmlns:a16="http://schemas.microsoft.com/office/drawing/2014/main" id="{3E7F950B-B6BB-452C-A0DD-80F1BE1F8187}"/>
              </a:ext>
            </a:extLst>
          </p:cNvPr>
          <p:cNvCxnSpPr/>
          <p:nvPr/>
        </p:nvCxnSpPr>
        <p:spPr>
          <a:xfrm xmlns:a="http://schemas.openxmlformats.org/drawingml/2006/main">
            <a:off x="6343650" y="3886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ROI · 픽셀값 명세">
            <a:extLst xmlns:a="http://schemas.openxmlformats.org/drawingml/2006/main">
              <a:ext uri="{FF2B5EF4-FFF2-40B4-BE49-F238E27FC236}">
                <a16:creationId xmlns:a16="http://schemas.microsoft.com/office/drawing/2014/main" id="{98305110-459D-4ACC-8D4E-0325092328E5}"/>
              </a:ext>
            </a:extLst>
          </p:cNvPr>
          <p:cNvSpPr>
            <a:spLocks xmlns:a="http://schemas.openxmlformats.org/drawingml/2006/main" noGrp="1"/>
          </p:cNvSpPr>
          <p:nvPr/>
        </p:nvSpPr>
        <p:spPr>
          <a:xfrm xmlns:a="http://schemas.openxmlformats.org/drawingml/2006/main">
            <a:off x="7391400" y="3676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 픽셀값 명세</a:t>
            </a:r>
          </a:p>
        </p:txBody>
      </p:sp>
      <p:sp>
        <p:nvSpPr>
          <p:cNvPr id="15" name="수행 방법">
            <a:extLst xmlns:a="http://schemas.openxmlformats.org/drawingml/2006/main">
              <a:ext uri="{FF2B5EF4-FFF2-40B4-BE49-F238E27FC236}">
                <a16:creationId xmlns:a16="http://schemas.microsoft.com/office/drawing/2014/main" id="{3293DCD0-7CA1-4000-8793-3B2893128399}"/>
              </a:ext>
            </a:extLst>
          </p:cNvPr>
          <p:cNvSpPr>
            <a:spLocks xmlns:a="http://schemas.openxmlformats.org/drawingml/2006/main" noGrp="1"/>
          </p:cNvSpPr>
          <p:nvPr/>
        </p:nvSpPr>
        <p:spPr>
          <a:xfrm xmlns:a="http://schemas.openxmlformats.org/drawingml/2006/main">
            <a:off x="609600" y="42481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수행 방법</a:t>
            </a:r>
          </a:p>
        </p:txBody>
      </p:sp>
      <p:sp>
        <p:nvSpPr>
          <p:cNvPr id="16" name="기준선·조사·변경·비교">
            <a:extLst xmlns:a="http://schemas.openxmlformats.org/drawingml/2006/main">
              <a:ext uri="{FF2B5EF4-FFF2-40B4-BE49-F238E27FC236}">
                <a16:creationId xmlns:a16="http://schemas.microsoft.com/office/drawing/2014/main" id="{6F0E0262-D3BC-4906-B218-1F87FB30089B}"/>
              </a:ext>
            </a:extLst>
          </p:cNvPr>
          <p:cNvSpPr>
            <a:spLocks xmlns:a="http://schemas.openxmlformats.org/drawingml/2006/main" noGrp="1"/>
          </p:cNvSpPr>
          <p:nvPr/>
        </p:nvSpPr>
        <p:spPr>
          <a:xfrm xmlns:a="http://schemas.openxmlformats.org/drawingml/2006/main">
            <a:off x="2628900" y="42481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기준선·조사·변경·비교</a:t>
            </a:r>
          </a:p>
        </p:txBody>
      </p:sp>
      <p:cxnSp>
        <p:nvCxnSpPr>
          <p:cNvPr id="17" name="">
            <a:extLst xmlns:a="http://schemas.openxmlformats.org/drawingml/2006/main">
              <a:ext uri="{FF2B5EF4-FFF2-40B4-BE49-F238E27FC236}">
                <a16:creationId xmlns:a16="http://schemas.microsoft.com/office/drawing/2014/main" id="{B63F253F-500F-4858-A05B-B007E426ED1E}"/>
              </a:ext>
            </a:extLst>
          </p:cNvPr>
          <p:cNvCxnSpPr/>
          <p:nvPr/>
        </p:nvCxnSpPr>
        <p:spPr>
          <a:xfrm xmlns:a="http://schemas.openxmlformats.org/drawingml/2006/main">
            <a:off x="6343650" y="44577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검사 모듈에 같은 절차">
            <a:extLst xmlns:a="http://schemas.openxmlformats.org/drawingml/2006/main">
              <a:ext uri="{FF2B5EF4-FFF2-40B4-BE49-F238E27FC236}">
                <a16:creationId xmlns:a16="http://schemas.microsoft.com/office/drawing/2014/main" id="{523FE76E-ED95-45BB-B0EA-97E5B41424F9}"/>
              </a:ext>
            </a:extLst>
          </p:cNvPr>
          <p:cNvSpPr>
            <a:spLocks xmlns:a="http://schemas.openxmlformats.org/drawingml/2006/main" noGrp="1"/>
          </p:cNvSpPr>
          <p:nvPr/>
        </p:nvSpPr>
        <p:spPr>
          <a:xfrm xmlns:a="http://schemas.openxmlformats.org/drawingml/2006/main">
            <a:off x="7391400" y="42481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검사 모듈에 같은 절차</a:t>
            </a:r>
          </a:p>
        </p:txBody>
      </p:sp>
      <p:sp>
        <p:nvSpPr>
          <p:cNvPr id="19" name="검증 근거">
            <a:extLst xmlns:a="http://schemas.openxmlformats.org/drawingml/2006/main">
              <a:ext uri="{FF2B5EF4-FFF2-40B4-BE49-F238E27FC236}">
                <a16:creationId xmlns:a16="http://schemas.microsoft.com/office/drawing/2014/main" id="{C0CD0441-FC46-49AB-978F-4A5C782BF378}"/>
              </a:ext>
            </a:extLst>
          </p:cNvPr>
          <p:cNvSpPr>
            <a:spLocks xmlns:a="http://schemas.openxmlformats.org/drawingml/2006/main" noGrp="1"/>
          </p:cNvSpPr>
          <p:nvPr/>
        </p:nvSpPr>
        <p:spPr>
          <a:xfrm xmlns:a="http://schemas.openxmlformats.org/drawingml/2006/main">
            <a:off x="609600" y="4819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a:t>
            </a:r>
          </a:p>
        </p:txBody>
      </p:sp>
      <p:sp>
        <p:nvSpPr>
          <p:cNvPr id="20" name="테스트 · 시간·할당량">
            <a:extLst xmlns:a="http://schemas.openxmlformats.org/drawingml/2006/main">
              <a:ext uri="{FF2B5EF4-FFF2-40B4-BE49-F238E27FC236}">
                <a16:creationId xmlns:a16="http://schemas.microsoft.com/office/drawing/2014/main" id="{1FDA220C-FC7C-4471-9653-CD7C79EAEF81}"/>
              </a:ext>
            </a:extLst>
          </p:cNvPr>
          <p:cNvSpPr>
            <a:spLocks xmlns:a="http://schemas.openxmlformats.org/drawingml/2006/main" noGrp="1"/>
          </p:cNvSpPr>
          <p:nvPr/>
        </p:nvSpPr>
        <p:spPr>
          <a:xfrm xmlns:a="http://schemas.openxmlformats.org/drawingml/2006/main">
            <a:off x="2628900" y="4819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 시간·할당량</a:t>
            </a:r>
          </a:p>
        </p:txBody>
      </p:sp>
      <p:cxnSp>
        <p:nvCxnSpPr>
          <p:cNvPr id="21" name="">
            <a:extLst xmlns:a="http://schemas.openxmlformats.org/drawingml/2006/main">
              <a:ext uri="{FF2B5EF4-FFF2-40B4-BE49-F238E27FC236}">
                <a16:creationId xmlns:a16="http://schemas.microsoft.com/office/drawing/2014/main" id="{2588448B-F239-4598-97A1-F85DCC33B907}"/>
              </a:ext>
            </a:extLst>
          </p:cNvPr>
          <p:cNvCxnSpPr/>
          <p:nvPr/>
        </p:nvCxnSpPr>
        <p:spPr>
          <a:xfrm xmlns:a="http://schemas.openxmlformats.org/drawingml/2006/main">
            <a:off x="6343650" y="5029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동작·회귀·성능 검증">
            <a:extLst xmlns:a="http://schemas.openxmlformats.org/drawingml/2006/main">
              <a:ext uri="{FF2B5EF4-FFF2-40B4-BE49-F238E27FC236}">
                <a16:creationId xmlns:a16="http://schemas.microsoft.com/office/drawing/2014/main" id="{93138CF0-3114-4D7E-8D7A-47A825DDBEDF}"/>
              </a:ext>
            </a:extLst>
          </p:cNvPr>
          <p:cNvSpPr>
            <a:spLocks xmlns:a="http://schemas.openxmlformats.org/drawingml/2006/main" noGrp="1"/>
          </p:cNvSpPr>
          <p:nvPr/>
        </p:nvSpPr>
        <p:spPr>
          <a:xfrm xmlns:a="http://schemas.openxmlformats.org/drawingml/2006/main">
            <a:off x="7391400" y="4819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동작·회귀·성능 검증</a:t>
            </a:r>
          </a:p>
        </p:txBody>
      </p:sp>
      <p:sp>
        <p:nvSpPr>
          <p:cNvPr id="23" name="입력·빌드·장비 조건도 함께 확인">
            <a:extLst xmlns:a="http://schemas.openxmlformats.org/drawingml/2006/main">
              <a:ext uri="{FF2B5EF4-FFF2-40B4-BE49-F238E27FC236}">
                <a16:creationId xmlns:a16="http://schemas.microsoft.com/office/drawing/2014/main" id="{60E6FDDC-4C7C-49B0-AFB1-1B7AA658B255}"/>
              </a:ext>
            </a:extLst>
          </p:cNvPr>
          <p:cNvSpPr>
            <a:spLocks xmlns:a="http://schemas.openxmlformats.org/drawingml/2006/main" noGrp="1"/>
          </p:cNvSpPr>
          <p:nvPr/>
        </p:nvSpPr>
        <p:spPr>
          <a:xfrm xmlns:a="http://schemas.openxmlformats.org/drawingml/2006/main">
            <a:off x="609600" y="54006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입력·빌드·장비 조건도 함께 확인</a:t>
            </a:r>
          </a:p>
        </p:txBody>
      </p:sp>
      <p:sp>
        <p:nvSpPr>
          <p:cNvPr id="24" name="">
            <a:extLst xmlns:a="http://schemas.openxmlformats.org/drawingml/2006/main">
              <a:ext uri="{FF2B5EF4-FFF2-40B4-BE49-F238E27FC236}">
                <a16:creationId xmlns:a16="http://schemas.microsoft.com/office/drawing/2014/main" id="{DDDA97D6-D33F-4636-86CF-127F1C90A34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5" name="Practical application tip badge">
            <a:extLst xmlns:a="http://schemas.openxmlformats.org/drawingml/2006/main">
              <a:ext uri="{FF2B5EF4-FFF2-40B4-BE49-F238E27FC236}">
                <a16:creationId xmlns:a16="http://schemas.microsoft.com/office/drawing/2014/main" id="{17AA534C-5115-4D2A-B352-82F22BDCC12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업무 적용</a:t>
            </a:r>
          </a:p>
        </p:txBody>
      </p:sp>
      <p:sp>
        <p:nvSpPr>
          <p:cNvPr id="26" name="Legacy module connection">
            <a:extLst xmlns:a="http://schemas.openxmlformats.org/drawingml/2006/main">
              <a:ext uri="{FF2B5EF4-FFF2-40B4-BE49-F238E27FC236}">
                <a16:creationId xmlns:a16="http://schemas.microsoft.com/office/drawing/2014/main" id="{C468F26C-7CDA-4530-A61B-EA2728E515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09614956"/>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필요한 팁 찾아보기">
            <a:extLst xmlns:a="http://schemas.openxmlformats.org/drawingml/2006/main">
              <a:ext uri="{FF2B5EF4-FFF2-40B4-BE49-F238E27FC236}">
                <a16:creationId xmlns:a16="http://schemas.microsoft.com/office/drawing/2014/main" id="{09702AA6-5D99-4FD0-8F2A-ED102684F7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팁 찾아보기</a:t>
            </a:r>
          </a:p>
        </p:txBody>
      </p:sp>
      <p:sp>
        <p:nvSpPr>
          <p:cNvPr id="2" name="S73">
            <a:extLst xmlns:a="http://schemas.openxmlformats.org/drawingml/2006/main">
              <a:ext uri="{FF2B5EF4-FFF2-40B4-BE49-F238E27FC236}">
                <a16:creationId xmlns:a16="http://schemas.microsoft.com/office/drawing/2014/main" id="{3EDE408B-0F8D-4481-9C76-60EF033FDE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ACT 3 실무 적용 팁 모아보기">
            <a:extLst xmlns:a="http://schemas.openxmlformats.org/drawingml/2006/main">
              <a:ext uri="{FF2B5EF4-FFF2-40B4-BE49-F238E27FC236}">
                <a16:creationId xmlns:a16="http://schemas.microsoft.com/office/drawing/2014/main" id="{7F2CFD3E-1A9B-4E2A-8ED8-3A91F4B980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ACT 3 실무 적용 팁 모아보기</a:t>
            </a:r>
          </a:p>
        </p:txBody>
      </p:sp>
      <p:sp>
        <p:nvSpPr>
          <p:cNvPr id="4" name="">
            <a:extLst xmlns:a="http://schemas.openxmlformats.org/drawingml/2006/main">
              <a:ext uri="{FF2B5EF4-FFF2-40B4-BE49-F238E27FC236}">
                <a16:creationId xmlns:a16="http://schemas.microsoft.com/office/drawing/2014/main" id="{3AF80BA1-74BD-441A-9711-466A035A63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7">
            <a:extLst xmlns:a="http://schemas.openxmlformats.org/drawingml/2006/main">
              <a:ext uri="{FF2B5EF4-FFF2-40B4-BE49-F238E27FC236}">
                <a16:creationId xmlns:a16="http://schemas.microsoft.com/office/drawing/2014/main" id="{FF5381EB-A324-43CF-BFB3-AD05827583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DEC-0087</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65513D7A-A63C-4E8D-97DA-7DAB27EAB0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57756974-A9E4-4EB7-B7D8-972B95DF39E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56F5733A-9D0E-4294-BA01-5C8368147A7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33B7E4B8-8821-4CBA-954F-31AA5BFE6200}"/>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89A4C71B-158A-4855-BD89-80F3C0942A70}"/>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8604F0F8-55E3-4A8E-9305-442ECC51A7BB}"/>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57">
            <a:extLst xmlns:a="http://schemas.openxmlformats.org/drawingml/2006/main">
              <a:ext uri="{FF2B5EF4-FFF2-40B4-BE49-F238E27FC236}">
                <a16:creationId xmlns:a16="http://schemas.microsoft.com/office/drawing/2014/main" id="{12EBE9B4-F726-4B68-A375-AB50107619CC}"/>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S57</a:t>
            </a:r>
          </a:p>
        </p:txBody>
      </p:sp>
      <p:sp>
        <p:nvSpPr>
          <p:cNvPr id="13" name="테스트 명령을 언제 쓰고 무엇을 판단할까?">
            <a:extLst xmlns:a="http://schemas.openxmlformats.org/drawingml/2006/main">
              <a:ext uri="{FF2B5EF4-FFF2-40B4-BE49-F238E27FC236}">
                <a16:creationId xmlns:a16="http://schemas.microsoft.com/office/drawing/2014/main" id="{356AA02E-A47E-462A-BA55-019950CA8F5E}"/>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 명령을 언제 쓰고 무엇을 판단할까?</a:t>
            </a:r>
          </a:p>
        </p:txBody>
      </p:sp>
      <p:sp>
        <p:nvSpPr>
          <p:cNvPr id="14" name="">
            <a:extLst xmlns:a="http://schemas.openxmlformats.org/drawingml/2006/main">
              <a:ext uri="{FF2B5EF4-FFF2-40B4-BE49-F238E27FC236}">
                <a16:creationId xmlns:a16="http://schemas.microsoft.com/office/drawing/2014/main" id="{EEE72FFF-47D3-4899-9543-67E0041B2121}"/>
              </a:ext>
            </a:extLst>
          </p:cNvPr>
          <p:cNvSpPr>
            <a:spLocks xmlns:a="http://schemas.openxmlformats.org/drawingml/2006/main" noGrp="1"/>
          </p:cNvSpPr>
          <p:nvPr/>
        </p:nvSpPr>
        <p:spPr>
          <a:xfrm xmlns:a="http://schemas.openxmlformats.org/drawingml/2006/main">
            <a:off x="609600" y="3333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35751829-CF25-4C21-B388-24902ACE44A4}"/>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67">
            <a:extLst xmlns:a="http://schemas.openxmlformats.org/drawingml/2006/main">
              <a:ext uri="{FF2B5EF4-FFF2-40B4-BE49-F238E27FC236}">
                <a16:creationId xmlns:a16="http://schemas.microsoft.com/office/drawing/2014/main" id="{E910483D-ABAE-4B0A-AC87-2801BB5F0F6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S67</a:t>
            </a:r>
          </a:p>
        </p:txBody>
      </p:sp>
      <p:sp>
        <p:nvSpPr>
          <p:cNvPr id="17" name="이번 Context와 다시 쓸 지식">
            <a:extLst xmlns:a="http://schemas.openxmlformats.org/drawingml/2006/main">
              <a:ext uri="{FF2B5EF4-FFF2-40B4-BE49-F238E27FC236}">
                <a16:creationId xmlns:a16="http://schemas.microsoft.com/office/drawing/2014/main" id="{95AF1C57-AF4C-4CBE-9D82-BBE5C4A31B4D}"/>
              </a:ext>
            </a:extLst>
          </p:cNvPr>
          <p:cNvSpPr>
            <a:spLocks xmlns:a="http://schemas.openxmlformats.org/drawingml/2006/main" noGrp="1"/>
          </p:cNvSpPr>
          <p:nvPr/>
        </p:nvSpPr>
        <p:spPr>
          <a:xfrm xmlns:a="http://schemas.openxmlformats.org/drawingml/2006/main">
            <a:off x="1714500" y="345757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이번 Context와 다시 쓸 지식</a:t>
            </a:r>
          </a:p>
        </p:txBody>
      </p:sp>
      <p:sp>
        <p:nvSpPr>
          <p:cNvPr id="18" name="">
            <a:extLst xmlns:a="http://schemas.openxmlformats.org/drawingml/2006/main">
              <a:ext uri="{FF2B5EF4-FFF2-40B4-BE49-F238E27FC236}">
                <a16:creationId xmlns:a16="http://schemas.microsoft.com/office/drawing/2014/main" id="{D936ECA5-DD14-42F8-A6CD-D737775EEF5A}"/>
              </a:ext>
            </a:extLst>
          </p:cNvPr>
          <p:cNvSpPr>
            <a:spLocks xmlns:a="http://schemas.openxmlformats.org/drawingml/2006/main" noGrp="1"/>
          </p:cNvSpPr>
          <p:nvPr/>
        </p:nvSpPr>
        <p:spPr>
          <a:xfrm xmlns:a="http://schemas.openxmlformats.org/drawingml/2006/main">
            <a:off x="609600" y="4191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BF0077A2-779C-41F4-86B1-9C17B11EBCC8}"/>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72">
            <a:extLst xmlns:a="http://schemas.openxmlformats.org/drawingml/2006/main">
              <a:ext uri="{FF2B5EF4-FFF2-40B4-BE49-F238E27FC236}">
                <a16:creationId xmlns:a16="http://schemas.microsoft.com/office/drawing/2014/main" id="{E0F58886-B554-46FE-9A34-8B944C30AC7F}"/>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S72</a:t>
            </a:r>
          </a:p>
        </p:txBody>
      </p:sp>
      <p:sp>
        <p:nvSpPr>
          <p:cNvPr id="21" name="밝기 통계의 판단을 C++ 검사에 적용하기">
            <a:extLst xmlns:a="http://schemas.openxmlformats.org/drawingml/2006/main">
              <a:ext uri="{FF2B5EF4-FFF2-40B4-BE49-F238E27FC236}">
                <a16:creationId xmlns:a16="http://schemas.microsoft.com/office/drawing/2014/main" id="{C097BB40-B69A-4E3B-8CF2-073D376A9AEE}"/>
              </a:ext>
            </a:extLst>
          </p:cNvPr>
          <p:cNvSpPr>
            <a:spLocks xmlns:a="http://schemas.openxmlformats.org/drawingml/2006/main" noGrp="1"/>
          </p:cNvSpPr>
          <p:nvPr/>
        </p:nvSpPr>
        <p:spPr>
          <a:xfrm xmlns:a="http://schemas.openxmlformats.org/drawingml/2006/main">
            <a:off x="1714500" y="43148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밝기 통계의 판단을 C++ 검사에 적용하기</a:t>
            </a:r>
          </a:p>
        </p:txBody>
      </p:sp>
      <p:sp>
        <p:nvSpPr>
          <p:cNvPr id="22" name="Legacy module connection">
            <a:extLst xmlns:a="http://schemas.openxmlformats.org/drawingml/2006/main">
              <a:ext uri="{FF2B5EF4-FFF2-40B4-BE49-F238E27FC236}">
                <a16:creationId xmlns:a16="http://schemas.microsoft.com/office/drawing/2014/main" id="{CB6EFFBA-0D38-4953-B6BD-16E1608A6B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686667853"/>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반복을 고르고 유지할 책임을 정하기">
            <a:extLst xmlns:a="http://schemas.openxmlformats.org/drawingml/2006/main">
              <a:ext uri="{FF2B5EF4-FFF2-40B4-BE49-F238E27FC236}">
                <a16:creationId xmlns:a16="http://schemas.microsoft.com/office/drawing/2014/main" id="{D392FFB8-3512-41F0-B08F-F30F0A68B1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고르고 유지할 책임을 정하기</a:t>
            </a:r>
          </a:p>
        </p:txBody>
      </p:sp>
      <p:sp>
        <p:nvSpPr>
          <p:cNvPr id="2" name="S74">
            <a:extLst xmlns:a="http://schemas.openxmlformats.org/drawingml/2006/main">
              <a:ext uri="{FF2B5EF4-FFF2-40B4-BE49-F238E27FC236}">
                <a16:creationId xmlns:a16="http://schemas.microsoft.com/office/drawing/2014/main" id="{3F9422B7-20E9-4B8F-B2D9-992E346B0D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우리 업무에서 먼저 정리할 한 가지">
            <a:extLst xmlns:a="http://schemas.openxmlformats.org/drawingml/2006/main">
              <a:ext uri="{FF2B5EF4-FFF2-40B4-BE49-F238E27FC236}">
                <a16:creationId xmlns:a16="http://schemas.microsoft.com/office/drawing/2014/main" id="{639CF37D-193C-446F-B8AA-5CBB7C2A66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업무에서 먼저 정리할 한 가지</a:t>
            </a:r>
          </a:p>
        </p:txBody>
      </p:sp>
      <p:sp>
        <p:nvSpPr>
          <p:cNvPr id="4" name="">
            <a:extLst xmlns:a="http://schemas.openxmlformats.org/drawingml/2006/main">
              <a:ext uri="{FF2B5EF4-FFF2-40B4-BE49-F238E27FC236}">
                <a16:creationId xmlns:a16="http://schemas.microsoft.com/office/drawing/2014/main" id="{0D9A6200-B7B1-4608-9E68-D501FE4C312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실제 Demo의 성공은 기준점으로 유지">
            <a:extLst xmlns:a="http://schemas.openxmlformats.org/drawingml/2006/main">
              <a:ext uri="{FF2B5EF4-FFF2-40B4-BE49-F238E27FC236}">
                <a16:creationId xmlns:a16="http://schemas.microsoft.com/office/drawing/2014/main" id="{F8F133BD-7290-4D06-9ED2-3E11D5E796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실제 Demo의 성공은 기준점으로 유지</a:t>
            </a:r>
          </a:p>
        </p:txBody>
      </p:sp>
      <p:sp>
        <p:nvSpPr>
          <p:cNvPr id="6" name="교육용 적용 질문 · 기능 추가를 전제하지 않음 · 다음 ACT의 변화는 별도 가상 사례">
            <a:extLst xmlns:a="http://schemas.openxmlformats.org/drawingml/2006/main">
              <a:ext uri="{FF2B5EF4-FFF2-40B4-BE49-F238E27FC236}">
                <a16:creationId xmlns:a16="http://schemas.microsoft.com/office/drawing/2014/main" id="{A5FFF9EB-7618-4565-A6BF-4E776CB0345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질문 · 기능 추가를 전제하지 않음 · 다음 ACT의 변화는 별도 가상 사례</a:t>
            </a:r>
          </a:p>
        </p:txBody>
      </p:sp>
      <p:sp>
        <p:nvSpPr>
          <p:cNvPr id="7" name="">
            <a:extLst xmlns:a="http://schemas.openxmlformats.org/drawingml/2006/main">
              <a:ext uri="{FF2B5EF4-FFF2-40B4-BE49-F238E27FC236}">
                <a16:creationId xmlns:a16="http://schemas.microsoft.com/office/drawing/2014/main" id="{1BE1C69B-4F1D-4EB3-A980-6DAD08F1D8FA}"/>
              </a:ext>
            </a:extLst>
          </p:cNvPr>
          <p:cNvSpPr>
            <a:spLocks xmlns:a="http://schemas.openxmlformats.org/drawingml/2006/main" noGrp="1"/>
          </p:cNvSpPr>
          <p:nvPr/>
        </p:nvSpPr>
        <p:spPr>
          <a:xfrm xmlns:a="http://schemas.openxmlformats.org/drawingml/2006/main">
            <a:off x="60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반복 정보">
            <a:extLst xmlns:a="http://schemas.openxmlformats.org/drawingml/2006/main">
              <a:ext uri="{FF2B5EF4-FFF2-40B4-BE49-F238E27FC236}">
                <a16:creationId xmlns:a16="http://schemas.microsoft.com/office/drawing/2014/main" id="{6CF37FC2-763D-4B6E-AD15-DCCBB9D57345}"/>
              </a:ext>
            </a:extLst>
          </p:cNvPr>
          <p:cNvSpPr>
            <a:spLocks xmlns:a="http://schemas.openxmlformats.org/drawingml/2006/main" noGrp="1"/>
          </p:cNvSpPr>
          <p:nvPr/>
        </p:nvSpPr>
        <p:spPr>
          <a:xfrm xmlns:a="http://schemas.openxmlformats.org/drawingml/2006/main">
            <a:off x="80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정보</a:t>
            </a:r>
          </a:p>
        </p:txBody>
      </p:sp>
      <p:sp>
        <p:nvSpPr>
          <p:cNvPr id="9" name="명세 · 프로젝트 안내">
            <a:extLst xmlns:a="http://schemas.openxmlformats.org/drawingml/2006/main">
              <a:ext uri="{FF2B5EF4-FFF2-40B4-BE49-F238E27FC236}">
                <a16:creationId xmlns:a16="http://schemas.microsoft.com/office/drawing/2014/main" id="{39678C14-FF78-4EAC-A36F-9DAE4B51E592}"/>
              </a:ext>
            </a:extLst>
          </p:cNvPr>
          <p:cNvSpPr>
            <a:spLocks xmlns:a="http://schemas.openxmlformats.org/drawingml/2006/main" noGrp="1"/>
          </p:cNvSpPr>
          <p:nvPr/>
        </p:nvSpPr>
        <p:spPr>
          <a:xfrm xmlns:a="http://schemas.openxmlformats.org/drawingml/2006/main">
            <a:off x="80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명세 · 프로젝트 안내</a:t>
            </a:r>
          </a:p>
        </p:txBody>
      </p:sp>
      <p:sp>
        <p:nvSpPr>
          <p:cNvPr id="10" name="">
            <a:extLst xmlns:a="http://schemas.openxmlformats.org/drawingml/2006/main">
              <a:ext uri="{FF2B5EF4-FFF2-40B4-BE49-F238E27FC236}">
                <a16:creationId xmlns:a16="http://schemas.microsoft.com/office/drawing/2014/main" id="{0E52DCE1-708E-4FBB-98B8-E7920948D0F9}"/>
              </a:ext>
            </a:extLst>
          </p:cNvPr>
          <p:cNvSpPr>
            <a:spLocks xmlns:a="http://schemas.openxmlformats.org/drawingml/2006/main" noGrp="1"/>
          </p:cNvSpPr>
          <p:nvPr/>
        </p:nvSpPr>
        <p:spPr>
          <a:xfrm xmlns:a="http://schemas.openxmlformats.org/drawingml/2006/main">
            <a:off x="2286000" y="3009900"/>
            <a:ext cx="0" cy="361950"/>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A0267165-025F-46D5-8377-004549306109}"/>
              </a:ext>
            </a:extLst>
          </p:cNvPr>
          <p:cNvSpPr>
            <a:spLocks xmlns:a="http://schemas.openxmlformats.org/drawingml/2006/main" noGrp="1"/>
          </p:cNvSpPr>
          <p:nvPr/>
        </p:nvSpPr>
        <p:spPr>
          <a:xfrm xmlns:a="http://schemas.openxmlformats.org/drawingml/2006/main">
            <a:off x="441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반복 절차">
            <a:extLst xmlns:a="http://schemas.openxmlformats.org/drawingml/2006/main">
              <a:ext uri="{FF2B5EF4-FFF2-40B4-BE49-F238E27FC236}">
                <a16:creationId xmlns:a16="http://schemas.microsoft.com/office/drawing/2014/main" id="{5FBDB11F-4CA0-42BF-93D0-5CA16B1D665B}"/>
              </a:ext>
            </a:extLst>
          </p:cNvPr>
          <p:cNvSpPr>
            <a:spLocks xmlns:a="http://schemas.openxmlformats.org/drawingml/2006/main" noGrp="1"/>
          </p:cNvSpPr>
          <p:nvPr/>
        </p:nvSpPr>
        <p:spPr>
          <a:xfrm xmlns:a="http://schemas.openxmlformats.org/drawingml/2006/main">
            <a:off x="461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절차</a:t>
            </a:r>
          </a:p>
        </p:txBody>
      </p:sp>
      <p:sp>
        <p:nvSpPr>
          <p:cNvPr id="13" name="조사 · 변경 · 검증">
            <a:extLst xmlns:a="http://schemas.openxmlformats.org/drawingml/2006/main">
              <a:ext uri="{FF2B5EF4-FFF2-40B4-BE49-F238E27FC236}">
                <a16:creationId xmlns:a16="http://schemas.microsoft.com/office/drawing/2014/main" id="{B79AC025-845F-425C-A46A-55090D2DECD9}"/>
              </a:ext>
            </a:extLst>
          </p:cNvPr>
          <p:cNvSpPr>
            <a:spLocks xmlns:a="http://schemas.openxmlformats.org/drawingml/2006/main" noGrp="1"/>
          </p:cNvSpPr>
          <p:nvPr/>
        </p:nvSpPr>
        <p:spPr>
          <a:xfrm xmlns:a="http://schemas.openxmlformats.org/drawingml/2006/main">
            <a:off x="461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a:t>
            </a:r>
          </a:p>
        </p:txBody>
      </p:sp>
      <p:sp>
        <p:nvSpPr>
          <p:cNvPr id="14" name="">
            <a:extLst xmlns:a="http://schemas.openxmlformats.org/drawingml/2006/main">
              <a:ext uri="{FF2B5EF4-FFF2-40B4-BE49-F238E27FC236}">
                <a16:creationId xmlns:a16="http://schemas.microsoft.com/office/drawing/2014/main" id="{B7B6317B-F7DB-4C09-BA42-0DD6C3A9AF6B}"/>
              </a:ext>
            </a:extLst>
          </p:cNvPr>
          <p:cNvSpPr>
            <a:spLocks xmlns:a="http://schemas.openxmlformats.org/drawingml/2006/main" noGrp="1"/>
          </p:cNvSpPr>
          <p:nvPr/>
        </p:nvSpPr>
        <p:spPr>
          <a:xfrm xmlns:a="http://schemas.openxmlformats.org/drawingml/2006/main">
            <a:off x="6096000" y="3009900"/>
            <a:ext cx="0" cy="361950"/>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2B9063E2-9840-4060-989D-448343BF66DF}"/>
              </a:ext>
            </a:extLst>
          </p:cNvPr>
          <p:cNvSpPr>
            <a:spLocks xmlns:a="http://schemas.openxmlformats.org/drawingml/2006/main" noGrp="1"/>
          </p:cNvSpPr>
          <p:nvPr/>
        </p:nvSpPr>
        <p:spPr>
          <a:xfrm xmlns:a="http://schemas.openxmlformats.org/drawingml/2006/main">
            <a:off x="822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근거">
            <a:extLst xmlns:a="http://schemas.openxmlformats.org/drawingml/2006/main">
              <a:ext uri="{FF2B5EF4-FFF2-40B4-BE49-F238E27FC236}">
                <a16:creationId xmlns:a16="http://schemas.microsoft.com/office/drawing/2014/main" id="{3A7E39BB-5AA4-47D4-B278-9ABCA1D50FDC}"/>
              </a:ext>
            </a:extLst>
          </p:cNvPr>
          <p:cNvSpPr>
            <a:spLocks xmlns:a="http://schemas.openxmlformats.org/drawingml/2006/main" noGrp="1"/>
          </p:cNvSpPr>
          <p:nvPr/>
        </p:nvSpPr>
        <p:spPr>
          <a:xfrm xmlns:a="http://schemas.openxmlformats.org/drawingml/2006/main">
            <a:off x="842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근거</a:t>
            </a:r>
          </a:p>
        </p:txBody>
      </p:sp>
      <p:sp>
        <p:nvSpPr>
          <p:cNvPr id="17" name="테스트 · 측정 조건">
            <a:extLst xmlns:a="http://schemas.openxmlformats.org/drawingml/2006/main">
              <a:ext uri="{FF2B5EF4-FFF2-40B4-BE49-F238E27FC236}">
                <a16:creationId xmlns:a16="http://schemas.microsoft.com/office/drawing/2014/main" id="{5ECA8242-6C98-4DA9-9B8E-893139D7402D}"/>
              </a:ext>
            </a:extLst>
          </p:cNvPr>
          <p:cNvSpPr>
            <a:spLocks xmlns:a="http://schemas.openxmlformats.org/drawingml/2006/main" noGrp="1"/>
          </p:cNvSpPr>
          <p:nvPr/>
        </p:nvSpPr>
        <p:spPr>
          <a:xfrm xmlns:a="http://schemas.openxmlformats.org/drawingml/2006/main">
            <a:off x="842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조건</a:t>
            </a:r>
          </a:p>
        </p:txBody>
      </p:sp>
      <p:sp>
        <p:nvSpPr>
          <p:cNvPr id="18" name="">
            <a:extLst xmlns:a="http://schemas.openxmlformats.org/drawingml/2006/main">
              <a:ext uri="{FF2B5EF4-FFF2-40B4-BE49-F238E27FC236}">
                <a16:creationId xmlns:a16="http://schemas.microsoft.com/office/drawing/2014/main" id="{1350ED28-1589-48FA-9292-76485A763B42}"/>
              </a:ext>
            </a:extLst>
          </p:cNvPr>
          <p:cNvSpPr>
            <a:spLocks xmlns:a="http://schemas.openxmlformats.org/drawingml/2006/main" noGrp="1"/>
          </p:cNvSpPr>
          <p:nvPr/>
        </p:nvSpPr>
        <p:spPr>
          <a:xfrm xmlns:a="http://schemas.openxmlformats.org/drawingml/2006/main">
            <a:off x="9906000" y="3009900"/>
            <a:ext cx="0" cy="3619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3AA51A-FAC5-4847-9831-78FF1977AA14}"/>
              </a:ext>
            </a:extLst>
          </p:cNvPr>
          <p:cNvSpPr>
            <a:spLocks xmlns:a="http://schemas.openxmlformats.org/drawingml/2006/main" noGrp="1"/>
          </p:cNvSpPr>
          <p:nvPr/>
        </p:nvSpPr>
        <p:spPr>
          <a:xfrm xmlns:a="http://schemas.openxmlformats.org/drawingml/2006/main">
            <a:off x="2286000" y="337185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A3B562EB-6DA5-4373-AF39-115D649EBA56}"/>
              </a:ext>
            </a:extLst>
          </p:cNvPr>
          <p:cNvCxnSpPr/>
          <p:nvPr/>
        </p:nvCxnSpPr>
        <p:spPr>
          <a:xfrm xmlns:a="http://schemas.openxmlformats.org/drawingml/2006/main">
            <a:off x="6096000" y="3371850"/>
            <a:ext cx="0" cy="1905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61E9EC3-45B1-454F-AAA0-F1179CE14069}"/>
              </a:ext>
            </a:extLst>
          </p:cNvPr>
          <p:cNvSpPr>
            <a:spLocks xmlns:a="http://schemas.openxmlformats.org/drawingml/2006/main" noGrp="1"/>
          </p:cNvSpPr>
          <p:nvPr/>
        </p:nvSpPr>
        <p:spPr>
          <a:xfrm xmlns:a="http://schemas.openxmlformats.org/drawingml/2006/main">
            <a:off x="4953000" y="3619500"/>
            <a:ext cx="2286000" cy="5524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하나만 선택">
            <a:extLst xmlns:a="http://schemas.openxmlformats.org/drawingml/2006/main">
              <a:ext uri="{FF2B5EF4-FFF2-40B4-BE49-F238E27FC236}">
                <a16:creationId xmlns:a16="http://schemas.microsoft.com/office/drawing/2014/main" id="{5D627573-6C89-4E9E-8EA8-86ABBD4E36C9}"/>
              </a:ext>
            </a:extLst>
          </p:cNvPr>
          <p:cNvSpPr>
            <a:spLocks xmlns:a="http://schemas.openxmlformats.org/drawingml/2006/main" noGrp="1"/>
          </p:cNvSpPr>
          <p:nvPr/>
        </p:nvSpPr>
        <p:spPr>
          <a:xfrm xmlns:a="http://schemas.openxmlformats.org/drawingml/2006/main">
            <a:off x="5105400" y="3705225"/>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하나만 선택</a:t>
            </a:r>
          </a:p>
        </p:txBody>
      </p:sp>
      <p:sp>
        <p:nvSpPr>
          <p:cNvPr id="23" name="">
            <a:extLst xmlns:a="http://schemas.openxmlformats.org/drawingml/2006/main">
              <a:ext uri="{FF2B5EF4-FFF2-40B4-BE49-F238E27FC236}">
                <a16:creationId xmlns:a16="http://schemas.microsoft.com/office/drawing/2014/main" id="{C971E3B4-0DC9-4083-A213-D76CFAB677FC}"/>
              </a:ext>
            </a:extLst>
          </p:cNvPr>
          <p:cNvSpPr>
            <a:spLocks xmlns:a="http://schemas.openxmlformats.org/drawingml/2006/main" noGrp="1"/>
          </p:cNvSpPr>
          <p:nvPr/>
        </p:nvSpPr>
        <p:spPr>
          <a:xfrm xmlns:a="http://schemas.openxmlformats.org/drawingml/2006/main">
            <a:off x="6096000" y="4171950"/>
            <a:ext cx="0" cy="171450"/>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8E57CFCF-9BA8-4456-8AEC-97941403F9A8}"/>
              </a:ext>
            </a:extLst>
          </p:cNvPr>
          <p:cNvSpPr>
            <a:spLocks xmlns:a="http://schemas.openxmlformats.org/drawingml/2006/main" noGrp="1"/>
          </p:cNvSpPr>
          <p:nvPr/>
        </p:nvSpPr>
        <p:spPr>
          <a:xfrm xmlns:a="http://schemas.openxmlformats.org/drawingml/2006/main">
            <a:off x="3200400" y="43434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E43EC26A-48BF-4D2A-866F-1864DD482A27}"/>
              </a:ext>
            </a:extLst>
          </p:cNvPr>
          <p:cNvCxnSpPr/>
          <p:nvPr/>
        </p:nvCxnSpPr>
        <p:spPr>
          <a:xfrm xmlns:a="http://schemas.openxmlformats.org/drawingml/2006/main">
            <a:off x="32004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6" name="">
            <a:extLst xmlns:a="http://schemas.openxmlformats.org/drawingml/2006/main">
              <a:ext uri="{FF2B5EF4-FFF2-40B4-BE49-F238E27FC236}">
                <a16:creationId xmlns:a16="http://schemas.microsoft.com/office/drawing/2014/main" id="{F30D8A0D-D098-456B-9F35-69C1C4099F0B}"/>
              </a:ext>
            </a:extLst>
          </p:cNvPr>
          <p:cNvCxnSpPr/>
          <p:nvPr/>
        </p:nvCxnSpPr>
        <p:spPr>
          <a:xfrm xmlns:a="http://schemas.openxmlformats.org/drawingml/2006/main">
            <a:off x="89916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87D67C41-1C9B-4A9A-8B10-5F8543ADB5D9}"/>
              </a:ext>
            </a:extLst>
          </p:cNvPr>
          <p:cNvSpPr>
            <a:spLocks xmlns:a="http://schemas.openxmlformats.org/drawingml/2006/main" noGrp="1"/>
          </p:cNvSpPr>
          <p:nvPr/>
        </p:nvSpPr>
        <p:spPr>
          <a:xfrm xmlns:a="http://schemas.openxmlformats.org/drawingml/2006/main">
            <a:off x="6096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디에 둘까?">
            <a:extLst xmlns:a="http://schemas.openxmlformats.org/drawingml/2006/main">
              <a:ext uri="{FF2B5EF4-FFF2-40B4-BE49-F238E27FC236}">
                <a16:creationId xmlns:a16="http://schemas.microsoft.com/office/drawing/2014/main" id="{A5A28BB5-0668-4887-A963-F4BD345996C0}"/>
              </a:ext>
            </a:extLst>
          </p:cNvPr>
          <p:cNvSpPr>
            <a:spLocks xmlns:a="http://schemas.openxmlformats.org/drawingml/2006/main" noGrp="1"/>
          </p:cNvSpPr>
          <p:nvPr/>
        </p:nvSpPr>
        <p:spPr>
          <a:xfrm xmlns:a="http://schemas.openxmlformats.org/drawingml/2006/main">
            <a:off x="8001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어디에 둘까?</a:t>
            </a:r>
          </a:p>
        </p:txBody>
      </p:sp>
      <p:sp>
        <p:nvSpPr>
          <p:cNvPr id="29" name="">
            <a:extLst xmlns:a="http://schemas.openxmlformats.org/drawingml/2006/main">
              <a:ext uri="{FF2B5EF4-FFF2-40B4-BE49-F238E27FC236}">
                <a16:creationId xmlns:a16="http://schemas.microsoft.com/office/drawing/2014/main" id="{91304BF0-9364-46B9-BB7A-960A8FEA88FF}"/>
              </a:ext>
            </a:extLst>
          </p:cNvPr>
          <p:cNvSpPr>
            <a:spLocks xmlns:a="http://schemas.openxmlformats.org/drawingml/2006/main" noGrp="1"/>
          </p:cNvSpPr>
          <p:nvPr/>
        </p:nvSpPr>
        <p:spPr>
          <a:xfrm xmlns:a="http://schemas.openxmlformats.org/drawingml/2006/main">
            <a:off x="64008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갱신할까?">
            <a:extLst xmlns:a="http://schemas.openxmlformats.org/drawingml/2006/main">
              <a:ext uri="{FF2B5EF4-FFF2-40B4-BE49-F238E27FC236}">
                <a16:creationId xmlns:a16="http://schemas.microsoft.com/office/drawing/2014/main" id="{5F470CA3-BC73-45C3-A432-0A7552F95B42}"/>
              </a:ext>
            </a:extLst>
          </p:cNvPr>
          <p:cNvSpPr>
            <a:spLocks xmlns:a="http://schemas.openxmlformats.org/drawingml/2006/main" noGrp="1"/>
          </p:cNvSpPr>
          <p:nvPr/>
        </p:nvSpPr>
        <p:spPr>
          <a:xfrm xmlns:a="http://schemas.openxmlformats.org/drawingml/2006/main">
            <a:off x="65913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누가 검토·갱신할까?</a:t>
            </a:r>
          </a:p>
        </p:txBody>
      </p:sp>
      <p:sp>
        <p:nvSpPr>
          <p:cNvPr id="31" name="위치와 담당을 생각했다면, 다시 확인할 때는?">
            <a:extLst xmlns:a="http://schemas.openxmlformats.org/drawingml/2006/main">
              <a:ext uri="{FF2B5EF4-FFF2-40B4-BE49-F238E27FC236}">
                <a16:creationId xmlns:a16="http://schemas.microsoft.com/office/drawing/2014/main" id="{C7D4D738-77B7-448A-9CB3-8A9333EEFEA2}"/>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위치와 담당을 생각했다면, 다시 확인할 때는?</a:t>
            </a:r>
          </a:p>
        </p:txBody>
      </p:sp>
      <p:sp>
        <p:nvSpPr>
          <p:cNvPr id="32" name="Legacy module connection">
            <a:extLst xmlns:a="http://schemas.openxmlformats.org/drawingml/2006/main">
              <a:ext uri="{FF2B5EF4-FFF2-40B4-BE49-F238E27FC236}">
                <a16:creationId xmlns:a16="http://schemas.microsoft.com/office/drawing/2014/main" id="{59B33E75-A450-4F82-A08F-73FC095242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1349657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2026-10-25T08:39:14.6550000Z</dcterms:created>
  <dcterms:modified xsi:type="dcterms:W3CDTF">2026-10-25T08:39:14.6550000Z</dcterms:modified>
</coreProperties>
</file>