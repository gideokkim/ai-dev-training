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73a217ea2e004a58" /><Relationship Type="http://schemas.openxmlformats.org/officeDocument/2006/relationships/extended-properties" Target="/docProps/app.xml" Id="Rb58e3e60ad4242fd" /><Relationship Type="http://schemas.openxmlformats.org/officeDocument/2006/relationships/officeDocument" Target="/ppt/presentation.xml" Id="R6c99237796684a42" /></Relationships>
</file>

<file path=ppt/presentation.xml><?xml version="1.0" encoding="utf-8"?>
<p:presentation xmlns:p="http://schemas.openxmlformats.org/presentationml/2006/main">
  <p:sldMasterIdLst>
    <p:sldMasterId xmlns:r="http://schemas.openxmlformats.org/officeDocument/2006/relationships" id="2147483648" r:id="R321f163968a345c0"/>
  </p:sldMasterIdLst>
  <p:notesMasterIdLst>
    <p:notesMasterId xmlns:r="http://schemas.openxmlformats.org/officeDocument/2006/relationships" r:id="R8d18f2f4eee34e00"/>
  </p:notesMasterIdLst>
  <p:sldIdLst>
    <p:sldId xmlns:r="http://schemas.openxmlformats.org/officeDocument/2006/relationships" id="256" r:id="Rfa4e3f6152f54277"/>
    <p:sldId xmlns:r="http://schemas.openxmlformats.org/officeDocument/2006/relationships" id="257" r:id="R6d089d22627a490c"/>
    <p:sldId xmlns:r="http://schemas.openxmlformats.org/officeDocument/2006/relationships" id="258" r:id="Ra5cede79af78457e"/>
    <p:sldId xmlns:r="http://schemas.openxmlformats.org/officeDocument/2006/relationships" id="259" r:id="Ra9600a526b1d479a"/>
    <p:sldId xmlns:r="http://schemas.openxmlformats.org/officeDocument/2006/relationships" id="260" r:id="Rb1f229c2545741bd"/>
    <p:sldId xmlns:r="http://schemas.openxmlformats.org/officeDocument/2006/relationships" id="261" r:id="Rc3687fd37aca4f81"/>
    <p:sldId xmlns:r="http://schemas.openxmlformats.org/officeDocument/2006/relationships" id="262" r:id="R971b85681b534369"/>
    <p:sldId xmlns:r="http://schemas.openxmlformats.org/officeDocument/2006/relationships" id="263" r:id="R4e0887ad5fda444f"/>
    <p:sldId xmlns:r="http://schemas.openxmlformats.org/officeDocument/2006/relationships" id="264" r:id="R3856728d0b43407f"/>
    <p:sldId xmlns:r="http://schemas.openxmlformats.org/officeDocument/2006/relationships" id="265" r:id="R358f35a4f7324654"/>
    <p:sldId xmlns:r="http://schemas.openxmlformats.org/officeDocument/2006/relationships" id="266" r:id="R09cf6bcd21794290"/>
    <p:sldId xmlns:r="http://schemas.openxmlformats.org/officeDocument/2006/relationships" id="267" r:id="Rc0043726db4b4158"/>
    <p:sldId xmlns:r="http://schemas.openxmlformats.org/officeDocument/2006/relationships" id="268" r:id="R850f8bf9fb294c57"/>
    <p:sldId xmlns:r="http://schemas.openxmlformats.org/officeDocument/2006/relationships" id="269" r:id="Reb7c1a0b51b74162"/>
    <p:sldId xmlns:r="http://schemas.openxmlformats.org/officeDocument/2006/relationships" id="270" r:id="R16c807c593df41be"/>
    <p:sldId xmlns:r="http://schemas.openxmlformats.org/officeDocument/2006/relationships" id="271" r:id="R6c40beda89664fa9"/>
    <p:sldId xmlns:r="http://schemas.openxmlformats.org/officeDocument/2006/relationships" id="272" r:id="R715eafe64c5c43b7"/>
    <p:sldId xmlns:r="http://schemas.openxmlformats.org/officeDocument/2006/relationships" id="273" r:id="R24bbefd2ac79457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25c319dc0bd46a0" /><Relationship Type="http://schemas.openxmlformats.org/officeDocument/2006/relationships/slideMaster" Target="/ppt/slideMasters/slideMaster1.xml" Id="R321f163968a345c0" /><Relationship Type="http://schemas.openxmlformats.org/officeDocument/2006/relationships/notesMaster" Target="/ppt/notesMasters/notesMaster1.xml" Id="R8d18f2f4eee34e00" /><Relationship Type="http://schemas.openxmlformats.org/officeDocument/2006/relationships/presProps" Target="/ppt/presProps.xml" Id="Rf03e83e6b6174f97" /><Relationship Type="http://schemas.openxmlformats.org/officeDocument/2006/relationships/tableStyles" Target="/ppt/tableStyles.xml" Id="Raa9f9674cf2b4322" /><Relationship Type="http://schemas.openxmlformats.org/officeDocument/2006/relationships/slide" Target="/ppt/slides/slide1.xml" Id="Rfa4e3f6152f54277" /><Relationship Type="http://schemas.openxmlformats.org/officeDocument/2006/relationships/slide" Target="/ppt/slides/slide2.xml" Id="R6d089d22627a490c" /><Relationship Type="http://schemas.openxmlformats.org/officeDocument/2006/relationships/slide" Target="/ppt/slides/slide3.xml" Id="Ra5cede79af78457e" /><Relationship Type="http://schemas.openxmlformats.org/officeDocument/2006/relationships/slide" Target="/ppt/slides/slide4.xml" Id="Ra9600a526b1d479a" /><Relationship Type="http://schemas.openxmlformats.org/officeDocument/2006/relationships/slide" Target="/ppt/slides/slide5.xml" Id="Rb1f229c2545741bd" /><Relationship Type="http://schemas.openxmlformats.org/officeDocument/2006/relationships/slide" Target="/ppt/slides/slide6.xml" Id="Rc3687fd37aca4f81" /><Relationship Type="http://schemas.openxmlformats.org/officeDocument/2006/relationships/slide" Target="/ppt/slides/slide7.xml" Id="R971b85681b534369" /><Relationship Type="http://schemas.openxmlformats.org/officeDocument/2006/relationships/slide" Target="/ppt/slides/slide8.xml" Id="R4e0887ad5fda444f" /><Relationship Type="http://schemas.openxmlformats.org/officeDocument/2006/relationships/slide" Target="/ppt/slides/slide9.xml" Id="R3856728d0b43407f" /><Relationship Type="http://schemas.openxmlformats.org/officeDocument/2006/relationships/slide" Target="/ppt/slides/slide10.xml" Id="R358f35a4f7324654" /><Relationship Type="http://schemas.openxmlformats.org/officeDocument/2006/relationships/slide" Target="/ppt/slides/slide11.xml" Id="R09cf6bcd21794290" /><Relationship Type="http://schemas.openxmlformats.org/officeDocument/2006/relationships/slide" Target="/ppt/slides/slide12.xml" Id="Rc0043726db4b4158" /><Relationship Type="http://schemas.openxmlformats.org/officeDocument/2006/relationships/slide" Target="/ppt/slides/slide13.xml" Id="R850f8bf9fb294c57" /><Relationship Type="http://schemas.openxmlformats.org/officeDocument/2006/relationships/slide" Target="/ppt/slides/slide14.xml" Id="Reb7c1a0b51b74162" /><Relationship Type="http://schemas.openxmlformats.org/officeDocument/2006/relationships/slide" Target="/ppt/slides/slide15.xml" Id="R16c807c593df41be" /><Relationship Type="http://schemas.openxmlformats.org/officeDocument/2006/relationships/slide" Target="/ppt/slides/slide16.xml" Id="R6c40beda89664fa9" /><Relationship Type="http://schemas.openxmlformats.org/officeDocument/2006/relationships/slide" Target="/ppt/slides/slide17.xml" Id="R715eafe64c5c43b7" /><Relationship Type="http://schemas.openxmlformats.org/officeDocument/2006/relationships/slide" Target="/ppt/slides/slide18.xml" Id="R24bbefd2ac79457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0df05d604b54ed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79e07d1405f4ff5" /><Relationship Type="http://schemas.openxmlformats.org/officeDocument/2006/relationships/notesMaster" Target="/ppt/notesMasters/notesMaster1.xml" Id="R83bf9e90560d44cf" /></Relationships>
</file>

<file path=ppt/notesSlides/_rels/notesSlide2.xml.rels>&#65279;<?xml version="1.0" encoding="utf-8"?><Relationships xmlns="http://schemas.openxmlformats.org/package/2006/relationships"><Relationship Type="http://schemas.openxmlformats.org/officeDocument/2006/relationships/slide" Target="/ppt/slides/slide2.xml" Id="R9acbff1179b34aa2" /><Relationship Type="http://schemas.openxmlformats.org/officeDocument/2006/relationships/notesMaster" Target="/ppt/notesMasters/notesMaster1.xml" Id="Rb4b39e2353724da9" /></Relationships>
</file>

<file path=ppt/notesSlides/_rels/notesSlide3.xml.rels>&#65279;<?xml version="1.0" encoding="utf-8"?><Relationships xmlns="http://schemas.openxmlformats.org/package/2006/relationships"><Relationship Type="http://schemas.openxmlformats.org/officeDocument/2006/relationships/slide" Target="/ppt/slides/slide3.xml" Id="Rc83e862fb58f44f5" /><Relationship Type="http://schemas.openxmlformats.org/officeDocument/2006/relationships/notesMaster" Target="/ppt/notesMasters/notesMaster1.xml" Id="Rb9e71ae47bad4439" /></Relationships>
</file>

<file path=ppt/notesSlides/_rels/notesSlide4.xml.rels>&#65279;<?xml version="1.0" encoding="utf-8"?><Relationships xmlns="http://schemas.openxmlformats.org/package/2006/relationships"><Relationship Type="http://schemas.openxmlformats.org/officeDocument/2006/relationships/slide" Target="/ppt/slides/slide4.xml" Id="Rb92d26c2cc384cf0" /><Relationship Type="http://schemas.openxmlformats.org/officeDocument/2006/relationships/notesMaster" Target="/ppt/notesMasters/notesMaster1.xml" Id="R8989fb9199024798" /></Relationships>
</file>

<file path=ppt/notesSlides/_rels/notesSlide5.xml.rels>&#65279;<?xml version="1.0" encoding="utf-8"?><Relationships xmlns="http://schemas.openxmlformats.org/package/2006/relationships"><Relationship Type="http://schemas.openxmlformats.org/officeDocument/2006/relationships/slide" Target="/ppt/slides/slide5.xml" Id="R2ceb2ab04a27484b" /><Relationship Type="http://schemas.openxmlformats.org/officeDocument/2006/relationships/notesMaster" Target="/ppt/notesMasters/notesMaster1.xml" Id="R1b0517fac8fe4f00" /></Relationships>
</file>

<file path=ppt/notesSlides/_rels/notesSlide6.xml.rels>&#65279;<?xml version="1.0" encoding="utf-8"?><Relationships xmlns="http://schemas.openxmlformats.org/package/2006/relationships"><Relationship Type="http://schemas.openxmlformats.org/officeDocument/2006/relationships/slide" Target="/ppt/slides/slide6.xml" Id="R0a8bb160427e46f9" /><Relationship Type="http://schemas.openxmlformats.org/officeDocument/2006/relationships/notesMaster" Target="/ppt/notesMasters/notesMaster1.xml" Id="Rc76cb35b668b440d" /></Relationships>
</file>

<file path=ppt/notesSlides/_rels/notesSlide7.xml.rels>&#65279;<?xml version="1.0" encoding="utf-8"?><Relationships xmlns="http://schemas.openxmlformats.org/package/2006/relationships"><Relationship Type="http://schemas.openxmlformats.org/officeDocument/2006/relationships/slide" Target="/ppt/slides/slide7.xml" Id="Ra6c0f34b170e48ec" /><Relationship Type="http://schemas.openxmlformats.org/officeDocument/2006/relationships/notesMaster" Target="/ppt/notesMasters/notesMaster1.xml" Id="Rdab0eca5f75040b1" /></Relationships>
</file>

<file path=ppt/notesSlides/_rels/notesSlide8.xml.rels>&#65279;<?xml version="1.0" encoding="utf-8"?><Relationships xmlns="http://schemas.openxmlformats.org/package/2006/relationships"><Relationship Type="http://schemas.openxmlformats.org/officeDocument/2006/relationships/slide" Target="/ppt/slides/slide8.xml" Id="Rfd8f9b97e5d94a53" /><Relationship Type="http://schemas.openxmlformats.org/officeDocument/2006/relationships/notesMaster" Target="/ppt/notesMasters/notesMaster1.xml" Id="R34b80cc21d034b47" /></Relationships>
</file>

<file path=ppt/notesSlides/_rels/notesSlide9.xml.rels>&#65279;<?xml version="1.0" encoding="utf-8"?><Relationships xmlns="http://schemas.openxmlformats.org/package/2006/relationships"><Relationship Type="http://schemas.openxmlformats.org/officeDocument/2006/relationships/slide" Target="/ppt/slides/slide9.xml" Id="R99a8a41e1b3442c7" /><Relationship Type="http://schemas.openxmlformats.org/officeDocument/2006/relationships/notesMaster" Target="/ppt/notesMasters/notesMaster1.xml" Id="Ra39c7a1ab5214a8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bcebf88ca234bba" /><Relationship Type="http://schemas.openxmlformats.org/officeDocument/2006/relationships/notesMaster" Target="/ppt/notesMasters/notesMaster1.xml" Id="R3983ccae335f460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e6645bd1d8d442f" /><Relationship Type="http://schemas.openxmlformats.org/officeDocument/2006/relationships/notesMaster" Target="/ppt/notesMasters/notesMaster1.xml" Id="R9d8de918f6b0496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855f0760bce4839" /><Relationship Type="http://schemas.openxmlformats.org/officeDocument/2006/relationships/notesMaster" Target="/ppt/notesMasters/notesMaster1.xml" Id="Rf19188c1b558420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9147056963b4dc3" /><Relationship Type="http://schemas.openxmlformats.org/officeDocument/2006/relationships/notesMaster" Target="/ppt/notesMasters/notesMaster1.xml" Id="R066a57e7d6184c9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46563706f114f95" /><Relationship Type="http://schemas.openxmlformats.org/officeDocument/2006/relationships/notesMaster" Target="/ppt/notesMasters/notesMaster1.xml" Id="R238ef269a96847f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d5e9883ee0241b0" /><Relationship Type="http://schemas.openxmlformats.org/officeDocument/2006/relationships/notesMaster" Target="/ppt/notesMasters/notesMaster1.xml" Id="Rf2dcf1def4b441e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e86edfff1794f74" /><Relationship Type="http://schemas.openxmlformats.org/officeDocument/2006/relationships/notesMaster" Target="/ppt/notesMasters/notesMaster1.xml" Id="Rd03195bbea05443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a1ac3e5e3324faa" /><Relationship Type="http://schemas.openxmlformats.org/officeDocument/2006/relationships/notesMaster" Target="/ppt/notesMasters/notesMaster1.xml" Id="R3e70f95fd6bd42c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0fddd4351964dc0" /><Relationship Type="http://schemas.openxmlformats.org/officeDocument/2006/relationships/notesMaster" Target="/ppt/notesMasters/notesMaster1.xml" Id="R12afc76c71974cb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두 실제 요청에 같은 절차가 반복됐다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S49의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S50, production/preview/act3/S50.png 및 production/preview/full/S50.png.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테스트 명령을 언제 쓰고 무엇을 판단할까?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S50의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S52의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S52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S51, production/preview/act3/S51.png 및 production/preview/full/S51.png.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목표·기준·방법을 한 작업에 적용한다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S51에서 명령의 사용 시점·판단 기준까지 정한 방법을 봤음을 한 문장으로 회수한다. 상단 이번 목표 ‘normalize 성능을 조사해줘’를 읽고, 아래 작업 영역으로 들어가는 연결을 짚는다. S51의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S53에서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S51 회수·목표1, 기준·한 작업1.5, 방법 적용1.5, S53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S52, production/preview/act3/S52.png 및 production/preview/full/S52.png.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반복 절차를 Skill로 모으는 이유</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S52의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S52의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S51에서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S54의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S54에서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S52 회수0.75, 요청/기준 구분1, 공통 Skill과 관리 이유1.25, 선택 범위/S54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S53, production/preview/act3/S53.png 및 production/preview/full/S53.png.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Skill 발견·호출·본문 포함의 근거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S53의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S55에서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S55로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S53 회수·업무 목적0.75, 목록1, 요청1, trace1.5, 범위·S55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S54, production/preview/act3/S54.png 및 production/preview/full/S54.png.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Skill 지침과 실제 작업 기록의 대응</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S54의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S56에서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S54의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S57–S58로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범위·S56 연결1.5). 지연 시 명령과 테스트 이름을 낭독하지 않고 행별 대응을 짚는다. 조건부 계획, 입력/수행 구분, 단독 효과 미입증은 생략하지 않는다. 6분에 S56으로 이동한다.</a:t>
            </a:r>
          </a:p>
          <a:p xmlns:a="http://schemas.openxmlformats.org/drawingml/2006/main">
            <a:r>
              <a:t/>
            </a:r>
          </a:p>
          <a:p xmlns:a="http://schemas.openxmlformats.org/drawingml/2006/main">
            <a:r>
              <a:t>Fallback: LOCAL STATIC ARTIFACT — production/ACT_3.pptx의 S55, production/preview/act3/S55.png 및 production/preview/full/S55.png.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절차는 재사용하고, 답은 근거로 정한다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S55의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S57에서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S57/S58보다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S55 회수0.5, 재사용 방법0.75, 이번 근거·답1, 채택/보류와 S57 연결0.75. 지연 시 지침 원문과 세 질문을 전부 낭독하지 않는다. 허용된 보류와 실제 결과의 구분은 생략하지 않고3분에 S57으로 이동한다.</a:t>
            </a:r>
          </a:p>
          <a:p xmlns:a="http://schemas.openxmlformats.org/drawingml/2006/main">
            <a:r>
              <a:t/>
            </a:r>
          </a:p>
          <a:p xmlns:a="http://schemas.openxmlformats.org/drawingml/2006/main">
            <a:r>
              <a:t>Fallback: LOCAL STATIC ARTIFACT — production/ACT_3.pptx의 S56, production/preview/act3/S56.png 및 production/preview/full/S56.png.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밝기 통계 계산의 성능 개선 후보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S56의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S58은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S57에는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S58의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S57, production/preview/act3/S57.png 및 production/preview/full/S57.png.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선택한 변경의 시간·메모리·동작 확인</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S57에서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S58, production/preview/act3/S58.png 및 production/preview/full/S58.png.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한 Agent 조사와 Subagent 역할 분리</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S58의 실제 밝기 통계 변경·검증을 마쳤다는 점을 회수한다. 다음 구조를 선택할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S60의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S60에 유지한다. 새 Subagent 실행이나 비교 실험은 없다.</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S60으로 이동한다.</a:t>
            </a:r>
          </a:p>
          <a:p xmlns:a="http://schemas.openxmlformats.org/drawingml/2006/main">
            <a:r>
              <a:t/>
            </a:r>
          </a:p>
          <a:p xmlns:a="http://schemas.openxmlformats.org/drawingml/2006/main">
            <a:r>
              <a:t>Fallback: LOCAL STATIC ARTIFACT — production/ACT_3.pptx의 S59, production/preview/act3/S59.png 및 production/preview/full/S59.png.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DEC-0071의19필드·Demo3+Q&amp;A1분·역할 분담/통합 순서를 정렬했다. 최종 패키지·렌더·내장 Notes 대조는 production/evaluation/S59_ROLE_SPLIT_REVISION.md에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밝기 통계 작업을 나누지 않은 이유</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“S59의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S59에서는 성능·빌드·테스트 조사가 서로 기다리지 않아도 된다고 가정했다. 이제 S57/S58의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S57에서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S58에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S59의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S59의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Lecture1분(S59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S61로 이동한다.</a:t>
            </a:r>
          </a:p>
          <a:p xmlns:a="http://schemas.openxmlformats.org/drawingml/2006/main">
            <a:r>
              <a:t/>
            </a:r>
          </a:p>
          <a:p xmlns:a="http://schemas.openxmlformats.org/drawingml/2006/main">
            <a:r>
              <a:t>Fallback: LOCAL STATIC ARTIFACT — production/ACT_3.pptx의 S60, production/preview/act3/S60.png 및 production/preview/full/S60.png.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이번 Context와 다시 쓸 지식</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S60에서는 실제 밝기 통계 작업을 한 Agent로 마친 선택을 봤다. 이제 작업이 끝난 뒤 무엇을 남길지로 질문을 바꾼다.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S62에서는 실제 Demo 지식이 이미 어디에 있었는지와 별도 후보 유무를 확인한다.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S62에 유지한다.</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S60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S62로 이동한다.</a:t>
            </a:r>
          </a:p>
          <a:p xmlns:a="http://schemas.openxmlformats.org/drawingml/2006/main">
            <a:r>
              <a:t/>
            </a:r>
          </a:p>
          <a:p xmlns:a="http://schemas.openxmlformats.org/drawingml/2006/main">
            <a:r>
              <a:t>Fallback: LOCAL STATIC ARTIFACT — production/ACT_3.pptx의 S61, production/preview/act3/S61.png 및 production/preview/full/S61.png.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DEC-0073의19필드·Demo2+Case2분·Context에서 보존 후보와 다음 사용으로 이어지는 순서를 정렬했다. 최종 패키지·렌더·내장 Notes 대조는 production/evaluation/S61_CONTEXT_RETENTION_REVISION.md에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실제 Demo 지식의 원래 출처</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“S61의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S61의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S63으로 이동한다.</a:t>
            </a:r>
          </a:p>
          <a:p xmlns:a="http://schemas.openxmlformats.org/drawingml/2006/main">
            <a:r>
              <a:t/>
            </a:r>
          </a:p>
          <a:p xmlns:a="http://schemas.openxmlformats.org/drawingml/2006/main">
            <a:r>
              <a:t>Fallback: LOCAL STATIC ARTIFACT — production/ACT_3.pptx의 S62, production/preview/act3/S62.png 및 production/preview/full/S62.png.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밝기 통계 작업에 쓰인 구성의 역할</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“S62에서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(0:00–0:20) S62는 지식이 이미 어디에 있었는지 확인한 장이었다. 이제 실제 밝기 통계 작업 하나를 가운데 놓고 각 자료의 역할을 본다. 재구성 도식이며 실제 실행 화면이나 순서 trace가 아니다.</a:t>
            </a:r>
          </a:p>
          <a:p xmlns:a="http://schemas.openxmlformats.org/drawingml/2006/main">
            <a:r>
              <a:t>2. (0:20–0:50) 왼쪽 ‘목표’를 짚는다. TRIAL-008의 실제 요청은 image_statistics의 근거 있는 실행시간 또는 할당량 개선 가능성을 조사하고, 현재 출력6항목과 변경 범위를 보존하며 trade-off나 no-change 결과도 보고하라는 것이었다. 화면은 그 목표·조건의 요약이다. 최적화 수치 자체는 S58에서 다뤘다.</a:t>
            </a:r>
          </a:p>
          <a:p xmlns:a="http://schemas.openxmlformats.org/drawingml/2006/main">
            <a:r>
              <a:t>3. (0:50–1:15) ‘Context’는 프로젝트에서 사실로 확인할 명세·명령·참고 위치다. AGENTS.md와 상세 문서, 실제 코드·테스트에서 동작과 제약을 확인했다. S62의 원래 출처를 모두 화면에 다시 나열하지 않는다.</a:t>
            </a:r>
          </a:p>
          <a:p xmlns:a="http://schemas.openxmlformats.org/drawingml/2006/main">
            <a:r>
              <a:t>4. (1:15–1:40) ‘Skill’은 이번 작업의 답을 미리 담지 않고 기준선 확보·조사·변경·검증·비교 같은 재사용 수행 방법을 담았다. Repository Skill은 실제 CLI 기록에서 명시적으로 호출되어 본문이 포함됐고, 수행 근거는 작업 기록과 별도로 대조했다. 목표·Context·Skill에서 모이는 선은 한 작업에 적용한 서로 다른 입력을 뜻하며 이 셋을 차례로 실행한다는 순서가 아니다.</a:t>
            </a:r>
          </a:p>
          <a:p xmlns:a="http://schemas.openxmlformats.org/drawingml/2006/main">
            <a:r>
              <a:t>5. (1:40–2:30) 가운데 Agent의 조사·변경을 거쳐 오른쪽 ‘검증 도구’로 시선을 옮긴다. 테스트는 보존할 동작을 검사하고 benchmark는 같은 입력·환경에서 실행시간·할당량을 비교할 근거를 제공했다. TRIAL-008 후보와 정식 STATE-04-PERF의 검증은 별도 기록이며, 정식 상태에서는 재조사·동작 검사·CLI·diff review를 거쳐 변경을 고정했다. 검사 통과만으로 모든 동작의 정확성이나 각 Harness 요소의 단독 인과 효과가 증명된 것은 아니다. 사람이 이 근거와 미확인 사항을 검토한다.</a:t>
            </a:r>
          </a:p>
          <a:p xmlns:a="http://schemas.openxmlformats.org/drawingml/2006/main">
            <a:r>
              <a:t>6. (2:30–3:00) Subagent와 별도 Memory를 추가하지 않았다는 기존 선택을 회수한다. 이 사례에서 쓴 구성이며 보편적인 최적 개수나 필수 목록은 아니다. 다음 S64에서 이 실제 자료와 도구들의 관계를 교육용 작업 환경 모델로 묶는다.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 S66에서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CAPTURED 정적 기본 경로 — S62의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S64에서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출처→역할0.33, 목표0.5, Context0.42, Skill0.42, 작업·검증0.83, 선택 범위·전환0.5. 지연 시 파일명과 원문 요청 낭독을 생략하고 네 역할과 동작/측정 근거 구분은 유지한다.3분에 S64의 전체 관계도로 이동한다. 실제 리허설은 UNVERIFIED다.</a:t>
            </a:r>
          </a:p>
          <a:p xmlns:a="http://schemas.openxmlformats.org/drawingml/2006/main">
            <a:r>
              <a:t/>
            </a:r>
          </a:p>
          <a:p xmlns:a="http://schemas.openxmlformats.org/drawingml/2006/main">
            <a:r>
              <a:t>Fallback: LOCAL STATIC ARTIFACT — production/ACT_3.pptx의 S63, production/preview/act3/S63.png 및 production/preview/full/S63.png.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DEC-0075의19필드·Demo3분·실제 구성의 책임과 기존 Claim Boundary를 정렬했다. 최종 패키지/PNG/내장 Notes 대조는 production/evaluation/S63_TASK_ROLES_REVISION.md에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함께 작동하는 작업 환경, Harness</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“S63의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 Lecture) S63의 실제 밝기 통계 작업에서 본 배치를 이어 읽는다. 앞 장은 그 작업에서 무엇을 썼는지, 이번 장은 이 과정에서 Harness라 부르는 전체 작업 환경을 정리한다. 화면 전체를 두른 테두리는 하나의 환경이라는 뜻이며 특정 제품 화면이 아니다.</a:t>
            </a:r>
          </a:p>
          <a:p xmlns:a="http://schemas.openxmlformats.org/drawingml/2006/main">
            <a:r>
              <a:t>2. (0:40–1:30 / Lecture) 왼쪽의 목표·Context·Skill이 같은 Agent 작업에 적용된다. 개발자는 바꿀 것과 지킬 조건을 정한다. Context는 프로젝트 사실·명세이고 Skill은 재사용 수행 방법이다. 셋은 순차 실행 단계가 아니며, 특정 파일 하나가 Harness 전체를 대신하지 않는다.</a:t>
            </a:r>
          </a:p>
          <a:p xmlns:a="http://schemas.openxmlformats.org/drawingml/2006/main">
            <a:r>
              <a:t>3. (1:30–2:30 / Lecture) 가운데 Agent가 조사·판단·변경하고 오른쪽 테스트·benchmark가 동작과 측정 근거를 제공한다. 결과를 사람이 검토한다. ‘사람이 결과 검토’는 검증 도구 이름이 아니라 검증 이후 개발자의 책임을 나타낸다. 검사 통과와 원하는 변화의 충족 여부를 함께 판단하며 자동 정답 보장을 뜻하지 않는다.</a:t>
            </a:r>
          </a:p>
          <a:p xmlns:a="http://schemas.openxmlformats.org/drawingml/2006/main">
            <a:r>
              <a:t>4. (2:30–3:30 / Lecture) 아래 실행 환경에서 위로 연결된 선을 짚는다. Repository, 입력, 권한, 실행·측정 조건은 작업과 확인이 이뤄질 공통 기반이다. 단순히 파일이 있다는 것만으로 명령이 실행되거나 결과가 비교 가능해지는 것은 아니다. 화살표는 이 환경이 작업과 검증을 함께 뒷받침한다는 교육용 관계이며 실제 실행·재시도·시간순서 trace가 아니다.</a:t>
            </a:r>
          </a:p>
          <a:p xmlns:a="http://schemas.openxmlformats.org/drawingml/2006/main">
            <a:r>
              <a:t>5. (3:30–4:00 / Lecture) 이 구성을 의도적으로 연결해 Agent가 신뢰성 있게 일할 수 있게 설계하는 것이 이 과정의 Harness 운영 모델이다. 공식 OpenAI 정의나 보편적인 필수 목록이 아니다. Subagent와 별도 Memory를 모든 환경에 넣어야 한다는 의미도 없다.</a:t>
            </a:r>
          </a:p>
          <a:p xmlns:a="http://schemas.openxmlformats.org/drawingml/2006/main">
            <a:r>
              <a:t>6. (4:00–5:30 / Demo) CAPTURED 정적 구성 회수: S63의 기록을 화면에 대응한다. Context의 AGENTS.md·상세 문서, 재사용 성능 Skill, 실제 동작 검사·benchmark·입력/실행 조건이다. TRIAL-008 후보와 정식 STATE-04-PERF의 재조사·검증을 구분한다. 실제 파일과 기록에서 확인한 구성만 회수하며 큰 모델의 모든 환경 조건을 빠짐없이 감사했다는 뜻이 아니다. 제품 화면이나 새 명령을 실행하지 않는다.</a:t>
            </a:r>
          </a:p>
          <a:p xmlns:a="http://schemas.openxmlformats.org/drawingml/2006/main">
            <a:r>
              <a:t>7. (5:30–6:00 / Demo) 실제 구성은 그 범위의 성공 사례로 유지한다. 아래 실행 환경을 가리키며 ‘그 실행 조건이 Repository 파일만으로 모두 정해질까요?’로 S65를 연다. 전역 지침·경고의 상세 기록은 다음 장과 ACT4에 남긴다.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S63의 실제 구성 대응을 사용한다. AGENTS.md·상세 문서·repository Skill·테스트·benchmark는 보존된 실제 근거이며 환경 전체의 완전한 감사 증거는 아니다.</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 S66에서 C++ 프로젝트의 명세·빌드·검증·성능 조건에 같은 Engineering Pattern을 연결한다. 이 장에 CMake·하드웨어 도구 목록을 추가하지 않는다.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S63/STATE-04-PERF의 AGENTS.md·docs·Skill·tests·benchmark와 기록된 입력/실행 조건을 같은 도식에 대응하는 CAPTURED 정적 요약이다. 실제 실행 캡처가 아니며 제품·Agent·benchmark·Demo repository를 실행하거나 새 Trial을 만들지 않는다. S63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S63→전체 모델0.67, 세 입력0.83, 작업·검증·검토1, 실행 환경1, 정의·범위0.5. Demo2분: 기존 실제 구성 대응1.5, 환경 질문·전환0.5. 지연 시 파일명·용어 정의 반복을 줄이되 실행 환경의 두 연결과 사람의 검토 책임을 유지한다.6분에 S65로 넘긴다. 실제 운영 리허설은 UNVERIFIED다.</a:t>
            </a:r>
          </a:p>
          <a:p xmlns:a="http://schemas.openxmlformats.org/drawingml/2006/main">
            <a:r>
              <a:t/>
            </a:r>
          </a:p>
          <a:p xmlns:a="http://schemas.openxmlformats.org/drawingml/2006/main">
            <a:r>
              <a:t>Fallback: LOCAL STATIC ARTIFACT — production/ACT_3.pptx의 S64, production/preview/act3/S64.png 및 production/preview/full/S64.png.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DEC-0076의19필드·Lecture4+Demo2분·교육용 정의와 실제 구성 경계를 정렬했다. 최종 패키지/PNG/내장 Notes 대조는 production/evaluation/S64_HARNESS_STRUCTURE_REVISION.md에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저장소여도 실행 조건은 다를 수 있다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같은 저장소여도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“S64의 실행 환경은 같은 Repository 파일만으로 모두 정해질까요?”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(0:00–0:20) S64의 아래 실행 환경을 회수한다. 이번에는 한 Agent 실행으로 같은 Repository와 저장소 밖 조건이 함께 들어오는 관계를 본다. 위 도식은 실행 조건을 설명하는 교육용 구성으로, 환경 두 개를 비교 실행한 실험이나 과거 Trial의 정확한 파일 트리가 아니다.</a:t>
            </a:r>
          </a:p>
          <a:p xmlns:a="http://schemas.openxmlformats.org/drawingml/2006/main">
            <a:r>
              <a:t>2. (0:20–1:00) 왼쪽 코드·프로젝트 지침·문서를 짚고, 오른쪽 전역 지침/Skills, 모델·설정·권한을 짚는다. 외부의 점선과 ‘적용 확인’은 실제 세션에서 무엇이 적용됐는지 확인하라는 뜻이다. 같은 코드여도 세션에 들어오는 지침·사용할 모델/도구·허용된 작업 범위가 달라질 수 있다. 모든 항목이 이 Trial에서 달라졌거나 결과를 바꿨다고 말하지 않는다. OS/runtime도 기록할 조건이며 전체 환경 목록은 Notes에서 참고한다.</a:t>
            </a:r>
          </a:p>
          <a:p xmlns:a="http://schemas.openxmlformats.org/drawingml/2006/main">
            <a:r>
              <a:t>3. (1:00–1:50) ‘실제 관찰’로 이동한다. TRIAL-006의 보존 기록에 전역 Skills4개 포함과 Hook 구성 경고·MCP 연결/인증 시작 문제가 있었다. 화면은 이를 ‘전역 Skills 포함 / 시작 단계의 경고’로 요약했다. Hook은 실행 전후 동작을 연결하는 장치, MCP는 외부 도구 연결 방식이라는 최소 설명만 필요할 때 덧붙인다. 시작 중 경고가 나온 사실과 도구가 실제 작업에서 쓰였는지는 다르다. 완전한 전역 지침 주입 원문은 별도로 보존되지 않았으므로 화면의 관찰 목록에 전역 지침 전체 로딩을 확정해 넣지 않았다.</a:t>
            </a:r>
          </a:p>
          <a:p xmlns:a="http://schemas.openxmlformats.org/drawingml/2006/main">
            <a:r>
              <a:t>4. (1:50–2:35) ‘해석의 한계’를 읽는다. Hook이 실행돼 소스를 바꿨거나 MCP 결과가 작업에 기여했다는 근거는 없다. 모든 설정·권한의 전체 감사나 각 요소의 인과효과도 입증하지 않았다. TRIAL-006의 코드·동작 검사·benchmark는 해당 조건의 관찰로 유지하되 긴 Prompt만의 효과로 귀속하는 평가는 PARTIAL이다. 현재 Desktop 동작으로 확장하지 않는다. TRIAL-007의 보고와 stderr의 MCP 경고 불일치, TRIAL-008의 부분적 전역 영향 기록은 ACT4의 상세 Meta 사례에 남긴다.</a:t>
            </a:r>
          </a:p>
          <a:p xmlns:a="http://schemas.openxmlformats.org/drawingml/2006/main">
            <a:r>
              <a:t>5. (2:35–3:00) 결과를 해석하려면 코드·Prompt뿐 아니라 적용 지침·설정·권한·실행 조건도 함께 남겨야 한다는 판단을 회수한다. 새 실험이나 설정 변경을 요구하지 않는다. 기존 Transition으로 우리 C++ 검사 업무의 명세·빌드·검증 조건에 이 패턴을 옮길 S66을 연다.</a:t>
            </a:r>
          </a:p>
          <a:p xmlns:a="http://schemas.openxmlformats.org/drawingml/2006/main">
            <a:r>
              <a:t/>
            </a:r>
          </a:p>
          <a:p xmlns:a="http://schemas.openxmlformats.org/drawingml/2006/main">
            <a:r>
              <a:t>Evidence / Source: plan/DEMO_MATRIX.md의 STEP07 DEMO ENVIRONMENT AUDIT AND DECISION UPDATE / TRIAL-006 Impact 및 Global Harness Inventory, Meta Claim Status Table; plan/CLAIM_FREEZE.md의 TRIAL-006→DEC-0016→TRIAL-007/008 경계; DEC-0016/0021/0062/0077; BEAT-033/036; DEMO-04B. OBSERVED_META / TEACHING_MODEL. 과거 Codex CLI0.154.0 기록이며 현재 호스트 설정을 다시 감사한 것이 아니다. 메인 관찰 줄은 TRIAL-006으로 한정하고 후속007/008 기록은 기존 불일치·부분 범위를 보존한다.</a:t>
            </a:r>
          </a:p>
          <a:p xmlns:a="http://schemas.openxmlformats.org/drawingml/2006/main">
            <a:r>
              <a:t/>
            </a:r>
          </a:p>
          <a:p xmlns:a="http://schemas.openxmlformats.org/drawingml/2006/main">
            <a:r>
              <a:t>Claim Boundary: OBSERVED_META / TEACHING_MODEL — 상단은 실행 조건의 관계도, 아래는 보존된 실제 관찰 요약과 해석의 한계다. 동일 저장소의 통제된 두 환경 비교나 인과 실험이 아니다. 전역 지침 파일의 존재·문서화된 발견 규칙과 완전한 주입 원문의 직접 관찰을 구분한다. Hook 경고는 Hook 실행·소스 변경의 증거가 아니며 MCP 시작 오류는 MCP task call/result 사용의 증거가 아니다. TRIAL-007의 보고/stderr 불일치를 해결한 것으로 표현하지 않는다. 전체 환경 inventory·개별 설정/권한의 인과효과·Prompt/Skill 우월성·현재 제품/계정 지원을 확정하지 않는다. 실제 Product State·측정 결과·Demo 역할은 유지한다.</a:t>
            </a:r>
          </a:p>
          <a:p xmlns:a="http://schemas.openxmlformats.org/drawingml/2006/main">
            <a:r>
              <a:t/>
            </a:r>
          </a:p>
          <a:p xmlns:a="http://schemas.openxmlformats.org/drawingml/2006/main">
            <a:r>
              <a:t>Beginner Explanation: 저장소 안의 코드와 프로젝트 안내가 같아도, Agent가 시작할 때 적용된 개인 지침·설정과 허용 범위는 함께 확인해야 한다. 시작 중 경고를 봤다는 사실만으로 그 도구가 일을 했거나 답을 바꿨다고 판단할 수는 없다.</a:t>
            </a:r>
          </a:p>
          <a:p xmlns:a="http://schemas.openxmlformats.org/drawingml/2006/main">
            <a:r>
              <a:t/>
            </a:r>
          </a:p>
          <a:p xmlns:a="http://schemas.openxmlformats.org/drawingml/2006/main">
            <a:r>
              <a:t>Advanced Insight: 적용 지침·모델/설정·권한·OS/runtime을 결과와 함께 기록하고 존재/로딩/실행/결과 기여를 구분한다. TRIAL-006의 bounded correctness·benchmark 관찰은 보존하면서 Prompt-only attribution을 PARTIAL로 유지한다. 현재 설정 파일을 과거 세션의 완전한 snapshot으로 소급하지 않는다. 전역 영향을 알아냈다는 사실만으로 전체 환경을 포착하거나 Trial 품질이 향상됐다고 주장하지 않는다.</a:t>
            </a:r>
          </a:p>
          <a:p xmlns:a="http://schemas.openxmlformats.org/drawingml/2006/main">
            <a:r>
              <a:t/>
            </a:r>
          </a:p>
          <a:p xmlns:a="http://schemas.openxmlformats.org/drawingml/2006/main">
            <a:r>
              <a:t>C++ Vision Bridge: 같은 C++ Repository라도 Toolchain, 권한, runtime 조건이 다를 수 있다는 정도로만 잇는다. 구체적 빌드·검증 도구 선택과 명세 전이는 S66에서 회수한다.</a:t>
            </a:r>
          </a:p>
          <a:p xmlns:a="http://schemas.openxmlformats.org/drawingml/2006/main">
            <a:r>
              <a:t/>
            </a:r>
          </a:p>
          <a:p xmlns:a="http://schemas.openxmlformats.org/drawingml/2006/main">
            <a:r>
              <a:t>Demo Operation: Lecture3분의 정적 보조 도식 — Repository → Agent와 외부 조건 → 적용 확인의 선을 읽고, 아래 실제 관찰 → 해석의 한계로 이동한다. Meta 이중선 프레임을 유지한다. DEMO-04B의 ACT4 상세 Timeline·보고 불일치를 여기서 재강의하거나 추가 Demo 시간으로 계산하지 않는다. 제품·Agent·Demo repository를 실행하지 않으며 현재 설정/권한을 변경하거나 새 Trial을 만들지 않는다.</a:t>
            </a:r>
          </a:p>
          <a:p xmlns:a="http://schemas.openxmlformats.org/drawingml/2006/main">
            <a:r>
              <a:t/>
            </a:r>
          </a:p>
          <a:p xmlns:a="http://schemas.openxmlformats.org/drawingml/2006/main">
            <a:r>
              <a:t>Audience Interaction: ‘코드가 같다는 사실만으로, 같은 조건에서 실행했다고 말할 수 있을까요?’를 잠시 생각하게 한 뒤 외부 조건의 적용 기록으로 회수한다. 필수 실습·공개 답변·별도 Q&amp;A 시간은 추가하지 않는다.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S64 환경 질문 회수0.33, 두 입력의 관계0.67, 실제 관찰0.83, 해석 경계0.75, 기록 판단/전환0.42. 지연 시 Skill4개 이름·Hook/MCP 정의·후속 Trial 상세를 생략한다. 관찰과 인과의 구분 및 설정/권한 적용 확인은 유지하고3분에 S66으로 넘긴다. 실제 리허설은 UNVERIFIED다.</a:t>
            </a:r>
          </a:p>
          <a:p xmlns:a="http://schemas.openxmlformats.org/drawingml/2006/main">
            <a:r>
              <a:t/>
            </a:r>
          </a:p>
          <a:p xmlns:a="http://schemas.openxmlformats.org/drawingml/2006/main">
            <a:r>
              <a:t>Fallback: LOCAL STATIC ARTIFACT — production/ACT_3.pptx의 S65, production/preview/act3/S65.png 및 production/preview/full/S65.png. 관계도·보존 기록 요약이며 raw 실행 캡처가 아니다. Lecture 보조 Preview로 기존32개 Demo fallback inventory에 추가하지 않는다. 파일 대조는 production/evaluation/S65_EXTERNAL_CONDITIONS_REVISION.md를 따른다. 실제 발표 PC 재생은 UNVERIFIED다.</a:t>
            </a:r>
          </a:p>
          <a:p xmlns:a="http://schemas.openxmlformats.org/drawingml/2006/main">
            <a:r>
              <a:t/>
            </a:r>
          </a:p>
          <a:p xmlns:a="http://schemas.openxmlformats.org/drawingml/2006/main">
            <a:r>
              <a:t>Validation Status: ALIGNED — DEC-0077의19필드·Lecture3분·OBSERVED_META/TEACHING_MODEL 및 실제 관찰/추론 경계를 정렬했다. 최종 패키지/PNG/내장 Notes 대조는 production/evaluation/S65_EXTERNAL_CONDITIONS_REVISION.md에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밝기 통계의 판단을 C++ 검사에 적용하기</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밝기 통계의 판단을 C++ 검사에 적용하기</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“S65에서 본 실행 조건까지 고려하면, 밝기 통계 Demo의 세 기준을 우리 C++ 검사 업무에 어떻게 적용할까요?”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S65의 ‘같은 코드여도 실행 조건을 확인한다’를 회수하고 우리 검사 업무로 전이한다. 위의 기존 삽화는 카메라·영상·처리·결과의 교육용 파이프라인이며 실제 회사 장비·C++ 구현 화면이 아니다. 아래 세 행은 이 파이프라인 전체에 적용할 기준이지 그림의 세 단계에 각각 하나씩 배당하는 순서가 아니다.</a:t>
            </a:r>
          </a:p>
          <a:p xmlns:a="http://schemas.openxmlformats.org/drawingml/2006/main">
            <a:r>
              <a:t>2. (0:45–1:45) 명세 행을 왼쪽에서 오른쪽으로 읽는다. 밝기 통계에서는 출력6항목의 동작을 보존했다. C++ 검사에서는 ROI 좌표 범위·픽셀값 범위·입출력 명세를 프로젝트 문서와 코드에서 확인하고 보존할 기준으로 정한다. 구체적 범위·임계값·알고리즘은 이 자료가 새로 확정하지 않는다.</a:t>
            </a:r>
          </a:p>
          <a:p xmlns:a="http://schemas.openxmlformats.org/drawingml/2006/main">
            <a:r>
              <a:t>3. (1:45–2:45) 수행 방법 행을 읽는다. 실제 Demo의 기준선 확보·해당 경로 조사·변경·같은 조건 비교를 검사 모듈에도 적용하는 패턴이다. 바꿀 경로와 가설을 먼저 확인하고 최소 변경 뒤 동작·회귀를 확인해 동일 조건에서 비교한다. 성능 Skill이 답을 주거나 Python 구현을 그대로 복사한다는 의미가 아니다.</a:t>
            </a:r>
          </a:p>
          <a:p xmlns:a="http://schemas.openxmlformats.org/drawingml/2006/main">
            <a:r>
              <a:t>4. (2:45–4:00) 검증 근거 행을 읽는다. Demo의 테스트와 기록된 실행시간·Python 할당 피크를 C++ 업무의 동작·회귀·통합 검사와 적합한 성능 측정 근거에 대응한다. 도구 이름이 아니라 무엇을 확인할지를 먼저 고른다. GoogleTest/CTest·통합 테스트·benchmark/profiler는 예시이며 실제 팀 표준을 확인해야 한다. Python tracemalloc 수치를 C++ 메모리/RSS 기준으로 옮기거나 같은 성능 개선을 보장하지 않는다.</a:t>
            </a:r>
          </a:p>
          <a:p xmlns:a="http://schemas.openxmlformats.org/drawingml/2006/main">
            <a:r>
              <a:t>5. (4:00–4:40) 마지막 입력·빌드·장비 조건을 짚는다. 비교할 입력, 빌드 모드/옵션, 실행 장비와 권한·runtime 같은 조건을 실제 프로젝트에서 확인·기록한다. Release build도 승인된 기존 예시일 뿐 어떤 명령·컴파일러·장비 구성을 여기서 지정하거나 검증한 것은 아니다. S65의 조건 확인을 C++ 작업에 연결한다.</a:t>
            </a:r>
          </a:p>
          <a:p xmlns:a="http://schemas.openxmlformats.org/drawingml/2006/main">
            <a:r>
              <a:t>6. (4:40–5:00) 세 기준을 옮기는 것이며 실제 C++ Trial이나 회사 성과가 아니라는 범위를 회수한다. 다음 S67에서는 이 중 자기 업무에서 먼저 정리할 반복 한 가지와 검토·갱신 책임을 고르게 한다.</a:t>
            </a:r>
          </a:p>
          <a:p xmlns:a="http://schemas.openxmlformats.org/drawingml/2006/main">
            <a:r>
              <a:t/>
            </a:r>
          </a:p>
          <a:p xmlns:a="http://schemas.openxmlformats.org/drawingml/2006/main">
            <a:r>
              <a:t>Evidence / Source: BEAT-036; CLM-0016/0017/0030; OQ-011; DEC-0062/0078; plan/DEMO_MATRIX.md의 TRIAL-008·STATE-04-PERF 실제 동작 보존·수행 절차·검증 기록; repository 성능 Skill. TEACHING_MODEL. 삽화 출처: prototype/image-illustration-pilot/assets/S53.png, built-in image_gen,2026-10-18; 프롬프트: prototype/image-illustration-pilot/PROMPTS.md. 승인된 이미지 bytes·crop(top0.08/bottom0.12)을 유지하고 화면 배치/크기만 조정한다. 실제 화면·현장 사진·C++ 관찰 자료가 아니다.</a:t>
            </a:r>
          </a:p>
          <a:p xmlns:a="http://schemas.openxmlformats.org/drawingml/2006/main">
            <a:r>
              <a:t/>
            </a:r>
          </a:p>
          <a:p xmlns:a="http://schemas.openxmlformats.org/drawingml/2006/main">
            <a:r>
              <a:t>Claim Boundary: TEACHING_MODEL — 왼쪽은 보존된 밝기 통계 Demo의 기준 요약, 오른쪽은 C++ 검사 업무에 대입할 교육용 질문과 적용 방향이다. 실제 C++ 구현·테스트 실행·회사 장비·성능 결과는 없다. ROI·픽셀 명세와 빌드·장비·도구 선택은 팀에서 확인하며 구체적 Windows/shell/IDE/hardware 지시를 추가하려면 별도 검증한다. 측정 수치·알고리즘·Skill 효과를 다른 언어/장비에 그대로 이전하지 않는다. 기존 이미지의 범위와 단독 Harness/Skill 인과효과 미입증 경계를 유지한다.</a:t>
            </a:r>
          </a:p>
          <a:p xmlns:a="http://schemas.openxmlformats.org/drawingml/2006/main">
            <a:r>
              <a:t/>
            </a:r>
          </a:p>
          <a:p xmlns:a="http://schemas.openxmlformats.org/drawingml/2006/main">
            <a:r>
              <a:t>Beginner Explanation: 먼저 무엇을 지킬지 정하고, 어떻게 조사·변경할지 정하며, 무엇을 확인해야 완료인지 정한다. Python 밝기 통계에서 사용한 이 세 기준을 C++ 검사 모듈의 명세·일하는 절차·확인 근거에 대입한다. 입력과 빌드·장비 조건도 함께 확인한다.</a:t>
            </a:r>
          </a:p>
          <a:p xmlns:a="http://schemas.openxmlformats.org/drawingml/2006/main">
            <a:r>
              <a:t/>
            </a:r>
          </a:p>
          <a:p xmlns:a="http://schemas.openxmlformats.org/drawingml/2006/main">
            <a:r>
              <a:t>Advanced Insight: Project Context→알고리즘/입출력 명세·빌드/하드웨어 가정, 반복 절차→대상 경로의 기준선/가설/변경/회귀/동일 조건 비교, unittest·benchmark script→팀의 적합한 동작/통합/성능 근거로 대응한다. 도구와 측정량은 실제 프로젝트에 맞춰 선택하고 동작 동등성·측정 조건·미확인 범위를 함께 검토한다. Python 할당 피크는 C++ 메모리 지표로 직접 이전할 근거가 아니다.</a:t>
            </a:r>
          </a:p>
          <a:p xmlns:a="http://schemas.openxmlformats.org/drawingml/2006/main">
            <a:r>
              <a:t/>
            </a:r>
          </a:p>
          <a:p xmlns:a="http://schemas.openxmlformats.org/drawingml/2006/main">
            <a:r>
              <a:t>C++ Vision Bridge: PRIMARY — 화면 전체가 세 기준의 C++ 적용이다. unittest→GoogleTest/CTest 또는 통합 검사, benchmark script→benchmark/profiler는 기존 예시이며 권장 도구를 새로 확정하지 않는다. 빌드 모드·장비 가정·ROI/픽셀 명세·회귀 기준과 팀 표준을 확인한다.</a:t>
            </a:r>
          </a:p>
          <a:p xmlns:a="http://schemas.openxmlformats.org/drawingml/2006/main">
            <a:r>
              <a:t/>
            </a:r>
          </a:p>
          <a:p xmlns:a="http://schemas.openxmlformats.org/drawingml/2006/main">
            <a:r>
              <a:t>Demo Operation: Lecture5분의 정적 전이 도식 — 기존 승인된 검사 파이프라인 삽화를 짚은 뒤 명세/수행 방법/검증 근거를 각 행의 Demo→C++ 순서로 대응한다. 마지막 실행 조건을 회수하고 S67로 이동한다. 실제 C++ 결과 화면처럼 말하지 않는다. 제품·Agent·Demo repository·컴파일러·테스트·benchmark를 실행하거나 새 Trial을 만들지 않는다. Demo 시간을 추가하지 않는다.</a:t>
            </a:r>
          </a:p>
          <a:p xmlns:a="http://schemas.openxmlformats.org/drawingml/2006/main">
            <a:r>
              <a:t/>
            </a:r>
          </a:p>
          <a:p xmlns:a="http://schemas.openxmlformats.org/drawingml/2006/main">
            <a:r>
              <a:t>Audience Interaction: ‘우리 검사 코드에서 출력6항목 보존에 해당하는 명세는 무엇일까요?’를 짧게 생각하게 하고 ROI·픽셀·입출력 조건의 실제 확인으로 회수한다. 정답이나 팀별 수치를 즉석에서 만들어 주지 않으며 필수 실습·공개 답변·별도 Q&amp;A 시간을 추가하지 않는다.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S65/삽화 연결0.75, 명세1, 수행 방법1, 검증 근거1.25, 실행 조건0.67, 적용 범위/전환0.33. 지연 시 도구 이름과 측정량 상세 설명을 줄이고 세 행의 대응·입력/빌드/장비 조건·교육용 범위는 유지한다.5분에 S67로 이동한다. 실제 리허설은 UNVERIFIED다.</a:t>
            </a:r>
          </a:p>
          <a:p xmlns:a="http://schemas.openxmlformats.org/drawingml/2006/main">
            <a:r>
              <a:t/>
            </a:r>
          </a:p>
          <a:p xmlns:a="http://schemas.openxmlformats.org/drawingml/2006/main">
            <a:r>
              <a:t>Fallback: LOCAL STATIC ARTIFACT — production/ACT_3.pptx의 S66, production/preview/act3/S66.png 및 production/preview/full/S66.png. 교육용 전이 도식·승인된 AI 삽화이며 실제 C++ 실행 캡처가 아니다. Lecture 보조 Preview로 기존32개 Demo fallback inventory에는 추가하지 않는다. 파일 대조는 production/evaluation/S66_CPP_TRANSFER_REVISION.md를 따른다. 실제 발표 PC 재생은 UNVERIFIED다.</a:t>
            </a:r>
          </a:p>
          <a:p xmlns:a="http://schemas.openxmlformats.org/drawingml/2006/main">
            <a:r>
              <a:t/>
            </a:r>
          </a:p>
          <a:p xmlns:a="http://schemas.openxmlformats.org/drawingml/2006/main">
            <a:r>
              <a:t>Validation Status: ALIGNED — DEC-0078의19필드·Lecture5분·TEACHING_MODEL·기존 이미지와 실제/교육용 적용 경계를 정렬했다. 최종 패키지/PNG/내장 Notes 대조는 production/evaluation/S66_CPP_TRANSFER_REVISION.md에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우리 팀의 반복 한 가지를 고르면</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우리 팀의 반복 한 가지를 고르면</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“내 업무에서 먼저 정리할 반복과 유지할 책임은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반복 정보·절차·완료 근거 중 먼저 정리할 한 가지와 검토/갱신 책임을 조용히 떠올리게 한다. 공유·실습은 강제하지 않는다.</a:t>
            </a:r>
          </a:p>
          <a:p xmlns:a="http://schemas.openxmlformats.org/drawingml/2006/main">
            <a:r>
              <a:t>2. (3:00–8:00 / Q&amp;A) 질문을 받되 무질문이면 유지할 위치와 책임을 기준으로 예비 질문을 회수한다. 기능 수를 늘리는 답으로 유도하지 않는다.</a:t>
            </a:r>
          </a:p>
          <a:p xmlns:a="http://schemas.openxmlformats.org/drawingml/2006/main">
            <a:r>
              <a:t>3. (8:00–10:00 / Transition) 실제 STATE-04-PERF 성공을 유지한 채 S68에서 기준 결과만 짧게 회수하고 S69부터 별도 가상 변화가 시작됨을 예고한다. 다음 ACT의 가상 실패를 실제 Demo 이력으로 말하지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 DEC-0062는 기존 관찰·측정 조건과 효과 미입증 경계를 유지한다.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정적 기본 경로 — 세 성찰 관점과 어디에 두고 누가 갱신할지의 질문. 마지막 줄에 프로젝트 변화 뒤 방법을 어떻게 점검할지 제시하며 S68의 결과 회수와 구분한다. 현재 제품이나 Demo repository를 실행하지 않는다. 새 Trial·비교 측정을 만들지 않는다.</a:t>
            </a:r>
          </a:p>
          <a:p xmlns:a="http://schemas.openxmlformats.org/drawingml/2006/main">
            <a:r>
              <a:t/>
            </a:r>
          </a:p>
          <a:p xmlns:a="http://schemas.openxmlformats.org/drawingml/2006/main">
            <a:r>
              <a:t>Audience Interaction: 개인 성찰3분, 선택적 Q&amp;A5분. 무질문이면 “어디에 두고 누가 갱신할까?”를 예비 질문으로 쓴다. 8분에 답변을 마치고 마지막2분을 ACT4 전환으로 보호한다.</a:t>
            </a:r>
          </a:p>
          <a:p xmlns:a="http://schemas.openxmlformats.org/drawingml/2006/main">
            <a:r>
              <a:t/>
            </a:r>
          </a:p>
          <a:p xmlns:a="http://schemas.openxmlformats.org/drawingml/2006/main">
            <a:r>
              <a:t>Transition: “여기까지 실제로 확인한 성공을 기준점으로 남기겠습니다. 다음에는 별도의 가상 프로젝트 변화에서 이 방법을 어떻게 점검할지 보겠습니다.”</a:t>
            </a:r>
          </a:p>
          <a:p xmlns:a="http://schemas.openxmlformats.org/drawingml/2006/main">
            <a:r>
              <a:t/>
            </a:r>
          </a:p>
          <a:p xmlns:a="http://schemas.openxmlformats.org/drawingml/2006/main">
            <a:r>
              <a:t>Time Management: Reflection3분 → Q&amp;A5분 → Transition2분. 8분에 전환을 시작하며 초과 질의는 별도로 안내한다.</a:t>
            </a:r>
          </a:p>
          <a:p xmlns:a="http://schemas.openxmlformats.org/drawingml/2006/main">
            <a:r>
              <a:t/>
            </a:r>
          </a:p>
          <a:p xmlns:a="http://schemas.openxmlformats.org/drawingml/2006/main">
            <a:r>
              <a:t>Fallback: LOCAL STATIC ARTIFACT — production/ACT_3.pptx / S67, production/preview/act3/S67.png 및 production/preview/full/S67.png.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9338c36a04d481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03397c0c0c44f8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b1ba59a28ee429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0e1f5fee2d7406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ff62adcd47b4f5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6528d5881d5444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443CD21-7625-4E0F-9239-8146B5B0475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A3135DF-6094-45C9-92BC-240F073DB82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D23B370-78F0-46C8-A5A0-19E129E8600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7C712AC-3042-4AAD-A769-3D1F3692484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5318392-094D-48D1-B6CC-8E8CEFDC720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6515189-2EC9-469A-B612-6A4D5EE1586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45C5EFF-AA67-40BA-BD77-3A1F80B9D26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BE1B052-B7B0-47A5-A4BB-02E9C4CACFD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3B04A94-9CCB-4BF2-A341-F3B871BEE91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5D35563-054F-49E9-A055-F06712F16BB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6e0738d14c943e0" /><Relationship Type="http://schemas.openxmlformats.org/officeDocument/2006/relationships/slideLayout" Target="/ppt/slideLayouts/slideLayout1.xml" Id="Re340abeb8afd4e3e" /><Relationship Type="http://schemas.openxmlformats.org/officeDocument/2006/relationships/slideLayout" Target="/ppt/slideLayouts/slideLayout2.xml" Id="Rc395839e110f47c0" /><Relationship Type="http://schemas.openxmlformats.org/officeDocument/2006/relationships/slideLayout" Target="/ppt/slideLayouts/slideLayout3.xml" Id="R5613be08545d4a6a" /><Relationship Type="http://schemas.openxmlformats.org/officeDocument/2006/relationships/slideLayout" Target="/ppt/slideLayouts/slideLayout4.xml" Id="R591cd2289f3d49ee" /><Relationship Type="http://schemas.openxmlformats.org/officeDocument/2006/relationships/slideLayout" Target="/ppt/slideLayouts/slideLayout5.xml" Id="R9ea6ceb189ee4ecd" /><Relationship Type="http://schemas.openxmlformats.org/officeDocument/2006/relationships/slideLayout" Target="/ppt/slideLayouts/slideLayout6.xml" Id="Rada9c198a4184ea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340abeb8afd4e3e"/>
    <p:sldLayoutId xmlns:r="http://schemas.openxmlformats.org/officeDocument/2006/relationships" id="2147483650" r:id="Rc395839e110f47c0"/>
    <p:sldLayoutId xmlns:r="http://schemas.openxmlformats.org/officeDocument/2006/relationships" id="2147483651" r:id="R5613be08545d4a6a"/>
    <p:sldLayoutId xmlns:r="http://schemas.openxmlformats.org/officeDocument/2006/relationships" id="2147483652" r:id="R591cd2289f3d49ee"/>
    <p:sldLayoutId xmlns:r="http://schemas.openxmlformats.org/officeDocument/2006/relationships" id="2147483653" r:id="R9ea6ceb189ee4ecd"/>
    <p:sldLayoutId xmlns:r="http://schemas.openxmlformats.org/officeDocument/2006/relationships" id="2147483654" r:id="Rada9c198a4184ea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2f0572373374a8c" /><Relationship Type="http://schemas.openxmlformats.org/officeDocument/2006/relationships/image" Target="/ppt/media/image.png" Id="Rc681986b1bfe42fb" /><Relationship Type="http://schemas.openxmlformats.org/officeDocument/2006/relationships/image" Target="/ppt/media/image2.png" Id="Rbc2d7682576d482a" /><Relationship Type="http://schemas.openxmlformats.org/officeDocument/2006/relationships/notesSlide" Target="/ppt/notesSlides/notesSlide1.xml" Id="R2b1eba4e50b3452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6b2660a2d634f85" /><Relationship Type="http://schemas.openxmlformats.org/officeDocument/2006/relationships/notesSlide" Target="/ppt/notesSlides/notesSlide2.xml" Id="R9e88c0341696438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c1921dc680b48da" /><Relationship Type="http://schemas.openxmlformats.org/officeDocument/2006/relationships/notesSlide" Target="/ppt/notesSlides/notesSlide3.xml" Id="R610da577759e418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1a439ec43b7491a" /><Relationship Type="http://schemas.openxmlformats.org/officeDocument/2006/relationships/notesSlide" Target="/ppt/notesSlides/notesSlide4.xml" Id="Rb86f123741ab46a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7a26d4837ac46c6" /><Relationship Type="http://schemas.openxmlformats.org/officeDocument/2006/relationships/notesSlide" Target="/ppt/notesSlides/notesSlide5.xml" Id="Rd8f87ef0cda74d1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f0258b3924b4299" /><Relationship Type="http://schemas.openxmlformats.org/officeDocument/2006/relationships/notesSlide" Target="/ppt/notesSlides/notesSlide6.xml" Id="R546d826a6cd6410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2d6aa2d613544d1" /><Relationship Type="http://schemas.openxmlformats.org/officeDocument/2006/relationships/notesSlide" Target="/ppt/notesSlides/notesSlide7.xml" Id="Ra35b2b43131a4fd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71557cbed0644a6" /><Relationship Type="http://schemas.openxmlformats.org/officeDocument/2006/relationships/notesSlide" Target="/ppt/notesSlides/notesSlide8.xml" Id="Rc45bdb8649d4479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0e98d9ae13b4067" /><Relationship Type="http://schemas.openxmlformats.org/officeDocument/2006/relationships/chart" Target="/ppt/slides/charts/chart1.xml" Id="R16a75972046544ed" /><Relationship Type="http://schemas.openxmlformats.org/officeDocument/2006/relationships/notesSlide" Target="/ppt/notesSlides/notesSlide9.xml" Id="R54fd2fd138e6405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6a95d8dd8b14958" /><Relationship Type="http://schemas.openxmlformats.org/officeDocument/2006/relationships/notesSlide" Target="/ppt/notesSlides/notesSlide10.xml" Id="R403c2a9cbeb1485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1e5775a707144be" /><Relationship Type="http://schemas.openxmlformats.org/officeDocument/2006/relationships/notesSlide" Target="/ppt/notesSlides/notesSlide11.xml" Id="R62c4a5ca4ff6402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b4399e6f64f64ab1" /><Relationship Type="http://schemas.openxmlformats.org/officeDocument/2006/relationships/notesSlide" Target="/ppt/notesSlides/notesSlide12.xml" Id="Rb30ee40ff265485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7deb69f2fc44f71" /><Relationship Type="http://schemas.openxmlformats.org/officeDocument/2006/relationships/notesSlide" Target="/ppt/notesSlides/notesSlide13.xml" Id="Re8e677b1c252425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88947cc6cf124bed" /><Relationship Type="http://schemas.openxmlformats.org/officeDocument/2006/relationships/notesSlide" Target="/ppt/notesSlides/notesSlide14.xml" Id="R7925cbe32b0a49f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b3f7ca1f7334d6e" /><Relationship Type="http://schemas.openxmlformats.org/officeDocument/2006/relationships/notesSlide" Target="/ppt/notesSlides/notesSlide15.xml" Id="Re7e7c6ce71774bc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02fc1ebf143d422c" /><Relationship Type="http://schemas.openxmlformats.org/officeDocument/2006/relationships/notesSlide" Target="/ppt/notesSlides/notesSlide16.xml" Id="R61247f33902c4ee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15e94e689ca14faf" /><Relationship Type="http://schemas.openxmlformats.org/officeDocument/2006/relationships/image" Target="/ppt/media/image3.png" Id="Rf398fde0423d4634" /><Relationship Type="http://schemas.openxmlformats.org/officeDocument/2006/relationships/notesSlide" Target="/ppt/notesSlides/notesSlide17.xml" Id="R992a735142ca4f9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ce8f3b2f51ea4b96" /><Relationship Type="http://schemas.openxmlformats.org/officeDocument/2006/relationships/notesSlide" Target="/ppt/notesSlides/notesSlide18.xml" Id="R1c9671f222224631"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BAABCE7B-FC7C-4057-BE4F-83FAB8E1695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0">
            <a:extLst xmlns:a="http://schemas.openxmlformats.org/drawingml/2006/main">
              <a:ext uri="{FF2B5EF4-FFF2-40B4-BE49-F238E27FC236}">
                <a16:creationId xmlns:a16="http://schemas.microsoft.com/office/drawing/2014/main" id="{DFD4327E-DD82-4F87-9985-BCB661E884B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실제 요청에 같은 절차가 반복됐다">
            <a:extLst xmlns:a="http://schemas.openxmlformats.org/drawingml/2006/main">
              <a:ext uri="{FF2B5EF4-FFF2-40B4-BE49-F238E27FC236}">
                <a16:creationId xmlns:a16="http://schemas.microsoft.com/office/drawing/2014/main" id="{0EC73014-5A8E-498E-B00C-8676935A1C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13EF3013-CA49-4819-9D61-775AA9D8DD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EEC23ACB-2CA4-46CA-9E97-D0D59287EC5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1A55EAC5-9370-4505-8CF5-ECECEFE3611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5E05AA80-F6FF-4D81-824D-AD5699100D1E}"/>
              </a:ext>
            </a:extLst>
          </p:cNvPr>
          <p:cNvPicPr>
            <a:picLocks xmlns:a="http://schemas.openxmlformats.org/drawingml/2006/main" noChangeAspect="1"/>
          </p:cNvPicPr>
          <p:nvPr/>
        </p:nvPicPr>
        <p:blipFill>
          <a:blip xmlns:r="http://schemas.openxmlformats.org/officeDocument/2006/relationships" xmlns:a="http://schemas.openxmlformats.org/drawingml/2006/main" r:embed="Rc681986b1bfe42fb"/>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64E92FD0-1248-4A76-B8F8-D1252A48618A}"/>
              </a:ext>
            </a:extLst>
          </p:cNvPr>
          <p:cNvPicPr>
            <a:picLocks xmlns:a="http://schemas.openxmlformats.org/drawingml/2006/main" noChangeAspect="1"/>
          </p:cNvPicPr>
          <p:nvPr/>
        </p:nvPicPr>
        <p:blipFill>
          <a:blip xmlns:r="http://schemas.openxmlformats.org/officeDocument/2006/relationships" xmlns:a="http://schemas.openxmlformats.org/drawingml/2006/main" r:embed="Rbc2d7682576d482a"/>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7D43E2E6-DA9A-4AFF-9C84-855C2C5D03C5}"/>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9D6DA181-61A9-46BA-B9D8-FC8DF07F56DA}"/>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0E057095-ED6C-4B90-93C7-82FAA102E0C4}"/>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EE9C4107-7AF3-4071-B7F8-A0B28699FD49}"/>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431DF9C9-1813-43AD-B9D3-88B9E267AAC0}"/>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33BD1BEF-1AEA-4FCF-B4C0-01D08A6ED442}"/>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7813089B-FF37-4A75-A3FC-F20D1667199E}"/>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FBE1266D-B9A2-4EF1-BEEF-38FDE675A97A}"/>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E77E4FD4-260C-4ADA-8D62-E522E453A08F}"/>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70B6B940-D8B2-4CD7-A275-432FFC51BE87}"/>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7BBDB485-829E-45AA-B68A-3AC5A1258C02}"/>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B4B9325B-3395-4C3E-8946-62A8D09C1520}"/>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693C9A3A-8E38-4AD5-8AB1-0DD015C64D63}"/>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F41B3399-B054-439D-9B77-A9DCF9CB4CFF}"/>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F44EB282-0F04-4560-BB91-FE30B06CABD6}"/>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51290EDF-CFC4-4C3A-91AE-DA6C99DE527D}"/>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0FEF76F8-8CCB-4EC5-A34E-CAA670986645}"/>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41F6080D-6D2F-4078-9B13-D39A54511F5C}"/>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9A27D8B6-C0B6-4A00-B38E-68AC47AA06FA}"/>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FDE01311-21A4-474C-B503-F74FC71F8550}"/>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4F96F423-F8F4-4E83-965B-173BB2C0EA88}"/>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ED0D4DF3-39DF-48A5-A16D-231189BACC75}"/>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B07811D5-8E5C-4ECA-B304-F4405B922401}"/>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C52B350C-8A77-40BC-970F-A0C1BF21B879}"/>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EBA0891F-6228-4F24-A7C4-CF49D617ACE3}"/>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0E30CD63-6C2B-4E03-9C5D-8A714270BD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414558592"/>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A841B634-62BA-405D-AF6A-FDA754BD2C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1">
            <a:extLst xmlns:a="http://schemas.openxmlformats.org/drawingml/2006/main">
              <a:ext uri="{FF2B5EF4-FFF2-40B4-BE49-F238E27FC236}">
                <a16:creationId xmlns:a16="http://schemas.microsoft.com/office/drawing/2014/main" id="{026F7CCB-9608-460F-A8D7-C6B25DE66B5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테스트 명령을 언제 쓰고 무엇을 판단할까?">
            <a:extLst xmlns:a="http://schemas.openxmlformats.org/drawingml/2006/main">
              <a:ext uri="{FF2B5EF4-FFF2-40B4-BE49-F238E27FC236}">
                <a16:creationId xmlns:a16="http://schemas.microsoft.com/office/drawing/2014/main" id="{EE6723DE-6B63-4173-A2FB-811B458BE7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DDE0C180-A840-428B-9181-F2B0227142B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1776443A-9E5D-416C-9E79-1B7D2A13AE9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99B20C07-9ED8-483F-8FA3-54DABA58338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D8348878-6B29-4BE7-97D1-DD898C6E49EC}"/>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19336233-DC96-4FB8-8C2C-105F8035ABF4}"/>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0EB82815-22DF-49C8-AB7D-9022119E8894}"/>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FB09422E-9C15-432F-90A0-94B04D841F76}"/>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B57BDF12-53E1-43EE-86A3-2D05DF4AAC76}"/>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29F75631-DAD9-4506-9478-03DBC53D3ECC}"/>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A6D25417-FA1E-4953-9AB5-F6AF151E3B36}"/>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31144555-6D61-439B-BDAA-511C1BC60ED9}"/>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1134D884-0E68-41FF-9192-1EE6C2455E17}"/>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85C9184B-DF01-48A8-A985-F08FB3DE9C8A}"/>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8FC6402-D80F-4278-96D5-452863D6DE8A}"/>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E7DD1686-2CD7-40B0-A701-57435115C8A7}"/>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EDACBD40-278C-423A-B8B1-E9239007C11E}"/>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400C97B5-7DF5-4294-B246-D4D56712245F}"/>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65532150-9EFE-4A69-9EB6-150BC008F0A2}"/>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32C38169-375D-4010-A9DD-AC6C876DEF6A}"/>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10012A65-7AE2-4EFD-B174-22D0A26AD4E8}"/>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92BE6A35-E892-471F-985D-E442FBF0E16B}"/>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8FD2C783-675D-483E-8110-1E9A5C967A01}"/>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C439BFF0-7231-4B9C-A3B8-B178F9FBABDC}"/>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868A50F2-6BE0-4EC5-B1A8-A0748A8133EC}"/>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7F43C343-81A1-487F-B134-D3EA7966BBFA}"/>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D2349523-DC28-4AF5-9959-6A784B394953}"/>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C97841F9-C9C9-4BE7-BC58-C7B43502F1B7}"/>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E80A8ACD-BCE5-4DDE-8A00-3EEB7E95E1B6}"/>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6D5081C9-D0B9-4625-B47A-655D85924924}"/>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D81BA845-6636-42D1-8CE5-2745CBEEC6D6}"/>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BFA7B2FA-05B4-4CCC-A148-BD7D0ED64CC3}"/>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D38BEF0C-A473-4AB9-8158-E630FD80AC38}"/>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D8C81427-8FF3-4280-8444-422700301AC9}"/>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97D24229-ECE8-4B2A-920E-B4701AEC7DEA}"/>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9685C7C5-C30E-4388-8E86-83E9EA6F17A6}"/>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FB767194-CC18-4AAB-A8F9-3017AE8ADCAF}"/>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7B1CE3A7-D1DE-4EB7-B499-B2119996A84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1599758"/>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9E8E499C-36D9-4289-8CFC-21907AE6299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2">
            <a:extLst xmlns:a="http://schemas.openxmlformats.org/drawingml/2006/main">
              <a:ext uri="{FF2B5EF4-FFF2-40B4-BE49-F238E27FC236}">
                <a16:creationId xmlns:a16="http://schemas.microsoft.com/office/drawing/2014/main" id="{2D245ABA-76AF-4333-A973-026E9DD03C6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목표·기준·방법을 한 작업에 적용한다">
            <a:extLst xmlns:a="http://schemas.openxmlformats.org/drawingml/2006/main">
              <a:ext uri="{FF2B5EF4-FFF2-40B4-BE49-F238E27FC236}">
                <a16:creationId xmlns:a16="http://schemas.microsoft.com/office/drawing/2014/main" id="{8D851461-C1C5-4777-BCA5-5194F4E44D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0BD98D3A-E199-43BA-AA82-23A6875D831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7B044AB5-A05D-4962-AFE2-9126BE006CD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3E1B6C80-224B-459B-96FF-0B55DCFB696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A3DE28EE-547D-4BC8-8EFC-8F6235D7EB15}"/>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783234CF-1DBF-44AA-9D66-BD54672AA519}"/>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5FB37D3F-8CD0-4A9B-B1D9-789451555158}"/>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83E14C8D-0C32-407A-B842-8A146EE68D57}"/>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FB93590-2644-4687-8AC6-73790ACF620E}"/>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E11CE244-8380-412F-A7F5-E5FB68D7B3AF}"/>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F4C9F0A4-8A9A-4276-BF73-329DD4E1B7BC}"/>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3995CD45-8296-4386-ADF2-39BD59AF1BA1}"/>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264879EE-8999-40BD-93DD-F08EBBD05310}"/>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CB21AF70-F42D-41E5-ADDB-051A70F8D7D0}"/>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2B827C96-E542-4BCA-B294-E0B7C40F3A2A}"/>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349CD770-F327-4C8B-8089-07395556FED2}"/>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DE01D339-2938-4ED3-8DE3-376C1170E355}"/>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45081865-7E96-4110-9D5E-D61451E7BC25}"/>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25B0D440-30A0-4DBA-AE21-5A0CA4076385}"/>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F11482B2-D1AD-4C43-8CA6-4B180C6974BB}"/>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40EC8B7F-F384-471E-92CD-C6CA0BF1DC7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96661940"/>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0D56C93A-DD47-48A8-A344-88108612F5E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3">
            <a:extLst xmlns:a="http://schemas.openxmlformats.org/drawingml/2006/main">
              <a:ext uri="{FF2B5EF4-FFF2-40B4-BE49-F238E27FC236}">
                <a16:creationId xmlns:a16="http://schemas.microsoft.com/office/drawing/2014/main" id="{D591ED2B-8E1A-4C34-B094-1F4B45CD81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반복 절차를 Skill로 모으는 이유">
            <a:extLst xmlns:a="http://schemas.openxmlformats.org/drawingml/2006/main">
              <a:ext uri="{FF2B5EF4-FFF2-40B4-BE49-F238E27FC236}">
                <a16:creationId xmlns:a16="http://schemas.microsoft.com/office/drawing/2014/main" id="{527D3963-83C0-4911-B462-6E7698D1D7C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12459E6B-8F17-4D96-AEDE-69703F8EF51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EBF7CDE6-8988-45B1-80B0-F10FEDC650D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54585D9A-FAE4-4F19-A55E-EE836735A8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021646A5-8BAF-4FDD-9317-3978C7E17BA3}"/>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6DB1A20C-5436-4C2F-AE98-66A1CEE18250}"/>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18BDC87D-749A-4E88-A11F-C8D75F4F9B5B}"/>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B7BC6568-B108-4A1C-9BFB-C7A3B30C4AFC}"/>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0847B32B-3C53-4863-84EB-6DA938907EF1}"/>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8ABD67BF-1732-4AD1-A5FB-87FECB853D8F}"/>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4640CF41-1233-4395-8211-BCD6C1196F92}"/>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7A083CEA-AC47-4832-97EF-A54F7338BC09}"/>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12AF2301-3864-40FD-BE98-6B54E8A9DD79}"/>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0B5CCAFF-2383-48FC-9FAC-3C00F141D094}"/>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1AA9BB5F-2E4F-497C-9B19-8AF5B64D3EFC}"/>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DA697061-DEBF-4CE1-81FF-91C893EA5865}"/>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19AE5A41-D18B-438C-9CBA-B05220214C29}"/>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975C515E-41DF-4AD3-9747-516CA51E4B01}"/>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FB42FF5C-24E5-40B1-9183-61CE353C46FD}"/>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10821538-9273-434C-824B-3979DAE718AC}"/>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D693D32D-44B1-4475-976D-FDADDD0B90FF}"/>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9F9E61DB-F3E8-4599-8D46-24E5C50CFE76}"/>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EF25EF0A-1F3B-43BA-B73B-1F7A37F38E52}"/>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4D55FE02-FA66-426D-A199-D612F1AD0374}"/>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CD153162-DF6A-49EE-A320-75C38F43F64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77406727"/>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6DAAE3ED-1E01-4EDA-B7AA-F69097080D6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4">
            <a:extLst xmlns:a="http://schemas.openxmlformats.org/drawingml/2006/main">
              <a:ext uri="{FF2B5EF4-FFF2-40B4-BE49-F238E27FC236}">
                <a16:creationId xmlns:a16="http://schemas.microsoft.com/office/drawing/2014/main" id="{A5F44217-78DE-4869-9B79-42947E5B01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Skill 발견·호출·본문 포함의 근거">
            <a:extLst xmlns:a="http://schemas.openxmlformats.org/drawingml/2006/main">
              <a:ext uri="{FF2B5EF4-FFF2-40B4-BE49-F238E27FC236}">
                <a16:creationId xmlns:a16="http://schemas.microsoft.com/office/drawing/2014/main" id="{24B922C7-0709-4998-9B3D-75D6EE34B0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82C37C95-F373-4661-93A8-DF829A2A1C0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0CF7322C-8462-4DDF-9CF6-02218CEFB4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7D0ED2DA-CD52-4BD6-A32A-2E62F81B733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7B504D11-F979-4059-B8B1-100B855451C6}"/>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5F5C065A-5D18-49FD-B199-25A1904904A5}"/>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818FA25F-1CCE-417D-BCB5-D784A8F15EA1}"/>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94C37BB2-D0A5-4E51-83EC-D1E495049907}"/>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D54B1FCF-1B1B-43EA-9A20-32E40840B754}"/>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35980CAA-7C6C-4E1E-A3CC-007C7D08596E}"/>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99DEDAF1-4B6C-46F7-96EB-FCF60BFD3AD1}"/>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CF27DEFB-6184-4A3E-99F3-60926B543601}"/>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E37BE113-21C8-4925-B2CA-6484C79DD088}"/>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63244A41-48C0-4416-9B1F-6E1B903756EA}"/>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4ED7901C-421B-48B5-A73C-80896ED6E02B}"/>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5B3D3A43-86A4-4B3B-ADD9-0CFE1B0ABF6E}"/>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3ED1A29B-4EB1-4EB4-B163-F92C63B988AE}"/>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DD353A21-41AE-4C70-A619-6236D3EBA83C}"/>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59C8FB7A-4D15-414A-80B7-90D856451D7F}"/>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588F5A0F-E6E6-4615-BE2F-4D964DE33381}"/>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1A38A11D-0307-4BCC-9473-90F57413DF75}"/>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6FB9A20F-3594-4B2B-A2AB-81A339DEDDBC}"/>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5CED71FB-3716-4831-885A-EF265FEA12ED}"/>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EE9792C7-7859-4B34-8CF7-DF5F4C7CAB29}"/>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980CAA04-8974-4AEE-A6EF-1EEE9C2A7510}"/>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847E7D9D-E37E-48D4-A281-4BCF49F128A3}"/>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3E888AF5-4A2F-4365-8DC2-F2B0115819AD}"/>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C2EB16C5-72C9-4E84-95AC-0CA71ADA35A8}"/>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F5E751E6-6649-4CD3-9CE6-4FE6691F5E43}"/>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C8D96533-BBBB-4F06-8272-1647571F9939}"/>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DD338B5B-C07F-4206-AC70-15226770376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33489469"/>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BA741D8A-DE9D-4E25-B057-D249579AF9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55">
            <a:extLst xmlns:a="http://schemas.openxmlformats.org/drawingml/2006/main">
              <a:ext uri="{FF2B5EF4-FFF2-40B4-BE49-F238E27FC236}">
                <a16:creationId xmlns:a16="http://schemas.microsoft.com/office/drawing/2014/main" id="{416330E9-F6A6-4784-A104-6A980E88E6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Skill 지침과 실제 작업 기록의 대응">
            <a:extLst xmlns:a="http://schemas.openxmlformats.org/drawingml/2006/main">
              <a:ext uri="{FF2B5EF4-FFF2-40B4-BE49-F238E27FC236}">
                <a16:creationId xmlns:a16="http://schemas.microsoft.com/office/drawing/2014/main" id="{2C92374E-CFAD-4454-93E0-6D11E6A8BBF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439E1D52-950E-40D6-85D5-19CA6AB63DC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A341F56E-4D10-4CBF-ADAB-41582857857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CCB6994A-41B0-48B2-AAC5-5D4B748AB36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FB5C7868-071A-43F5-B471-A38DBD1CF142}"/>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205E1892-F5B5-4691-ADA3-30F7EAB8DB34}"/>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E175CC3B-1B2B-4FC0-B913-B11862B91507}"/>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1197F013-D796-43A4-878B-0B624C14D846}"/>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057373D1-BA9E-419D-B714-248FCAABE1EF}"/>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074E463E-9A1F-4C77-912B-03D6AA2232EA}"/>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C49101E2-3F22-4D2B-A911-C14711470063}"/>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6CE81388-2E67-419E-94A0-14EBE403C03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17157546"/>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8340CE63-131D-41D3-AE67-760C62D84F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6">
            <a:extLst xmlns:a="http://schemas.openxmlformats.org/drawingml/2006/main">
              <a:ext uri="{FF2B5EF4-FFF2-40B4-BE49-F238E27FC236}">
                <a16:creationId xmlns:a16="http://schemas.microsoft.com/office/drawing/2014/main" id="{4D0CDA1A-F4B9-4B99-8F95-337C16115D5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절차는 재사용하고, 답은 근거로 정한다">
            <a:extLst xmlns:a="http://schemas.openxmlformats.org/drawingml/2006/main">
              <a:ext uri="{FF2B5EF4-FFF2-40B4-BE49-F238E27FC236}">
                <a16:creationId xmlns:a16="http://schemas.microsoft.com/office/drawing/2014/main" id="{BA82CB9A-9116-4C1B-8550-8DD3169F9B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994BDC61-9C5A-42FB-AFD6-33CE0C1C3C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1077C180-8926-40A1-AF1D-604BF3A7A77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9BA1182F-135F-476C-BCDE-355CA8BCE0B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DC494197-B4CA-47AF-BE87-8195F659E90B}"/>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5B59744A-78A6-47A0-8ABB-2B3D89F27917}"/>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BEA1F4E7-D1B5-4EC0-BD68-D68436FD5D32}"/>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EA9D8B25-7C86-4B7A-8610-8AF15A57822D}"/>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62B27B04-18E8-457F-A638-6B38F8C67882}"/>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8BA87189-5983-434C-80F9-DBE762399C8E}"/>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961EC1E6-A0E6-40B7-B9E6-D676ABCABCFF}"/>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07A23A8A-7C64-4610-BA2D-AA7E9B3B8B96}"/>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A5F069A5-B583-4F2B-9B60-73E62EDB6229}"/>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53E88E02-BD15-4B9B-8DE8-4A65111B8CE9}"/>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426E0CD0-48BC-41DC-85A2-26A260E68750}"/>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8ED734A5-98ED-4013-906B-8D89179569FC}"/>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EA4C6A4B-E992-4D80-9B55-C8E75B1981EC}"/>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ACF41D7E-406D-44DC-B986-426BE26BAC20}"/>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7A8552E3-A082-41F2-AB7E-5CF3F6FECD8D}"/>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83597803-1FF4-4A7E-A17E-474155662EB5}"/>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66763496-0493-400D-9135-27CF252700F3}"/>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2EE08941-E820-43BC-90D8-ACF98C87C2A9}"/>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4A30BF98-4E66-45E2-A171-CB1FFDFD541A}"/>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40CE8AA2-F69C-418C-B5A9-2C85450F1F12}"/>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B9F14962-5791-4307-A502-6DA29E7DC559}"/>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309550D9-167E-4707-B90D-761891E1465D}"/>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DF7A5341-BC13-44E5-895E-D067E7CDEEE2}"/>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4ABD4D2E-5C32-4B1D-9BAB-0725AE9C6C95}"/>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5DACEEAB-6FDF-413E-8114-9C36F6236CD1}"/>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0F777A25-5E90-4ED5-88FF-E6CA93149C66}"/>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659ED4FC-198B-4692-B2C5-C1C48B7C8673}"/>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764F1F92-3BEB-4AF8-BAC8-BBA7748BD022}"/>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4CC4E3A4-C259-415A-B382-954BF96EFA03}"/>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E3865030-B7F2-4CCD-B29A-9229458A937F}"/>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AA02612F-ECD9-4B04-806D-991C6D8DBABF}"/>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83F27EFB-3E2C-4EF5-B76B-F06C701F9170}"/>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457DEE0B-18F2-4951-A02E-9353069BC35F}"/>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695B3BA5-16E6-47A3-A4BC-578103EFD9C2}"/>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05F214A9-CB49-4C03-9CFB-FB5888750E31}"/>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90656025-6F90-4382-B3F8-936831C89876}"/>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73308D3E-A91C-4138-91F4-3769E977D875}"/>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9E497E6D-5F7D-45EB-B29D-7F0D5B99C5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511896859"/>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D86E7D49-CA62-4AFC-8054-1DA5C96D14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57">
            <a:extLst xmlns:a="http://schemas.openxmlformats.org/drawingml/2006/main">
              <a:ext uri="{FF2B5EF4-FFF2-40B4-BE49-F238E27FC236}">
                <a16:creationId xmlns:a16="http://schemas.microsoft.com/office/drawing/2014/main" id="{62553D34-AF5F-418A-9C7B-33ADB9C649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밝기 통계 계산의 성능 개선 후보">
            <a:extLst xmlns:a="http://schemas.openxmlformats.org/drawingml/2006/main">
              <a:ext uri="{FF2B5EF4-FFF2-40B4-BE49-F238E27FC236}">
                <a16:creationId xmlns:a16="http://schemas.microsoft.com/office/drawing/2014/main" id="{CEA405F3-0A37-42CA-9048-CBF931DD0AF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F73D444B-7EA2-4FB2-B274-A9AC2335C7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07BCAD9D-800C-445D-9944-8E6EAF228D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D4AA482F-024C-45B8-8080-F36E35A409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79960C1F-5D11-42E2-8894-F98788A0D647}"/>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06E52B76-A0E4-47B4-9E3B-A61A0DCD4D99}"/>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40C17D79-1809-468A-A90E-2C2B374D338F}"/>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3B8460B6-4BE8-4F3A-A7F3-A15F3F6AC7BF}"/>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6D7F12A5-1E73-42E1-9FEC-BD0C4AC97AFC}"/>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498CFD0F-4B2D-4417-8C15-C0D5AA8A2CA4}"/>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D009577E-75F5-4D34-8F79-CD8DE4B88A43}"/>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63462E6E-B0E5-4013-8ABC-04F398B1EBCA}"/>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3246789D-3FF0-49B4-97F3-4D32FE954DA9}"/>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F6B225FA-F731-43FE-9645-923C8E547AE5}"/>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C8468348-4FCC-4734-A496-19BD5B428E25}"/>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91888007-BDA1-43F9-A5FB-26784FDFAD8F}"/>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7FF52289-A6AB-4DAA-B145-C969A2F0FAA0}"/>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706CEDB6-B0AE-4CB5-8CFE-A85D7FCC87C6}"/>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3C686C25-ECD8-436F-B4AF-DFFBC430E99A}"/>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42D02013-E51C-4A74-932F-645401F1B6B4}"/>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4CDCB484-07CB-46CA-9C31-6812C281896B}"/>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08660654-4573-4F43-A965-987D2EADBE50}"/>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CC40B381-E0FE-4F33-B28C-484BD1949116}"/>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B7B5C952-1A89-4BD0-93C2-94617AAA0621}"/>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38C15DD6-C245-4714-9E61-0C4C4C67CDF0}"/>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2660970E-FE3D-4F60-BB12-E7A8AB75CEDD}"/>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14B103BF-AD30-4FF9-A7C8-186905331E8A}"/>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EEABE531-BE5F-44B6-B8DE-04A7D4313DE8}"/>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4BDA261B-70A3-4129-843F-C7335B598821}"/>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8E757041-C617-4E3F-ACCA-10FA5BEA0862}"/>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563E522D-C918-4F75-9E98-9A6F6342E420}"/>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6F6B66C6-B4C7-4C3B-B317-CF1F29236931}"/>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78AD6CF3-9C85-4FE5-86A5-74D4AB670837}"/>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3D4C4FE8-85CA-4A64-BE6C-0C725F9F211D}"/>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47FD5B17-3368-4DD5-BCB8-F7084C5C9F8E}"/>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28C70058-BB15-4155-8940-75101203AEAC}"/>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35996FF6-AEA0-4983-B52E-F72F434EF5B9}"/>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3E20807B-2981-47FF-8824-B8FA1BA8176B}"/>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E52A31A3-A687-45CF-A303-841E040B2198}"/>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6D55335E-742A-4F8D-AAF7-0EED8A1A9F68}"/>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D86E13FF-16E8-45D0-ADD1-51BDEF0B8803}"/>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AC811BFA-D426-4E20-AF4E-8B2298C7ED33}"/>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3304D62E-D9BC-4271-963B-306B6FA9DF0A}"/>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646D945F-9E4D-4540-99F6-75329DF041A2}"/>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29DE0AB3-CD90-4473-9303-369587385356}"/>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EB87CAB2-6D71-4F4F-A1DA-EF653398B8D8}"/>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2FE63069-635D-4C1E-B10E-303DCBA5EDDD}"/>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06374D78-8AB2-4714-A853-3B9E5F81F2F1}"/>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F32BD8DD-F23A-4A04-85D9-A97D5E0D81E6}"/>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8107570A-DBB8-4DEB-A5CE-BB530B687399}"/>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1EC4A4F4-64E4-45AF-A5C3-1AACF8DFB36D}"/>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3F9440AE-5E73-434C-A297-FD11C9ED6FAB}"/>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03CE289B-080C-46A1-9149-10F2CCAEE6E1}"/>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5B5B6FE3-9A44-44E5-8AD7-83E8BAD35B23}"/>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EAC11F6F-10AE-4153-B4B8-271E57A977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371893894"/>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43E138E5-851B-415E-AC83-A93AF693BAC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58">
            <a:extLst xmlns:a="http://schemas.openxmlformats.org/drawingml/2006/main">
              <a:ext uri="{FF2B5EF4-FFF2-40B4-BE49-F238E27FC236}">
                <a16:creationId xmlns:a16="http://schemas.microsoft.com/office/drawing/2014/main" id="{7477436D-D4A8-4A40-855E-54453A8E76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선택한 변경의 시간·메모리·동작 확인">
            <a:extLst xmlns:a="http://schemas.openxmlformats.org/drawingml/2006/main">
              <a:ext uri="{FF2B5EF4-FFF2-40B4-BE49-F238E27FC236}">
                <a16:creationId xmlns:a16="http://schemas.microsoft.com/office/drawing/2014/main" id="{6FA6F8D8-B627-4603-91D9-C0DEDFB1EBF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D96ACF5C-BC1B-4DDF-B986-4AF7CB6532E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3D0EF471-4C0B-4301-A2FA-7253D8AF2C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7CC15349-A996-43AC-828B-47B9FB2CE3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09F1847D-F54F-4E72-8AB1-6EFBEC51D053}"/>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583BA2CF-22B5-4641-8D05-EAA8C803C1E0}"/>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3B68EC90-CE14-4578-8890-47D81EB76FF8}"/>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6A336D53-2926-4929-A8A4-FE5716F47A30}"/>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682C7B2D-53A3-44C0-8E21-CA8ED79201A3}"/>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F8C660-66B7-4F70-A3F9-1EF1EC92BEE1}"/>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6221ADE7-61E6-44A1-9A9C-88333F82BA74}"/>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3FDC2A5C-4CEF-4425-8AF5-CC34746B12CA}"/>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16a75972046544ed"/>
          </a:graphicData>
        </a:graphic>
      </p:graphicFrame>
      <p:sp>
        <p:nvSpPr>
          <p:cNvPr id="15" name="Python 할당 피크">
            <a:extLst xmlns:a="http://schemas.openxmlformats.org/drawingml/2006/main">
              <a:ext uri="{FF2B5EF4-FFF2-40B4-BE49-F238E27FC236}">
                <a16:creationId xmlns:a16="http://schemas.microsoft.com/office/drawing/2014/main" id="{1DA9A0EC-2530-485A-9EE4-DC35E98A5B55}"/>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F220ED69-7FAE-472B-B562-A8D952FB9774}"/>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0DFC85B4-5942-425A-BB8C-3AC80E7B5ACB}"/>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803884DD-F0E7-4307-A3ED-64B4AF2FDCCD}"/>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962D983A-CFA2-4F94-8927-79E660C8EA48}"/>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BC39DDFF-3C65-479B-A179-53279644F3D2}"/>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6EECFDDD-204B-477B-8030-AD4ECA5666E3}"/>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28AA4337-AF1E-430D-B1E2-18505F4DC730}"/>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2A276B91-C843-47EF-BB10-E2AF179080B3}"/>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F05FD42C-3305-417A-A0BB-C53262C905E5}"/>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0430A6D2-368D-4E46-B8F9-FA794C5A82B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701123020"/>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DEB51A41-8A28-471A-AFDE-948BC43B78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59">
            <a:extLst xmlns:a="http://schemas.openxmlformats.org/drawingml/2006/main">
              <a:ext uri="{FF2B5EF4-FFF2-40B4-BE49-F238E27FC236}">
                <a16:creationId xmlns:a16="http://schemas.microsoft.com/office/drawing/2014/main" id="{2F674FF0-A0FE-4B69-87D1-5A44ABED22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한 Agent 조사와 Subagent 역할 분리">
            <a:extLst xmlns:a="http://schemas.openxmlformats.org/drawingml/2006/main">
              <a:ext uri="{FF2B5EF4-FFF2-40B4-BE49-F238E27FC236}">
                <a16:creationId xmlns:a16="http://schemas.microsoft.com/office/drawing/2014/main" id="{8FBC429E-2AF7-4367-957D-527291C695F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2803578A-0136-488B-A54D-EA406003A03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D01DFB7E-8F38-4DF3-9AE4-B1AC9EEC69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3184E781-AFCF-4B29-8098-A4452E1A226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F9DF4650-CE5B-4FFC-8288-308896FDECD0}"/>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7C291AA2-F06E-492C-918F-A8EFE5D20B82}"/>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9D5C37B8-7077-474E-94B7-51A3A2FFC1CC}"/>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AE348D64-4A0F-461C-9873-1FD8856005F5}"/>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B676C3-19A9-4A08-B008-BDA611248182}"/>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CD75484E-4D5E-452F-B55A-596E2C3FF66D}"/>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5F4E6662-FF61-4B9D-8EBB-41C5AADEA775}"/>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B700D14C-E411-4F19-8C00-25559AC27D5C}"/>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699EBE57-201F-419C-8C46-9C71FD88F52C}"/>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5A0EB3CA-4689-4572-BBE1-2BB7A0FB0C49}"/>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E5BCA557-7A0D-4B79-B8AC-388EDA0E173D}"/>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E258ABF3-CFD6-4B23-A0D4-125119BBA95D}"/>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3150E60E-6229-425F-B2A9-F97523308414}"/>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69693D57-8C4B-48D7-AB9C-DF5E5F608666}"/>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4B7F887B-03CE-48EA-836A-03E14F429F6B}"/>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45E23C19-3786-40F2-AFEF-A2800460D5D2}"/>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AEC9FF6C-DC15-4EE1-ACD1-76F938773B9F}"/>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9A5D4946-3DCC-432F-B27C-C8D16B355A06}"/>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513A6E39-3714-4400-B459-7C5321AAD748}"/>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29F34C02-9E90-49E5-86CA-CA3D0ABA12EE}"/>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988616E7-E94E-41A9-ABD7-6087D3B12220}"/>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66BFC53A-06F2-47C7-A749-0578F5ADBDD8}"/>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EC51E643-0CCA-4831-8C6C-BDE3186B92D9}"/>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133B7C3D-54FE-48C4-AD97-ABEABC5A189F}"/>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6BD4CE6D-5F75-42BC-9F14-01095E56DACC}"/>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67F2639F-3C32-40EE-9928-853E216DCADD}"/>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410F55E0-A3FC-4AEF-854B-ED121923BEF5}"/>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5A7E07E1-B7C7-4C90-A75D-4AA540782D59}"/>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5D60C2DE-781F-40B0-92B3-CC2139FFBBD5}"/>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F20092F7-6E17-468F-9C96-BDD3F304F634}"/>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9DD0CAC7-A500-48C2-9917-B0CE266A6E0F}"/>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C7790F07-63CE-42B9-BFBD-8F63F62DD4AC}"/>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6D3AF7F2-3DF3-46F7-A068-6E2705A37EE7}"/>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86451C8B-46F5-4ED0-B472-21537C52C5FB}"/>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704F709F-94C2-4DB9-9340-C329A40DE493}"/>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E8015B67-DF1F-4AE8-80D8-B03C4536B1D8}"/>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510869E2-B6B5-408B-AFE1-83C3A8324EA5}"/>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755DAA87-9402-42CC-AD7F-A2EBEEA752CE}"/>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BFF366CC-5AC2-46B9-BFEC-28BA97D5F935}"/>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B7BB91C6-D6B8-48E5-82BD-0206B4D027B9}"/>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23B37AAC-EC30-41DC-88D4-5343D620B639}"/>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24B945B0-DF54-4737-84F2-F90AAE46F136}"/>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236ADA66-C2EE-4E23-BE44-049157E8B9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84241264"/>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980D58D1-F5C0-4838-AA34-313F905807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0">
            <a:extLst xmlns:a="http://schemas.openxmlformats.org/drawingml/2006/main">
              <a:ext uri="{FF2B5EF4-FFF2-40B4-BE49-F238E27FC236}">
                <a16:creationId xmlns:a16="http://schemas.microsoft.com/office/drawing/2014/main" id="{800C24F7-9385-41C2-A36A-04932D95E7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밝기 통계 작업을 나누지 않은 이유">
            <a:extLst xmlns:a="http://schemas.openxmlformats.org/drawingml/2006/main">
              <a:ext uri="{FF2B5EF4-FFF2-40B4-BE49-F238E27FC236}">
                <a16:creationId xmlns:a16="http://schemas.microsoft.com/office/drawing/2014/main" id="{D9AA29DB-1AED-4466-807F-93D4550768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F147C712-3D7E-4F20-9F13-87BF0774F0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496BCED3-4E25-4686-9AE4-97499D84D05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7CEEF139-4747-4A68-99DA-AC761035F03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02D0AC9C-F8F8-4B82-A78A-4A6E359F34BF}"/>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8DA854D1-96BB-491D-96F2-117E7FA20201}"/>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4CB0DE4D-BDC2-45A0-B5C5-4180DB45E4EA}"/>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EDBED3EA-9928-496B-8B59-9086E9985BD6}"/>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95710622-3C88-42C4-8BD1-6B692EEE27B6}"/>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88406C52-AE2C-4DF8-B03D-89A07C77E26E}"/>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1BB7FBDC-3791-4C6C-A82A-DB941894DFD0}"/>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8EB92D8A-8E96-49A8-AC31-3005ED7D2C3F}"/>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D450025D-D4E2-45E9-A0B9-35AA556F85CB}"/>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A1039248-AE01-4279-BD8E-A3F927030329}"/>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2C8A96F1-9A74-4107-AAB1-50C4A0A0D08A}"/>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FC018888-7B18-4E58-AA1A-5F40D851129D}"/>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35113E4E-BFCD-422B-BC7C-F9A02FF3CF16}"/>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4F35FE6E-047F-4291-B631-EE4155897261}"/>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C1495D53-EB6F-4175-A12F-9EAB2302966D}"/>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DD009522-04A6-4DCA-BA3E-443B97721E0E}"/>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24B8A231-8B50-4E93-8879-8A1A388944B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3382836"/>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Context와 Memory의 역할">
            <a:extLst xmlns:a="http://schemas.openxmlformats.org/drawingml/2006/main">
              <a:ext uri="{FF2B5EF4-FFF2-40B4-BE49-F238E27FC236}">
                <a16:creationId xmlns:a16="http://schemas.microsoft.com/office/drawing/2014/main" id="{22A75BCC-DB6B-4972-8269-2A205318B97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61">
            <a:extLst xmlns:a="http://schemas.openxmlformats.org/drawingml/2006/main">
              <a:ext uri="{FF2B5EF4-FFF2-40B4-BE49-F238E27FC236}">
                <a16:creationId xmlns:a16="http://schemas.microsoft.com/office/drawing/2014/main" id="{3B1C6D3F-500A-40B1-82DF-B7620F886E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이번 Context와 다시 쓸 지식">
            <a:extLst xmlns:a="http://schemas.openxmlformats.org/drawingml/2006/main">
              <a:ext uri="{FF2B5EF4-FFF2-40B4-BE49-F238E27FC236}">
                <a16:creationId xmlns:a16="http://schemas.microsoft.com/office/drawing/2014/main" id="{D481D8A1-DA08-4F3D-AD96-F09C11BB068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460EEACE-F7CE-475D-80FC-9B0738BDEC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017DFEC4-663E-40EF-AEC4-0DE81BE379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E5FC95BB-9B49-4E13-BDA2-F947F9477AE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DD72554A-0A34-47B9-993E-CB265F26AFA7}"/>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DF47FAED-EEF0-415A-87A9-314E532EEAED}"/>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93CC7FEB-BAFE-4B29-90FD-C899E37A36A8}"/>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B3A7EF57-ADAA-4458-828C-B5F04CD79BE1}"/>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98B3AB1A-2DF5-4FE3-85D3-A4BF41774BD2}"/>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F0A4C01C-970E-4C2B-B270-7C5082F886B0}"/>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3AF18C5E-F854-49F9-B2A4-949197FA7D4C}"/>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A072475E-9CC0-4142-8940-656F9A3D0033}"/>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C8A13F8C-B8B9-4C53-A6EA-339192FC1108}"/>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DE7C0D98-213B-48C5-A3B4-E95629E8F00B}"/>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735FCDE6-1E72-4F41-A1B1-00B195664E9A}"/>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9AFB3A9F-371C-4F0B-A6E1-198F3E679DB0}"/>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269078F1-3D0E-42C7-A6AF-58CD663ECFC7}"/>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D6DC6D39-7B34-4E79-A19E-08C1F76593EA}"/>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DD76BBFC-C5B6-4F6E-BF3C-7421C1A93790}"/>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99E72F1A-7144-4BB7-86C5-51711B4D0F9B}"/>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Legacy module connection">
            <a:extLst xmlns:a="http://schemas.openxmlformats.org/drawingml/2006/main">
              <a:ext uri="{FF2B5EF4-FFF2-40B4-BE49-F238E27FC236}">
                <a16:creationId xmlns:a16="http://schemas.microsoft.com/office/drawing/2014/main" id="{F1C861B8-20ED-4119-A3ED-35D6A291EC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52358939"/>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AE346FFF-2AF3-4AFB-A241-2CCA5BB536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62">
            <a:extLst xmlns:a="http://schemas.openxmlformats.org/drawingml/2006/main">
              <a:ext uri="{FF2B5EF4-FFF2-40B4-BE49-F238E27FC236}">
                <a16:creationId xmlns:a16="http://schemas.microsoft.com/office/drawing/2014/main" id="{43F5B784-40EC-4328-83C9-99791D3BA6B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실제 Demo 지식의 원래 출처">
            <a:extLst xmlns:a="http://schemas.openxmlformats.org/drawingml/2006/main">
              <a:ext uri="{FF2B5EF4-FFF2-40B4-BE49-F238E27FC236}">
                <a16:creationId xmlns:a16="http://schemas.microsoft.com/office/drawing/2014/main" id="{3837FA0D-1ECB-4FF7-AFCB-57B785F8F10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BEC128C4-2FA6-47DC-B836-0D84716E03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1199E8A1-5025-4B31-9959-3C1C5778FF1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DB81F6C0-EC44-4C58-B178-FC75A71D328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9B6238AE-8156-4CE6-94AB-59DF47EC12F1}"/>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A937291B-0BBA-41B3-BA08-59139D578F51}"/>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EA563931-BCA7-414A-9869-7FD1DC284341}"/>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71CC1B21-4385-467B-AEBF-953DE66ED3B6}"/>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D37D74B3-59C7-45D9-8303-F761D7A2914A}"/>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AF9A1D13-42FD-445E-A84D-FC4A0FF8C50B}"/>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B5D5692F-FD76-465E-9107-3C7DDA3288E0}"/>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BE8E1DC3-F394-4447-AA09-AD92ACD11E8D}"/>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A74FAD58-6E6A-405F-9F22-C69127445608}"/>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86694BF9-DD6C-4020-B170-BAB01EE12E10}"/>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9A433930-43A9-4344-91B8-3F6BE139011B}"/>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0EC03595-2813-41D0-81E1-2DB5EEF48FB0}"/>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9493E9FE-D652-45F9-9377-B64367768873}"/>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8CCDE3DE-517B-455A-A67F-5C52D822B9F2}"/>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48B50046-26F7-4BFE-89F9-2A1CC690A123}"/>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D8A56AD9-F1D6-4D18-8583-FAA45D1119C1}"/>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4B4D761B-372B-4F52-AC6A-C9E314C41EBC}"/>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D0E2667A-CA76-48F7-A2CB-149E4D459925}"/>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8156B319-2115-4FCA-B588-D3DEF54967B6}"/>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51460922-7A26-4A90-8512-E45B0F19E2D2}"/>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0A57BA04-3836-4491-B4B0-348ED325D5EB}"/>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DDD6483F-A8CC-43C5-9F76-ADFF333ACA91}"/>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9F7D7F4F-4617-4B9D-B519-86909A61B83C}"/>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E12A5637-CB7A-40AD-B9EC-DC405D30C880}"/>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C51D8922-D737-4C87-956A-9AF6D74BA263}"/>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3B8BCE05-D80C-4FFC-A53A-A2EC99D66C83}"/>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354D3A79-97D4-4AA1-BE1D-49BBA284B68D}"/>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6C5451CF-89E5-4653-A830-230D5B6CE5CF}"/>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E41A9118-23E9-460A-9CCE-5CE1B92C83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99719349"/>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60A81BD0-DCBF-4C05-A44B-356CBD1BFAC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63">
            <a:extLst xmlns:a="http://schemas.openxmlformats.org/drawingml/2006/main">
              <a:ext uri="{FF2B5EF4-FFF2-40B4-BE49-F238E27FC236}">
                <a16:creationId xmlns:a16="http://schemas.microsoft.com/office/drawing/2014/main" id="{B2741942-6D02-4A50-8E2F-AE4633CD585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밝기 통계 작업에 쓰인 구성의 역할">
            <a:extLst xmlns:a="http://schemas.openxmlformats.org/drawingml/2006/main">
              <a:ext uri="{FF2B5EF4-FFF2-40B4-BE49-F238E27FC236}">
                <a16:creationId xmlns:a16="http://schemas.microsoft.com/office/drawing/2014/main" id="{6DD1F370-C772-4993-8B1D-2CF0310BEEE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202FD6D5-AE1D-4050-9374-F4A0F6FDB3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CBF19EE6-D979-4599-987B-F4A43F49CA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0A72096C-90FB-4A76-9BA8-C57ECD69209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3AA2B01F-1AEB-43D6-9E2D-23A760C78646}"/>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389639F8-DB2B-4270-9FA8-3DFDE6014AA5}"/>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97ED540D-017E-4418-A9E3-47F58ECE4C61}"/>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04A96195-115D-4EE9-8E43-BB087B6B2204}"/>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55E60198-28EC-448D-AB3B-879FDC3D41A3}"/>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A169C179-9A80-46A8-96E4-40038934E4AE}"/>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C24B26E6-49BA-48BA-91B5-E40441739DF6}"/>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ADF0C251-67AD-4379-BC8D-477713C14127}"/>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463B3656-E5B3-4557-96A8-FF7A12585323}"/>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E7CD6F32-9D7D-4204-AACB-EAF395440A1C}"/>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1ACE4853-5709-40BC-BFF0-AC0817719EE5}"/>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B85722A1-1298-43A3-9A62-7BBB28BD31B3}"/>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6E78D879-6918-4135-BAB6-9329E1A6D3E7}"/>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8E6F6D63-F2BF-4B23-A77E-855B80531937}"/>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FFD58F0D-A585-4B88-8A7C-7C74DA3BBCDD}"/>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D999B1BB-962A-4E74-863A-76F2B305DA51}"/>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D716704F-0C70-442B-BDFC-D3154EA4D6D7}"/>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E9036F76-6371-4166-A820-2233FEFDE1C0}"/>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8FE1D26F-6734-411D-B491-FF5FDCB3A315}"/>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2B1F3B4C-1119-4044-ADE8-9F17C7836EDF}"/>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C97E8931-0D72-42BF-B623-24DEC3FD4D0C}"/>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B0E0BA61-B58E-416F-A2EA-D0F6E070921F}"/>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447C3A15-5CE5-4DB2-ABAF-75C9E75AD2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05881124"/>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실제 작업의 구성에서 전체 작업 환경으로">
            <a:extLst xmlns:a="http://schemas.openxmlformats.org/drawingml/2006/main">
              <a:ext uri="{FF2B5EF4-FFF2-40B4-BE49-F238E27FC236}">
                <a16:creationId xmlns:a16="http://schemas.microsoft.com/office/drawing/2014/main" id="{54F7D138-CBEE-43F1-968B-2F9B8F8C6EA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작업의 구성에서 전체 작업 환경으로</a:t>
            </a:r>
          </a:p>
        </p:txBody>
      </p:sp>
      <p:sp>
        <p:nvSpPr>
          <p:cNvPr id="2" name="S64">
            <a:extLst xmlns:a="http://schemas.openxmlformats.org/drawingml/2006/main">
              <a:ext uri="{FF2B5EF4-FFF2-40B4-BE49-F238E27FC236}">
                <a16:creationId xmlns:a16="http://schemas.microsoft.com/office/drawing/2014/main" id="{11C896DA-7221-48FD-9ABC-21E6464571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함께 작동하는 작업 환경, Harness">
            <a:extLst xmlns:a="http://schemas.openxmlformats.org/drawingml/2006/main">
              <a:ext uri="{FF2B5EF4-FFF2-40B4-BE49-F238E27FC236}">
                <a16:creationId xmlns:a16="http://schemas.microsoft.com/office/drawing/2014/main" id="{E38D1E8F-6B61-447C-B65D-5AA7D285C58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5DCC9543-4370-4BAB-9A08-EC181C8492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220FF622-D550-4F5C-A24C-DC23C32135F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37B48CD4-508B-4FE8-9204-D1FF552E4B8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205055C9-5C9B-4749-BC85-E9E165D763B3}"/>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B71B4350-6C1B-4DA0-959B-160C0E8320F2}"/>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C22D4CB9-3CCD-46A9-A91B-0E16A8364AD7}"/>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51776DDB-CB68-41F8-BADE-396999821801}"/>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149F81FB-2E0A-4790-8BB2-FE6DE9167EBA}"/>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573592B8-735B-4C75-86F3-537CEF986169}"/>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5357088B-D0C6-41AC-AD7A-FF608D19206A}"/>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886D7048-35F8-4599-A20A-7F8B806E148E}"/>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C049558B-CB5D-4335-8DD2-63F5D2FD1362}"/>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E71E77D0-A5EC-437D-A545-8C0AA44A5421}"/>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4AFF062E-34E9-4C72-A5D5-F8501253671D}"/>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B4EEB4F7-9B17-464E-B773-6D7AF8B51C99}"/>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6617CEA3-4E7F-4FE9-A576-BD40B4FFC068}"/>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DD9C4B64-F90D-4461-A951-18974A59C748}"/>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9E7C7766-A818-41FF-BBAF-76AB1BAEE054}"/>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21E4D583-BA4D-4357-A8D5-BAB5A3991D7E}"/>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17F003DE-CD2E-4655-9F3A-44E8D43A4436}"/>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9062115E-56CB-4AFF-92E6-5DC634848916}"/>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82930273-AC69-4942-940B-409527B036FE}"/>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65B22D07-F3C2-4DE2-A2CE-098E2D4F3F1F}"/>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915B1F6A-FD6F-4BCF-9424-4A54F13726B4}"/>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49C352C9-51F9-49D0-AEDD-578EBDB53A50}"/>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결과 검토">
            <a:extLst xmlns:a="http://schemas.openxmlformats.org/drawingml/2006/main">
              <a:ext uri="{FF2B5EF4-FFF2-40B4-BE49-F238E27FC236}">
                <a16:creationId xmlns:a16="http://schemas.microsoft.com/office/drawing/2014/main" id="{0C8FAB40-06BD-4F2E-8BB6-E1BB99C601F1}"/>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사람이 결과 검토</a:t>
            </a:r>
          </a:p>
        </p:txBody>
      </p:sp>
      <p:cxnSp>
        <p:nvCxnSpPr>
          <p:cNvPr id="30" name="">
            <a:extLst xmlns:a="http://schemas.openxmlformats.org/drawingml/2006/main">
              <a:ext uri="{FF2B5EF4-FFF2-40B4-BE49-F238E27FC236}">
                <a16:creationId xmlns:a16="http://schemas.microsoft.com/office/drawing/2014/main" id="{9DDF6586-4CA6-402B-A74A-C49580F204E2}"/>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E5C0953A-8F03-4B30-A9C8-7E450D537EB9}"/>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592694BF-FCE5-4F2B-8264-A8626EBEEC49}"/>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BF67032E-8D85-405C-A7AB-4DDD59998B46}"/>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8DD1ACCD-210F-45C4-BF99-35CC2FAE1A2B}"/>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AFAB16E0-360D-49D6-AFCF-74BEF788EBB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59325993"/>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Harness의 실행 조건을 함께 기록">
            <a:extLst xmlns:a="http://schemas.openxmlformats.org/drawingml/2006/main">
              <a:ext uri="{FF2B5EF4-FFF2-40B4-BE49-F238E27FC236}">
                <a16:creationId xmlns:a16="http://schemas.microsoft.com/office/drawing/2014/main" id="{BFCA1179-20F1-419E-90CE-0F31D3E644F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Harness의 실행 조건을 함께 기록</a:t>
            </a:r>
          </a:p>
        </p:txBody>
      </p:sp>
      <p:sp>
        <p:nvSpPr>
          <p:cNvPr id="2" name="S65">
            <a:extLst xmlns:a="http://schemas.openxmlformats.org/drawingml/2006/main">
              <a:ext uri="{FF2B5EF4-FFF2-40B4-BE49-F238E27FC236}">
                <a16:creationId xmlns:a16="http://schemas.microsoft.com/office/drawing/2014/main" id="{A7F653A9-9A3C-43D0-84B8-2B3B144B794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저장소여도 실행 조건은 다를 수 있다">
            <a:extLst xmlns:a="http://schemas.openxmlformats.org/drawingml/2006/main">
              <a:ext uri="{FF2B5EF4-FFF2-40B4-BE49-F238E27FC236}">
                <a16:creationId xmlns:a16="http://schemas.microsoft.com/office/drawing/2014/main" id="{2B8B85D3-CF95-4C2D-A3C7-B37BAE17908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저장소여도 실행 조건은 다를 수 있다</a:t>
            </a:r>
          </a:p>
        </p:txBody>
      </p:sp>
      <p:sp>
        <p:nvSpPr>
          <p:cNvPr id="4" name="">
            <a:extLst xmlns:a="http://schemas.openxmlformats.org/drawingml/2006/main">
              <a:ext uri="{FF2B5EF4-FFF2-40B4-BE49-F238E27FC236}">
                <a16:creationId xmlns:a16="http://schemas.microsoft.com/office/drawing/2014/main" id="{63D043D9-14E1-4EDB-87A2-B48D3C3A92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4C309492-662D-4B57-B1B5-8194ED33A4B0}"/>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 기록 요약 · 위 도식은 실행 조건의 교육용 구성">
            <a:extLst xmlns:a="http://schemas.openxmlformats.org/drawingml/2006/main">
              <a:ext uri="{FF2B5EF4-FFF2-40B4-BE49-F238E27FC236}">
                <a16:creationId xmlns:a16="http://schemas.microsoft.com/office/drawing/2014/main" id="{DB82A3A4-5F21-409F-9F5E-7C1E358320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 기록 요약 · 위 도식은 실행 조건의 교육용 구성</a:t>
            </a:r>
          </a:p>
        </p:txBody>
      </p:sp>
      <p:sp>
        <p:nvSpPr>
          <p:cNvPr id="7" name="전체 설정·권한 감사·개별 인과효과는 미입증 · 현재 제품·계정은 별도 확인">
            <a:extLst xmlns:a="http://schemas.openxmlformats.org/drawingml/2006/main">
              <a:ext uri="{FF2B5EF4-FFF2-40B4-BE49-F238E27FC236}">
                <a16:creationId xmlns:a16="http://schemas.microsoft.com/office/drawing/2014/main" id="{9EBD57F4-467B-4970-8350-5BCE5D77A1D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설정·권한 감사·개별 인과효과는 미입증 · 현재 제품·계정은 별도 확인</a:t>
            </a:r>
          </a:p>
        </p:txBody>
      </p:sp>
      <p:sp>
        <p:nvSpPr>
          <p:cNvPr id="8" name="">
            <a:extLst xmlns:a="http://schemas.openxmlformats.org/drawingml/2006/main">
              <a:ext uri="{FF2B5EF4-FFF2-40B4-BE49-F238E27FC236}">
                <a16:creationId xmlns:a16="http://schemas.microsoft.com/office/drawing/2014/main" id="{56D312D4-EE90-4CA0-9384-6712F6E2757C}"/>
              </a:ext>
            </a:extLst>
          </p:cNvPr>
          <p:cNvSpPr>
            <a:spLocks xmlns:a="http://schemas.openxmlformats.org/drawingml/2006/main" noGrp="1"/>
          </p:cNvSpPr>
          <p:nvPr/>
        </p:nvSpPr>
        <p:spPr>
          <a:xfrm xmlns:a="http://schemas.openxmlformats.org/drawingml/2006/main">
            <a:off x="609600" y="2133600"/>
            <a:ext cx="3390900" cy="1638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같은 Repository">
            <a:extLst xmlns:a="http://schemas.openxmlformats.org/drawingml/2006/main">
              <a:ext uri="{FF2B5EF4-FFF2-40B4-BE49-F238E27FC236}">
                <a16:creationId xmlns:a16="http://schemas.microsoft.com/office/drawing/2014/main" id="{E79860E9-3D54-4B2D-842D-787F728A83C3}"/>
              </a:ext>
            </a:extLst>
          </p:cNvPr>
          <p:cNvSpPr>
            <a:spLocks xmlns:a="http://schemas.openxmlformats.org/drawingml/2006/main" noGrp="1"/>
          </p:cNvSpPr>
          <p:nvPr/>
        </p:nvSpPr>
        <p:spPr>
          <a:xfrm xmlns:a="http://schemas.openxmlformats.org/drawingml/2006/main">
            <a:off x="800100" y="2266950"/>
            <a:ext cx="3009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a:t>
            </a:r>
          </a:p>
        </p:txBody>
      </p:sp>
      <p:sp>
        <p:nvSpPr>
          <p:cNvPr id="10" name="코드 · AGENTS.md&#10;프로젝트 문서">
            <a:extLst xmlns:a="http://schemas.openxmlformats.org/drawingml/2006/main">
              <a:ext uri="{FF2B5EF4-FFF2-40B4-BE49-F238E27FC236}">
                <a16:creationId xmlns:a16="http://schemas.microsoft.com/office/drawing/2014/main" id="{5F6B9F95-1E64-4978-A995-B9EAE2A1DA42}"/>
              </a:ext>
            </a:extLst>
          </p:cNvPr>
          <p:cNvSpPr>
            <a:spLocks xmlns:a="http://schemas.openxmlformats.org/drawingml/2006/main" noGrp="1"/>
          </p:cNvSpPr>
          <p:nvPr/>
        </p:nvSpPr>
        <p:spPr>
          <a:xfrm xmlns:a="http://schemas.openxmlformats.org/drawingml/2006/main">
            <a:off x="800100" y="2857500"/>
            <a:ext cx="3009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프로젝트 문서</a:t>
            </a:r>
          </a:p>
        </p:txBody>
      </p:sp>
      <p:cxnSp>
        <p:nvCxnSpPr>
          <p:cNvPr id="11" name="">
            <a:extLst xmlns:a="http://schemas.openxmlformats.org/drawingml/2006/main">
              <a:ext uri="{FF2B5EF4-FFF2-40B4-BE49-F238E27FC236}">
                <a16:creationId xmlns:a16="http://schemas.microsoft.com/office/drawing/2014/main" id="{E69CAFE6-7E39-49A4-ADCE-C13284416047}"/>
              </a:ext>
            </a:extLst>
          </p:cNvPr>
          <p:cNvCxnSpPr/>
          <p:nvPr/>
        </p:nvCxnSpPr>
        <p:spPr>
          <a:xfrm xmlns:a="http://schemas.openxmlformats.org/drawingml/2006/main">
            <a:off x="4000500" y="2952750"/>
            <a:ext cx="1047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DC7639A7-268B-4ACE-B662-C17ED0A88256}"/>
              </a:ext>
            </a:extLst>
          </p:cNvPr>
          <p:cNvSpPr>
            <a:spLocks xmlns:a="http://schemas.openxmlformats.org/drawingml/2006/main" noGrp="1"/>
          </p:cNvSpPr>
          <p:nvPr/>
        </p:nvSpPr>
        <p:spPr>
          <a:xfrm xmlns:a="http://schemas.openxmlformats.org/drawingml/2006/main">
            <a:off x="5124450" y="2324100"/>
            <a:ext cx="2133600" cy="1257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Agent">
            <a:extLst xmlns:a="http://schemas.openxmlformats.org/drawingml/2006/main">
              <a:ext uri="{FF2B5EF4-FFF2-40B4-BE49-F238E27FC236}">
                <a16:creationId xmlns:a16="http://schemas.microsoft.com/office/drawing/2014/main" id="{1C3BE8AB-BE45-4309-9578-99C874FB2EE2}"/>
              </a:ext>
            </a:extLst>
          </p:cNvPr>
          <p:cNvSpPr>
            <a:spLocks xmlns:a="http://schemas.openxmlformats.org/drawingml/2006/main" noGrp="1"/>
          </p:cNvSpPr>
          <p:nvPr/>
        </p:nvSpPr>
        <p:spPr>
          <a:xfrm xmlns:a="http://schemas.openxmlformats.org/drawingml/2006/main">
            <a:off x="5314950" y="24765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14" name="실행">
            <a:extLst xmlns:a="http://schemas.openxmlformats.org/drawingml/2006/main">
              <a:ext uri="{FF2B5EF4-FFF2-40B4-BE49-F238E27FC236}">
                <a16:creationId xmlns:a16="http://schemas.microsoft.com/office/drawing/2014/main" id="{AE06DD80-0DD3-4E2E-9206-619DDED65483}"/>
              </a:ext>
            </a:extLst>
          </p:cNvPr>
          <p:cNvSpPr>
            <a:spLocks xmlns:a="http://schemas.openxmlformats.org/drawingml/2006/main" noGrp="1"/>
          </p:cNvSpPr>
          <p:nvPr/>
        </p:nvSpPr>
        <p:spPr>
          <a:xfrm xmlns:a="http://schemas.openxmlformats.org/drawingml/2006/main">
            <a:off x="5314950" y="30480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a:t>
            </a:r>
          </a:p>
        </p:txBody>
      </p:sp>
      <p:sp>
        <p:nvSpPr>
          <p:cNvPr id="15" name="적용 확인">
            <a:extLst xmlns:a="http://schemas.openxmlformats.org/drawingml/2006/main">
              <a:ext uri="{FF2B5EF4-FFF2-40B4-BE49-F238E27FC236}">
                <a16:creationId xmlns:a16="http://schemas.microsoft.com/office/drawing/2014/main" id="{67C0896E-844D-4F75-847D-4C26531D6528}"/>
              </a:ext>
            </a:extLst>
          </p:cNvPr>
          <p:cNvSpPr>
            <a:spLocks xmlns:a="http://schemas.openxmlformats.org/drawingml/2006/main" noGrp="1"/>
          </p:cNvSpPr>
          <p:nvPr/>
        </p:nvSpPr>
        <p:spPr>
          <a:xfrm xmlns:a="http://schemas.openxmlformats.org/drawingml/2006/main">
            <a:off x="7334250" y="2514600"/>
            <a:ext cx="104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적용 확인</a:t>
            </a:r>
          </a:p>
        </p:txBody>
      </p:sp>
      <p:cxnSp>
        <p:nvCxnSpPr>
          <p:cNvPr id="16" name="">
            <a:extLst xmlns:a="http://schemas.openxmlformats.org/drawingml/2006/main">
              <a:ext uri="{FF2B5EF4-FFF2-40B4-BE49-F238E27FC236}">
                <a16:creationId xmlns:a16="http://schemas.microsoft.com/office/drawing/2014/main" id="{A30334B4-D685-41DA-A883-CDCDCE3DE95D}"/>
              </a:ext>
            </a:extLst>
          </p:cNvPr>
          <p:cNvCxnSpPr/>
          <p:nvPr/>
        </p:nvCxnSpPr>
        <p:spPr>
          <a:xfrm xmlns:a="http://schemas.openxmlformats.org/drawingml/2006/main">
            <a:off x="7334250" y="2952750"/>
            <a:ext cx="1047750" cy="0"/>
          </a:xfrm>
          <a:prstGeom xmlns:a="http://schemas.openxmlformats.org/drawingml/2006/main" prst="straightConnector1">
            <a:avLst/>
          </a:prstGeom>
          <a:ln xmlns:a="http://schemas.openxmlformats.org/drawingml/2006/main" w="23813">
            <a:solidFill>
              <a:srgbClr val="0B6172"/>
            </a:solidFill>
            <a:prstDash val="dash"/>
            <a:headEnd type="triangle" w="sm" len="sm"/>
          </a:ln>
        </p:spPr>
      </p:cxnSp>
      <p:sp>
        <p:nvSpPr>
          <p:cNvPr id="17" name="">
            <a:extLst xmlns:a="http://schemas.openxmlformats.org/drawingml/2006/main">
              <a:ext uri="{FF2B5EF4-FFF2-40B4-BE49-F238E27FC236}">
                <a16:creationId xmlns:a16="http://schemas.microsoft.com/office/drawing/2014/main" id="{F9ADCE08-53FB-48C2-BBA8-CB133E95BF23}"/>
              </a:ext>
            </a:extLst>
          </p:cNvPr>
          <p:cNvSpPr>
            <a:spLocks xmlns:a="http://schemas.openxmlformats.org/drawingml/2006/main" noGrp="1"/>
          </p:cNvSpPr>
          <p:nvPr/>
        </p:nvSpPr>
        <p:spPr>
          <a:xfrm xmlns:a="http://schemas.openxmlformats.org/drawingml/2006/main">
            <a:off x="8458200" y="2133600"/>
            <a:ext cx="3124200" cy="16383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8" name="저장소 밖 조건">
            <a:extLst xmlns:a="http://schemas.openxmlformats.org/drawingml/2006/main">
              <a:ext uri="{FF2B5EF4-FFF2-40B4-BE49-F238E27FC236}">
                <a16:creationId xmlns:a16="http://schemas.microsoft.com/office/drawing/2014/main" id="{401F4E19-D190-47CB-B152-9029F6953490}"/>
              </a:ext>
            </a:extLst>
          </p:cNvPr>
          <p:cNvSpPr>
            <a:spLocks xmlns:a="http://schemas.openxmlformats.org/drawingml/2006/main" noGrp="1"/>
          </p:cNvSpPr>
          <p:nvPr/>
        </p:nvSpPr>
        <p:spPr>
          <a:xfrm xmlns:a="http://schemas.openxmlformats.org/drawingml/2006/main">
            <a:off x="8648700" y="2266950"/>
            <a:ext cx="2743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저장소 밖 조건</a:t>
            </a:r>
          </a:p>
        </p:txBody>
      </p:sp>
      <p:sp>
        <p:nvSpPr>
          <p:cNvPr id="19" name="전역 지침·Skills&#10;모델/설정 · 권한">
            <a:extLst xmlns:a="http://schemas.openxmlformats.org/drawingml/2006/main">
              <a:ext uri="{FF2B5EF4-FFF2-40B4-BE49-F238E27FC236}">
                <a16:creationId xmlns:a16="http://schemas.microsoft.com/office/drawing/2014/main" id="{E204F4FF-E364-43DC-8888-42E4FDDF3D29}"/>
              </a:ext>
            </a:extLst>
          </p:cNvPr>
          <p:cNvSpPr>
            <a:spLocks xmlns:a="http://schemas.openxmlformats.org/drawingml/2006/main" noGrp="1"/>
          </p:cNvSpPr>
          <p:nvPr/>
        </p:nvSpPr>
        <p:spPr>
          <a:xfrm xmlns:a="http://schemas.openxmlformats.org/drawingml/2006/main">
            <a:off x="8648700" y="2857500"/>
            <a:ext cx="2743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지침·Skills</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모델/설정 · 권한</a:t>
            </a:r>
          </a:p>
        </p:txBody>
      </p:sp>
      <p:sp>
        <p:nvSpPr>
          <p:cNvPr id="20" name="">
            <a:extLst xmlns:a="http://schemas.openxmlformats.org/drawingml/2006/main">
              <a:ext uri="{FF2B5EF4-FFF2-40B4-BE49-F238E27FC236}">
                <a16:creationId xmlns:a16="http://schemas.microsoft.com/office/drawing/2014/main" id="{A6596A1C-E137-4665-BAA8-F355D0147B4B}"/>
              </a:ext>
            </a:extLst>
          </p:cNvPr>
          <p:cNvSpPr>
            <a:spLocks xmlns:a="http://schemas.openxmlformats.org/drawingml/2006/main" noGrp="1"/>
          </p:cNvSpPr>
          <p:nvPr/>
        </p:nvSpPr>
        <p:spPr>
          <a:xfrm xmlns:a="http://schemas.openxmlformats.org/drawingml/2006/main">
            <a:off x="609600" y="4133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실제 관찰">
            <a:extLst xmlns:a="http://schemas.openxmlformats.org/drawingml/2006/main">
              <a:ext uri="{FF2B5EF4-FFF2-40B4-BE49-F238E27FC236}">
                <a16:creationId xmlns:a16="http://schemas.microsoft.com/office/drawing/2014/main" id="{1FFC6559-ED54-4FCE-A384-9FD69623056B}"/>
              </a:ext>
            </a:extLst>
          </p:cNvPr>
          <p:cNvSpPr>
            <a:spLocks xmlns:a="http://schemas.openxmlformats.org/drawingml/2006/main" noGrp="1"/>
          </p:cNvSpPr>
          <p:nvPr/>
        </p:nvSpPr>
        <p:spPr>
          <a:xfrm xmlns:a="http://schemas.openxmlformats.org/drawingml/2006/main">
            <a:off x="609600" y="435292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실제 관찰</a:t>
            </a:r>
          </a:p>
        </p:txBody>
      </p:sp>
      <p:sp>
        <p:nvSpPr>
          <p:cNvPr id="22" name="전역 Skills 포함 · 시작 단계의 경고">
            <a:extLst xmlns:a="http://schemas.openxmlformats.org/drawingml/2006/main">
              <a:ext uri="{FF2B5EF4-FFF2-40B4-BE49-F238E27FC236}">
                <a16:creationId xmlns:a16="http://schemas.microsoft.com/office/drawing/2014/main" id="{911DE754-7A8E-4068-93D2-1620F110B0DE}"/>
              </a:ext>
            </a:extLst>
          </p:cNvPr>
          <p:cNvSpPr>
            <a:spLocks xmlns:a="http://schemas.openxmlformats.org/drawingml/2006/main" noGrp="1"/>
          </p:cNvSpPr>
          <p:nvPr/>
        </p:nvSpPr>
        <p:spPr>
          <a:xfrm xmlns:a="http://schemas.openxmlformats.org/drawingml/2006/main">
            <a:off x="2762250" y="435292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Skills 포함 · 시작 단계의 경고</a:t>
            </a:r>
          </a:p>
        </p:txBody>
      </p:sp>
      <p:sp>
        <p:nvSpPr>
          <p:cNvPr id="23" name="해석의 한계">
            <a:extLst xmlns:a="http://schemas.openxmlformats.org/drawingml/2006/main">
              <a:ext uri="{FF2B5EF4-FFF2-40B4-BE49-F238E27FC236}">
                <a16:creationId xmlns:a16="http://schemas.microsoft.com/office/drawing/2014/main" id="{A4EBB46C-AAA2-4A79-AF2F-5556209044DF}"/>
              </a:ext>
            </a:extLst>
          </p:cNvPr>
          <p:cNvSpPr>
            <a:spLocks xmlns:a="http://schemas.openxmlformats.org/drawingml/2006/main" noGrp="1"/>
          </p:cNvSpPr>
          <p:nvPr/>
        </p:nvSpPr>
        <p:spPr>
          <a:xfrm xmlns:a="http://schemas.openxmlformats.org/drawingml/2006/main">
            <a:off x="609600" y="509587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해석의 한계</a:t>
            </a:r>
          </a:p>
        </p:txBody>
      </p:sp>
      <p:sp>
        <p:nvSpPr>
          <p:cNvPr id="24" name="경고만으로 도구 실행·결과 기여는 알 수 없음">
            <a:extLst xmlns:a="http://schemas.openxmlformats.org/drawingml/2006/main">
              <a:ext uri="{FF2B5EF4-FFF2-40B4-BE49-F238E27FC236}">
                <a16:creationId xmlns:a16="http://schemas.microsoft.com/office/drawing/2014/main" id="{4C422C9A-C190-4A49-88D5-1730739BC5A9}"/>
              </a:ext>
            </a:extLst>
          </p:cNvPr>
          <p:cNvSpPr>
            <a:spLocks xmlns:a="http://schemas.openxmlformats.org/drawingml/2006/main" noGrp="1"/>
          </p:cNvSpPr>
          <p:nvPr/>
        </p:nvSpPr>
        <p:spPr>
          <a:xfrm xmlns:a="http://schemas.openxmlformats.org/drawingml/2006/main">
            <a:off x="2762250" y="509587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경고만으로 도구 실행·결과 기여는 알 수 없음</a:t>
            </a:r>
          </a:p>
        </p:txBody>
      </p:sp>
      <p:sp>
        <p:nvSpPr>
          <p:cNvPr id="25" name="Legacy module connection">
            <a:extLst xmlns:a="http://schemas.openxmlformats.org/drawingml/2006/main">
              <a:ext uri="{FF2B5EF4-FFF2-40B4-BE49-F238E27FC236}">
                <a16:creationId xmlns:a16="http://schemas.microsoft.com/office/drawing/2014/main" id="{722E2186-E471-4FF9-8C94-A1D9891DF0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50552856"/>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우리 검사 업무에 적용하기">
            <a:extLst xmlns:a="http://schemas.openxmlformats.org/drawingml/2006/main">
              <a:ext uri="{FF2B5EF4-FFF2-40B4-BE49-F238E27FC236}">
                <a16:creationId xmlns:a16="http://schemas.microsoft.com/office/drawing/2014/main" id="{FD483698-B6C3-45E2-BDA0-D09EF34120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우리 검사 업무에 적용하기</a:t>
            </a:r>
          </a:p>
        </p:txBody>
      </p:sp>
      <p:sp>
        <p:nvSpPr>
          <p:cNvPr id="2" name="S66">
            <a:extLst xmlns:a="http://schemas.openxmlformats.org/drawingml/2006/main">
              <a:ext uri="{FF2B5EF4-FFF2-40B4-BE49-F238E27FC236}">
                <a16:creationId xmlns:a16="http://schemas.microsoft.com/office/drawing/2014/main" id="{2F646647-CEEE-4294-B577-45392025B9F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밝기 통계의 판단을 C++ 검사에 적용하기">
            <a:extLst xmlns:a="http://schemas.openxmlformats.org/drawingml/2006/main">
              <a:ext uri="{FF2B5EF4-FFF2-40B4-BE49-F238E27FC236}">
                <a16:creationId xmlns:a16="http://schemas.microsoft.com/office/drawing/2014/main" id="{AE709066-94D7-4F53-8F17-BAC2F03F9D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통계의 판단을 C++ 검사에 적용하기</a:t>
            </a:r>
          </a:p>
        </p:txBody>
      </p:sp>
      <p:sp>
        <p:nvSpPr>
          <p:cNvPr id="4" name="">
            <a:extLst xmlns:a="http://schemas.openxmlformats.org/drawingml/2006/main">
              <a:ext uri="{FF2B5EF4-FFF2-40B4-BE49-F238E27FC236}">
                <a16:creationId xmlns:a16="http://schemas.microsoft.com/office/drawing/2014/main" id="{2AC84512-BB89-4461-8543-9CE4EDC28BB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C++ 검사 적용 예 · 밝기 통계의 판단을 대응 · 기존 AI 생성 삽화">
            <a:extLst xmlns:a="http://schemas.openxmlformats.org/drawingml/2006/main">
              <a:ext uri="{FF2B5EF4-FFF2-40B4-BE49-F238E27FC236}">
                <a16:creationId xmlns:a16="http://schemas.microsoft.com/office/drawing/2014/main" id="{C6358E9A-1A34-4E76-AF64-FC9E315C425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C++ 검사 적용 예 · 밝기 통계의 판단을 대응 · 기존 AI 생성 삽화</a:t>
            </a:r>
          </a:p>
        </p:txBody>
      </p:sp>
      <p:sp>
        <p:nvSpPr>
          <p:cNvPr id="6" name="실제 C++ 구현·회사 장비·측정 성과 아님 · 도구·빌드·장비 조건은 팀에서 확인">
            <a:extLst xmlns:a="http://schemas.openxmlformats.org/drawingml/2006/main">
              <a:ext uri="{FF2B5EF4-FFF2-40B4-BE49-F238E27FC236}">
                <a16:creationId xmlns:a16="http://schemas.microsoft.com/office/drawing/2014/main" id="{7457647A-12EE-4E5C-A4BB-ED2487BF6F8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구현·회사 장비·측정 성과 아님 · 도구·빌드·장비 조건은 팀에서 확인</a:t>
            </a:r>
          </a:p>
        </p:txBody>
      </p:sp>
      <p:pic>
        <p:nvPicPr>
          <p:cNvPr id="7" name="">
            <a:extLst xmlns:a="http://schemas.openxmlformats.org/drawingml/2006/main">
              <a:ext uri="{FF2B5EF4-FFF2-40B4-BE49-F238E27FC236}">
                <a16:creationId xmlns:a16="http://schemas.microsoft.com/office/drawing/2014/main" id="{608AE2EA-125B-4AAE-AC61-F8FBDE51FFCD}"/>
              </a:ext>
            </a:extLst>
          </p:cNvPr>
          <p:cNvPicPr>
            <a:picLocks xmlns:a="http://schemas.openxmlformats.org/drawingml/2006/main" noChangeAspect="1"/>
          </p:cNvPicPr>
          <p:nvPr/>
        </p:nvPicPr>
        <p:blipFill>
          <a:blip xmlns:r="http://schemas.openxmlformats.org/officeDocument/2006/relationships" xmlns:a="http://schemas.openxmlformats.org/drawingml/2006/main" r:embed="Rf398fde0423d4634"/>
          <a:srcRect xmlns:a="http://schemas.openxmlformats.org/drawingml/2006/main" l="0" t="8000" r="0" b="12000"/>
          <a:stretch xmlns:a="http://schemas.openxmlformats.org/drawingml/2006/main"/>
        </p:blipFill>
        <p:spPr>
          <a:xfrm xmlns:a="http://schemas.openxmlformats.org/drawingml/2006/main">
            <a:off x="2934891" y="1571625"/>
            <a:ext cx="6322219" cy="1457325"/>
          </a:xfrm>
          <a:prstGeom xmlns:a="http://schemas.openxmlformats.org/drawingml/2006/main" prst="rect">
            <a:avLst/>
          </a:prstGeom>
        </p:spPr>
      </p:pic>
      <p:sp>
        <p:nvSpPr>
          <p:cNvPr id="8" name="밝기 통계 Demo에서 확인">
            <a:extLst xmlns:a="http://schemas.openxmlformats.org/drawingml/2006/main">
              <a:ext uri="{FF2B5EF4-FFF2-40B4-BE49-F238E27FC236}">
                <a16:creationId xmlns:a16="http://schemas.microsoft.com/office/drawing/2014/main" id="{4C5A17C8-BDC5-4BBC-A7AD-41EF64A4D926}"/>
              </a:ext>
            </a:extLst>
          </p:cNvPr>
          <p:cNvSpPr>
            <a:spLocks xmlns:a="http://schemas.openxmlformats.org/drawingml/2006/main" noGrp="1"/>
          </p:cNvSpPr>
          <p:nvPr/>
        </p:nvSpPr>
        <p:spPr>
          <a:xfrm xmlns:a="http://schemas.openxmlformats.org/drawingml/2006/main">
            <a:off x="2628900" y="3181350"/>
            <a:ext cx="3371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 Demo에서 확인</a:t>
            </a:r>
          </a:p>
        </p:txBody>
      </p:sp>
      <p:sp>
        <p:nvSpPr>
          <p:cNvPr id="9" name="C++ 검사 업무에 적용">
            <a:extLst xmlns:a="http://schemas.openxmlformats.org/drawingml/2006/main">
              <a:ext uri="{FF2B5EF4-FFF2-40B4-BE49-F238E27FC236}">
                <a16:creationId xmlns:a16="http://schemas.microsoft.com/office/drawing/2014/main" id="{02AE3D5C-1CCF-49C3-97F4-51BFC3510416}"/>
              </a:ext>
            </a:extLst>
          </p:cNvPr>
          <p:cNvSpPr>
            <a:spLocks xmlns:a="http://schemas.openxmlformats.org/drawingml/2006/main" noGrp="1"/>
          </p:cNvSpPr>
          <p:nvPr/>
        </p:nvSpPr>
        <p:spPr>
          <a:xfrm xmlns:a="http://schemas.openxmlformats.org/drawingml/2006/main">
            <a:off x="7391400" y="3181350"/>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 검사 업무에 적용</a:t>
            </a:r>
          </a:p>
        </p:txBody>
      </p:sp>
      <p:sp>
        <p:nvSpPr>
          <p:cNvPr id="10" name="">
            <a:extLst xmlns:a="http://schemas.openxmlformats.org/drawingml/2006/main">
              <a:ext uri="{FF2B5EF4-FFF2-40B4-BE49-F238E27FC236}">
                <a16:creationId xmlns:a16="http://schemas.microsoft.com/office/drawing/2014/main" id="{DEF4881A-4968-43C6-96D7-DAF6AE1C8F6A}"/>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지킬 명세">
            <a:extLst xmlns:a="http://schemas.openxmlformats.org/drawingml/2006/main">
              <a:ext uri="{FF2B5EF4-FFF2-40B4-BE49-F238E27FC236}">
                <a16:creationId xmlns:a16="http://schemas.microsoft.com/office/drawing/2014/main" id="{F247ADF4-9B10-4CD3-86D2-C19820F25FAD}"/>
              </a:ext>
            </a:extLst>
          </p:cNvPr>
          <p:cNvSpPr>
            <a:spLocks xmlns:a="http://schemas.openxmlformats.org/drawingml/2006/main" noGrp="1"/>
          </p:cNvSpPr>
          <p:nvPr/>
        </p:nvSpPr>
        <p:spPr>
          <a:xfrm xmlns:a="http://schemas.openxmlformats.org/drawingml/2006/main">
            <a:off x="609600" y="3676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지킬 명세</a:t>
            </a:r>
          </a:p>
        </p:txBody>
      </p:sp>
      <p:sp>
        <p:nvSpPr>
          <p:cNvPr id="12" name="출력 6항목 유지">
            <a:extLst xmlns:a="http://schemas.openxmlformats.org/drawingml/2006/main">
              <a:ext uri="{FF2B5EF4-FFF2-40B4-BE49-F238E27FC236}">
                <a16:creationId xmlns:a16="http://schemas.microsoft.com/office/drawing/2014/main" id="{0D57DD7B-4B07-481B-9122-EE74E92AB0DD}"/>
              </a:ext>
            </a:extLst>
          </p:cNvPr>
          <p:cNvSpPr>
            <a:spLocks xmlns:a="http://schemas.openxmlformats.org/drawingml/2006/main" noGrp="1"/>
          </p:cNvSpPr>
          <p:nvPr/>
        </p:nvSpPr>
        <p:spPr>
          <a:xfrm xmlns:a="http://schemas.openxmlformats.org/drawingml/2006/main">
            <a:off x="2628900" y="3676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출력 6항목 유지</a:t>
            </a:r>
          </a:p>
        </p:txBody>
      </p:sp>
      <p:cxnSp>
        <p:nvCxnSpPr>
          <p:cNvPr id="13" name="">
            <a:extLst xmlns:a="http://schemas.openxmlformats.org/drawingml/2006/main">
              <a:ext uri="{FF2B5EF4-FFF2-40B4-BE49-F238E27FC236}">
                <a16:creationId xmlns:a16="http://schemas.microsoft.com/office/drawing/2014/main" id="{D122B347-0570-478E-9E99-2EA2DB07BCD2}"/>
              </a:ext>
            </a:extLst>
          </p:cNvPr>
          <p:cNvCxnSpPr/>
          <p:nvPr/>
        </p:nvCxnSpPr>
        <p:spPr>
          <a:xfrm xmlns:a="http://schemas.openxmlformats.org/drawingml/2006/main">
            <a:off x="6343650" y="3886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ROI · 픽셀값 명세">
            <a:extLst xmlns:a="http://schemas.openxmlformats.org/drawingml/2006/main">
              <a:ext uri="{FF2B5EF4-FFF2-40B4-BE49-F238E27FC236}">
                <a16:creationId xmlns:a16="http://schemas.microsoft.com/office/drawing/2014/main" id="{2C800826-AE6A-4B5F-844F-EDAE7E216D73}"/>
              </a:ext>
            </a:extLst>
          </p:cNvPr>
          <p:cNvSpPr>
            <a:spLocks xmlns:a="http://schemas.openxmlformats.org/drawingml/2006/main" noGrp="1"/>
          </p:cNvSpPr>
          <p:nvPr/>
        </p:nvSpPr>
        <p:spPr>
          <a:xfrm xmlns:a="http://schemas.openxmlformats.org/drawingml/2006/main">
            <a:off x="7391400" y="3676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 픽셀값 명세</a:t>
            </a:r>
          </a:p>
        </p:txBody>
      </p:sp>
      <p:sp>
        <p:nvSpPr>
          <p:cNvPr id="15" name="수행 방법">
            <a:extLst xmlns:a="http://schemas.openxmlformats.org/drawingml/2006/main">
              <a:ext uri="{FF2B5EF4-FFF2-40B4-BE49-F238E27FC236}">
                <a16:creationId xmlns:a16="http://schemas.microsoft.com/office/drawing/2014/main" id="{3AAF2116-F680-414B-92DF-503E186E693C}"/>
              </a:ext>
            </a:extLst>
          </p:cNvPr>
          <p:cNvSpPr>
            <a:spLocks xmlns:a="http://schemas.openxmlformats.org/drawingml/2006/main" noGrp="1"/>
          </p:cNvSpPr>
          <p:nvPr/>
        </p:nvSpPr>
        <p:spPr>
          <a:xfrm xmlns:a="http://schemas.openxmlformats.org/drawingml/2006/main">
            <a:off x="609600" y="42481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수행 방법</a:t>
            </a:r>
          </a:p>
        </p:txBody>
      </p:sp>
      <p:sp>
        <p:nvSpPr>
          <p:cNvPr id="16" name="기준선·조사·변경·비교">
            <a:extLst xmlns:a="http://schemas.openxmlformats.org/drawingml/2006/main">
              <a:ext uri="{FF2B5EF4-FFF2-40B4-BE49-F238E27FC236}">
                <a16:creationId xmlns:a16="http://schemas.microsoft.com/office/drawing/2014/main" id="{A29B0EFB-2B3E-4CB7-96C7-246344992196}"/>
              </a:ext>
            </a:extLst>
          </p:cNvPr>
          <p:cNvSpPr>
            <a:spLocks xmlns:a="http://schemas.openxmlformats.org/drawingml/2006/main" noGrp="1"/>
          </p:cNvSpPr>
          <p:nvPr/>
        </p:nvSpPr>
        <p:spPr>
          <a:xfrm xmlns:a="http://schemas.openxmlformats.org/drawingml/2006/main">
            <a:off x="2628900" y="42481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기준선·조사·변경·비교</a:t>
            </a:r>
          </a:p>
        </p:txBody>
      </p:sp>
      <p:cxnSp>
        <p:nvCxnSpPr>
          <p:cNvPr id="17" name="">
            <a:extLst xmlns:a="http://schemas.openxmlformats.org/drawingml/2006/main">
              <a:ext uri="{FF2B5EF4-FFF2-40B4-BE49-F238E27FC236}">
                <a16:creationId xmlns:a16="http://schemas.microsoft.com/office/drawing/2014/main" id="{56241198-1611-4939-9EEC-8604260AD360}"/>
              </a:ext>
            </a:extLst>
          </p:cNvPr>
          <p:cNvCxnSpPr/>
          <p:nvPr/>
        </p:nvCxnSpPr>
        <p:spPr>
          <a:xfrm xmlns:a="http://schemas.openxmlformats.org/drawingml/2006/main">
            <a:off x="6343650" y="44577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검사 모듈에 같은 절차">
            <a:extLst xmlns:a="http://schemas.openxmlformats.org/drawingml/2006/main">
              <a:ext uri="{FF2B5EF4-FFF2-40B4-BE49-F238E27FC236}">
                <a16:creationId xmlns:a16="http://schemas.microsoft.com/office/drawing/2014/main" id="{43639D03-65B3-4A49-82ED-A8A12DF643CA}"/>
              </a:ext>
            </a:extLst>
          </p:cNvPr>
          <p:cNvSpPr>
            <a:spLocks xmlns:a="http://schemas.openxmlformats.org/drawingml/2006/main" noGrp="1"/>
          </p:cNvSpPr>
          <p:nvPr/>
        </p:nvSpPr>
        <p:spPr>
          <a:xfrm xmlns:a="http://schemas.openxmlformats.org/drawingml/2006/main">
            <a:off x="7391400" y="42481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검사 모듈에 같은 절차</a:t>
            </a:r>
          </a:p>
        </p:txBody>
      </p:sp>
      <p:sp>
        <p:nvSpPr>
          <p:cNvPr id="19" name="검증 근거">
            <a:extLst xmlns:a="http://schemas.openxmlformats.org/drawingml/2006/main">
              <a:ext uri="{FF2B5EF4-FFF2-40B4-BE49-F238E27FC236}">
                <a16:creationId xmlns:a16="http://schemas.microsoft.com/office/drawing/2014/main" id="{DF1C0276-5EBF-467A-A504-C2E31FE6E84B}"/>
              </a:ext>
            </a:extLst>
          </p:cNvPr>
          <p:cNvSpPr>
            <a:spLocks xmlns:a="http://schemas.openxmlformats.org/drawingml/2006/main" noGrp="1"/>
          </p:cNvSpPr>
          <p:nvPr/>
        </p:nvSpPr>
        <p:spPr>
          <a:xfrm xmlns:a="http://schemas.openxmlformats.org/drawingml/2006/main">
            <a:off x="609600" y="4819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근거</a:t>
            </a:r>
          </a:p>
        </p:txBody>
      </p:sp>
      <p:sp>
        <p:nvSpPr>
          <p:cNvPr id="20" name="테스트 · 시간·할당량">
            <a:extLst xmlns:a="http://schemas.openxmlformats.org/drawingml/2006/main">
              <a:ext uri="{FF2B5EF4-FFF2-40B4-BE49-F238E27FC236}">
                <a16:creationId xmlns:a16="http://schemas.microsoft.com/office/drawing/2014/main" id="{E6FB1F4B-8C87-42B9-9BFB-DF80FE5D2B5E}"/>
              </a:ext>
            </a:extLst>
          </p:cNvPr>
          <p:cNvSpPr>
            <a:spLocks xmlns:a="http://schemas.openxmlformats.org/drawingml/2006/main" noGrp="1"/>
          </p:cNvSpPr>
          <p:nvPr/>
        </p:nvSpPr>
        <p:spPr>
          <a:xfrm xmlns:a="http://schemas.openxmlformats.org/drawingml/2006/main">
            <a:off x="2628900" y="4819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 시간·할당량</a:t>
            </a:r>
          </a:p>
        </p:txBody>
      </p:sp>
      <p:cxnSp>
        <p:nvCxnSpPr>
          <p:cNvPr id="21" name="">
            <a:extLst xmlns:a="http://schemas.openxmlformats.org/drawingml/2006/main">
              <a:ext uri="{FF2B5EF4-FFF2-40B4-BE49-F238E27FC236}">
                <a16:creationId xmlns:a16="http://schemas.microsoft.com/office/drawing/2014/main" id="{33277781-2887-4F76-B674-C8756255D0FF}"/>
              </a:ext>
            </a:extLst>
          </p:cNvPr>
          <p:cNvCxnSpPr/>
          <p:nvPr/>
        </p:nvCxnSpPr>
        <p:spPr>
          <a:xfrm xmlns:a="http://schemas.openxmlformats.org/drawingml/2006/main">
            <a:off x="6343650" y="5029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동작·회귀·성능 검증">
            <a:extLst xmlns:a="http://schemas.openxmlformats.org/drawingml/2006/main">
              <a:ext uri="{FF2B5EF4-FFF2-40B4-BE49-F238E27FC236}">
                <a16:creationId xmlns:a16="http://schemas.microsoft.com/office/drawing/2014/main" id="{454466AD-0760-42E3-A6A6-C58CF23DCDEF}"/>
              </a:ext>
            </a:extLst>
          </p:cNvPr>
          <p:cNvSpPr>
            <a:spLocks xmlns:a="http://schemas.openxmlformats.org/drawingml/2006/main" noGrp="1"/>
          </p:cNvSpPr>
          <p:nvPr/>
        </p:nvSpPr>
        <p:spPr>
          <a:xfrm xmlns:a="http://schemas.openxmlformats.org/drawingml/2006/main">
            <a:off x="7391400" y="4819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동작·회귀·성능 검증</a:t>
            </a:r>
          </a:p>
        </p:txBody>
      </p:sp>
      <p:sp>
        <p:nvSpPr>
          <p:cNvPr id="23" name="입력·빌드·장비 조건도 함께 확인">
            <a:extLst xmlns:a="http://schemas.openxmlformats.org/drawingml/2006/main">
              <a:ext uri="{FF2B5EF4-FFF2-40B4-BE49-F238E27FC236}">
                <a16:creationId xmlns:a16="http://schemas.microsoft.com/office/drawing/2014/main" id="{78FB6FDD-FB15-4772-AA81-C77A9222BD30}"/>
              </a:ext>
            </a:extLst>
          </p:cNvPr>
          <p:cNvSpPr>
            <a:spLocks xmlns:a="http://schemas.openxmlformats.org/drawingml/2006/main" noGrp="1"/>
          </p:cNvSpPr>
          <p:nvPr/>
        </p:nvSpPr>
        <p:spPr>
          <a:xfrm xmlns:a="http://schemas.openxmlformats.org/drawingml/2006/main">
            <a:off x="609600" y="540067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입력·빌드·장비 조건도 함께 확인</a:t>
            </a:r>
          </a:p>
        </p:txBody>
      </p:sp>
      <p:sp>
        <p:nvSpPr>
          <p:cNvPr id="24" name="Legacy module connection">
            <a:extLst xmlns:a="http://schemas.openxmlformats.org/drawingml/2006/main">
              <a:ext uri="{FF2B5EF4-FFF2-40B4-BE49-F238E27FC236}">
                <a16:creationId xmlns:a16="http://schemas.microsoft.com/office/drawing/2014/main" id="{5E8BDE89-AA17-4700-ABD3-FB73C5CA82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55219729"/>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필요한 구조와 유지할 책임을 되돌아보기">
            <a:extLst xmlns:a="http://schemas.openxmlformats.org/drawingml/2006/main">
              <a:ext uri="{FF2B5EF4-FFF2-40B4-BE49-F238E27FC236}">
                <a16:creationId xmlns:a16="http://schemas.microsoft.com/office/drawing/2014/main" id="{84EEE8F6-BB85-484D-9728-2F59AAC002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필요한 구조와 유지할 책임을 되돌아보기</a:t>
            </a:r>
          </a:p>
        </p:txBody>
      </p:sp>
      <p:sp>
        <p:nvSpPr>
          <p:cNvPr id="2" name="S67">
            <a:extLst xmlns:a="http://schemas.openxmlformats.org/drawingml/2006/main">
              <a:ext uri="{FF2B5EF4-FFF2-40B4-BE49-F238E27FC236}">
                <a16:creationId xmlns:a16="http://schemas.microsoft.com/office/drawing/2014/main" id="{37277D91-45EA-415E-BC7C-FD23AA99595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우리 팀의 반복 한 가지를 고르면">
            <a:extLst xmlns:a="http://schemas.openxmlformats.org/drawingml/2006/main">
              <a:ext uri="{FF2B5EF4-FFF2-40B4-BE49-F238E27FC236}">
                <a16:creationId xmlns:a16="http://schemas.microsoft.com/office/drawing/2014/main" id="{8FA38E37-E8CB-4A88-AC4F-E1BFD71C7D5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팀의 반복 한 가지를 고르면</a:t>
            </a:r>
          </a:p>
        </p:txBody>
      </p:sp>
      <p:sp>
        <p:nvSpPr>
          <p:cNvPr id="4" name="">
            <a:extLst xmlns:a="http://schemas.openxmlformats.org/drawingml/2006/main">
              <a:ext uri="{FF2B5EF4-FFF2-40B4-BE49-F238E27FC236}">
                <a16:creationId xmlns:a16="http://schemas.microsoft.com/office/drawing/2014/main" id="{8423C892-85D1-4A5C-8AA4-FD0341E05DC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공유는 선택 · 실제 성공 STATE-04-PERF를 실패 사례로 재해석하지 않음">
            <a:extLst xmlns:a="http://schemas.openxmlformats.org/drawingml/2006/main">
              <a:ext uri="{FF2B5EF4-FFF2-40B4-BE49-F238E27FC236}">
                <a16:creationId xmlns:a16="http://schemas.microsoft.com/office/drawing/2014/main" id="{620AE686-0181-4CC5-B7A5-F6A1B6E15F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성찰·공유는 선택 · 실제 성공 STATE-04-PERF를 실패 사례로 재해석하지 않음</a:t>
            </a:r>
          </a:p>
        </p:txBody>
      </p:sp>
      <p:sp>
        <p:nvSpPr>
          <p:cNvPr id="6" name="Subagent·Memory는 조건부 선택 · 다음 ACT의 프로젝트 변화는 별도의 가상 사례">
            <a:extLst xmlns:a="http://schemas.openxmlformats.org/drawingml/2006/main">
              <a:ext uri="{FF2B5EF4-FFF2-40B4-BE49-F238E27FC236}">
                <a16:creationId xmlns:a16="http://schemas.microsoft.com/office/drawing/2014/main" id="{B02F8B36-8C60-41E2-AD5A-572A8D710F6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Subagent·Memory는 조건부 선택 · 다음 ACT의 프로젝트 변화는 별도의 가상 사례</a:t>
            </a:r>
          </a:p>
        </p:txBody>
      </p:sp>
      <p:sp>
        <p:nvSpPr>
          <p:cNvPr id="7" name="내 업무에서 먼저 정리할 반복은 무엇인가?">
            <a:extLst xmlns:a="http://schemas.openxmlformats.org/drawingml/2006/main">
              <a:ext uri="{FF2B5EF4-FFF2-40B4-BE49-F238E27FC236}">
                <a16:creationId xmlns:a16="http://schemas.microsoft.com/office/drawing/2014/main" id="{0EB90508-C132-43FF-BCCD-D478A5EA0F6D}"/>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내 업무에서 먼저 정리할 반복은 무엇인가?</a:t>
            </a:r>
          </a:p>
        </p:txBody>
      </p:sp>
      <p:sp>
        <p:nvSpPr>
          <p:cNvPr id="8" name="">
            <a:extLst xmlns:a="http://schemas.openxmlformats.org/drawingml/2006/main">
              <a:ext uri="{FF2B5EF4-FFF2-40B4-BE49-F238E27FC236}">
                <a16:creationId xmlns:a16="http://schemas.microsoft.com/office/drawing/2014/main" id="{14501E4E-54BE-4E9A-BFF0-6EFEF799F472}"/>
              </a:ext>
            </a:extLst>
          </p:cNvPr>
          <p:cNvSpPr>
            <a:spLocks xmlns:a="http://schemas.openxmlformats.org/drawingml/2006/main" noGrp="1"/>
          </p:cNvSpPr>
          <p:nvPr/>
        </p:nvSpPr>
        <p:spPr>
          <a:xfrm xmlns:a="http://schemas.openxmlformats.org/drawingml/2006/main">
            <a:off x="60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반복되는 정보">
            <a:extLst xmlns:a="http://schemas.openxmlformats.org/drawingml/2006/main">
              <a:ext uri="{FF2B5EF4-FFF2-40B4-BE49-F238E27FC236}">
                <a16:creationId xmlns:a16="http://schemas.microsoft.com/office/drawing/2014/main" id="{997550D6-B254-4207-B9EF-246D1A55C8B6}"/>
              </a:ext>
            </a:extLst>
          </p:cNvPr>
          <p:cNvSpPr>
            <a:spLocks xmlns:a="http://schemas.openxmlformats.org/drawingml/2006/main" noGrp="1"/>
          </p:cNvSpPr>
          <p:nvPr/>
        </p:nvSpPr>
        <p:spPr>
          <a:xfrm xmlns:a="http://schemas.openxmlformats.org/drawingml/2006/main">
            <a:off x="78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정보</a:t>
            </a:r>
          </a:p>
        </p:txBody>
      </p:sp>
      <p:sp>
        <p:nvSpPr>
          <p:cNvPr id="10" name="명세·기본 안내·상세 위치">
            <a:extLst xmlns:a="http://schemas.openxmlformats.org/drawingml/2006/main">
              <a:ext uri="{FF2B5EF4-FFF2-40B4-BE49-F238E27FC236}">
                <a16:creationId xmlns:a16="http://schemas.microsoft.com/office/drawing/2014/main" id="{7EB9167C-5EA9-4428-9E9A-24418902F73A}"/>
              </a:ext>
            </a:extLst>
          </p:cNvPr>
          <p:cNvSpPr>
            <a:spLocks xmlns:a="http://schemas.openxmlformats.org/drawingml/2006/main" noGrp="1"/>
          </p:cNvSpPr>
          <p:nvPr/>
        </p:nvSpPr>
        <p:spPr>
          <a:xfrm xmlns:a="http://schemas.openxmlformats.org/drawingml/2006/main">
            <a:off x="78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명세·기본 안내·상세 위치</a:t>
            </a:r>
          </a:p>
        </p:txBody>
      </p:sp>
      <p:sp>
        <p:nvSpPr>
          <p:cNvPr id="11" name="">
            <a:extLst xmlns:a="http://schemas.openxmlformats.org/drawingml/2006/main">
              <a:ext uri="{FF2B5EF4-FFF2-40B4-BE49-F238E27FC236}">
                <a16:creationId xmlns:a16="http://schemas.microsoft.com/office/drawing/2014/main" id="{ADAB1FDE-8EEA-47E6-891F-ABF08A820A64}"/>
              </a:ext>
            </a:extLst>
          </p:cNvPr>
          <p:cNvSpPr>
            <a:spLocks xmlns:a="http://schemas.openxmlformats.org/drawingml/2006/main" noGrp="1"/>
          </p:cNvSpPr>
          <p:nvPr/>
        </p:nvSpPr>
        <p:spPr>
          <a:xfrm xmlns:a="http://schemas.openxmlformats.org/drawingml/2006/main">
            <a:off x="4419600" y="2647950"/>
            <a:ext cx="3352800" cy="15811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2" name="반복되는 절차">
            <a:extLst xmlns:a="http://schemas.openxmlformats.org/drawingml/2006/main">
              <a:ext uri="{FF2B5EF4-FFF2-40B4-BE49-F238E27FC236}">
                <a16:creationId xmlns:a16="http://schemas.microsoft.com/office/drawing/2014/main" id="{D191DEE3-B61D-4FCC-B986-B4973ECBD769}"/>
              </a:ext>
            </a:extLst>
          </p:cNvPr>
          <p:cNvSpPr>
            <a:spLocks xmlns:a="http://schemas.openxmlformats.org/drawingml/2006/main" noGrp="1"/>
          </p:cNvSpPr>
          <p:nvPr/>
        </p:nvSpPr>
        <p:spPr>
          <a:xfrm xmlns:a="http://schemas.openxmlformats.org/drawingml/2006/main">
            <a:off x="459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절차</a:t>
            </a:r>
          </a:p>
        </p:txBody>
      </p:sp>
      <p:sp>
        <p:nvSpPr>
          <p:cNvPr id="13" name="조사·변경 판단·검증·보고">
            <a:extLst xmlns:a="http://schemas.openxmlformats.org/drawingml/2006/main">
              <a:ext uri="{FF2B5EF4-FFF2-40B4-BE49-F238E27FC236}">
                <a16:creationId xmlns:a16="http://schemas.microsoft.com/office/drawing/2014/main" id="{37F3B583-0337-40F5-86CB-68B3A1466F01}"/>
              </a:ext>
            </a:extLst>
          </p:cNvPr>
          <p:cNvSpPr>
            <a:spLocks xmlns:a="http://schemas.openxmlformats.org/drawingml/2006/main" noGrp="1"/>
          </p:cNvSpPr>
          <p:nvPr/>
        </p:nvSpPr>
        <p:spPr>
          <a:xfrm xmlns:a="http://schemas.openxmlformats.org/drawingml/2006/main">
            <a:off x="459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조사·변경 판단·검증·보고</a:t>
            </a:r>
          </a:p>
        </p:txBody>
      </p:sp>
      <p:sp>
        <p:nvSpPr>
          <p:cNvPr id="14" name="">
            <a:extLst xmlns:a="http://schemas.openxmlformats.org/drawingml/2006/main">
              <a:ext uri="{FF2B5EF4-FFF2-40B4-BE49-F238E27FC236}">
                <a16:creationId xmlns:a16="http://schemas.microsoft.com/office/drawing/2014/main" id="{183BDD3B-DAC1-4AF1-8FE6-696C666EADD6}"/>
              </a:ext>
            </a:extLst>
          </p:cNvPr>
          <p:cNvSpPr>
            <a:spLocks xmlns:a="http://schemas.openxmlformats.org/drawingml/2006/main" noGrp="1"/>
          </p:cNvSpPr>
          <p:nvPr/>
        </p:nvSpPr>
        <p:spPr>
          <a:xfrm xmlns:a="http://schemas.openxmlformats.org/drawingml/2006/main">
            <a:off x="822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매번 필요한 근거">
            <a:extLst xmlns:a="http://schemas.openxmlformats.org/drawingml/2006/main">
              <a:ext uri="{FF2B5EF4-FFF2-40B4-BE49-F238E27FC236}">
                <a16:creationId xmlns:a16="http://schemas.microsoft.com/office/drawing/2014/main" id="{7FB178E3-2CC9-4413-9D52-F725E2B5182B}"/>
              </a:ext>
            </a:extLst>
          </p:cNvPr>
          <p:cNvSpPr>
            <a:spLocks xmlns:a="http://schemas.openxmlformats.org/drawingml/2006/main" noGrp="1"/>
          </p:cNvSpPr>
          <p:nvPr/>
        </p:nvSpPr>
        <p:spPr>
          <a:xfrm xmlns:a="http://schemas.openxmlformats.org/drawingml/2006/main">
            <a:off x="840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매번 필요한 근거</a:t>
            </a:r>
          </a:p>
        </p:txBody>
      </p:sp>
      <p:sp>
        <p:nvSpPr>
          <p:cNvPr id="16" name="테스트·측정 조건·검토 결과">
            <a:extLst xmlns:a="http://schemas.openxmlformats.org/drawingml/2006/main">
              <a:ext uri="{FF2B5EF4-FFF2-40B4-BE49-F238E27FC236}">
                <a16:creationId xmlns:a16="http://schemas.microsoft.com/office/drawing/2014/main" id="{69403367-7F31-416B-ADC0-C27EF05EF7A7}"/>
              </a:ext>
            </a:extLst>
          </p:cNvPr>
          <p:cNvSpPr>
            <a:spLocks xmlns:a="http://schemas.openxmlformats.org/drawingml/2006/main" noGrp="1"/>
          </p:cNvSpPr>
          <p:nvPr/>
        </p:nvSpPr>
        <p:spPr>
          <a:xfrm xmlns:a="http://schemas.openxmlformats.org/drawingml/2006/main">
            <a:off x="840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테스트·측정 조건·검토 결과</a:t>
            </a:r>
          </a:p>
        </p:txBody>
      </p:sp>
      <p:sp>
        <p:nvSpPr>
          <p:cNvPr id="17" name="어디에 두고, 누가 검토하고 갱신할까?">
            <a:extLst xmlns:a="http://schemas.openxmlformats.org/drawingml/2006/main">
              <a:ext uri="{FF2B5EF4-FFF2-40B4-BE49-F238E27FC236}">
                <a16:creationId xmlns:a16="http://schemas.microsoft.com/office/drawing/2014/main" id="{B02935C0-6F02-475D-A345-0F25A856CFF9}"/>
              </a:ext>
            </a:extLst>
          </p:cNvPr>
          <p:cNvSpPr>
            <a:spLocks xmlns:a="http://schemas.openxmlformats.org/drawingml/2006/main" noGrp="1"/>
          </p:cNvSpPr>
          <p:nvPr/>
        </p:nvSpPr>
        <p:spPr>
          <a:xfrm xmlns:a="http://schemas.openxmlformats.org/drawingml/2006/main">
            <a:off x="609600" y="46386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어디에 두고, 누가 검토하고 갱신할까?</a:t>
            </a:r>
          </a:p>
        </p:txBody>
      </p:sp>
      <p:sp>
        <p:nvSpPr>
          <p:cNvPr id="18" name="다음 질문: 프로젝트가 바뀌면 이 방법을 어떻게 점검할까?">
            <a:extLst xmlns:a="http://schemas.openxmlformats.org/drawingml/2006/main">
              <a:ext uri="{FF2B5EF4-FFF2-40B4-BE49-F238E27FC236}">
                <a16:creationId xmlns:a16="http://schemas.microsoft.com/office/drawing/2014/main" id="{1AB7F327-69AF-4859-B03C-60F3C374AB7D}"/>
              </a:ext>
            </a:extLst>
          </p:cNvPr>
          <p:cNvSpPr>
            <a:spLocks xmlns:a="http://schemas.openxmlformats.org/drawingml/2006/main" noGrp="1"/>
          </p:cNvSpPr>
          <p:nvPr/>
        </p:nvSpPr>
        <p:spPr>
          <a:xfrm xmlns:a="http://schemas.openxmlformats.org/drawingml/2006/main">
            <a:off x="609600" y="53530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질문: 프로젝트가 바뀌면 이 방법을 어떻게 점검할까?</a:t>
            </a:r>
          </a:p>
        </p:txBody>
      </p:sp>
      <p:sp>
        <p:nvSpPr>
          <p:cNvPr id="19" name="Legacy module connection">
            <a:extLst xmlns:a="http://schemas.openxmlformats.org/drawingml/2006/main">
              <a:ext uri="{FF2B5EF4-FFF2-40B4-BE49-F238E27FC236}">
                <a16:creationId xmlns:a16="http://schemas.microsoft.com/office/drawing/2014/main" id="{581C1D15-A5AF-4968-9B10-C5E96BA1683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8331048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2026-10-24T04:44:48.2350000Z</dcterms:created>
  <dcterms:modified xsi:type="dcterms:W3CDTF">2026-10-24T04:44:48.2350000Z</dcterms:modified>
</coreProperties>
</file>