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1e890dbeaf745eb" /><Relationship Type="http://schemas.openxmlformats.org/officeDocument/2006/relationships/extended-properties" Target="/docProps/app.xml" Id="Rc8cc85f095004b80" /><Relationship Type="http://schemas.openxmlformats.org/officeDocument/2006/relationships/officeDocument" Target="/ppt/presentation.xml" Id="R3fec77b659674733" /></Relationships>
</file>

<file path=ppt/presentation.xml><?xml version="1.0" encoding="utf-8"?>
<p:presentation xmlns:p="http://schemas.openxmlformats.org/presentationml/2006/main">
  <p:sldMasterIdLst>
    <p:sldMasterId xmlns:r="http://schemas.openxmlformats.org/officeDocument/2006/relationships" id="2147483648" r:id="Raddfd9e25e024fde"/>
  </p:sldMasterIdLst>
  <p:notesMasterIdLst>
    <p:notesMasterId xmlns:r="http://schemas.openxmlformats.org/officeDocument/2006/relationships" r:id="R85da3115cea84dc0"/>
  </p:notesMasterIdLst>
  <p:sldIdLst>
    <p:sldId xmlns:r="http://schemas.openxmlformats.org/officeDocument/2006/relationships" id="256" r:id="R7fcfddbde4084915"/>
    <p:sldId xmlns:r="http://schemas.openxmlformats.org/officeDocument/2006/relationships" id="257" r:id="Rf7993b81c69449bc"/>
    <p:sldId xmlns:r="http://schemas.openxmlformats.org/officeDocument/2006/relationships" id="258" r:id="R9e1b61dce43d4c02"/>
    <p:sldId xmlns:r="http://schemas.openxmlformats.org/officeDocument/2006/relationships" id="259" r:id="Rd9b65b4245e14921"/>
    <p:sldId xmlns:r="http://schemas.openxmlformats.org/officeDocument/2006/relationships" id="260" r:id="R3f47397dc7064677"/>
    <p:sldId xmlns:r="http://schemas.openxmlformats.org/officeDocument/2006/relationships" id="261" r:id="R530ea8f0f39542c9"/>
    <p:sldId xmlns:r="http://schemas.openxmlformats.org/officeDocument/2006/relationships" id="262" r:id="Rd1528d976bb644ac"/>
    <p:sldId xmlns:r="http://schemas.openxmlformats.org/officeDocument/2006/relationships" id="263" r:id="Rf5704daedbd84b9a"/>
    <p:sldId xmlns:r="http://schemas.openxmlformats.org/officeDocument/2006/relationships" id="264" r:id="Rb2908e284d3a46e8"/>
    <p:sldId xmlns:r="http://schemas.openxmlformats.org/officeDocument/2006/relationships" id="265" r:id="R701fd91d28594c2b"/>
    <p:sldId xmlns:r="http://schemas.openxmlformats.org/officeDocument/2006/relationships" id="266" r:id="Rc0380a15dd704433"/>
    <p:sldId xmlns:r="http://schemas.openxmlformats.org/officeDocument/2006/relationships" id="267" r:id="R93e9ce43de594d61"/>
    <p:sldId xmlns:r="http://schemas.openxmlformats.org/officeDocument/2006/relationships" id="268" r:id="R0036595875b540cf"/>
    <p:sldId xmlns:r="http://schemas.openxmlformats.org/officeDocument/2006/relationships" id="269" r:id="R6ae269b58c73456f"/>
    <p:sldId xmlns:r="http://schemas.openxmlformats.org/officeDocument/2006/relationships" id="270" r:id="R4f67ed17d9ab4816"/>
    <p:sldId xmlns:r="http://schemas.openxmlformats.org/officeDocument/2006/relationships" id="271" r:id="R121ce140756141ed"/>
    <p:sldId xmlns:r="http://schemas.openxmlformats.org/officeDocument/2006/relationships" id="272" r:id="R5dc4cfe07943432d"/>
    <p:sldId xmlns:r="http://schemas.openxmlformats.org/officeDocument/2006/relationships" id="273" r:id="R8c519f7bec8341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011205e3a5e4604" /><Relationship Type="http://schemas.openxmlformats.org/officeDocument/2006/relationships/slideMaster" Target="/ppt/slideMasters/slideMaster1.xml" Id="Raddfd9e25e024fde" /><Relationship Type="http://schemas.openxmlformats.org/officeDocument/2006/relationships/notesMaster" Target="/ppt/notesMasters/notesMaster1.xml" Id="R85da3115cea84dc0" /><Relationship Type="http://schemas.openxmlformats.org/officeDocument/2006/relationships/presProps" Target="/ppt/presProps.xml" Id="Rb3365058e94d4b2b" /><Relationship Type="http://schemas.openxmlformats.org/officeDocument/2006/relationships/tableStyles" Target="/ppt/tableStyles.xml" Id="R9df0a94c92dd4df7" /><Relationship Type="http://schemas.openxmlformats.org/officeDocument/2006/relationships/slide" Target="/ppt/slides/slide1.xml" Id="R7fcfddbde4084915" /><Relationship Type="http://schemas.openxmlformats.org/officeDocument/2006/relationships/slide" Target="/ppt/slides/slide2.xml" Id="Rf7993b81c69449bc" /><Relationship Type="http://schemas.openxmlformats.org/officeDocument/2006/relationships/slide" Target="/ppt/slides/slide3.xml" Id="R9e1b61dce43d4c02" /><Relationship Type="http://schemas.openxmlformats.org/officeDocument/2006/relationships/slide" Target="/ppt/slides/slide4.xml" Id="Rd9b65b4245e14921" /><Relationship Type="http://schemas.openxmlformats.org/officeDocument/2006/relationships/slide" Target="/ppt/slides/slide5.xml" Id="R3f47397dc7064677" /><Relationship Type="http://schemas.openxmlformats.org/officeDocument/2006/relationships/slide" Target="/ppt/slides/slide6.xml" Id="R530ea8f0f39542c9" /><Relationship Type="http://schemas.openxmlformats.org/officeDocument/2006/relationships/slide" Target="/ppt/slides/slide7.xml" Id="Rd1528d976bb644ac" /><Relationship Type="http://schemas.openxmlformats.org/officeDocument/2006/relationships/slide" Target="/ppt/slides/slide8.xml" Id="Rf5704daedbd84b9a" /><Relationship Type="http://schemas.openxmlformats.org/officeDocument/2006/relationships/slide" Target="/ppt/slides/slide9.xml" Id="Rb2908e284d3a46e8" /><Relationship Type="http://schemas.openxmlformats.org/officeDocument/2006/relationships/slide" Target="/ppt/slides/slide10.xml" Id="R701fd91d28594c2b" /><Relationship Type="http://schemas.openxmlformats.org/officeDocument/2006/relationships/slide" Target="/ppt/slides/slide11.xml" Id="Rc0380a15dd704433" /><Relationship Type="http://schemas.openxmlformats.org/officeDocument/2006/relationships/slide" Target="/ppt/slides/slide12.xml" Id="R93e9ce43de594d61" /><Relationship Type="http://schemas.openxmlformats.org/officeDocument/2006/relationships/slide" Target="/ppt/slides/slide13.xml" Id="R0036595875b540cf" /><Relationship Type="http://schemas.openxmlformats.org/officeDocument/2006/relationships/slide" Target="/ppt/slides/slide14.xml" Id="R6ae269b58c73456f" /><Relationship Type="http://schemas.openxmlformats.org/officeDocument/2006/relationships/slide" Target="/ppt/slides/slide15.xml" Id="R4f67ed17d9ab4816" /><Relationship Type="http://schemas.openxmlformats.org/officeDocument/2006/relationships/slide" Target="/ppt/slides/slide16.xml" Id="R121ce140756141ed" /><Relationship Type="http://schemas.openxmlformats.org/officeDocument/2006/relationships/slide" Target="/ppt/slides/slide17.xml" Id="R5dc4cfe07943432d" /><Relationship Type="http://schemas.openxmlformats.org/officeDocument/2006/relationships/slide" Target="/ppt/slides/slide18.xml" Id="R8c519f7bec8341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ca349daef741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be89498efde4f0a" /><Relationship Type="http://schemas.openxmlformats.org/officeDocument/2006/relationships/notesMaster" Target="/ppt/notesMasters/notesMaster1.xml" Id="R94582ec0352f47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55d5701ef5f843a3" /><Relationship Type="http://schemas.openxmlformats.org/officeDocument/2006/relationships/notesMaster" Target="/ppt/notesMasters/notesMaster1.xml" Id="R2662f7e5ae8544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173d08235ced4e09" /><Relationship Type="http://schemas.openxmlformats.org/officeDocument/2006/relationships/notesMaster" Target="/ppt/notesMasters/notesMaster1.xml" Id="R6fa9252c4f9748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365cd7b01a4076" /><Relationship Type="http://schemas.openxmlformats.org/officeDocument/2006/relationships/notesMaster" Target="/ppt/notesMasters/notesMaster1.xml" Id="Rb3493a42505e46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5166a746fc4576" /><Relationship Type="http://schemas.openxmlformats.org/officeDocument/2006/relationships/notesMaster" Target="/ppt/notesMasters/notesMaster1.xml" Id="R678118693e32475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661ba1127c44c6" /><Relationship Type="http://schemas.openxmlformats.org/officeDocument/2006/relationships/notesMaster" Target="/ppt/notesMasters/notesMaster1.xml" Id="Rb19120134dfe48b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a4b4d4f5d44b3d" /><Relationship Type="http://schemas.openxmlformats.org/officeDocument/2006/relationships/notesMaster" Target="/ppt/notesMasters/notesMaster1.xml" Id="R7248738a376f41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1b42970cf0042f5" /><Relationship Type="http://schemas.openxmlformats.org/officeDocument/2006/relationships/notesMaster" Target="/ppt/notesMasters/notesMaster1.xml" Id="Rd2e41444b20842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d0fb3b2e65124071" /><Relationship Type="http://schemas.openxmlformats.org/officeDocument/2006/relationships/notesMaster" Target="/ppt/notesMasters/notesMaster1.xml" Id="R125100a279ea4de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c56034a3be64480" /><Relationship Type="http://schemas.openxmlformats.org/officeDocument/2006/relationships/notesMaster" Target="/ppt/notesMasters/notesMaster1.xml" Id="R5964a3a5553347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0fc551a50154aca" /><Relationship Type="http://schemas.openxmlformats.org/officeDocument/2006/relationships/notesMaster" Target="/ppt/notesMasters/notesMaster1.xml" Id="Rcdacda00503246e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595706608d4a89" /><Relationship Type="http://schemas.openxmlformats.org/officeDocument/2006/relationships/notesMaster" Target="/ppt/notesMasters/notesMaster1.xml" Id="R1fd6fe4945fe466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33d9e14b0244010" /><Relationship Type="http://schemas.openxmlformats.org/officeDocument/2006/relationships/notesMaster" Target="/ppt/notesMasters/notesMaster1.xml" Id="R85ae4115e26341e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7943881ea4c4b71" /><Relationship Type="http://schemas.openxmlformats.org/officeDocument/2006/relationships/notesMaster" Target="/ppt/notesMasters/notesMaster1.xml" Id="Rfada4a308126436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5ba7e36a21c4818" /><Relationship Type="http://schemas.openxmlformats.org/officeDocument/2006/relationships/notesMaster" Target="/ppt/notesMasters/notesMaster1.xml" Id="R8390eef0aa4641e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71621f8d0046a9" /><Relationship Type="http://schemas.openxmlformats.org/officeDocument/2006/relationships/notesMaster" Target="/ppt/notesMasters/notesMaster1.xml" Id="R2c02ca79de4942a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7539219f35f4bf7" /><Relationship Type="http://schemas.openxmlformats.org/officeDocument/2006/relationships/notesMaster" Target="/ppt/notesMasters/notesMaster1.xml" Id="R2007896dd6fd4f6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cb0ae13ddf44550" /><Relationship Type="http://schemas.openxmlformats.org/officeDocument/2006/relationships/notesMaster" Target="/ppt/notesMasters/notesMaster1.xml" Id="Rafd98da55db5408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S54/S55에서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S58처럼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S54–S58의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S65를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S64의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S80–S84의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S66에서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S80–S84에서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업무에서 먼저 정리할 한 가지</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“S66의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S66에서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S68에서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S66의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S68로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3f90b186be4cb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3734dd4227d466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e25ba91a4c246f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0fe6d7f09314db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c80c5bc6353429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a53da81e15d48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2588F7-D088-4060-9F09-DD08D0CE3D3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25018D7-8178-46E9-A692-E60EEC6F0E5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67FBE2F-1E76-4BB3-9750-EE5E642A7CA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017A93-8E32-4A68-AEC9-7D8E70F0E58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F53A34-39FE-4712-B035-DDB65C59D41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73170B7-A3E0-4C35-8370-B697E95A14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260767-99F6-4C50-8814-2D2EC0506BD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1B76EAA-6A2C-4ED3-B74E-D9CE0208472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1D2B49-86E7-4FD7-8AD3-570E29B5684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0E959E-4A60-41B3-9404-E81BDC300A8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9f971a9a9541bb" /><Relationship Type="http://schemas.openxmlformats.org/officeDocument/2006/relationships/slideLayout" Target="/ppt/slideLayouts/slideLayout1.xml" Id="Rd6b78355b6f94f50" /><Relationship Type="http://schemas.openxmlformats.org/officeDocument/2006/relationships/slideLayout" Target="/ppt/slideLayouts/slideLayout2.xml" Id="R3cb26dac2f9d45e4" /><Relationship Type="http://schemas.openxmlformats.org/officeDocument/2006/relationships/slideLayout" Target="/ppt/slideLayouts/slideLayout3.xml" Id="R7aa3bc52065042e9" /><Relationship Type="http://schemas.openxmlformats.org/officeDocument/2006/relationships/slideLayout" Target="/ppt/slideLayouts/slideLayout4.xml" Id="R65636107b72c42ee" /><Relationship Type="http://schemas.openxmlformats.org/officeDocument/2006/relationships/slideLayout" Target="/ppt/slideLayouts/slideLayout5.xml" Id="Rdcb0ec19530c49ff" /><Relationship Type="http://schemas.openxmlformats.org/officeDocument/2006/relationships/slideLayout" Target="/ppt/slideLayouts/slideLayout6.xml" Id="R40105d92720e465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b78355b6f94f50"/>
    <p:sldLayoutId xmlns:r="http://schemas.openxmlformats.org/officeDocument/2006/relationships" id="2147483650" r:id="R3cb26dac2f9d45e4"/>
    <p:sldLayoutId xmlns:r="http://schemas.openxmlformats.org/officeDocument/2006/relationships" id="2147483651" r:id="R7aa3bc52065042e9"/>
    <p:sldLayoutId xmlns:r="http://schemas.openxmlformats.org/officeDocument/2006/relationships" id="2147483652" r:id="R65636107b72c42ee"/>
    <p:sldLayoutId xmlns:r="http://schemas.openxmlformats.org/officeDocument/2006/relationships" id="2147483653" r:id="Rdcb0ec19530c49ff"/>
    <p:sldLayoutId xmlns:r="http://schemas.openxmlformats.org/officeDocument/2006/relationships" id="2147483654" r:id="R40105d92720e465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e0689eaeb3425c" /><Relationship Type="http://schemas.openxmlformats.org/officeDocument/2006/relationships/image" Target="/ppt/media/image.png" Id="R88fdf782c74644b6" /><Relationship Type="http://schemas.openxmlformats.org/officeDocument/2006/relationships/image" Target="/ppt/media/image2.png" Id="Rffede0c072814ceb" /><Relationship Type="http://schemas.openxmlformats.org/officeDocument/2006/relationships/notesSlide" Target="/ppt/notesSlides/notesSlide1.xml" Id="Rc0422a0d10db4c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b64839ba49240f4" /><Relationship Type="http://schemas.openxmlformats.org/officeDocument/2006/relationships/notesSlide" Target="/ppt/notesSlides/notesSlide2.xml" Id="Rc0274723b4e043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857f01f7a834df9" /><Relationship Type="http://schemas.openxmlformats.org/officeDocument/2006/relationships/notesSlide" Target="/ppt/notesSlides/notesSlide3.xml" Id="Re38d367187a146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10ebed0f24b4b44" /><Relationship Type="http://schemas.openxmlformats.org/officeDocument/2006/relationships/notesSlide" Target="/ppt/notesSlides/notesSlide4.xml" Id="R1fb51126e4334b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d7d47a15a9047f4" /><Relationship Type="http://schemas.openxmlformats.org/officeDocument/2006/relationships/notesSlide" Target="/ppt/notesSlides/notesSlide5.xml" Id="R949068750dbe46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08e54c853f044e0" /><Relationship Type="http://schemas.openxmlformats.org/officeDocument/2006/relationships/notesSlide" Target="/ppt/notesSlides/notesSlide6.xml" Id="Rf35a9c027dcc411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841638584e748f8" /><Relationship Type="http://schemas.openxmlformats.org/officeDocument/2006/relationships/notesSlide" Target="/ppt/notesSlides/notesSlide7.xml" Id="Rb28167fda3d94be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c6f024db60c4467" /><Relationship Type="http://schemas.openxmlformats.org/officeDocument/2006/relationships/notesSlide" Target="/ppt/notesSlides/notesSlide8.xml" Id="Rc2c739c3343c4a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b0f1eb7da8a4a00" /><Relationship Type="http://schemas.openxmlformats.org/officeDocument/2006/relationships/chart" Target="/ppt/slides/charts/chart1.xml" Id="R120305c656304833" /><Relationship Type="http://schemas.openxmlformats.org/officeDocument/2006/relationships/notesSlide" Target="/ppt/notesSlides/notesSlide9.xml" Id="Ree2db12af7244b4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25acfca9a6e40d3" /><Relationship Type="http://schemas.openxmlformats.org/officeDocument/2006/relationships/notesSlide" Target="/ppt/notesSlides/notesSlide10.xml" Id="Red1784e1a8804fc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821e136d7f24bfa" /><Relationship Type="http://schemas.openxmlformats.org/officeDocument/2006/relationships/notesSlide" Target="/ppt/notesSlides/notesSlide11.xml" Id="Rc6e64805c53a4f0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cff5a11ec7b4ce1" /><Relationship Type="http://schemas.openxmlformats.org/officeDocument/2006/relationships/notesSlide" Target="/ppt/notesSlides/notesSlide12.xml" Id="Ree8bd469212a4d3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67e68db54b7435a" /><Relationship Type="http://schemas.openxmlformats.org/officeDocument/2006/relationships/notesSlide" Target="/ppt/notesSlides/notesSlide13.xml" Id="R184bf434f5eb48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2ef5db4c5224ef6" /><Relationship Type="http://schemas.openxmlformats.org/officeDocument/2006/relationships/notesSlide" Target="/ppt/notesSlides/notesSlide14.xml" Id="R562efe3264cc405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e3cc9fe74e94e9d" /><Relationship Type="http://schemas.openxmlformats.org/officeDocument/2006/relationships/notesSlide" Target="/ppt/notesSlides/notesSlide15.xml" Id="R130395409dbb4d2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ea9f5ee78424773" /><Relationship Type="http://schemas.openxmlformats.org/officeDocument/2006/relationships/notesSlide" Target="/ppt/notesSlides/notesSlide16.xml" Id="R4f1a5c0d182a4de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4d5d3d2bef24e4f" /><Relationship Type="http://schemas.openxmlformats.org/officeDocument/2006/relationships/image" Target="/ppt/media/image3.png" Id="R267607528d2b42e5" /><Relationship Type="http://schemas.openxmlformats.org/officeDocument/2006/relationships/notesSlide" Target="/ppt/notesSlides/notesSlide17.xml" Id="Rec3b053884cf491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e19e71a43d34576" /><Relationship Type="http://schemas.openxmlformats.org/officeDocument/2006/relationships/notesSlide" Target="/ppt/notesSlides/notesSlide18.xml" Id="R12190a0a92a046f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A189FAB6-3C2E-4D9C-BA99-8CC204C0B1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9AA7D091-444B-4AD7-A7AA-F958F0DE17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08ABAB35-10AF-4DDE-A738-A5AE0A0313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E0BDB7F8-62F0-4804-A92C-BB83A75888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BD452105-ECBA-4C81-8EDB-F479C5AF98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27783721-B640-49C2-8432-FA2068CCA7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7B53C63B-2F0E-4BB4-BF2A-E4182A025374}"/>
              </a:ext>
            </a:extLst>
          </p:cNvPr>
          <p:cNvPicPr>
            <a:picLocks xmlns:a="http://schemas.openxmlformats.org/drawingml/2006/main" noChangeAspect="1"/>
          </p:cNvPicPr>
          <p:nvPr/>
        </p:nvPicPr>
        <p:blipFill>
          <a:blip xmlns:r="http://schemas.openxmlformats.org/officeDocument/2006/relationships" xmlns:a="http://schemas.openxmlformats.org/drawingml/2006/main" r:embed="R88fdf782c74644b6"/>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F2972DCB-2C11-4DC0-A5BA-4D0D7DFBFB95}"/>
              </a:ext>
            </a:extLst>
          </p:cNvPr>
          <p:cNvPicPr>
            <a:picLocks xmlns:a="http://schemas.openxmlformats.org/drawingml/2006/main" noChangeAspect="1"/>
          </p:cNvPicPr>
          <p:nvPr/>
        </p:nvPicPr>
        <p:blipFill>
          <a:blip xmlns:r="http://schemas.openxmlformats.org/officeDocument/2006/relationships" xmlns:a="http://schemas.openxmlformats.org/drawingml/2006/main" r:embed="Rffede0c072814ceb"/>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267C5BA0-10A0-4F77-8777-13234FE9A517}"/>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B7A79065-ED50-4E02-AD87-13CA03DC7DC2}"/>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1FCC5F51-8FCF-4942-A92B-5E4A38A765F2}"/>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44F56929-F227-405B-998C-E80B614E7E17}"/>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6C0677C7-E1CB-4DC2-A112-2703A9346BA7}"/>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FD320700-C926-4102-8555-ADCD2B690ACE}"/>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42B46AE-43D4-436B-956A-6B36B26DAA81}"/>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CCA8A3D7-AEF2-4B20-BECB-33EF0AEB2565}"/>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D3F1D7B-C75B-43CE-9BEA-C54A4E0672E9}"/>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9872E66-FDA7-42A3-877F-447645F166B5}"/>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74A716D1-5BB2-46DB-99BF-8D2749061FD7}"/>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D4FEF266-7979-44C5-BE63-5FAAF7F53E3C}"/>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44979661-3BA8-49B9-954D-E0527AC12D40}"/>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A4839668-72CE-470A-8E9D-C705F7F2559D}"/>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556C588-1564-4C0B-92BD-A2C03A9B632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00FC8F0A-7905-473C-ABB7-167F94F89AE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D53A7370-7FF9-4DD5-8AC8-340E72EF3D4F}"/>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65FDDF2-5AED-4F85-8F8B-840AB08AC528}"/>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D606B862-34E7-4726-BA7D-DB366022C4BD}"/>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8B5A002A-06B8-4A6B-9BD8-A639039C34C7}"/>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2D801B95-7E1B-43B1-9E82-BEEAF1527D7A}"/>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A00C99C6-DE2E-4E2A-B500-E3F8DAB64F9F}"/>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0B112E8-FEB7-411E-A179-098806301814}"/>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D9943414-E6FE-48BF-AE8F-43C9CB3D216D}"/>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26A16145-6A5C-4765-BBA4-E098873AC8F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31D72211-81C2-48A7-AAA2-8AEF9FFAC2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9839691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FAC18063-735D-4A80-85E9-7FC62B1D1E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2095FF47-CA78-4E8D-BE36-9F4687A4A0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BD8F69FF-B2FB-456D-A050-6B02CC1B77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1702DE96-E3C9-4626-A6A8-AC676B0855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7261713C-C202-448F-A778-429EFB50A3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DED76325-03C6-4AAE-A527-7DA63B5F87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C8266FB4-ADC1-41B6-B405-37790910F043}"/>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521ABB29-3CF9-43CF-BEC8-2D8919ED45B6}"/>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0DBA8EF8-D69E-4879-9AB0-23017CD11F8D}"/>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827A07CE-C0CD-4DBB-A9E7-72F19D9CB89D}"/>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C47561AA-E7AE-42F1-83DB-992CFD804BF6}"/>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6548B6E5-DC57-406D-B9E8-E205FFB4E6EC}"/>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8281F4E9-CBA4-4CC2-BE4F-906818D224B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FF5E5ED-A12E-4565-8462-79D7C31B32A0}"/>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8554939B-DE9F-41C8-8F22-68941DFF0E96}"/>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19377628-D59A-4F49-8750-DE63D2C56810}"/>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9731EF6-C7F6-4B50-8576-1DFA2798EA6D}"/>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56286A5-E895-4DE3-AD8F-7DFC90A423EF}"/>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27646494-C606-4B1E-8986-437715FCB85B}"/>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D0338A98-6F85-4482-A0B1-36499A6845D3}"/>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06A9FC1-55D0-43C0-BBB7-B69FB79E636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106FBE2F-A2B1-44EB-9B4E-189728706783}"/>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16FF373-7F7D-4046-A26C-44FC868C2A6C}"/>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E4B742C8-88AD-43A3-A86A-6EDBE6ECFD69}"/>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A732ED88-B21B-423F-A33C-ECDDFB22FBCD}"/>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BD756D78-3E7E-40BD-BCAF-BDB2AE045453}"/>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30155AD1-C249-4A28-B9B8-C8441ADD1201}"/>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5B03F540-5B1C-4CBC-9211-8B025B4772C0}"/>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88D0E29-0BAA-47AB-8707-C119F05EF1A3}"/>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3E2B5517-CFF4-4F56-A0FD-85E7A73173A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E2E2E5F-DECD-4AED-AE26-73FD2FFFE980}"/>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6B73D60C-92FC-4686-BAF8-C158CB2E377D}"/>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43A86770-6CAC-40A1-B6ED-9804B3822C81}"/>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E40CF691-EDF3-459D-AFA1-818640630BC1}"/>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17B8738E-C222-498E-83CA-171454622E4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36CD9B07-71EF-481A-934F-12B9D435903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61F279AC-99D7-44E1-BD10-30F1132A839B}"/>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4A3B1CAB-C2AB-465C-A8BF-D557362AF101}"/>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1D0B63C4-4AEE-4E7E-92B7-6DD8726970A6}"/>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948A2FE7-3C4C-45E0-8D16-DF9B4EF19B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1651257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81DF239-DE7E-4550-A506-A6348C0027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9B7293A6-BA8D-43A8-92F8-FC3523E38E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CE528E3D-ACF0-4F12-AFB8-4B7975CA2C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5AD31221-81B5-4AEC-BC19-828579D6DA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383DD758-0A84-44FA-86C7-67E9A71CB9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E401FCB8-9412-4DB3-9EBA-4A57A6EA90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B618690-67FC-4226-8F56-1083E6D8AB6F}"/>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1595A0D-AD0C-486A-9C64-38FB2F35689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E3294BC5-816D-4B39-8635-BBAE926B133C}"/>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4A767C3C-0CB3-48F8-BCA9-AF27B697491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C373E7-A107-40FF-AAED-71D0D9F94872}"/>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C16D327-6548-4E1E-A87B-EA706EA65939}"/>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73B61BB8-D234-427F-870F-524AE878A28A}"/>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8E8C7731-F07B-46C9-A5EE-696F9DE3BCF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84A2C2F9-4F77-4FC6-9ADF-942EFDED132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4A4E2BA9-A461-492C-9A03-9998CC21272C}"/>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EF675E6-5CEC-4E3B-A2C0-C71B36861D0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0158C217-253B-45DE-9A71-A25853F5F395}"/>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710591B8-3053-4BCD-91F3-084A23374D3B}"/>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33C79AF-C430-48CD-8E55-C5C4E1F17A3A}"/>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4DB76868-6485-4595-A981-61CB002D4FDC}"/>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ECE0620E-EF8D-4FDF-853B-2BAF1DBA64DB}"/>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F56B35C3-2EA4-43A9-883D-59D206515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1353066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FF37937E-EE2F-4074-B845-9B3C776613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37992171-8B26-44F2-983E-B9E083F061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732012E3-5D36-4DB4-A354-8C2F82972D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E856ABFF-6BFA-4338-9138-A0A841DB36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9DE1796D-EF92-4049-A20F-DE6089AA8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4177E59F-F68D-4944-B805-062973C7CE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D25728FD-DE6B-4B62-8CFB-6A5BD4866244}"/>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5F055740-7164-4974-9E98-8799947E108C}"/>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F6CACA6-DF72-46AA-B9D7-DDE6602F2847}"/>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E54DA33-180C-4EA1-BEBD-009E0F6CE9D5}"/>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0F2182DA-022C-4131-8AE8-476E8F8FEFEE}"/>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60A4D1A1-0D96-4E8C-B7F0-5CBFE4CD0A95}"/>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C5112535-55BF-43CB-8E68-0C299C3C8A75}"/>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CC392CB1-7535-4FFB-AC21-8D9956DE100A}"/>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F40FAF61-D1E9-45EE-976D-AA4C6F1590E5}"/>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9BCDFA12-BDCA-4EB7-A810-534225C68DF2}"/>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2BDF6099-1BC6-4114-8292-6693B7CBF521}"/>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A9B9C37A-F89D-4114-A86E-EE1B7CBD4C75}"/>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AB009B2F-CF7B-47D9-86F6-AD8C0C240BC1}"/>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1A069963-2A7F-46EC-826B-C7526A24F38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0B0E2876-B04C-4C70-9C52-142F4E63E1A5}"/>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96EF18EA-B800-4B78-9FE3-79042D849684}"/>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BE63E99C-009B-43D1-AB17-A180F69050F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4E7713E8-D7A0-46BB-BBC3-F9815FAC44F8}"/>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2EB15050-19DF-4778-99BB-74E7B09C0EA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DCF2868D-2C83-40D4-AF34-9CE381FCAB78}"/>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3E27EE9E-C557-4380-96B5-DFC0FA8B8C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5676464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59BE41B-3015-4444-9C23-B5AD838DA7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EC112BE2-54CF-45B5-A8F5-48BD728267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09CE7AD8-6362-442E-A0C2-CBC17349DC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578298DE-3A04-4241-8BB6-4DCD5D8605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7174DF9E-C3D7-4CC0-83FD-7E980E577C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D30A5915-EFB5-4D29-A949-A8E0046BCE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7C30FD7E-40DE-42F2-8665-A7305E468313}"/>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7064BF19-16B9-420D-BC1B-2894146EAC6F}"/>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0B7173FD-8403-49D3-9BD7-39C9D5CF29CC}"/>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86F3E13-F9E9-499C-9C74-98A52DD4002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9ECD7D59-40C6-4CA7-AE66-BE9C127FF9E8}"/>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7C467E0-A2E0-4FDC-9DF7-25BC0C5131DE}"/>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E85C3BB1-736D-4A85-B569-B23586599D22}"/>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C7F2610A-0EC8-4D1F-823B-59D36E896606}"/>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6B4F74B5-41EA-45FC-AD6C-9A7D74864463}"/>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0E72C7B9-688F-4D50-940A-7E4C93DB1C79}"/>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797C0970-186C-4BAA-95F6-51624CFBC114}"/>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8286432F-F2D9-4AD8-907D-70464922CA5C}"/>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954812E5-C12F-44D2-93BF-0DDC9733EE02}"/>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E5D7614A-8571-45BC-AE39-456D877FB4DB}"/>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4793AB4-F9A3-433B-B33A-4540B8DCA38F}"/>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8B3566BD-774F-4F95-965A-7AFEDAD2F8D6}"/>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6B7E0760-C98C-4AAB-AEDB-668197153246}"/>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8112504F-9901-44B3-9FD7-BAD8C4176AE4}"/>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BB52FDD-2295-44A6-8929-6360C68F05D0}"/>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02BCB5D4-E108-4A1B-AB70-179DB00B6ADC}"/>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443AD113-00E1-44B8-8B96-AF8BC557D3E9}"/>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72C81F5-682F-4033-A491-9F1B8292229A}"/>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B0F1C125-9C4F-40EB-AC8D-CAD039FB2118}"/>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C5BE9EF0-83ED-49FC-BF56-3098E00397CF}"/>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C3878D9B-C15E-430A-99EF-438C6AB80E1E}"/>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5038AF28-DCDA-4193-B23A-0D49966AF6D8}"/>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D03F05CD-A170-45EB-8ABD-1840554E1B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1322980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A59DDB42-FBD4-4576-AF51-42459E62D3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8DB46EC9-21EF-4FF1-9034-31566F8616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F0F8FB5B-5279-4A10-B45D-8C2406EC3B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FC0713C0-7BC2-4AB8-B0BA-8F9D3CD6A2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B4FDF611-E9FC-4A63-B7D7-736B57A444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49B0D310-B7E5-46B0-AF47-265154C37B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A3722739-0C13-4537-90D6-3F6A817077DA}"/>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3197EAC-208F-41E8-933F-6847D9B48DD4}"/>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2DB197BC-B1F2-4622-A596-6B5B4C1F8EE0}"/>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82CE997C-A026-4430-8E49-EB8810917C28}"/>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BC031511-ACBF-4ECC-A78C-FD7482736A94}"/>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0FA36DE-F70D-41C9-9941-42C34C9307E8}"/>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4C735702-9C12-448B-BECC-ABB1DC03090A}"/>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8BD6BF28-C1AF-49C9-AA7E-A47DF29815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6005673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F7D180ED-F96F-422C-9614-BD137BDF63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26F00FBF-0A2D-49EF-AFBB-0E1BE2BA03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5514C6EC-C1E3-4C09-93DD-13433A527E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C9E7E119-1037-4232-B1D7-489FA545BB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F8B78AD4-AD44-46F4-870B-3579298F49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3F270ECF-B106-4FF6-A4C1-854BFF9D6C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5C707764-9900-4DB3-8C37-E6B54FDB971E}"/>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AC6417CB-46DF-4911-869A-663D3A692539}"/>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585CF608-A046-4003-A5E8-BA7E3E3459CB}"/>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F0D78FF0-6395-456B-9D1D-2282FF43BA2D}"/>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9B469C85-42F2-4B1A-A22E-0C42E5FD7E33}"/>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0AAF8B66-3AF3-4745-9E3C-C2420D6AC9B8}"/>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F88D3B13-56B1-4125-8123-C4F22C891DB6}"/>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28B3A4B9-92D3-4D06-96F9-3650C52779CD}"/>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89004856-F9FD-49A8-B837-0997F2B8F1D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DAC8DF2-6C17-4BAD-9358-A84CE5225A5E}"/>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4DE5568B-3712-4514-B83A-5AB62E35083D}"/>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C111C97C-FF32-4E62-816A-82A630366F5E}"/>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147F3A70-80F5-4781-A334-200AB72639F9}"/>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F4A2E93-9F35-4D06-8D70-5E43216EAE97}"/>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B431F20A-3E7D-4475-A072-D7370D6D568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9278C455-A039-44DC-8B34-A44B1351B6DE}"/>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BD1FF0DC-A3A9-4C67-A911-EB708198B09B}"/>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7FB9DF5F-FC38-42E6-BCE3-65BE8994BB40}"/>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8D0F8BFE-9B64-4C5C-B20C-245D26DBCFA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0FA7E7F-A99A-48D1-86B2-7B4A958DE2C6}"/>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B2731B5F-E9DE-463C-895F-F03AE5DA4589}"/>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76522522-EC02-49DD-B312-5E7C897F466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B5CA40E2-C595-4952-86F8-2A062EC2D147}"/>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4FC03BCD-C8B6-4FE4-8350-1ECF365B934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A8F268F-E42D-45DC-A9BD-3C272F53FE7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B532271E-97F4-4F66-9FA6-DAC1FB4E9315}"/>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41818421-33A3-4D31-8E00-4E71B104387B}"/>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6A4CFCA-BA5B-453F-A562-AEA7D3E69C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97CC77E9-A030-4C02-9F3E-103BE7693B70}"/>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CCD9CA8D-48AA-4605-997E-2F47BE8CBC5B}"/>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68B61B89-FBD5-4520-983F-CF148689B038}"/>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7BCDACD-DD79-4CCF-BFCA-0820C166EB52}"/>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7A4A8028-9AD9-4A39-8047-823B6D9591D7}"/>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EA00501F-D550-4946-8FCF-45C92731182F}"/>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D71F7834-75FA-4C1F-849E-A4148BB6990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2189A3CB-8FE7-4A5D-ADEB-A2AE26BF639E}"/>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B322A7BF-75FE-4740-9392-4CDF67EEE1A1}"/>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FB71232-6648-46C4-BA86-41FA019280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66258491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B63012CE-5E14-46C2-9BA5-71274E0960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4E617F65-6D33-48D0-AD3D-2C07C4BDA7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31396D30-C028-41A7-8BD2-753929BFE1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B271F6D5-0D08-4AA2-B300-D64CF6E9EC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15CA0DD5-8567-4AA4-BA04-7725472F50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034898CB-6A74-4F1E-A066-2455E19BDC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03626764-C5F4-4F37-B01A-A1933BC1C722}"/>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400638B9-9EC3-4ACE-B136-60517BF03D9C}"/>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898142DD-95E2-49D4-A54D-7ADE65C9DAB1}"/>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61B76255-F173-447A-AE43-3694ABF58BA3}"/>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D667E6D9-AED7-49AA-ABC2-3C5A4DA0E660}"/>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510C61E2-3D20-40A0-9DBA-326108A67800}"/>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E39F5779-2D44-416B-96D0-052B53E6D6EB}"/>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D48BBFF2-42F2-45CA-A673-81F4ECF185B0}"/>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6DE9370B-9438-48C8-BBF2-99B7F5BCE32E}"/>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79F08F62-1207-4729-AA1D-B929449BD28C}"/>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7BF32454-1CD8-4059-877A-A87EBB5782AA}"/>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62CD652D-5BBC-428E-AB54-50B09C0B8D79}"/>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F8D8A726-A00C-4026-A854-6E141BE4F372}"/>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AA59D415-5853-48E2-838F-5CFF8E4DBB6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CB074DEB-F659-4D2C-B042-FDAEE233FA49}"/>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2BAB0176-9642-42DA-9CCE-F44B983DC87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0603E327-CE5D-46F8-9944-6033D6BD36D5}"/>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3A5E019-B699-449A-A0F4-3D8FD0C29431}"/>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10720EF-8BB6-4300-9DE4-92460E7A1104}"/>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FF6CB5F1-5BB1-4A70-B9D6-124DC1813A60}"/>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78A1050F-9674-4A42-8A4B-2B98CA0AC5D1}"/>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03947172-0028-466D-96DD-F34E0A02ECB0}"/>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646AAAED-D0A6-433E-A1EA-0E41B63D8F47}"/>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88D8E1BF-7EBF-4904-B33E-6AAD89F95A49}"/>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AF6BDEB9-4D5A-4918-9B71-BF2C95046CC0}"/>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03C6C7F9-743C-4DA6-8302-203CF7B758B0}"/>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C53EC738-B786-4D07-8F8A-4C4F3E33CC17}"/>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7ABDEBF0-AA97-4D21-ADDC-D3A8AC9C53D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B9B87E74-6ECD-48DC-87A8-6BE85614540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695E9923-238C-41B4-866F-20F2F429EF10}"/>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13C3D3A7-AC6C-452E-82CC-E76ADEC41785}"/>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3D7A3A2F-21C1-4B5E-AFBA-B77208779A93}"/>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2BFC101F-C9B9-49C2-823C-3F410C36CAC9}"/>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E2156EB5-85CA-4F9E-8229-640B9E6F1BD5}"/>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8907BE5C-D0AE-4065-A644-82A4560AB3F3}"/>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56C1EB61-9946-40E9-BCD8-B1614DBDF225}"/>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84D8E904-733C-4B41-A6D6-EB41DDC638BC}"/>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A412BE73-903C-4D95-9C40-04CC90C53D99}"/>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8E62909A-D3DC-48E7-85F4-E80986079A37}"/>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AA4025B6-CAFE-4C38-9104-4A05257FC70A}"/>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4A8AEE7C-0AE6-4876-B973-BB3B31A15D8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A0848117-294A-4FD4-8CFB-B8428499CBF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5990756E-C9A5-4201-B9C2-ACBF0C344BDD}"/>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FDA0F2A3-D316-4E2C-8002-22A7F0D1D4B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26EB9A87-6CB8-481F-8485-8098639B7483}"/>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A8EE142-01FC-4272-BF82-CF65ABDE3460}"/>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AF0A2FF-ACFB-4603-9E38-5854EE7D864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7B92EADD-6414-4362-8A67-B827469A8EA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6E381D6-FE47-48E3-BB0D-81BBC61FB843}"/>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4AFF87F5-4F9F-494A-A9E6-7B2DA1E484DD}"/>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65B27722-B869-491E-BC98-4EEA3DEB37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44897361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0E1C7EA0-F538-40F4-A4A4-773763FABE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E4501A76-1341-4D03-AB41-AB11B7525B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C53A55F9-CEAB-4E42-BFD6-340844E545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5AF86B48-3F5F-4D1B-94FD-568192D8CD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DF922A98-E176-4BE2-BC80-29B15273BD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CEBCAA3A-3514-4837-A0EC-126D280726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946BFFCE-D5BD-4389-A469-7EE723297DD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8752DC63-B16C-4EF8-AB0C-A48776E506AC}"/>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7E23948-80BC-417B-9362-7499482FA86F}"/>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22BB9CA-5E5C-4AA9-A658-D7E56FCE293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F234ED09-F8DA-4DE4-9355-F4A8E780E42B}"/>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22E6FB1-DC20-4783-9276-22B058266B3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A3CA6ED-AA41-49D0-ABD8-C03B6717C450}"/>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3EF2DADC-74BD-4DE5-80F4-FE0E76105D26}"/>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20305c656304833"/>
          </a:graphicData>
        </a:graphic>
      </p:graphicFrame>
      <p:sp>
        <p:nvSpPr>
          <p:cNvPr id="15" name="Python 할당 피크">
            <a:extLst xmlns:a="http://schemas.openxmlformats.org/drawingml/2006/main">
              <a:ext uri="{FF2B5EF4-FFF2-40B4-BE49-F238E27FC236}">
                <a16:creationId xmlns:a16="http://schemas.microsoft.com/office/drawing/2014/main" id="{FD0DEA15-4942-469E-8C24-2AE39B5EC55F}"/>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41F15B44-13B0-465E-99E2-EAB0B801B138}"/>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100ABED3-C60D-41F9-ADAC-5BE1F688D013}"/>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7527610D-DDE6-4322-B308-B7649AE3A0C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3E957FA8-3F5E-488D-9131-029D3772DA8D}"/>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E1998F7C-8053-43E7-B820-B6359B76E7CF}"/>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4EED0A22-56E9-4E4C-8C7A-F480E5A4F65C}"/>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B8BC49E1-2F85-413C-82B5-27DBE1F124A6}"/>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9569F629-F2F5-405A-871B-60BDBAD7128E}"/>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60F2ACA7-DA95-4B15-8C04-CEA2C182925E}"/>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4D5BB135-FC43-4F5E-BDD3-9D5C610145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1179188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719A31C1-5614-456F-A1A5-7ACDC93D69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1114247C-9363-4773-BF4A-D7B94D52E0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21C89DEA-F11B-465A-84C0-F6F8861D03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E55A912-F5C3-49CF-96D6-8F899C03E5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526E5DC5-1B52-472B-BB68-EA830017B4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F0D0D2F4-DF93-4A94-BD6D-7C695B9058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220EEFFF-C591-4CD2-BE4B-7B9C6C5BED6B}"/>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EB5F90EB-7E08-4E81-A41B-592928BB3FD4}"/>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9AECCCD-3C59-4932-858D-934FCF4AE66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65119ECE-16C5-4244-8853-13C0830DA40C}"/>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D704083-6F85-4DB0-BC15-5E1589D4068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07D624BB-4718-4B69-9B6D-E7E7D6313D24}"/>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E7A5D38-50AC-4BB9-B944-A2A82AAE7985}"/>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4AB62D28-6E67-473B-8436-535080DDFBC7}"/>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433DEC5F-A577-433D-AC1A-A1460A4C04F7}"/>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4D03A152-1404-4061-ACA0-C84690545811}"/>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C3712BD2-1D05-4300-B402-AE10B27D0CA3}"/>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8295CC1D-D26E-4057-BD6F-0C4976EB2A30}"/>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0837C4C6-09D9-4D14-9DA9-9D427478293F}"/>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3A883864-B056-45BE-AFD9-A0000E65B2FC}"/>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E8A944A-E40D-4BD9-808D-F4797240F6F2}"/>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5BAE9E85-5363-4053-8B8F-429CB579D40B}"/>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42BCFD58-C0B8-41EF-A243-4A97BFC71281}"/>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A33EEBCE-21AF-4C0F-8DA8-B07A13C58C30}"/>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8BF6F1C7-EBDA-49CF-9D6C-21A7D2E92E53}"/>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330D451C-A247-4CFB-8B35-8A5C58C466F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7B3E601B-9567-4E2B-80E6-0B02CF4DA563}"/>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58C54394-BBFD-46CE-8BF0-E1BA993FBC26}"/>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BCCF153A-F920-443B-B8DA-F2CF4608ED7E}"/>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9770A844-8653-4D06-BB78-56E5B9222176}"/>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30A43F84-3F25-4BEE-A0C9-D6567FB5F7CD}"/>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273C23BA-087C-43AF-98A4-FF963C234567}"/>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ABD91589-A927-4038-AD55-CA2718030F5C}"/>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AF96E8ED-212C-461C-8257-5B5FF3914E7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1CC12167-72C1-431B-9AED-9D97F240712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3E00B94B-5685-4215-8419-AF3655786875}"/>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8D35D621-DD8E-4C7E-AFD0-287D3052DB5D}"/>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DE82D7FC-1602-4DF6-A6B7-5F7BBEEE037D}"/>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4EF564E-3ECC-46F8-BC32-8B44C1DF975B}"/>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0A607AE-04B6-4BB3-801E-CF62A96542F0}"/>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81A09099-6B7B-4FB3-8087-35FA67BFEDAD}"/>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7E81AE2C-E84F-4B55-B3FA-5A292BC872FB}"/>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E243DCF8-E3A1-4311-A035-AB2176D5EA6D}"/>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C6978B97-FAF9-40E8-951A-EDF421DE3550}"/>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8BCD8304-0A3B-42C6-9535-5D42DACC386B}"/>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6C2C3BD3-D5CB-40E1-82BF-DAEAF0112E38}"/>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A10217AC-C397-401B-9D23-BE6CA249C78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9172DDAB-9698-45E1-9316-8105CBC5DE10}"/>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993E018F-6B71-481A-B245-CCDA23C014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703248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433C2F7E-FB7F-4D71-BC32-566B6F0C1E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9AB0C138-5F24-4E3F-8EFC-B6DC9054C8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BF0985CF-F86E-4D48-AB0C-BBC9FA1ED3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EEF69365-D405-4BBF-8BEE-9140B0D5AD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D8ABDB0F-0B41-404F-A730-210A8B66DD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90F4DB2E-83EC-4518-801A-FEDEB2314A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F7F7B85B-7D4E-4F05-8D3B-4C0DF5166FFE}"/>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203ABE-C1D5-4C40-B6AA-5B8A6F39A30A}"/>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A4EA624F-3F72-4110-9361-0B9AB0D28C89}"/>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CC2F75F0-733E-4892-BD19-84C61541E48D}"/>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B50065B6-2F60-49CE-8A34-8AA40083D55E}"/>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38FECBCD-A1AC-419D-B7BE-3DD5099C176B}"/>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7BFCA4D5-F154-46EA-B31A-88F615E1ACA2}"/>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33A9A040-DC46-472F-A9AC-D83B9BE18116}"/>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0175BAB7-F18D-40A2-893D-A46C9EBA3EFF}"/>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A91FBE6-CF2E-4420-81DB-7A536A8636E0}"/>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B9393D93-9ECE-49EB-BE87-7FDD1DE8BAAE}"/>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0C6500E4-605B-479D-BEF7-CA7A4D065C80}"/>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0AAB9B5-85CD-4294-A5AD-71FA1E8DA2EF}"/>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45B3D8B2-54D2-4FC4-B19B-72872C3F181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7F537CD0-13BA-45BA-95EF-498F4ABDE722}"/>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C343F4C7-6159-4F00-80F4-B722523CE586}"/>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4E8CFC75-6C38-49CC-848A-CDCACFA7E6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098954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A85E0FB9-2930-4F26-A797-5639B1FFD3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4B6E1D42-4ED0-46B2-9C04-B4BB3F3E14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09C18053-EED8-4FD1-86D3-A43FAC9C6F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B4AC024F-DA49-4EE3-BCFC-CF803D6227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B4DC118E-DF94-4E34-A4A4-4C2BC98B7F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1133C767-86B0-4023-8056-55E9B5DF3D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B2B041B4-4899-424B-9FA2-E9AEFDD153D2}"/>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3F19D83-D309-44C1-8BA5-C19ECA8E2816}"/>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8363A94F-3152-4054-989E-62B9F1F1BB47}"/>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BC9A4621-63A7-49D6-88B0-162D7CD60043}"/>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01E369B3-C838-4904-8F77-50AD2CD47D71}"/>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757828F5-E6FA-4F54-8925-85FBA2AD1A6A}"/>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5F0D886C-EA3A-4978-AE79-6D7F42690E03}"/>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A31CC459-38B2-4443-8996-EF95AAAC6BDB}"/>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2F3996D-0559-4AC7-898B-8014F795CB09}"/>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5F4B8AE5-ED54-4EAD-B1D2-897DACEB694D}"/>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52397293-32BD-4C25-A621-DE7282F62CCF}"/>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3BB825A0-545F-4EF5-85C2-25712D77DD45}"/>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BD916134-F177-44C3-B9CE-30C02A46CCA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1763DC90-0AED-4349-89B7-6118E24147F4}"/>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38E334AC-50F0-4AB4-BD02-79897C364406}"/>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0E82C5A-4ECF-4AF4-B0A3-B54E843F687A}"/>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540F029C-ACEA-4F80-94EE-2B464B33EF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547893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3C732469-E747-4A43-9FEC-A766CC7609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C441495C-5793-4C2A-90AB-15C5042C08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9A397545-F67A-47A2-B420-2B2BCE00B5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611A4D89-117D-4BC0-8DF1-4FA062F58D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67176BF-E18C-422C-B3F5-8BDA2BC35E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90DE5054-027F-4F1E-8996-4026EFC903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2E30378D-619A-46EC-BEE2-45A3822E3C32}"/>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78F4FEC1-3CEC-4AE4-9935-F4D4C6B23211}"/>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4B61A848-7E40-4526-9A77-A9C990E2C848}"/>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E2FA492F-2217-40F3-AA7D-84A936D429ED}"/>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1A34C907-316E-4F47-807D-C8C073638459}"/>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AC46BC85-1043-4383-9454-585E4EF41E2B}"/>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D86F4D15-3080-4EF5-A517-3933A241AED4}"/>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D5FB5BA8-3A73-4B05-89B6-4F6D90D6C6B6}"/>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277AEBD6-2CFD-4CF0-85F8-6D2B8757FC5B}"/>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68D605E8-3360-4E41-95AA-BCFA856D3922}"/>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A5050D6C-9A05-4F08-BF47-E8E521900A9B}"/>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D974E474-01C1-46DE-A115-7A40104513B6}"/>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FF1C44D6-5F5B-476B-AC47-2FE1D9CBE736}"/>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A7C04BAA-A670-4E04-8805-3D624DEBE6A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901DF94F-F1A7-408B-9F17-F52C9E3E324D}"/>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732977FE-01AA-4266-96C5-8F8E9B0C17E9}"/>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C7611E48-744A-4B90-B3F9-F6887369DD11}"/>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A59418FA-5583-4AC7-B948-38E642A9DB00}"/>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474CA481-0442-4E2D-9749-A69581F2FC20}"/>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E753D101-768B-4327-8A6A-070D0DC78C21}"/>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C504A8A6-B2EB-4F3C-A96A-0562D208B93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795EC649-2560-41DD-83A1-9E0DA59E26B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64B480E4-F609-4CCA-9457-1DA5BD9C7D87}"/>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5C0A1305-40F7-4C74-9E6B-1E3C232DE431}"/>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E49FA01-42C9-4DE4-9F6D-5CBAF0CFD835}"/>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DE5E0E88-D234-4776-A333-96592119AA0B}"/>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A20A14D0-AAD9-4557-B99D-61FF0F53F0D8}"/>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6F9173CD-C399-4613-AB51-73EA5D082E30}"/>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BCC25B7F-AE56-48C1-A8EF-70B8956FE1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756907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223CDE31-C6B4-435A-87B6-F2E58255F8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442DF16F-12FF-45E5-B6D9-474FFAB706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AB78021B-D81A-4CA8-ABBB-21D5014457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D44BA642-55B5-4503-969E-95227401C3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FB784C0B-0822-4E36-BA8D-88FF284675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8D57C946-A4BD-4898-AC35-B554BB556A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7DAD83B9-6CC5-4A56-A7F3-1DA58325F858}"/>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CE22D86D-991C-472D-82CB-5255CF5DC6B0}"/>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0ABB4F0A-A87E-4417-951D-6BD3D790BEC5}"/>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7C901A6F-22EE-478D-90B2-6B4016023A46}"/>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D92296B3-E114-4D3B-B4FE-A2EC40E95F1B}"/>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AAC9ED35-F338-48A4-BE90-5D151E3BDEE7}"/>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D6BAC6CC-D120-4643-B948-41E6626552DE}"/>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80B5CB08-19CD-4B25-9241-F266C9704AB9}"/>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3FD76EE0-C9AD-489A-9354-303291D2AA89}"/>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98D403CA-FB14-40B1-95B1-6772B635B77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FE9E6047-6777-4D81-96C2-9764E978776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7A5C3662-2499-443A-9BB3-4ADA88D094F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DA1F43B0-7F77-4F1C-9B64-3C8BFFC55118}"/>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86CA3FE4-1B92-4876-9CC4-EC0905F1FDED}"/>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57D53C6-AAFF-41A2-BC05-A63ECDBABD9E}"/>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6A419847-F77B-4344-9192-8803E0E5DB07}"/>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4E40A9CA-53FC-4ADD-BF1A-92EAF89A8C84}"/>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099AED7-1D8E-4B64-B6B6-A763404117D7}"/>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83511865-FBAE-455F-ABCC-4A1CD44737B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DDF2B69-5EFB-45BE-B742-219ED0E1043F}"/>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4BEF0BFC-E60E-4B05-A790-665C4AE57060}"/>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9A3BC769-97E2-4626-9828-E184F96BB0FF}"/>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0F30818F-96A8-4D22-A1BE-FFA831E0E7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602978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A47616F3-61DC-4A43-8055-D404032D5C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4">
            <a:extLst xmlns:a="http://schemas.openxmlformats.org/drawingml/2006/main">
              <a:ext uri="{FF2B5EF4-FFF2-40B4-BE49-F238E27FC236}">
                <a16:creationId xmlns:a16="http://schemas.microsoft.com/office/drawing/2014/main" id="{5748219C-F302-448A-AFCD-4F768F6A08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C9ECBA58-FBC5-43EF-AC9A-4B4C7DCFEF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69601B28-F70F-4447-9FF7-63212EA7BB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A53BE99C-1399-490E-9A3A-307D08B752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36246672-2476-4892-8BC9-DF2559937B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39217599-0F83-4AF9-86FC-9685E6626EEC}"/>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6A8FE73-C5A7-4976-964F-B9C25C9C7E7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6DC5FB73-CA46-4A91-BB6F-9A976BEA54AC}"/>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5CE4DA0D-6F0C-4DB2-8A8F-49D867A3087B}"/>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3C052AC-A80B-4C40-8B1E-C66F7EBEC320}"/>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39F41694-F332-42D3-97DE-85548A3969E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26F8F746-C273-4518-99AB-E54FAB4E4D5A}"/>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5B95B4-67C9-4888-99F9-1F65E49E658E}"/>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7F3B517C-FD01-46DF-9651-CA63B4619037}"/>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C12A7DDE-AEB3-49DA-B444-693B023B4AA2}"/>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FFF9E732-2A03-404F-9708-EC7D91F5AD0E}"/>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E975775A-8809-4797-AEDB-C03591832EA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A7F13839-25B9-46E7-80FA-49E6721CCB87}"/>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C33575A5-2E3B-412B-BDDC-079A9CA93B6A}"/>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A9C67F79-7CA9-4873-8227-973DD8A92FA2}"/>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0B07A367-19B5-4A09-958F-F33666C8CFDD}"/>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C3EBFEE8-2A3E-4D1D-839B-B129378A5481}"/>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B618D3AB-47E1-4C55-A0F1-B2C9F21C1D43}"/>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B5A97897-4E88-4254-9656-7D750245B91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7C29EF1-23E6-4A85-B30C-0FCEE73FF14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6656EAA6-1B94-4DBE-9F75-F6A036C875DB}"/>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25AC8C83-85FA-4A22-A21C-03F12C26B85B}"/>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E79EA068-A0CF-4DBD-A010-49E957A877A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2154B98F-CF3C-4D21-BED5-AAFC6F4D9CF6}"/>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37CACE75-98D7-42A5-BFF6-1B1B516318D7}"/>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A5CE083D-3C22-4EED-9BD3-113072DD68B5}"/>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6EA63251-71D6-474F-8FA7-6E7DC66D3E9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2A4C3556-2A5C-4772-90E2-4AEC1220FA09}"/>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1A9C5F82-2B0E-4A16-AB91-8048EE393F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530612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24502CBF-B8B2-4F09-962A-4562362AFD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C9CE6D0D-0CAE-4B42-9E52-9DF283FCFF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CD089735-82E6-4CCD-A383-137DF8CC20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197B7122-FBC6-4DA3-A507-AA88767678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CD0687D-3BB6-4259-9332-81565A93B82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89F2E58F-23B9-4E09-87EA-8413513D85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2A38C989-3005-4E6A-A04F-79D2DB4CBE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906097E8-6C14-4480-9E42-FAB99F92808C}"/>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5574FA36-A844-45CB-9596-1FB7DE827FE5}"/>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4585C5C0-73C0-4CF1-8B60-DD1E7A179F5B}"/>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9DD0E61B-2D07-4D37-89BF-8AE6C3AB26BF}"/>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B187E92A-8DE9-433B-BCF5-BB500EF98C51}"/>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7B89599C-9861-4BAB-84A8-0C50CA55E643}"/>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102BF7EF-04F9-42B9-96F6-C0CF4963E7A9}"/>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27C68F36-FE5B-49D8-A974-B285D92FEA33}"/>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9D6E131E-5739-467B-8FCF-E4613777636F}"/>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F22B8431-0E41-40BD-A4BE-6C7789EC9679}"/>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76C3D1FD-6037-4066-8615-745115499D03}"/>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CA8ECC75-F1C9-499D-B725-8C381DE29053}"/>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6705D0E7-C074-4ED0-95FC-2BB1F4DAB942}"/>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C411D988-24C2-4A7A-A38E-959F12D9A89E}"/>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73D025F3-1731-45A9-878B-E872382BF28D}"/>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AB6BA3CB-7188-4E2E-95C3-ABD7DA065B4F}"/>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0644CC93-ED8E-479C-93E3-E0BBF1940D0B}"/>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F0721804-AC10-4E39-AEDF-EE95F4C0D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19808233"/>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6F387ACA-B781-484A-BF68-BA28B405EC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D878836C-E13D-4E9F-92CE-60B4E49890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308236D3-5841-416C-8D2F-06FF1A6791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8052F8F3-17A0-4138-8378-2145475008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8A9CBAC4-0BBB-4A11-B28B-27E43CD558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6500F79D-AAEE-44BE-92B5-E28B1A0DED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023050A5-0ACF-4D6B-8F36-E9C23FD60B61}"/>
              </a:ext>
            </a:extLst>
          </p:cNvPr>
          <p:cNvPicPr>
            <a:picLocks xmlns:a="http://schemas.openxmlformats.org/drawingml/2006/main" noChangeAspect="1"/>
          </p:cNvPicPr>
          <p:nvPr/>
        </p:nvPicPr>
        <p:blipFill>
          <a:blip xmlns:r="http://schemas.openxmlformats.org/officeDocument/2006/relationships" xmlns:a="http://schemas.openxmlformats.org/drawingml/2006/main" r:embed="R267607528d2b42e5"/>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EF14C6C9-6107-460A-8E2A-6760BF8C35F1}"/>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68AC9D90-EFEF-41AD-9855-7E70BE61A7F4}"/>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438BEACC-B2E4-4E74-B044-3FD45E4598C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9864ED06-2A4A-46DF-93EB-B2D6BABA70E6}"/>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3FA40F6C-3F43-406A-8B7C-3D66BDF6DE4B}"/>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C33F950A-31A9-4DB2-BEA3-4870B3CF8DD4}"/>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6CB82A12-AD4E-43FD-94FA-0760E97048B7}"/>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ABA747C3-59F1-453B-A232-1592FB7C44A1}"/>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73E51BC2-E855-4E64-8CE9-BC527F98E4F1}"/>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4F9853E3-5832-4C5E-968B-E6636EC0BDE0}"/>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915A43C0-1283-4A5F-B0BC-B94723140590}"/>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3B34B8A4-3570-4A79-BE40-D8BF6AC2BD8C}"/>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AD789AA9-F561-41CD-970F-D1996A420352}"/>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C24A81CD-1ECA-4CFD-B760-B7201B098985}"/>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F732B0EC-0617-4229-A0FD-00F61B0EF333}"/>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D6E86025-47DE-4DBB-9DF0-DFCD3EF5DE7E}"/>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0FED70C8-D094-46B9-8835-C6FCF0092F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032798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92F0A073-8A0C-40A3-AEEB-440D72B971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67">
            <a:extLst xmlns:a="http://schemas.openxmlformats.org/drawingml/2006/main">
              <a:ext uri="{FF2B5EF4-FFF2-40B4-BE49-F238E27FC236}">
                <a16:creationId xmlns:a16="http://schemas.microsoft.com/office/drawing/2014/main" id="{7D6FFB7C-5305-40C1-A3E4-78D123BEB2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업무에서 먼저 정리할 한 가지">
            <a:extLst xmlns:a="http://schemas.openxmlformats.org/drawingml/2006/main">
              <a:ext uri="{FF2B5EF4-FFF2-40B4-BE49-F238E27FC236}">
                <a16:creationId xmlns:a16="http://schemas.microsoft.com/office/drawing/2014/main" id="{970A18B6-46ED-49AA-AA3D-472902542E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39BE95FE-DBA5-4B3A-A91D-AA0670D78E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59D879C3-ECB2-4451-9145-A0FBD32BDE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80C1B590-E2F0-47BF-90F5-190318D0C3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91E20303-7C48-4F29-9588-A0B7C96640A4}"/>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06083449-FF82-49F8-A294-5CBCF5CE74B3}"/>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B1A0B20C-2209-4AF4-B84D-EF75304E6FEC}"/>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EE29E6BE-A306-4A61-9385-3363DC995EFF}"/>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963F2CE6-BE3F-403B-9362-44AEE1D58644}"/>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72671F9E-E5E4-4080-84EA-1D2985C7D301}"/>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D9E11A86-7763-4CFD-ADC3-AD22E027FBF5}"/>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97A9AFBD-F753-4D42-BFB9-279E61A8BBF3}"/>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D1C41FCE-8D63-418E-8F8A-50A42BC28CBF}"/>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82B38E31-5AAC-4FF5-B09C-EDCD4F88A5EB}"/>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F3F67EAA-7B34-4D63-A466-C04F485CF264}"/>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7BACE769-3403-461A-8D69-17AE37E33402}"/>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6E921D8E-5F45-45D7-B427-95196065FE37}"/>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1127420A-44D3-4837-A2AE-991D5A04E116}"/>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93A52F27-09C0-463D-9F56-2F146BFF83A7}"/>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8860A781-6D2D-412C-90D7-EFDE0E5D5613}"/>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5A8A70B9-3D7E-4078-A906-E40ACA489598}"/>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1C5EE640-A539-4CF6-AC4E-F71E95DF4A1D}"/>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5B0E03EF-F784-4EA4-8AF2-CF0F6B20864E}"/>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BD6ADC47-7D6E-4037-87DE-26608348D964}"/>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1CC4D7F1-2FDC-4B4B-AE1E-80F9F7041308}"/>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226D6D1A-63BD-434D-A6AE-4EBA79A757AE}"/>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6EDFC2F9-33BC-44BC-8477-8DCA2F6DF7E2}"/>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41ACD9A3-D239-479E-A2D1-67EE05EE787B}"/>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8EBB9A73-6A39-49C8-B68F-894A1DF9B27C}"/>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4CA7E0FE-7296-45E6-8935-53DE4CF09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060675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2026-10-24T07:30:49.8480000Z</dcterms:created>
  <dcterms:modified xsi:type="dcterms:W3CDTF">2026-10-24T07:30:49.8480000Z</dcterms:modified>
</coreProperties>
</file>