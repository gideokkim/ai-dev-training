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02af69fc66774391" /><Relationship Type="http://schemas.openxmlformats.org/officeDocument/2006/relationships/extended-properties" Target="/docProps/app.xml" Id="R1dca20064f974571" /><Relationship Type="http://schemas.openxmlformats.org/officeDocument/2006/relationships/officeDocument" Target="/ppt/presentation.xml" Id="R512645a7a01c4304" /></Relationships>
</file>

<file path=ppt/presentation.xml><?xml version="1.0" encoding="utf-8"?>
<p:presentation xmlns:p="http://schemas.openxmlformats.org/presentationml/2006/main">
  <p:sldMasterIdLst>
    <p:sldMasterId xmlns:r="http://schemas.openxmlformats.org/officeDocument/2006/relationships" id="2147483648" r:id="R398039334a154d3c"/>
  </p:sldMasterIdLst>
  <p:notesMasterIdLst>
    <p:notesMasterId xmlns:r="http://schemas.openxmlformats.org/officeDocument/2006/relationships" r:id="R3cb59e30f8314257"/>
  </p:notesMasterIdLst>
  <p:sldIdLst>
    <p:sldId xmlns:r="http://schemas.openxmlformats.org/officeDocument/2006/relationships" id="256" r:id="R45f06c9bdd014d4e"/>
    <p:sldId xmlns:r="http://schemas.openxmlformats.org/officeDocument/2006/relationships" id="257" r:id="R6c4c774593a348b6"/>
    <p:sldId xmlns:r="http://schemas.openxmlformats.org/officeDocument/2006/relationships" id="258" r:id="R372dff979ebc4ead"/>
    <p:sldId xmlns:r="http://schemas.openxmlformats.org/officeDocument/2006/relationships" id="259" r:id="R9ee01ca4f31d4851"/>
    <p:sldId xmlns:r="http://schemas.openxmlformats.org/officeDocument/2006/relationships" id="260" r:id="R5a844620197d45fa"/>
    <p:sldId xmlns:r="http://schemas.openxmlformats.org/officeDocument/2006/relationships" id="261" r:id="Rf2300fb1a1d448d0"/>
    <p:sldId xmlns:r="http://schemas.openxmlformats.org/officeDocument/2006/relationships" id="262" r:id="R5aef7067962747d2"/>
    <p:sldId xmlns:r="http://schemas.openxmlformats.org/officeDocument/2006/relationships" id="263" r:id="R01363ee713374000"/>
    <p:sldId xmlns:r="http://schemas.openxmlformats.org/officeDocument/2006/relationships" id="264" r:id="Rd5d2a339f8eb4475"/>
    <p:sldId xmlns:r="http://schemas.openxmlformats.org/officeDocument/2006/relationships" id="265" r:id="Re4690f1e8abb4dc3"/>
    <p:sldId xmlns:r="http://schemas.openxmlformats.org/officeDocument/2006/relationships" id="266" r:id="R2084196b471c42a9"/>
    <p:sldId xmlns:r="http://schemas.openxmlformats.org/officeDocument/2006/relationships" id="267" r:id="R3e779230643741fc"/>
    <p:sldId xmlns:r="http://schemas.openxmlformats.org/officeDocument/2006/relationships" id="268" r:id="Rdaaff28f5020449b"/>
    <p:sldId xmlns:r="http://schemas.openxmlformats.org/officeDocument/2006/relationships" id="269" r:id="R43ea19f064874c8d"/>
    <p:sldId xmlns:r="http://schemas.openxmlformats.org/officeDocument/2006/relationships" id="270" r:id="R98f2cdfce2bd48ce"/>
    <p:sldId xmlns:r="http://schemas.openxmlformats.org/officeDocument/2006/relationships" id="271" r:id="Rd9994f4cb7e24e1f"/>
    <p:sldId xmlns:r="http://schemas.openxmlformats.org/officeDocument/2006/relationships" id="272" r:id="R2b308d4c29e34351"/>
    <p:sldId xmlns:r="http://schemas.openxmlformats.org/officeDocument/2006/relationships" id="273" r:id="R393ec334ae514113"/>
    <p:sldId xmlns:r="http://schemas.openxmlformats.org/officeDocument/2006/relationships" id="274" r:id="R754a668a67624bc8"/>
    <p:sldId xmlns:r="http://schemas.openxmlformats.org/officeDocument/2006/relationships" id="275" r:id="R44c95a12db194f8a"/>
    <p:sldId xmlns:r="http://schemas.openxmlformats.org/officeDocument/2006/relationships" id="276" r:id="R33d0c810b90f4715"/>
    <p:sldId xmlns:r="http://schemas.openxmlformats.org/officeDocument/2006/relationships" id="277" r:id="R33ff409f080b4f4b"/>
    <p:sldId xmlns:r="http://schemas.openxmlformats.org/officeDocument/2006/relationships" id="278" r:id="Rdcbddc3ba0524216"/>
    <p:sldId xmlns:r="http://schemas.openxmlformats.org/officeDocument/2006/relationships" id="279" r:id="R73d7624f4bae4ce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8c2fed92fd4b8b" /><Relationship Type="http://schemas.openxmlformats.org/officeDocument/2006/relationships/slideMaster" Target="/ppt/slideMasters/slideMaster1.xml" Id="R398039334a154d3c" /><Relationship Type="http://schemas.openxmlformats.org/officeDocument/2006/relationships/notesMaster" Target="/ppt/notesMasters/notesMaster1.xml" Id="R3cb59e30f8314257" /><Relationship Type="http://schemas.openxmlformats.org/officeDocument/2006/relationships/presProps" Target="/ppt/presProps.xml" Id="R24abfc7e665242bb" /><Relationship Type="http://schemas.openxmlformats.org/officeDocument/2006/relationships/tableStyles" Target="/ppt/tableStyles.xml" Id="R7e2921139f3d430e" /><Relationship Type="http://schemas.openxmlformats.org/officeDocument/2006/relationships/slide" Target="/ppt/slides/slide1.xml" Id="R45f06c9bdd014d4e" /><Relationship Type="http://schemas.openxmlformats.org/officeDocument/2006/relationships/slide" Target="/ppt/slides/slide2.xml" Id="R6c4c774593a348b6" /><Relationship Type="http://schemas.openxmlformats.org/officeDocument/2006/relationships/slide" Target="/ppt/slides/slide3.xml" Id="R372dff979ebc4ead" /><Relationship Type="http://schemas.openxmlformats.org/officeDocument/2006/relationships/slide" Target="/ppt/slides/slide4.xml" Id="R9ee01ca4f31d4851" /><Relationship Type="http://schemas.openxmlformats.org/officeDocument/2006/relationships/slide" Target="/ppt/slides/slide5.xml" Id="R5a844620197d45fa" /><Relationship Type="http://schemas.openxmlformats.org/officeDocument/2006/relationships/slide" Target="/ppt/slides/slide6.xml" Id="Rf2300fb1a1d448d0" /><Relationship Type="http://schemas.openxmlformats.org/officeDocument/2006/relationships/slide" Target="/ppt/slides/slide7.xml" Id="R5aef7067962747d2" /><Relationship Type="http://schemas.openxmlformats.org/officeDocument/2006/relationships/slide" Target="/ppt/slides/slide8.xml" Id="R01363ee713374000" /><Relationship Type="http://schemas.openxmlformats.org/officeDocument/2006/relationships/slide" Target="/ppt/slides/slide9.xml" Id="Rd5d2a339f8eb4475" /><Relationship Type="http://schemas.openxmlformats.org/officeDocument/2006/relationships/slide" Target="/ppt/slides/slide10.xml" Id="Re4690f1e8abb4dc3" /><Relationship Type="http://schemas.openxmlformats.org/officeDocument/2006/relationships/slide" Target="/ppt/slides/slide11.xml" Id="R2084196b471c42a9" /><Relationship Type="http://schemas.openxmlformats.org/officeDocument/2006/relationships/slide" Target="/ppt/slides/slide12.xml" Id="R3e779230643741fc" /><Relationship Type="http://schemas.openxmlformats.org/officeDocument/2006/relationships/slide" Target="/ppt/slides/slide13.xml" Id="Rdaaff28f5020449b" /><Relationship Type="http://schemas.openxmlformats.org/officeDocument/2006/relationships/slide" Target="/ppt/slides/slide14.xml" Id="R43ea19f064874c8d" /><Relationship Type="http://schemas.openxmlformats.org/officeDocument/2006/relationships/slide" Target="/ppt/slides/slide15.xml" Id="R98f2cdfce2bd48ce" /><Relationship Type="http://schemas.openxmlformats.org/officeDocument/2006/relationships/slide" Target="/ppt/slides/slide16.xml" Id="Rd9994f4cb7e24e1f" /><Relationship Type="http://schemas.openxmlformats.org/officeDocument/2006/relationships/slide" Target="/ppt/slides/slide17.xml" Id="R2b308d4c29e34351" /><Relationship Type="http://schemas.openxmlformats.org/officeDocument/2006/relationships/slide" Target="/ppt/slides/slide18.xml" Id="R393ec334ae514113" /><Relationship Type="http://schemas.openxmlformats.org/officeDocument/2006/relationships/slide" Target="/ppt/slides/slide19.xml" Id="R754a668a67624bc8" /><Relationship Type="http://schemas.openxmlformats.org/officeDocument/2006/relationships/slide" Target="/ppt/slides/slide20.xml" Id="R44c95a12db194f8a" /><Relationship Type="http://schemas.openxmlformats.org/officeDocument/2006/relationships/slide" Target="/ppt/slides/slide21.xml" Id="R33d0c810b90f4715" /><Relationship Type="http://schemas.openxmlformats.org/officeDocument/2006/relationships/slide" Target="/ppt/slides/slide22.xml" Id="R33ff409f080b4f4b" /><Relationship Type="http://schemas.openxmlformats.org/officeDocument/2006/relationships/slide" Target="/ppt/slides/slide23.xml" Id="Rdcbddc3ba0524216" /><Relationship Type="http://schemas.openxmlformats.org/officeDocument/2006/relationships/slide" Target="/ppt/slides/slide24.xml" Id="R73d7624f4bae4ce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3acd226562f44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185bf8392a94705" /><Relationship Type="http://schemas.openxmlformats.org/officeDocument/2006/relationships/notesMaster" Target="/ppt/notesMasters/notesMaster1.xml" Id="R333209f42ab340c7" /></Relationships>
</file>

<file path=ppt/notesSlides/_rels/notesSlide2.xml.rels>&#65279;<?xml version="1.0" encoding="utf-8"?><Relationships xmlns="http://schemas.openxmlformats.org/package/2006/relationships"><Relationship Type="http://schemas.openxmlformats.org/officeDocument/2006/relationships/slide" Target="/ppt/slides/slide2.xml" Id="R77baf1be42ec4b6c" /><Relationship Type="http://schemas.openxmlformats.org/officeDocument/2006/relationships/notesMaster" Target="/ppt/notesMasters/notesMaster1.xml" Id="R925430c5aef1471f" /></Relationships>
</file>

<file path=ppt/notesSlides/_rels/notesSlide3.xml.rels>&#65279;<?xml version="1.0" encoding="utf-8"?><Relationships xmlns="http://schemas.openxmlformats.org/package/2006/relationships"><Relationship Type="http://schemas.openxmlformats.org/officeDocument/2006/relationships/slide" Target="/ppt/slides/slide3.xml" Id="R89e580879c9d4e6b" /><Relationship Type="http://schemas.openxmlformats.org/officeDocument/2006/relationships/notesMaster" Target="/ppt/notesMasters/notesMaster1.xml" Id="R36005977810044b0" /></Relationships>
</file>

<file path=ppt/notesSlides/_rels/notesSlide4.xml.rels>&#65279;<?xml version="1.0" encoding="utf-8"?><Relationships xmlns="http://schemas.openxmlformats.org/package/2006/relationships"><Relationship Type="http://schemas.openxmlformats.org/officeDocument/2006/relationships/slide" Target="/ppt/slides/slide4.xml" Id="R8ebb35ff8ed4498f" /><Relationship Type="http://schemas.openxmlformats.org/officeDocument/2006/relationships/notesMaster" Target="/ppt/notesMasters/notesMaster1.xml" Id="Rb637c6a05f564b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dbdd9841fd24ec1" /><Relationship Type="http://schemas.openxmlformats.org/officeDocument/2006/relationships/notesMaster" Target="/ppt/notesMasters/notesMaster1.xml" Id="R7d3441c79ee841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b5b440781a654f44" /><Relationship Type="http://schemas.openxmlformats.org/officeDocument/2006/relationships/notesMaster" Target="/ppt/notesMasters/notesMaster1.xml" Id="R748a2ca3a68b42c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03f2caefddb4140" /><Relationship Type="http://schemas.openxmlformats.org/officeDocument/2006/relationships/notesMaster" Target="/ppt/notesMasters/notesMaster1.xml" Id="R60e585167b7144ec" /></Relationships>
</file>

<file path=ppt/notesSlides/_rels/notesSlide8.xml.rels>&#65279;<?xml version="1.0" encoding="utf-8"?><Relationships xmlns="http://schemas.openxmlformats.org/package/2006/relationships"><Relationship Type="http://schemas.openxmlformats.org/officeDocument/2006/relationships/slide" Target="/ppt/slides/slide8.xml" Id="R197489358e604d56" /><Relationship Type="http://schemas.openxmlformats.org/officeDocument/2006/relationships/notesMaster" Target="/ppt/notesMasters/notesMaster1.xml" Id="Re7861b9119184495" /></Relationships>
</file>

<file path=ppt/notesSlides/_rels/notesSlide9.xml.rels>&#65279;<?xml version="1.0" encoding="utf-8"?><Relationships xmlns="http://schemas.openxmlformats.org/package/2006/relationships"><Relationship Type="http://schemas.openxmlformats.org/officeDocument/2006/relationships/slide" Target="/ppt/slides/slide9.xml" Id="Rb8986ca3b2af40a9" /><Relationship Type="http://schemas.openxmlformats.org/officeDocument/2006/relationships/notesMaster" Target="/ppt/notesMasters/notesMaster1.xml" Id="Ra5f5f2f020d44aa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5c08846d034904" /><Relationship Type="http://schemas.openxmlformats.org/officeDocument/2006/relationships/notesMaster" Target="/ppt/notesMasters/notesMaster1.xml" Id="Rdf3c94fb72a149d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37e01614f524528" /><Relationship Type="http://schemas.openxmlformats.org/officeDocument/2006/relationships/notesMaster" Target="/ppt/notesMasters/notesMaster1.xml" Id="R93068d89b71f4b3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9fa8e351aa3429a" /><Relationship Type="http://schemas.openxmlformats.org/officeDocument/2006/relationships/notesMaster" Target="/ppt/notesMasters/notesMaster1.xml" Id="R93414a0e2181476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a7b317689b47d4" /><Relationship Type="http://schemas.openxmlformats.org/officeDocument/2006/relationships/notesMaster" Target="/ppt/notesMasters/notesMaster1.xml" Id="R2dda58344586487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7db69bba0ca43f2" /><Relationship Type="http://schemas.openxmlformats.org/officeDocument/2006/relationships/notesMaster" Target="/ppt/notesMasters/notesMaster1.xml" Id="Rb16d131dc0874a36"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352e749a6db4f41" /><Relationship Type="http://schemas.openxmlformats.org/officeDocument/2006/relationships/notesMaster" Target="/ppt/notesMasters/notesMaster1.xml" Id="Rd2a5ea621247459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c91e352b52458b" /><Relationship Type="http://schemas.openxmlformats.org/officeDocument/2006/relationships/notesMaster" Target="/ppt/notesMasters/notesMaster1.xml" Id="R7b7d3d0f19e24de5"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564057b3bf14ad0" /><Relationship Type="http://schemas.openxmlformats.org/officeDocument/2006/relationships/notesMaster" Target="/ppt/notesMasters/notesMaster1.xml" Id="Rd3e6f13b73394136"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472dd276aae49ae" /><Relationship Type="http://schemas.openxmlformats.org/officeDocument/2006/relationships/notesMaster" Target="/ppt/notesMasters/notesMaster1.xml" Id="R1f51250c4d3046d3"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5d6fd338b685455f" /><Relationship Type="http://schemas.openxmlformats.org/officeDocument/2006/relationships/notesMaster" Target="/ppt/notesMasters/notesMaster1.xml" Id="Rf6b47db0a7464e8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6cfe4f6c8044759" /><Relationship Type="http://schemas.openxmlformats.org/officeDocument/2006/relationships/notesMaster" Target="/ppt/notesMasters/notesMaster1.xml" Id="R241bf68c427e455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6261291595c64def" /><Relationship Type="http://schemas.openxmlformats.org/officeDocument/2006/relationships/notesMaster" Target="/ppt/notesMasters/notesMaster1.xml" Id="Re7d3f6b9a3944e7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529b8c5cc454e56" /><Relationship Type="http://schemas.openxmlformats.org/officeDocument/2006/relationships/notesMaster" Target="/ppt/notesMasters/notesMaster1.xml" Id="R5dce317e4324499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cead69710214cf5" /><Relationship Type="http://schemas.openxmlformats.org/officeDocument/2006/relationships/notesMaster" Target="/ppt/notesMasters/notesMaster1.xml" Id="R63b8790978104f21"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6237c9d20654fca" /><Relationship Type="http://schemas.openxmlformats.org/officeDocument/2006/relationships/notesMaster" Target="/ppt/notesMasters/notesMaster1.xml" Id="R2ee46487bfda49a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AI가 일할 방법과 환경 설계하기</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S57의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S57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총92분, 전체402분이다. 제목·부제만 안내하고1분에 S57로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production/preview/full/S56.png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두 실제 요청에 같은 절차가 반복됐다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S55의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S57, production/preview/act3/S57.png 및 production/preview/full/S57.png.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테스트 명령을 언제 쓰고 무엇을 판단할까?</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S57의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S59의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S59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S58, production/preview/act3/S58.png 및 production/preview/full/S58.png.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목표·기준·방법을 한 작업에 적용한다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S58에서 명령의 사용 시점·판단 기준까지 정한 방법을 봤음을 한 문장으로 회수한다. 상단 이번 목표 ‘normalize 성능을 조사해줘’를 읽고, 아래 작업 영역으로 들어가는 연결을 짚는다. S58의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S60에서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S58 회수·목표1, 기준·한 작업1.5, 방법 적용1.5, S60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반복 절차를 Skill로 모으는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S59의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S58에서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S61의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S61에서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S59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Skill 발견·호출·본문 포함의 근거</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S62에서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S62로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S60 회수·업무 목적0.75, 목록1, 요청1, trace1.5, 범위·S62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S61, production/preview/act3/S61.png 및 production/preview/full/S61.png.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지침과 실제 작업 기록의 대응</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S61의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S63에서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S61의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S64–S65로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범위·S63 연결1.5). 지연 시 명령과 테스트 이름을 낭독하지 않고 행별 대응을 짚는다. 조건부 계획, 입력/수행 구분, 단독 효과 미입증은 생략하지 않는다. 6분에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절차는 재사용하고, 답은 근거로 정한다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S62의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S64에서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S64/S61보다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S62 회수0.5, 재사용 방법0.75, 이번 근거·답1, 채택/보류와 S64 연결0.75. 지연 시 지침 원문과 세 질문을 전부 낭독하지 않는다. 허용된 보류와 실제 결과의 구분은 생략하지 않고3분에 S64으로 이동한다.</a:t>
            </a:r>
          </a:p>
          <a:p xmlns:a="http://schemas.openxmlformats.org/drawingml/2006/main">
            <a:r>
              <a:t/>
            </a:r>
          </a:p>
          <a:p xmlns:a="http://schemas.openxmlformats.org/drawingml/2006/main">
            <a:r>
              <a:t>Fallback: LOCAL STATIC ARTIFACT — production/ACT_3.pptx의 S63, production/preview/act3/S63.png 및 production/preview/full/S63.png.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밝기 통계 계산의 성능 개선 후보</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S63의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S65은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S64에는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S65의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S64, production/preview/act3/S64.png 및 production/preview/full/S64.png.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선택한 변경의 시간·메모리·동작 확인</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S64에서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S65, production/preview/act3/S65.png 및 production/preview/full/S65.png.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한 Agent 조사와 Subagent 역할 분리</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S67의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S67에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S67으로 이동한다.</a:t>
            </a:r>
          </a:p>
          <a:p xmlns:a="http://schemas.openxmlformats.org/drawingml/2006/main">
            <a:r>
              <a:t/>
            </a:r>
          </a:p>
          <a:p xmlns:a="http://schemas.openxmlformats.org/drawingml/2006/main">
            <a:r>
              <a:t>Fallback: LOCAL STATIC ARTIFACT — production/ACT_3.pptx의 S66, production/preview/act3/S66.png 및 production/preview/full/S66.png.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밝기 통계 작업을 나누지 않은 이유</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“S66의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S66에서는 성능·빌드·테스트 조사가 서로 기다리지 않아도 된다고 가정했다. 이제 S64/S61의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S64에서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S65에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S66의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S66의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Lecture1분(S66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S68로 이동한다.</a:t>
            </a:r>
          </a:p>
          <a:p xmlns:a="http://schemas.openxmlformats.org/drawingml/2006/main">
            <a:r>
              <a:t/>
            </a:r>
          </a:p>
          <a:p xmlns:a="http://schemas.openxmlformats.org/drawingml/2006/main">
            <a:r>
              <a:t>Fallback: LOCAL STATIC ARTIFACT — production/ACT_3.pptx의 S67, production/preview/act3/S67.png 및 production/preview/full/S67.png.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이번 Context와 다시 쓸 지식</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S67에서는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S69에서는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S69에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S67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S69로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실제 Demo 지식의 원래 출처</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“S68의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S68의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S70으로 이동한다.</a:t>
            </a:r>
          </a:p>
          <a:p xmlns:a="http://schemas.openxmlformats.org/drawingml/2006/main">
            <a:r>
              <a:t/>
            </a:r>
          </a:p>
          <a:p xmlns:a="http://schemas.openxmlformats.org/drawingml/2006/main">
            <a:r>
              <a:t>Fallback: LOCAL STATIC ARTIFACT — production/ACT_3.pptx의 S69, production/preview/act3/S69.png 및 production/preview/full/S69.png.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작업에 쓰인 구성의 역할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“S69에서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S69의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S61/S58에서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S65처럼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S69의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S71에서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S61–S65의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함께 작동하는 작업 환경, Harness</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“S70의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S70의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S72–S73를 연다. 제품이나 새 명령을 실행하지 않는다.</a:t>
            </a:r>
          </a:p>
          <a:p xmlns:a="http://schemas.openxmlformats.org/drawingml/2006/main">
            <a:r>
              <a:t>마지막 연결은 다음 프로젝트에서도 사용할 기반의 가치다. 실행 조건의 세부는 S74–S78에서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S70의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S72–S73은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S70/STATE-04-PERF의 AGENTS.md·docs·Skill·tests·benchmark와 기록된 입력/실행 조건을 같은 도식에 대응하는 CAPTURED 정적 요약이다. 실제 실행 캡처가 아니며 제품·Agent·benchmark·Demo repository를 실행하거나 새 Trial을 만들지 않는다. S70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S71, production/preview/act3/S71.png 및 production/preview/full/S71.png.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만든 Harness를 다음 프로젝트의 기반으로</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S71의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S72 또는 production/preview/full/S72.png.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공통 기반에 프로젝트 기준을 연결한다</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실행 권한도 연결 조건임을 짚고 앞서 보았던 독립 환경 오류를 회수한다.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“연결할 조건 중 실행 권한이 왜 필요한지, 앞의 실제 테스트 오류로 돌아보겠습니다.”</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S73 또는 production/preview/full/S73.png.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임시 폴더 오류의 원인은 실행 권한이었다</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임시 폴더 오류의 원인은 실행 권한이었다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TRIAL-001의 별도 테스트는 임시 폴더가 필요했지만 읽기 전용 실행 환경이라 생성하지 못했다. Crop 결함과 별개의 실행 조건이다.</a:t>
            </a:r>
          </a:p>
          <a:p xmlns:a="http://schemas.openxmlformats.org/drawingml/2006/main">
            <a:r>
              <a:t/>
            </a:r>
          </a:p>
          <a:p xmlns:a="http://schemas.openxmlformats.org/drawingml/2006/main">
            <a:r>
              <a:t>**Opening Question:**</a:t>
            </a:r>
          </a:p>
          <a:p xmlns:a="http://schemas.openxmlformats.org/drawingml/2006/main">
            <a:r>
              <a:t>“코드에 접근했는데도, 왜 일부 테스트는 실행되지 않았을까요?”</a:t>
            </a:r>
          </a:p>
          <a:p xmlns:a="http://schemas.openxmlformats.org/drawingml/2006/main">
            <a:r>
              <a:t/>
            </a:r>
          </a:p>
          <a:p xmlns:a="http://schemas.openxmlformats.org/drawingml/2006/main">
            <a:r>
              <a:t>**Speaker Flow:**</a:t>
            </a:r>
          </a:p>
          <a:p xmlns:a="http://schemas.openxmlformats.org/drawingml/2006/main">
            <a:r>
              <a:t>1. (0:00–0:35 / Lecture) 앞의 Crop 결함과 별개의 테스트 오류라는 보조 문장을 먼저 읽는다.</a:t>
            </a:r>
          </a:p>
          <a:p xmlns:a="http://schemas.openxmlformats.org/drawingml/2006/main">
            <a:r>
              <a:t>2. (0:35–1:25 / Lecture) 임시 폴더가 필요한 테스트가 읽기 전용 권한에 막히는 순서를 가리킨다. 오류3건의 자세한 집계는 설명이 필요할 때만 원기록에서 확인한다.</a:t>
            </a:r>
          </a:p>
          <a:p xmlns:a="http://schemas.openxmlformats.org/drawingml/2006/main">
            <a:r>
              <a:t>3. (1:25–2:00 / Lecture) 코드 접근과 실행 권한이 별개임을 회수한다. 새 Trial이나 권한 수정은 진행하지 않는다.</a:t>
            </a:r>
          </a:p>
          <a:p xmlns:a="http://schemas.openxmlformats.org/drawingml/2006/main">
            <a:r>
              <a:t/>
            </a:r>
          </a:p>
          <a:p xmlns:a="http://schemas.openxmlformats.org/drawingml/2006/main">
            <a:r>
              <a:t>**Evidence / Source:**</a:t>
            </a:r>
          </a:p>
          <a:p xmlns:a="http://schemas.openxmlformats.org/drawingml/2006/main">
            <a:r>
              <a:t>plan/DEMO_MATRIX.md TRIAL-001; plan/ACT0_CONTEXT_EXPANSION.md; DEC-0084 및 DEC-0091. 과거 Codex CLI0.154.0 읽기 전용 실행에서 임시 디렉터리 생성 오류3건. Crop 폭 결함1건과 별개다.</a:t>
            </a:r>
          </a:p>
          <a:p xmlns:a="http://schemas.openxmlformats.org/drawingml/2006/main">
            <a:r>
              <a:t/>
            </a:r>
          </a:p>
          <a:p xmlns:a="http://schemas.openxmlformats.org/drawingml/2006/main">
            <a:r>
              <a:t>**Claim Boundary:**</a:t>
            </a:r>
          </a:p>
          <a:p xmlns:a="http://schemas.openxmlformats.org/drawingml/2006/main">
            <a:r>
              <a:t>FROZEN WITH SCOPE — TRIAL-001의 과거 CLI 관찰. Crop 결함과 별개이며 Agent가 권한을 해결하거나 확대하지 않았다. 현재 Desktop 결과가 아니다.</a:t>
            </a:r>
          </a:p>
          <a:p xmlns:a="http://schemas.openxmlformats.org/drawingml/2006/main">
            <a:r>
              <a:t/>
            </a:r>
          </a:p>
          <a:p xmlns:a="http://schemas.openxmlformats.org/drawingml/2006/main">
            <a:r>
              <a:t>**Beginner Explanation:**</a:t>
            </a:r>
          </a:p>
          <a:p xmlns:a="http://schemas.openxmlformats.org/drawingml/2006/main">
            <a:r>
              <a:t>파일을 읽을 수 있는 것과 임시 파일을 만들 수 있는 것은 다르다.</a:t>
            </a:r>
          </a:p>
          <a:p xmlns:a="http://schemas.openxmlformats.org/drawingml/2006/main">
            <a:r>
              <a:t/>
            </a:r>
          </a:p>
          <a:p xmlns:a="http://schemas.openxmlformats.org/drawingml/2006/main">
            <a:r>
              <a:t>**Advanced Insight:**</a:t>
            </a:r>
          </a:p>
          <a:p xmlns:a="http://schemas.openxmlformats.org/drawingml/2006/main">
            <a:r>
              <a:t>기능 결함과 실행 제한을 별도로 분류하고 권한을 자동 복구했다고 해석하지 않는다.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“그렇다면 Agent가 작업할 조건은 Repository 안에서만 정해질까요?”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S74 또는 production/preview/full/S74.png.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Agent의 실행 조건은 어디에서 오는가?</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Agent의 실행 조건은 어디에서 오는가?</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Agent 실행에는 Repository의 코드·지침·문서와 별도로 전역 지침·Skills, 모델·설정, 허용 권한 같은 조건이 적용될 수 있다. 새 프로젝트에 연결할 때 적용 여부를 확인한다.</a:t>
            </a:r>
          </a:p>
          <a:p xmlns:a="http://schemas.openxmlformats.org/drawingml/2006/main">
            <a:r>
              <a:t/>
            </a:r>
          </a:p>
          <a:p xmlns:a="http://schemas.openxmlformats.org/drawingml/2006/main">
            <a:r>
              <a:t>**Opening Question:**</a:t>
            </a:r>
          </a:p>
          <a:p xmlns:a="http://schemas.openxmlformats.org/drawingml/2006/main">
            <a:r>
              <a:t>“같은 Repository를 열어도, 실행에 적용되는 조건은 모두 같을까요?”</a:t>
            </a:r>
          </a:p>
          <a:p xmlns:a="http://schemas.openxmlformats.org/drawingml/2006/main">
            <a:r>
              <a:t/>
            </a:r>
          </a:p>
          <a:p xmlns:a="http://schemas.openxmlformats.org/drawingml/2006/main">
            <a:r>
              <a:t>**Speaker Flow:**</a:t>
            </a:r>
          </a:p>
          <a:p xmlns:a="http://schemas.openxmlformats.org/drawingml/2006/main">
            <a:r>
              <a:t>1. (0:00–0:35 / Lecture) 왼쪽 저장소의 코드·지침·문서·Skill에서 Agent로 오는 실선을 짚는다.</a:t>
            </a:r>
          </a:p>
          <a:p xmlns:a="http://schemas.openxmlformats.org/drawingml/2006/main">
            <a:r>
              <a:t>2. (0:35–1:25 / Lecture) 오른쪽 전역 지침·모델·설정·허용 권한은 실제 적용을 확인할 조건이라 점선이다. 모든 환경에 동일하게 로딩된다는 뜻이 아니다.</a:t>
            </a:r>
          </a:p>
          <a:p xmlns:a="http://schemas.openxmlformats.org/drawingml/2006/main">
            <a:r>
              <a:t>3. (1:25–2:00 / Lecture) 다음 장은 이 관계를 모두 입증하는 실험이 아니라 일부 조건을 실제로 관찰한 과거 기록이라고 안내한다.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 plan/DEMO_MATRIX.md STEP07 DEMO ENVIRONMENT AUDIT AND DECISION UPDATE / TRIAL-006 Impact, Global Harness Inventory; plan/CLAIM_FREEZE.md DEC-0077; DEC-0016/0021/0077/0091. 과거 Codex CLI0.154.0 기록이다.</a:t>
            </a:r>
          </a:p>
          <a:p xmlns:a="http://schemas.openxmlformats.org/drawingml/2006/main">
            <a:r>
              <a:t/>
            </a:r>
          </a:p>
          <a:p xmlns:a="http://schemas.openxmlformats.org/drawingml/2006/main">
            <a:r>
              <a:t>**Claim Boundary:**</a:t>
            </a:r>
          </a:p>
          <a:p xmlns:a="http://schemas.openxmlformats.org/drawingml/2006/main">
            <a:r>
              <a:t>TEACHING MODEL / REQUIRES PRODUCT CHECK — 적용 관계의 모델이며 정확한 로딩 순서·전체 설정 목록·통제 환경 비교가 아니다. 대상 제품·계정·권한은 별도 확인한다.</a:t>
            </a:r>
          </a:p>
          <a:p xmlns:a="http://schemas.openxmlformats.org/drawingml/2006/main">
            <a:r>
              <a:t/>
            </a:r>
          </a:p>
          <a:p xmlns:a="http://schemas.openxmlformats.org/drawingml/2006/main">
            <a:r>
              <a:t>**Beginner Explanation:**</a:t>
            </a:r>
          </a:p>
          <a:p xmlns:a="http://schemas.openxmlformats.org/drawingml/2006/main">
            <a:r>
              <a:t>같은 저장소만 전달했다고 모든 작업 조건이 같아지는 것은 아니다.</a:t>
            </a:r>
          </a:p>
          <a:p xmlns:a="http://schemas.openxmlformats.org/drawingml/2006/main">
            <a:r>
              <a:t/>
            </a:r>
          </a:p>
          <a:p xmlns:a="http://schemas.openxmlformats.org/drawingml/2006/main">
            <a:r>
              <a:t>**Advanced Insight:**</a:t>
            </a:r>
          </a:p>
          <a:p xmlns:a="http://schemas.openxmlformats.org/drawingml/2006/main">
            <a:r>
              <a:t>재사용 기반에 프로젝트 정보와 실행 조건을 연결하고 적용 출처를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“이런 저장소 밖 지침이 실제 작업에도 포함됐던 기록을 보겠습니다.”</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실제 성능 조사에도 저장소 밖 지침이 들어왔다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실제 성능 조사에도 저장소 밖 지침이 들어왔다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TRIAL-006 Resize 성능 조사에서는 전역 Skill 본문이 포함됐고 평가 상태 작성·추가 동작 검증 같은 관여가 기록됐다. Hook 설정·MCP 연결 경고는 별도 시작 관찰이다.</a:t>
            </a:r>
          </a:p>
          <a:p xmlns:a="http://schemas.openxmlformats.org/drawingml/2006/main">
            <a:r>
              <a:t/>
            </a:r>
          </a:p>
          <a:p xmlns:a="http://schemas.openxmlformats.org/drawingml/2006/main">
            <a:r>
              <a:t>**Opening Question:**</a:t>
            </a:r>
          </a:p>
          <a:p xmlns:a="http://schemas.openxmlformats.org/drawingml/2006/main">
            <a:r>
              <a:t>“저장소에 넣지 않은 수행 지침이 실제 작업에도 관여했을까요?”</a:t>
            </a:r>
          </a:p>
          <a:p xmlns:a="http://schemas.openxmlformats.org/drawingml/2006/main">
            <a:r>
              <a:t/>
            </a:r>
          </a:p>
          <a:p xmlns:a="http://schemas.openxmlformats.org/drawingml/2006/main">
            <a:r>
              <a:t>**Speaker Flow:**</a:t>
            </a:r>
          </a:p>
          <a:p xmlns:a="http://schemas.openxmlformats.org/drawingml/2006/main">
            <a:r>
              <a:t>1. (0:00–0:35 / Lecture) Resize 조사라는 실제 배경을 읽고 현재 밝기 통계 작업과 같은 사건으로 합치지 않는다.</a:t>
            </a:r>
          </a:p>
          <a:p xmlns:a="http://schemas.openxmlformats.org/drawingml/2006/main">
            <a:r>
              <a:t>2. (0:35–1:25 / Lecture) 전역 Skill 본문 포함과 실제 평가 상태 작성·추가 동작 검증의 대응을 짚는다. performance-goal의 evaluator/ledger 상태·엄격한 범위 기준, verification-before-completion의840크기 추가 동등성 검증이 보존된 관여다.</a:t>
            </a:r>
          </a:p>
          <a:p xmlns:a="http://schemas.openxmlformats.org/drawingml/2006/main">
            <a:r>
              <a:t>3. (1:25–2:00 / Lecture) 아래 Hook 설정·MCP 연결 경고는 별도의 시작 관찰이다. 평가·보고 기준 변경의 전체 경위와 후속 기록은 ACT4에 남긴다.</a:t>
            </a:r>
          </a:p>
          <a:p xmlns:a="http://schemas.openxmlformats.org/drawingml/2006/main">
            <a:r>
              <a:t/>
            </a:r>
          </a:p>
          <a:p xmlns:a="http://schemas.openxmlformats.org/drawingml/2006/main">
            <a:r>
              <a:t>**Evidence / Source:**</a:t>
            </a:r>
          </a:p>
          <a:p xmlns:a="http://schemas.openxmlformats.org/drawingml/2006/main">
            <a:r>
              <a:t>plan/DEMO_MATRIX.md STEP07 DEMO ENVIRONMENT AUDIT AND DECISION UPDATE / TRIAL-006 Impact, Global Harness Inventory; plan/CLAIM_FREEZE.md DEC-0077; DEC-0016/0021/0077/0091. 과거 Codex CLI0.154.0 기록이다.</a:t>
            </a:r>
          </a:p>
          <a:p xmlns:a="http://schemas.openxmlformats.org/drawingml/2006/main">
            <a:r>
              <a:t/>
            </a:r>
          </a:p>
          <a:p xmlns:a="http://schemas.openxmlformats.org/drawingml/2006/main">
            <a:r>
              <a:t>**Claim Boundary:**</a:t>
            </a:r>
          </a:p>
          <a:p xmlns:a="http://schemas.openxmlformats.org/drawingml/2006/main">
            <a:r>
              <a:t>FROZEN WITH SCOPE — 실제 전역 Skill 포함·일부 작업 관여를 보존한다. Hook 실행·MCP 작업 결과·전체 환경 감사·각 요소의 성능 인과효과·현재 Desktop 재현은 미입증이다.</a:t>
            </a:r>
          </a:p>
          <a:p xmlns:a="http://schemas.openxmlformats.org/drawingml/2006/main">
            <a:r>
              <a:t/>
            </a:r>
          </a:p>
          <a:p xmlns:a="http://schemas.openxmlformats.org/drawingml/2006/main">
            <a:r>
              <a:t>**Beginner Explanation:**</a:t>
            </a:r>
          </a:p>
          <a:p xmlns:a="http://schemas.openxmlformats.org/drawingml/2006/main">
            <a:r>
              <a:t>프로젝트 밖에 있던 일하는 방법도 작업에 포함될 수 있다.</a:t>
            </a:r>
          </a:p>
          <a:p xmlns:a="http://schemas.openxmlformats.org/drawingml/2006/main">
            <a:r>
              <a:t/>
            </a:r>
          </a:p>
          <a:p xmlns:a="http://schemas.openxmlformats.org/drawingml/2006/main">
            <a:r>
              <a:t>**Advanced Insight:**</a:t>
            </a:r>
          </a:p>
          <a:p xmlns:a="http://schemas.openxmlformats.org/drawingml/2006/main">
            <a:r>
              <a:t>Skill 포함과 관찰된 절차 변경은 보존하면서 단독 성능 원인으로 확대하지 않는다.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“시작에 나온 경고와 실제 작업에 사용된 기록은, 같은 근거일까요?”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시작 경고와 실제 사용은 구분해서 확인한다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시작 경고와 실제 사용은 구분해서 확인한다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시작 경고만으로 Hook 실행이나 MCP 작업 사용을 확정할 수 없다. 반면 전역 Skill의 평가 상태 작성·추가 검증 관여는 해당 작업 기록으로 확인했다.</a:t>
            </a:r>
          </a:p>
          <a:p xmlns:a="http://schemas.openxmlformats.org/drawingml/2006/main">
            <a:r>
              <a:t/>
            </a:r>
          </a:p>
          <a:p xmlns:a="http://schemas.openxmlformats.org/drawingml/2006/main">
            <a:r>
              <a:t>**Opening Question:**</a:t>
            </a:r>
          </a:p>
          <a:p xmlns:a="http://schemas.openxmlformats.org/drawingml/2006/main">
            <a:r>
              <a:t>“시작 경고가 있었다면, 그 도구를 작업에 썼다고 말할 수 있을까요?”</a:t>
            </a:r>
          </a:p>
          <a:p xmlns:a="http://schemas.openxmlformats.org/drawingml/2006/main">
            <a:r>
              <a:t/>
            </a:r>
          </a:p>
          <a:p xmlns:a="http://schemas.openxmlformats.org/drawingml/2006/main">
            <a:r>
              <a:t>**Speaker Flow:**</a:t>
            </a:r>
          </a:p>
          <a:p xmlns:a="http://schemas.openxmlformats.org/drawingml/2006/main">
            <a:r>
              <a:t>1. (0:00–0:35 / Lecture) 왼쪽 Hook 설정·MCP 연결 경고는 시작 단계 기록이다. Hook이 실행돼 source diff를 바꿨다거나 MCP 결과가 측정에 쓰였다고 말하지 않는다.</a:t>
            </a:r>
          </a:p>
          <a:p xmlns:a="http://schemas.openxmlformats.org/drawingml/2006/main">
            <a:r>
              <a:t>2. (0:35–1:25 / Lecture) 오른쪽은 전역 Skill이 평가 상태 작성과 추가 검증에 관여한 실제 기록이다. 모든 외부 영향을 미확인이라고 축소하지 않는다.</a:t>
            </a:r>
          </a:p>
          <a:p xmlns:a="http://schemas.openxmlformats.org/drawingml/2006/main">
            <a:r>
              <a:t>3. (1:25–2:00 / Lecture) 해당 호출과 결과가 있는지로 실제 사용을 판단한다. 전체 목록·품질 향상·Prompt 단독 효과를 주장하지 않는다.</a:t>
            </a:r>
          </a:p>
          <a:p xmlns:a="http://schemas.openxmlformats.org/drawingml/2006/main">
            <a:r>
              <a:t/>
            </a:r>
          </a:p>
          <a:p xmlns:a="http://schemas.openxmlformats.org/drawingml/2006/main">
            <a:r>
              <a:t>**Evidence / Source:**</a:t>
            </a:r>
          </a:p>
          <a:p xmlns:a="http://schemas.openxmlformats.org/drawingml/2006/main">
            <a:r>
              <a:t>plan/DEMO_MATRIX.md STEP07 DEMO ENVIRONMENT AUDIT AND DECISION UPDATE / TRIAL-006 Impact, Global Harness Inventory; plan/CLAIM_FREEZE.md DEC-0077; DEC-0016/0021/0077/0091. 과거 Codex CLI0.154.0 기록이다.</a:t>
            </a:r>
          </a:p>
          <a:p xmlns:a="http://schemas.openxmlformats.org/drawingml/2006/main">
            <a:r>
              <a:t/>
            </a:r>
          </a:p>
          <a:p xmlns:a="http://schemas.openxmlformats.org/drawingml/2006/main">
            <a:r>
              <a:t>**Claim Boundary:**</a:t>
            </a:r>
          </a:p>
          <a:p xmlns:a="http://schemas.openxmlformats.org/drawingml/2006/main">
            <a:r>
              <a:t>FROZEN WITH SCOPE — Hook 설정 경고는 실행·소스 변경 증거가 아니다. MCP 시작/인증 오류는 작업 호출·결과 사용 증거가 아니다. 실제 관찰한 Skill 관여와 기록된 결과 범위는 유지한다.</a:t>
            </a:r>
          </a:p>
          <a:p xmlns:a="http://schemas.openxmlformats.org/drawingml/2006/main">
            <a:r>
              <a:t/>
            </a:r>
          </a:p>
          <a:p xmlns:a="http://schemas.openxmlformats.org/drawingml/2006/main">
            <a:r>
              <a:t>**Beginner Explanation:**</a:t>
            </a:r>
          </a:p>
          <a:p xmlns:a="http://schemas.openxmlformats.org/drawingml/2006/main">
            <a:r>
              <a:t>경고가 뜬 사실과 실제로 작업에 사용한 사실을 구분한다.</a:t>
            </a:r>
          </a:p>
          <a:p xmlns:a="http://schemas.openxmlformats.org/drawingml/2006/main">
            <a:r>
              <a:t/>
            </a:r>
          </a:p>
          <a:p xmlns:a="http://schemas.openxmlformats.org/drawingml/2006/main">
            <a:r>
              <a:t>**Advanced Insight:**</a:t>
            </a:r>
          </a:p>
          <a:p xmlns:a="http://schemas.openxmlformats.org/drawingml/2006/main">
            <a:r>
              <a:t>존재·본문 포함·호출·결과·기여를 관찰 근거에 따라 구분하되 알려진 관여를 잃지 않는다.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차이를 다음 프로젝트에서도 확인하려면 무엇을 함께 남기면 좋을까요?”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결과와 실행 조건을 함께 남긴다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결과와 실행 조건을 함께 남긴다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무슨 작업을 했고 어떤 실행 조건을 확인했으며 어떤 테스트·측정 근거와 미확인이 남았는지 함께 기록하면 재사용할 기반의 적용 범위를 판단할 수 있다.</a:t>
            </a:r>
          </a:p>
          <a:p xmlns:a="http://schemas.openxmlformats.org/drawingml/2006/main">
            <a:r>
              <a:t/>
            </a:r>
          </a:p>
          <a:p xmlns:a="http://schemas.openxmlformats.org/drawingml/2006/main">
            <a:r>
              <a:t>**Opening Question:**</a:t>
            </a:r>
          </a:p>
          <a:p xmlns:a="http://schemas.openxmlformats.org/drawingml/2006/main">
            <a:r>
              <a:t>“다음 사람이 이 작업 체계를 쓸 때, 어떤 조건과 근거를 함께 볼 수 있어야 할까요?”</a:t>
            </a:r>
          </a:p>
          <a:p xmlns:a="http://schemas.openxmlformats.org/drawingml/2006/main">
            <a:r>
              <a:t/>
            </a:r>
          </a:p>
          <a:p xmlns:a="http://schemas.openxmlformats.org/drawingml/2006/main">
            <a:r>
              <a:t>**Speaker Flow:**</a:t>
            </a:r>
          </a:p>
          <a:p xmlns:a="http://schemas.openxmlformats.org/drawingml/2006/main">
            <a:r>
              <a:t>1. (0:00–0:35 / Lecture) 작업 행에서 바꿀 것·지킨 조건을 짚는다. 실제 보고서가 아닌 재사용할 기록 항목의 예다.</a:t>
            </a:r>
          </a:p>
          <a:p xmlns:a="http://schemas.openxmlformats.org/drawingml/2006/main">
            <a:r>
              <a:t>2. (0:35–1:25 / Lecture) 실행 조건 행은 확인한 지침·모델·권한만, 확인 근거 행은 테스트·측정과 남은 미확인을 남긴다.</a:t>
            </a:r>
          </a:p>
          <a:p xmlns:a="http://schemas.openxmlformats.org/drawingml/2006/main">
            <a:r>
              <a:t>3. (1:25–2:00 / Lecture) 이 장에서 Loop의 개선 이력을 설명하지 않는다. 다음 성찰에서 팀의 기반 하나와 위치·담당을 고른다.</a:t>
            </a:r>
          </a:p>
          <a:p xmlns:a="http://schemas.openxmlformats.org/drawingml/2006/main">
            <a:r>
              <a:t/>
            </a:r>
          </a:p>
          <a:p xmlns:a="http://schemas.openxmlformats.org/drawingml/2006/main">
            <a:r>
              <a:t>**Evidence / Source:**</a:t>
            </a:r>
          </a:p>
          <a:p xmlns:a="http://schemas.openxmlformats.org/drawingml/2006/main">
            <a:r>
              <a:t>plan/DEMO_MATRIX.md STEP07 DEMO ENVIRONMENT AUDIT AND DECISION UPDATE / TRIAL-006 Impact, Global Harness Inventory; plan/CLAIM_FREEZE.md DEC-0077; DEC-0016/0021/0077/0091. 과거 Codex CLI0.154.0 기록이다. DEC-0091의 교육용 재사용 기록 틀. 새 연구·Trial 없음.</a:t>
            </a:r>
          </a:p>
          <a:p xmlns:a="http://schemas.openxmlformats.org/drawingml/2006/main">
            <a:r>
              <a:t/>
            </a:r>
          </a:p>
          <a:p xmlns:a="http://schemas.openxmlformats.org/drawingml/2006/main">
            <a:r>
              <a:t>**Claim Boundary:**</a:t>
            </a:r>
          </a:p>
          <a:p xmlns:a="http://schemas.openxmlformats.org/drawingml/2006/main">
            <a:r>
              <a:t>TEACHING MODEL — 권장 기록 항목의 예다. 실제 새 보고서·완전한 환경 감사·기록 품질 향상은 검증하지 않았다. 실제 평가·보고 기준 변경 과정은 ACT4에서 기존 분량대로 다룬다.</a:t>
            </a:r>
          </a:p>
          <a:p xmlns:a="http://schemas.openxmlformats.org/drawingml/2006/main">
            <a:r>
              <a:t/>
            </a:r>
          </a:p>
          <a:p xmlns:a="http://schemas.openxmlformats.org/drawingml/2006/main">
            <a:r>
              <a:t>**Beginner Explanation:**</a:t>
            </a:r>
          </a:p>
          <a:p xmlns:a="http://schemas.openxmlformats.org/drawingml/2006/main">
            <a:r>
              <a:t>좋은 결과만 저장하지 말고 확인한 조건과 모르는 점도 함께 남긴다.</a:t>
            </a:r>
          </a:p>
          <a:p xmlns:a="http://schemas.openxmlformats.org/drawingml/2006/main">
            <a:r>
              <a:t/>
            </a:r>
          </a:p>
          <a:p xmlns:a="http://schemas.openxmlformats.org/drawingml/2006/main">
            <a:r>
              <a:t>**Advanced Insight:**</a:t>
            </a:r>
          </a:p>
          <a:p xmlns:a="http://schemas.openxmlformats.org/drawingml/2006/main">
            <a:r>
              <a:t>재사용 단위에 출처·실행 조건·검증 근거를 연결하되 확인하지 않은 목록을 완료로 채우지 않는다.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“이제 우리 팀에서 다음 프로젝트에도 남겨 쓸 기반 한 가지와 유지할 책임을 생각해 보겠습니다.”</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S78 또는 production/preview/full/S78.png.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우리 업무에서 먼저 정리할 한 가지</a:t>
            </a:r>
          </a:p>
          <a:p xmlns:a="http://schemas.openxmlformats.org/drawingml/2006/main">
            <a:r>
              <a:t/>
            </a:r>
          </a:p>
          <a:p xmlns:a="http://schemas.openxmlformats.org/drawingml/2006/main">
            <a:r>
              <a:t>Slide ID: S79</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a:t>
            </a:r>
          </a:p>
          <a:p xmlns:a="http://schemas.openxmlformats.org/drawingml/2006/main">
            <a:r>
              <a:t>재사용할 안내·절차·확인 기준 중 현재 마찰 하나를 고르고, 공통 기반을 둘 위치와 프로젝트별 연결, 검토·갱신 책임을 판단한다. 성공한 기반의 가치를 유지하며 다음 ACT의 변화·유지 질문을 연다.</a:t>
            </a:r>
          </a:p>
          <a:p xmlns:a="http://schemas.openxmlformats.org/drawingml/2006/main">
            <a:r>
              <a:t/>
            </a:r>
          </a:p>
          <a:p xmlns:a="http://schemas.openxmlformats.org/drawingml/2006/main">
            <a:r>
              <a:t>**Opening Question:**</a:t>
            </a:r>
          </a:p>
          <a:p xmlns:a="http://schemas.openxmlformats.org/drawingml/2006/main">
            <a:r>
              <a:t>“다음 프로젝트에도 남겨 쓸 안내·절차·확인 기준 중 무엇 하나를 먼저 정리하고, 어디에 연결하며 누가 유지하면 좋을까요?”</a:t>
            </a:r>
          </a:p>
          <a:p xmlns:a="http://schemas.openxmlformats.org/drawingml/2006/main">
            <a:r>
              <a:t/>
            </a:r>
          </a:p>
          <a:p xmlns:a="http://schemas.openxmlformats.org/drawingml/2006/main">
            <a:r>
              <a:t>**Speaker Flow:**</a:t>
            </a:r>
          </a:p>
          <a:p xmlns:a="http://schemas.openxmlformats.org/drawingml/2006/main">
            <a:r>
              <a:t>1. (0:00–3:00 / Reflection) 재사용할 안내·재사용할 절차·확인할 기준 중 자기 업무에서 먼저 정리할 하나를 생각한다. 공통으로 남길 부분과 프로젝트마다 연결할 조건을 구분한다. 작성·발표는 요구하지 않는다.</a:t>
            </a:r>
          </a:p>
          <a:p xmlns:a="http://schemas.openxmlformats.org/drawingml/2006/main">
            <a:r>
              <a:t>2. (3:00–8:00 / Q&amp;A) 선택적으로 질문을 받는다. 어디에 두고 연결할지, 누가 검토·갱신할지 함께 생각한다. 정해지지 않은 팀의 도구·권한·담당을 확정하지 않는다. 질문이 없으면 같은 기반을 다른 프로젝트에서 쓰려면 무엇을 확인할지 보조 질문을 사용한다.</a:t>
            </a:r>
          </a:p>
          <a:p xmlns:a="http://schemas.openxmlformats.org/drawingml/2006/main">
            <a:r>
              <a:t>3. (8:00–10:00 / Transition) 마지막 질문에서 다시 확인할 시점을 열고 ACT4 제목 S80→S81의 실제 성공 회수로 이동한다. 재사용의 장점과 확인한 성공을 보존한다. 기존 ACT4의 유지·평가·보고 개선 과정은 그대로 다음 ACT에서 설명한다.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a:t>
            </a:r>
          </a:p>
          <a:p xmlns:a="http://schemas.openxmlformats.org/drawingml/2006/main">
            <a:r>
              <a:t>N/A — 삭제한 독립 C++ 전이를 전제로 하지 않는다. 각자의 프로젝트를 생각하되 구체적 도구·표준은 정하지 않는다.</a:t>
            </a:r>
          </a:p>
          <a:p xmlns:a="http://schemas.openxmlformats.org/drawingml/2006/main">
            <a:r>
              <a:t/>
            </a:r>
          </a:p>
          <a:p xmlns:a="http://schemas.openxmlformats.org/drawingml/2006/main">
            <a:r>
              <a:t>**Demo Operation:**</a:t>
            </a:r>
          </a:p>
          <a:p xmlns:a="http://schemas.openxmlformats.org/drawingml/2006/main">
            <a:r>
              <a:t>N/A — 정적 성찰 화면. R1 세 후보→R2 하나 선택→R3 위치·담당·다시 확인할 시점으로 발표자 초점을 옮긴다. 실제 Demo의 성공은 기준점으로 두고 새 도구나 실행·팀별 담당 배정을 만들지 않는다.</a:t>
            </a:r>
          </a:p>
          <a:p xmlns:a="http://schemas.openxmlformats.org/drawingml/2006/main">
            <a:r>
              <a:t/>
            </a:r>
          </a:p>
          <a:p xmlns:a="http://schemas.openxmlformats.org/drawingml/2006/main">
            <a:r>
              <a:t>**Audience Interaction:**</a:t>
            </a:r>
          </a:p>
          <a:p xmlns:a="http://schemas.openxmlformats.org/drawingml/2006/main">
            <a:r>
              <a:t>작성·실습·공개 발표를 요구하지 않는다. 재사용할 안내·절차·확인 기준 중 하나를 생각하고, 둘 위치와 프로젝트별 연결·검토 및 갱신 책임을 선택적으로 이야기한다. 질문이 없으면 다음 프로젝트에서 달라질 조건 한 가지를 묻는다.</a:t>
            </a:r>
          </a:p>
          <a:p xmlns:a="http://schemas.openxmlformats.org/drawingml/2006/main">
            <a:r>
              <a:t/>
            </a:r>
          </a:p>
          <a:p xmlns:a="http://schemas.openxmlformats.org/drawingml/2006/main">
            <a:r>
              <a:t>**Transition:**</a:t>
            </a:r>
          </a:p>
          <a:p xmlns:a="http://schemas.openxmlformats.org/drawingml/2006/main">
            <a:r>
              <a:t>“다음 프로젝트에도 쓸 기반과 유지할 책임을 생각해 봤습니다. 이제 확인한 성공을 기준점으로 두고, 그 방법을 계속 맞게 유지하는 문제로 넘어가겠습니다.” ACT4 제목 S80을 거쳐 S81의 기존 첫 문제로 이어간다.</a:t>
            </a:r>
          </a:p>
          <a:p xmlns:a="http://schemas.openxmlformats.org/drawingml/2006/main">
            <a:r>
              <a:t/>
            </a:r>
          </a:p>
          <a:p xmlns:a="http://schemas.openxmlformats.org/drawingml/2006/main">
            <a:r>
              <a:t>**Time Management:**</a:t>
            </a:r>
          </a:p>
          <a:p xmlns:a="http://schemas.openxmlformats.org/drawingml/2006/main">
            <a:r>
              <a:t>Reflection3분(연결0.5, 하나 선택1, 위치0.75, 검토/갱신0.75) → Q&amp;A5분 → Transition2분.8분에 Q&amp;A를 마치고10분에 S80 제목으로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S79, production/preview/act3/S79.png 및 production/preview/full/S79.png.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18cd5e55d2483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b08d6c4f51f40d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bf694e2df6d4f5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1c768ecb6b54ef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709cfc8c02a44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d2561f0e2854d3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039E5C2-0BD6-49DA-8E0D-CD764FA3D17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C8B4AF0-11B2-4EB2-864E-E2D6D99E153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F0F6D27-CB8C-4727-9125-FE910584773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AEE034A-131E-4FC4-AC35-134E8ADAAC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ACC9AB3-E45D-4B4A-AF32-1E375EC47F4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2ECBB5F-C467-4EBA-9137-3C7FA74787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191CCB-2DC1-432B-8B45-39AD8B0040D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AF97881-A1F2-4583-AF2C-AFF6792FB65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C880AE-AE6E-47F6-BE86-186E322A64A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EF6F95A-BF70-4A09-846E-820E9BE043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6532ce35fb54e39" /><Relationship Type="http://schemas.openxmlformats.org/officeDocument/2006/relationships/slideLayout" Target="/ppt/slideLayouts/slideLayout1.xml" Id="R19e8abf6b7714c69" /><Relationship Type="http://schemas.openxmlformats.org/officeDocument/2006/relationships/slideLayout" Target="/ppt/slideLayouts/slideLayout2.xml" Id="Rf9f8ebb486614b02" /><Relationship Type="http://schemas.openxmlformats.org/officeDocument/2006/relationships/slideLayout" Target="/ppt/slideLayouts/slideLayout3.xml" Id="R7bc66aad2c524c83" /><Relationship Type="http://schemas.openxmlformats.org/officeDocument/2006/relationships/slideLayout" Target="/ppt/slideLayouts/slideLayout4.xml" Id="R5260785efc6942ae" /><Relationship Type="http://schemas.openxmlformats.org/officeDocument/2006/relationships/slideLayout" Target="/ppt/slideLayouts/slideLayout5.xml" Id="Rd47d473d83434b3c" /><Relationship Type="http://schemas.openxmlformats.org/officeDocument/2006/relationships/slideLayout" Target="/ppt/slideLayouts/slideLayout6.xml" Id="R12a9068e8c3541c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9e8abf6b7714c69"/>
    <p:sldLayoutId xmlns:r="http://schemas.openxmlformats.org/officeDocument/2006/relationships" id="2147483650" r:id="Rf9f8ebb486614b02"/>
    <p:sldLayoutId xmlns:r="http://schemas.openxmlformats.org/officeDocument/2006/relationships" id="2147483651" r:id="R7bc66aad2c524c83"/>
    <p:sldLayoutId xmlns:r="http://schemas.openxmlformats.org/officeDocument/2006/relationships" id="2147483652" r:id="R5260785efc6942ae"/>
    <p:sldLayoutId xmlns:r="http://schemas.openxmlformats.org/officeDocument/2006/relationships" id="2147483653" r:id="Rd47d473d83434b3c"/>
    <p:sldLayoutId xmlns:r="http://schemas.openxmlformats.org/officeDocument/2006/relationships" id="2147483654" r:id="R12a9068e8c3541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3b6a0955336437d" /><Relationship Type="http://schemas.openxmlformats.org/officeDocument/2006/relationships/notesSlide" Target="/ppt/notesSlides/notesSlide1.xml" Id="Re3a911006dd347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884f74409c44880" /><Relationship Type="http://schemas.openxmlformats.org/officeDocument/2006/relationships/image" Target="/ppt/media/image.png" Id="R9877e3979f60488a" /><Relationship Type="http://schemas.openxmlformats.org/officeDocument/2006/relationships/image" Target="/ppt/media/image2.png" Id="Rc9b2f5c93c7a4677" /><Relationship Type="http://schemas.openxmlformats.org/officeDocument/2006/relationships/notesSlide" Target="/ppt/notesSlides/notesSlide2.xml" Id="Rf548196b1d334c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f94db9004fd46a4" /><Relationship Type="http://schemas.openxmlformats.org/officeDocument/2006/relationships/notesSlide" Target="/ppt/notesSlides/notesSlide3.xml" Id="R1df9111129394c9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5b4052100ea4839" /><Relationship Type="http://schemas.openxmlformats.org/officeDocument/2006/relationships/notesSlide" Target="/ppt/notesSlides/notesSlide4.xml" Id="Re64d645915654e2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9aae802ce24498e" /><Relationship Type="http://schemas.openxmlformats.org/officeDocument/2006/relationships/notesSlide" Target="/ppt/notesSlides/notesSlide5.xml" Id="Re8ed057fdd2b49f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13c1660fe114b35" /><Relationship Type="http://schemas.openxmlformats.org/officeDocument/2006/relationships/notesSlide" Target="/ppt/notesSlides/notesSlide6.xml" Id="Ra5450e5887124e6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2dda6a611864832" /><Relationship Type="http://schemas.openxmlformats.org/officeDocument/2006/relationships/notesSlide" Target="/ppt/notesSlides/notesSlide7.xml" Id="R547fd6374e49426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ca047fd433e4e0e" /><Relationship Type="http://schemas.openxmlformats.org/officeDocument/2006/relationships/notesSlide" Target="/ppt/notesSlides/notesSlide8.xml" Id="Rae87b26858584a5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445b37b9a2145e6" /><Relationship Type="http://schemas.openxmlformats.org/officeDocument/2006/relationships/notesSlide" Target="/ppt/notesSlides/notesSlide9.xml" Id="R5c1bcbff7ff2491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347e79f26264b6f" /><Relationship Type="http://schemas.openxmlformats.org/officeDocument/2006/relationships/chart" Target="/ppt/slides/charts/chart1.xml" Id="Rb94bdd63ff1c434b" /><Relationship Type="http://schemas.openxmlformats.org/officeDocument/2006/relationships/notesSlide" Target="/ppt/notesSlides/notesSlide10.xml" Id="Re6a82349a932410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6ee2c1680904e38" /><Relationship Type="http://schemas.openxmlformats.org/officeDocument/2006/relationships/notesSlide" Target="/ppt/notesSlides/notesSlide11.xml" Id="R17aa67d0f6a14d8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7520b4e8d014129" /><Relationship Type="http://schemas.openxmlformats.org/officeDocument/2006/relationships/notesSlide" Target="/ppt/notesSlides/notesSlide12.xml" Id="Rbf925f09f2db4e6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325750b37f1452a" /><Relationship Type="http://schemas.openxmlformats.org/officeDocument/2006/relationships/notesSlide" Target="/ppt/notesSlides/notesSlide13.xml" Id="R292d03c7c2f54e6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068e0774e3a45cd" /><Relationship Type="http://schemas.openxmlformats.org/officeDocument/2006/relationships/notesSlide" Target="/ppt/notesSlides/notesSlide14.xml" Id="Rab51ae0c99fd418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fd36cfef922d423b" /><Relationship Type="http://schemas.openxmlformats.org/officeDocument/2006/relationships/notesSlide" Target="/ppt/notesSlides/notesSlide15.xml" Id="R2e8eed6a7a5c46e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2a1863b29414452" /><Relationship Type="http://schemas.openxmlformats.org/officeDocument/2006/relationships/notesSlide" Target="/ppt/notesSlides/notesSlide16.xml" Id="R836212404775425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604849432374cf6" /><Relationship Type="http://schemas.openxmlformats.org/officeDocument/2006/relationships/notesSlide" Target="/ppt/notesSlides/notesSlide17.xml" Id="R8e465857946a48d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6674d10876b44cf" /><Relationship Type="http://schemas.openxmlformats.org/officeDocument/2006/relationships/notesSlide" Target="/ppt/notesSlides/notesSlide18.xml" Id="R82c096f624da486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6ab804b06c64964" /><Relationship Type="http://schemas.openxmlformats.org/officeDocument/2006/relationships/notesSlide" Target="/ppt/notesSlides/notesSlide19.xml" Id="Re9d1f9ca958b4d2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d8ba357d743442d" /><Relationship Type="http://schemas.openxmlformats.org/officeDocument/2006/relationships/notesSlide" Target="/ppt/notesSlides/notesSlide20.xml" Id="R4c04e144b329455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4a7fa3c4c324879" /><Relationship Type="http://schemas.openxmlformats.org/officeDocument/2006/relationships/notesSlide" Target="/ppt/notesSlides/notesSlide21.xml" Id="R22a01e055616441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af0b8d9fbe04900" /><Relationship Type="http://schemas.openxmlformats.org/officeDocument/2006/relationships/notesSlide" Target="/ppt/notesSlides/notesSlide22.xml" Id="R0d28240ce42245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c7f3f15ae824a9f" /><Relationship Type="http://schemas.openxmlformats.org/officeDocument/2006/relationships/notesSlide" Target="/ppt/notesSlides/notesSlide23.xml" Id="R6b3f616213304af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dd8d5a19458b40d8" /><Relationship Type="http://schemas.openxmlformats.org/officeDocument/2006/relationships/notesSlide" Target="/ppt/notesSlides/notesSlide24.xml" Id="R3afa7485535f4cf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C4B258C3-297B-434E-A361-58983575E44B}"/>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29C51772-5AB6-4D93-8D85-7449CF1485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
            <a:extLst xmlns:a="http://schemas.openxmlformats.org/drawingml/2006/main">
              <a:ext uri="{FF2B5EF4-FFF2-40B4-BE49-F238E27FC236}">
                <a16:creationId xmlns:a16="http://schemas.microsoft.com/office/drawing/2014/main" id="{0E1FA998-BAC8-4064-BF86-417A8AEF7F4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C3202906-6291-45F4-BCCA-55E615E2FB48}"/>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998C8492-046C-4078-A56C-956FEAB4EC4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4B2E9263-E045-4303-A9CB-0842A92B300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83E2D44D-BB18-4602-BD8C-C1A9E44C60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19537569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4BF23F04-D133-4B3A-9309-448FECF0AB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80C8211F-E7F3-43D6-8120-6E717F4E95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두 실제 요청에 같은 절차가 반복됐다">
            <a:extLst xmlns:a="http://schemas.openxmlformats.org/drawingml/2006/main">
              <a:ext uri="{FF2B5EF4-FFF2-40B4-BE49-F238E27FC236}">
                <a16:creationId xmlns:a16="http://schemas.microsoft.com/office/drawing/2014/main" id="{A2E610BF-02B5-4790-8D0E-1D58C404CB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45BBD5F7-19CE-414B-92D4-976C5ED7E7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936F0006-EDFE-4AC3-91EE-02B804D551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FF308D5E-A142-4F7F-A65C-8B8D857812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6B363E4A-9EBB-4872-B159-8BA70ED1ED62}"/>
              </a:ext>
            </a:extLst>
          </p:cNvPr>
          <p:cNvPicPr>
            <a:picLocks xmlns:a="http://schemas.openxmlformats.org/drawingml/2006/main" noChangeAspect="1"/>
          </p:cNvPicPr>
          <p:nvPr/>
        </p:nvPicPr>
        <p:blipFill>
          <a:blip xmlns:r="http://schemas.openxmlformats.org/officeDocument/2006/relationships" xmlns:a="http://schemas.openxmlformats.org/drawingml/2006/main" r:embed="R9877e3979f60488a"/>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FF32FE21-AC42-440A-9E8A-3BE1ED8BCF69}"/>
              </a:ext>
            </a:extLst>
          </p:cNvPr>
          <p:cNvPicPr>
            <a:picLocks xmlns:a="http://schemas.openxmlformats.org/drawingml/2006/main" noChangeAspect="1"/>
          </p:cNvPicPr>
          <p:nvPr/>
        </p:nvPicPr>
        <p:blipFill>
          <a:blip xmlns:r="http://schemas.openxmlformats.org/officeDocument/2006/relationships" xmlns:a="http://schemas.openxmlformats.org/drawingml/2006/main" r:embed="Rc9b2f5c93c7a467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ED9F5486-7943-4D0C-B4CF-2138254F6541}"/>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8A2CFBBF-A9EE-421C-BA39-11815778684F}"/>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77BC1E2D-8108-4AB9-8678-C7325677B753}"/>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B28223AB-4291-4493-8AB8-932036D1EDF5}"/>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65269DBE-9441-448F-95AF-44153775A39E}"/>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949C0B26-76A3-442D-9D25-AA5CEF4C4171}"/>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86004C0D-BD75-4297-A5FF-3D713F3C56C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5BFAC135-CACB-42A4-B193-0A128AD08FA2}"/>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007982DC-B424-4280-ACE6-EC4EE732CD0B}"/>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C85682AA-5753-4832-B395-69BC59096D97}"/>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2543641F-21FB-4C10-84EC-4133D7162B98}"/>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1F680A7B-8D0F-4A38-A7B4-41921A225BD5}"/>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23963366-8A57-4FB1-BE8F-207044B0EF02}"/>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0CB4A66B-8949-4586-8E99-7D07B804E4D9}"/>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FDC65C75-428E-4751-AD4C-FE6CAB2EB829}"/>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C0FCF1EB-1686-4CDB-B4F6-F96A22DBC32C}"/>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1274F687-2D03-4158-A965-DFCAFB944DCA}"/>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92486D4C-E3B3-4487-8394-621142483E3B}"/>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EB949E23-5CA3-46EA-A0B2-ACDC475E9F41}"/>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C83740DA-6F29-468E-B225-8D64F711EF87}"/>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AA400095-B776-4B2B-BA2A-D57CC422BB48}"/>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E138746-099F-4AD3-A6C8-1C2D447AB78A}"/>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43D28669-3A9C-4112-834B-77445F76AECC}"/>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18AEFB57-1225-4596-BE66-C3FE997EBDA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CEC99556-4B4E-43EF-9139-E391D3A77F6F}"/>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B8963F7A-3A2C-4701-B11A-1009FC6168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945447543"/>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AFDFCEF9-E85B-47FA-B6B4-E92114D57E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72184D70-33FD-48AE-BF2B-5F7D6B017C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테스트 명령을 언제 쓰고 무엇을 판단할까?">
            <a:extLst xmlns:a="http://schemas.openxmlformats.org/drawingml/2006/main">
              <a:ext uri="{FF2B5EF4-FFF2-40B4-BE49-F238E27FC236}">
                <a16:creationId xmlns:a16="http://schemas.microsoft.com/office/drawing/2014/main" id="{583CA575-BC69-4C83-8DAE-2AA83FE6CF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6DC8307-60DA-4878-A6B1-579D8915322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053B36BE-447D-436F-84C2-8345B100F0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0048CB4B-6AE3-4DBB-B3C0-BE174077F8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5029B02B-04A1-4963-AC93-556891D0E8D4}"/>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515F5A0D-2226-49D1-BD42-92C0EF58499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8DD255D9-3BE6-4E0C-8469-CEC709A91790}"/>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92272FC2-09E7-4B62-B6F7-5CEBA4251058}"/>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039DE4EC-F388-4007-A6FE-985C15213DF5}"/>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4E5D0D6E-75D4-4056-8A35-82B492E5BDC6}"/>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589D36BC-46BA-4C69-8BF9-FD803C3A0FE3}"/>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E2762185-154C-4089-B564-063579A2FAE1}"/>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5A9E721A-F57B-4FAD-AA0F-4178D561081D}"/>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2502A0B3-ABEC-424C-B092-7B40B364D254}"/>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E0BABA55-1211-4904-A319-FC4612B09DF8}"/>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898B5FFB-9D1A-4D45-A5DA-641421F4BEF1}"/>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8A395C49-916F-4139-AACF-C70715BEA6BD}"/>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CC74CF27-302C-4A02-8E17-7F66FF41BAE9}"/>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66ABD50-DDCD-496B-AB84-311A9CD0F6B9}"/>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BF56CA15-64AF-4E33-99C0-94033522CE7D}"/>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FB454AB0-51FA-4443-9821-A6BEA22CA65F}"/>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EE0BF5C8-3EC9-4F4F-A03B-622C451A47E6}"/>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A14012EA-8F55-46A5-8DBF-F615C8EF6F4D}"/>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3B5448AD-ADD2-46CD-8529-58156CF90F01}"/>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15447212-CD8A-4C9C-98B6-C97D62632D0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CCCBABBC-85E8-4ED2-987E-176D26E5918E}"/>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9B0BF91-565F-4A68-81D0-6F2F0FFC6015}"/>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D7004E36-E1EA-4867-9589-1D7D12A9B8C5}"/>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DC75C714-FEE9-41BA-9275-1BAFF1F9F24B}"/>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49E01D86-8774-4FCD-8CEF-3B4B3CAE900A}"/>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95ACCD80-191E-4CE5-973C-6C427DB5E22F}"/>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C656C29F-9A6A-4A16-9314-2AB537F78A57}"/>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E1761527-D657-4684-B63C-D924F9809D5D}"/>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0234728F-C774-4815-8D0F-79C324D1C39A}"/>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5F7424D-5892-49EB-9703-3CD7312AF24B}"/>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539A41EB-460B-47D5-BBC4-C1D52B1599CE}"/>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876643C8-ABC7-40A5-8506-178947E8EED0}"/>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AD6FCDBD-CF62-4279-9391-C491F13FF24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BDE8A3DD-1374-41FE-8DBD-5395CB67BC8D}"/>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DB983B2A-850E-4F04-BAE8-A6ADCB6AAB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1508466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86C54CE1-282F-4B47-BB08-75948E2611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F82EE2C0-6E1A-4AE0-A4D0-0887F2DE94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목표·기준·방법을 한 작업에 적용한다">
            <a:extLst xmlns:a="http://schemas.openxmlformats.org/drawingml/2006/main">
              <a:ext uri="{FF2B5EF4-FFF2-40B4-BE49-F238E27FC236}">
                <a16:creationId xmlns:a16="http://schemas.microsoft.com/office/drawing/2014/main" id="{841DDAD4-96E8-45BD-902B-684C5A7DC9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7DD9A083-F4C3-4BE6-84C1-4C1627C2934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6F350EFE-0E8E-42E9-B7FC-FFEE25B392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57738EDE-0A3E-4852-BBC9-795E8A322C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7A45DADA-F87C-4D4A-BD60-A668D4BFA7EA}"/>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208233F4-2919-4927-B065-9726113B93F2}"/>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30E17037-D9EF-4E5C-B5BE-36758CFEBD4D}"/>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40BB85A7-F659-4102-84F0-C087A5350A89}"/>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3CAC81B9-8013-4428-95E6-224F05A5032D}"/>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64BE31BA-8ED4-4902-B6C7-E0959AE7BFBA}"/>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A51A8928-3BE0-4EB6-8EA6-04016532B6AB}"/>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57E33935-7A90-4377-B99A-AA158FAB11E7}"/>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B11A3D96-56D6-4520-9E09-0801BA7A03AD}"/>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FFC92F6A-D17E-4FFD-BC64-631DBF5BD8A7}"/>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6363C594-1742-432E-AE46-F6E26FA50645}"/>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A6FEB450-434F-4D2C-97BB-82540A609E2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21CC334E-6993-4526-8D2A-DDA5A8579477}"/>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A9924A0B-8E38-4E7D-8700-2F5AC344FBB6}"/>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C5F5451A-6868-4B3C-8BE5-2CA8BABCCF9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134CFC4E-27DF-4751-99A4-E1F0D152C124}"/>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FE21003C-F117-464B-9B9E-8848D01555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1463886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67AC7F81-1DBA-471F-90B6-3670448674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0F9DFFF9-5C6E-4D93-9377-935EF3CF1F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반복 절차를 Skill로 모으는 이유">
            <a:extLst xmlns:a="http://schemas.openxmlformats.org/drawingml/2006/main">
              <a:ext uri="{FF2B5EF4-FFF2-40B4-BE49-F238E27FC236}">
                <a16:creationId xmlns:a16="http://schemas.microsoft.com/office/drawing/2014/main" id="{3982ABAE-30A3-4B8C-971E-032D958052D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9AC8A06C-56A4-466F-AE78-1C17C0338C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3FD0BD39-2210-4361-9245-C97F897E01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F2D04AC1-74D8-4F7B-9B98-AFA62648B9A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CF8C4D09-EC56-4827-A197-F4579641B03C}"/>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866BE7EB-C9CF-4B4C-91A8-84800D3DDEE4}"/>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278503D4-697B-4C3F-8872-A59DD7C914B6}"/>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7F260BEE-99A9-4D79-BBA3-C5077D5064F1}"/>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FB26A97B-249E-4979-9D4E-60598D666989}"/>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57D99994-C0A8-4C7A-BA42-0D776005B09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723EAA22-FDA0-484E-8D7E-346602DE4040}"/>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A0EB22E5-A1F6-4A2E-B5B6-5D63D6D67943}"/>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6B6E8B8F-6470-4222-AEC2-1085BA62607D}"/>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B108D25C-9764-4077-B992-08B57BD9143B}"/>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5B713539-E1FD-474A-AEE9-D0042DC318DE}"/>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5C741179-F497-4EB2-82DD-87E4592E5674}"/>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57B4DD81-9589-4C72-ADD7-5625B987E4F6}"/>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F08118BA-E8A6-47DE-8351-3C0E39E0D83D}"/>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A3AE58CC-3ABF-4433-BE85-71C9AB048B3B}"/>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61944730-B08B-42C1-8D12-516BFEADC39C}"/>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D2498517-8586-41B3-91CC-EABD7C6CB422}"/>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5E0E2D12-0355-42BD-A172-9F2560E07800}"/>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ED0CCA8E-2A6B-4F97-B77C-1B00B658E14B}"/>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EF886BC2-A691-4D35-8C75-93591817AC0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2F6E6749-40D0-469E-9C80-29E8A3D925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727268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F6734E3C-1FA7-4977-8B43-D6643AF1112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6995C44A-366F-402E-A0F0-ECFA6F8E6E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Skill 발견·호출·본문 포함의 근거">
            <a:extLst xmlns:a="http://schemas.openxmlformats.org/drawingml/2006/main">
              <a:ext uri="{FF2B5EF4-FFF2-40B4-BE49-F238E27FC236}">
                <a16:creationId xmlns:a16="http://schemas.microsoft.com/office/drawing/2014/main" id="{8D1BB361-AE88-47B5-990D-29C414F4EE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773110EA-58B8-4529-B4BC-A04FED0189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EC6E6FB9-6450-4E62-B75A-4641B0F3A01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BD1376DB-DFD6-446D-9CB2-BC7E6B6B81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7E89820B-8718-456B-8AD1-18B68D917E57}"/>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C410FA87-4C17-4C03-AB14-0B3DBCB33151}"/>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D827C897-9A6F-4221-A0C7-D98C32035567}"/>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E752688B-82AB-4542-A046-BC12F4CF407E}"/>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04542B9C-17B0-457F-A870-68E0B489E04C}"/>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65029003-791A-4CCC-847F-72AF6EA823A5}"/>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11143A20-A8F8-4E8A-9242-0867987E3E33}"/>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4CC75BBD-C1FC-43AF-B560-3EB3432EFFDA}"/>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225C44DE-A711-461B-AB9F-22D9EBF42F08}"/>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BB71E008-FE55-4C44-9EDE-D9B7D238E76B}"/>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BDE2C6C7-E4CB-4D87-8115-17A2F5021569}"/>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E83006E-DE7A-42D4-B527-53D9E0C17E34}"/>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8FD090CB-609A-456B-B184-5FD4FBA9B242}"/>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9BA3630E-F956-4306-BFC5-9FEEE4C035E0}"/>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224D010A-9C68-469B-9696-CF5194749855}"/>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53020421-5F39-4AE4-A6F8-72DC33E6DBC4}"/>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E636F75E-190E-4C45-B729-CDE265D8C4A3}"/>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D27D4172-86DB-40F7-BDDE-A860902118F6}"/>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2F75BDB3-B576-4E1D-844E-41AA1B202C36}"/>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BE7EAAB9-D4D9-4DDA-8F59-D2D1F9F6DEA3}"/>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DB1595A0-89F7-4D61-9252-49F1CD1BCAFA}"/>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D1F3FD86-CE9E-415C-A266-4A901E382EB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089E7253-771F-42D6-B49E-F4822AD63179}"/>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BFA02307-1519-4AF8-93BA-48C727B9971C}"/>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D499BA68-5CAB-4032-A721-36A2EA034B14}"/>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0C5847E6-3B20-4EEB-AACA-5A332EC388A2}"/>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772F25B-0B9F-4257-9884-4E06147D55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2789790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1D00F0F1-F316-41B7-97B1-3F00EBE901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34C40035-F8B2-4FB8-AE8E-AA8D1B37A5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지침과 실제 작업 기록의 대응">
            <a:extLst xmlns:a="http://schemas.openxmlformats.org/drawingml/2006/main">
              <a:ext uri="{FF2B5EF4-FFF2-40B4-BE49-F238E27FC236}">
                <a16:creationId xmlns:a16="http://schemas.microsoft.com/office/drawing/2014/main" id="{74AEB23A-EF5D-440C-A5CA-F38B0903D2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5ACC4C4B-F99E-41C6-85C2-10797C571D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C09AA20C-AA1D-42BD-BCC3-5583B928A1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5248E947-C209-4DA5-A8D8-A5147F6207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D76A5FF4-0A93-4DD2-95B1-889B20FC6D96}"/>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338A8B6A-1890-49A5-8E33-ADF9291B2171}"/>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98F737C-8DD3-4B66-850D-295D48125A9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6C15876B-3AC2-4D0C-B2C0-EA53B31127AA}"/>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27BB3A8D-A14A-4063-849A-CBC7A7E7D0A8}"/>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5F49290C-EBED-4634-B3E2-C94585D6198D}"/>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88FE0C0C-402D-4790-9E85-96F6156193CC}"/>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73FD09C9-F49F-4802-9BBD-E9EA4C975C3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9773654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06D4536F-4D65-4894-8DC7-3798C7168C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3">
            <a:extLst xmlns:a="http://schemas.openxmlformats.org/drawingml/2006/main">
              <a:ext uri="{FF2B5EF4-FFF2-40B4-BE49-F238E27FC236}">
                <a16:creationId xmlns:a16="http://schemas.microsoft.com/office/drawing/2014/main" id="{CCBC4607-C9BE-4A42-B54D-5615314860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절차는 재사용하고, 답은 근거로 정한다">
            <a:extLst xmlns:a="http://schemas.openxmlformats.org/drawingml/2006/main">
              <a:ext uri="{FF2B5EF4-FFF2-40B4-BE49-F238E27FC236}">
                <a16:creationId xmlns:a16="http://schemas.microsoft.com/office/drawing/2014/main" id="{DCD60712-187C-4DE7-BCD5-777FE5B2CC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CB0345A8-6EA3-4204-8A96-4B2FDA1974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CAF62D72-FAA8-4C13-83DC-401B214A88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93151288-673C-442F-BCB3-01734869E6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208E1BBE-988E-4291-B61B-AD391396A52E}"/>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9F1DB5A5-BDAE-4167-BA69-A5C67F234481}"/>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ACB7472F-7AF3-44E6-9650-A4CAB7ACD545}"/>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D6E5F97D-0DEC-4015-BD6C-CA5E3EDBA4AA}"/>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A147DA9A-861D-4622-87DA-3781527B2EF2}"/>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EF08D56C-3FB8-4257-9FC4-5F5B3608CC9B}"/>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0BBF79C7-9497-49D1-B6BD-A5875193C098}"/>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0E4CB931-E380-47FE-A737-9A51FAFB2410}"/>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A5A4FF92-ED87-40AC-A853-2BDC1FE5473F}"/>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41EFFE34-26AF-4FF3-B8F5-56C48F8A6CD0}"/>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08BF1C29-10E5-4942-8007-2A322B7E8452}"/>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7E7C0C3D-6503-4A27-9328-9B7ACD29BFFB}"/>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8C7D2745-DF0B-47D1-BCDF-6B0B4658CF49}"/>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DA01ABC-F33C-40AD-A88A-D335EAF0A00E}"/>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B64330E8-80D7-4FF2-AB92-825DB8F23F8F}"/>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2B16ECB7-074F-4B5F-A6F2-E1654B5087FE}"/>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9DD394B3-E5ED-4534-9574-846E15A40A30}"/>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ECD8B2F2-7ADE-4225-B58F-E3908AE74DC4}"/>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465CCC7F-B099-4650-9CDA-447CB98E540D}"/>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DA46E3A1-2894-4EF7-A1B8-34B3E7F8F83B}"/>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F00CEB45-166B-4057-8DEF-EE487E3F23FA}"/>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6E0CAA98-7C90-4307-A213-B43D788FFBBA}"/>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658EA1C8-D46E-47F9-9E7C-015805DAE2A5}"/>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FA2EBDB6-4036-45A0-A15C-724528026081}"/>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98E16BAE-C263-40F3-A145-10E9F90E4571}"/>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149F2E5-2510-4A87-9449-938F4F75903B}"/>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47228F4-1C1B-4726-9A3B-50E7EE4AB1C1}"/>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63F226EC-76AA-4C71-8366-9978AA2AECAC}"/>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DB6178FC-373C-49B1-94F6-3042438A5F05}"/>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E1B82642-9EE1-4BF9-84A7-D198DD4700AB}"/>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97371372-E431-4B8E-9CF0-79475A753664}"/>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A764E4DB-798C-45E2-8965-95DA92FEF817}"/>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0B717A34-383F-44CD-8FF6-4668D84EB763}"/>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7E1432DA-178E-485C-BDEA-2FCBE9AE9D72}"/>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DCE9C831-F1BF-4500-A06D-CBCBD02EE8FE}"/>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857847DB-2FD0-4A78-83BA-6D2BF324D560}"/>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79BF04B5-84A4-432B-BD58-4762E8EB1DAA}"/>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7D6203A9-4F70-4293-8284-04E532E1D3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59956782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B839D33-DA2D-4647-BC3E-729238FF2E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4">
            <a:extLst xmlns:a="http://schemas.openxmlformats.org/drawingml/2006/main">
              <a:ext uri="{FF2B5EF4-FFF2-40B4-BE49-F238E27FC236}">
                <a16:creationId xmlns:a16="http://schemas.microsoft.com/office/drawing/2014/main" id="{DF9EE39D-4621-4C52-8F92-20DDCA507A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밝기 통계 계산의 성능 개선 후보">
            <a:extLst xmlns:a="http://schemas.openxmlformats.org/drawingml/2006/main">
              <a:ext uri="{FF2B5EF4-FFF2-40B4-BE49-F238E27FC236}">
                <a16:creationId xmlns:a16="http://schemas.microsoft.com/office/drawing/2014/main" id="{E4ADF3C3-913B-49B7-90AD-4A94A26C9D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7EBD9068-C302-484F-A637-B07F51C676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AE789C89-4DAD-472F-A325-A322FD33E1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5A4A7B12-A79C-481C-92BA-8266DCACD6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FABE80B7-98D1-422C-9705-3DB434E10005}"/>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864BA41A-F48E-4831-8BE1-3B4B654FBAC6}"/>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E33B525-673A-43E7-A1F8-3B1764DE0AA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422CA637-DF70-48C7-9F44-D81799066EC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D5164FA8-2F27-4FD8-89E5-3D99168613D0}"/>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F7427A2E-CD8C-450B-B677-5F1C103CE09B}"/>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626C8289-0366-4D24-8B16-DF72525C1ADB}"/>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23C276E0-E6F1-4DFE-A40A-09424445F3F5}"/>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676B744-475A-47ED-8B72-A69618E8EA8E}"/>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EAA111FD-E37C-4492-9D8B-BD93D41A94B4}"/>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A46674BE-F5B5-456C-ACDC-E05D41D3C9FD}"/>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DC9A0428-4DEF-4C26-90F9-27929B41F89C}"/>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04222A1D-7289-4D28-900B-60BD820DE8AE}"/>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C2AF8A75-7B48-413A-A01F-D366ABA3E110}"/>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2B565AC6-F371-487D-ABC0-4BAE970D69FE}"/>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62CF4B7E-4F6D-4EEE-B835-D041AAA7787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8393A996-BE61-4930-AD0F-043B6238C415}"/>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9A7823EF-983A-4466-9ECE-A0E3F90A4F8C}"/>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C19F4FE6-ED63-47E4-B88D-A0EA17973558}"/>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3A71A6C8-8B2B-404F-976B-DFBD14DCBFF8}"/>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8A383523-4317-4134-921D-35F29641FA39}"/>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1029817B-C347-4D8E-BB70-A35B6C45D49E}"/>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0F362CE0-FB24-48D4-8FDB-9ADB12559D4A}"/>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AAD8030-C2DF-4075-944F-FC481A910A85}"/>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8C590FE6-B9D4-4A6E-8D3C-F0DA6EB5BF38}"/>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A37B125-A176-437A-B2BD-03E12C24BEC1}"/>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44A6F68A-2EFE-4F13-A205-55A24E002973}"/>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834AE7EE-01A6-402B-B88A-4C670D931CED}"/>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C6878186-B8AB-475E-85B6-33160664D19C}"/>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6606C6F3-3CBD-41AD-BE45-ACFDE6B3CD1E}"/>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3C8EF53B-0E08-4036-9CF0-435F8ED1B4A2}"/>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4C250A3F-23D8-4A60-A77E-7F58603BBDFA}"/>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B242F3CC-64B0-4C66-AA90-11DA5024AC63}"/>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B86A87E7-B687-45A5-9DCB-41BEF1631CAE}"/>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31BAEDDB-7132-4F31-9799-5ECC1FDB5216}"/>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D1D5E2A0-CF18-496B-B05B-382C5431482E}"/>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E8518B19-2B07-449C-9AA3-BF6176BFB62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165A57C9-7973-42E0-904E-A836DCBA90E1}"/>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D4B428E9-F9DE-49BB-8725-82D31CFADEE2}"/>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411BCE82-59AB-490C-A855-3F5485A9D9BD}"/>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E449AAAA-5C42-4067-B486-CF43285027B6}"/>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B72AC5A9-F21A-4210-8B59-E86BD77C1A77}"/>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8866187A-8C0B-412E-A32C-BD784F5EB3EB}"/>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139B4A9F-529D-462E-8538-679331072096}"/>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1C58661A-41FD-4C8C-96C3-8D18F2DCB5B3}"/>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C132B8AA-2C6F-433B-92A6-E88B34A17EA4}"/>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BB63C3D8-C61D-4AC9-BB9F-E5676AA9BB4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F6B2FE33-2032-4542-9E7D-716E88785735}"/>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91622427-717A-4CE2-9F4D-F8CBD3FE3F01}"/>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85BF2601-8D23-4926-888B-21D90E5564B7}"/>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B6E8F2E1-9527-469E-B25E-D6F74C74F15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61111072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4FBF6C90-FA97-4F55-89DA-A848746336F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5">
            <a:extLst xmlns:a="http://schemas.openxmlformats.org/drawingml/2006/main">
              <a:ext uri="{FF2B5EF4-FFF2-40B4-BE49-F238E27FC236}">
                <a16:creationId xmlns:a16="http://schemas.microsoft.com/office/drawing/2014/main" id="{C6C63262-09DB-4A22-AC34-C088B2FA48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선택한 변경의 시간·메모리·동작 확인">
            <a:extLst xmlns:a="http://schemas.openxmlformats.org/drawingml/2006/main">
              <a:ext uri="{FF2B5EF4-FFF2-40B4-BE49-F238E27FC236}">
                <a16:creationId xmlns:a16="http://schemas.microsoft.com/office/drawing/2014/main" id="{D0681050-8D84-459B-85EE-5A4ED09EAA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EA039AB9-8615-42E5-95B5-7309E01027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F5219528-B6E5-4828-ABCF-6E996241D1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FD1A3F51-400D-477A-AC2B-23785AEB88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8D910428-290F-41E9-9BF7-CFA61EF51A38}"/>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2A570D8C-AB22-4224-BFBD-EAD9E30FCA4C}"/>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BBD54D98-D181-4C19-B94F-DD5B5A238ADC}"/>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D0B62B46-2968-4DE9-8CF6-BD2E146B255A}"/>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ECBF41EE-8A7A-4779-ADD5-5A6FAEC1957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4A9CE2E-09E7-4D40-9ED5-70246B958652}"/>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E9533421-209B-4CB1-AFFB-57003DF3F65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C79801F5-3DBB-440E-99FA-CDE7C004FF94}"/>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b94bdd63ff1c434b"/>
          </a:graphicData>
        </a:graphic>
      </p:graphicFrame>
      <p:sp>
        <p:nvSpPr>
          <p:cNvPr id="15" name="Python 할당 피크">
            <a:extLst xmlns:a="http://schemas.openxmlformats.org/drawingml/2006/main">
              <a:ext uri="{FF2B5EF4-FFF2-40B4-BE49-F238E27FC236}">
                <a16:creationId xmlns:a16="http://schemas.microsoft.com/office/drawing/2014/main" id="{2C7B1280-4BC7-42F5-9708-D72334DAC04B}"/>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5132A9B1-05B6-44CD-981C-C5BC4D64237C}"/>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713A7149-1889-4EDB-A72C-DBFDC1EB3A71}"/>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C89D7918-1578-4C82-ACEC-1B14B349AD4E}"/>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3F7239DC-43AB-470C-AE54-5444D8667CE3}"/>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8A75846F-BF53-456B-802A-C613077BA818}"/>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AA8F7DC0-E4A6-4955-A0FA-245547C83CCA}"/>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20F0D84-B378-4ED2-921D-18DD418D1F7B}"/>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A9586BC2-A0CF-49B2-8C69-BF3ADFE326A4}"/>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6937730C-01A2-415C-ACF0-39F4506F855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5CC8298F-2E7F-4A3B-85D9-C104D87837E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64019640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0CE8060E-9958-49BA-AF4C-56F63A05A7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6">
            <a:extLst xmlns:a="http://schemas.openxmlformats.org/drawingml/2006/main">
              <a:ext uri="{FF2B5EF4-FFF2-40B4-BE49-F238E27FC236}">
                <a16:creationId xmlns:a16="http://schemas.microsoft.com/office/drawing/2014/main" id="{4436FAF5-B7AC-4B4C-9E38-3625E50E1F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한 Agent 조사와 Subagent 역할 분리">
            <a:extLst xmlns:a="http://schemas.openxmlformats.org/drawingml/2006/main">
              <a:ext uri="{FF2B5EF4-FFF2-40B4-BE49-F238E27FC236}">
                <a16:creationId xmlns:a16="http://schemas.microsoft.com/office/drawing/2014/main" id="{A5E3BD9B-CA84-4246-9B49-6F2AA7C9C3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6DADCE42-5A11-45A1-BCCF-017B2BA91C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B014C3EF-3063-4CF0-AEE2-4D13FB2DEEE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A365F40D-9E3B-4857-B3D5-1F1725F0E24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3779FAC1-B6DA-4222-9C62-17A95A2547DB}"/>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912E4332-749A-4D21-93A1-F2BE9B7F9A19}"/>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B6AF96BD-F17E-4A1F-AAAA-E8C5FED032CB}"/>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E88C47EA-F168-459C-B3CA-4C634A853E96}"/>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F12CAEFA-8BFE-40F0-A252-4FDA4202B480}"/>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2659F4F1-E750-4D81-8075-DB6C2A29A238}"/>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9A7BD372-3671-45D9-AA24-6A146002D1CA}"/>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DD24D0EF-E95A-4A09-A1C8-D88E785391FA}"/>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DE505D5D-8D94-468B-B811-3F8EF9FBC1A6}"/>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6483D5B6-F39C-422D-AC78-413D7D9A4274}"/>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20348D94-069C-4B62-85FF-59C4D3EC79C8}"/>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601F233-131C-4D03-B337-A247514397F2}"/>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9E00B601-783A-404D-A673-6281CABF69F6}"/>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B41C4F8-5DD6-43FF-83A8-D76C8DD4EDCF}"/>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CAA2D033-B454-41BF-BB69-48EA07845962}"/>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72361E42-7C6F-4311-80BC-273FD9F70EBA}"/>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323B0A98-E528-48C7-A6E4-C5EC5F5FCEB1}"/>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A566A208-0EFE-46FF-AF64-D917A7646D61}"/>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E12E4EE1-291B-4B11-A324-E02D22311685}"/>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F5917A28-3569-4B2B-B584-077E4536048A}"/>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2953042-AA6C-41F4-9407-C9E9EAA565D8}"/>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55549A0A-5F7A-4D66-9E50-BF10856ABF1A}"/>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E5CF2019-3757-4F1B-B80A-CBDA853E1026}"/>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DD391082-87C0-404E-B078-DB3B5EAA7493}"/>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EC0152D7-C6ED-4217-A285-E43F8BBF9044}"/>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24C21435-0817-48E6-BBD9-D51F9998518F}"/>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65B11252-4EB0-4D04-9CEF-7C9B2B88CEE3}"/>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D9F291C1-602B-4337-B799-3CB5739705AF}"/>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7AB130E0-CD96-4FD5-A7B0-31AD96D355A2}"/>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A650AC74-BB25-439B-AD5C-36399973C0A5}"/>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11AEDF76-4179-4DB2-84BA-F81CC91B8B3B}"/>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BCEDBF94-EACD-4ACE-8D8C-6E914957072F}"/>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120725B5-B942-4CC5-A67D-30274560B092}"/>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BEF49A96-B098-4C14-B1CB-A6FF0AA8E746}"/>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73969A11-4E9C-4955-94B4-A38DF3C82A0B}"/>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26E9E9DB-85C9-4FF0-B634-9637E903A234}"/>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76DC7A34-7954-4A9F-A9E1-3BD629A7C924}"/>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CB15EBCA-13AF-4956-856C-9610F73C57AE}"/>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8BFADB0F-26DB-4C8A-88E0-191B6C61435C}"/>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10EF9ACB-1D54-414E-80C2-862AB8E83B07}"/>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CE43B70E-C2CB-4744-976F-60277D143943}"/>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50DD457F-0603-4C13-8EC8-909923F972E6}"/>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297BFE54-1966-4756-9B18-B0BAC6D493E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83806333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8DCFF48B-5AD0-4360-83D1-FEE3494476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7">
            <a:extLst xmlns:a="http://schemas.openxmlformats.org/drawingml/2006/main">
              <a:ext uri="{FF2B5EF4-FFF2-40B4-BE49-F238E27FC236}">
                <a16:creationId xmlns:a16="http://schemas.microsoft.com/office/drawing/2014/main" id="{F82596DF-9F8A-4F8A-8B8D-654DD919C1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밝기 통계 작업을 나누지 않은 이유">
            <a:extLst xmlns:a="http://schemas.openxmlformats.org/drawingml/2006/main">
              <a:ext uri="{FF2B5EF4-FFF2-40B4-BE49-F238E27FC236}">
                <a16:creationId xmlns:a16="http://schemas.microsoft.com/office/drawing/2014/main" id="{980DE366-1FBA-4FCE-AD61-BD53F6B14B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E5191978-14E0-40D0-B40A-5355FC498DA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69AFA2FD-AC3B-4629-9829-FABB099E3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F8B3F289-0CC6-4AEB-8BB3-95F14E66B1E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84D9B7B3-ABC9-4B61-82C1-F04717EDA5AF}"/>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8F4DF3D2-6D96-462E-9733-3E3E25D4E23E}"/>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BBD37C58-69C1-45A6-97E6-D4852706AB91}"/>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46E7455D-5155-4E1F-9E82-41C85C96CF22}"/>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E27FA19A-7CB6-4FA2-A082-FDE74D3DF936}"/>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6896DBF6-C7F2-4483-8181-E27B441EC37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131E0FE6-F4BA-4EFF-AA9A-8A471DE55827}"/>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048233D1-ED70-483A-9E32-E0CF5A1EF15D}"/>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68F928B6-2BCC-4BA4-A672-5654B2B3B929}"/>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218C1B07-BCBA-40B3-B817-5B8998C33E25}"/>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03E52A4C-C3F2-45ED-A977-2076CBC97A93}"/>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55A0FA66-6D93-445B-ADC3-1A36CBC7EB41}"/>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9C34BA85-6585-4903-AC33-80E580B0EF30}"/>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C1DCDCB3-65C0-4569-B6F1-0E939DEA7FBF}"/>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9BAC589E-4465-4FE1-8056-19DEB4A561D8}"/>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2D3CD870-66D3-4B04-92A4-12AA3FC20C1F}"/>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E86D708C-1BD2-478C-AFB9-A3473D64DA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2602199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AB6930C2-B712-4EBC-BA7D-F23AE12BF9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8">
            <a:extLst xmlns:a="http://schemas.openxmlformats.org/drawingml/2006/main">
              <a:ext uri="{FF2B5EF4-FFF2-40B4-BE49-F238E27FC236}">
                <a16:creationId xmlns:a16="http://schemas.microsoft.com/office/drawing/2014/main" id="{EB9E850D-F99F-4BDA-AC66-B10407A240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이번 Context와 다시 쓸 지식">
            <a:extLst xmlns:a="http://schemas.openxmlformats.org/drawingml/2006/main">
              <a:ext uri="{FF2B5EF4-FFF2-40B4-BE49-F238E27FC236}">
                <a16:creationId xmlns:a16="http://schemas.microsoft.com/office/drawing/2014/main" id="{ACB7FBC1-BA61-4AB7-8562-85F9222F0BB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DFDF645A-11BE-4AAA-929B-380BF67560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ED9B2928-5329-46B9-B7A1-D923EDAB223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30A14CD4-A2D1-4D64-9423-52FFF49D7F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8A732964-E879-4C52-9D1D-367626B3748D}"/>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8688648-4E89-4DEB-AA1E-B3B9F7F8EAD9}"/>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62675479-5EAF-4303-8284-0FB5AE6AC80B}"/>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03D4188E-AA36-4BFC-895A-57F907CDE20F}"/>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93EE1F36-4086-4209-9438-8D28961657E1}"/>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A0C056E1-3481-4154-86D6-2D53B557EAC6}"/>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49771520-DDF1-4399-BD8B-50A439ECF832}"/>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84714C6-BF3F-423D-AEA7-7D4751F1AE68}"/>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56E07A5B-3778-4482-A148-48F2A78B7970}"/>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7CB20D80-E892-446F-A94A-D8C1AAAA8448}"/>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CE39C331-0A5A-4FA6-87B3-70C994F3867E}"/>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D2C5CD50-4850-4A87-A096-C95CB5563108}"/>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8487F538-8693-4CE9-9428-6F2512172872}"/>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DB6A6E20-2A92-43A6-B833-A462AC502919}"/>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9B927769-3F0D-40EC-A471-1845FF20239B}"/>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91495347-36BF-425F-89F2-347B7B437D88}"/>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1E34CC87-D843-4391-9242-E8AF3BCB0B34}"/>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A4B97044-052E-418B-9E74-754108592ABB}"/>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22A85EAA-444F-427E-9F1E-16D2A3F24A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483116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B26553EE-5384-415B-8F3A-65DD9A565B7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9">
            <a:extLst xmlns:a="http://schemas.openxmlformats.org/drawingml/2006/main">
              <a:ext uri="{FF2B5EF4-FFF2-40B4-BE49-F238E27FC236}">
                <a16:creationId xmlns:a16="http://schemas.microsoft.com/office/drawing/2014/main" id="{40DCC7E0-A040-4E72-9BD7-BB73C76E53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실제 Demo 지식의 원래 출처">
            <a:extLst xmlns:a="http://schemas.openxmlformats.org/drawingml/2006/main">
              <a:ext uri="{FF2B5EF4-FFF2-40B4-BE49-F238E27FC236}">
                <a16:creationId xmlns:a16="http://schemas.microsoft.com/office/drawing/2014/main" id="{D3B57F73-DE06-423C-992F-162EC80060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6D73DDF7-AA4C-4F9D-A2A1-EA5B344440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9F31C9C8-74A2-4E8F-A646-87BCB33D89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FB5C8702-E970-4725-8828-9F37F1CDE88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D0415F22-5684-4899-9BF9-88744AE451B9}"/>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C6E54B2B-6979-45EB-A4D2-99ECF6960194}"/>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FB02FF3D-F114-45A7-A8F5-7AF1E51690BA}"/>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245EDAA-DBE4-448B-B070-8A3BFF3085F6}"/>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385F89C2-4E12-4FB4-AB99-716636C0A705}"/>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C63898FE-83A4-4314-A2D4-A44F3B165B75}"/>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92345654-E99F-4B76-AE38-472B4C8AC4ED}"/>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3F82CC89-3C07-4C68-9CD7-6F6E9771170D}"/>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262438CF-03D3-46E4-9ED8-34B98AF8E79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A781B4CC-2C7E-4A65-82F8-1C343FEFF497}"/>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8F8CA57A-1495-4321-931E-3E02BBB95103}"/>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38141A27-672B-438B-A583-4DEB98CC9477}"/>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C4745F26-41F0-45C0-AB4C-D8D6DB725AD8}"/>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0514A12C-A950-41F6-A51E-43625FD6E61F}"/>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72CD0B37-76CC-4CE6-8421-A79495319C8A}"/>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98257399-815D-4E50-8454-5010B9F2421C}"/>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5B070032-2D9A-4D67-94DC-5038CDFCC722}"/>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4E90E6E4-70B8-434F-A98D-FEC7F6B30A9A}"/>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D3F30ADC-EE30-47EB-B506-6171DC750294}"/>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4C471A00-4D56-4457-85A0-C2905663CE28}"/>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AA535DA8-824F-402E-839B-7DE8A2B5D760}"/>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5803918B-0044-438B-B503-2401D2C5F446}"/>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67E9B209-64AF-46C0-9534-9FD10D4AED8B}"/>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7AAA7D50-EF7A-4957-8FA2-B7B5129315F4}"/>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B2B9B36A-E848-4EE8-8DB8-1B880306B709}"/>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BC6A88C-FF8F-4CE5-AF36-0AEB129AEE53}"/>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C5E0AC8D-9077-4996-8E33-DC095A037682}"/>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F36533DA-37E6-4992-A55F-5E86F3539326}"/>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A793D7C9-0845-46E3-A3B9-F56360F328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9560022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F54DA99C-C7FF-41F3-B71A-7E12592F79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0">
            <a:extLst xmlns:a="http://schemas.openxmlformats.org/drawingml/2006/main">
              <a:ext uri="{FF2B5EF4-FFF2-40B4-BE49-F238E27FC236}">
                <a16:creationId xmlns:a16="http://schemas.microsoft.com/office/drawing/2014/main" id="{E2C4A179-86DF-4B2B-8FAF-1753B21AD9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에 쓰인 구성의 역할">
            <a:extLst xmlns:a="http://schemas.openxmlformats.org/drawingml/2006/main">
              <a:ext uri="{FF2B5EF4-FFF2-40B4-BE49-F238E27FC236}">
                <a16:creationId xmlns:a16="http://schemas.microsoft.com/office/drawing/2014/main" id="{491309A8-254C-461E-A07C-AC78C1DE50F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98173CED-E433-45BF-9267-5F707E4855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25FEC881-A31C-419B-A198-F4A4AB82CA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5030F726-39F0-415C-92ED-2E60E6A07F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655590D9-18BC-4B41-95C0-33BCAE353B72}"/>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A18A4AC3-4D7F-4B6B-9458-60345296C79D}"/>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C182AD4F-5A21-4809-92EB-7D4238A4A4CA}"/>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02295617-CF9C-4B72-BEA4-3D8AC22BA693}"/>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38A53914-EA20-4885-B305-B450A40A11D5}"/>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2472AE72-3DEB-4AA7-BCBD-5351D8748D4D}"/>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E79368B0-7BF7-4E2C-BEF0-C6E953B80750}"/>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838537E9-071A-418F-B03A-741CA2312E84}"/>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27069224-4504-4EE7-A868-B7C749E2F092}"/>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C8B8DBFC-A69C-4C12-9AAA-BB410D35365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5496D4E1-4BE1-4935-BA60-2D8D624CEFDA}"/>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FD9B1765-9E6C-4A60-A3CD-620EDC8C99FC}"/>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04358F49-0225-421B-898E-265FB41E1348}"/>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25BBEA6B-95B3-4532-AD5A-7DC49D56AE6C}"/>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13B8731C-DBB1-4F29-BC7D-E03C1D639128}"/>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F0C74DBB-2088-4EF0-8380-824395131205}"/>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97C6EAEA-3603-4FF1-BF35-16FEF133DF0B}"/>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45F8C00B-9842-4CAD-862F-B51C15B7E61B}"/>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AA50D41E-4CD1-4C2B-9688-7039E9F2AA00}"/>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A8C75BCC-0FD3-49D4-BF3C-59BD2DAE8568}"/>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DBFC4077-2D30-427E-8571-D5AC3A88D655}"/>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BD48980E-BBE2-4F65-A7E1-0F28AFBB34D0}"/>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338A11C2-0D98-4762-AD52-6E7E40CDD1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2599276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EC80FD39-E748-4596-8DC2-03CC0FB2D1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1">
            <a:extLst xmlns:a="http://schemas.openxmlformats.org/drawingml/2006/main">
              <a:ext uri="{FF2B5EF4-FFF2-40B4-BE49-F238E27FC236}">
                <a16:creationId xmlns:a16="http://schemas.microsoft.com/office/drawing/2014/main" id="{198DF7B6-1DF7-47DF-A437-C03F54411FD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함께 작동하는 작업 환경, Harness">
            <a:extLst xmlns:a="http://schemas.openxmlformats.org/drawingml/2006/main">
              <a:ext uri="{FF2B5EF4-FFF2-40B4-BE49-F238E27FC236}">
                <a16:creationId xmlns:a16="http://schemas.microsoft.com/office/drawing/2014/main" id="{01262F9C-7FDB-4244-ADC7-69F163231C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049D7DFB-CDD0-44A1-916A-F1F74A56AE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1F8B2F9F-90B9-4527-8FD2-8EF2A2465E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61109062-7913-4939-848C-33CFA9EED1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56403C50-B7BB-4B1D-B190-83EC9B90E920}"/>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DCB6A75F-7A67-4509-BC10-10CD16B975D6}"/>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5ACECF2E-D42B-4ADF-83F2-884062228655}"/>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279E8D5C-DE74-41A7-BFCD-FA69129987F9}"/>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C2C52374-447C-4F36-AD23-EBB3EBD5B7BC}"/>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50B367B7-EB4B-440F-8568-E7EDBF39B3D3}"/>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5B5EBBD0-2D0D-463B-A19E-4E0FCEA3E1F6}"/>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711F08C5-D1BA-4097-8467-C063735A12A8}"/>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6F6A2C75-BB29-48F6-9DD8-513A86E6ACE4}"/>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063660FE-D7C3-4477-9961-CCDAA691185D}"/>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EEB69CFB-2528-4E54-B2B4-EB18B2FF53F5}"/>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6231A4B9-3EFA-4FFD-90A0-A195B1A8C8BD}"/>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140D7E2C-261D-4378-8878-AC77ED478BDE}"/>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7B7EB0EB-B944-415B-A992-9089FE7E6EF2}"/>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887A5535-D12A-47EA-8A64-FD5E08551D67}"/>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0EC360E6-547E-480A-95EA-E9FCE293C753}"/>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DB992131-8C49-477F-B8F8-88512DF9603F}"/>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4B007B32-A2B5-4DD5-BDE3-072B0D3381A6}"/>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9D4DECDB-8E4C-4187-92D0-B0FB26C56A1D}"/>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426CBAB2-FEEC-45CB-AD30-1DB5A6A0688C}"/>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B9D9CBC7-FC7E-4F31-ABFF-E9845FF46094}"/>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157B5D38-AED6-411B-B014-27138A88DFA9}"/>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614D9F5D-DD03-4614-8797-C3A9E5E36071}"/>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01123134-8752-4A44-85BB-0566A1FFAA9F}"/>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79E40F6D-8780-4AF7-B463-54604F691A8D}"/>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A1AEDA2-BC1C-453D-A422-C89D9BCD6921}"/>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FE181CA7-DB07-4789-95B3-AD4857A4CCB6}"/>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E5BEED01-826C-4B93-A810-9123A2F38668}"/>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AA763DBF-37FE-48BF-8910-627F8EB5DD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9226468"/>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5FC41C41-839F-43BB-882E-7B3DC0DF75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2">
            <a:extLst xmlns:a="http://schemas.openxmlformats.org/drawingml/2006/main">
              <a:ext uri="{FF2B5EF4-FFF2-40B4-BE49-F238E27FC236}">
                <a16:creationId xmlns:a16="http://schemas.microsoft.com/office/drawing/2014/main" id="{EF6EF9D9-4630-499F-BBD5-F00EE75D98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만든 Harness를 다음 프로젝트의 기반으로">
            <a:extLst xmlns:a="http://schemas.openxmlformats.org/drawingml/2006/main">
              <a:ext uri="{FF2B5EF4-FFF2-40B4-BE49-F238E27FC236}">
                <a16:creationId xmlns:a16="http://schemas.microsoft.com/office/drawing/2014/main" id="{BA37F21B-D4A4-4655-B250-DC9BBE1FD8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C99E9442-E564-4F8D-AC4E-E6DBB014E6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4D349791-E893-4F80-9DC6-92C7F9BB47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C39D803D-BB61-4989-8C8B-16748D87639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23910F89-0629-4ECD-8FE8-32730406812A}"/>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930B6BD6-D104-4461-921B-625943FE52D2}"/>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559ECD45-401A-4D2A-92F8-43DC69B8170C}"/>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98A65BBA-5A48-41F7-A76A-12E32FA1F52C}"/>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068BBA0C-1960-411E-AC19-195405FA9F7D}"/>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33AE1907-3192-4983-B431-82CC3E37BD6C}"/>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96BEFB7D-6C38-4007-9B96-566822159325}"/>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EE233E16-8456-4EC8-B58C-DA413FB306E1}"/>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A7AE2AA0-D7FC-4552-AD56-C9845AFFF037}"/>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EDA4C8BF-DA3C-4787-AA4D-E869675FC214}"/>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6C9C6E22-18E8-4778-B51E-18F144596E45}"/>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0B41C980-857E-4E76-8D4D-B277580C8999}"/>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3DC7C88-A501-4128-817A-D805532AA96E}"/>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EDACB00E-71F7-4BE7-B888-BAC28387623C}"/>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DD7E84F2-5188-48DC-B22D-A6504BB4EBFC}"/>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48B33FE1-DFDC-40AD-BD76-776807772B22}"/>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6E34DDDC-22CA-48F6-9937-4C141C2A49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1957342"/>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CC2B1FA7-C8C3-4E07-A641-25F3FD50C1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3">
            <a:extLst xmlns:a="http://schemas.openxmlformats.org/drawingml/2006/main">
              <a:ext uri="{FF2B5EF4-FFF2-40B4-BE49-F238E27FC236}">
                <a16:creationId xmlns:a16="http://schemas.microsoft.com/office/drawing/2014/main" id="{F45EE866-8ADB-4901-8AFD-113A4ACB19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공통 기반에 프로젝트 기준을 연결한다">
            <a:extLst xmlns:a="http://schemas.openxmlformats.org/drawingml/2006/main">
              <a:ext uri="{FF2B5EF4-FFF2-40B4-BE49-F238E27FC236}">
                <a16:creationId xmlns:a16="http://schemas.microsoft.com/office/drawing/2014/main" id="{D0450329-C7AF-4F93-8E57-CB192ADED3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DBF776CB-CE8E-4D0B-8B37-F6D3CB26C5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6419619A-3F95-4E69-A5EF-85A730894C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E109B5DA-CF88-41D5-8E31-1F5B8B4ADF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4B0ED10A-9AEA-4093-96CC-E9933FD610E2}"/>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7C87C3F7-5E34-4247-9A7B-D9BA9626C472}"/>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A41C1495-8AEB-4939-B6AC-1094161A5584}"/>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9996C8DB-4A80-497D-8A1A-B832A4B0C863}"/>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D65EB6C4-7D5A-4D65-8060-4F5F95A644A7}"/>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3DCC77CF-2431-419B-9131-677D15ECEA49}"/>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E8829458-2ADE-4278-ABDB-6C610F194188}"/>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3AE3E49B-4655-4058-957A-8D4C3C92CC02}"/>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973D905A-EFB1-4176-9935-21098B5AA0E9}"/>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8B224568-CB33-416C-9946-1CE1C82461A1}"/>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972F0483-DACC-4C63-8936-4CEEB3723A19}"/>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1FC6FD35-FAB3-49AE-9353-A2609840EF07}"/>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DCE22582-2D83-4E8E-88AB-91F7F39527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47814669"/>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앞의 실제 조사에서 실행 조건을 다시 보기">
            <a:extLst xmlns:a="http://schemas.openxmlformats.org/drawingml/2006/main">
              <a:ext uri="{FF2B5EF4-FFF2-40B4-BE49-F238E27FC236}">
                <a16:creationId xmlns:a16="http://schemas.microsoft.com/office/drawing/2014/main" id="{193049DF-A7F4-4A58-9038-9EB0BFA236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앞의 실제 조사에서 실행 조건을 다시 보기</a:t>
            </a:r>
          </a:p>
        </p:txBody>
      </p:sp>
      <p:sp>
        <p:nvSpPr>
          <p:cNvPr id="2" name="S74">
            <a:extLst xmlns:a="http://schemas.openxmlformats.org/drawingml/2006/main">
              <a:ext uri="{FF2B5EF4-FFF2-40B4-BE49-F238E27FC236}">
                <a16:creationId xmlns:a16="http://schemas.microsoft.com/office/drawing/2014/main" id="{32CE14DB-7314-433D-99A0-A7A1E351DE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임시 폴더 오류의 원인은 실행 권한이었다">
            <a:extLst xmlns:a="http://schemas.openxmlformats.org/drawingml/2006/main">
              <a:ext uri="{FF2B5EF4-FFF2-40B4-BE49-F238E27FC236}">
                <a16:creationId xmlns:a16="http://schemas.microsoft.com/office/drawing/2014/main" id="{D3B91101-00B4-421B-8EF2-472D811316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임시 폴더 오류의 원인은 실행 권한이었다</a:t>
            </a:r>
          </a:p>
        </p:txBody>
      </p:sp>
      <p:sp>
        <p:nvSpPr>
          <p:cNvPr id="4" name="">
            <a:extLst xmlns:a="http://schemas.openxmlformats.org/drawingml/2006/main">
              <a:ext uri="{FF2B5EF4-FFF2-40B4-BE49-F238E27FC236}">
                <a16:creationId xmlns:a16="http://schemas.microsoft.com/office/drawing/2014/main" id="{45873C78-24DA-424D-9842-96321DC9B3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TRIAL-001 / Codex CLI 0.154.0 · 기록 재구성">
            <a:extLst xmlns:a="http://schemas.openxmlformats.org/drawingml/2006/main">
              <a:ext uri="{FF2B5EF4-FFF2-40B4-BE49-F238E27FC236}">
                <a16:creationId xmlns:a16="http://schemas.microsoft.com/office/drawing/2014/main" id="{9DBC1F4D-AABA-4AD5-828C-E37D72CDE2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TRIAL-001 / Codex CLI 0.154.0 · 기록 재구성</a:t>
            </a:r>
          </a:p>
        </p:txBody>
      </p:sp>
      <p:sp>
        <p:nvSpPr>
          <p:cNvPr id="6" name="Crop 결함과 별개인 실행 오류 · Agent가 권한 제한을 해결한 것은 아님">
            <a:extLst xmlns:a="http://schemas.openxmlformats.org/drawingml/2006/main">
              <a:ext uri="{FF2B5EF4-FFF2-40B4-BE49-F238E27FC236}">
                <a16:creationId xmlns:a16="http://schemas.microsoft.com/office/drawing/2014/main" id="{9C33CD75-E0E4-4C48-A83E-49D3BE7695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별개인 실행 오류 · Agent가 권한 제한을 해결한 것은 아님</a:t>
            </a:r>
          </a:p>
        </p:txBody>
      </p:sp>
      <p:sp>
        <p:nvSpPr>
          <p:cNvPr id="7" name="Crop 결함과 별개로, 다른 테스트는 실행 환경에 막혔다">
            <a:extLst xmlns:a="http://schemas.openxmlformats.org/drawingml/2006/main">
              <a:ext uri="{FF2B5EF4-FFF2-40B4-BE49-F238E27FC236}">
                <a16:creationId xmlns:a16="http://schemas.microsoft.com/office/drawing/2014/main" id="{91254892-2453-4D0F-AE3A-B73274C3829F}"/>
              </a:ext>
            </a:extLst>
          </p:cNvPr>
          <p:cNvSpPr>
            <a:spLocks xmlns:a="http://schemas.openxmlformats.org/drawingml/2006/main" noGrp="1"/>
          </p:cNvSpPr>
          <p:nvPr/>
        </p:nvSpPr>
        <p:spPr>
          <a:xfrm xmlns:a="http://schemas.openxmlformats.org/drawingml/2006/main">
            <a:off x="609600" y="1828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결함과 별개로, 다른 테스트는 실행 환경에 막혔다</a:t>
            </a:r>
          </a:p>
        </p:txBody>
      </p:sp>
      <p:sp>
        <p:nvSpPr>
          <p:cNvPr id="8" name="">
            <a:extLst xmlns:a="http://schemas.openxmlformats.org/drawingml/2006/main">
              <a:ext uri="{FF2B5EF4-FFF2-40B4-BE49-F238E27FC236}">
                <a16:creationId xmlns:a16="http://schemas.microsoft.com/office/drawing/2014/main" id="{AF2AD09C-62B9-4249-AF8F-1AE647F2FA92}"/>
              </a:ext>
            </a:extLst>
          </p:cNvPr>
          <p:cNvSpPr>
            <a:spLocks xmlns:a="http://schemas.openxmlformats.org/drawingml/2006/main" noGrp="1"/>
          </p:cNvSpPr>
          <p:nvPr/>
        </p:nvSpPr>
        <p:spPr>
          <a:xfrm xmlns:a="http://schemas.openxmlformats.org/drawingml/2006/main">
            <a:off x="609600" y="2838450"/>
            <a:ext cx="33528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테스트 실행">
            <a:extLst xmlns:a="http://schemas.openxmlformats.org/drawingml/2006/main">
              <a:ext uri="{FF2B5EF4-FFF2-40B4-BE49-F238E27FC236}">
                <a16:creationId xmlns:a16="http://schemas.microsoft.com/office/drawing/2014/main" id="{C54C27C7-FD74-4E85-BB03-F7419290A06A}"/>
              </a:ext>
            </a:extLst>
          </p:cNvPr>
          <p:cNvSpPr>
            <a:spLocks xmlns:a="http://schemas.openxmlformats.org/drawingml/2006/main" noGrp="1"/>
          </p:cNvSpPr>
          <p:nvPr/>
        </p:nvSpPr>
        <p:spPr>
          <a:xfrm xmlns:a="http://schemas.openxmlformats.org/drawingml/2006/main">
            <a:off x="800100" y="3048000"/>
            <a:ext cx="2971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테스트 실행</a:t>
            </a:r>
          </a:p>
        </p:txBody>
      </p:sp>
      <p:sp>
        <p:nvSpPr>
          <p:cNvPr id="10" name="임시 폴더가 필요">
            <a:extLst xmlns:a="http://schemas.openxmlformats.org/drawingml/2006/main">
              <a:ext uri="{FF2B5EF4-FFF2-40B4-BE49-F238E27FC236}">
                <a16:creationId xmlns:a16="http://schemas.microsoft.com/office/drawing/2014/main" id="{C8837605-1807-4B80-ADEA-E45AC6C0FD66}"/>
              </a:ext>
            </a:extLst>
          </p:cNvPr>
          <p:cNvSpPr>
            <a:spLocks xmlns:a="http://schemas.openxmlformats.org/drawingml/2006/main" noGrp="1"/>
          </p:cNvSpPr>
          <p:nvPr/>
        </p:nvSpPr>
        <p:spPr>
          <a:xfrm xmlns:a="http://schemas.openxmlformats.org/drawingml/2006/main">
            <a:off x="800100" y="3752850"/>
            <a:ext cx="297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임시 폴더가 필요</a:t>
            </a:r>
          </a:p>
        </p:txBody>
      </p:sp>
      <p:cxnSp>
        <p:nvCxnSpPr>
          <p:cNvPr id="11" name="">
            <a:extLst xmlns:a="http://schemas.openxmlformats.org/drawingml/2006/main">
              <a:ext uri="{FF2B5EF4-FFF2-40B4-BE49-F238E27FC236}">
                <a16:creationId xmlns:a16="http://schemas.microsoft.com/office/drawing/2014/main" id="{F2E8FE3A-FCF9-4B04-A9D4-FBCB8BAFDEB8}"/>
              </a:ext>
            </a:extLst>
          </p:cNvPr>
          <p:cNvCxnSpPr/>
          <p:nvPr/>
        </p:nvCxnSpPr>
        <p:spPr>
          <a:xfrm xmlns:a="http://schemas.openxmlformats.org/drawingml/2006/main">
            <a:off x="4000500" y="365760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2" name="">
            <a:extLst xmlns:a="http://schemas.openxmlformats.org/drawingml/2006/main">
              <a:ext uri="{FF2B5EF4-FFF2-40B4-BE49-F238E27FC236}">
                <a16:creationId xmlns:a16="http://schemas.microsoft.com/office/drawing/2014/main" id="{7B2E3F2B-E79A-4993-893E-D404213143A2}"/>
              </a:ext>
            </a:extLst>
          </p:cNvPr>
          <p:cNvSpPr>
            <a:spLocks xmlns:a="http://schemas.openxmlformats.org/drawingml/2006/main" noGrp="1"/>
          </p:cNvSpPr>
          <p:nvPr/>
        </p:nvSpPr>
        <p:spPr>
          <a:xfrm xmlns:a="http://schemas.openxmlformats.org/drawingml/2006/main">
            <a:off x="4419600" y="2838450"/>
            <a:ext cx="33528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임시 폴더 생성">
            <a:extLst xmlns:a="http://schemas.openxmlformats.org/drawingml/2006/main">
              <a:ext uri="{FF2B5EF4-FFF2-40B4-BE49-F238E27FC236}">
                <a16:creationId xmlns:a16="http://schemas.microsoft.com/office/drawing/2014/main" id="{C829904A-1A8B-4035-86C1-3033E3B0EC91}"/>
              </a:ext>
            </a:extLst>
          </p:cNvPr>
          <p:cNvSpPr>
            <a:spLocks xmlns:a="http://schemas.openxmlformats.org/drawingml/2006/main" noGrp="1"/>
          </p:cNvSpPr>
          <p:nvPr/>
        </p:nvSpPr>
        <p:spPr>
          <a:xfrm xmlns:a="http://schemas.openxmlformats.org/drawingml/2006/main">
            <a:off x="4610100" y="3048000"/>
            <a:ext cx="2971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임시 폴더 생성</a:t>
            </a:r>
          </a:p>
        </p:txBody>
      </p:sp>
      <p:sp>
        <p:nvSpPr>
          <p:cNvPr id="14" name="실행 환경에 생성 요청">
            <a:extLst xmlns:a="http://schemas.openxmlformats.org/drawingml/2006/main">
              <a:ext uri="{FF2B5EF4-FFF2-40B4-BE49-F238E27FC236}">
                <a16:creationId xmlns:a16="http://schemas.microsoft.com/office/drawing/2014/main" id="{29840DB7-3746-49CF-A8BD-EF2B09D7486D}"/>
              </a:ext>
            </a:extLst>
          </p:cNvPr>
          <p:cNvSpPr>
            <a:spLocks xmlns:a="http://schemas.openxmlformats.org/drawingml/2006/main" noGrp="1"/>
          </p:cNvSpPr>
          <p:nvPr/>
        </p:nvSpPr>
        <p:spPr>
          <a:xfrm xmlns:a="http://schemas.openxmlformats.org/drawingml/2006/main">
            <a:off x="4610100" y="3752850"/>
            <a:ext cx="297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환경에 생성 요청</a:t>
            </a:r>
          </a:p>
        </p:txBody>
      </p:sp>
      <p:cxnSp>
        <p:nvCxnSpPr>
          <p:cNvPr id="15" name="">
            <a:extLst xmlns:a="http://schemas.openxmlformats.org/drawingml/2006/main">
              <a:ext uri="{FF2B5EF4-FFF2-40B4-BE49-F238E27FC236}">
                <a16:creationId xmlns:a16="http://schemas.microsoft.com/office/drawing/2014/main" id="{C5C27DA7-71B7-4BDB-B1D3-FC1FF2C2013A}"/>
              </a:ext>
            </a:extLst>
          </p:cNvPr>
          <p:cNvCxnSpPr/>
          <p:nvPr/>
        </p:nvCxnSpPr>
        <p:spPr>
          <a:xfrm xmlns:a="http://schemas.openxmlformats.org/drawingml/2006/main">
            <a:off x="7810500" y="3657600"/>
            <a:ext cx="3619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6" name="">
            <a:extLst xmlns:a="http://schemas.openxmlformats.org/drawingml/2006/main">
              <a:ext uri="{FF2B5EF4-FFF2-40B4-BE49-F238E27FC236}">
                <a16:creationId xmlns:a16="http://schemas.microsoft.com/office/drawing/2014/main" id="{2DA68F70-6CCC-493F-AD3F-2A8071C7E634}"/>
              </a:ext>
            </a:extLst>
          </p:cNvPr>
          <p:cNvSpPr>
            <a:spLocks xmlns:a="http://schemas.openxmlformats.org/drawingml/2006/main" noGrp="1"/>
          </p:cNvSpPr>
          <p:nvPr/>
        </p:nvSpPr>
        <p:spPr>
          <a:xfrm xmlns:a="http://schemas.openxmlformats.org/drawingml/2006/main">
            <a:off x="8229600" y="2838450"/>
            <a:ext cx="3352800" cy="1638300"/>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17" name="읽기 전용 권한">
            <a:extLst xmlns:a="http://schemas.openxmlformats.org/drawingml/2006/main">
              <a:ext uri="{FF2B5EF4-FFF2-40B4-BE49-F238E27FC236}">
                <a16:creationId xmlns:a16="http://schemas.microsoft.com/office/drawing/2014/main" id="{6A221FEF-38C2-4D80-A55C-8DECE4B63EA1}"/>
              </a:ext>
            </a:extLst>
          </p:cNvPr>
          <p:cNvSpPr>
            <a:spLocks xmlns:a="http://schemas.openxmlformats.org/drawingml/2006/main" noGrp="1"/>
          </p:cNvSpPr>
          <p:nvPr/>
        </p:nvSpPr>
        <p:spPr>
          <a:xfrm xmlns:a="http://schemas.openxmlformats.org/drawingml/2006/main">
            <a:off x="8420100" y="3048000"/>
            <a:ext cx="2971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B42318"/>
                </a:solidFill>
                <a:latin typeface="Malgun Gothic"/>
                <a:ea typeface="Malgun Gothic"/>
                <a:cs typeface="Malgun Gothic"/>
              </a:defRPr>
            </a:defPPr>
            <a:lvl1pPr algn="l">
              <a:defRPr sz="2325" b="1">
                <a:solidFill>
                  <a:srgbClr val="B42318"/>
                </a:solidFill>
                <a:latin typeface="Malgun Gothic"/>
                <a:ea typeface="Malgun Gothic"/>
                <a:cs typeface="Malgun Gothic"/>
              </a:defRPr>
            </a:lvl1pPr>
            <a:lvl2pPr algn="l">
              <a:defRPr sz="2325" b="1">
                <a:solidFill>
                  <a:srgbClr val="B42318"/>
                </a:solidFill>
                <a:latin typeface="Malgun Gothic"/>
                <a:ea typeface="Malgun Gothic"/>
                <a:cs typeface="Malgun Gothic"/>
              </a:defRPr>
            </a:lvl2pPr>
            <a:lvl3pPr algn="l">
              <a:defRPr sz="2325" b="1">
                <a:solidFill>
                  <a:srgbClr val="B42318"/>
                </a:solidFill>
                <a:latin typeface="Malgun Gothic"/>
                <a:ea typeface="Malgun Gothic"/>
                <a:cs typeface="Malgun Gothic"/>
              </a:defRPr>
            </a:lvl3pPr>
            <a:lvl4pPr algn="l">
              <a:defRPr sz="2325" b="1">
                <a:solidFill>
                  <a:srgbClr val="B42318"/>
                </a:solidFill>
                <a:latin typeface="Malgun Gothic"/>
                <a:ea typeface="Malgun Gothic"/>
                <a:cs typeface="Malgun Gothic"/>
              </a:defRPr>
            </a:lvl4pPr>
            <a:lvl5pPr algn="l">
              <a:defRPr sz="2325" b="1">
                <a:solidFill>
                  <a:srgbClr val="B42318"/>
                </a:solidFill>
                <a:latin typeface="Malgun Gothic"/>
                <a:ea typeface="Malgun Gothic"/>
                <a:cs typeface="Malgun Gothic"/>
              </a:defRPr>
            </a:lvl5pPr>
            <a:lvl6pPr algn="l">
              <a:defRPr sz="2325" b="1">
                <a:solidFill>
                  <a:srgbClr val="B42318"/>
                </a:solidFill>
                <a:latin typeface="Malgun Gothic"/>
                <a:ea typeface="Malgun Gothic"/>
                <a:cs typeface="Malgun Gothic"/>
              </a:defRPr>
            </a:lvl6pPr>
            <a:lvl7pPr algn="l">
              <a:defRPr sz="2325" b="1">
                <a:solidFill>
                  <a:srgbClr val="B42318"/>
                </a:solidFill>
                <a:latin typeface="Malgun Gothic"/>
                <a:ea typeface="Malgun Gothic"/>
                <a:cs typeface="Malgun Gothic"/>
              </a:defRPr>
            </a:lvl7pPr>
            <a:lvl8pPr algn="l">
              <a:defRPr sz="2325" b="1">
                <a:solidFill>
                  <a:srgbClr val="B42318"/>
                </a:solidFill>
                <a:latin typeface="Malgun Gothic"/>
                <a:ea typeface="Malgun Gothic"/>
                <a:cs typeface="Malgun Gothic"/>
              </a:defRPr>
            </a:lvl8pPr>
            <a:lvl9pPr algn="l">
              <a:defRPr sz="2325" b="1">
                <a:solidFill>
                  <a:srgbClr val="B42318"/>
                </a:solidFill>
                <a:latin typeface="Malgun Gothic"/>
                <a:ea typeface="Malgun Gothic"/>
                <a:cs typeface="Malgun Gothic"/>
              </a:defRPr>
            </a:lvl9pPr>
          </a:lstStyle>
          <a:p xmlns:a="http://schemas.openxmlformats.org/drawingml/2006/main">
            <a:pPr algn="l">
              <a:defRPr sz="2325" b="1">
                <a:solidFill>
                  <a:srgbClr val="B42318"/>
                </a:solidFill>
                <a:latin typeface="Malgun Gothic"/>
                <a:ea typeface="Malgun Gothic"/>
                <a:cs typeface="Malgun Gothic"/>
              </a:defRPr>
            </a:pPr>
            <a:r>
              <a:rPr sz="2325" b="1">
                <a:solidFill>
                  <a:srgbClr val="B42318"/>
                </a:solidFill>
                <a:latin typeface="Malgun Gothic"/>
                <a:ea typeface="Malgun Gothic"/>
                <a:cs typeface="Malgun Gothic"/>
              </a:rPr>
              <a:t>읽기 전용 권한</a:t>
            </a:r>
          </a:p>
        </p:txBody>
      </p:sp>
      <p:sp>
        <p:nvSpPr>
          <p:cNvPr id="18" name="생성할 수 없음">
            <a:extLst xmlns:a="http://schemas.openxmlformats.org/drawingml/2006/main">
              <a:ext uri="{FF2B5EF4-FFF2-40B4-BE49-F238E27FC236}">
                <a16:creationId xmlns:a16="http://schemas.microsoft.com/office/drawing/2014/main" id="{6E7374F3-6AC7-4F1A-9852-48DC35E34632}"/>
              </a:ext>
            </a:extLst>
          </p:cNvPr>
          <p:cNvSpPr>
            <a:spLocks xmlns:a="http://schemas.openxmlformats.org/drawingml/2006/main" noGrp="1"/>
          </p:cNvSpPr>
          <p:nvPr/>
        </p:nvSpPr>
        <p:spPr>
          <a:xfrm xmlns:a="http://schemas.openxmlformats.org/drawingml/2006/main">
            <a:off x="8420100" y="3752850"/>
            <a:ext cx="2971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생성할 수 없음</a:t>
            </a:r>
          </a:p>
        </p:txBody>
      </p:sp>
      <p:sp>
        <p:nvSpPr>
          <p:cNvPr id="19" name="코드를 볼 수 있어도, 실행할 권한은 따로 필요하다">
            <a:extLst xmlns:a="http://schemas.openxmlformats.org/drawingml/2006/main">
              <a:ext uri="{FF2B5EF4-FFF2-40B4-BE49-F238E27FC236}">
                <a16:creationId xmlns:a16="http://schemas.microsoft.com/office/drawing/2014/main" id="{44E77975-043A-4AE3-A087-EFF0E0FE123B}"/>
              </a:ext>
            </a:extLst>
          </p:cNvPr>
          <p:cNvSpPr>
            <a:spLocks xmlns:a="http://schemas.openxmlformats.org/drawingml/2006/main" noGrp="1"/>
          </p:cNvSpPr>
          <p:nvPr/>
        </p:nvSpPr>
        <p:spPr>
          <a:xfrm xmlns:a="http://schemas.openxmlformats.org/drawingml/2006/main">
            <a:off x="609600" y="50768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코드를 볼 수 있어도, 실행할 권한은 따로 필요하다</a:t>
            </a:r>
          </a:p>
        </p:txBody>
      </p:sp>
      <p:sp>
        <p:nvSpPr>
          <p:cNvPr id="20" name="Legacy module connection">
            <a:extLst xmlns:a="http://schemas.openxmlformats.org/drawingml/2006/main">
              <a:ext uri="{FF2B5EF4-FFF2-40B4-BE49-F238E27FC236}">
                <a16:creationId xmlns:a16="http://schemas.microsoft.com/office/drawing/2014/main" id="{16DD52B0-4645-4DEA-B570-4B08C6D654E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4881622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새 프로젝트에 연결할 실행 조건">
            <a:extLst xmlns:a="http://schemas.openxmlformats.org/drawingml/2006/main">
              <a:ext uri="{FF2B5EF4-FFF2-40B4-BE49-F238E27FC236}">
                <a16:creationId xmlns:a16="http://schemas.microsoft.com/office/drawing/2014/main" id="{785E0EC9-6455-4A99-A46D-3824BD3A1B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새 프로젝트에 연결할 실행 조건</a:t>
            </a:r>
          </a:p>
        </p:txBody>
      </p:sp>
      <p:sp>
        <p:nvSpPr>
          <p:cNvPr id="2" name="S75">
            <a:extLst xmlns:a="http://schemas.openxmlformats.org/drawingml/2006/main">
              <a:ext uri="{FF2B5EF4-FFF2-40B4-BE49-F238E27FC236}">
                <a16:creationId xmlns:a16="http://schemas.microsoft.com/office/drawing/2014/main" id="{2D50A94C-CDA7-493C-AF1C-5BE7A18041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Agent의 실행 조건은 어디에서 오는가?">
            <a:extLst xmlns:a="http://schemas.openxmlformats.org/drawingml/2006/main">
              <a:ext uri="{FF2B5EF4-FFF2-40B4-BE49-F238E27FC236}">
                <a16:creationId xmlns:a16="http://schemas.microsoft.com/office/drawing/2014/main" id="{9902677E-5437-4589-ABFE-884916F7DDB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Agent의 실행 조건은 어디에서 오는가?</a:t>
            </a:r>
          </a:p>
        </p:txBody>
      </p:sp>
      <p:sp>
        <p:nvSpPr>
          <p:cNvPr id="4" name="">
            <a:extLst xmlns:a="http://schemas.openxmlformats.org/drawingml/2006/main">
              <a:ext uri="{FF2B5EF4-FFF2-40B4-BE49-F238E27FC236}">
                <a16:creationId xmlns:a16="http://schemas.microsoft.com/office/drawing/2014/main" id="{F65E1109-66FE-447F-A0CE-32AA103CA6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관계도 · Repository 안의 정보와 밖에서 적용되는 조건">
            <a:extLst xmlns:a="http://schemas.openxmlformats.org/drawingml/2006/main">
              <a:ext uri="{FF2B5EF4-FFF2-40B4-BE49-F238E27FC236}">
                <a16:creationId xmlns:a16="http://schemas.microsoft.com/office/drawing/2014/main" id="{C1FC44BD-A268-4586-9129-5C1620F1A1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관계도 · Repository 안의 정보와 밖에서 적용되는 조건</a:t>
            </a:r>
          </a:p>
        </p:txBody>
      </p:sp>
      <p:sp>
        <p:nvSpPr>
          <p:cNvPr id="6" name="정확한 지침 로딩 순서·전체 설정 목록이 아님 · 현재 제품·계정·권한은 별도 확인">
            <a:extLst xmlns:a="http://schemas.openxmlformats.org/drawingml/2006/main">
              <a:ext uri="{FF2B5EF4-FFF2-40B4-BE49-F238E27FC236}">
                <a16:creationId xmlns:a16="http://schemas.microsoft.com/office/drawing/2014/main" id="{848F2C81-DE4A-46C9-B454-371A62746E1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정확한 지침 로딩 순서·전체 설정 목록이 아님 · 현재 제품·계정·권한은 별도 확인</a:t>
            </a:r>
          </a:p>
        </p:txBody>
      </p:sp>
      <p:sp>
        <p:nvSpPr>
          <p:cNvPr id="7" name="">
            <a:extLst xmlns:a="http://schemas.openxmlformats.org/drawingml/2006/main">
              <a:ext uri="{FF2B5EF4-FFF2-40B4-BE49-F238E27FC236}">
                <a16:creationId xmlns:a16="http://schemas.microsoft.com/office/drawing/2014/main" id="{C93FA5B2-18BD-4B1C-B981-451173E74F67}"/>
              </a:ext>
            </a:extLst>
          </p:cNvPr>
          <p:cNvSpPr>
            <a:spLocks xmlns:a="http://schemas.openxmlformats.org/drawingml/2006/main" noGrp="1"/>
          </p:cNvSpPr>
          <p:nvPr/>
        </p:nvSpPr>
        <p:spPr>
          <a:xfrm xmlns:a="http://schemas.openxmlformats.org/drawingml/2006/main">
            <a:off x="609600" y="2524125"/>
            <a:ext cx="3390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Repository 안">
            <a:extLst xmlns:a="http://schemas.openxmlformats.org/drawingml/2006/main">
              <a:ext uri="{FF2B5EF4-FFF2-40B4-BE49-F238E27FC236}">
                <a16:creationId xmlns:a16="http://schemas.microsoft.com/office/drawing/2014/main" id="{7A3B9219-5E32-4CD6-AE22-FB632C9ABA11}"/>
              </a:ext>
            </a:extLst>
          </p:cNvPr>
          <p:cNvSpPr>
            <a:spLocks xmlns:a="http://schemas.openxmlformats.org/drawingml/2006/main" noGrp="1"/>
          </p:cNvSpPr>
          <p:nvPr/>
        </p:nvSpPr>
        <p:spPr>
          <a:xfrm xmlns:a="http://schemas.openxmlformats.org/drawingml/2006/main">
            <a:off x="819150" y="2705100"/>
            <a:ext cx="2971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Repository 안</a:t>
            </a:r>
          </a:p>
        </p:txBody>
      </p:sp>
      <p:sp>
        <p:nvSpPr>
          <p:cNvPr id="9" name="코드 · AGENTS.md&#10;프로젝트 문서 · Skill">
            <a:extLst xmlns:a="http://schemas.openxmlformats.org/drawingml/2006/main">
              <a:ext uri="{FF2B5EF4-FFF2-40B4-BE49-F238E27FC236}">
                <a16:creationId xmlns:a16="http://schemas.microsoft.com/office/drawing/2014/main" id="{F3BBB955-E14A-4AEA-B268-E13ED3CD9826}"/>
              </a:ext>
            </a:extLst>
          </p:cNvPr>
          <p:cNvSpPr>
            <a:spLocks xmlns:a="http://schemas.openxmlformats.org/drawingml/2006/main" noGrp="1"/>
          </p:cNvSpPr>
          <p:nvPr/>
        </p:nvSpPr>
        <p:spPr>
          <a:xfrm xmlns:a="http://schemas.openxmlformats.org/drawingml/2006/main">
            <a:off x="819150" y="3381375"/>
            <a:ext cx="29718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 · Skill</a:t>
            </a:r>
          </a:p>
        </p:txBody>
      </p:sp>
      <p:cxnSp>
        <p:nvCxnSpPr>
          <p:cNvPr id="10" name="">
            <a:extLst xmlns:a="http://schemas.openxmlformats.org/drawingml/2006/main">
              <a:ext uri="{FF2B5EF4-FFF2-40B4-BE49-F238E27FC236}">
                <a16:creationId xmlns:a16="http://schemas.microsoft.com/office/drawing/2014/main" id="{D87899A9-3ED9-4FB0-9F00-71ABFFD890B7}"/>
              </a:ext>
            </a:extLst>
          </p:cNvPr>
          <p:cNvCxnSpPr/>
          <p:nvPr/>
        </p:nvCxnSpPr>
        <p:spPr>
          <a:xfrm xmlns:a="http://schemas.openxmlformats.org/drawingml/2006/main">
            <a:off x="4000500" y="3543300"/>
            <a:ext cx="9525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1" name="">
            <a:extLst xmlns:a="http://schemas.openxmlformats.org/drawingml/2006/main">
              <a:ext uri="{FF2B5EF4-FFF2-40B4-BE49-F238E27FC236}">
                <a16:creationId xmlns:a16="http://schemas.microsoft.com/office/drawing/2014/main" id="{F09C125D-31F6-446A-93B2-95F781EBAA70}"/>
              </a:ext>
            </a:extLst>
          </p:cNvPr>
          <p:cNvSpPr>
            <a:spLocks xmlns:a="http://schemas.openxmlformats.org/drawingml/2006/main" noGrp="1"/>
          </p:cNvSpPr>
          <p:nvPr/>
        </p:nvSpPr>
        <p:spPr>
          <a:xfrm xmlns:a="http://schemas.openxmlformats.org/drawingml/2006/main">
            <a:off x="5029200" y="2895600"/>
            <a:ext cx="2133600" cy="12954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Agent">
            <a:extLst xmlns:a="http://schemas.openxmlformats.org/drawingml/2006/main">
              <a:ext uri="{FF2B5EF4-FFF2-40B4-BE49-F238E27FC236}">
                <a16:creationId xmlns:a16="http://schemas.microsoft.com/office/drawing/2014/main" id="{8B9A7D61-B2B1-4978-AAF8-4B1E78501603}"/>
              </a:ext>
            </a:extLst>
          </p:cNvPr>
          <p:cNvSpPr>
            <a:spLocks xmlns:a="http://schemas.openxmlformats.org/drawingml/2006/main" noGrp="1"/>
          </p:cNvSpPr>
          <p:nvPr/>
        </p:nvSpPr>
        <p:spPr>
          <a:xfrm xmlns:a="http://schemas.openxmlformats.org/drawingml/2006/main">
            <a:off x="5219700" y="306705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3" name="작업 실행">
            <a:extLst xmlns:a="http://schemas.openxmlformats.org/drawingml/2006/main">
              <a:ext uri="{FF2B5EF4-FFF2-40B4-BE49-F238E27FC236}">
                <a16:creationId xmlns:a16="http://schemas.microsoft.com/office/drawing/2014/main" id="{0A0BBE5F-7DBD-4652-9044-1F35F24E03E6}"/>
              </a:ext>
            </a:extLst>
          </p:cNvPr>
          <p:cNvSpPr>
            <a:spLocks xmlns:a="http://schemas.openxmlformats.org/drawingml/2006/main" noGrp="1"/>
          </p:cNvSpPr>
          <p:nvPr/>
        </p:nvSpPr>
        <p:spPr>
          <a:xfrm xmlns:a="http://schemas.openxmlformats.org/drawingml/2006/main">
            <a:off x="5219700" y="3619500"/>
            <a:ext cx="1752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 실행</a:t>
            </a:r>
          </a:p>
        </p:txBody>
      </p:sp>
      <p:cxnSp>
        <p:nvCxnSpPr>
          <p:cNvPr id="14" name="">
            <a:extLst xmlns:a="http://schemas.openxmlformats.org/drawingml/2006/main">
              <a:ext uri="{FF2B5EF4-FFF2-40B4-BE49-F238E27FC236}">
                <a16:creationId xmlns:a16="http://schemas.microsoft.com/office/drawing/2014/main" id="{4BB5ACB8-7891-42CC-89E8-11396C30234D}"/>
              </a:ext>
            </a:extLst>
          </p:cNvPr>
          <p:cNvCxnSpPr/>
          <p:nvPr/>
        </p:nvCxnSpPr>
        <p:spPr>
          <a:xfrm xmlns:a="http://schemas.openxmlformats.org/drawingml/2006/main">
            <a:off x="7239000" y="3543300"/>
            <a:ext cx="99060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5" name="적용 확인">
            <a:extLst xmlns:a="http://schemas.openxmlformats.org/drawingml/2006/main">
              <a:ext uri="{FF2B5EF4-FFF2-40B4-BE49-F238E27FC236}">
                <a16:creationId xmlns:a16="http://schemas.microsoft.com/office/drawing/2014/main" id="{3C7C463B-2984-4154-AF83-8C145FD71C4F}"/>
              </a:ext>
            </a:extLst>
          </p:cNvPr>
          <p:cNvSpPr>
            <a:spLocks xmlns:a="http://schemas.openxmlformats.org/drawingml/2006/main" noGrp="1"/>
          </p:cNvSpPr>
          <p:nvPr/>
        </p:nvSpPr>
        <p:spPr>
          <a:xfrm xmlns:a="http://schemas.openxmlformats.org/drawingml/2006/main">
            <a:off x="7239000" y="3000375"/>
            <a:ext cx="990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 확인</a:t>
            </a:r>
          </a:p>
        </p:txBody>
      </p:sp>
      <p:sp>
        <p:nvSpPr>
          <p:cNvPr id="16" name="">
            <a:extLst xmlns:a="http://schemas.openxmlformats.org/drawingml/2006/main">
              <a:ext uri="{FF2B5EF4-FFF2-40B4-BE49-F238E27FC236}">
                <a16:creationId xmlns:a16="http://schemas.microsoft.com/office/drawing/2014/main" id="{16543810-FFE6-4E08-8E52-D303C2008670}"/>
              </a:ext>
            </a:extLst>
          </p:cNvPr>
          <p:cNvSpPr>
            <a:spLocks xmlns:a="http://schemas.openxmlformats.org/drawingml/2006/main" noGrp="1"/>
          </p:cNvSpPr>
          <p:nvPr/>
        </p:nvSpPr>
        <p:spPr>
          <a:xfrm xmlns:a="http://schemas.openxmlformats.org/drawingml/2006/main">
            <a:off x="8305800" y="2524125"/>
            <a:ext cx="32766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7" name="Repository 밖">
            <a:extLst xmlns:a="http://schemas.openxmlformats.org/drawingml/2006/main">
              <a:ext uri="{FF2B5EF4-FFF2-40B4-BE49-F238E27FC236}">
                <a16:creationId xmlns:a16="http://schemas.microsoft.com/office/drawing/2014/main" id="{0A5CA36C-4A09-480C-92EA-1B78C452B055}"/>
              </a:ext>
            </a:extLst>
          </p:cNvPr>
          <p:cNvSpPr>
            <a:spLocks xmlns:a="http://schemas.openxmlformats.org/drawingml/2006/main" noGrp="1"/>
          </p:cNvSpPr>
          <p:nvPr/>
        </p:nvSpPr>
        <p:spPr>
          <a:xfrm xmlns:a="http://schemas.openxmlformats.org/drawingml/2006/main">
            <a:off x="8515350" y="2705100"/>
            <a:ext cx="2857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Repository 밖</a:t>
            </a:r>
          </a:p>
        </p:txBody>
      </p:sp>
      <p:sp>
        <p:nvSpPr>
          <p:cNvPr id="18" name="전역 지침 · Skills&#10;모델·설정 · 허용 권한">
            <a:extLst xmlns:a="http://schemas.openxmlformats.org/drawingml/2006/main">
              <a:ext uri="{FF2B5EF4-FFF2-40B4-BE49-F238E27FC236}">
                <a16:creationId xmlns:a16="http://schemas.microsoft.com/office/drawing/2014/main" id="{59289AB6-98DF-4B27-BDA7-55EF280FEA17}"/>
              </a:ext>
            </a:extLst>
          </p:cNvPr>
          <p:cNvSpPr>
            <a:spLocks xmlns:a="http://schemas.openxmlformats.org/drawingml/2006/main" noGrp="1"/>
          </p:cNvSpPr>
          <p:nvPr/>
        </p:nvSpPr>
        <p:spPr>
          <a:xfrm xmlns:a="http://schemas.openxmlformats.org/drawingml/2006/main">
            <a:off x="8515350" y="3381375"/>
            <a:ext cx="28575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 · 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허용 권한</a:t>
            </a:r>
          </a:p>
        </p:txBody>
      </p:sp>
      <p:sp>
        <p:nvSpPr>
          <p:cNvPr id="19" name="저장소를 옮긴 뒤에도, 적용되는 조건을 확인한다">
            <a:extLst xmlns:a="http://schemas.openxmlformats.org/drawingml/2006/main">
              <a:ext uri="{FF2B5EF4-FFF2-40B4-BE49-F238E27FC236}">
                <a16:creationId xmlns:a16="http://schemas.microsoft.com/office/drawing/2014/main" id="{826A3488-778B-43FD-A223-5471D36F0A6C}"/>
              </a:ext>
            </a:extLst>
          </p:cNvPr>
          <p:cNvSpPr>
            <a:spLocks xmlns:a="http://schemas.openxmlformats.org/drawingml/2006/main" noGrp="1"/>
          </p:cNvSpPr>
          <p:nvPr/>
        </p:nvSpPr>
        <p:spPr>
          <a:xfrm xmlns:a="http://schemas.openxmlformats.org/drawingml/2006/main">
            <a:off x="609600" y="51530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저장소를 옮긴 뒤에도, 적용되는 조건을 확인한다</a:t>
            </a:r>
          </a:p>
        </p:txBody>
      </p:sp>
      <p:sp>
        <p:nvSpPr>
          <p:cNvPr id="20" name="Legacy module connection">
            <a:extLst xmlns:a="http://schemas.openxmlformats.org/drawingml/2006/main">
              <a:ext uri="{FF2B5EF4-FFF2-40B4-BE49-F238E27FC236}">
                <a16:creationId xmlns:a16="http://schemas.microsoft.com/office/drawing/2014/main" id="{28691E5B-571A-45B7-BA32-DA8257A5295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63755070"/>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실제 기록에서 확인한 외부 조건">
            <a:extLst xmlns:a="http://schemas.openxmlformats.org/drawingml/2006/main">
              <a:ext uri="{FF2B5EF4-FFF2-40B4-BE49-F238E27FC236}">
                <a16:creationId xmlns:a16="http://schemas.microsoft.com/office/drawing/2014/main" id="{71FB5356-A5A0-4E49-A8D2-57E5E25D2F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기록에서 확인한 외부 조건</a:t>
            </a:r>
          </a:p>
        </p:txBody>
      </p:sp>
      <p:sp>
        <p:nvSpPr>
          <p:cNvPr id="2" name="S76">
            <a:extLst xmlns:a="http://schemas.openxmlformats.org/drawingml/2006/main">
              <a:ext uri="{FF2B5EF4-FFF2-40B4-BE49-F238E27FC236}">
                <a16:creationId xmlns:a16="http://schemas.microsoft.com/office/drawing/2014/main" id="{15ABE89B-B6B7-434C-B2CD-56E1F0AA411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실제 성능 조사에도 저장소 밖 지침이 들어왔다">
            <a:extLst xmlns:a="http://schemas.openxmlformats.org/drawingml/2006/main">
              <a:ext uri="{FF2B5EF4-FFF2-40B4-BE49-F238E27FC236}">
                <a16:creationId xmlns:a16="http://schemas.microsoft.com/office/drawing/2014/main" id="{E345B933-47BA-4976-A0AB-A519F54E61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성능 조사에도 저장소 밖 지침이 들어왔다</a:t>
            </a:r>
          </a:p>
        </p:txBody>
      </p:sp>
      <p:sp>
        <p:nvSpPr>
          <p:cNvPr id="4" name="">
            <a:extLst xmlns:a="http://schemas.openxmlformats.org/drawingml/2006/main">
              <a:ext uri="{FF2B5EF4-FFF2-40B4-BE49-F238E27FC236}">
                <a16:creationId xmlns:a16="http://schemas.microsoft.com/office/drawing/2014/main" id="{0101894E-C0E1-4A03-83B3-7D0536CD0F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600F744F-1975-4ED9-BA4C-96EE6ED690A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 Codex CLI 0.154.0 · 기록 재구성">
            <a:extLst xmlns:a="http://schemas.openxmlformats.org/drawingml/2006/main">
              <a:ext uri="{FF2B5EF4-FFF2-40B4-BE49-F238E27FC236}">
                <a16:creationId xmlns:a16="http://schemas.microsoft.com/office/drawing/2014/main" id="{BD220FC5-1F3A-4469-BD6D-B0CBF691E0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 Codex CLI 0.154.0 · 기록 재구성</a:t>
            </a:r>
          </a:p>
        </p:txBody>
      </p:sp>
      <p:sp>
        <p:nvSpPr>
          <p:cNvPr id="7" name="전역 Skill의 관여는 관찰 · 개별 성능 효과·현재 Desktop 재현·전체 환경 감사는 미입증">
            <a:extLst xmlns:a="http://schemas.openxmlformats.org/drawingml/2006/main">
              <a:ext uri="{FF2B5EF4-FFF2-40B4-BE49-F238E27FC236}">
                <a16:creationId xmlns:a16="http://schemas.microsoft.com/office/drawing/2014/main" id="{8796DEA7-4827-46FC-ABB6-C854FED60D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전역 Skill의 관여는 관찰 · 개별 성능 효과·현재 Desktop 재현·전체 환경 감사는 미입증</a:t>
            </a:r>
          </a:p>
        </p:txBody>
      </p:sp>
      <p:sp>
        <p:nvSpPr>
          <p:cNvPr id="8" name="이미지 크기 변경(Resize) 성능 조사 당시">
            <a:extLst xmlns:a="http://schemas.openxmlformats.org/drawingml/2006/main">
              <a:ext uri="{FF2B5EF4-FFF2-40B4-BE49-F238E27FC236}">
                <a16:creationId xmlns:a16="http://schemas.microsoft.com/office/drawing/2014/main" id="{3E82B6D9-8ED8-4643-BE6E-5ABAC8A387F8}"/>
              </a:ext>
            </a:extLst>
          </p:cNvPr>
          <p:cNvSpPr>
            <a:spLocks xmlns:a="http://schemas.openxmlformats.org/drawingml/2006/main" noGrp="1"/>
          </p:cNvSpPr>
          <p:nvPr/>
        </p:nvSpPr>
        <p:spPr>
          <a:xfrm xmlns:a="http://schemas.openxmlformats.org/drawingml/2006/main">
            <a:off x="609600" y="1828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크기 변경(Resize) 성능 조사 당시</a:t>
            </a:r>
          </a:p>
        </p:txBody>
      </p:sp>
      <p:sp>
        <p:nvSpPr>
          <p:cNvPr id="9" name="">
            <a:extLst xmlns:a="http://schemas.openxmlformats.org/drawingml/2006/main">
              <a:ext uri="{FF2B5EF4-FFF2-40B4-BE49-F238E27FC236}">
                <a16:creationId xmlns:a16="http://schemas.microsoft.com/office/drawing/2014/main" id="{45CF121C-3818-4A0D-B515-99B91E04024F}"/>
              </a:ext>
            </a:extLst>
          </p:cNvPr>
          <p:cNvSpPr>
            <a:spLocks xmlns:a="http://schemas.openxmlformats.org/drawingml/2006/main" noGrp="1"/>
          </p:cNvSpPr>
          <p:nvPr/>
        </p:nvSpPr>
        <p:spPr>
          <a:xfrm xmlns:a="http://schemas.openxmlformats.org/drawingml/2006/main">
            <a:off x="609600" y="2571750"/>
            <a:ext cx="4572000" cy="19335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함께 포함된 전역 Skill">
            <a:extLst xmlns:a="http://schemas.openxmlformats.org/drawingml/2006/main">
              <a:ext uri="{FF2B5EF4-FFF2-40B4-BE49-F238E27FC236}">
                <a16:creationId xmlns:a16="http://schemas.microsoft.com/office/drawing/2014/main" id="{AE8EC428-D032-4519-96C8-692707E8B04C}"/>
              </a:ext>
            </a:extLst>
          </p:cNvPr>
          <p:cNvSpPr>
            <a:spLocks xmlns:a="http://schemas.openxmlformats.org/drawingml/2006/main" noGrp="1"/>
          </p:cNvSpPr>
          <p:nvPr/>
        </p:nvSpPr>
        <p:spPr>
          <a:xfrm xmlns:a="http://schemas.openxmlformats.org/drawingml/2006/main">
            <a:off x="819150" y="2790825"/>
            <a:ext cx="41529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함께 포함된 전역 Skill</a:t>
            </a:r>
          </a:p>
        </p:txBody>
      </p:sp>
      <p:sp>
        <p:nvSpPr>
          <p:cNvPr id="11" name="성능 조사 · 완료 검증 지침">
            <a:extLst xmlns:a="http://schemas.openxmlformats.org/drawingml/2006/main">
              <a:ext uri="{FF2B5EF4-FFF2-40B4-BE49-F238E27FC236}">
                <a16:creationId xmlns:a16="http://schemas.microsoft.com/office/drawing/2014/main" id="{F7D4608C-704A-4B85-A8D1-35E1A780B6B9}"/>
              </a:ext>
            </a:extLst>
          </p:cNvPr>
          <p:cNvSpPr>
            <a:spLocks xmlns:a="http://schemas.openxmlformats.org/drawingml/2006/main" noGrp="1"/>
          </p:cNvSpPr>
          <p:nvPr/>
        </p:nvSpPr>
        <p:spPr>
          <a:xfrm xmlns:a="http://schemas.openxmlformats.org/drawingml/2006/main">
            <a:off x="819150" y="356235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조사 · 완료 검증 지침</a:t>
            </a:r>
          </a:p>
        </p:txBody>
      </p:sp>
      <p:cxnSp>
        <p:nvCxnSpPr>
          <p:cNvPr id="12" name="">
            <a:extLst xmlns:a="http://schemas.openxmlformats.org/drawingml/2006/main">
              <a:ext uri="{FF2B5EF4-FFF2-40B4-BE49-F238E27FC236}">
                <a16:creationId xmlns:a16="http://schemas.microsoft.com/office/drawing/2014/main" id="{3F1F7A4E-93B0-42A9-B5E2-33BF0F0507E1}"/>
              </a:ext>
            </a:extLst>
          </p:cNvPr>
          <p:cNvCxnSpPr/>
          <p:nvPr/>
        </p:nvCxnSpPr>
        <p:spPr>
          <a:xfrm xmlns:a="http://schemas.openxmlformats.org/drawingml/2006/main">
            <a:off x="5276850" y="3514725"/>
            <a:ext cx="13335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3" name="">
            <a:extLst xmlns:a="http://schemas.openxmlformats.org/drawingml/2006/main">
              <a:ext uri="{FF2B5EF4-FFF2-40B4-BE49-F238E27FC236}">
                <a16:creationId xmlns:a16="http://schemas.microsoft.com/office/drawing/2014/main" id="{D5E9A725-6D4D-4915-96BD-295BD49492B4}"/>
              </a:ext>
            </a:extLst>
          </p:cNvPr>
          <p:cNvSpPr>
            <a:spLocks xmlns:a="http://schemas.openxmlformats.org/drawingml/2006/main" noGrp="1"/>
          </p:cNvSpPr>
          <p:nvPr/>
        </p:nvSpPr>
        <p:spPr>
          <a:xfrm xmlns:a="http://schemas.openxmlformats.org/drawingml/2006/main">
            <a:off x="6705600" y="2571750"/>
            <a:ext cx="4876800" cy="19335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실제 작업 기록">
            <a:extLst xmlns:a="http://schemas.openxmlformats.org/drawingml/2006/main">
              <a:ext uri="{FF2B5EF4-FFF2-40B4-BE49-F238E27FC236}">
                <a16:creationId xmlns:a16="http://schemas.microsoft.com/office/drawing/2014/main" id="{D3B7A771-F88B-423A-A86C-E8A515DE1D77}"/>
              </a:ext>
            </a:extLst>
          </p:cNvPr>
          <p:cNvSpPr>
            <a:spLocks xmlns:a="http://schemas.openxmlformats.org/drawingml/2006/main" noGrp="1"/>
          </p:cNvSpPr>
          <p:nvPr/>
        </p:nvSpPr>
        <p:spPr>
          <a:xfrm xmlns:a="http://schemas.openxmlformats.org/drawingml/2006/main">
            <a:off x="6915150" y="2790825"/>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실제 작업 기록</a:t>
            </a:r>
          </a:p>
        </p:txBody>
      </p:sp>
      <p:sp>
        <p:nvSpPr>
          <p:cNvPr id="15" name="평가 상태 작성&#10;추가 동작 검증">
            <a:extLst xmlns:a="http://schemas.openxmlformats.org/drawingml/2006/main">
              <a:ext uri="{FF2B5EF4-FFF2-40B4-BE49-F238E27FC236}">
                <a16:creationId xmlns:a16="http://schemas.microsoft.com/office/drawing/2014/main" id="{8CB8A329-3AF8-414E-8FCB-6C2D7F295BF3}"/>
              </a:ext>
            </a:extLst>
          </p:cNvPr>
          <p:cNvSpPr>
            <a:spLocks xmlns:a="http://schemas.openxmlformats.org/drawingml/2006/main" noGrp="1"/>
          </p:cNvSpPr>
          <p:nvPr/>
        </p:nvSpPr>
        <p:spPr>
          <a:xfrm xmlns:a="http://schemas.openxmlformats.org/drawingml/2006/main">
            <a:off x="6915150" y="3429000"/>
            <a:ext cx="4457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평가 상태 작성</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추가 동작 검증</a:t>
            </a:r>
          </a:p>
        </p:txBody>
      </p:sp>
      <p:sp>
        <p:nvSpPr>
          <p:cNvPr id="16" name="별도 시작 관찰">
            <a:extLst xmlns:a="http://schemas.openxmlformats.org/drawingml/2006/main">
              <a:ext uri="{FF2B5EF4-FFF2-40B4-BE49-F238E27FC236}">
                <a16:creationId xmlns:a16="http://schemas.microsoft.com/office/drawing/2014/main" id="{177AAFA1-D445-47F5-B6E7-91FE3BA4E731}"/>
              </a:ext>
            </a:extLst>
          </p:cNvPr>
          <p:cNvSpPr>
            <a:spLocks xmlns:a="http://schemas.openxmlformats.org/drawingml/2006/main" noGrp="1"/>
          </p:cNvSpPr>
          <p:nvPr/>
        </p:nvSpPr>
        <p:spPr>
          <a:xfrm xmlns:a="http://schemas.openxmlformats.org/drawingml/2006/main">
            <a:off x="609600" y="5076825"/>
            <a:ext cx="2247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별도 시작 관찰</a:t>
            </a:r>
          </a:p>
        </p:txBody>
      </p:sp>
      <p:sp>
        <p:nvSpPr>
          <p:cNvPr id="17" name="자동 실행 설정 · 외부 도구 연결 경고">
            <a:extLst xmlns:a="http://schemas.openxmlformats.org/drawingml/2006/main">
              <a:ext uri="{FF2B5EF4-FFF2-40B4-BE49-F238E27FC236}">
                <a16:creationId xmlns:a16="http://schemas.microsoft.com/office/drawing/2014/main" id="{FCE34CCE-9B2D-4D83-A32C-069A1888F65F}"/>
              </a:ext>
            </a:extLst>
          </p:cNvPr>
          <p:cNvSpPr>
            <a:spLocks xmlns:a="http://schemas.openxmlformats.org/drawingml/2006/main" noGrp="1"/>
          </p:cNvSpPr>
          <p:nvPr/>
        </p:nvSpPr>
        <p:spPr>
          <a:xfrm xmlns:a="http://schemas.openxmlformats.org/drawingml/2006/main">
            <a:off x="3086100" y="5076825"/>
            <a:ext cx="8496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자동 실행 설정 · 외부 도구 연결 경고</a:t>
            </a:r>
          </a:p>
        </p:txBody>
      </p:sp>
      <p:sp>
        <p:nvSpPr>
          <p:cNvPr id="18" name="Legacy module connection">
            <a:extLst xmlns:a="http://schemas.openxmlformats.org/drawingml/2006/main">
              <a:ext uri="{FF2B5EF4-FFF2-40B4-BE49-F238E27FC236}">
                <a16:creationId xmlns:a16="http://schemas.microsoft.com/office/drawing/2014/main" id="{732813AD-D121-428A-91D2-6B01756E90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75616660"/>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경고·호출·결과가 알려 주는 범위">
            <a:extLst xmlns:a="http://schemas.openxmlformats.org/drawingml/2006/main">
              <a:ext uri="{FF2B5EF4-FFF2-40B4-BE49-F238E27FC236}">
                <a16:creationId xmlns:a16="http://schemas.microsoft.com/office/drawing/2014/main" id="{91EE7E18-8C68-4709-AA78-04F008B7D4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경고·호출·결과가 알려 주는 범위</a:t>
            </a:r>
          </a:p>
        </p:txBody>
      </p:sp>
      <p:sp>
        <p:nvSpPr>
          <p:cNvPr id="2" name="S77">
            <a:extLst xmlns:a="http://schemas.openxmlformats.org/drawingml/2006/main">
              <a:ext uri="{FF2B5EF4-FFF2-40B4-BE49-F238E27FC236}">
                <a16:creationId xmlns:a16="http://schemas.microsoft.com/office/drawing/2014/main" id="{90A8B056-7248-4BB1-9B71-56F4A67857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시작 경고와 실제 사용은 구분해서 확인한다">
            <a:extLst xmlns:a="http://schemas.openxmlformats.org/drawingml/2006/main">
              <a:ext uri="{FF2B5EF4-FFF2-40B4-BE49-F238E27FC236}">
                <a16:creationId xmlns:a16="http://schemas.microsoft.com/office/drawing/2014/main" id="{600D9675-4604-4DE7-8699-77233D7E12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시작 경고와 실제 사용은 구분해서 확인한다</a:t>
            </a:r>
          </a:p>
        </p:txBody>
      </p:sp>
      <p:sp>
        <p:nvSpPr>
          <p:cNvPr id="4" name="">
            <a:extLst xmlns:a="http://schemas.openxmlformats.org/drawingml/2006/main">
              <a:ext uri="{FF2B5EF4-FFF2-40B4-BE49-F238E27FC236}">
                <a16:creationId xmlns:a16="http://schemas.microsoft.com/office/drawing/2014/main" id="{78F231B8-64E5-4564-BB79-6718D1CB78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1A3649C-D65B-4704-B98C-C458983BCC6B}"/>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의 시작 기록과 실제 작업 기록을 구분">
            <a:extLst xmlns:a="http://schemas.openxmlformats.org/drawingml/2006/main">
              <a:ext uri="{FF2B5EF4-FFF2-40B4-BE49-F238E27FC236}">
                <a16:creationId xmlns:a16="http://schemas.microsoft.com/office/drawing/2014/main" id="{6CE3B0B5-8C48-480B-8567-4515E94B4F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TRIAL-006의 시작 기록과 실제 작업 기록을 구분</a:t>
            </a:r>
          </a:p>
        </p:txBody>
      </p:sp>
      <p:sp>
        <p:nvSpPr>
          <p:cNvPr id="7" name="Hook 실행·소스 변경은 미입증 · MCP 작업 호출 없음 · 관찰한 Skill 관여는 별도 근거로 보존">
            <a:extLst xmlns:a="http://schemas.openxmlformats.org/drawingml/2006/main">
              <a:ext uri="{FF2B5EF4-FFF2-40B4-BE49-F238E27FC236}">
                <a16:creationId xmlns:a16="http://schemas.microsoft.com/office/drawing/2014/main" id="{E9D83C41-76E3-49E0-A67A-943475D290C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Hook 실행·소스 변경은 미입증 · MCP 작업 호출 없음 · 관찰한 Skill 관여는 별도 근거로 보존</a:t>
            </a:r>
          </a:p>
        </p:txBody>
      </p:sp>
      <p:sp>
        <p:nvSpPr>
          <p:cNvPr id="8" name="시작 경고에서 확인">
            <a:extLst xmlns:a="http://schemas.openxmlformats.org/drawingml/2006/main">
              <a:ext uri="{FF2B5EF4-FFF2-40B4-BE49-F238E27FC236}">
                <a16:creationId xmlns:a16="http://schemas.microsoft.com/office/drawing/2014/main" id="{D209B3FA-244D-499C-A5FE-197D9800779F}"/>
              </a:ext>
            </a:extLst>
          </p:cNvPr>
          <p:cNvSpPr>
            <a:spLocks xmlns:a="http://schemas.openxmlformats.org/drawingml/2006/main" noGrp="1"/>
          </p:cNvSpPr>
          <p:nvPr/>
        </p:nvSpPr>
        <p:spPr>
          <a:xfrm xmlns:a="http://schemas.openxmlformats.org/drawingml/2006/main">
            <a:off x="609600" y="21526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시작 경고에서 확인</a:t>
            </a:r>
          </a:p>
        </p:txBody>
      </p:sp>
      <p:sp>
        <p:nvSpPr>
          <p:cNvPr id="9" name="작업 기록에서 확인">
            <a:extLst xmlns:a="http://schemas.openxmlformats.org/drawingml/2006/main">
              <a:ext uri="{FF2B5EF4-FFF2-40B4-BE49-F238E27FC236}">
                <a16:creationId xmlns:a16="http://schemas.microsoft.com/office/drawing/2014/main" id="{F6E83F1F-4070-4855-AD8B-53E8358360AE}"/>
              </a:ext>
            </a:extLst>
          </p:cNvPr>
          <p:cNvSpPr>
            <a:spLocks xmlns:a="http://schemas.openxmlformats.org/drawingml/2006/main" noGrp="1"/>
          </p:cNvSpPr>
          <p:nvPr/>
        </p:nvSpPr>
        <p:spPr>
          <a:xfrm xmlns:a="http://schemas.openxmlformats.org/drawingml/2006/main">
            <a:off x="6705600" y="21526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작업 기록에서 확인</a:t>
            </a:r>
          </a:p>
        </p:txBody>
      </p:sp>
      <p:sp>
        <p:nvSpPr>
          <p:cNvPr id="10" name="">
            <a:extLst xmlns:a="http://schemas.openxmlformats.org/drawingml/2006/main">
              <a:ext uri="{FF2B5EF4-FFF2-40B4-BE49-F238E27FC236}">
                <a16:creationId xmlns:a16="http://schemas.microsoft.com/office/drawing/2014/main" id="{777CB647-E17C-481E-8BBE-C7A2BA92E2B1}"/>
              </a:ext>
            </a:extLst>
          </p:cNvPr>
          <p:cNvSpPr>
            <a:spLocks xmlns:a="http://schemas.openxmlformats.org/drawingml/2006/main" noGrp="1"/>
          </p:cNvSpPr>
          <p:nvPr/>
        </p:nvSpPr>
        <p:spPr>
          <a:xfrm xmlns:a="http://schemas.openxmlformats.org/drawingml/2006/main">
            <a:off x="609600" y="2838450"/>
            <a:ext cx="4876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1" name="">
            <a:extLst xmlns:a="http://schemas.openxmlformats.org/drawingml/2006/main">
              <a:ext uri="{FF2B5EF4-FFF2-40B4-BE49-F238E27FC236}">
                <a16:creationId xmlns:a16="http://schemas.microsoft.com/office/drawing/2014/main" id="{7D5B43F7-2A47-468F-AE02-DBB43FAFBC44}"/>
              </a:ext>
            </a:extLst>
          </p:cNvPr>
          <p:cNvSpPr>
            <a:spLocks xmlns:a="http://schemas.openxmlformats.org/drawingml/2006/main" noGrp="1"/>
          </p:cNvSpPr>
          <p:nvPr/>
        </p:nvSpPr>
        <p:spPr>
          <a:xfrm xmlns:a="http://schemas.openxmlformats.org/drawingml/2006/main">
            <a:off x="6705600" y="2838450"/>
            <a:ext cx="48768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2" name="자동 실행·외부 도구 연결 경고">
            <a:extLst xmlns:a="http://schemas.openxmlformats.org/drawingml/2006/main">
              <a:ext uri="{FF2B5EF4-FFF2-40B4-BE49-F238E27FC236}">
                <a16:creationId xmlns:a16="http://schemas.microsoft.com/office/drawing/2014/main" id="{84270A35-5C43-4A63-904E-1E92AD26BF50}"/>
              </a:ext>
            </a:extLst>
          </p:cNvPr>
          <p:cNvSpPr>
            <a:spLocks xmlns:a="http://schemas.openxmlformats.org/drawingml/2006/main" noGrp="1"/>
          </p:cNvSpPr>
          <p:nvPr/>
        </p:nvSpPr>
        <p:spPr>
          <a:xfrm xmlns:a="http://schemas.openxmlformats.org/drawingml/2006/main">
            <a:off x="819150" y="3048000"/>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자동 실행·외부 도구 연결 경고</a:t>
            </a:r>
          </a:p>
        </p:txBody>
      </p:sp>
      <p:sp>
        <p:nvSpPr>
          <p:cNvPr id="13" name="경고만으로 실제 실행은 알 수 없음&#10;외부 도구를 부른 작업 기록은 없음">
            <a:extLst xmlns:a="http://schemas.openxmlformats.org/drawingml/2006/main">
              <a:ext uri="{FF2B5EF4-FFF2-40B4-BE49-F238E27FC236}">
                <a16:creationId xmlns:a16="http://schemas.microsoft.com/office/drawing/2014/main" id="{8DF9798D-2A63-44DE-AE4A-763E32F33078}"/>
              </a:ext>
            </a:extLst>
          </p:cNvPr>
          <p:cNvSpPr>
            <a:spLocks xmlns:a="http://schemas.openxmlformats.org/drawingml/2006/main" noGrp="1"/>
          </p:cNvSpPr>
          <p:nvPr/>
        </p:nvSpPr>
        <p:spPr>
          <a:xfrm xmlns:a="http://schemas.openxmlformats.org/drawingml/2006/main">
            <a:off x="819150" y="3752850"/>
            <a:ext cx="44577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경고만으로 실제 실행은 알 수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외부 도구를 부른 작업 기록은 없음</a:t>
            </a:r>
          </a:p>
        </p:txBody>
      </p:sp>
      <p:sp>
        <p:nvSpPr>
          <p:cNvPr id="14" name="전역 Skill의 작업 관여">
            <a:extLst xmlns:a="http://schemas.openxmlformats.org/drawingml/2006/main">
              <a:ext uri="{FF2B5EF4-FFF2-40B4-BE49-F238E27FC236}">
                <a16:creationId xmlns:a16="http://schemas.microsoft.com/office/drawing/2014/main" id="{00078D0D-D8C6-4070-98E1-557A2E3251BF}"/>
              </a:ext>
            </a:extLst>
          </p:cNvPr>
          <p:cNvSpPr>
            <a:spLocks xmlns:a="http://schemas.openxmlformats.org/drawingml/2006/main" noGrp="1"/>
          </p:cNvSpPr>
          <p:nvPr/>
        </p:nvSpPr>
        <p:spPr>
          <a:xfrm xmlns:a="http://schemas.openxmlformats.org/drawingml/2006/main">
            <a:off x="6915150" y="3048000"/>
            <a:ext cx="4457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Skill의 작업 관여</a:t>
            </a:r>
          </a:p>
        </p:txBody>
      </p:sp>
      <p:sp>
        <p:nvSpPr>
          <p:cNvPr id="15" name="평가 상태 작성 · 추가 검증&#10;각각의 작업 기록으로 확인">
            <a:extLst xmlns:a="http://schemas.openxmlformats.org/drawingml/2006/main">
              <a:ext uri="{FF2B5EF4-FFF2-40B4-BE49-F238E27FC236}">
                <a16:creationId xmlns:a16="http://schemas.microsoft.com/office/drawing/2014/main" id="{EECF700E-C3A4-4138-B93B-E59EF264194B}"/>
              </a:ext>
            </a:extLst>
          </p:cNvPr>
          <p:cNvSpPr>
            <a:spLocks xmlns:a="http://schemas.openxmlformats.org/drawingml/2006/main" noGrp="1"/>
          </p:cNvSpPr>
          <p:nvPr/>
        </p:nvSpPr>
        <p:spPr>
          <a:xfrm xmlns:a="http://schemas.openxmlformats.org/drawingml/2006/main">
            <a:off x="6915150" y="3752850"/>
            <a:ext cx="44577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평가 상태 작성 · 추가 검증</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각각의 작업 기록으로 확인</a:t>
            </a:r>
          </a:p>
        </p:txBody>
      </p:sp>
      <p:sp>
        <p:nvSpPr>
          <p:cNvPr id="16" name="실제 사용은, 해당 호출과 작업 결과로 확인한다">
            <a:extLst xmlns:a="http://schemas.openxmlformats.org/drawingml/2006/main">
              <a:ext uri="{FF2B5EF4-FFF2-40B4-BE49-F238E27FC236}">
                <a16:creationId xmlns:a16="http://schemas.microsoft.com/office/drawing/2014/main" id="{561764FE-AC9A-4815-B747-D661964B133E}"/>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실제 사용은, 해당 호출과 작업 결과로 확인한다</a:t>
            </a:r>
          </a:p>
        </p:txBody>
      </p:sp>
      <p:sp>
        <p:nvSpPr>
          <p:cNvPr id="17" name="Legacy module connection">
            <a:extLst xmlns:a="http://schemas.openxmlformats.org/drawingml/2006/main">
              <a:ext uri="{FF2B5EF4-FFF2-40B4-BE49-F238E27FC236}">
                <a16:creationId xmlns:a16="http://schemas.microsoft.com/office/drawing/2014/main" id="{EB914EC4-29DB-4168-A10D-C9F9648E97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52156545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다음 프로젝트에서도 확인할 출발점">
            <a:extLst xmlns:a="http://schemas.openxmlformats.org/drawingml/2006/main">
              <a:ext uri="{FF2B5EF4-FFF2-40B4-BE49-F238E27FC236}">
                <a16:creationId xmlns:a16="http://schemas.microsoft.com/office/drawing/2014/main" id="{B11917F8-E407-428F-A1E1-A3ED3443A3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프로젝트에서도 확인할 출발점</a:t>
            </a:r>
          </a:p>
        </p:txBody>
      </p:sp>
      <p:sp>
        <p:nvSpPr>
          <p:cNvPr id="2" name="S78">
            <a:extLst xmlns:a="http://schemas.openxmlformats.org/drawingml/2006/main">
              <a:ext uri="{FF2B5EF4-FFF2-40B4-BE49-F238E27FC236}">
                <a16:creationId xmlns:a16="http://schemas.microsoft.com/office/drawing/2014/main" id="{510B5954-0FDD-42EA-BC3E-88A9E634FC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와 실행 조건을 함께 남긴다">
            <a:extLst xmlns:a="http://schemas.openxmlformats.org/drawingml/2006/main">
              <a:ext uri="{FF2B5EF4-FFF2-40B4-BE49-F238E27FC236}">
                <a16:creationId xmlns:a16="http://schemas.microsoft.com/office/drawing/2014/main" id="{94FF4A1D-8B96-4746-8B69-303C399DD6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결과와 실행 조건을 함께 남긴다</a:t>
            </a:r>
          </a:p>
        </p:txBody>
      </p:sp>
      <p:sp>
        <p:nvSpPr>
          <p:cNvPr id="4" name="">
            <a:extLst xmlns:a="http://schemas.openxmlformats.org/drawingml/2006/main">
              <a:ext uri="{FF2B5EF4-FFF2-40B4-BE49-F238E27FC236}">
                <a16:creationId xmlns:a16="http://schemas.microsoft.com/office/drawing/2014/main" id="{1F7C8A19-8E00-4EC1-B116-BBB61EBB1D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작업 기록 틀 · 실제 보고서 Screenshot이나 새 Trial 결과가 아님">
            <a:extLst xmlns:a="http://schemas.openxmlformats.org/drawingml/2006/main">
              <a:ext uri="{FF2B5EF4-FFF2-40B4-BE49-F238E27FC236}">
                <a16:creationId xmlns:a16="http://schemas.microsoft.com/office/drawing/2014/main" id="{18B453DC-0E9A-4FA5-91EF-FB4B74B8DC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작업 기록 틀 · 실제 보고서 Screenshot이나 새 Trial 결과가 아님</a:t>
            </a:r>
          </a:p>
        </p:txBody>
      </p:sp>
      <p:sp>
        <p:nvSpPr>
          <p:cNvPr id="6" name="확인한 조건만 기록 · 미확인 항목은 남김 · 실제 평가·보고 기준 개선 과정은 ACT 4에서 확인">
            <a:extLst xmlns:a="http://schemas.openxmlformats.org/drawingml/2006/main">
              <a:ext uri="{FF2B5EF4-FFF2-40B4-BE49-F238E27FC236}">
                <a16:creationId xmlns:a16="http://schemas.microsoft.com/office/drawing/2014/main" id="{B9CCA3FB-FC64-4A52-9F11-CFE84D4FFE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확인한 조건만 기록 · 미확인 항목은 남김 · 실제 평가·보고 기준 개선 과정은 ACT 4에서 확인</a:t>
            </a:r>
          </a:p>
        </p:txBody>
      </p:sp>
      <p:sp>
        <p:nvSpPr>
          <p:cNvPr id="7" name="">
            <a:extLst xmlns:a="http://schemas.openxmlformats.org/drawingml/2006/main">
              <a:ext uri="{FF2B5EF4-FFF2-40B4-BE49-F238E27FC236}">
                <a16:creationId xmlns:a16="http://schemas.microsoft.com/office/drawing/2014/main" id="{1A7F298F-D801-487E-881E-7369AD10F930}"/>
              </a:ext>
            </a:extLst>
          </p:cNvPr>
          <p:cNvSpPr>
            <a:spLocks xmlns:a="http://schemas.openxmlformats.org/drawingml/2006/main" noGrp="1"/>
          </p:cNvSpPr>
          <p:nvPr/>
        </p:nvSpPr>
        <p:spPr>
          <a:xfrm xmlns:a="http://schemas.openxmlformats.org/drawingml/2006/main">
            <a:off x="609600" y="2266950"/>
            <a:ext cx="10972800" cy="2743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작업">
            <a:extLst xmlns:a="http://schemas.openxmlformats.org/drawingml/2006/main">
              <a:ext uri="{FF2B5EF4-FFF2-40B4-BE49-F238E27FC236}">
                <a16:creationId xmlns:a16="http://schemas.microsoft.com/office/drawing/2014/main" id="{E700B87F-B770-4EED-8896-39A5D60A89DA}"/>
              </a:ext>
            </a:extLst>
          </p:cNvPr>
          <p:cNvSpPr>
            <a:spLocks xmlns:a="http://schemas.openxmlformats.org/drawingml/2006/main" noGrp="1"/>
          </p:cNvSpPr>
          <p:nvPr/>
        </p:nvSpPr>
        <p:spPr>
          <a:xfrm xmlns:a="http://schemas.openxmlformats.org/drawingml/2006/main">
            <a:off x="838200" y="2524125"/>
            <a:ext cx="219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a:t>
            </a:r>
          </a:p>
        </p:txBody>
      </p:sp>
      <p:sp>
        <p:nvSpPr>
          <p:cNvPr id="9" name="무엇을 바꾸고, 무엇을 지켰나?">
            <a:extLst xmlns:a="http://schemas.openxmlformats.org/drawingml/2006/main">
              <a:ext uri="{FF2B5EF4-FFF2-40B4-BE49-F238E27FC236}">
                <a16:creationId xmlns:a16="http://schemas.microsoft.com/office/drawing/2014/main" id="{886170B0-9ABC-4CB2-BFAD-CFC8B147364B}"/>
              </a:ext>
            </a:extLst>
          </p:cNvPr>
          <p:cNvSpPr>
            <a:spLocks xmlns:a="http://schemas.openxmlformats.org/drawingml/2006/main" noGrp="1"/>
          </p:cNvSpPr>
          <p:nvPr/>
        </p:nvSpPr>
        <p:spPr>
          <a:xfrm xmlns:a="http://schemas.openxmlformats.org/drawingml/2006/main">
            <a:off x="3238500" y="2524125"/>
            <a:ext cx="8115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무엇을 바꾸고, 무엇을 지켰나?</a:t>
            </a:r>
          </a:p>
        </p:txBody>
      </p:sp>
      <p:sp>
        <p:nvSpPr>
          <p:cNvPr id="10" name="">
            <a:extLst xmlns:a="http://schemas.openxmlformats.org/drawingml/2006/main">
              <a:ext uri="{FF2B5EF4-FFF2-40B4-BE49-F238E27FC236}">
                <a16:creationId xmlns:a16="http://schemas.microsoft.com/office/drawing/2014/main" id="{6807EB4E-6FEC-4A45-A781-754BCEA11149}"/>
              </a:ext>
            </a:extLst>
          </p:cNvPr>
          <p:cNvSpPr>
            <a:spLocks xmlns:a="http://schemas.openxmlformats.org/drawingml/2006/main" noGrp="1"/>
          </p:cNvSpPr>
          <p:nvPr/>
        </p:nvSpPr>
        <p:spPr>
          <a:xfrm xmlns:a="http://schemas.openxmlformats.org/drawingml/2006/main">
            <a:off x="819150" y="3257550"/>
            <a:ext cx="10553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행 조건">
            <a:extLst xmlns:a="http://schemas.openxmlformats.org/drawingml/2006/main">
              <a:ext uri="{FF2B5EF4-FFF2-40B4-BE49-F238E27FC236}">
                <a16:creationId xmlns:a16="http://schemas.microsoft.com/office/drawing/2014/main" id="{B84A128F-59EA-4998-801D-91890EC4FACA}"/>
              </a:ext>
            </a:extLst>
          </p:cNvPr>
          <p:cNvSpPr>
            <a:spLocks xmlns:a="http://schemas.openxmlformats.org/drawingml/2006/main" noGrp="1"/>
          </p:cNvSpPr>
          <p:nvPr/>
        </p:nvSpPr>
        <p:spPr>
          <a:xfrm xmlns:a="http://schemas.openxmlformats.org/drawingml/2006/main">
            <a:off x="838200" y="3381375"/>
            <a:ext cx="219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조건</a:t>
            </a:r>
          </a:p>
        </p:txBody>
      </p:sp>
      <p:sp>
        <p:nvSpPr>
          <p:cNvPr id="12" name="어떤 지침·모델·권한이 적용됐나?">
            <a:extLst xmlns:a="http://schemas.openxmlformats.org/drawingml/2006/main">
              <a:ext uri="{FF2B5EF4-FFF2-40B4-BE49-F238E27FC236}">
                <a16:creationId xmlns:a16="http://schemas.microsoft.com/office/drawing/2014/main" id="{05BC8B2B-F015-43C0-9DF6-0E8A7CD7BF91}"/>
              </a:ext>
            </a:extLst>
          </p:cNvPr>
          <p:cNvSpPr>
            <a:spLocks xmlns:a="http://schemas.openxmlformats.org/drawingml/2006/main" noGrp="1"/>
          </p:cNvSpPr>
          <p:nvPr/>
        </p:nvSpPr>
        <p:spPr>
          <a:xfrm xmlns:a="http://schemas.openxmlformats.org/drawingml/2006/main">
            <a:off x="3238500" y="3381375"/>
            <a:ext cx="8115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어떤 지침·모델·권한이 적용됐나?</a:t>
            </a:r>
          </a:p>
        </p:txBody>
      </p:sp>
      <p:sp>
        <p:nvSpPr>
          <p:cNvPr id="13" name="">
            <a:extLst xmlns:a="http://schemas.openxmlformats.org/drawingml/2006/main">
              <a:ext uri="{FF2B5EF4-FFF2-40B4-BE49-F238E27FC236}">
                <a16:creationId xmlns:a16="http://schemas.microsoft.com/office/drawing/2014/main" id="{9C044CCB-818A-47A7-AFB5-130791F4DC13}"/>
              </a:ext>
            </a:extLst>
          </p:cNvPr>
          <p:cNvSpPr>
            <a:spLocks xmlns:a="http://schemas.openxmlformats.org/drawingml/2006/main" noGrp="1"/>
          </p:cNvSpPr>
          <p:nvPr/>
        </p:nvSpPr>
        <p:spPr>
          <a:xfrm xmlns:a="http://schemas.openxmlformats.org/drawingml/2006/main">
            <a:off x="819150" y="4114800"/>
            <a:ext cx="10553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확인 근거">
            <a:extLst xmlns:a="http://schemas.openxmlformats.org/drawingml/2006/main">
              <a:ext uri="{FF2B5EF4-FFF2-40B4-BE49-F238E27FC236}">
                <a16:creationId xmlns:a16="http://schemas.microsoft.com/office/drawing/2014/main" id="{E925C72A-E93B-4589-B9A9-73D7138AC238}"/>
              </a:ext>
            </a:extLst>
          </p:cNvPr>
          <p:cNvSpPr>
            <a:spLocks xmlns:a="http://schemas.openxmlformats.org/drawingml/2006/main" noGrp="1"/>
          </p:cNvSpPr>
          <p:nvPr/>
        </p:nvSpPr>
        <p:spPr>
          <a:xfrm xmlns:a="http://schemas.openxmlformats.org/drawingml/2006/main">
            <a:off x="838200" y="4238625"/>
            <a:ext cx="219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확인 근거</a:t>
            </a:r>
          </a:p>
        </p:txBody>
      </p:sp>
      <p:sp>
        <p:nvSpPr>
          <p:cNvPr id="15" name="테스트·측정 결과와 남은 미확인은?">
            <a:extLst xmlns:a="http://schemas.openxmlformats.org/drawingml/2006/main">
              <a:ext uri="{FF2B5EF4-FFF2-40B4-BE49-F238E27FC236}">
                <a16:creationId xmlns:a16="http://schemas.microsoft.com/office/drawing/2014/main" id="{CC612B6D-CD75-43D4-9B7A-A30D6C76A8EA}"/>
              </a:ext>
            </a:extLst>
          </p:cNvPr>
          <p:cNvSpPr>
            <a:spLocks xmlns:a="http://schemas.openxmlformats.org/drawingml/2006/main" noGrp="1"/>
          </p:cNvSpPr>
          <p:nvPr/>
        </p:nvSpPr>
        <p:spPr>
          <a:xfrm xmlns:a="http://schemas.openxmlformats.org/drawingml/2006/main">
            <a:off x="3238500" y="4238625"/>
            <a:ext cx="81153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테스트·측정 결과와 남은 미확인은?</a:t>
            </a:r>
          </a:p>
        </p:txBody>
      </p:sp>
      <p:sp>
        <p:nvSpPr>
          <p:cNvPr id="16" name="재사용할 기반과 함께, 어디까지 확인했는지도 남긴다">
            <a:extLst xmlns:a="http://schemas.openxmlformats.org/drawingml/2006/main">
              <a:ext uri="{FF2B5EF4-FFF2-40B4-BE49-F238E27FC236}">
                <a16:creationId xmlns:a16="http://schemas.microsoft.com/office/drawing/2014/main" id="{E579EF0E-4A76-4795-AC0F-70D3D5588A3C}"/>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재사용할 기반과 함께, 어디까지 확인했는지도 남긴다</a:t>
            </a:r>
          </a:p>
        </p:txBody>
      </p:sp>
      <p:sp>
        <p:nvSpPr>
          <p:cNvPr id="17" name="">
            <a:extLst xmlns:a="http://schemas.openxmlformats.org/drawingml/2006/main">
              <a:ext uri="{FF2B5EF4-FFF2-40B4-BE49-F238E27FC236}">
                <a16:creationId xmlns:a16="http://schemas.microsoft.com/office/drawing/2014/main" id="{93BFD419-B37C-40A2-BB71-49CFCD2D7C89}"/>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18" name="Practical application tip badge">
            <a:extLst xmlns:a="http://schemas.openxmlformats.org/drawingml/2006/main">
              <a:ext uri="{FF2B5EF4-FFF2-40B4-BE49-F238E27FC236}">
                <a16:creationId xmlns:a16="http://schemas.microsoft.com/office/drawing/2014/main" id="{0852202F-F519-4EEF-B4C2-2A25A9DA9BA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19" name="Legacy module connection">
            <a:extLst xmlns:a="http://schemas.openxmlformats.org/drawingml/2006/main">
              <a:ext uri="{FF2B5EF4-FFF2-40B4-BE49-F238E27FC236}">
                <a16:creationId xmlns:a16="http://schemas.microsoft.com/office/drawing/2014/main" id="{B6BA2BA1-66C4-4489-93C1-893E93784C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8334165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다음 프로젝트에 남길 기반과 유지 책임">
            <a:extLst xmlns:a="http://schemas.openxmlformats.org/drawingml/2006/main">
              <a:ext uri="{FF2B5EF4-FFF2-40B4-BE49-F238E27FC236}">
                <a16:creationId xmlns:a16="http://schemas.microsoft.com/office/drawing/2014/main" id="{681E6C22-88A1-4076-90C8-F9EC5B0B14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다음 프로젝트에 남길 기반과 유지 책임</a:t>
            </a:r>
          </a:p>
        </p:txBody>
      </p:sp>
      <p:sp>
        <p:nvSpPr>
          <p:cNvPr id="2" name="S79">
            <a:extLst xmlns:a="http://schemas.openxmlformats.org/drawingml/2006/main">
              <a:ext uri="{FF2B5EF4-FFF2-40B4-BE49-F238E27FC236}">
                <a16:creationId xmlns:a16="http://schemas.microsoft.com/office/drawing/2014/main" id="{440A4B0F-BF13-4DAC-86AC-2C0BCBDA10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우리 업무에서 먼저 정리할 한 가지">
            <a:extLst xmlns:a="http://schemas.openxmlformats.org/drawingml/2006/main">
              <a:ext uri="{FF2B5EF4-FFF2-40B4-BE49-F238E27FC236}">
                <a16:creationId xmlns:a16="http://schemas.microsoft.com/office/drawing/2014/main" id="{7C3F7CC9-8341-4EA5-A113-90028683FF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43D58243-9423-4960-A914-95635B16CDC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1EF06C40-D218-48D3-9651-7C3011F285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52CF4288-133C-4298-A1C2-D4675B4742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36482517-6163-4E19-A1B0-203F31EBF581}"/>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재사용할 안내">
            <a:extLst xmlns:a="http://schemas.openxmlformats.org/drawingml/2006/main">
              <a:ext uri="{FF2B5EF4-FFF2-40B4-BE49-F238E27FC236}">
                <a16:creationId xmlns:a16="http://schemas.microsoft.com/office/drawing/2014/main" id="{D574450E-FBC9-4A83-B2CD-B3591E7294CA}"/>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안내</a:t>
            </a:r>
          </a:p>
        </p:txBody>
      </p:sp>
      <p:sp>
        <p:nvSpPr>
          <p:cNvPr id="9" name="참고 위치 · 적용 범위">
            <a:extLst xmlns:a="http://schemas.openxmlformats.org/drawingml/2006/main">
              <a:ext uri="{FF2B5EF4-FFF2-40B4-BE49-F238E27FC236}">
                <a16:creationId xmlns:a16="http://schemas.microsoft.com/office/drawing/2014/main" id="{CD1EDC36-D14F-40F8-B0ED-87E5EB578F59}"/>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참고 위치 · 적용 범위</a:t>
            </a:r>
          </a:p>
        </p:txBody>
      </p:sp>
      <p:sp>
        <p:nvSpPr>
          <p:cNvPr id="10" name="">
            <a:extLst xmlns:a="http://schemas.openxmlformats.org/drawingml/2006/main">
              <a:ext uri="{FF2B5EF4-FFF2-40B4-BE49-F238E27FC236}">
                <a16:creationId xmlns:a16="http://schemas.microsoft.com/office/drawing/2014/main" id="{80A13C13-235F-445E-B612-10B893643F0E}"/>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844CBC51-ADB3-4B91-9A91-9D9164F0460F}"/>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재사용할 절차">
            <a:extLst xmlns:a="http://schemas.openxmlformats.org/drawingml/2006/main">
              <a:ext uri="{FF2B5EF4-FFF2-40B4-BE49-F238E27FC236}">
                <a16:creationId xmlns:a16="http://schemas.microsoft.com/office/drawing/2014/main" id="{F2993FC4-0431-48AA-8F1E-575C73A6F251}"/>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절차</a:t>
            </a:r>
          </a:p>
        </p:txBody>
      </p:sp>
      <p:sp>
        <p:nvSpPr>
          <p:cNvPr id="13" name="조사 · 변경 · 검증">
            <a:extLst xmlns:a="http://schemas.openxmlformats.org/drawingml/2006/main">
              <a:ext uri="{FF2B5EF4-FFF2-40B4-BE49-F238E27FC236}">
                <a16:creationId xmlns:a16="http://schemas.microsoft.com/office/drawing/2014/main" id="{9B0E1563-966D-47AC-90C7-20333934A4A4}"/>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DE88F0FF-9F1A-43B8-BF3F-2972BF086FB2}"/>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76CEE253-4C79-47B3-A535-EF51620663AB}"/>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확인할 기준">
            <a:extLst xmlns:a="http://schemas.openxmlformats.org/drawingml/2006/main">
              <a:ext uri="{FF2B5EF4-FFF2-40B4-BE49-F238E27FC236}">
                <a16:creationId xmlns:a16="http://schemas.microsoft.com/office/drawing/2014/main" id="{F6F508E4-08FE-4B7D-92C0-431EDDFB75FC}"/>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확인할 기준</a:t>
            </a:r>
          </a:p>
        </p:txBody>
      </p:sp>
      <p:sp>
        <p:nvSpPr>
          <p:cNvPr id="17" name="테스트 · 기록 형식">
            <a:extLst xmlns:a="http://schemas.openxmlformats.org/drawingml/2006/main">
              <a:ext uri="{FF2B5EF4-FFF2-40B4-BE49-F238E27FC236}">
                <a16:creationId xmlns:a16="http://schemas.microsoft.com/office/drawing/2014/main" id="{415AB689-AECC-4C2D-8EC4-AC273706F6CB}"/>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기록 형식</a:t>
            </a:r>
          </a:p>
        </p:txBody>
      </p:sp>
      <p:sp>
        <p:nvSpPr>
          <p:cNvPr id="18" name="">
            <a:extLst xmlns:a="http://schemas.openxmlformats.org/drawingml/2006/main">
              <a:ext uri="{FF2B5EF4-FFF2-40B4-BE49-F238E27FC236}">
                <a16:creationId xmlns:a16="http://schemas.microsoft.com/office/drawing/2014/main" id="{445B286D-30A6-4FF8-9430-2E6B7271ADF1}"/>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36ACD403-6482-4FA6-83C3-F73471B49E6C}"/>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44916EF0-80F2-44CA-AF37-BF83266D1810}"/>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1E64F184-594A-41B3-906B-36620C2383B5}"/>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14CEFBFA-9088-4DC4-9B0C-A5F654F96B02}"/>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63BCCE60-E433-4B4E-8F69-2C8FA5482AE5}"/>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31CF79BC-4F85-4880-82D0-BE8647C17A1E}"/>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5B08C519-0496-4F93-B539-D3A357BC2314}"/>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D7878BD7-6C24-43FF-A179-F366187AC92A}"/>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FD54A451-A36A-46E5-A14D-527B9B31FE04}"/>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두고 연결할까?">
            <a:extLst xmlns:a="http://schemas.openxmlformats.org/drawingml/2006/main">
              <a:ext uri="{FF2B5EF4-FFF2-40B4-BE49-F238E27FC236}">
                <a16:creationId xmlns:a16="http://schemas.microsoft.com/office/drawing/2014/main" id="{F1B826A5-002D-42E7-B5D5-3A90F8F6A772}"/>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두고 연결할까?</a:t>
            </a:r>
          </a:p>
        </p:txBody>
      </p:sp>
      <p:sp>
        <p:nvSpPr>
          <p:cNvPr id="29" name="">
            <a:extLst xmlns:a="http://schemas.openxmlformats.org/drawingml/2006/main">
              <a:ext uri="{FF2B5EF4-FFF2-40B4-BE49-F238E27FC236}">
                <a16:creationId xmlns:a16="http://schemas.microsoft.com/office/drawing/2014/main" id="{F7C69A2A-F919-4F83-92B0-3C63843AD548}"/>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0A6F53CB-13DA-46C2-A417-C77CF19889E1}"/>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다음 프로젝트에도 맞는지, 언제 다시 볼까?">
            <a:extLst xmlns:a="http://schemas.openxmlformats.org/drawingml/2006/main">
              <a:ext uri="{FF2B5EF4-FFF2-40B4-BE49-F238E27FC236}">
                <a16:creationId xmlns:a16="http://schemas.microsoft.com/office/drawing/2014/main" id="{20575542-410A-4F35-BBD8-03B2683E49A7}"/>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프로젝트에도 맞는지, 언제 다시 볼까?</a:t>
            </a:r>
          </a:p>
        </p:txBody>
      </p:sp>
      <p:sp>
        <p:nvSpPr>
          <p:cNvPr id="32" name="Legacy module connection">
            <a:extLst xmlns:a="http://schemas.openxmlformats.org/drawingml/2006/main">
              <a:ext uri="{FF2B5EF4-FFF2-40B4-BE49-F238E27FC236}">
                <a16:creationId xmlns:a16="http://schemas.microsoft.com/office/drawing/2014/main" id="{67A58CB5-B996-4B7A-A3A5-85576F0A6E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980354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2026-10-25T10:22:56.2860000Z</dcterms:created>
  <dcterms:modified xsi:type="dcterms:W3CDTF">2026-10-25T10:22:56.2860000Z</dcterms:modified>
</coreProperties>
</file>