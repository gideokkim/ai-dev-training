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8c6e8f5cbd543a7" /><Relationship Type="http://schemas.openxmlformats.org/officeDocument/2006/relationships/extended-properties" Target="/docProps/app.xml" Id="Rc04d25ec77f24b85" /><Relationship Type="http://schemas.openxmlformats.org/officeDocument/2006/relationships/officeDocument" Target="/ppt/presentation.xml" Id="R2f2ab15e67af4ebd" /></Relationships>
</file>

<file path=ppt/presentation.xml><?xml version="1.0" encoding="utf-8"?>
<p:presentation xmlns:p="http://schemas.openxmlformats.org/presentationml/2006/main">
  <p:sldMasterIdLst>
    <p:sldMasterId xmlns:r="http://schemas.openxmlformats.org/officeDocument/2006/relationships" id="2147483648" r:id="Rb2e0060d4a3c4332"/>
  </p:sldMasterIdLst>
  <p:notesMasterIdLst>
    <p:notesMasterId xmlns:r="http://schemas.openxmlformats.org/officeDocument/2006/relationships" r:id="R540c736c745a49fb"/>
  </p:notesMasterIdLst>
  <p:sldIdLst>
    <p:sldId xmlns:r="http://schemas.openxmlformats.org/officeDocument/2006/relationships" id="256" r:id="R539516a6881c419e"/>
    <p:sldId xmlns:r="http://schemas.openxmlformats.org/officeDocument/2006/relationships" id="257" r:id="R1d6150426c894747"/>
    <p:sldId xmlns:r="http://schemas.openxmlformats.org/officeDocument/2006/relationships" id="258" r:id="Rca5a48d9d07647a9"/>
    <p:sldId xmlns:r="http://schemas.openxmlformats.org/officeDocument/2006/relationships" id="259" r:id="Rb9d882963db94c92"/>
    <p:sldId xmlns:r="http://schemas.openxmlformats.org/officeDocument/2006/relationships" id="260" r:id="R59eb852c909e4c02"/>
    <p:sldId xmlns:r="http://schemas.openxmlformats.org/officeDocument/2006/relationships" id="261" r:id="R7fd97fce771e4a26"/>
    <p:sldId xmlns:r="http://schemas.openxmlformats.org/officeDocument/2006/relationships" id="262" r:id="R1c39d61454c04848"/>
    <p:sldId xmlns:r="http://schemas.openxmlformats.org/officeDocument/2006/relationships" id="263" r:id="Rf86d28a90f034ab4"/>
    <p:sldId xmlns:r="http://schemas.openxmlformats.org/officeDocument/2006/relationships" id="264" r:id="R497d64325ce74457"/>
    <p:sldId xmlns:r="http://schemas.openxmlformats.org/officeDocument/2006/relationships" id="265" r:id="R36cc01b9298b47f8"/>
    <p:sldId xmlns:r="http://schemas.openxmlformats.org/officeDocument/2006/relationships" id="266" r:id="Rf6f3d028bf8c429a"/>
    <p:sldId xmlns:r="http://schemas.openxmlformats.org/officeDocument/2006/relationships" id="267" r:id="R1733e0f4e95a407a"/>
    <p:sldId xmlns:r="http://schemas.openxmlformats.org/officeDocument/2006/relationships" id="268" r:id="Re797b64ebb1e4ee2"/>
    <p:sldId xmlns:r="http://schemas.openxmlformats.org/officeDocument/2006/relationships" id="269" r:id="R9db6d5be8c3341c2"/>
    <p:sldId xmlns:r="http://schemas.openxmlformats.org/officeDocument/2006/relationships" id="270" r:id="Rdee8767c78864a0c"/>
    <p:sldId xmlns:r="http://schemas.openxmlformats.org/officeDocument/2006/relationships" id="271" r:id="Re7421d3320744c58"/>
    <p:sldId xmlns:r="http://schemas.openxmlformats.org/officeDocument/2006/relationships" id="272" r:id="R449179a2229f4268"/>
    <p:sldId xmlns:r="http://schemas.openxmlformats.org/officeDocument/2006/relationships" id="273" r:id="Rd95736d7a20346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c6c7ed3b94d4266" /><Relationship Type="http://schemas.openxmlformats.org/officeDocument/2006/relationships/slideMaster" Target="/ppt/slideMasters/slideMaster1.xml" Id="Rb2e0060d4a3c4332" /><Relationship Type="http://schemas.openxmlformats.org/officeDocument/2006/relationships/notesMaster" Target="/ppt/notesMasters/notesMaster1.xml" Id="R540c736c745a49fb" /><Relationship Type="http://schemas.openxmlformats.org/officeDocument/2006/relationships/presProps" Target="/ppt/presProps.xml" Id="Rd29c88d7cc2142af" /><Relationship Type="http://schemas.openxmlformats.org/officeDocument/2006/relationships/tableStyles" Target="/ppt/tableStyles.xml" Id="Rd22f21f747ff4b4b" /><Relationship Type="http://schemas.openxmlformats.org/officeDocument/2006/relationships/slide" Target="/ppt/slides/slide1.xml" Id="R539516a6881c419e" /><Relationship Type="http://schemas.openxmlformats.org/officeDocument/2006/relationships/slide" Target="/ppt/slides/slide2.xml" Id="R1d6150426c894747" /><Relationship Type="http://schemas.openxmlformats.org/officeDocument/2006/relationships/slide" Target="/ppt/slides/slide3.xml" Id="Rca5a48d9d07647a9" /><Relationship Type="http://schemas.openxmlformats.org/officeDocument/2006/relationships/slide" Target="/ppt/slides/slide4.xml" Id="Rb9d882963db94c92" /><Relationship Type="http://schemas.openxmlformats.org/officeDocument/2006/relationships/slide" Target="/ppt/slides/slide5.xml" Id="R59eb852c909e4c02" /><Relationship Type="http://schemas.openxmlformats.org/officeDocument/2006/relationships/slide" Target="/ppt/slides/slide6.xml" Id="R7fd97fce771e4a26" /><Relationship Type="http://schemas.openxmlformats.org/officeDocument/2006/relationships/slide" Target="/ppt/slides/slide7.xml" Id="R1c39d61454c04848" /><Relationship Type="http://schemas.openxmlformats.org/officeDocument/2006/relationships/slide" Target="/ppt/slides/slide8.xml" Id="Rf86d28a90f034ab4" /><Relationship Type="http://schemas.openxmlformats.org/officeDocument/2006/relationships/slide" Target="/ppt/slides/slide9.xml" Id="R497d64325ce74457" /><Relationship Type="http://schemas.openxmlformats.org/officeDocument/2006/relationships/slide" Target="/ppt/slides/slide10.xml" Id="R36cc01b9298b47f8" /><Relationship Type="http://schemas.openxmlformats.org/officeDocument/2006/relationships/slide" Target="/ppt/slides/slide11.xml" Id="Rf6f3d028bf8c429a" /><Relationship Type="http://schemas.openxmlformats.org/officeDocument/2006/relationships/slide" Target="/ppt/slides/slide12.xml" Id="R1733e0f4e95a407a" /><Relationship Type="http://schemas.openxmlformats.org/officeDocument/2006/relationships/slide" Target="/ppt/slides/slide13.xml" Id="Re797b64ebb1e4ee2" /><Relationship Type="http://schemas.openxmlformats.org/officeDocument/2006/relationships/slide" Target="/ppt/slides/slide14.xml" Id="R9db6d5be8c3341c2" /><Relationship Type="http://schemas.openxmlformats.org/officeDocument/2006/relationships/slide" Target="/ppt/slides/slide15.xml" Id="Rdee8767c78864a0c" /><Relationship Type="http://schemas.openxmlformats.org/officeDocument/2006/relationships/slide" Target="/ppt/slides/slide16.xml" Id="Re7421d3320744c58" /><Relationship Type="http://schemas.openxmlformats.org/officeDocument/2006/relationships/slide" Target="/ppt/slides/slide17.xml" Id="R449179a2229f4268" /><Relationship Type="http://schemas.openxmlformats.org/officeDocument/2006/relationships/slide" Target="/ppt/slides/slide18.xml" Id="Rd95736d7a20346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471d978319144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4c520757cf047b7" /><Relationship Type="http://schemas.openxmlformats.org/officeDocument/2006/relationships/notesMaster" Target="/ppt/notesMasters/notesMaster1.xml" Id="R0867877164c743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3708484e1349e5" /><Relationship Type="http://schemas.openxmlformats.org/officeDocument/2006/relationships/notesMaster" Target="/ppt/notesMasters/notesMaster1.xml" Id="R51ac33c5940443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8569fa06b7547ad" /><Relationship Type="http://schemas.openxmlformats.org/officeDocument/2006/relationships/notesMaster" Target="/ppt/notesMasters/notesMaster1.xml" Id="Rafd3633abb1d4c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9f09e3709dd640d3" /><Relationship Type="http://schemas.openxmlformats.org/officeDocument/2006/relationships/notesMaster" Target="/ppt/notesMasters/notesMaster1.xml" Id="R5afa9a0414f94e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ac1b757b949b4c7e" /><Relationship Type="http://schemas.openxmlformats.org/officeDocument/2006/relationships/notesMaster" Target="/ppt/notesMasters/notesMaster1.xml" Id="R67180c5fd39a44f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4f5505a063b423b" /><Relationship Type="http://schemas.openxmlformats.org/officeDocument/2006/relationships/notesMaster" Target="/ppt/notesMasters/notesMaster1.xml" Id="R08ac12190e2b40d9"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72858b3b5f492c" /><Relationship Type="http://schemas.openxmlformats.org/officeDocument/2006/relationships/notesMaster" Target="/ppt/notesMasters/notesMaster1.xml" Id="Rc3009943ffcf47ab"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6e0ffdd49d4630" /><Relationship Type="http://schemas.openxmlformats.org/officeDocument/2006/relationships/notesMaster" Target="/ppt/notesMasters/notesMaster1.xml" Id="R9805aac152c649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6bbffcaa5ab742d6" /><Relationship Type="http://schemas.openxmlformats.org/officeDocument/2006/relationships/notesMaster" Target="/ppt/notesMasters/notesMaster1.xml" Id="R5573fad1d07a4f5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003e4127d33477a" /><Relationship Type="http://schemas.openxmlformats.org/officeDocument/2006/relationships/notesMaster" Target="/ppt/notesMasters/notesMaster1.xml" Id="R81305fdc9b194f4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f07fe6443a04695" /><Relationship Type="http://schemas.openxmlformats.org/officeDocument/2006/relationships/notesMaster" Target="/ppt/notesMasters/notesMaster1.xml" Id="R636dc654724b495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3befd5b3c4d4eec" /><Relationship Type="http://schemas.openxmlformats.org/officeDocument/2006/relationships/notesMaster" Target="/ppt/notesMasters/notesMaster1.xml" Id="R132dbc582f764bc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5c20250c7045db" /><Relationship Type="http://schemas.openxmlformats.org/officeDocument/2006/relationships/notesMaster" Target="/ppt/notesMasters/notesMaster1.xml" Id="R4fd123169ab64d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6af65e81c584cc9" /><Relationship Type="http://schemas.openxmlformats.org/officeDocument/2006/relationships/notesMaster" Target="/ppt/notesMasters/notesMaster1.xml" Id="R0526730a64654ac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c126cc310eb4576" /><Relationship Type="http://schemas.openxmlformats.org/officeDocument/2006/relationships/notesMaster" Target="/ppt/notesMasters/notesMaster1.xml" Id="Rfb29275a8fe2458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c411778a1294163" /><Relationship Type="http://schemas.openxmlformats.org/officeDocument/2006/relationships/notesMaster" Target="/ppt/notesMasters/notesMaster1.xml" Id="Rafb8ef9e63bf45e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3a19c876f7f4d3d" /><Relationship Type="http://schemas.openxmlformats.org/officeDocument/2006/relationships/notesMaster" Target="/ppt/notesMasters/notesMaster1.xml" Id="R9f00c0f445214d7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8a6c1bd527b4715" /><Relationship Type="http://schemas.openxmlformats.org/officeDocument/2006/relationships/notesMaster" Target="/ppt/notesMasters/notesMaster1.xml" Id="Rd0d69ea92e00448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후보는 시간·할당량·동작을 함께 보고 고른다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후보는 시간·할당량·동작을 함께 보고 고른다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“메모리를 적게 쓰는 후보라면 곧바로 선택해도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통계의 후보 선택 단계이며 다음 장의 제품 상태 전후 benchmark와 별도임을 밝힌다.</a:t>
            </a:r>
          </a:p>
          <a:p xmlns:a="http://schemas.openxmlformats.org/drawingml/2006/main">
            <a:r>
              <a:t>2. (1:00–3:00) 같은 결과6항목을 지킨 두 후보의 시간/할당량 trade-off를 정성적으로 비교한다. 수동 순회는 낮은 할당량만으로 선택하지 않았다.</a:t>
            </a:r>
          </a:p>
          <a:p xmlns:a="http://schemas.openxmlformats.org/drawingml/2006/main">
            <a:r>
              <a:t>3. (3:00–4:00) 행 단위 built-in reduction 후보를 선택한 근거를 말하되 알고리즘 구현 설명으로 확장하지 않는다.</a:t>
            </a:r>
          </a:p>
          <a:p xmlns:a="http://schemas.openxmlformats.org/drawingml/2006/main">
            <a:r>
              <a:t>4. (4:00–5:00) 합성 입력·환경 범위와 Skill이 정답을 공급한 것이 아님을 유지한다.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 DEC-0062는 기존 관찰·측정 조건과 효과 미입증 경계를 유지한다.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후보 두 행의 정성 비교와 같은 결과6항목 확인. 정확한 후보 수치는 추가하지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단계/범위1, 두 후보2, 선택1,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76993c16174490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fdcf86f05542b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3578d46dd5b402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e6e849772ef42a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277d520bb024e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31e46f45c4c4f1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DEBC9F-AA75-4094-ADA8-012E57A0F3C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F8B99E4-086A-4809-ACB9-2BDBB97DA3D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7C91FB3-D038-4D7B-ABB2-E5F87BD570E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6E4588-1902-425F-971D-58E62F93A48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1104E34-C6FA-497E-AC46-AC99E0D6DF3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0648505-781F-4A01-9E33-608364E32B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E5CDB73-0471-4131-B843-688D1618248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6B5CE3A-3870-45D9-A315-AB8CF01C7CB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A30924-BB63-46B6-BD65-CDC1F5F12A4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CC86E11-1F2A-4C57-A163-EC2E147509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69ee4d1259849e7" /><Relationship Type="http://schemas.openxmlformats.org/officeDocument/2006/relationships/slideLayout" Target="/ppt/slideLayouts/slideLayout1.xml" Id="R4d97da02b47349f9" /><Relationship Type="http://schemas.openxmlformats.org/officeDocument/2006/relationships/slideLayout" Target="/ppt/slideLayouts/slideLayout2.xml" Id="Rc25a5582ffc9480b" /><Relationship Type="http://schemas.openxmlformats.org/officeDocument/2006/relationships/slideLayout" Target="/ppt/slideLayouts/slideLayout3.xml" Id="R6aee31c9b9af47f5" /><Relationship Type="http://schemas.openxmlformats.org/officeDocument/2006/relationships/slideLayout" Target="/ppt/slideLayouts/slideLayout4.xml" Id="R4f598085260b4caa" /><Relationship Type="http://schemas.openxmlformats.org/officeDocument/2006/relationships/slideLayout" Target="/ppt/slideLayouts/slideLayout5.xml" Id="Rcd16c82fe07647e3" /><Relationship Type="http://schemas.openxmlformats.org/officeDocument/2006/relationships/slideLayout" Target="/ppt/slideLayouts/slideLayout6.xml" Id="R36cc576f40bf4a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d97da02b47349f9"/>
    <p:sldLayoutId xmlns:r="http://schemas.openxmlformats.org/officeDocument/2006/relationships" id="2147483650" r:id="Rc25a5582ffc9480b"/>
    <p:sldLayoutId xmlns:r="http://schemas.openxmlformats.org/officeDocument/2006/relationships" id="2147483651" r:id="R6aee31c9b9af47f5"/>
    <p:sldLayoutId xmlns:r="http://schemas.openxmlformats.org/officeDocument/2006/relationships" id="2147483652" r:id="R4f598085260b4caa"/>
    <p:sldLayoutId xmlns:r="http://schemas.openxmlformats.org/officeDocument/2006/relationships" id="2147483653" r:id="Rcd16c82fe07647e3"/>
    <p:sldLayoutId xmlns:r="http://schemas.openxmlformats.org/officeDocument/2006/relationships" id="2147483654" r:id="R36cc576f40bf4a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e2945ed9060465e" /><Relationship Type="http://schemas.openxmlformats.org/officeDocument/2006/relationships/image" Target="/ppt/media/image.png" Id="R1e5ef93dd1014218" /><Relationship Type="http://schemas.openxmlformats.org/officeDocument/2006/relationships/image" Target="/ppt/media/image2.png" Id="R3dcfedae7ccf4a22" /><Relationship Type="http://schemas.openxmlformats.org/officeDocument/2006/relationships/notesSlide" Target="/ppt/notesSlides/notesSlide1.xml" Id="Rf08e8e8f4e0c45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0089920eedc4a16" /><Relationship Type="http://schemas.openxmlformats.org/officeDocument/2006/relationships/notesSlide" Target="/ppt/notesSlides/notesSlide2.xml" Id="R74fed308472e475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42ade99c7b84a91" /><Relationship Type="http://schemas.openxmlformats.org/officeDocument/2006/relationships/notesSlide" Target="/ppt/notesSlides/notesSlide3.xml" Id="R9fefef45c1924e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9377c381f174c2b" /><Relationship Type="http://schemas.openxmlformats.org/officeDocument/2006/relationships/notesSlide" Target="/ppt/notesSlides/notesSlide4.xml" Id="R1dd8acd5fce2447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b100a4c4bf3457e" /><Relationship Type="http://schemas.openxmlformats.org/officeDocument/2006/relationships/notesSlide" Target="/ppt/notesSlides/notesSlide5.xml" Id="R25f02a36418e4b5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0811ff399af4a2c" /><Relationship Type="http://schemas.openxmlformats.org/officeDocument/2006/relationships/notesSlide" Target="/ppt/notesSlides/notesSlide6.xml" Id="R87fc1b5ece174c3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15ef11c2f614166" /><Relationship Type="http://schemas.openxmlformats.org/officeDocument/2006/relationships/notesSlide" Target="/ppt/notesSlides/notesSlide7.xml" Id="Rca3ae54ddda7453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51414eb18454336" /><Relationship Type="http://schemas.openxmlformats.org/officeDocument/2006/relationships/notesSlide" Target="/ppt/notesSlides/notesSlide8.xml" Id="R4f40e2e99bef4be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ea70dd821824fa0" /><Relationship Type="http://schemas.openxmlformats.org/officeDocument/2006/relationships/chart" Target="/ppt/slides/charts/chart1.xml" Id="Rfcb0821954cb47f3" /><Relationship Type="http://schemas.openxmlformats.org/officeDocument/2006/relationships/notesSlide" Target="/ppt/notesSlides/notesSlide9.xml" Id="Rc8e1161561e94ae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f42fa7c98794c5b" /><Relationship Type="http://schemas.openxmlformats.org/officeDocument/2006/relationships/notesSlide" Target="/ppt/notesSlides/notesSlide10.xml" Id="R73d5dd8762f041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3f4988fda984f84" /><Relationship Type="http://schemas.openxmlformats.org/officeDocument/2006/relationships/notesSlide" Target="/ppt/notesSlides/notesSlide11.xml" Id="R2bcd885447ea4ff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dcdb3fb7cbe4271" /><Relationship Type="http://schemas.openxmlformats.org/officeDocument/2006/relationships/notesSlide" Target="/ppt/notesSlides/notesSlide12.xml" Id="R128a29d6ade146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e3b22a0d6ae4350" /><Relationship Type="http://schemas.openxmlformats.org/officeDocument/2006/relationships/notesSlide" Target="/ppt/notesSlides/notesSlide13.xml" Id="Ra181176907f64ab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74f616340934d88" /><Relationship Type="http://schemas.openxmlformats.org/officeDocument/2006/relationships/notesSlide" Target="/ppt/notesSlides/notesSlide14.xml" Id="Ref1c1df3908c45d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f726017ec9e47ac" /><Relationship Type="http://schemas.openxmlformats.org/officeDocument/2006/relationships/notesSlide" Target="/ppt/notesSlides/notesSlide15.xml" Id="R74039b0004774ff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49c364bd10a4235" /><Relationship Type="http://schemas.openxmlformats.org/officeDocument/2006/relationships/notesSlide" Target="/ppt/notesSlides/notesSlide16.xml" Id="R145ff6d5c84a4e8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67fff413edb4967" /><Relationship Type="http://schemas.openxmlformats.org/officeDocument/2006/relationships/image" Target="/ppt/media/image3.png" Id="R07a2a5b28a034217" /><Relationship Type="http://schemas.openxmlformats.org/officeDocument/2006/relationships/notesSlide" Target="/ppt/notesSlides/notesSlide17.xml" Id="R2bf3582b729e45a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af86eac370f46d4" /><Relationship Type="http://schemas.openxmlformats.org/officeDocument/2006/relationships/notesSlide" Target="/ppt/notesSlides/notesSlide18.xml" Id="R8d383a26bdbd457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A8062B43-703F-46B9-87F5-02B206CD1B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9BADD2B1-5E8A-4696-B7B1-C52B22699E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51076C60-8D82-4B53-A59E-DA454E716F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1FC0C29C-3FCC-46EF-A50A-4C5D959774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CEBE761B-9CCD-417D-8CB3-B9F898DF89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857B158D-4FC8-425A-A5D4-F1CF9C2824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9513F986-C699-43B3-A04F-81B58E3D8991}"/>
              </a:ext>
            </a:extLst>
          </p:cNvPr>
          <p:cNvPicPr>
            <a:picLocks xmlns:a="http://schemas.openxmlformats.org/drawingml/2006/main" noChangeAspect="1"/>
          </p:cNvPicPr>
          <p:nvPr/>
        </p:nvPicPr>
        <p:blipFill>
          <a:blip xmlns:r="http://schemas.openxmlformats.org/officeDocument/2006/relationships" xmlns:a="http://schemas.openxmlformats.org/drawingml/2006/main" r:embed="R1e5ef93dd1014218"/>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F64CA9A4-A72C-4D30-A603-EBB7072B70CD}"/>
              </a:ext>
            </a:extLst>
          </p:cNvPr>
          <p:cNvPicPr>
            <a:picLocks xmlns:a="http://schemas.openxmlformats.org/drawingml/2006/main" noChangeAspect="1"/>
          </p:cNvPicPr>
          <p:nvPr/>
        </p:nvPicPr>
        <p:blipFill>
          <a:blip xmlns:r="http://schemas.openxmlformats.org/officeDocument/2006/relationships" xmlns:a="http://schemas.openxmlformats.org/drawingml/2006/main" r:embed="R3dcfedae7ccf4a2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0E17D186-DB45-4529-AD5E-6FD611CF5645}"/>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4F4C80BA-4400-40FE-9DA5-97F8D3E50602}"/>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08E2DE0-CDA8-4480-8093-694C9D0E253A}"/>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D0AA6125-C712-4C55-AF67-1F39F06ABD21}"/>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C8D7CF9-5B70-45F3-91C8-19100BFA6509}"/>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8CB058B7-6885-4FCF-97A0-6FB2F2FB00C8}"/>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338929B7-C90B-4001-B15E-2AA51F63E31E}"/>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5D10A7EA-1595-452D-A848-C56436E39054}"/>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D20947F1-4F4B-4B7C-91FD-91545B1654B9}"/>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A07F0F0F-45AC-48B4-910C-9D386269BCC7}"/>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EC09CBA4-19F8-4BB1-9521-BDD9E9E59761}"/>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F3029C22-6267-46EF-A731-75A02ACB4DD4}"/>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6F0286D0-ADB0-4651-8D0C-D7F99F3DB728}"/>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F8DBBEF9-8550-4B83-B250-26563686CB99}"/>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7FB9A576-B042-40B3-A82B-9E303F96C71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E45A9E87-229B-418D-88D6-378671508141}"/>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1B16F920-F895-495A-9866-59ED36AA9C78}"/>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B82D4DCB-796A-4DDD-B346-7929F9B0BBAF}"/>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F24B5C50-F2B3-4262-9E2C-22E502D0F8DB}"/>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CD0A38E0-8215-4706-95E1-D893CECC200E}"/>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E8C2D666-5581-4D2B-BC67-41AD4DAD6562}"/>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7FC00B02-D443-4DEC-B8FA-6DE0D61C0912}"/>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E1061EF3-1BC3-455F-8706-A01D02F18CA1}"/>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02B79B59-0047-4FCE-A3CC-543557E49C22}"/>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93636508-6350-413F-BFA5-CDB229319B85}"/>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15CC29D8-3211-4B9A-890B-B4B195B717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12819964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9A25B7F4-2BA3-4CF6-A5D1-31D1408070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13103CC6-E2A6-4049-806A-A50FCE4582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7C8E4041-DFF8-4746-A3FB-4EEE1441C9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71B51C06-CDA5-402E-AEFC-A7087976F9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F851FFD0-CDF5-459C-BF0B-F70598CEC8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0ADFA84F-9B14-425C-A44B-5ECD40B21B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C7B321F5-8CE5-45BE-9E97-06CDB8FE3514}"/>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5D6FC19A-A09B-48CF-BF00-D88E1EFC836E}"/>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826BA6C8-A743-4709-8088-80220C31FD08}"/>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47CAB287-07E3-4607-A03F-3FD088D35CD5}"/>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90EDC8B0-FE73-43FF-AF48-F219A539DD89}"/>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BCCD3AA0-0201-4038-B2C8-F96AA2625865}"/>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51F8F40A-F643-4D98-B243-71B5459720B3}"/>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B4E5231E-F862-4A20-9308-7FFDA0023042}"/>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B5DBDCE-5479-4364-B99D-879AFFBCB98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4E7F14AA-D9E1-4B3B-B71E-253BAD1F1C01}"/>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65975F8-F0B2-46EF-9A06-923620EE8461}"/>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64CCF88-DF86-417C-B815-590CD2C5648A}"/>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01ED297B-80F9-477F-947B-72025E5213BD}"/>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4989CDAF-4423-4FCF-AB3A-054DAD5C343D}"/>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9573EC22-E0E3-4FD7-8177-4B23C1E6700F}"/>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601C0C95-D5E6-4AE6-9FEC-04B99ABED822}"/>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95638296-E81B-4F08-B525-D6B1C0579009}"/>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97431EB0-B7CA-4A28-97E0-8BA44EDC08D0}"/>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26583626-BFC9-47ED-80F3-6000DB89CBF5}"/>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C73735BB-0F59-420D-AF4E-9A9728BA5423}"/>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B76615FC-C7BA-41B8-B32E-0D2D0281C575}"/>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9A799A6C-2761-493F-8CBD-C2025B8C2C2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2B4581F-A4C2-4CF3-80B4-D3766C0789E9}"/>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EED25CAE-E84A-4096-91AE-AE11DCBD838F}"/>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BED8E32-97DE-4B82-BAEE-5B20315B46B9}"/>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2CAA2A85-93DB-45BB-B638-B30EA71892FA}"/>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72B209A0-4DE7-4CEB-897A-2B0DF31EACD3}"/>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DA31705A-D70D-4FAB-B226-1C05A5ACA7DD}"/>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32F4284B-8837-48BA-9BD1-B3BA40314644}"/>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E13A01FC-29FB-435B-AC42-3754BF5FF37B}"/>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C4222BEA-F9CE-44F3-8B45-1592D4E0474E}"/>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08923ED3-F46F-4B15-8715-293630294B4D}"/>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00D784E-BB93-425C-A778-D28C96BCC7E7}"/>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E45CECBE-D9D8-4521-AD25-F77BB79879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659837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7FE64154-9B93-4706-B228-CD227BE278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29EFF1BE-1267-4E15-8511-8AC871B663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3BBE1C44-CF29-4E0F-A3AF-FC5824FCA0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E01A15CA-8F60-42AD-B0BF-6AB58B574F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916F332D-0F12-43CB-9A69-F2BAE383C7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C475E1CC-6890-457B-834E-425A4043D2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70ECE626-3251-43D8-A6CD-F97A9C07F595}"/>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D41DD055-A370-401A-8CE0-5F591C232752}"/>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560C4ED1-E822-4505-A968-C030F3B2AE6C}"/>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69E9BB03-6913-4427-B679-4068B3334943}"/>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B7BBC1E-012E-4958-822D-C893FBD31E84}"/>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E44D5983-F909-4BDB-B08C-52189E95D422}"/>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6053B21E-6ED4-44F4-92F3-B8990227AA25}"/>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E2EAB539-6546-46E9-8D88-2BAF3CAA83B3}"/>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36C81283-5D33-45A3-83F0-B9CD89EB11C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4D347073-8B0E-4079-99DD-16E4BE607546}"/>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BD2701C7-0950-4C2D-A6F2-ED97284E9F93}"/>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959FF0FA-DA42-4B97-8531-C304BD95F9B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4C738B03-544E-459D-A646-26F3D36E61A0}"/>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50D36D84-9F6E-4B48-89CE-29E0A07A45AC}"/>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6361666B-2BFD-460D-80C7-D7AB11B702AD}"/>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352FD40-E766-4D0A-806F-09565F52B2CA}"/>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2EC3CFA8-68F1-45D6-AC52-5513C1A20F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3815890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97CCCE64-923B-4796-9D1A-8F42FBC316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6099903D-7452-4302-8475-AED8B936BA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B0A65578-7F1B-4F53-BF4F-21782A010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E293EFEB-7E75-46CE-940E-8B4683C6DB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50C2FF97-DC0A-4058-8160-C207C8473C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31C1D40B-DCD0-4262-A804-9B228F7FE5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F3E4125C-D842-4213-96C0-5BFA39A50BCD}"/>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9654A7D1-2C89-479B-9355-3E46CF899C5E}"/>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63B03D89-CD17-4A01-8C90-F60F88589CB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54869BC3-9011-4BF9-BAC0-8AE4D2007FC0}"/>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23AB2A2C-574C-49B8-B6FD-964F4248B7A4}"/>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E741DF99-4ED4-408E-B8BA-1D76DDE1DEAC}"/>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0026E682-294F-41FE-ABA4-D05D4108F194}"/>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0BB62AE0-C772-4AAF-B7EE-3D8FC887DF7B}"/>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A5B0AB3F-7A98-4563-81A8-771510F681F5}"/>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259EAB26-3282-4EFC-AC92-3CBBAB0613A6}"/>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B8B3F187-82B2-444E-9332-3F6DE7C3AB04}"/>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36406886-F3E4-4F52-B321-C61F46518627}"/>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095A6CAE-E245-4C0C-8FB8-4B220F6424E0}"/>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A36E4626-BF98-45ED-B859-305D96065463}"/>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BD81F2CF-45E5-48DF-B45C-A651991FD7D0}"/>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C44D74C7-FE3D-44A0-9BA2-2B72321463C7}"/>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ACF3D391-FEC5-4079-8866-896FD25CC24B}"/>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247268A6-10F8-4CBD-8CDE-28DC508DFBFA}"/>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B890AB69-789D-41E3-98E6-6CC39B0CD01C}"/>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19C1FA1B-A73F-4EBD-9EE4-9D8FF0147EE2}"/>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911D31F9-360B-4D02-829D-7FE4727FE6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8958035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81FA20BA-F524-46B3-B6F4-DA08AC90C3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4167319B-F201-484D-A466-CE6D52A3FD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B31762CC-7820-4702-AC98-BC4CC21D6F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B8AEC106-55AC-4C2B-8684-F3E7778588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B6231B91-AF63-4671-B4E2-9F1FABEFF3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83F47E50-6A76-46DB-9A13-C9C3539FFE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F26DEBF4-BF8C-498D-85D7-C5FC839D6D39}"/>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D7CE0A4D-0886-408B-87C4-F80F8526255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A79096BA-9DC7-4712-8A2C-0C89F8940273}"/>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2F6B1DFB-5D85-4C98-A9A6-1C0C1F0B664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9AD60178-4537-41CB-A211-BD327B359DB2}"/>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B7F1BCB9-DAED-42A3-BC84-FF12E1DB9007}"/>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EA0A26DD-0F4D-42A9-9316-88991DBCCAE1}"/>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220AE1A5-4F26-4179-B0FF-4ECA231904DE}"/>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11824BA-76D1-491F-8188-5A3B7511C365}"/>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1B46DE7-9B00-4EB9-BF34-99516662E432}"/>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7BE78D37-363B-42CA-ADCB-0D0E3BC421CA}"/>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8776F3B7-B4DD-4DD2-874A-6EFE29456305}"/>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3401318E-82FB-4325-8CCE-EF44E9664FF9}"/>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102BE284-D17E-4312-81AD-7672DF0D5DD5}"/>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E0B66A6-7730-4F0A-B2B0-2A2DB36ECC2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5554345B-8843-4EF7-B36B-38B7C1F6239E}"/>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36C2CE37-3AC6-416D-87B7-78A859B3E2B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8A37089-DEE9-4FB4-A379-31C1C0527425}"/>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4066EC31-9992-413E-9691-E4F9E8E3EBF0}"/>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9F744B2-3897-4B42-B119-D50436E13B1A}"/>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BF3B7C7-7E67-4C9D-A2EE-53EEE03F5B2A}"/>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10119D3D-3DCE-477D-BE22-7676B2DF4602}"/>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9F19FB1-58C0-48B9-A9BC-6F46FE3FD24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4AF975C6-43E7-433E-9F58-B0D443C28078}"/>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881CE75D-DD7D-473A-8E2B-565633447EC7}"/>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F680EE5-B38E-4D73-9710-F8B98F45B766}"/>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B6D263C5-B943-40AC-9011-5FCE4AA61C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487051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95FB90D3-51B3-4DFA-A905-8F7FE1483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36C0478F-5FF7-4242-8A7C-13090E9327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07A35A66-8CEB-4F2E-A65B-24D9094D77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DB9CF9BD-06B1-4B00-B418-8F2FC87A3D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2BC61314-EF0B-4089-A772-BAA8FCF5B3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4E096865-E3FB-4979-A10E-2D7243B323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23F113B5-EE73-4A2C-B2C5-8AFFB073D645}"/>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74CC10F1-2E48-46A6-8EEA-C6CF567192A9}"/>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329DD86-37AB-4859-8529-771AC1F4B2DB}"/>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9720687B-832B-44A5-ABE1-369B71E5CBF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6EAA1B10-A1B9-4420-B022-6B755F9A2148}"/>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87E4C32-B129-480E-BB46-71D9EA183618}"/>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11771D28-A12D-4BC4-B03A-4E45DBBF3B4B}"/>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7EAD92EC-28B9-4328-A4CD-7EF5C4A0FB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6360488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786AA27C-175C-4744-9A87-29D1F282E3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48810C97-7507-400D-82DC-098B74DEFA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22AE3D1B-817E-465A-B8D7-C2374EC1AD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4E50BA28-4349-44D1-8CFB-1B1B70CD27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4B39BD50-ABE6-4AE8-9D6E-439BAA70C5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9D4B6D81-9C85-43C9-9CB9-8A693D2B5B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EAD0DC1D-1662-4469-A821-C1DD38D5BF64}"/>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7FC4F19B-7D60-472A-8F2C-59FDBB6E93B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AC12EACE-228F-4D0E-A858-9E2DCEDDDBB0}"/>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D1BBEC6C-4B68-4F5D-90CA-7A81844280EE}"/>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243D771-17FC-4087-B501-3E56A879CC51}"/>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63F7BDE7-FE49-4C8C-AF84-9164D984F380}"/>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8B047898-111D-463B-B823-8B1FB0CBD419}"/>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92422033-CFDB-4A14-B5A7-8C86B7C57038}"/>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B623495A-DACB-4782-93A6-7E68597B5A6F}"/>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75BB7133-E991-45EB-B1A7-A049A4044575}"/>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B7E20818-3EF1-4A91-8202-D66058B151BB}"/>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49718DE9-3554-40BD-B482-96002C535D81}"/>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E9FE5292-72CD-4A03-A93E-EF7436CF240B}"/>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FE8D0A5E-33AC-41ED-B473-B512E9A41B39}"/>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4AD7BCF2-CEF2-4F35-B385-F8BAE073319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ADF51A30-FE0F-4B39-A389-9631FEA7BBC8}"/>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F2D2163F-6C2C-46D5-9CCC-BE5806079598}"/>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0A4233A5-52B7-4A2A-8148-ABECBCFD54FF}"/>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2904A483-AA50-4F34-8C0A-E97B0A4E5BFF}"/>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C010F6DA-993B-4766-A7C8-CDC4375ACDA8}"/>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C7145DA9-B4E4-4E05-9B50-37B83B69DD91}"/>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3793715C-4759-4284-80FE-163623B1B01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3411D78C-11B1-4621-A556-D61DA32516A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FE5E1DDF-B64B-48F1-BEA5-308A27ABD567}"/>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EDE896E7-EBBB-41B1-A063-B77F87C7AC6D}"/>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2D25D9E4-3890-4841-BA22-B5BB02E1B4E8}"/>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62125019-4BF5-4F53-8C67-23D1933BE675}"/>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7A97CCD-8803-40AB-9E65-3DE732F9223C}"/>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2013B6B1-5838-47A6-A853-C418460A6D4F}"/>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039B372F-EE71-4A68-8724-9E278493183D}"/>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E738F6B4-6806-4DDE-BED1-A4170A976275}"/>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6F4F38DE-3E8B-4FB5-8A00-0B0D176DD8AF}"/>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702FAE19-E1B5-453A-B6D4-0C7BA7A6603A}"/>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972CC3E0-330B-44E5-AA54-84B2A96EDE23}"/>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063A6C3-2B7D-4536-ACD5-5B932B42378C}"/>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216136C-3D85-49BD-882B-C3A325C1491D}"/>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8EB81615-64BC-4E49-83AA-22803B4F88CA}"/>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DBE0576-47F6-48DC-9BC0-1770EF5A0E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77735238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밝기 통계 작업의 후보 선택 과정">
            <a:extLst xmlns:a="http://schemas.openxmlformats.org/drawingml/2006/main">
              <a:ext uri="{FF2B5EF4-FFF2-40B4-BE49-F238E27FC236}">
                <a16:creationId xmlns:a16="http://schemas.microsoft.com/office/drawing/2014/main" id="{3D0776D7-FDB0-4204-9D6E-110286B571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작업의 후보 선택 과정</a:t>
            </a:r>
          </a:p>
        </p:txBody>
      </p:sp>
      <p:sp>
        <p:nvSpPr>
          <p:cNvPr id="2" name="S57">
            <a:extLst xmlns:a="http://schemas.openxmlformats.org/drawingml/2006/main">
              <a:ext uri="{FF2B5EF4-FFF2-40B4-BE49-F238E27FC236}">
                <a16:creationId xmlns:a16="http://schemas.microsoft.com/office/drawing/2014/main" id="{15068241-08EA-44CB-8CC2-FA90DDB031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후보는 시간·할당량·동작을 함께 보고 고른다">
            <a:extLst xmlns:a="http://schemas.openxmlformats.org/drawingml/2006/main">
              <a:ext uri="{FF2B5EF4-FFF2-40B4-BE49-F238E27FC236}">
                <a16:creationId xmlns:a16="http://schemas.microsoft.com/office/drawing/2014/main" id="{9DFB58D8-C907-4CA2-80B8-4B25DA89B9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후보는 시간·할당량·동작을 함께 보고 고른다</a:t>
            </a:r>
          </a:p>
        </p:txBody>
      </p:sp>
      <p:sp>
        <p:nvSpPr>
          <p:cNvPr id="4" name="">
            <a:extLst xmlns:a="http://schemas.openxmlformats.org/drawingml/2006/main">
              <a:ext uri="{FF2B5EF4-FFF2-40B4-BE49-F238E27FC236}">
                <a16:creationId xmlns:a16="http://schemas.microsoft.com/office/drawing/2014/main" id="{01FC6C6C-2E69-4C47-9D87-C1846D5832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합성1024×768 / CPython3.9">
            <a:extLst xmlns:a="http://schemas.openxmlformats.org/drawingml/2006/main">
              <a:ext uri="{FF2B5EF4-FFF2-40B4-BE49-F238E27FC236}">
                <a16:creationId xmlns:a16="http://schemas.microsoft.com/office/drawing/2014/main" id="{80B6613C-DE48-413A-B8B8-B3FF06CD8E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합성1024×768 / CPython3.9.6 / macOS arm64</a:t>
            </a:r>
          </a:p>
        </p:txBody>
      </p:sp>
      <p:sp>
        <p:nvSpPr>
          <p:cNvPr id="6" name="정성 비교 · 아래 후보끼리의 비교는 다음 장의 제품 상태 전후 측정과 다름">
            <a:extLst xmlns:a="http://schemas.openxmlformats.org/drawingml/2006/main">
              <a:ext uri="{FF2B5EF4-FFF2-40B4-BE49-F238E27FC236}">
                <a16:creationId xmlns:a16="http://schemas.microsoft.com/office/drawing/2014/main" id="{4428929A-4450-4251-85C8-8D3DE0D722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정성 비교 · 아래 후보끼리의 비교는 다음 장의 제품 상태 전후 측정과 다름</a:t>
            </a:r>
          </a:p>
        </p:txBody>
      </p:sp>
      <p:sp>
        <p:nvSpPr>
          <p:cNvPr id="7" name="두 후보 모두 같은 결과 6항목을 확인했다">
            <a:extLst xmlns:a="http://schemas.openxmlformats.org/drawingml/2006/main">
              <a:ext uri="{FF2B5EF4-FFF2-40B4-BE49-F238E27FC236}">
                <a16:creationId xmlns:a16="http://schemas.microsoft.com/office/drawing/2014/main" id="{1D9A0F2E-0C21-4D8F-8E97-BF0F73394720}"/>
              </a:ext>
            </a:extLst>
          </p:cNvPr>
          <p:cNvSpPr>
            <a:spLocks xmlns:a="http://schemas.openxmlformats.org/drawingml/2006/main" noGrp="1"/>
          </p:cNvSpPr>
          <p:nvPr/>
        </p:nvSpPr>
        <p:spPr>
          <a:xfrm xmlns:a="http://schemas.openxmlformats.org/drawingml/2006/main">
            <a:off x="609600" y="17240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두 후보 모두 같은 결과 6항목을 확인했다</a:t>
            </a:r>
          </a:p>
        </p:txBody>
      </p:sp>
      <p:sp>
        <p:nvSpPr>
          <p:cNvPr id="8" name="후보">
            <a:extLst xmlns:a="http://schemas.openxmlformats.org/drawingml/2006/main">
              <a:ext uri="{FF2B5EF4-FFF2-40B4-BE49-F238E27FC236}">
                <a16:creationId xmlns:a16="http://schemas.microsoft.com/office/drawing/2014/main" id="{5B72A734-2396-41C2-A8D7-17E185AA64E7}"/>
              </a:ext>
            </a:extLst>
          </p:cNvPr>
          <p:cNvSpPr>
            <a:spLocks xmlns:a="http://schemas.openxmlformats.org/drawingml/2006/main" noGrp="1"/>
          </p:cNvSpPr>
          <p:nvPr/>
        </p:nvSpPr>
        <p:spPr>
          <a:xfrm xmlns:a="http://schemas.openxmlformats.org/drawingml/2006/main">
            <a:off x="609600" y="2419350"/>
            <a:ext cx="4838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927FCD96-EBF8-49E3-B1B6-3C3B5200FCF8}"/>
              </a:ext>
            </a:extLst>
          </p:cNvPr>
          <p:cNvSpPr>
            <a:spLocks xmlns:a="http://schemas.openxmlformats.org/drawingml/2006/main" noGrp="1"/>
          </p:cNvSpPr>
          <p:nvPr/>
        </p:nvSpPr>
        <p:spPr>
          <a:xfrm xmlns:a="http://schemas.openxmlformats.org/drawingml/2006/main">
            <a:off x="5810250" y="24193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Python 할당량</a:t>
            </a:r>
          </a:p>
        </p:txBody>
      </p:sp>
      <p:sp>
        <p:nvSpPr>
          <p:cNvPr id="10" name="실행 시간과 판단">
            <a:extLst xmlns:a="http://schemas.openxmlformats.org/drawingml/2006/main">
              <a:ext uri="{FF2B5EF4-FFF2-40B4-BE49-F238E27FC236}">
                <a16:creationId xmlns:a16="http://schemas.microsoft.com/office/drawing/2014/main" id="{EFE4A30D-C908-4EE6-9A4C-B43790A8FB4C}"/>
              </a:ext>
            </a:extLst>
          </p:cNvPr>
          <p:cNvSpPr>
            <a:spLocks xmlns:a="http://schemas.openxmlformats.org/drawingml/2006/main" noGrp="1"/>
          </p:cNvSpPr>
          <p:nvPr/>
        </p:nvSpPr>
        <p:spPr>
          <a:xfrm xmlns:a="http://schemas.openxmlformats.org/drawingml/2006/main">
            <a:off x="8620125" y="2419350"/>
            <a:ext cx="2962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실행 시간과 판단</a:t>
            </a:r>
          </a:p>
        </p:txBody>
      </p:sp>
      <p:sp>
        <p:nvSpPr>
          <p:cNvPr id="11" name="">
            <a:extLst xmlns:a="http://schemas.openxmlformats.org/drawingml/2006/main">
              <a:ext uri="{FF2B5EF4-FFF2-40B4-BE49-F238E27FC236}">
                <a16:creationId xmlns:a16="http://schemas.microsoft.com/office/drawing/2014/main" id="{C3AF9024-E5AA-4A10-B925-EB5A27F9A895}"/>
              </a:ext>
            </a:extLst>
          </p:cNvPr>
          <p:cNvSpPr>
            <a:spLocks xmlns:a="http://schemas.openxmlformats.org/drawingml/2006/main" noGrp="1"/>
          </p:cNvSpPr>
          <p:nvPr/>
        </p:nvSpPr>
        <p:spPr>
          <a:xfrm xmlns:a="http://schemas.openxmlformats.org/drawingml/2006/main">
            <a:off x="609600" y="3019425"/>
            <a:ext cx="10972800" cy="876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수동 단일 순회">
            <a:extLst xmlns:a="http://schemas.openxmlformats.org/drawingml/2006/main">
              <a:ext uri="{FF2B5EF4-FFF2-40B4-BE49-F238E27FC236}">
                <a16:creationId xmlns:a16="http://schemas.microsoft.com/office/drawing/2014/main" id="{67790634-6977-4114-A6DC-6695D9C09ADB}"/>
              </a:ext>
            </a:extLst>
          </p:cNvPr>
          <p:cNvSpPr>
            <a:spLocks xmlns:a="http://schemas.openxmlformats.org/drawingml/2006/main" noGrp="1"/>
          </p:cNvSpPr>
          <p:nvPr/>
        </p:nvSpPr>
        <p:spPr>
          <a:xfrm xmlns:a="http://schemas.openxmlformats.org/drawingml/2006/main">
            <a:off x="762000" y="3200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수동 단일 순회</a:t>
            </a:r>
          </a:p>
        </p:txBody>
      </p:sp>
      <p:sp>
        <p:nvSpPr>
          <p:cNvPr id="13" name="낮은 할당량">
            <a:extLst xmlns:a="http://schemas.openxmlformats.org/drawingml/2006/main">
              <a:ext uri="{FF2B5EF4-FFF2-40B4-BE49-F238E27FC236}">
                <a16:creationId xmlns:a16="http://schemas.microsoft.com/office/drawing/2014/main" id="{F664BCEE-1BFF-46D7-B468-CCE421074838}"/>
              </a:ext>
            </a:extLst>
          </p:cNvPr>
          <p:cNvSpPr>
            <a:spLocks xmlns:a="http://schemas.openxmlformats.org/drawingml/2006/main" noGrp="1"/>
          </p:cNvSpPr>
          <p:nvPr/>
        </p:nvSpPr>
        <p:spPr>
          <a:xfrm xmlns:a="http://schemas.openxmlformats.org/drawingml/2006/main">
            <a:off x="5810250" y="32004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a:t>
            </a:r>
          </a:p>
        </p:txBody>
      </p:sp>
      <p:sp>
        <p:nvSpPr>
          <p:cNvPr id="14" name="훨씬 느림 → 제외">
            <a:extLst xmlns:a="http://schemas.openxmlformats.org/drawingml/2006/main">
              <a:ext uri="{FF2B5EF4-FFF2-40B4-BE49-F238E27FC236}">
                <a16:creationId xmlns:a16="http://schemas.microsoft.com/office/drawing/2014/main" id="{C46D5166-F9AA-4A86-9729-7AF973D2DFE2}"/>
              </a:ext>
            </a:extLst>
          </p:cNvPr>
          <p:cNvSpPr>
            <a:spLocks xmlns:a="http://schemas.openxmlformats.org/drawingml/2006/main" noGrp="1"/>
          </p:cNvSpPr>
          <p:nvPr/>
        </p:nvSpPr>
        <p:spPr>
          <a:xfrm xmlns:a="http://schemas.openxmlformats.org/drawingml/2006/main">
            <a:off x="8620125" y="32004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훨씬 느림 → 제외</a:t>
            </a:r>
          </a:p>
        </p:txBody>
      </p:sp>
      <p:sp>
        <p:nvSpPr>
          <p:cNvPr id="15" name="">
            <a:extLst xmlns:a="http://schemas.openxmlformats.org/drawingml/2006/main">
              <a:ext uri="{FF2B5EF4-FFF2-40B4-BE49-F238E27FC236}">
                <a16:creationId xmlns:a16="http://schemas.microsoft.com/office/drawing/2014/main" id="{683C91FD-0A4A-4592-8442-DCDE110B26EF}"/>
              </a:ext>
            </a:extLst>
          </p:cNvPr>
          <p:cNvSpPr>
            <a:spLocks xmlns:a="http://schemas.openxmlformats.org/drawingml/2006/main" noGrp="1"/>
          </p:cNvSpPr>
          <p:nvPr/>
        </p:nvSpPr>
        <p:spPr>
          <a:xfrm xmlns:a="http://schemas.openxmlformats.org/drawingml/2006/main">
            <a:off x="609600" y="4086225"/>
            <a:ext cx="10972800" cy="8763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5AA3D3B3-6ED1-402D-B631-B0038B594D27}"/>
              </a:ext>
            </a:extLst>
          </p:cNvPr>
          <p:cNvSpPr>
            <a:spLocks xmlns:a="http://schemas.openxmlformats.org/drawingml/2006/main" noGrp="1"/>
          </p:cNvSpPr>
          <p:nvPr/>
        </p:nvSpPr>
        <p:spPr>
          <a:xfrm xmlns:a="http://schemas.openxmlformats.org/drawingml/2006/main">
            <a:off x="762000" y="42672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은 할당량 유지">
            <a:extLst xmlns:a="http://schemas.openxmlformats.org/drawingml/2006/main">
              <a:ext uri="{FF2B5EF4-FFF2-40B4-BE49-F238E27FC236}">
                <a16:creationId xmlns:a16="http://schemas.microsoft.com/office/drawing/2014/main" id="{F9831CB9-27B3-4B46-98E8-46784001C46D}"/>
              </a:ext>
            </a:extLst>
          </p:cNvPr>
          <p:cNvSpPr>
            <a:spLocks xmlns:a="http://schemas.openxmlformats.org/drawingml/2006/main" noGrp="1"/>
          </p:cNvSpPr>
          <p:nvPr/>
        </p:nvSpPr>
        <p:spPr>
          <a:xfrm xmlns:a="http://schemas.openxmlformats.org/drawingml/2006/main">
            <a:off x="5810250" y="42672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 유지</a:t>
            </a:r>
          </a:p>
        </p:txBody>
      </p:sp>
      <p:sp>
        <p:nvSpPr>
          <p:cNvPr id="18" name="더 나음 → 선택">
            <a:extLst xmlns:a="http://schemas.openxmlformats.org/drawingml/2006/main">
              <a:ext uri="{FF2B5EF4-FFF2-40B4-BE49-F238E27FC236}">
                <a16:creationId xmlns:a16="http://schemas.microsoft.com/office/drawing/2014/main" id="{4F88C5AD-C822-42A1-9677-095E3459F47F}"/>
              </a:ext>
            </a:extLst>
          </p:cNvPr>
          <p:cNvSpPr>
            <a:spLocks xmlns:a="http://schemas.openxmlformats.org/drawingml/2006/main" noGrp="1"/>
          </p:cNvSpPr>
          <p:nvPr/>
        </p:nvSpPr>
        <p:spPr>
          <a:xfrm xmlns:a="http://schemas.openxmlformats.org/drawingml/2006/main">
            <a:off x="8620125" y="42672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더 나음 → 선택</a:t>
            </a:r>
          </a:p>
        </p:txBody>
      </p:sp>
      <p:sp>
        <p:nvSpPr>
          <p:cNvPr id="19" name="Skill에 정답을 넣지 않고, 측정 근거로 변경 후보를 선택했다">
            <a:extLst xmlns:a="http://schemas.openxmlformats.org/drawingml/2006/main">
              <a:ext uri="{FF2B5EF4-FFF2-40B4-BE49-F238E27FC236}">
                <a16:creationId xmlns:a16="http://schemas.microsoft.com/office/drawing/2014/main" id="{11B1296C-0011-4C60-B561-54BB0372DB8F}"/>
              </a:ext>
            </a:extLst>
          </p:cNvPr>
          <p:cNvSpPr>
            <a:spLocks xmlns:a="http://schemas.openxmlformats.org/drawingml/2006/main" noGrp="1"/>
          </p:cNvSpPr>
          <p:nvPr/>
        </p:nvSpPr>
        <p:spPr>
          <a:xfrm xmlns:a="http://schemas.openxmlformats.org/drawingml/2006/main">
            <a:off x="609600" y="5381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Skill에 정답을 넣지 않고, 측정 근거로 변경 후보를 선택했다</a:t>
            </a:r>
          </a:p>
        </p:txBody>
      </p:sp>
      <p:sp>
        <p:nvSpPr>
          <p:cNvPr id="20" name="Legacy module connection">
            <a:extLst xmlns:a="http://schemas.openxmlformats.org/drawingml/2006/main">
              <a:ext uri="{FF2B5EF4-FFF2-40B4-BE49-F238E27FC236}">
                <a16:creationId xmlns:a16="http://schemas.microsoft.com/office/drawing/2014/main" id="{48EBE427-AFC5-4FB4-BDD3-49C6BF2AF4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30510677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6E2820BF-CDD2-4EF7-86EB-EEA2B867BF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9093EEA7-2027-4D3B-8D62-B6A2522040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A24E2BD5-075F-4D35-970B-975617B3A1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D5968597-02B7-4333-9395-A82C9110E0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A2E5A0AE-C678-419A-8FF8-6B1EDAB9B9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F1378E9C-750C-41D2-9A5C-50F90EFD77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9D3666E7-19AA-4797-8A9C-607A6652C485}"/>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DF63E2F1-A0A8-49FB-AB19-7183497054C5}"/>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91DD7300-3E44-40E2-914C-CE95DA5C91E2}"/>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B2CC1C24-66DC-447F-9DD0-FBBA40A0366A}"/>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fcb0821954cb47f3"/>
          </a:graphicData>
        </a:graphic>
      </p:graphicFrame>
      <p:sp>
        <p:nvSpPr>
          <p:cNvPr id="11" name="">
            <a:extLst xmlns:a="http://schemas.openxmlformats.org/drawingml/2006/main">
              <a:ext uri="{FF2B5EF4-FFF2-40B4-BE49-F238E27FC236}">
                <a16:creationId xmlns:a16="http://schemas.microsoft.com/office/drawing/2014/main" id="{A353F0FD-E959-41F8-955A-5981D678EF09}"/>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44956CC8-8265-410D-9649-FFC81E3756E8}"/>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D75F904E-69D4-4F6A-82C8-79A4F93C6F86}"/>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223D58C5-BA25-4D30-B2A2-C12481381535}"/>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7D154280-BCD7-46AD-A66F-44B1A7289438}"/>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6B4F5C45-4D82-400C-B6D7-434261F184A9}"/>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9C55C1CA-9C59-4401-9C74-CF5D593BC772}"/>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975C81FE-1F75-49C0-9EDB-5B2F642A3E92}"/>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CBD25C14-4161-4B72-8855-374A59ED2769}"/>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836CB10B-71C5-47F0-9236-71385B7FCA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07251123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36F2216C-4609-484E-9FB3-402FAD6980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A927A085-99BE-4B23-AFD2-6A7202A9F1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060E4298-554D-4EE2-8A0B-39E4592AF1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90EC39C9-FAAE-4759-8FFA-72C6AE516C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9DE56443-582B-4793-A75F-0865BE025C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39105138-A455-4C5F-8D20-9E897DCCD4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58570D5C-8EC8-4A48-A84D-58D40DA30774}"/>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E1D39CE9-80FB-4D20-A3E9-7D8BA140DA36}"/>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2BD60239-DC20-4EF9-AF7E-EED5AEB3AA2B}"/>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061D7F10-44AA-41C9-BBEE-4ED6B1DBFB0C}"/>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65A65DAE-6977-4849-9135-77CA120DC03D}"/>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162E2697-8400-48CD-876A-E6D8A0091E3A}"/>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5284AD3A-201B-4159-BAA3-E8E527DBEBDC}"/>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478B778D-930D-4200-B1B2-E3B187D1D412}"/>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5492093A-41A5-4172-95D5-839C004741BF}"/>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5F40202A-7B38-48BA-AE97-B5ABAB77C2AE}"/>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BD067266-889C-48CA-80C3-DD9A81F203E9}"/>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B1D233A-6FA6-4AED-8765-1F2674308461}"/>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274049E-16E7-4C11-B90C-7173339EB3EF}"/>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2003C7F-DC0C-43D8-B1E9-4B8DA70D3610}"/>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9AFB6B2E-53E4-48D1-9806-E470CAF7EC2C}"/>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A5143535-4738-415E-BFCB-08805A9188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2048945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72381F4C-053E-4595-BBC8-DFE5744E39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DE4210F0-2284-4B3F-BC81-D56B6B5613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D3EFACDB-C55E-4376-8784-169CAF9A00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6B0B0339-0F26-4AD0-B2DC-EE87FB8DC6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25ED9556-6C84-487B-8222-85A0FD330A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71672DAD-E4F9-4281-A805-53C02CA64F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3BE70197-0077-4882-B882-8E60C1C756F4}"/>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960DC140-3CFE-4A1C-8ED8-567DB79E02AA}"/>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E46B0F16-BA0A-4D8A-A410-9B740EA2F7CD}"/>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1F744753-E3FA-4001-B6D4-937A86167183}"/>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BC49C4-DFED-4515-A664-CF9F895C8F12}"/>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F5991202-6C25-4467-8FBA-AAAF0923B13C}"/>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229D99C2-45CA-46C5-BFFC-A9F5F74DA53D}"/>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23575285-4257-48A9-86DB-0BF16391B317}"/>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F64478C-E6D7-4666-A625-BD904F3FD157}"/>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95542096-14A3-4994-B665-F1CA0C650AA4}"/>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B824E055-A5C0-4620-9599-FEB6BAD545E3}"/>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E5101C59-4430-46F1-BDF2-FB019096ADA2}"/>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C628059B-71B8-4C2A-9AD6-B51AAE52F977}"/>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CA2FD562-3DDD-4E39-AB71-76DCBCBF39A7}"/>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09263932-78AC-4CC5-9E92-B12F4E379D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769992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40B70EA7-846C-4423-B68C-5C7AAC72F0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21FE2D5F-56B4-4994-BF0F-7764F77849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407BA9B3-C631-4721-BFC6-1E86BEF643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7731B917-C54B-45AF-8F86-61D70C05DC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D7601469-321A-45CC-AE9D-6361A9C291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CD5E137A-5A26-4AE7-8251-D4C4FE8F70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DCDF4010-0440-4DF6-8A20-4715025894E7}"/>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370B7563-7E1E-4591-8B56-80EC091215B8}"/>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BBDE4847-6181-4FA5-A7C7-BFF5FFF6156B}"/>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4FF6FDC6-689A-4A9C-9228-CA9C807F3BE3}"/>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42F5AE73-3040-4CF9-909F-4D920985EFC1}"/>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BC203C5-F84F-498C-BA24-856246B9DD44}"/>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CB8281F7-276F-43BB-ADD9-7DB61381427F}"/>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3FFCC123-3375-4B05-A140-186C3ADE8D4F}"/>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972075E7-7023-487D-99F4-A0A779FFD1AB}"/>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C445231-076E-4E19-9BE2-73483B21EDD8}"/>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EC579963-B69A-44D9-BB3A-8F050D723400}"/>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6DCAC49A-9A11-4226-86AF-ED6B75771AF0}"/>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C8C93401-75A1-46F8-9FD8-F23F5D417162}"/>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0AB64F24-EC32-43F0-9E05-7A1C413E8BE3}"/>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500E2E7E-5CE6-4A18-8406-714183A295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041943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ABBFC841-A7E2-4A0E-B642-822659CCC2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08279300-AAD5-48E1-BB7F-17F75AD461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565E5621-9CD9-4746-8895-E10D2B4B66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898A8813-F755-4771-A3E1-265F1F85E8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38D57B8F-5813-43D7-8B88-2163EB67C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B784A2FD-DF89-451D-AF88-8C24B7D922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D3C56C33-78B1-4C09-9E65-43EFE64F9156}"/>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F09620E1-8E5A-41DA-B09E-08F99DB23D7D}"/>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8B91E3ED-E162-4D76-80E8-DF71884AEA84}"/>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62C0605B-08AA-4D38-883A-5D2F14072A5D}"/>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BE41E41D-808A-4856-8430-2415FCBF7E1A}"/>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F50A6788-C98E-43ED-A56C-61EC176C5F0B}"/>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C871EF3B-46B7-4A86-9B02-A2014720CA74}"/>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EDF25CEF-EC29-4F0B-BF8D-9A6C1810FC98}"/>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D6F71354-B94C-49BD-9385-7FE6BE981ED1}"/>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7B00991F-1548-4CC3-B52D-AD27AF9F402C}"/>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87507C1B-8344-4001-9A37-366D02FB0FDE}"/>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5E45A481-C68F-4CF0-9709-943007117FA0}"/>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A910BCC6-8682-4B76-9A4B-BA19CD505C1A}"/>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943993F8-D5DA-4BF1-A20B-CBF90BC72DA1}"/>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D69708AA-68AD-43AD-923D-1CEF5A961E7F}"/>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734B1A55-1B75-4E92-ACC0-A1BFE8F4ACDA}"/>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ADDCC2FB-EAA3-42F8-BF48-5643C3463B3A}"/>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0BD95ED2-E9DA-4CBD-8FAD-5A25AD3B78DA}"/>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7364238A-EBBA-4DCB-87F6-C4884ED8B03C}"/>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E59F96B9-080C-4218-973F-48908169AFE9}"/>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35C46D43-8BEF-4D55-9301-4E036CDC7911}"/>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6AA35E77-7E1E-4EC3-9A6C-3BC56ABE1989}"/>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B27ECCA7-1C53-418E-B0C7-E74E05D16D1B}"/>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9C4A3EA9-8F8F-4062-8784-860FA2ADD471}"/>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B5A19E61-56E5-4D15-9AF1-3A44DB63F830}"/>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4B799E81-8E9F-49EA-A176-77E264F12D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1188010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449158F4-686A-4E2E-9040-5C2B9A4FB8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B25C8EC9-59A2-461A-994B-E7A32BAE3C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F960D2EA-A413-4EAE-86E2-836ACDC100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DEC90AFF-4D4F-403A-BDB6-EBEE51EDAC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343A89FF-229C-4B4E-AF58-6F06D3F0EE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F2CEA2C4-EEE5-4FF5-A343-BC42D09BA8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E428D366-16F1-4D34-BAA8-9BEE9938BD05}"/>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79ADBBDD-5E61-4264-B067-782A3801765D}"/>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5ECA603E-CD21-4A28-9A39-E49D94691094}"/>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DD651A66-F43B-452E-B6F0-A3CF0C7E3D0B}"/>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62FC27E4-9076-40F0-B599-8F6517289908}"/>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379CB053-E0E8-405F-9DAC-09C7A8FE7661}"/>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729A933C-0354-4F52-A4B5-C1809ECF4CAE}"/>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CA7D9D3E-1668-4B4B-882F-DBDE28990682}"/>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9CF8580D-2A9D-42A1-9A7E-5A6865E35F6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F56CF6B2-F198-48BB-856E-26A28F099ECE}"/>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ADE85FEE-9531-44C1-83D1-D6968D3D03E9}"/>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BDC3B07E-C691-41C0-800B-FACC75BD4133}"/>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F4760E67-579B-4A06-8AD6-B1564C017330}"/>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7938D195-793C-439A-93AA-1FCC3A3B93DA}"/>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EF7E2AA6-E99A-42E3-B7C7-C35AC0155C7B}"/>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9C7F2F01-DB1A-4C1B-952D-70FFBBD6A0AC}"/>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871C486C-6EF9-452B-B8AA-E7553F3E98C1}"/>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CA9E5AEB-42B4-4277-B86B-C9D6465B80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828043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E0966119-A084-428B-A3AA-58D12D9053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CA60BDD0-005C-4CF9-A764-5473A8E4CF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9A3CBFA5-A40D-47C1-A657-2724730A2C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64570375-E158-4074-BD0C-AB33E12ED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551857BD-2C51-4774-ACC9-8DD5FFE86C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822537A1-EAAF-43CC-A0D9-E15ABAA0F1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D824B9CE-5BA3-4BB5-9B6E-23F9CD3C808E}"/>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D7BD7B89-F772-473B-BEB0-DB0AAAD0462B}"/>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85F14FB5-E3EC-4B9B-BC38-6D2F569087E9}"/>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FFD6A8A8-BFFE-47AB-AD30-9D8B8AF4A14F}"/>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E3DBB3BD-556C-4B58-9788-42533C1EC1A5}"/>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30013A16-BBA1-4701-8574-D5AA7ECAFED3}"/>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920D89A-4A83-49F0-9AE2-B1E9FD2B6383}"/>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43D73E73-1538-45B2-B248-F02D4731D9D2}"/>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2D1847B2-A70B-4661-AE1B-29F90C0F45CD}"/>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7A06BC1C-624A-4258-9EE3-3662CEA94358}"/>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E21D0E5-3B5F-4AE1-B443-FC44F3D36490}"/>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78B383AF-5E0F-49E2-B0D0-2D755E514A32}"/>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467B5148-F0F8-407F-84A1-3422F9DCD494}"/>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C2B5BFD6-53DB-4F9E-BAD7-9F26B0D23C27}"/>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366246FD-4AD6-4A1B-ACFA-F04DB5A42D4D}"/>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2CE9DD42-7CFB-40EC-B216-A0794BBF4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117771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4AA0BEA8-BB25-420E-8BA4-2B8F72402C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91948C78-A625-4AD6-AF68-B944CF948F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DD9B0F8B-FB0B-4055-9BDC-9768E350E9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8A3077C7-2AB9-408A-8DE1-578F37C8C5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F5EC9B2-DB13-4697-981A-CC5C61F67B0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05BBE7D9-8411-4BBD-AA07-8E4CF149D4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CB881A56-26BF-4F9E-BFF1-7D455D8390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4D978D64-F320-4848-87F6-7D84DBF5A2F4}"/>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22D4054E-946B-4244-97CA-FB5E0E8A2857}"/>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BFF4774A-4514-411C-8787-4D39E8135D75}"/>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81AF6D74-8F84-4F43-887A-5EDCEC865253}"/>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FBF5F82C-FB6A-4DF6-8653-5652733CD275}"/>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DF04D2C7-34C7-44D2-8483-09D670455F80}"/>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3B001738-9600-40F5-A2EB-B5214E4AAEF7}"/>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3647D366-CC70-4E56-8861-01E14BD1FAA2}"/>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421904A7-C17B-48FB-973C-4576BD845811}"/>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4DD0C620-3C60-4126-9315-43CC040D050C}"/>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2ECA634E-BDB7-40F7-A444-FCCA9D04FD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8905533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74033FDE-7914-4C10-9F09-6FC01923B7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5DADF8F1-8450-4070-8C49-9EEC0226E1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25533BC7-998C-4F08-A458-E158355810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DA121CFB-44F3-47F2-968B-DDBEDD450F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EECD90CB-15D4-453B-9661-D893E79B34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DB0F546D-9785-4749-AA4F-5A57B3904D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EB97971A-B99F-4A20-9067-7183E2B88A26}"/>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C182EEC4-4DF6-4BBF-95D7-63C4EA10E08D}"/>
              </a:ext>
            </a:extLst>
          </p:cNvPr>
          <p:cNvPicPr>
            <a:picLocks xmlns:a="http://schemas.openxmlformats.org/drawingml/2006/main" noChangeAspect="1"/>
          </p:cNvPicPr>
          <p:nvPr/>
        </p:nvPicPr>
        <p:blipFill>
          <a:blip xmlns:r="http://schemas.openxmlformats.org/officeDocument/2006/relationships" xmlns:a="http://schemas.openxmlformats.org/drawingml/2006/main" r:embed="R07a2a5b28a034217"/>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206A7151-AB97-4A7E-8528-260CDD66F84A}"/>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953C23FD-CB9D-4C9C-9DD4-A325F5A6A741}"/>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3E7DF035-E071-4022-B1FD-AC59B9191B92}"/>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A2AFAC35-2F14-46E9-A9E8-82B4362A5979}"/>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9272BBFE-E1CF-41BA-A52E-C423001005D7}"/>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0258CFD1-4C2B-4071-A10E-78717C29C323}"/>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C0AB91ED-C75C-4CD9-A90D-93E0C894ED4C}"/>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9B424914-7110-4335-A484-F5BE571B9CD9}"/>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EE87AB77-E230-47F4-A6AD-C9D8DE4A98E9}"/>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51DC6EC8-D825-4307-B966-E0FA3F3174BE}"/>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96963E79-CD74-4137-B6B0-A4123710C89B}"/>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0321D0CE-E94C-4214-B26A-0525269325CB}"/>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BAD5B833-88A3-454D-9927-EA5DEEA5CDCE}"/>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2447D1D2-1110-4334-9F23-BD5ECDC3B0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6567629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654DA5CD-B9F8-4A86-BA18-11E2BD8FE9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47423C7A-4D95-44C3-96D6-F75EBB7C01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E54794E7-F5FF-4BF0-90CD-01E3F19FE3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B0B9A01A-E5AD-4122-863B-8FB0E7321B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758F832B-515C-4F18-9196-E2E9BDF75E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A5380307-2CC3-4711-8F19-8618EE3B3C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6FB4FBBC-E903-42CE-B612-2EDA14D9B2EA}"/>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FF717E45-38BD-4162-BE9B-6E17BE164656}"/>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88C35714-A2D8-4F4B-B73B-06E61E08CB87}"/>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BF7F561C-9256-4B59-9395-5ADF770DA77E}"/>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8C1E5294-0D8A-408F-80C5-67F5F9F7AF1D}"/>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EA225271-2DA2-42B8-B818-FAE8C57E8382}"/>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499CC7D7-B28F-4BB5-81D3-E56E4C88DFEE}"/>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2C7C590C-184A-4605-BFB3-D4D3D53F0EEF}"/>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45F730E7-0D8C-4408-BDBC-92996D205B98}"/>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BDECC2B2-F192-4033-914C-810BF9EC1AB7}"/>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76348EC0-CA6F-49DB-AC31-FDD45479492A}"/>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CB33A991-555B-4E89-A104-24C9B8EE41B9}"/>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FE8F357A-0F2B-4400-8265-FE98E5CED6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273787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2026-10-22T07:55:04.6500000Z</dcterms:created>
  <dcterms:modified xsi:type="dcterms:W3CDTF">2026-10-22T07:55:04.6500000Z</dcterms:modified>
</coreProperties>
</file>