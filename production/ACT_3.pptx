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dad04e9355f41e7" /><Relationship Type="http://schemas.openxmlformats.org/officeDocument/2006/relationships/extended-properties" Target="/docProps/app.xml" Id="Re0851fbf2c044354" /><Relationship Type="http://schemas.openxmlformats.org/officeDocument/2006/relationships/officeDocument" Target="/ppt/presentation.xml" Id="Ra3d44663ab454977" /></Relationships>
</file>

<file path=ppt/presentation.xml><?xml version="1.0" encoding="utf-8"?>
<p:presentation xmlns:p="http://schemas.openxmlformats.org/presentationml/2006/main">
  <p:sldMasterIdLst>
    <p:sldMasterId xmlns:r="http://schemas.openxmlformats.org/officeDocument/2006/relationships" id="2147483648" r:id="Rbcb71d3539904d19"/>
  </p:sldMasterIdLst>
  <p:notesMasterIdLst>
    <p:notesMasterId xmlns:r="http://schemas.openxmlformats.org/officeDocument/2006/relationships" r:id="Ra8ec9c265d004eac"/>
  </p:notesMasterIdLst>
  <p:sldIdLst>
    <p:sldId xmlns:r="http://schemas.openxmlformats.org/officeDocument/2006/relationships" id="256" r:id="R44ed5fa2a6b241ac"/>
    <p:sldId xmlns:r="http://schemas.openxmlformats.org/officeDocument/2006/relationships" id="257" r:id="Rbd94864969c94e3f"/>
    <p:sldId xmlns:r="http://schemas.openxmlformats.org/officeDocument/2006/relationships" id="258" r:id="Rf4a13ec61ed34f49"/>
    <p:sldId xmlns:r="http://schemas.openxmlformats.org/officeDocument/2006/relationships" id="259" r:id="Rc09580508ad54840"/>
    <p:sldId xmlns:r="http://schemas.openxmlformats.org/officeDocument/2006/relationships" id="260" r:id="R01eb4c400d4741e8"/>
    <p:sldId xmlns:r="http://schemas.openxmlformats.org/officeDocument/2006/relationships" id="261" r:id="Rf83af67ce68a4f6a"/>
    <p:sldId xmlns:r="http://schemas.openxmlformats.org/officeDocument/2006/relationships" id="262" r:id="R594bc7fbd7754994"/>
    <p:sldId xmlns:r="http://schemas.openxmlformats.org/officeDocument/2006/relationships" id="263" r:id="Re2f3d0f7110e44d6"/>
    <p:sldId xmlns:r="http://schemas.openxmlformats.org/officeDocument/2006/relationships" id="264" r:id="R3807dff3a2134cd8"/>
    <p:sldId xmlns:r="http://schemas.openxmlformats.org/officeDocument/2006/relationships" id="265" r:id="R9e148bf7fdb94679"/>
    <p:sldId xmlns:r="http://schemas.openxmlformats.org/officeDocument/2006/relationships" id="266" r:id="Rd726344ae5594369"/>
    <p:sldId xmlns:r="http://schemas.openxmlformats.org/officeDocument/2006/relationships" id="267" r:id="R47460cefc16a4478"/>
    <p:sldId xmlns:r="http://schemas.openxmlformats.org/officeDocument/2006/relationships" id="268" r:id="Rc45996c56b8b4007"/>
    <p:sldId xmlns:r="http://schemas.openxmlformats.org/officeDocument/2006/relationships" id="269" r:id="R73d4d7e903914faa"/>
    <p:sldId xmlns:r="http://schemas.openxmlformats.org/officeDocument/2006/relationships" id="270" r:id="R3ac55715d4e646b4"/>
    <p:sldId xmlns:r="http://schemas.openxmlformats.org/officeDocument/2006/relationships" id="271" r:id="R4818a254bb214f16"/>
    <p:sldId xmlns:r="http://schemas.openxmlformats.org/officeDocument/2006/relationships" id="272" r:id="Re9a7f808020a4b30"/>
    <p:sldId xmlns:r="http://schemas.openxmlformats.org/officeDocument/2006/relationships" id="273" r:id="R944cb10baf9446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b19f1f196c410d" /><Relationship Type="http://schemas.openxmlformats.org/officeDocument/2006/relationships/slideMaster" Target="/ppt/slideMasters/slideMaster1.xml" Id="Rbcb71d3539904d19" /><Relationship Type="http://schemas.openxmlformats.org/officeDocument/2006/relationships/notesMaster" Target="/ppt/notesMasters/notesMaster1.xml" Id="Ra8ec9c265d004eac" /><Relationship Type="http://schemas.openxmlformats.org/officeDocument/2006/relationships/presProps" Target="/ppt/presProps.xml" Id="R9b0ab29494024c27" /><Relationship Type="http://schemas.openxmlformats.org/officeDocument/2006/relationships/tableStyles" Target="/ppt/tableStyles.xml" Id="R7410c79ffbb740a8" /><Relationship Type="http://schemas.openxmlformats.org/officeDocument/2006/relationships/slide" Target="/ppt/slides/slide1.xml" Id="R44ed5fa2a6b241ac" /><Relationship Type="http://schemas.openxmlformats.org/officeDocument/2006/relationships/slide" Target="/ppt/slides/slide2.xml" Id="Rbd94864969c94e3f" /><Relationship Type="http://schemas.openxmlformats.org/officeDocument/2006/relationships/slide" Target="/ppt/slides/slide3.xml" Id="Rf4a13ec61ed34f49" /><Relationship Type="http://schemas.openxmlformats.org/officeDocument/2006/relationships/slide" Target="/ppt/slides/slide4.xml" Id="Rc09580508ad54840" /><Relationship Type="http://schemas.openxmlformats.org/officeDocument/2006/relationships/slide" Target="/ppt/slides/slide5.xml" Id="R01eb4c400d4741e8" /><Relationship Type="http://schemas.openxmlformats.org/officeDocument/2006/relationships/slide" Target="/ppt/slides/slide6.xml" Id="Rf83af67ce68a4f6a" /><Relationship Type="http://schemas.openxmlformats.org/officeDocument/2006/relationships/slide" Target="/ppt/slides/slide7.xml" Id="R594bc7fbd7754994" /><Relationship Type="http://schemas.openxmlformats.org/officeDocument/2006/relationships/slide" Target="/ppt/slides/slide8.xml" Id="Re2f3d0f7110e44d6" /><Relationship Type="http://schemas.openxmlformats.org/officeDocument/2006/relationships/slide" Target="/ppt/slides/slide9.xml" Id="R3807dff3a2134cd8" /><Relationship Type="http://schemas.openxmlformats.org/officeDocument/2006/relationships/slide" Target="/ppt/slides/slide10.xml" Id="R9e148bf7fdb94679" /><Relationship Type="http://schemas.openxmlformats.org/officeDocument/2006/relationships/slide" Target="/ppt/slides/slide11.xml" Id="Rd726344ae5594369" /><Relationship Type="http://schemas.openxmlformats.org/officeDocument/2006/relationships/slide" Target="/ppt/slides/slide12.xml" Id="R47460cefc16a4478" /><Relationship Type="http://schemas.openxmlformats.org/officeDocument/2006/relationships/slide" Target="/ppt/slides/slide13.xml" Id="Rc45996c56b8b4007" /><Relationship Type="http://schemas.openxmlformats.org/officeDocument/2006/relationships/slide" Target="/ppt/slides/slide14.xml" Id="R73d4d7e903914faa" /><Relationship Type="http://schemas.openxmlformats.org/officeDocument/2006/relationships/slide" Target="/ppt/slides/slide15.xml" Id="R3ac55715d4e646b4" /><Relationship Type="http://schemas.openxmlformats.org/officeDocument/2006/relationships/slide" Target="/ppt/slides/slide16.xml" Id="R4818a254bb214f16" /><Relationship Type="http://schemas.openxmlformats.org/officeDocument/2006/relationships/slide" Target="/ppt/slides/slide17.xml" Id="Re9a7f808020a4b30" /><Relationship Type="http://schemas.openxmlformats.org/officeDocument/2006/relationships/slide" Target="/ppt/slides/slide18.xml" Id="R944cb10baf9446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ed16035b65c43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40aa0b6a4d14271" /><Relationship Type="http://schemas.openxmlformats.org/officeDocument/2006/relationships/notesMaster" Target="/ppt/notesMasters/notesMaster1.xml" Id="Rcb874290d7ac43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c851c0aff2954195" /><Relationship Type="http://schemas.openxmlformats.org/officeDocument/2006/relationships/notesMaster" Target="/ppt/notesMasters/notesMaster1.xml" Id="R337c2d24142d49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b1b735666c41c1" /><Relationship Type="http://schemas.openxmlformats.org/officeDocument/2006/relationships/notesMaster" Target="/ppt/notesMasters/notesMaster1.xml" Id="Rc95a19375cf64a4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5ceed865844f50" /><Relationship Type="http://schemas.openxmlformats.org/officeDocument/2006/relationships/notesMaster" Target="/ppt/notesMasters/notesMaster1.xml" Id="R97d7fbb8822b46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86400cf34941d3" /><Relationship Type="http://schemas.openxmlformats.org/officeDocument/2006/relationships/notesMaster" Target="/ppt/notesMasters/notesMaster1.xml" Id="R277b3aa0258f49f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3f4271250a49e8" /><Relationship Type="http://schemas.openxmlformats.org/officeDocument/2006/relationships/notesMaster" Target="/ppt/notesMasters/notesMaster1.xml" Id="R35bc6981083f4b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5188aa1aedef4ad9" /><Relationship Type="http://schemas.openxmlformats.org/officeDocument/2006/relationships/notesMaster" Target="/ppt/notesMasters/notesMaster1.xml" Id="Rea8f5b574dfa48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a311c0c45cd46ae" /><Relationship Type="http://schemas.openxmlformats.org/officeDocument/2006/relationships/notesMaster" Target="/ppt/notesMasters/notesMaster1.xml" Id="R01d39f67bae44f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93dec06d9d47cf" /><Relationship Type="http://schemas.openxmlformats.org/officeDocument/2006/relationships/notesMaster" Target="/ppt/notesMasters/notesMaster1.xml" Id="R0e0f3c060e224aa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166956e38044fa" /><Relationship Type="http://schemas.openxmlformats.org/officeDocument/2006/relationships/notesMaster" Target="/ppt/notesMasters/notesMaster1.xml" Id="Ra3b1c7791abd49d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8c564ae0b54885" /><Relationship Type="http://schemas.openxmlformats.org/officeDocument/2006/relationships/notesMaster" Target="/ppt/notesMasters/notesMaster1.xml" Id="R76817b262a9043f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038c310b4b94761" /><Relationship Type="http://schemas.openxmlformats.org/officeDocument/2006/relationships/notesMaster" Target="/ppt/notesMasters/notesMaster1.xml" Id="R4ee7f15287a84be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ec1bc5b2fb48ec" /><Relationship Type="http://schemas.openxmlformats.org/officeDocument/2006/relationships/notesMaster" Target="/ppt/notesMasters/notesMaster1.xml" Id="R08c03c13e6354d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27419a4a9554f27" /><Relationship Type="http://schemas.openxmlformats.org/officeDocument/2006/relationships/notesMaster" Target="/ppt/notesMasters/notesMaster1.xml" Id="Rcd3b09edc06c497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d6d98c6bf34e1a" /><Relationship Type="http://schemas.openxmlformats.org/officeDocument/2006/relationships/notesMaster" Target="/ppt/notesMasters/notesMaster1.xml" Id="Rfca8188c77ae4f2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a055d0833b44a73" /><Relationship Type="http://schemas.openxmlformats.org/officeDocument/2006/relationships/notesMaster" Target="/ppt/notesMasters/notesMaster1.xml" Id="R8c138bc998da41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3bdec46c2664d40" /><Relationship Type="http://schemas.openxmlformats.org/officeDocument/2006/relationships/notesMaster" Target="/ppt/notesMasters/notesMaster1.xml" Id="R40b008daea264a8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bee149876244d3" /><Relationship Type="http://schemas.openxmlformats.org/officeDocument/2006/relationships/notesMaster" Target="/ppt/notesMasters/notesMaster1.xml" Id="R44f69b5e97c240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f45f1ed64c4ee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4e02d7a3d5945f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ccb4d7b4e794b7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d76083ce4b943d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f691ca4e0a64b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3494634e84341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E260A6-FE23-430D-8C62-93B762C68D5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57A453-6CF5-47AC-9AAF-33B6AB7EEE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3BE783E-DDA5-484F-A34A-F17503C007E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60BAEB-21E9-496D-B756-056F98981E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FD4AAB5-6458-4FF8-8E2E-761D0818376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4E5CC07-790B-498B-BC24-77582D9C97F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AD77FF-E4C7-48CA-BA44-DB4B43833D4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F88AE5D-0955-4361-BFBC-8C6B2B54019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B1E29F-A237-4604-9BDC-BB198E6B38F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4FA0D0-7E80-48B7-A95D-5D9A33FEB25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d8a1422d5bc4041" /><Relationship Type="http://schemas.openxmlformats.org/officeDocument/2006/relationships/slideLayout" Target="/ppt/slideLayouts/slideLayout1.xml" Id="R2e5a6292d1bf4200" /><Relationship Type="http://schemas.openxmlformats.org/officeDocument/2006/relationships/slideLayout" Target="/ppt/slideLayouts/slideLayout2.xml" Id="R8eee2b50c911494c" /><Relationship Type="http://schemas.openxmlformats.org/officeDocument/2006/relationships/slideLayout" Target="/ppt/slideLayouts/slideLayout3.xml" Id="Ra216f58289b94275" /><Relationship Type="http://schemas.openxmlformats.org/officeDocument/2006/relationships/slideLayout" Target="/ppt/slideLayouts/slideLayout4.xml" Id="Rb02245211f454371" /><Relationship Type="http://schemas.openxmlformats.org/officeDocument/2006/relationships/slideLayout" Target="/ppt/slideLayouts/slideLayout5.xml" Id="R26ccf12afa484529" /><Relationship Type="http://schemas.openxmlformats.org/officeDocument/2006/relationships/slideLayout" Target="/ppt/slideLayouts/slideLayout6.xml" Id="R2d09aed644a540f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e5a6292d1bf4200"/>
    <p:sldLayoutId xmlns:r="http://schemas.openxmlformats.org/officeDocument/2006/relationships" id="2147483650" r:id="R8eee2b50c911494c"/>
    <p:sldLayoutId xmlns:r="http://schemas.openxmlformats.org/officeDocument/2006/relationships" id="2147483651" r:id="Ra216f58289b94275"/>
    <p:sldLayoutId xmlns:r="http://schemas.openxmlformats.org/officeDocument/2006/relationships" id="2147483652" r:id="Rb02245211f454371"/>
    <p:sldLayoutId xmlns:r="http://schemas.openxmlformats.org/officeDocument/2006/relationships" id="2147483653" r:id="R26ccf12afa484529"/>
    <p:sldLayoutId xmlns:r="http://schemas.openxmlformats.org/officeDocument/2006/relationships" id="2147483654" r:id="R2d09aed644a540f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22595d959a341ee" /><Relationship Type="http://schemas.openxmlformats.org/officeDocument/2006/relationships/image" Target="/ppt/media/image.png" Id="Rb699b45ecf6145d1" /><Relationship Type="http://schemas.openxmlformats.org/officeDocument/2006/relationships/image" Target="/ppt/media/image2.png" Id="R07cb02bec6904669" /><Relationship Type="http://schemas.openxmlformats.org/officeDocument/2006/relationships/notesSlide" Target="/ppt/notesSlides/notesSlide1.xml" Id="R07304ce3cc5d433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2b40068ed0e4f41" /><Relationship Type="http://schemas.openxmlformats.org/officeDocument/2006/relationships/notesSlide" Target="/ppt/notesSlides/notesSlide2.xml" Id="R451f8d1f8f4f4d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de76f7971ad418c" /><Relationship Type="http://schemas.openxmlformats.org/officeDocument/2006/relationships/notesSlide" Target="/ppt/notesSlides/notesSlide3.xml" Id="R2d3228c3e04b43e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19f9f59d3b7447a" /><Relationship Type="http://schemas.openxmlformats.org/officeDocument/2006/relationships/notesSlide" Target="/ppt/notesSlides/notesSlide4.xml" Id="Rf5a4fef1acaa455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f2b91d6ed744798" /><Relationship Type="http://schemas.openxmlformats.org/officeDocument/2006/relationships/notesSlide" Target="/ppt/notesSlides/notesSlide5.xml" Id="Rf063a8a00766425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e7ff2343ae4abf" /><Relationship Type="http://schemas.openxmlformats.org/officeDocument/2006/relationships/notesSlide" Target="/ppt/notesSlides/notesSlide6.xml" Id="Rdc333adb6f254a0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b2ed2ff112c42e9" /><Relationship Type="http://schemas.openxmlformats.org/officeDocument/2006/relationships/notesSlide" Target="/ppt/notesSlides/notesSlide7.xml" Id="R0f33d09ad7aa47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1a5dd8026c4ce6" /><Relationship Type="http://schemas.openxmlformats.org/officeDocument/2006/relationships/notesSlide" Target="/ppt/notesSlides/notesSlide8.xml" Id="Rc74f041529bc40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01ee8580bf34a1c" /><Relationship Type="http://schemas.openxmlformats.org/officeDocument/2006/relationships/chart" Target="/ppt/slides/charts/chart1.xml" Id="R24c4cef406d64b08" /><Relationship Type="http://schemas.openxmlformats.org/officeDocument/2006/relationships/notesSlide" Target="/ppt/notesSlides/notesSlide9.xml" Id="Rde0bc7c23eff408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139bf61f89a4e30" /><Relationship Type="http://schemas.openxmlformats.org/officeDocument/2006/relationships/notesSlide" Target="/ppt/notesSlides/notesSlide10.xml" Id="Rc9ca273a366a470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d9eaf1af3404dea" /><Relationship Type="http://schemas.openxmlformats.org/officeDocument/2006/relationships/notesSlide" Target="/ppt/notesSlides/notesSlide11.xml" Id="R4b0791806f9448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7ddb3f898874122" /><Relationship Type="http://schemas.openxmlformats.org/officeDocument/2006/relationships/notesSlide" Target="/ppt/notesSlides/notesSlide12.xml" Id="Ra1069cc36c0343d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159607bcddc4ce5" /><Relationship Type="http://schemas.openxmlformats.org/officeDocument/2006/relationships/notesSlide" Target="/ppt/notesSlides/notesSlide13.xml" Id="R3a5d37cab207422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84d8a1ed31545ae" /><Relationship Type="http://schemas.openxmlformats.org/officeDocument/2006/relationships/notesSlide" Target="/ppt/notesSlides/notesSlide14.xml" Id="Rf60b4efff9a64cc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53be9d6c51a4a5d" /><Relationship Type="http://schemas.openxmlformats.org/officeDocument/2006/relationships/notesSlide" Target="/ppt/notesSlides/notesSlide15.xml" Id="Rcbd8f54d47ff434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a9e9c0f3b5a483c" /><Relationship Type="http://schemas.openxmlformats.org/officeDocument/2006/relationships/notesSlide" Target="/ppt/notesSlides/notesSlide16.xml" Id="R575f69e971c5401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72475c071754105" /><Relationship Type="http://schemas.openxmlformats.org/officeDocument/2006/relationships/image" Target="/ppt/media/image3.png" Id="R1b0e6cae636c471f" /><Relationship Type="http://schemas.openxmlformats.org/officeDocument/2006/relationships/notesSlide" Target="/ppt/notesSlides/notesSlide17.xml" Id="R6d2cdc0ed4ce428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53707e536744d20" /><Relationship Type="http://schemas.openxmlformats.org/officeDocument/2006/relationships/notesSlide" Target="/ppt/notesSlides/notesSlide18.xml" Id="R04595f44b45c498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80B064D7-9CFD-4606-9FB3-5DB576D719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1A2204A3-D412-420A-8F93-9A06267AE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DAE532E8-CD75-4D98-8C92-693EE198BC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64FCD618-22AB-4EDC-B457-43353FC58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2B4A559C-A7C1-40F3-A4D0-C94B9E3110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08FB7E5-0BA5-43BA-ACB6-1F19299A06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853FC4EF-D5EF-4893-930C-FDD25AA53C7E}"/>
              </a:ext>
            </a:extLst>
          </p:cNvPr>
          <p:cNvPicPr>
            <a:picLocks xmlns:a="http://schemas.openxmlformats.org/drawingml/2006/main" noChangeAspect="1"/>
          </p:cNvPicPr>
          <p:nvPr/>
        </p:nvPicPr>
        <p:blipFill>
          <a:blip xmlns:r="http://schemas.openxmlformats.org/officeDocument/2006/relationships" xmlns:a="http://schemas.openxmlformats.org/drawingml/2006/main" r:embed="Rb699b45ecf6145d1"/>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812E843-D779-428D-812E-8ABC41CB7C95}"/>
              </a:ext>
            </a:extLst>
          </p:cNvPr>
          <p:cNvPicPr>
            <a:picLocks xmlns:a="http://schemas.openxmlformats.org/drawingml/2006/main" noChangeAspect="1"/>
          </p:cNvPicPr>
          <p:nvPr/>
        </p:nvPicPr>
        <p:blipFill>
          <a:blip xmlns:r="http://schemas.openxmlformats.org/officeDocument/2006/relationships" xmlns:a="http://schemas.openxmlformats.org/drawingml/2006/main" r:embed="R07cb02bec6904669"/>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BA955D3-F598-4717-BBE1-0E0AF099714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7C097E9F-70FA-4668-8A69-FFC6AF751A6A}"/>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F28C061C-F9BA-4254-974B-EE55066921DE}"/>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013A7BE-D7D4-4AEB-ADE1-E5FCCB4FEDEB}"/>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CBE218E6-E73F-4A74-AB14-A63CB5EFE756}"/>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0549CB53-D668-4F98-9170-F3FE279A4584}"/>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74D95209-B778-4243-B3BE-F3B19ACD3751}"/>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ABD0963C-F1CD-4DBA-93AF-A2B1BA33DC3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4D47791-6D61-4216-83C1-C9A0FDD96ED3}"/>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8EFD94F-1083-478A-AF4A-02D7C10DF912}"/>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85F0DC20-2EE7-4EF2-9184-47C00B4DF7C0}"/>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726CB3A9-B365-41D0-9E9A-E2372B9B56C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1B00C7B7-CF20-4563-BD17-A94C3585960D}"/>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F852D491-0FE9-49EA-A1C3-FA782B44B308}"/>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A12524BF-C1E5-404C-8C8A-C17A8FF7A65E}"/>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8886981D-5255-404C-BCC3-866C82B5CEC2}"/>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89F6490B-133F-4E4B-81DB-90CB8D09FED8}"/>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C927EF4-4C82-4A82-B996-9903FF23D00C}"/>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3936FAEE-0E6B-477D-8667-1849BBC653E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B3F3AA6-29B5-47E0-AEF6-2E51B62FBBC6}"/>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5BCBB491-2374-4233-BF41-207C62ADAB75}"/>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1349708-5392-4C89-AF2F-9B0AAA4D2C50}"/>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FEDA424D-508E-49A5-9BC6-6F5E6A455E5B}"/>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9F44AAB5-E31A-40C4-A26F-66CF744E09F7}"/>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DA767A29-01B7-4C44-B905-058BABFA3F8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F8D5C618-6318-45EA-8EEF-DCC4884C3A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3543736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55E73050-23F5-4429-B15B-8AAEA2109B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6A3E7FA8-A482-4C98-ABED-3336E8DA83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5B4EB8C3-5556-49F8-84EA-1DB8836BD7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54E401A-4C86-4BDE-A604-8E4B311F93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6AF1C84F-D1E1-4AFC-B7E2-03B3338153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F1DA756C-8234-42AF-B2B8-88FE9829D27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E09B2ED1-E5A8-4007-9633-7BF5BD9EAE12}"/>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016CC10-FAB2-4E62-93C8-C770D74EF745}"/>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0B8DB810-69B9-44C5-A920-738C911E3FD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34D10EEB-D24C-4008-9DED-4CB7F5359D31}"/>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EE94535A-0F1D-4711-8619-DEEF3105097F}"/>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005A879C-0189-428C-B67A-514692452EEE}"/>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4CD22557-6EDF-47EE-89CC-B703A25A4A9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EAEC936-2F50-4BED-BD15-C06D33E75881}"/>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189D8CB4-A8A0-47F6-93A3-640282F93DE0}"/>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5A010B1-7D88-4D30-B598-D27BB0096AC3}"/>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86FD431-E5A8-40D8-9B4B-1D4E74F48225}"/>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998441A-16F7-47A8-8E79-E85BECA6E8E0}"/>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0A08CFB3-EDF0-4729-815A-9DCABE409748}"/>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61A09541-38A0-4A1E-A3FE-8476E1D2EF71}"/>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D336163-CE51-4EF9-9A43-80CF37A89DC3}"/>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7DBC9096-D710-44F9-866E-C69EB480C44B}"/>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9CF7C6A7-33C5-4963-9717-7C9408C57506}"/>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A9B00C24-8690-4459-AC20-9D4EE66841BF}"/>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769BB3CE-C73E-4F73-A8B1-B3FCE9AEAE20}"/>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DE48B2B9-7A2C-48A4-B6BB-07410B125178}"/>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3807EF98-ABBE-4E40-8A88-DE618610676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B3CABA29-9571-4CDA-A1D1-A004F701BD78}"/>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42155F5-6E34-4874-BA06-91B4D01F35A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27C026A4-E427-441B-9821-B415463A3AC9}"/>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F2DB5348-86DE-4D7E-BF3E-C7C85C25208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A50F674D-88EE-4696-B633-190F4E03DD22}"/>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21C15D16-ABBA-4911-BF2E-40D4CA6BADB5}"/>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26B864DC-46FC-4955-9053-C511224DAD7F}"/>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B213CA22-2F66-4C17-A72E-AAFDFAD552F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9C3B485-585A-45EE-861B-3B9918D2356D}"/>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3B17C420-681C-466B-8146-D5EB90F6688E}"/>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831A0A-FB4B-4028-A482-5A7771F20609}"/>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CF56ADBE-BBD7-4370-A624-9E64146858FF}"/>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00E8DBCF-0269-4322-8FB8-124A6D9AD7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796107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F3CFC594-9946-4282-992E-E9657EFAFE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645CCC35-EDD8-41D5-9708-D677C6740B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CC49C6BE-9268-4814-B3DE-AB6F94CB89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7BF41F83-3CE1-4083-8014-2145BA0D5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916E89E7-0FB0-402F-AAAA-22F103E0C8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109FCB9D-BAF1-4734-A5F5-45EAFDCC8D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CE42366-19C7-4249-8D7E-4230C309CBF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9B5DDF60-EF0F-4729-97B2-A2F00CF2B5B4}"/>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1EA4773-1713-4947-B5ED-3F3FDD8AA4C9}"/>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EFD227E3-4583-44EC-B59A-03D539032289}"/>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FA0798-C5C0-4C68-AB64-F5B13D1783B9}"/>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01FC235F-4B53-4F77-B568-957D5695E8B3}"/>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6A8CB7C0-08CA-4C93-B58F-89351D362657}"/>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38295BBB-2853-4DA3-958E-1DF5A9DD3A5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46F0DB9-8C9A-4E91-9850-7924E05A6513}"/>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BDF91475-567C-4273-A4B8-9FD67F5B156E}"/>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D225EF6-408A-4246-95B4-B222C9B3A0D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322EB973-6F40-420E-8196-20D74981C089}"/>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8C4ECE57-BB06-476C-95DE-43DB4C015A74}"/>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70F7E26D-BAE1-471A-B992-0084301DB6A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2BB830B6-CBD6-4767-8E1F-E8018EE69B3B}"/>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12987692-1161-425F-BCFF-9594E5C4CA7E}"/>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AFFFCECF-889B-4316-954C-2D6606C00D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870339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23E0FFA-C0CD-4982-A20C-0B30CF4182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0B435F39-F926-421E-AF54-81722BD42A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53D1F1DC-5620-4AF8-A6EE-03C14396AB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19B71AB-86DA-4547-BF28-719A47A69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5AFD356F-4591-4FC5-A067-2E87ABF49B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68A16EC0-1692-4BE0-BA4E-F1777F3721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11EB95F9-6368-4EA2-80CC-A8C1ADF1D5F1}"/>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76860436-871E-468C-AD53-3DD4A4AC530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B0DDF79-4E13-43C6-8337-10B2150471E5}"/>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98651A0F-6F94-44C7-9FB1-E76AED9F1042}"/>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B8F825A7-53A0-4FB9-AA02-C5C2C6381058}"/>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4C68242F-603F-4F2C-893D-C78CCC2EFD30}"/>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E33BCADA-C08C-433F-9A7C-93551343A4EE}"/>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8C615857-DFBA-4442-8201-C0F51F8F5E48}"/>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4A7E9BC-25FD-4677-BFA0-905E1F57FA71}"/>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28BDE4D6-DBA4-43C4-B32A-17DE2EEC8D91}"/>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7BB7412D-688F-4AB3-8595-AB23A4B70355}"/>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8EBCD2D9-D039-42C2-9EFE-25C119F8C74B}"/>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EB86AD2C-31C9-4EDC-98B4-4C2ABDC5C686}"/>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1A9E8DFC-16B6-432F-8567-366DD0A21E82}"/>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C0A6BC6E-C466-48BD-AE76-E8A3A20D0DFB}"/>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C561BF06-0294-48AA-BE7B-3A03AC925D1F}"/>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61B7958B-9386-4A44-BAAB-47AE8D6F0A3A}"/>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F74B45E8-3F7B-49CE-83A7-FA18184095C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5497EB4C-686C-479F-A311-9D134BF076FF}"/>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5456EDD1-59A6-49E9-AFF8-B29F5A48E62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3A810029-4E0E-4402-BBBC-F4F4CBA3DF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151799"/>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C2C60C0B-7F8D-4CF1-94C0-97927BD9B8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9AADFEEF-1957-4BB6-BA28-BCE69BB303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9A149081-6112-4700-93E7-9EFF482B42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0DD31FA6-6B96-4332-92B5-607EE4F1A0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54CB1135-5162-4779-97DD-7DB71A8DA6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1FC451DC-46D4-4632-A56B-BF2D9F9351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9202D4E6-232A-455A-B440-5BC4C1DBD1DA}"/>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D1FCC519-C278-4545-86EC-5286D96199D0}"/>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62CAEE96-44E7-4764-B4DF-88AD1AD8873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84C2F84F-B01C-483F-9BDB-DB189E61A61D}"/>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C027C805-AA05-4314-A0D1-29C89EBCF848}"/>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F576E9D8-F16A-48BD-80BC-A92BB07EA6A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587FC2CD-DD05-40CB-B2D0-DD67CF294AF0}"/>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CEE5573D-FFB1-43D8-892B-74339F23FFE2}"/>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2CE6C720-9F2C-4D01-B16F-D705155825C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A31A1E84-912D-4ADA-BDD3-2087A65860B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E53F777B-989E-4169-804A-80C12A7D423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77B3069B-7EA6-47EB-9A9F-84EDA0F196D5}"/>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D086AD7-28F2-47FE-A9C7-84537C188BE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782444B-0402-431F-9D7C-CB4E18FAB3F4}"/>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E48ABB16-B8CF-4EF8-9A15-B72C7464845F}"/>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6A7C92D1-C432-4C6B-8C6C-372807952396}"/>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D0F7330-50AB-4E91-B54B-B172B4C03DE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93B14732-29F9-4ECA-83AB-6685816D68D8}"/>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A7D16A08-20DE-4172-AC50-ECC043D24AFD}"/>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0DD8F649-CB65-466F-B7B3-9B18894EB611}"/>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75C0053A-A603-4BE4-9ECB-EA353633E0A7}"/>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C47F7818-AC20-4145-9ECE-7E5B4944A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A22ADAE7-C7C2-403C-8FF0-87937C43B9C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6DEFC4E3-9D10-4CED-917C-B596163E973C}"/>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3D9F1F0A-DB2A-4557-9A2D-3007D0D283FA}"/>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6AA0A5B-ACBA-42FE-B170-EF0CDF6D1108}"/>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789A9F94-8F3B-4CFC-AEAA-06EE99EAE5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782313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7A8E3A9C-F47C-431B-8611-8E7952969B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F1BAD0D9-A539-43C5-8899-AF0234081B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B8054E83-DFEF-4A6A-ADC6-024C8702C2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D293B141-68E0-4ACC-A5C4-EE16EC921D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28108157-794D-400C-8E94-3946F1EE31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813BE253-78AC-47B7-8403-2FFF0430F8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B3D1C20C-B8FE-4FE3-8DA9-586A0BC62787}"/>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0DE1E4D5-A443-429E-A65F-1FCE7A68463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0214E61F-5728-44EF-987C-299C988423F0}"/>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1EAF2946-126A-48EE-898B-77C7CDE94B9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A85C4D2-47A7-4114-A0E2-A87AD9B79EE8}"/>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299E3A17-0EBB-4659-9DBC-EFD33F9FBF6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3D75581E-B3C7-4B1D-91AB-39A3692FE20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8697989C-870B-45AA-A780-43A9AB82C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44884838"/>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F51231B5-D234-4B0A-8CE2-FBF6986E81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39F07DD4-8A58-44E9-BC33-C3FDEB9460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53B8392D-723D-440E-8D3A-EEC7D03CD2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8B45BFEB-23DB-49F6-BFE9-D0088BD8E6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B4D764D7-E9CB-422F-9A74-F6F3B2E6FB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536BDA06-87AF-4830-867D-C226DF7DD0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461E464A-F284-4234-87CC-17ADA02CC04F}"/>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15F6A560-BF22-4188-BB04-BAB248A06367}"/>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7D9B5A43-F0FC-4A9B-BBFB-1F68A4C6489B}"/>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820B2468-0A5C-487A-908C-F03984796E84}"/>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42936DDC-6B6E-4EAE-BEF8-9670DFD1EAD1}"/>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27D1EA60-235F-4DA1-9983-A00AD7B93C18}"/>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A3AB8D67-7922-4BC6-9090-85448B97477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7EA262B4-5F6E-42AE-81B4-A37FB61CBB4E}"/>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0B00305-21EA-4C68-BA8F-29F1EFD6AB98}"/>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1F868B68-BE8D-49DA-9130-137D8C576875}"/>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FC956B38-96CB-4280-9DAF-FDF4DDBF4946}"/>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765549E9-5C26-43E4-85DB-05261C2F48DA}"/>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DAB2D987-B30C-4D91-9FBF-4ACBA76BFC4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2F633826-D89C-4D38-A206-BF47800944A2}"/>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F9A407FC-43E1-429D-917C-B0CDE2AD1E05}"/>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84027CFD-A0E7-4C7F-AF7C-7A2900699EE5}"/>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0506CFE2-707C-4089-B024-A85D2EA59CCB}"/>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251CADF4-0994-4753-BFFD-D025F963E69C}"/>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D44A579D-4B4F-4C89-B942-6DFB3CA55A1C}"/>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6F5176C0-48CD-4EB2-A55A-AD9788796633}"/>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17C6278D-1383-4EE2-8ECF-42F066109923}"/>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3C3C71D1-83CA-49FC-906A-546F164C225D}"/>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36232A03-04CF-475A-BCC6-702C41697B23}"/>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AF56F44E-5F4F-4C8B-B914-CDB93333062A}"/>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81526223-6B36-4547-8F5A-DA9A60F7E93F}"/>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3AB63EA5-B49F-46CD-B62A-75F0C7816BDE}"/>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F60DABAF-B4FC-41AE-900C-963333F92AC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614DFEA9-FE1B-4682-A8C4-3C48135A2B23}"/>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1AB3CD9-8EA2-4B62-BDF2-CAD427912755}"/>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D4D05DE1-3118-4426-9A7F-4A80AB74D5AF}"/>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2D8804B-5F62-40E4-8992-D86E4C6C15D0}"/>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3257C7A-A504-40AA-BE4D-E163D30126F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71ECB086-0DBD-495B-8435-FEB4A5FBD91E}"/>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EB19CE4-66B3-43BD-B3F7-F87DEEE1D48A}"/>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A632D31-4456-4E83-8F87-6A0D4F5BD0E3}"/>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8889C8F-E116-4C4D-AFD7-29A544F88B7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D3ECD3F6-1FBA-4686-9102-7008D506D452}"/>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2F783FD2-A645-49FE-BBEE-66DDA07A77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1025890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2BB2A903-A1C9-4EF3-A6DA-594ADAE023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0ABABB4F-3F03-4972-AB11-EBF296FCC2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166DD025-4CFC-4DB1-8419-6FD4B95D126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305316E1-FCD8-49B6-9067-73ECC7AFD5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3BFC09F4-98B5-4211-9686-250B9DBBEA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6F9FFF40-337C-462D-B89C-E0D76EF143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BE5922BF-710C-48EC-ACCB-5491F74F0DA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3F58164-A16F-4F78-88BB-CEDC1B20DF7F}"/>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CC6DF980-1EC3-4ADA-9E05-9FA832E04829}"/>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DCAB6BDF-6664-4E79-93BD-722B79BBBE2B}"/>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14DDECF5-8498-48B0-81AD-08F609D2416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B85B1BC4-96AE-4207-BFBB-83C45092144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45C8DA6-9F2E-4457-8CE5-67A1A5D14DDA}"/>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61120922-C7CA-4B08-9910-4727D729A2AF}"/>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25258636-CE68-4FF5-89A3-6284B234ADAD}"/>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CB65EF2F-AD69-4258-BCEA-C4114E03AD75}"/>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0FFA328F-C48E-45A2-9865-7E381962A430}"/>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593908D0-401C-4240-A413-C9485042FAA6}"/>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BDE2D282-C7A6-4C3E-B6A8-3AF855EE68CF}"/>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485B01E0-3CA5-4E83-BE00-78ED2F83CCE7}"/>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FDB275F7-67B6-4330-8562-FEC2232DCD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B45C01FC-AF92-4870-92DC-563B6AB7B8A5}"/>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950AF16E-B339-4328-B5ED-D7582C5AA20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03444250-75DB-42AC-A0FD-B498175366FB}"/>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F69B39D-8C54-445D-8A11-6F72A53477E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D9FE46A6-495F-4814-9382-7299F47087E0}"/>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B6A5284-9525-43F3-95AA-D7DE94EC61A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C54FA640-0E1A-4D1A-90AD-685E301F19B2}"/>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457FA361-1147-4556-BD54-2E3AFE901B5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224018A-53D1-4AEB-B781-2BB00051B5AB}"/>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2C325C6-9634-488D-9B61-FE91ECD32AB4}"/>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EA1EAB21-400C-47F3-B648-1A92B3CA9EA1}"/>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39AD18EE-A769-4F6B-8805-FA3644502D3D}"/>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DA0A8324-9F11-44FF-87D5-0DEAEEA545B2}"/>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B336ABCB-3797-4F8A-90C9-0921EAF3A843}"/>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4F7081F4-1B2C-493E-82E7-D1126ED7FF50}"/>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DB75968-40CE-4D73-A1A7-5C775712989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A99FB0AE-4176-4B8D-9EE6-82FFFD2524AA}"/>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552BCD67-7ADD-4F5F-B0CB-93D53483E1EB}"/>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4718CDC8-B39C-45E5-B0E4-97E8E491A71A}"/>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AF557392-822C-4B90-A580-45E72D763F36}"/>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C1BB9A6F-DA0A-40A7-BE17-5130E52105B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9D1DE39D-FE68-4CC2-B174-E00E4ACCE122}"/>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E0555BBD-CD64-468C-8E53-2F5E837D1C6F}"/>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46CE1F77-793F-47B1-9526-C7389BA152B4}"/>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1DCB922F-2E5F-45E6-BD61-3183A095842B}"/>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F39B9189-4443-468E-82E7-5415DAE4710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2BFCCB4-038E-44D9-A8FE-A54D9824FA5C}"/>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4B5979F3-9F60-4659-A5AE-BE265402AA22}"/>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02CD4A9-E34E-418E-9D6D-AB2706943DFB}"/>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CC326AC-5821-474E-A593-6A4F6A1B4FB8}"/>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1CB385FC-15D5-4398-A349-B665B39BAEF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2F8D9F4E-0036-4BCB-A0D2-8F6349E819B2}"/>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FAA3AF27-E532-4D75-8371-70502635949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427BEF54-07B8-4AE5-96EC-B6B0EF9C2340}"/>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423E23CB-A712-4070-BE6A-BCD827596104}"/>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66F9284C-A7B1-44C7-83C7-696D8FB126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886623435"/>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C47908F4-FB2C-4BAE-82C8-8751F79021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506538F5-BF9A-4626-A15F-D4FAFF290D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FBB225A4-C8B0-490F-9E3D-B325715A72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6B829D02-2BAF-442A-9403-2717F8C7D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02FE948C-23D2-4A0D-B268-6205DBED5D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337947FC-E615-4BA9-A4DF-043DF1DA35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E28B7813-7F3B-487B-AA0C-74F6F6FC54A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C6093687-4081-4142-A45A-3EB8CB700FE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37953F9-BE3A-4A3A-B43E-80DFAA3FCCB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09B25B27-7B4C-4C0A-86D4-67BBB3083F45}"/>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8D496DDD-DD92-4F16-898D-E365E443C83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878B354-D129-4E44-A554-3BD1FDAE5BD5}"/>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F2D08648-F6B5-4F14-B363-86F35E8763C1}"/>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33387D07-EEAB-4F75-AA7B-08D883471ADF}"/>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24c4cef406d64b08"/>
          </a:graphicData>
        </a:graphic>
      </p:graphicFrame>
      <p:sp>
        <p:nvSpPr>
          <p:cNvPr id="15" name="Python 할당 피크">
            <a:extLst xmlns:a="http://schemas.openxmlformats.org/drawingml/2006/main">
              <a:ext uri="{FF2B5EF4-FFF2-40B4-BE49-F238E27FC236}">
                <a16:creationId xmlns:a16="http://schemas.microsoft.com/office/drawing/2014/main" id="{1453D505-7B7F-4576-A378-216D002D362C}"/>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6778933E-3311-4996-8B7C-0366C21C73CA}"/>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E3524481-413A-4DDA-AD24-C77CB33A0698}"/>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0B644251-A9F4-42D1-AC83-1A09CC7C20D6}"/>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1D7540A7-0BDB-44CB-B819-92C02EEE41EE}"/>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5E3A128F-81C1-40FC-8BFA-CF5BD50947A7}"/>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610E8E00-798F-4435-8902-2D3D6C3DAF00}"/>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6D3FDADC-F4A2-44A1-B163-60918564F4D8}"/>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7F371DA-C515-46BF-9A27-035D5CAC64CD}"/>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790205D8-2660-4365-8152-FE3B3F49BDA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77B99C51-A4B1-4D37-8AA2-297D59A1F3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2673799"/>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11EB1EEC-946C-4035-866F-5F0B223E96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4CF134DF-A74B-45A0-8740-D93C847A9F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36DA283D-061F-4484-8C54-384CE8A765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D5551E71-4CA8-4391-9204-81759974B7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F7CA8090-9C15-4024-B416-1CD31F9711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B62A0CB8-C478-4B0F-854D-305D2B22EB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54AA331A-902E-4028-9152-37ADEFAFDD5D}"/>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82D3C19-A8E8-4D31-B16B-8D6DB4088791}"/>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7D8CC92F-769E-452A-8175-FF24F5A0AB96}"/>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9E4D808-1CA0-4A65-9602-E240B046A41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C3D2B26-9E78-4F5E-8340-70C04E29622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293D4F19-E147-4C7A-8F70-6567BA2E8BD9}"/>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86EE8BF6-BA7C-4DC0-83E0-CA51B7C1101C}"/>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D5F4E73B-4340-4564-86D0-812DDF829477}"/>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F6CF776F-D2E1-4768-9F8E-12BA2412995E}"/>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33401103-ED12-4C1C-A000-5A0360CD86E2}"/>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5F0AB3E0-DF1D-4D5A-BD2F-50976874821E}"/>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908C1066-A204-4E4E-91A1-9C48586B2BD8}"/>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0A2ACAC1-2485-45AF-942C-06B86925FF6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03A59489-6FFB-4D02-97E2-83A16DE6166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3B210A4-116D-4893-8DA4-89C99993D680}"/>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9B7573B8-C987-47EA-93C4-345FC12DF129}"/>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057C26AC-64A4-48DD-8DB5-9699F35A0B7A}"/>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70C769BB-4B5C-468A-9DEA-6ACD1662537D}"/>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CBEFB4ED-C2EC-4097-8620-ADB2E34D8204}"/>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87308116-25DF-47E9-ABE0-7FCEB0254325}"/>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837BEB1-1EE1-4023-A527-213BD636D23F}"/>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6ABC5549-EC36-4DDE-A333-2598CB4927F8}"/>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B43B2EE9-F822-4254-BB71-BC7D67D913D7}"/>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C834A8B9-B2DC-46AF-92C7-39078F93CE67}"/>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2B043C00-209E-44EE-BC55-B19582E6F081}"/>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6E91D53B-DDBC-4FE8-92B0-9204DA786AF0}"/>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B2F227E3-626A-42B6-BC53-7C830BE04236}"/>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002CB48C-6DFF-4B5A-B149-F9EE7D90559D}"/>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B8A63431-3472-4CA6-95A9-CF27A0551528}"/>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BDEDA18D-CE7B-4914-B30C-FD3B89ADBA64}"/>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A701CF65-2AE8-4F2C-80F6-071FF55C20CF}"/>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272410E2-4760-467D-8780-551B9F780B93}"/>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A55F3FEA-1110-426B-9B9B-5BF8E3E34CAC}"/>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4E2FE4F5-0079-420C-9944-237E08862C53}"/>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A375513C-7504-4025-B0FE-66A7210CDF2C}"/>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E308DD12-D49F-44F5-B2D1-DDF5DF4E7388}"/>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A6CAE9-FC1C-4223-85AE-BEF3DCE91FA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9C59673C-A017-4F42-B8CB-F0C55FF21498}"/>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E502E050-8B38-40BE-99A4-0CB9C656B822}"/>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DADA33DD-40EA-43D1-B7E6-2F2F8A4B5542}"/>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9AAFE53-B2C6-490A-BB13-78FB681B9BB7}"/>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99DCE56B-3A8A-42C6-B1A3-53DFA631391E}"/>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C838F18-0D17-4424-9AA6-B40939C091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6027495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FC460A56-83D8-4321-8B8D-D6692869E6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56E7835F-6692-4D09-81E9-65D9275896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D2DF113E-C766-47BC-9449-7A0F01E4D8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BBB086F9-444C-4212-8D05-5592E036F8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76304CED-6553-4D19-B204-A6119FA39B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7C29CCC5-6832-41B4-A3BA-9D0094E349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ED35B90F-92E4-4BF6-9709-682BB7B9B56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0F8D57D6-473E-47BC-A143-29F9A8BD7658}"/>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15415F21-E36B-43EE-8344-AEBB9BBB350A}"/>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A9AE7F6E-A522-4EDB-802D-8E57D5580619}"/>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DF0A7499-96F9-47FB-86A4-B0CEF9AF115A}"/>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B14A688B-237B-4148-BB1A-4EA277BD55F3}"/>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326C794-616C-4657-A678-5AB4F7C7595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3D69B46A-337A-463B-9095-2B7F41C80296}"/>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71D8484D-00D8-4895-AF91-C0D59ED7C2F0}"/>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5586236C-49AE-49CA-B49B-F4209A29D55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AB4D2652-87AD-481E-A93B-502BE4CFE303}"/>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C9C4239A-06B5-423B-9F63-1C339346E711}"/>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C87CBAB0-C366-40C8-8A38-C5A896E83760}"/>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3C4A10D-7F45-4F03-83A5-585F56FABD8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BD587990-6B85-45CB-A884-FFB9686824BA}"/>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1DBC5EE3-A0A4-4B9D-B46A-A8177AC6C09E}"/>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8927DF63-68DC-41B0-A142-1BE0D0A887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68068337"/>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749A0B2E-620D-4B62-A69B-5F67DE2298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C36F808B-1716-4F66-A8F2-7A89EED9F6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1EA066FC-3768-45DA-AAE8-000119C1E0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F4041172-0BB4-42BD-8D1C-611313A98E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B0854AC2-E138-4581-A374-DE15A10669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7EE91064-C93F-48CA-940E-8EBB43D090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68FA3261-C540-401F-95CD-D76F80D89766}"/>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B1C3E83F-AE54-44AE-8C83-3B4F5CEC4D5C}"/>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2B0A814A-F543-4473-A74E-708F52D2C2A2}"/>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B9EA676A-E2B8-4A19-9CE2-49CBE1557A7F}"/>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51E32D82-91D2-4D61-9638-D2D254A27E46}"/>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3389019-071A-4B19-A936-BED00B58C5D0}"/>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91626C3D-D907-4AF4-A04E-45AD7C11F71E}"/>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90550337-EE57-4948-8F6C-0480716FC989}"/>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21FE41F8-A229-4D03-9B4E-E2105192D290}"/>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1E5F5AE-36A3-470A-94C6-BE97B2D4720C}"/>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FDDA8689-6A95-45E5-B70C-BDED124B26AA}"/>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EEFB0BD8-8136-467F-B93B-053C39FE9BFF}"/>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6081F21F-C14C-400D-BF2E-B9A04DDEEF35}"/>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ED4CE4A4-3893-4D63-ACB3-648D5F6AA8C1}"/>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7E80CF07-5A09-42A6-9334-80AD140235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644434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3CB713BA-372B-4F45-B6F5-2EE0D4344F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83F61830-B584-40F2-9AA2-125D2625BF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E224177F-B5C0-49FD-8AA8-936C36A3568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7682E171-0543-4EE5-B8A8-4E35A022B6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507C913F-4B2A-48E7-9A5F-16BD05034E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54F66B2C-63DD-45B6-ADB4-9A90DF5AE1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D1C746D2-30A3-4E3E-85BD-32C1D86E0D5C}"/>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B70E4F19-2BBA-4BDD-A7EE-8A5C76F806A3}"/>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D593698C-5B09-4B86-8A92-4AA40E1F5FB0}"/>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B81FE3AE-5E69-4BCB-BAD7-1B02FE2E1535}"/>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38B65264-C7CD-4769-A26F-2F67E7EB7F2A}"/>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D199BCEB-8DDA-4D59-A691-DEDA78761FB7}"/>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B99A0C91-A401-45B9-B0C7-574E37AF8796}"/>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60694530-ED39-4DC2-9D4C-151628C864ED}"/>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E548C267-5EFC-4B13-8F26-AA88F26FEF0B}"/>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DDF6F8EC-A2DA-4494-A06C-830BAF467B9F}"/>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8EC95030-8646-48F9-A8AF-9ABF9646B622}"/>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AD2180ED-825D-4DE6-A0AA-9B2B55C41C7C}"/>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2C252A74-03A4-4BDE-A6CB-23CF734FFDB8}"/>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5703B71A-355B-4CE7-B73D-9B274DE3FFD6}"/>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4ED60DA0-BEE3-476A-AD58-A7CA08995480}"/>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807E2C56-6508-453E-A354-99032CE8BF5D}"/>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6AF4E7C9-EBB4-4D22-895C-CB1CE2C5CE39}"/>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84A58E70-EDA0-4725-9EDB-CA6B9062E452}"/>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35706FF3-06D8-4C29-8286-021A3401DD36}"/>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D66F69A1-D4CB-4C2B-A9ED-B171EF6CEDC9}"/>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0FC68272-3C0A-4986-A27C-CEBFAEC3A077}"/>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DEDA8FBE-CE85-4E17-A952-CE16D5144D07}"/>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98F603BC-529C-40D8-8420-176BF853651E}"/>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9D9A4033-43BC-48FD-886A-C5ED09C8A5E8}"/>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9C30E059-5A4F-47AC-99EF-F4C08A2FF497}"/>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D7A5D694-E957-4CA0-8934-3C24D7782F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23401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50233CB5-6482-4C7C-87A9-7705831D02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0B3A3C57-2A66-4061-8070-43D56F268A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9920D92F-F1C8-4B7B-8EAC-355BB07FD7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D33FA820-D183-4A43-A8A4-D7A52875E9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90C5868A-2CAF-44ED-AF70-DC11B05161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F0235421-0E33-4C58-8114-F17E0E821A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8862422E-BC97-46F0-A932-CC9D6EA45458}"/>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8AC5C6B6-EE22-4079-8C0A-8050C8988752}"/>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3A93CCD0-904D-4806-817F-1F9C7E4FED06}"/>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38A1325A-1060-4F48-A7EB-C8346552234B}"/>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C7C9BCAD-8268-44A1-85AE-AE8B200B9EAE}"/>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75220CD8-94A9-45A4-864E-FBF583114E64}"/>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37E2D30C-63CA-488E-AB95-62485C537BFA}"/>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E642943A-0B9E-4694-AC97-79491A939AD5}"/>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FD4C45C4-988E-48B4-8CC9-51700167E00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5DCDDB52-4351-49CA-AE65-7E7F5FCA8975}"/>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147403C9-12A1-4D0D-87FB-6B76398E49DD}"/>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408519D8-08A0-4998-901C-64EDC2EC8EC8}"/>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7E574C8A-1476-4E17-9599-E8AF1D93BD87}"/>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CE59AFB2-C588-473E-A824-DBB3595E2CF2}"/>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FAE248B2-94E8-4044-B8A7-CCE7964E8CEB}"/>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F2A4C75D-EBDC-4EF8-A3C3-4DDFE3C04C7B}"/>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5FD938AD-4851-4A6A-8C29-AE98BDA2DDF3}"/>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9E9F8F8E-A891-4B1C-89A7-062E20A987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740579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239F4C61-809A-4D81-949B-E6DEF4E561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6627CD0C-1757-4FBA-9D1D-EA9BB8F369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61C5EFAF-476F-4BFE-B595-6D31CCDB19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6BB1C692-9F4E-4C87-A567-007E979E30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5A65C771-256B-4FF1-85E0-3635363FF2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AB0B2329-9A29-43E1-9E0C-6A79B08A15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FEEFB6BE-0460-4E6D-BE6F-4280F606F750}"/>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B1AE7F32-ABD6-4388-AD2E-BEA9E2AFCD95}"/>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6B706CF8-1F14-4969-8E41-96D0CC559AE1}"/>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D4713EE5-E284-4201-98BA-7437E4ACB63B}"/>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DB02CF0A-AE4D-4E9C-ABD6-1D86E599D7C6}"/>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1B1C0FD4-CA0D-49C9-869E-D7DC71784D18}"/>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EB78739-0F65-4286-8655-242379CAB89D}"/>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380A47D4-A5D6-40D4-B15E-11EDB3F96311}"/>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89989FF2-267A-4924-8DBC-46C3D3E235DA}"/>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F9FA6321-1785-4447-9BDD-5BACD53B36C9}"/>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2DDD1D5-8BC6-4F59-911E-841A9571D0BF}"/>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EB78ED2E-D919-48DD-ABA2-38D1C23BA3E1}"/>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50F060F2-1F1A-4423-9668-F6CCD80E2FF1}"/>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42024F62-2E41-4057-B253-8131A954DB5B}"/>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C4EB968E-74A7-4229-BCA9-3F804F06185C}"/>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0A7092B6-DBC6-47C7-859A-6046131E86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8463160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4E7CED73-8421-42F0-897A-57B9846639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F317D09C-737C-49D2-A489-8992D35156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01AEE54E-2DDF-4AC3-815A-0B88B357A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112AE808-BD22-4FE5-9B86-4203409C2C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BFA44EB-2363-486D-B5C7-952B557809C6}"/>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82011AB9-ED41-4305-BDFD-9A86CAD857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C240B739-32B3-4E12-96AB-66131AF2E8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28911F0B-4F73-4252-9777-56479B17A783}"/>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182DAE55-791D-42EA-9CC2-506EB853BDA1}"/>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417E4AE4-F204-420D-B167-290B97C0AF9C}"/>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5938663B-1F8D-442D-B229-C5DC1E6F1EA9}"/>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166B5F9E-D71C-4728-AEB3-DC2513B91904}"/>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4E6A30BF-C98D-49F1-A2A7-FB38E665429B}"/>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F12EB217-F68D-42EA-92B6-9A726B95E054}"/>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51ED0071-CD43-43EA-A647-B4D175B0146F}"/>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59681802-AD67-4171-B248-ED8458196CF6}"/>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1E1B73E0-EDC6-43D4-8B22-510952F5C2C2}"/>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C08E15E9-0F20-4024-9F95-99C781CC33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31320885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4BEBA35F-DB7D-4DC9-AC86-03F3760E2F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B311D62D-6F18-4BD3-B942-1964CD062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6A0386EC-82A4-4704-99D2-E5B7292E7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3F5FCF3A-515A-422A-B75A-A6CDD6E1F7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29C61A0B-E1A6-47B2-A882-BEAB9CB4F2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DEF8AC84-8539-4999-9168-1130E3A913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B7873EFB-1B73-476B-9090-30E1D3A2650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EA0A65F4-1E79-4216-978E-0B33D970F7F8}"/>
              </a:ext>
            </a:extLst>
          </p:cNvPr>
          <p:cNvPicPr>
            <a:picLocks xmlns:a="http://schemas.openxmlformats.org/drawingml/2006/main" noChangeAspect="1"/>
          </p:cNvPicPr>
          <p:nvPr/>
        </p:nvPicPr>
        <p:blipFill>
          <a:blip xmlns:r="http://schemas.openxmlformats.org/officeDocument/2006/relationships" xmlns:a="http://schemas.openxmlformats.org/drawingml/2006/main" r:embed="R1b0e6cae636c471f"/>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0BEF6B9-68B5-4479-809D-9F61AA6A7B6C}"/>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EC648598-BAF5-4615-82B2-8AD264B0D6E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C4A3F77C-A5B5-412C-8973-D478999549F8}"/>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1FD18FC7-6C60-4B23-804B-1A68E6DAE2ED}"/>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93B21E2E-7527-46AC-9C58-791D57A2AA3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58F29EB0-7497-4609-9C46-03F4F80455AA}"/>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C238BBE4-E489-49FC-AE23-89DB816A2A68}"/>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26059B2A-C61A-47E7-805A-7C2FE551A5FF}"/>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1C6034C2-479A-4086-8968-E21FF2095489}"/>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929E93AF-9549-4127-9028-E977C0C59201}"/>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17492CFF-2061-420A-B7FF-E933474ADB89}"/>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D5750678-2246-4D76-B8B5-57046C2F9476}"/>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C1E31833-AADE-43AA-97EC-959E9FFACBF2}"/>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D2F4DFFB-DE0A-4745-B514-78CF521416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3232937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EB34F33F-154C-49E1-A022-8550E98D7D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1804A6DB-F7D0-4BD4-B8E0-C827F8E814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4F2A423F-DBA5-4209-9FDA-5027755288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A80EFB99-5AD0-487E-BE41-495BA6CA45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904770D5-0DF3-4CE8-9B6B-4E317F5861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1A5FB56E-56DB-4DE3-A077-53CB1E95DD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F0E7A391-9469-42AC-810E-F7C0A54F8BC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CEB4EA6E-6497-4C10-A86C-DF67C97E4404}"/>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166D70C9-BC77-4947-A833-E0A2D412FFBE}"/>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D437363F-68C9-4208-8F9B-47031F9C931F}"/>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2BC26311-284A-4CE2-A715-96EDB3C70E2C}"/>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2D58EC34-F09E-441D-AC9F-8DAB45914458}"/>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6ACDB65F-6418-42CF-AB7D-A4FBEB11881F}"/>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0E07AE39-F5A5-484D-91FC-BBC4C309740E}"/>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0B27C05D-0589-4E46-8C00-48D695614C63}"/>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078F2B02-FCD0-45CF-BF1A-D108D2469970}"/>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2969F194-03EA-4687-AE46-807806E4E5D9}"/>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ED0ACD6F-48F4-446F-8853-5E2703E17956}"/>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AFFB33F1-F62D-47B7-BAEB-A50598C2C9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250406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2026-10-23T04:49:37.4570000Z</dcterms:created>
  <dcterms:modified xsi:type="dcterms:W3CDTF">2026-10-23T04:49:37.4570000Z</dcterms:modified>
</coreProperties>
</file>