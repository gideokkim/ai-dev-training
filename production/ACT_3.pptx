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a:t>
            </a:r>
          </a:p>
          <a:p>
            <a:r>
              <a:t xml:space="preserve">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a:t>
            </a:r>
          </a:p>
          <a:p>
            <a:r>
              <a:t xml:space="preserve">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a:t>
            </a:r>
          </a:p>
          <a:p>
            <a:r>
              <a:t xml:space="preserve">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a:t>
            </a:r>
          </a:p>
          <a:p>
            <a:r>
              <a:t xml:space="preserve">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S66에서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a:t>
            </a:r>
          </a:p>
          <a:p>
            <a:r>
              <a:t xml:space="preserve">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a:t>
            </a:r>
          </a:p>
          <a:p>
            <a:r>
              <a:t xml:space="preserve">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a:t>
            </a:r>
          </a:p>
          <a:p>
            <a:r>
              <a:t xml:space="preserve">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a:t>
            </a:r>
          </a:p>
          <a:p>
            <a:r>
              <a:t xml:space="preserve">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a:t>
            </a:r>
          </a:p>
          <a:p>
            <a:r>
              <a:t xml:space="preserve">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a:t>
            </a:r>
          </a:p>
          <a:p>
            <a:r>
              <a:t xml:space="preserve">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a:t>
            </a:r>
          </a:p>
          <a:p>
            <a:r>
              <a:t xml:space="preserve">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a:t>
            </a:r>
          </a:p>
          <a:p>
            <a:r>
              <a:t xml:space="preserve">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S74에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a:t>
            </a:r>
          </a:p>
          <a:p>
            <a:r>
              <a:t xml:space="preserve">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a:t>
            </a:r>
          </a:p>
          <a:p>
            <a:r>
              <a:t xml:space="preserve">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“S71의 독립 조사 기준을 이 밝기 통계 작업에도 적용할 수 있었을까요?”</a:t>
            </a:r>
          </a:p>
          <a:p>
            <a:r>
              <a:t xml:space="preserve"/>
            </a:r>
          </a:p>
          <a:p>
            <a:r>
              <a:t xml:space="preserve">Speaker Flow:</a:t>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S71의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a:t>
            </a:r>
          </a:p>
          <a:p>
            <a:r>
              <a:t xml:space="preserve">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a:t>
            </a:r>
          </a:p>
          <a:p>
            <a:r>
              <a:t xml:space="preserve">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S76에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a:t>
            </a:r>
          </a:p>
          <a:p>
            <a:r>
              <a:t xml:space="preserve">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a:t>
            </a:r>
          </a:p>
          <a:p>
            <a:r>
              <a:t xml:space="preserve">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“S74의 보존 기준으로 실제 Demo를 보면, 새로 남길 지식은 어디에 있었을까요?”</a:t>
            </a:r>
          </a:p>
          <a:p>
            <a:r>
              <a:t xml:space="preserve"/>
            </a:r>
          </a:p>
          <a:p>
            <a:r>
              <a:t xml:space="preserve">Speaker Flow:</a:t>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a:t>
            </a:r>
          </a:p>
          <a:p>
            <a:r>
              <a:t xml:space="preserve">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a:t>
            </a:r>
          </a:p>
          <a:p>
            <a:r>
              <a:t xml:space="preserve">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“S75에서 본 자료들이 실제 밝기 통계 작업에서는 각각 무엇을 맡았을까요?”</a:t>
            </a:r>
          </a:p>
          <a:p>
            <a:r>
              <a:t xml:space="preserve"/>
            </a:r>
          </a:p>
          <a:p>
            <a:r>
              <a:t xml:space="preserve">Speaker Flow:</a:t>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a:t>
            </a:r>
          </a:p>
          <a:p>
            <a:r>
              <a:t xml:space="preserve">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a:t>
            </a:r>
          </a:p>
          <a:p>
            <a:r>
              <a:t xml:space="preserve">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S77의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0">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1">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2">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3">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4">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5">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6">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7">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8">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9">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0">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1">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2">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3">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4">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5">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6">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7">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8">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9">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0">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1">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2">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3">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4">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5">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26</ap:Slides>
  <ap:Notes>26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