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14798a227bb4870" /><Relationship Type="http://schemas.openxmlformats.org/officeDocument/2006/relationships/extended-properties" Target="/docProps/app.xml" Id="R6294ae3a12b84033" /><Relationship Type="http://schemas.openxmlformats.org/officeDocument/2006/relationships/officeDocument" Target="/ppt/presentation.xml" Id="R711329a60ce44762" /></Relationships>
</file>

<file path=ppt/presentation.xml><?xml version="1.0" encoding="utf-8"?>
<p:presentation xmlns:p="http://schemas.openxmlformats.org/presentationml/2006/main">
  <p:sldMasterIdLst>
    <p:sldMasterId xmlns:r="http://schemas.openxmlformats.org/officeDocument/2006/relationships" id="2147483648" r:id="R252fd0db2bd24968"/>
  </p:sldMasterIdLst>
  <p:notesMasterIdLst>
    <p:notesMasterId xmlns:r="http://schemas.openxmlformats.org/officeDocument/2006/relationships" r:id="R0eba18b4b0fb420c"/>
  </p:notesMasterIdLst>
  <p:sldIdLst>
    <p:sldId xmlns:r="http://schemas.openxmlformats.org/officeDocument/2006/relationships" id="256" r:id="Re53172b6b84d446a"/>
    <p:sldId xmlns:r="http://schemas.openxmlformats.org/officeDocument/2006/relationships" id="257" r:id="Rba935979422f45ea"/>
    <p:sldId xmlns:r="http://schemas.openxmlformats.org/officeDocument/2006/relationships" id="258" r:id="Rfe63a1037bc145b5"/>
    <p:sldId xmlns:r="http://schemas.openxmlformats.org/officeDocument/2006/relationships" id="259" r:id="R77fccbb6e4c3479d"/>
    <p:sldId xmlns:r="http://schemas.openxmlformats.org/officeDocument/2006/relationships" id="260" r:id="R9197ec6a738245c8"/>
    <p:sldId xmlns:r="http://schemas.openxmlformats.org/officeDocument/2006/relationships" id="261" r:id="R794531170921423d"/>
    <p:sldId xmlns:r="http://schemas.openxmlformats.org/officeDocument/2006/relationships" id="262" r:id="R9c51f9b564fa4147"/>
    <p:sldId xmlns:r="http://schemas.openxmlformats.org/officeDocument/2006/relationships" id="263" r:id="R4aa54dd7461146e9"/>
    <p:sldId xmlns:r="http://schemas.openxmlformats.org/officeDocument/2006/relationships" id="264" r:id="R3c95714c50224081"/>
    <p:sldId xmlns:r="http://schemas.openxmlformats.org/officeDocument/2006/relationships" id="265" r:id="R476f8ac5ba43425c"/>
    <p:sldId xmlns:r="http://schemas.openxmlformats.org/officeDocument/2006/relationships" id="266" r:id="R772a2d29f80a475c"/>
    <p:sldId xmlns:r="http://schemas.openxmlformats.org/officeDocument/2006/relationships" id="267" r:id="Rcd9cb3ec3fcb462e"/>
    <p:sldId xmlns:r="http://schemas.openxmlformats.org/officeDocument/2006/relationships" id="268" r:id="R78b22c7a80e44eda"/>
    <p:sldId xmlns:r="http://schemas.openxmlformats.org/officeDocument/2006/relationships" id="269" r:id="R5458670b2b784cc8"/>
    <p:sldId xmlns:r="http://schemas.openxmlformats.org/officeDocument/2006/relationships" id="270" r:id="R724d33b71af1468e"/>
    <p:sldId xmlns:r="http://schemas.openxmlformats.org/officeDocument/2006/relationships" id="271" r:id="Rc27cf23213fc4d44"/>
    <p:sldId xmlns:r="http://schemas.openxmlformats.org/officeDocument/2006/relationships" id="272" r:id="Rce1272a390fe4942"/>
    <p:sldId xmlns:r="http://schemas.openxmlformats.org/officeDocument/2006/relationships" id="273" r:id="Rbd3145d910864d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9c4433977d4af6" /><Relationship Type="http://schemas.openxmlformats.org/officeDocument/2006/relationships/slideMaster" Target="/ppt/slideMasters/slideMaster1.xml" Id="R252fd0db2bd24968" /><Relationship Type="http://schemas.openxmlformats.org/officeDocument/2006/relationships/notesMaster" Target="/ppt/notesMasters/notesMaster1.xml" Id="R0eba18b4b0fb420c" /><Relationship Type="http://schemas.openxmlformats.org/officeDocument/2006/relationships/presProps" Target="/ppt/presProps.xml" Id="R9803370f6e4c4d9c" /><Relationship Type="http://schemas.openxmlformats.org/officeDocument/2006/relationships/tableStyles" Target="/ppt/tableStyles.xml" Id="R4125910460e04621" /><Relationship Type="http://schemas.openxmlformats.org/officeDocument/2006/relationships/slide" Target="/ppt/slides/slide1.xml" Id="Re53172b6b84d446a" /><Relationship Type="http://schemas.openxmlformats.org/officeDocument/2006/relationships/slide" Target="/ppt/slides/slide2.xml" Id="Rba935979422f45ea" /><Relationship Type="http://schemas.openxmlformats.org/officeDocument/2006/relationships/slide" Target="/ppt/slides/slide3.xml" Id="Rfe63a1037bc145b5" /><Relationship Type="http://schemas.openxmlformats.org/officeDocument/2006/relationships/slide" Target="/ppt/slides/slide4.xml" Id="R77fccbb6e4c3479d" /><Relationship Type="http://schemas.openxmlformats.org/officeDocument/2006/relationships/slide" Target="/ppt/slides/slide5.xml" Id="R9197ec6a738245c8" /><Relationship Type="http://schemas.openxmlformats.org/officeDocument/2006/relationships/slide" Target="/ppt/slides/slide6.xml" Id="R794531170921423d" /><Relationship Type="http://schemas.openxmlformats.org/officeDocument/2006/relationships/slide" Target="/ppt/slides/slide7.xml" Id="R9c51f9b564fa4147" /><Relationship Type="http://schemas.openxmlformats.org/officeDocument/2006/relationships/slide" Target="/ppt/slides/slide8.xml" Id="R4aa54dd7461146e9" /><Relationship Type="http://schemas.openxmlformats.org/officeDocument/2006/relationships/slide" Target="/ppt/slides/slide9.xml" Id="R3c95714c50224081" /><Relationship Type="http://schemas.openxmlformats.org/officeDocument/2006/relationships/slide" Target="/ppt/slides/slide10.xml" Id="R476f8ac5ba43425c" /><Relationship Type="http://schemas.openxmlformats.org/officeDocument/2006/relationships/slide" Target="/ppt/slides/slide11.xml" Id="R772a2d29f80a475c" /><Relationship Type="http://schemas.openxmlformats.org/officeDocument/2006/relationships/slide" Target="/ppt/slides/slide12.xml" Id="Rcd9cb3ec3fcb462e" /><Relationship Type="http://schemas.openxmlformats.org/officeDocument/2006/relationships/slide" Target="/ppt/slides/slide13.xml" Id="R78b22c7a80e44eda" /><Relationship Type="http://schemas.openxmlformats.org/officeDocument/2006/relationships/slide" Target="/ppt/slides/slide14.xml" Id="R5458670b2b784cc8" /><Relationship Type="http://schemas.openxmlformats.org/officeDocument/2006/relationships/slide" Target="/ppt/slides/slide15.xml" Id="R724d33b71af1468e" /><Relationship Type="http://schemas.openxmlformats.org/officeDocument/2006/relationships/slide" Target="/ppt/slides/slide16.xml" Id="Rc27cf23213fc4d44" /><Relationship Type="http://schemas.openxmlformats.org/officeDocument/2006/relationships/slide" Target="/ppt/slides/slide17.xml" Id="Rce1272a390fe4942" /><Relationship Type="http://schemas.openxmlformats.org/officeDocument/2006/relationships/slide" Target="/ppt/slides/slide18.xml" Id="Rbd3145d910864d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e581787f2654b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df63367ed64247" /><Relationship Type="http://schemas.openxmlformats.org/officeDocument/2006/relationships/notesMaster" Target="/ppt/notesMasters/notesMaster1.xml" Id="R060aa20c09c046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ef0df29bbe4cc5" /><Relationship Type="http://schemas.openxmlformats.org/officeDocument/2006/relationships/notesMaster" Target="/ppt/notesMasters/notesMaster1.xml" Id="R2038f1159c1440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30b4467f725456e" /><Relationship Type="http://schemas.openxmlformats.org/officeDocument/2006/relationships/notesMaster" Target="/ppt/notesMasters/notesMaster1.xml" Id="R6ef0e118713e4b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e83e4f6196475e" /><Relationship Type="http://schemas.openxmlformats.org/officeDocument/2006/relationships/notesMaster" Target="/ppt/notesMasters/notesMaster1.xml" Id="Rc11ad514f71541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600bf8d0434938" /><Relationship Type="http://schemas.openxmlformats.org/officeDocument/2006/relationships/notesMaster" Target="/ppt/notesMasters/notesMaster1.xml" Id="Rd114534017a04a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f3e02389ab4e9c" /><Relationship Type="http://schemas.openxmlformats.org/officeDocument/2006/relationships/notesMaster" Target="/ppt/notesMasters/notesMaster1.xml" Id="Rd0a10ea53cde482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9f064db1bf4715" /><Relationship Type="http://schemas.openxmlformats.org/officeDocument/2006/relationships/notesMaster" Target="/ppt/notesMasters/notesMaster1.xml" Id="Rd09a4ae6677948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636a4126dc4a5f" /><Relationship Type="http://schemas.openxmlformats.org/officeDocument/2006/relationships/notesMaster" Target="/ppt/notesMasters/notesMaster1.xml" Id="Rb222213856544a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7a76d259174bb6" /><Relationship Type="http://schemas.openxmlformats.org/officeDocument/2006/relationships/notesMaster" Target="/ppt/notesMasters/notesMaster1.xml" Id="R75f182d5c4ea49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b2f4ed267547dc" /><Relationship Type="http://schemas.openxmlformats.org/officeDocument/2006/relationships/notesMaster" Target="/ppt/notesMasters/notesMaster1.xml" Id="Ra5fe73eca67949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78d80a5a0943ab" /><Relationship Type="http://schemas.openxmlformats.org/officeDocument/2006/relationships/notesMaster" Target="/ppt/notesMasters/notesMaster1.xml" Id="R071146e4088449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69174a4a5d4f9f" /><Relationship Type="http://schemas.openxmlformats.org/officeDocument/2006/relationships/notesMaster" Target="/ppt/notesMasters/notesMaster1.xml" Id="Rc444facae201445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08c36174bdd465f" /><Relationship Type="http://schemas.openxmlformats.org/officeDocument/2006/relationships/notesMaster" Target="/ppt/notesMasters/notesMaster1.xml" Id="R231186b2543f4f7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840b36096b4a02" /><Relationship Type="http://schemas.openxmlformats.org/officeDocument/2006/relationships/notesMaster" Target="/ppt/notesMasters/notesMaster1.xml" Id="R0d4b69f7d6d944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a1d45ac0fe4ec8" /><Relationship Type="http://schemas.openxmlformats.org/officeDocument/2006/relationships/notesMaster" Target="/ppt/notesMasters/notesMaster1.xml" Id="R842bd2403eb34c9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5abb5c440634bec" /><Relationship Type="http://schemas.openxmlformats.org/officeDocument/2006/relationships/notesMaster" Target="/ppt/notesMasters/notesMaster1.xml" Id="R7764bbd604144d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c4fb88c0d0441b1" /><Relationship Type="http://schemas.openxmlformats.org/officeDocument/2006/relationships/notesMaster" Target="/ppt/notesMasters/notesMaster1.xml" Id="R3b0a78411f4142a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4a6b2b1f0248a6" /><Relationship Type="http://schemas.openxmlformats.org/officeDocument/2006/relationships/notesMaster" Target="/ppt/notesMasters/notesMaster1.xml" Id="R3e256980f73d4d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S64의 아래 실행 환경을 회수한다. 이번에는 한 Agent 실행으로 같은 Repository와 저장소 밖 조건이 함께 들어오는 관계를 본다. 위 도식은 실행 조건을 설명하는 교육용 구성으로, 환경 두 개를 비교 실행한 실험이나 과거 Trial의 정확한 파일 트리가 아니다.</a:t>
            </a:r>
          </a:p>
          <a:p xmlns:a="http://schemas.openxmlformats.org/drawingml/2006/main">
            <a:r>
              <a:t>2. (0:20–1:00) 왼쪽 코드·프로젝트 지침·문서를 짚고, 오른쪽 전역 지침/Skills, 모델·설정·권한을 짚는다. 외부의 점선과 ‘적용 확인’은 실제 세션에서 무엇이 적용됐는지 확인하라는 뜻이다. 같은 코드여도 세션에 들어오는 지침·사용할 모델/도구·허용된 작업 범위가 달라질 수 있다. 모든 항목이 이 Trial에서 달라졌거나 결과를 바꿨다고 말하지 않는다. OS/runtime도 기록할 조건이며 전체 환경 목록은 Notes에서 참고한다.</a:t>
            </a:r>
          </a:p>
          <a:p xmlns:a="http://schemas.openxmlformats.org/drawingml/2006/main">
            <a:r>
              <a:t>3. (1:00–1:50) ‘실제 관찰’로 이동한다. TRIAL-006의 보존 기록에 전역 Skills4개 포함과 Hook 구성 경고·MCP 연결/인증 시작 문제가 있었다. 화면은 이를 ‘전역 Skills 포함 / 시작 단계의 경고’로 요약했다. Hook은 실행 전후 동작을 연결하는 장치, MCP는 외부 도구 연결 방식이라는 최소 설명만 필요할 때 덧붙인다. 시작 중 경고가 나온 사실과 도구가 실제 작업에서 쓰였는지는 다르다. 완전한 전역 지침 주입 원문은 별도로 보존되지 않았으므로 화면의 관찰 목록에 전역 지침 전체 로딩을 확정해 넣지 않았다.</a:t>
            </a:r>
          </a:p>
          <a:p xmlns:a="http://schemas.openxmlformats.org/drawingml/2006/main">
            <a:r>
              <a:t>4. (1:50–2:35) ‘해석의 한계’를 읽는다. Hook이 실행돼 소스를 바꿨거나 MCP 결과가 작업에 기여했다는 근거는 없다. 모든 설정·권한의 전체 감사나 각 요소의 인과효과도 입증하지 않았다. TRIAL-006의 코드·동작 검사·benchmark는 해당 조건의 관찰로 유지하되 긴 Prompt만의 효과로 귀속하는 평가는 PARTIAL이다. 현재 Desktop 동작으로 확장하지 않는다. TRIAL-007의 보고와 stderr의 MCP 경고 불일치, TRIAL-008의 부분적 전역 영향 기록은 ACT4의 상세 Meta 사례에 남긴다.</a:t>
            </a:r>
          </a:p>
          <a:p xmlns:a="http://schemas.openxmlformats.org/drawingml/2006/main">
            <a:r>
              <a:t>5. (2:35–3:00) 결과를 해석하려면 코드·Prompt뿐 아니라 적용 지침·설정·권한·실행 조건도 함께 남겨야 한다는 판단을 회수한다. 새 실험이나 설정 변경을 요구하지 않는다. 기존 Transition으로 우리 C++ 검사 업무의 명세·빌드·검증 조건에 이 패턴을 옮길 S66을 연다.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S64 환경 질문 회수0.33, 두 입력의 관계0.67, 실제 관찰0.83, 해석 경계0.75, 기록 판단/전환0.42. 지연 시 Skill4개 이름·Hook/MCP 정의·후속 Trial 상세를 생략한다. 관찰과 인과의 구분 및 설정/권한 적용 확인은 유지하고3분에 S66으로 넘긴다.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DEC-0077의19필드·Lecture3분·OBSERVED_META/TEACHING_MODEL 및 실제 관찰/추론 경계를 정렬했다. 최종 패키지/PNG/내장 Notes 대조는 production/evaluation/S65_EXTERNAL_CONDITIONS_REVISION.md에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아래 프로젝트 변화 질문으로 시선을 옮긴다. 방금 고른 구조와 정보가 프로젝트 변경 뒤에도 맞는지 점검할 필요를 묻되 실패나 원인을 미리 확정하지 않는다. 실제 STATE-04-PERF 성공은 기준점으로 유지하고 S68에서 짧게 회수한다. S69부터 별도의 가상 변화가 시작되며 실제 Demo의 실패 이력이 아니라는 기존 Transition을 유지한다.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추가 Demo가 아닌 정적 성찰 화면이다. 발표자는 R1에서 세 후보→하나 선택→위치/담당 질문, R2에서 같은 질문을 기준으로 Q&amp;A, R3에서 아래 변화 질문으로 시선을 옮긴다. 슬라이드 추가·애니메이션·제품/Agent/저장소 실행·새 Trial은 없다. 정적 화면 전체가 보이며 발표자의 가리키기와 설명 순서로 진행한다.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DEC-0079의19필드·Reflection3→Q&amp;A5→Transition2분·선택/위치/유지 책임·실습 없음 경계를 정렬했다. 최종 패키지/PNG/내장 Notes 대조는 production/evaluation/S67_REFLECTION_OWNERSHIP_REVISION.md에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40e4cfc2cf497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cc9b5816f6f453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19676f4c234b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25a805e7a8f4b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6f57c747e4f43c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7feccdf301b4b5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3127EF-2E2C-41DC-87F7-642B447BA0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6348A8D-7693-4247-9F8E-9525C9BFDE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9C3691B-3A24-40A8-8E11-DAC64938042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E052A5-31F8-4593-9499-03ADBA95F9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DAC5FB7-1498-450F-957A-0DE6AC5DDC5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05DBA28-8453-4233-A75A-882AE75AA0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9D6D995-8E16-415A-874D-97534A7527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051855-5114-4C94-891A-E6AABA00771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A542E4-9A5C-47FC-B266-C78FC33119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3600E1-8CF7-46E0-8078-8D68C24244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c8ebcb937d4b91" /><Relationship Type="http://schemas.openxmlformats.org/officeDocument/2006/relationships/slideLayout" Target="/ppt/slideLayouts/slideLayout1.xml" Id="Rac19d48235c94344" /><Relationship Type="http://schemas.openxmlformats.org/officeDocument/2006/relationships/slideLayout" Target="/ppt/slideLayouts/slideLayout2.xml" Id="R731ab24040094dae" /><Relationship Type="http://schemas.openxmlformats.org/officeDocument/2006/relationships/slideLayout" Target="/ppt/slideLayouts/slideLayout3.xml" Id="R75b2dffd63de4ec6" /><Relationship Type="http://schemas.openxmlformats.org/officeDocument/2006/relationships/slideLayout" Target="/ppt/slideLayouts/slideLayout4.xml" Id="Rd5b4347f61f74747" /><Relationship Type="http://schemas.openxmlformats.org/officeDocument/2006/relationships/slideLayout" Target="/ppt/slideLayouts/slideLayout5.xml" Id="R439c7713342a433f" /><Relationship Type="http://schemas.openxmlformats.org/officeDocument/2006/relationships/slideLayout" Target="/ppt/slideLayouts/slideLayout6.xml" Id="R87cee56d33fe43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19d48235c94344"/>
    <p:sldLayoutId xmlns:r="http://schemas.openxmlformats.org/officeDocument/2006/relationships" id="2147483650" r:id="R731ab24040094dae"/>
    <p:sldLayoutId xmlns:r="http://schemas.openxmlformats.org/officeDocument/2006/relationships" id="2147483651" r:id="R75b2dffd63de4ec6"/>
    <p:sldLayoutId xmlns:r="http://schemas.openxmlformats.org/officeDocument/2006/relationships" id="2147483652" r:id="Rd5b4347f61f74747"/>
    <p:sldLayoutId xmlns:r="http://schemas.openxmlformats.org/officeDocument/2006/relationships" id="2147483653" r:id="R439c7713342a433f"/>
    <p:sldLayoutId xmlns:r="http://schemas.openxmlformats.org/officeDocument/2006/relationships" id="2147483654" r:id="R87cee56d33fe43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1677e39142346dc" /><Relationship Type="http://schemas.openxmlformats.org/officeDocument/2006/relationships/image" Target="/ppt/media/image.png" Id="R10e5c3d52ad74dde" /><Relationship Type="http://schemas.openxmlformats.org/officeDocument/2006/relationships/image" Target="/ppt/media/image2.png" Id="R2a14cebb30164d66" /><Relationship Type="http://schemas.openxmlformats.org/officeDocument/2006/relationships/notesSlide" Target="/ppt/notesSlides/notesSlide1.xml" Id="R2501537a52404c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c4779340859459a" /><Relationship Type="http://schemas.openxmlformats.org/officeDocument/2006/relationships/notesSlide" Target="/ppt/notesSlides/notesSlide2.xml" Id="R68ada127970246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73fdfe06e8465d" /><Relationship Type="http://schemas.openxmlformats.org/officeDocument/2006/relationships/notesSlide" Target="/ppt/notesSlides/notesSlide3.xml" Id="Rca56c5dc36a44d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6cb71bb8c7e4d0b" /><Relationship Type="http://schemas.openxmlformats.org/officeDocument/2006/relationships/notesSlide" Target="/ppt/notesSlides/notesSlide4.xml" Id="R34b012394ff2406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f8122edb4fd4694" /><Relationship Type="http://schemas.openxmlformats.org/officeDocument/2006/relationships/notesSlide" Target="/ppt/notesSlides/notesSlide5.xml" Id="R3dd4817e023a408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70ef129ea474da5" /><Relationship Type="http://schemas.openxmlformats.org/officeDocument/2006/relationships/notesSlide" Target="/ppt/notesSlides/notesSlide6.xml" Id="Rb48718ee9ec643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c299bb50e50422d" /><Relationship Type="http://schemas.openxmlformats.org/officeDocument/2006/relationships/notesSlide" Target="/ppt/notesSlides/notesSlide7.xml" Id="R0ed56853c09545a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3a6981a64e14950" /><Relationship Type="http://schemas.openxmlformats.org/officeDocument/2006/relationships/notesSlide" Target="/ppt/notesSlides/notesSlide8.xml" Id="Rd9b717fe06b74f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4bed6b603354752" /><Relationship Type="http://schemas.openxmlformats.org/officeDocument/2006/relationships/chart" Target="/ppt/slides/charts/chart1.xml" Id="Rc9c83cb4a7ed4f6f" /><Relationship Type="http://schemas.openxmlformats.org/officeDocument/2006/relationships/notesSlide" Target="/ppt/notesSlides/notesSlide9.xml" Id="Re023c4b2ef684a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96e7beaf20b428f" /><Relationship Type="http://schemas.openxmlformats.org/officeDocument/2006/relationships/notesSlide" Target="/ppt/notesSlides/notesSlide10.xml" Id="R768e82ebdc63490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e265f71500b4be0" /><Relationship Type="http://schemas.openxmlformats.org/officeDocument/2006/relationships/notesSlide" Target="/ppt/notesSlides/notesSlide11.xml" Id="Rdd89b26080da4f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2f22cd6452c4ccf" /><Relationship Type="http://schemas.openxmlformats.org/officeDocument/2006/relationships/notesSlide" Target="/ppt/notesSlides/notesSlide12.xml" Id="Rccd7e579b38d4f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36954458bb54dd2" /><Relationship Type="http://schemas.openxmlformats.org/officeDocument/2006/relationships/notesSlide" Target="/ppt/notesSlides/notesSlide13.xml" Id="R64e1b9f8340c4e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1388939618143ba" /><Relationship Type="http://schemas.openxmlformats.org/officeDocument/2006/relationships/notesSlide" Target="/ppt/notesSlides/notesSlide14.xml" Id="Re7cd274a43cb45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24e421c8c9a45b9" /><Relationship Type="http://schemas.openxmlformats.org/officeDocument/2006/relationships/notesSlide" Target="/ppt/notesSlides/notesSlide15.xml" Id="R249976ac90a8436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1400513e68d4d9b" /><Relationship Type="http://schemas.openxmlformats.org/officeDocument/2006/relationships/notesSlide" Target="/ppt/notesSlides/notesSlide16.xml" Id="R5004af86ca1f4a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890e376bd23439e" /><Relationship Type="http://schemas.openxmlformats.org/officeDocument/2006/relationships/image" Target="/ppt/media/image3.png" Id="Rc002ed21312046a5" /><Relationship Type="http://schemas.openxmlformats.org/officeDocument/2006/relationships/notesSlide" Target="/ppt/notesSlides/notesSlide17.xml" Id="Rde7019680e7c4f2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faffab3c1db4250" /><Relationship Type="http://schemas.openxmlformats.org/officeDocument/2006/relationships/notesSlide" Target="/ppt/notesSlides/notesSlide18.xml" Id="R116655706a8a43b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1A90F47F-F722-43EC-B63C-2D4EB2898B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E622FE7F-28C3-42A9-BF7D-980097E360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704DEF9F-0916-4587-91DA-1AE12815EE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5F83D4BD-41F3-4770-ADB2-C42D106392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023854AF-1EDB-4DDA-B009-0E9E259401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6C22F9A-7ECB-4384-B2E7-1B1D821CFE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421B6C96-A3F9-447B-B957-04A5F27B4D43}"/>
              </a:ext>
            </a:extLst>
          </p:cNvPr>
          <p:cNvPicPr>
            <a:picLocks xmlns:a="http://schemas.openxmlformats.org/drawingml/2006/main" noChangeAspect="1"/>
          </p:cNvPicPr>
          <p:nvPr/>
        </p:nvPicPr>
        <p:blipFill>
          <a:blip xmlns:r="http://schemas.openxmlformats.org/officeDocument/2006/relationships" xmlns:a="http://schemas.openxmlformats.org/drawingml/2006/main" r:embed="R10e5c3d52ad74dde"/>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1147055-83AA-4D83-BA02-5EE015D5B563}"/>
              </a:ext>
            </a:extLst>
          </p:cNvPr>
          <p:cNvPicPr>
            <a:picLocks xmlns:a="http://schemas.openxmlformats.org/drawingml/2006/main" noChangeAspect="1"/>
          </p:cNvPicPr>
          <p:nvPr/>
        </p:nvPicPr>
        <p:blipFill>
          <a:blip xmlns:r="http://schemas.openxmlformats.org/officeDocument/2006/relationships" xmlns:a="http://schemas.openxmlformats.org/drawingml/2006/main" r:embed="R2a14cebb30164d66"/>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D30D0372-D772-4D6C-97BD-6FE57C05E068}"/>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CA9C3FD-D787-4128-A16E-ED0EF0B13A82}"/>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FDAF5D67-A843-41DB-BBD9-94D3238902D1}"/>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0B8D864-44D4-4778-8968-988DA446A846}"/>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C1C28AD-8655-482F-A2D0-99F29604DC72}"/>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43F2920A-A4D6-4762-BC48-193300E4C8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12EEE42-BA10-4746-8B37-B5A701E65276}"/>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1CDF762E-81AE-4C68-8D71-F2E704BE556C}"/>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EA81BBD9-D8D7-4F8E-A742-33EB4BB1BB7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D83B734-00B3-4C7B-974C-9AB1A2C0AB08}"/>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209B7EAC-ED26-4A90-8775-9BE094BECBCF}"/>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0111412-AE23-4A42-A481-602BB6E06929}"/>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E8F255FE-69C3-4EBE-BA12-0B5AF716815A}"/>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1992C37F-9475-4508-9A01-B889FAA70F2D}"/>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2E81106-37CA-4052-B1CA-177FC1DEB804}"/>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DFE03D5-EB8B-44C9-911C-8497253CBFD6}"/>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53FD560C-741E-4CD7-83E1-3F8C8119119E}"/>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77D442D-57A8-430F-9CDC-EE0EE3E85ADD}"/>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A419AC33-03FA-4651-AEDE-BE98FE75E256}"/>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688D74AF-20F1-45C7-9CB3-8FB9BBACDA3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6E6CEAB-CE23-4920-983A-F52AF7E001EA}"/>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AF15D679-E569-4FC0-9231-B039B5A43D0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DD66FBC3-6DC8-49A9-83C4-67AD7C873C9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8922443F-65D3-49CA-9510-88B9CAB74BF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B0240E6-3C0C-4524-BEE7-8F8C173B938F}"/>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902C20B1-EA68-45BC-8895-57AF64FA3A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4675039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0EA6BAAA-8BC9-4858-965D-9AE705375E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E0FE98CC-0BA3-45F4-ACD7-20CA787E40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F5575DCA-D16C-4C69-AC56-BBD8515BEF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785D7CE-E879-413E-A75F-04005B8ECB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02EC19A1-E5C6-4EE8-AB2E-84FD565A75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4FFFCB39-67DA-49E8-9B89-119E7E0833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3A5CDDE-D314-4C93-AF5B-4E84E67F0097}"/>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8217CBAD-3370-4C63-BF4C-716495CBAEAA}"/>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CD31545F-9B2C-4A61-89D0-41380923284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821FFCB7-974D-482B-AB24-980ACFC0AEB2}"/>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527A4767-2646-4984-AE82-9FDFCEEC20BE}"/>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D4168EE4-5E15-49CB-9CE4-9B125D575F26}"/>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1B0F85C9-A417-4CE2-9088-6A5D3F257BC9}"/>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8479CF84-5ADB-4858-A702-E91B3B0483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FE2B8325-F669-47DD-BB23-ADB102C0E4C6}"/>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B3EAB790-CB51-4A4C-A18A-69DA37940F39}"/>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191C15-9349-4AEA-8D8D-7507F101911D}"/>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4F0F7E1-BBFF-42C4-BC15-8918BEFB94D8}"/>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B3856762-F3BA-4554-A41A-D09BEE1EF8E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2088BA2-3D12-40AA-9898-95F1D8EDFC2F}"/>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42396E8-53AE-445E-9CEB-8BAC38B0B8C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BBD17A6F-9BA9-40D8-AB83-FCE08DFFC42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B6F48FF6-B10F-416E-8A9F-0765334966BC}"/>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D979F32D-41B4-4C5A-93DD-9D64CA3EB8C4}"/>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CF22ED0C-5C8D-436F-A6EF-CD3A29F96B1C}"/>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D70720A-2F71-4B81-851D-42942BDCA7A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39999922-9C9F-4C86-B7C2-BEE298EED8A9}"/>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CEA47C5C-EF33-4D19-B693-DA480EA182B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C1B466F-077D-409A-83D0-628E40B76DC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B3E72299-3276-4502-A831-B84DFC9C568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5899E361-010E-403C-9863-720C43C8448F}"/>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9ABC68FD-6AAF-461E-B755-9FAC2A7F116B}"/>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D8E41158-93D7-4D2E-BA09-0AB3DEB11049}"/>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B04EDCE3-C812-4D7F-82E8-D9FC760D033A}"/>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0E148A73-3C7D-4DFC-A0D6-1519EACC10BB}"/>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E184A4F2-5DE3-4432-8C32-BA8856F63941}"/>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F7897ECC-8016-44C1-84EC-FA49EFA54967}"/>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506DF8FF-5EF1-4259-929E-AB284276361B}"/>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9BCFA6D6-5AF9-4E46-A0EA-34F438C9C84B}"/>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A2AEC544-EAB2-49E1-B393-04CE37EC98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5635038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12090003-1459-4BAE-BCCD-8BC74E831C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DF3689DA-6F24-4086-B10F-28184C562E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B1874DFA-CB63-4200-AEEA-BF117601AA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FC6970B6-B95F-4B30-9026-2A1D71375D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BC026B3-90DB-44D0-BF2B-A1FA87D010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393359F7-6712-4DDA-B625-52246A35D1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39DEA4E2-26AF-4DAC-A381-3BF40E44BD06}"/>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B1AFDCB-F410-4A31-B692-73E2981ADC61}"/>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1B150239-DF6B-45B4-9145-C4BE434CBFC9}"/>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A5D45E82-CD10-4675-B020-CEFA1C892578}"/>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22FBBE8-761E-4115-ADEA-7BFE43C45565}"/>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5B622A63-8E49-4D30-A759-9EDCF3462FB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6150F1E-CE77-4FD1-9519-16E8442EC5E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93DBAD90-8C5F-4DE8-AAA5-3447188DD4B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AB2C15B5-C65A-448E-A598-833607EE848E}"/>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5147B23-C883-403F-A286-06A927647ABD}"/>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77171A82-BDFB-4C9D-A463-17C1EF8656D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D4F9E31-8FF9-4525-B50D-D9CD43E458A8}"/>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7C2023B9-9636-4E3F-AE7C-A28316338E6D}"/>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FBF2423B-60CB-472E-A66E-28A27F7F1AC6}"/>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12A49B4B-E9EE-473F-8780-FAA60AD103E6}"/>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5D83519C-68C5-45F0-9A16-8D40CF1E4968}"/>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25DC5027-3746-479B-A665-03373D3896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1392204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A93A24E7-944C-447A-9005-7F72540A70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3AB46388-A003-484D-AC7B-BD561DAC51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C9F551A4-D065-40FE-A1E4-BA65FCE982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C129A9C-2CF4-465C-B857-774C4AE3CC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78C84FE0-E5E2-4F44-844B-26D575E707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48BBAAFC-2763-4AFB-ACF1-F3378647AC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0D2C8649-848D-463C-BCBD-FCB16DFE5FFA}"/>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51D9C45-783B-47CC-A2E3-D42DE6E562F2}"/>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2BE0E95-E881-49F3-ADF6-CDAD52AF265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3E5A7417-C882-4809-8D93-CD524F9132CC}"/>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645355FC-1978-4CED-ABB8-78DD9CFAF1D4}"/>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E8524D7-4D22-41F4-987A-9C8A83713646}"/>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F5D5CC0-7489-41AA-88A8-CA63F175A9A2}"/>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B058F49-3C6A-4FF0-AA18-D3E96075DF1C}"/>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76330E7-E9AD-4401-9073-C48E72ACDB4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96013933-855C-4C6B-A877-D1D98E93512B}"/>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883D5D1-249C-4AC2-B4B8-ACB342A5E6DA}"/>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7887C647-18D0-47EC-A660-D1A0F149D137}"/>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9F108EA3-CB78-413F-8293-6B6D6477C270}"/>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1A5873E9-06F3-43D1-ABED-C3CB2B418949}"/>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B2FC77FF-9825-417E-AD81-468B55F205BD}"/>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DF8BAD46-7CAC-482D-88AD-06A8FD6380A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2BAB41E2-3B6A-463D-809E-B43137F829B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0286FBF-1A02-46E2-9676-F54E3ACCB2A6}"/>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08A88F80-CC61-48F3-912F-47EF9827E32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6E7C0C33-675E-46FD-8067-9E0421C0E705}"/>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AF8C2813-67AE-40B0-B96B-DB00FF1CDA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8497647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F4BE7A9D-0CBB-4384-B6DC-E1EEEAC93F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A3832F26-36E5-4657-B701-96A3F03B1C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55455327-D8D4-440F-8E52-486F2182D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A0D3B08F-52C2-417C-8357-DB221A6C21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A7AEC87C-7702-4A41-8832-9C68BDA477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3F080BB-C8F6-4482-B1F1-19A2B78CBA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F8E6C63D-5BF5-416D-B99E-BB4CCA3FD308}"/>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A0334FB8-A1B8-4719-8328-267B7BE1849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4EC3239A-E23E-4DB6-8382-30717EA65C96}"/>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EC1CB4B-C09B-4587-950D-4286065EF213}"/>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44D58C35-587B-493A-9A15-CBAADFD72AA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7F28C83B-E671-4702-8CD7-10ED653A8513}"/>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C39071AA-2B23-4C94-B647-CA68B3ACABF5}"/>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762ED9D5-48A4-4DFC-AF8F-424F89AA2038}"/>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B3C8CD3-B774-4C7D-A772-9ED0BEC783DC}"/>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CABD4A0B-3589-4530-B103-FE6807F256E0}"/>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745E4AD-B8FA-422F-9E7B-AE1AF7255253}"/>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2DBE3856-EFE4-403F-8FAD-F025C7EA1B19}"/>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D3687A78-10ED-4D8F-8CD3-BE11761E096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D86C87CA-8FD0-4E08-9B53-2A516982C5D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12D1B775-D63E-4AF7-A0D5-7CA75C75D2C1}"/>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BB1C0B8-CAE3-4B88-B546-8CFE6D9CB896}"/>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C28062D8-0D29-4A01-BF76-8BF92F8CA13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B0539162-C0DA-4F33-85D4-398793834C5A}"/>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662499A1-114D-42A5-A7A2-6038701C2699}"/>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14CD2A50-F0FC-45E3-AB9D-B57CB86558F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88AF86F5-0010-4386-A6A4-607762DE28A5}"/>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DC136FC6-5858-46D8-9841-29C8B5003CAA}"/>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8B586B79-0799-4BDB-BACF-82C00A74758C}"/>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B4482DA-EFC4-455B-BE53-63D18A82A96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994FEA2D-4610-4389-9259-91063433C4A2}"/>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B04E1337-63E6-458F-A084-305C04F97D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12ACBFD5-EAB2-4F5C-8014-EE549B6648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52066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ACCFD2F7-3C35-4DE3-925C-4224F503AA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CBACEA8E-092F-4E1B-8FE7-1C2A4371F9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AD97418C-17D2-4FCE-9F5C-9C65A7B379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7AA25C29-6CAE-4AB8-AA11-558AB3A1B6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91E5F153-C334-4372-ABB9-3F8F01F81F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E8A653AD-9409-4942-AE27-779BF959A1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C37A20C8-C739-44B6-878B-D5C5C0F24B0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53B14EFC-D925-46D6-A183-E1D64A07F6D6}"/>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AC87FF8D-562A-44F4-878C-DED6F7B5D01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6D72864-7731-47DA-A595-9C82EC006D6D}"/>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DF1C4B04-72FF-42D2-BFA9-73F7B18DE8D4}"/>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F5F909A-FDE4-44CF-8884-92E1F50764FF}"/>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F1D89044-B6AA-49CC-B3C3-C6E5B5C347F8}"/>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B6A24DA0-137C-4E52-9E7C-1E4B48E9B5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0887205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5A931273-6995-441D-827F-C302CF29F2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F4E890B6-19FC-42B8-8F72-FDFA719C4E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3180BC6A-B935-4D6C-921C-9A59657965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839E41A9-B4BC-4D45-9F21-3B3B9423A3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5A12C90F-257D-4AD8-A1E2-AB681EC11C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64843D9D-C796-4512-A848-484A456890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1ED1AED9-34FB-4A48-80FC-950D253E1373}"/>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D8962723-0119-4E98-964B-29611E020583}"/>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93CBF453-C442-4B4D-9787-F68DC783EE62}"/>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9FEF7A69-550D-46CB-AD90-2379B4E6F771}"/>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585F70BB-71D7-4B4B-A4DC-EEA325C20B4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16CBE093-1959-4E33-83BB-2F618E5701B4}"/>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174BA15-8517-4DDD-ADF5-3708A109374B}"/>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D98720F3-5D30-41B1-97F3-CA0A5A70218A}"/>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06E63AEC-4E04-43F4-A292-F60490B7CD10}"/>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14614124-EF7E-45BB-B0EC-D63266B46BDF}"/>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BB24D4EB-CF98-4284-B298-0109F24E892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85106DC-02B7-484A-86E0-E996ADF8691D}"/>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B71C58C7-025B-4AC7-BE60-67D77215E619}"/>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C65EA73D-0917-4835-BB6D-5FEF7F0E8A10}"/>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0FFC9B80-A02C-47B9-B931-52B6A4DADA0F}"/>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4886568B-F71A-465F-AC68-7A7B1BC4AE29}"/>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620AEEF7-F370-4A94-AA60-20F21136049C}"/>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E516A30-4618-4FDC-B1EB-7185663EEE16}"/>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524460F1-53C5-4BD5-BF1B-43BA089FE5B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3E08BDD4-2E57-4D5C-9231-237791C4919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3F3E7212-215E-4AC8-9A55-B7A8338EE920}"/>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9D27CC76-3AD4-4EA2-92EC-FD16E5B7C9EA}"/>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A3BDD923-178E-4F52-B691-31348C75AA94}"/>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2B3C37F5-269A-40D7-AAD8-BCE0D523A0CD}"/>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56C172F3-EDC8-47DA-B522-929BD4F24622}"/>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4C27B21E-86B3-4A2C-B721-1AD71534B3C5}"/>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89B18F4A-3ECF-46C5-A72C-7B2359DDBD02}"/>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BA935211-D16C-49D8-AB19-A04528455336}"/>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F99A200C-A790-4402-94A1-79CA528DBBFD}"/>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861F271A-517F-45B5-A519-154EA4C31D70}"/>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15E8741-F168-4C9A-A6DD-294E3E88CD9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9851443-9844-4BA5-85B1-C93786952CD4}"/>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EA71414-222E-48F2-ADB9-80C8F0DC3D1F}"/>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2138EB6F-CBA7-49C8-98D6-D4E25F9459EB}"/>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69CEEB3A-6D41-47FF-99F5-A52638BFFFF1}"/>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D82D6C-D580-4901-B302-C9207B3FF349}"/>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A606A388-10B2-43B7-99C5-7597AAD8C88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D738BFF5-EB4D-4725-BFD3-CF338C5161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8981869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E84E28DE-D7DD-4F6B-82A2-CBAF1F0A3E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4CF3D667-90F6-4ACB-8921-BE4772C012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AEF79561-C5EF-4142-A194-677423F38A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3ADDC734-5F22-4CF4-8F4A-9992EC2865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CABC9E6B-C1BF-4647-AEF6-2C14E37F12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FE29ED61-400C-4B8C-912D-2CD2FE2AD3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9BBA57C-F75E-44BF-A751-49812B45087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420722D-AD3C-4C66-99EA-6BCD47E96F38}"/>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AEAC7348-4109-4C91-9359-487D052EF5E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AC211919-AA82-40CA-B6F4-0320890B2EC2}"/>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FF2054DB-757E-41F0-A984-569F2943884F}"/>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26F63129-D0F4-43EF-80F6-19890CF86657}"/>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C8C0281B-78A9-44B2-AD50-AB5189146F1D}"/>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9046B71F-D07D-4197-A28E-758B494C7FF8}"/>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B15AE126-1EAD-4EBB-A0E6-8A6786D2FF2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CAEA146D-43C2-43E9-8EFE-7228B778B6B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0C7B9DBA-EC09-40E7-8A55-1EBD1389170D}"/>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14330888-FB13-4F73-B1E1-B4DEC8258F88}"/>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38EC37E0-4D44-4E20-B8C3-BA48666C7BE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0E463981-EC15-4791-8C71-95002CC946E1}"/>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A89C97B6-E0C9-4D7E-A816-AAE630A05C5C}"/>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493F46C9-8D56-4A35-99A9-33489E3165C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F3A5B23F-8E1F-456D-A175-80BEB343FAD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D9B9DA64-6DFA-42C7-9F38-B4C4174BD057}"/>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330DAE3D-31F3-4C83-A1F3-CB90E190EF83}"/>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2EA972E2-1455-4BD0-BE29-1A433C1C1AB9}"/>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CD914B3C-D4DB-490B-A30C-54C541E59390}"/>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0109984E-1BC2-49BD-AAEE-7B0FBDC86325}"/>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68288BE-1F1D-4B1D-AAC4-F14094BE013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CDF1F6D1-CB4C-4EE2-B5B6-1959B474A722}"/>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05DBC6B5-5E40-4FC5-A9A9-B8742EA8A2B7}"/>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25E45679-656A-4F44-8DA6-814AD5C8130E}"/>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76029EA2-2F80-4FEA-9A36-36FB6083F86F}"/>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B7D1E2BD-CB63-4AC5-818D-2E2927441224}"/>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64CA4163-E96C-4A85-96F0-184ECBE28947}"/>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5D4CA18-8F2D-4BB4-843A-934421D32265}"/>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7D50D4FF-14ED-47FF-ABC1-0FF10C87F958}"/>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0D0F0E-8318-4F79-9295-CB5041EDDFE3}"/>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67D3357F-96DE-4950-AA6B-1BB1F04C0AA5}"/>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F3046116-0C07-4D49-B296-DA6440C42B69}"/>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7F1A4AA7-DC73-44C8-B56C-47E42F93EE8E}"/>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25C3EA47-125D-47BB-9970-BD41F2050EE3}"/>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31A206E3-7429-4433-8BB6-392F21033804}"/>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5BBDC1AD-5A3A-4EF8-87C1-60530B83698F}"/>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1FCFF84C-D102-486A-93E3-D7535FB58246}"/>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4C8F4705-5302-457E-A5F7-D549F232CE4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594FB534-5763-4042-9660-6CF4FA04A66C}"/>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EA7745DE-6D87-4685-913D-D961B71A16C4}"/>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785BB812-7045-4038-8F23-379B68B64EAF}"/>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5644B533-20C8-409E-80A5-BF33C13885FF}"/>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0331535-2B72-4979-A93A-9BFF861423A9}"/>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728AA789-9030-464A-8B88-9D1EA094CFF6}"/>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B65F2DC6-C772-489B-9316-86AE2A5249D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FB71F3B1-4F41-4674-8661-0B373F07F1D5}"/>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6C3A1C41-907F-4C67-BFE2-4F90D7E14D86}"/>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99F2FB6F-3206-435B-A5D7-6E209DA6BFB1}"/>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DCA0736-B71A-4A8B-96BD-740F8D3AC6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80297072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3FD01C2F-2528-4D57-BD1C-8B638E71A8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8F20BB7C-3A8A-4326-905C-8474E9BBFF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761A19BA-8F4D-41CD-818F-2C75FB4952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AFCA79D2-C678-4861-8834-069D0FB0E5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A13B5AC6-A3A6-416D-AF12-0B7EF998B1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3EFE3488-18CE-40EC-93EF-004E0ED00A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789A33E-8444-4971-BB0F-49CF32C75489}"/>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FE7AE20-E443-4789-ABDB-E984195AE7FC}"/>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2BAB4CB0-A843-4FFA-9E02-5132DFA818FE}"/>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1F3D81B1-4CA2-4A4A-B102-9D4F3803A45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DCB7B367-BEF7-4DB2-A505-A4E7202DCB5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B75C4E-72F9-4755-9B94-AE963D7FC62A}"/>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D115B562-FA87-4CF2-B61D-BA7EBB3BB92C}"/>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16C34970-5A62-4BB7-AD67-5D2F70869D1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c9c83cb4a7ed4f6f"/>
          </a:graphicData>
        </a:graphic>
      </p:graphicFrame>
      <p:sp>
        <p:nvSpPr>
          <p:cNvPr id="15" name="Python 할당 피크">
            <a:extLst xmlns:a="http://schemas.openxmlformats.org/drawingml/2006/main">
              <a:ext uri="{FF2B5EF4-FFF2-40B4-BE49-F238E27FC236}">
                <a16:creationId xmlns:a16="http://schemas.microsoft.com/office/drawing/2014/main" id="{0242FFFF-EF79-4CCC-82EE-F5FC7971CC9E}"/>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9434D2E9-06EE-4F67-BF44-7B027BAE2819}"/>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1705CE27-C1C4-4429-99BA-D4E80E4D3A89}"/>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5675D5BE-48AE-4C42-9FA9-96A11901241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5B3613AC-AE1C-4325-BE36-2BD5FBEFDF4C}"/>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E53FA439-F4F8-4F28-AA33-B059A5579CB7}"/>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D314A1DE-AB91-40D5-B1B3-198B647593B4}"/>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DCB690DF-6D2E-46C5-A961-355C48C10150}"/>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A4862AD4-8AD6-4C17-8548-B0EEAB1EA13C}"/>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1380DCB-D6F7-4E61-941A-B16727AF76C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6672A9A7-44A7-402D-B6A6-8BC2886A67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5631596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13610BA9-81EF-485E-A40C-60A2FEC68B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32A90773-741C-4154-9E75-F9710C3645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63CBB16A-EBD4-4742-8197-DB5B0AD93F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C25FBD21-6477-4846-820D-3C9B4FB691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C0281AFA-87A0-45BA-847C-E300D130AF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66DA3355-3A5E-4B1E-9310-0F57DAB172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04A32AA-33A8-4986-A688-0CB188C56CE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FBD118D2-B269-4E5B-978E-01A19CDE73B2}"/>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3C076D99-C61E-447E-BC2D-4729545B9F84}"/>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9021064D-E862-4B8C-83EE-E92BFE2301B9}"/>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E126689-9EC9-4832-A622-6148121D1D6B}"/>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473083A-AA34-42BC-9F18-ACB0D773DEA5}"/>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7F1CEDBB-95FC-4862-8633-4AD28307653C}"/>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481BAB0D-6FB6-4EC1-81BC-796B46CFC10E}"/>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2AEB170E-A42A-4A33-AC8F-40E6CDC12664}"/>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A8DB829A-B4F2-45CA-8C5D-04A6AF00E14B}"/>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AECC39D7-A905-4771-8C4D-604D698D5513}"/>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33C0EDC6-97CE-48D0-9443-81E91AE4AF0D}"/>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23C6E7E8-E103-4A82-B241-E4DEB6E92AB0}"/>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0EEF1701-BF26-408C-9578-3EF14D5858DF}"/>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9600028-4D08-437F-BE8A-4AA81D36B733}"/>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D2AFDF-EF8D-460B-928B-DF09B7959D98}"/>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42CB91A4-22C2-4BCC-A0AE-35E35816EC77}"/>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A5A7ED36-6F6A-47C1-82FD-B29CDABE7422}"/>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E7AFA07-85D0-49BA-8BA5-4978BCC59356}"/>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70494F02-CCBD-43A2-B3A3-411E42C6FE52}"/>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712C706B-717E-4E93-B3DF-02087E0179F9}"/>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A708BBC0-9414-4BC9-B48C-CA75AA421A2E}"/>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E6F3BCD7-876C-4DA9-831C-C51AB131B090}"/>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15FA3993-CB0B-4BFA-8A1F-B65EE02253AC}"/>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6335E95-EDD2-453D-9CE9-DFF3DD8F4004}"/>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80E0515-E725-45F3-85FB-FD92C0F820C4}"/>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622EB8A5-6FB7-486F-8302-14408487A2D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1B50299C-C611-4DDB-B715-014B29892228}"/>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5B903744-6DBB-4ED0-9ACA-CA6389E0686B}"/>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8D79749-BDB2-4CC7-8085-A44267C8628F}"/>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41807022-CC00-46AF-8B6C-42A2BE8A1521}"/>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0F8FF2B8-5AF5-4F0E-98EE-233C3DAE3875}"/>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48905795-649F-445A-A5F5-E22AACDD97A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7561EA1-DA4A-49C6-898E-3E1C1ACCC7E4}"/>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CA9BDE0-C534-439D-8BDA-394D0044D8B2}"/>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713AE83F-8597-47E4-8AB8-39534D095DDA}"/>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E1C28A98-2F3C-49AA-BE4A-5B90BBF92A4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A486847-4279-47AF-9BE4-D9E9E863290D}"/>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20BF0552-8096-4414-8F6A-F0C3DD5AAAF4}"/>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33373542-E2F9-49E7-8D9F-2D5C8449D7CC}"/>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33583D6E-4DEC-4F19-8414-52F471FD20F4}"/>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C6A6B1F9-92C7-44B6-A68B-40B26A331B44}"/>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597A6907-E0EB-4474-8FDA-FB95825F5C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803912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38DE74EC-931A-4C60-8948-FC6B387A35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EE7EF0D0-5CF9-4B8F-886A-CF7040CA5B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8C5AC742-C832-4EE0-8AAA-B8A90A9DB7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FBD2DA6-0191-4D98-9122-4A2041BFED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634BE7C6-77B5-4256-89FB-04FFAA7D6D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5F9EE8D2-0A7B-47AF-8AD6-8B5B8C23B5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C5F5F836-7616-4336-A6F8-ACC35726D1B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E7E7A05A-6256-487E-B5EF-4194CD1ADE55}"/>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B9BB85DB-BD2E-42E4-AA1D-678D997FA208}"/>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591F0D61-6883-4E51-B8B9-0ABA542A8B81}"/>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9E542E3B-E262-4692-9114-FE99079ACB77}"/>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0000F99F-EB59-46D8-8722-B0D981F8F014}"/>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6432A76E-97C7-455E-9018-87C8C859ED70}"/>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A8FBBBD0-95EF-481D-A04A-21FB38EFB65B}"/>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E849C078-B056-4FD9-8743-D1763E1B25B9}"/>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053439B7-A620-4C60-BFBF-8DE64EAF5B81}"/>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41811DA1-3BBC-4B18-9334-CD79038911E8}"/>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6CDF258-2BB4-4BA9-B109-1325B49C84A7}"/>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A672618E-D502-4507-A5C3-CDFC157E14FB}"/>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E49200C7-0C53-4704-A1A1-3A70E26E1FFA}"/>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48298CDF-5338-456D-9770-335AECE1069C}"/>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EE32EC80-5EBB-4396-953C-4CC81A84D1A5}"/>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DD5194C1-E55A-434D-88B1-B658EF012E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9983413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5810BEB7-B0BF-4EA2-9806-D0C9FAD275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2AD19842-2561-4A8D-8ABE-121014D687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1398B72E-8E65-4F0E-A6E8-DC157FE9B8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A690B79-4FE9-4AC3-8E6E-2D1B00733A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0DBD0183-851B-4134-9EE2-88E98CCF5D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6505C3E8-E753-4300-BA55-565D505CD3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EFBEFEB-B07F-41BF-BC0F-F29D5F734A58}"/>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032E9D8E-28E9-42B2-86D0-472877AF805E}"/>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03CAC8ED-CD12-4FFE-B7B0-2D48B162D23D}"/>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A704E0C8-5165-48BC-A468-61130BEFF159}"/>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F9185405-4560-4B93-B779-02AE2D3B915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3FBF104E-EC98-45E6-8FE1-203B59C51C2C}"/>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FDF5970-6412-48BA-AD58-51CAEACAA5E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463A315-5ED9-44A7-A9D5-686C4D160801}"/>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72037-FEA0-4DAA-AFD5-A910BCAD8391}"/>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73B09F07-91E5-41E7-A958-95AD45EC4EE8}"/>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4549A091-991B-4735-AF3B-428E7E8AB017}"/>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68DC2A4D-1579-4AF0-A88A-EC375AEB5917}"/>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413AD0A1-7F2D-4787-BD46-981F0C11B149}"/>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7B2E9BAC-0808-443C-946A-C7226C943640}"/>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B0270B4A-BC19-44A7-A243-214CE5C819DD}"/>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E1E98AD2-C384-4F00-B7DA-D49616DCFEA8}"/>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64756070-A96C-4474-ADC4-8827FB4952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48341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704B2415-891E-4802-AFAF-632BE6E9BA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7634E061-A939-4913-8339-7CA2893B7F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85C8D342-1032-43DF-9429-DC961BFB49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E176EE33-2EF7-4984-82E7-3202698FB5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E91B482D-F132-4797-AEE2-71FD4EA4E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319EDF8D-94F9-46D2-A114-0AEEB2A4BC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541EEBF9-63A2-4708-9A57-91040205A403}"/>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7219C5D3-3A71-47A7-982F-668B671A6041}"/>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11E1CEE8-7A11-44C2-BF6B-61977E7E8181}"/>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39234000-7D2D-40BD-B130-40AF1555B4A0}"/>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95BA778B-4702-4D36-900D-CE46AE29EA23}"/>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06AE6C94-D817-48D3-AA94-64312A50807D}"/>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5FBE532A-34CF-4133-B175-396FDD24FC7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E2664A45-6D9E-49BF-BF6A-76059C11A30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975F96DE-DDE4-4F89-8AE5-B12A14AC16F0}"/>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29E55F5-D906-443D-BC08-DF6AE7D2F7A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B1602472-FC41-434B-999E-A3BD5F8DE803}"/>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EA64E570-B317-4DF0-9FC5-610A5C62B135}"/>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D3C9903A-46BD-472B-B615-86977E62A163}"/>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BD0FD860-206D-4D99-895B-B190C56CBA0E}"/>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3D3B8104-2B72-4AB7-BC63-1278FB9F4D2F}"/>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352EEC4B-7C26-49E4-AA4B-9CCD603B35B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096CB48-5517-45E6-BC58-DF3403C41169}"/>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37947EF-AFEF-4AB0-93C9-0F40541A61C7}"/>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B33EE7FA-D9A7-4C29-941C-2C723B6760DC}"/>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EBA75797-17BB-42C7-877F-6AEFCC074810}"/>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7EC26CBE-FFF7-41EE-817D-9809525499E3}"/>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805D03B-34BD-4420-AE31-0E48FC7E205E}"/>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3F777774-CE08-4E8A-8D29-33204890604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9C761C77-F150-4C9B-BC0E-CDAA230D402F}"/>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6698BC7F-BC30-4D76-860A-74B35BA0BDFD}"/>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63BD6A0-146E-4942-935D-03C5CD348FA9}"/>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34DE6D3E-7CA4-4E49-8C03-569FDA4B4C13}"/>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3DCB0F5F-B754-4322-A8A0-FFCC9D3F80DE}"/>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349D437F-8DB4-492A-98DC-F54ABBD840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34595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2A15A4D1-2494-4EA7-88D7-0C5DFC0689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D3235FEA-A66F-4C9E-AB15-717EE97C0A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254BE7B2-C8D7-4D23-93B4-9D686FBD01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A4721778-185F-442C-B42D-51087669BF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E1A53BE2-EA7C-4DD9-8C68-0F2B17EB07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F4C05B85-EA10-4B3F-AFE9-8EA8C84AA0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9AFC0A53-036F-4AAB-9F45-7466FA042AEC}"/>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3D5E8A2-00E4-4E50-AEEC-D2892E4BADCA}"/>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C00D4478-3475-4690-BE35-D38ABFC7D1E2}"/>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46603B67-C48C-41E9-839C-B19C94FAFE4B}"/>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E5F1D460-3F6D-4932-B457-3894DDE0190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6CECAEDA-BCEC-4976-9E4F-1ECC4E39DF08}"/>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35D812F-7D25-4D04-9181-7ACBF4B1249A}"/>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8DF9A95-7A3D-46B7-AD56-E8F278352003}"/>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92B7B6B8-64A5-436E-8D79-CE2140DC4503}"/>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065F9769-56A2-4AE1-B1F0-9C9A185176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694F2C4-63C5-4CB8-8A4B-746ACB00CEA0}"/>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7DC5424-4A9A-478E-88A2-370C0FEF81A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EFBC344D-676A-446C-9DDC-0891F9345D9C}"/>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31DB1D8C-A9BE-4610-996D-78FFB385FD50}"/>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0724397-762E-4216-96D1-979B741FD677}"/>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DFC85BDE-DC7D-4C59-8921-1C04F4871B0C}"/>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FF862C89-3C24-4C82-94CD-3C6795256E30}"/>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4FBFE54D-BE2B-409F-99E9-1A233F4A291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36E440EC-FB99-4C02-A5CD-25033CBFBE4B}"/>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727E0041-F544-4DC1-B55B-3047B557C01F}"/>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1C9F6ECF-126B-477E-AA19-8AA228776EFD}"/>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20BFC24C-0A9E-46D7-82AB-2E8F2C849A7D}"/>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2BA2980-71C8-4F55-B9C6-C829DCAB3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668601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4668E9B8-8043-4DC6-A3BA-133B0F10ED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083EC80B-5F0F-4B50-9EF6-81F3B93898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1839BB74-9B95-4449-BE36-F929F2A199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DD66EC51-4142-4C99-94DD-AAAAF51150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35D6425D-1F2B-45D3-8C13-25D05E4F7D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9F6DA7FD-18FC-4D84-9352-5D86C2C041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F3FA896F-82F8-4180-9A36-E566E243035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AFE1B35-4FB1-4001-9559-35E505088130}"/>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EA18CF14-C906-4668-B74E-50B2B4972C0D}"/>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EDFBBCE5-C07C-4BFC-9C9C-E9084D4A9416}"/>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72BA45BE-6EAB-46C0-A8EC-7655AC8AAE66}"/>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11EC301B-02E1-4E57-8DC0-EE1A7C2FF42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8D55053C-EE92-4399-A933-4B7B2D0AB627}"/>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F761EACD-7A58-43A5-B6CC-F3B4CB6A44B2}"/>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7A38ADD5-1CAA-4477-A519-CECC67B5A916}"/>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1E886559-9593-4815-BF99-501927E23C51}"/>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F1770DDC-1A5B-4DD5-BAFB-05B0A8E3175F}"/>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EFB1ED26-67FA-45BA-A841-6EB10E404257}"/>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50C0A5AE-F8F9-42AC-B807-D90559939735}"/>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6B89F0CC-0FA8-4604-974F-A6F54B58E777}"/>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1D7B469-428A-489A-8656-DF78CC847998}"/>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83CB150B-DBAD-4B11-80B9-1177DD46C5B8}"/>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2A577903-A9F0-443E-A0F3-96AF8EAD21AA}"/>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C673B24C-CE40-43E0-B8E3-05E38BED361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C6B6048-F385-4BAF-AC61-8B02F9FCB133}"/>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DD166351-D24E-49FC-ADE4-A1E513771F80}"/>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683875CD-A270-475F-B716-AC9279A54B01}"/>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7367FCC6-910A-4D79-9081-1D1C9032C669}"/>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E4217B06-E12E-400C-8999-AC6244CFF6E6}"/>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567B5812-76AA-4105-AABF-2C72FFFFE5DC}"/>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9CE454B-E2F7-493B-A327-13D31EB5F174}"/>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B37C64B8-7B80-47B2-9F6A-744DA327A9A2}"/>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1DC4C85B-7FD7-4655-8BF8-824BA98CAEAE}"/>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AA7A9B61-324E-4880-AF9D-2C7267E9B763}"/>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B511A15B-B803-4C9C-9B93-4A141B361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485919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FDACDA85-65A0-432C-B2FD-BD2F9057EC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00FA8E31-8C1F-4FA9-AB44-BE21C6A39A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EE6F05CD-C487-484C-8E2C-5DA4EFC5F5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D772426B-26C8-48FF-8B4F-AC557BC8C1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3358FFA-F201-4EFE-9ADD-1DFE775EFA9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9C326553-E2DF-42BA-A668-ECE192D2B2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56F8E807-BC22-43DE-AB02-A2A7CA90E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7C72038A-D23A-441D-B372-D04C0556BCDC}"/>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060FD9A6-1FA1-4F71-A998-732918228505}"/>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DE8BF092-9A1D-41C2-9A65-B6CF91ECC41D}"/>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B723078A-68F5-4518-A4B8-E466DC956517}"/>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5689D52-84C4-4BF5-B524-6333F2CE194C}"/>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6C1E0925-82A1-4ECD-83DF-E6F0BEFDA1D4}"/>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F3FC09B1-3884-46DF-A730-41C14C8C04A0}"/>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69E63B43-574E-419A-BF21-20EC97C0009D}"/>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E95EC969-E920-4B1E-B568-FBC2C74D6B3F}"/>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A82F5A6E-2A38-4646-9EE3-FD84EEBAB467}"/>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6FF78EEF-C0E9-4EA1-B0C6-10E38BD1E760}"/>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548D3D1A-9942-43E3-BD30-0B003B5E4D4B}"/>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2E653007-AD70-4875-BF5D-B748E02140BB}"/>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5656DCA6-48AE-44A9-8583-8BC528994A96}"/>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21DC6DF6-34F3-4F01-A2B7-EB4E0EC43E5A}"/>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FE369603-6310-4DC3-A053-7B203E8D48D5}"/>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3377B786-CEDC-42A7-9EC0-5A0B6FB783DC}"/>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CB243D13-0B9D-4F64-B041-9BCCEA419B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5132549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30A6F685-28F0-4CE1-9BAA-CCFE4CC6CD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7EFEE310-CCC6-40BC-85BF-43D74AD619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873706B8-C98C-4C07-895D-8BACAD0E2D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5D9F884A-9571-4BCB-AEFB-F755AE202D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F4F4AE18-68CA-46AA-B830-D5255D37D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5B0099C2-4359-47A8-BDDF-FF12DEEDD2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5C7F2982-FC90-48C8-9433-8D57AFB9BC33}"/>
              </a:ext>
            </a:extLst>
          </p:cNvPr>
          <p:cNvPicPr>
            <a:picLocks xmlns:a="http://schemas.openxmlformats.org/drawingml/2006/main" noChangeAspect="1"/>
          </p:cNvPicPr>
          <p:nvPr/>
        </p:nvPicPr>
        <p:blipFill>
          <a:blip xmlns:r="http://schemas.openxmlformats.org/officeDocument/2006/relationships" xmlns:a="http://schemas.openxmlformats.org/drawingml/2006/main" r:embed="Rc002ed21312046a5"/>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1AEC37A3-4FA9-4B88-B36E-F6E62877C1E2}"/>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13E6C0AF-65B8-43C1-9483-63024B8FB67C}"/>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C28F3F21-9C3B-4BC8-BE06-DC2977A680E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A1829803-D9FC-4066-8974-A12BB859F351}"/>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D659AFBB-75B6-4D64-A617-87798615BE20}"/>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B879EA0C-4F18-4A07-A8F9-55CBCD948A1F}"/>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FD0CA73C-BCE4-45C6-99EE-6240943B9CF2}"/>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92B372F5-80A6-48C3-853E-BD3AFFB395F2}"/>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312F8669-9ECC-4EF5-80F0-5A86B90243B0}"/>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D3CA927A-2A60-499D-A8B4-8786E54C746A}"/>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3049D6AC-F245-4994-A41D-232B3C1EDCB3}"/>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E765CC2A-F1FD-408C-8626-0E507271888C}"/>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14B240D4-A547-4A4E-8516-F4E3295D41FE}"/>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CC8E5AF4-CD1E-4D09-9998-824E0AE772E6}"/>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CCB5290C-4B2E-4EC5-BD70-A561E243557A}"/>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B76977B8-EC42-46CF-AF48-41D7A4A9DF7B}"/>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02C3500B-5358-4C1E-A7CD-030DFF11BF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930599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F21E5D3E-773A-41ED-87C4-D517149D30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EA5C453A-F131-4D58-8F25-078D56F04A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8F91CFE5-B03B-45E0-8698-78C59F765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E51D0BC2-5404-49E0-95C2-F077D01B5D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1AB5CA55-3199-467A-8031-BE12803785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70F9999C-539B-49BB-A3FB-20C118BA37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79D0ADCC-C661-41A3-B6A9-D21DC7D324D2}"/>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B3562405-E5D1-4141-9454-7C1ADC1C2C1E}"/>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7EFC573B-1188-4913-AB19-7A726CE3FE5E}"/>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5E4F820D-6B5C-4EDB-91D6-7062C60D1C7D}"/>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9D867C76-BD93-405A-A3A1-31E70FD5EE75}"/>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1E883F4E-E7B2-4773-B3A5-631294C80773}"/>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18F37D00-C997-4C14-BB10-77D8AD4DA6C7}"/>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C8417917-986F-4276-BBA8-D29229E52DBB}"/>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D9B0B998-97F3-4812-A521-D98CC7A7F384}"/>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79F75706-AF4A-48FC-9693-43F01B0DA71D}"/>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7EFB1BB0-25D3-4102-9551-83488232B814}"/>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EBE7473B-F9CF-4475-A2E7-A7D321B7A23E}"/>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C7457ED0-8F92-4DE8-9CCD-FB9B531275F1}"/>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D8D2C1A9-4E9F-43E0-91BE-863E3BCDE809}"/>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93A6FE5D-6366-4863-A30B-A7147A38E06E}"/>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664ED1D8-2BFD-4FD3-97FA-92D1004CEA25}"/>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6932B354-D30E-43AC-91A9-6910CECBD108}"/>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FCF3D4AA-DC8E-4603-8F1E-17AB465294D0}"/>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EC84A13A-2A6A-45B1-BE48-30551765FEBF}"/>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8E4D3A4D-3F30-4826-9334-F6A1441A8D3C}"/>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367698B3-B0EF-479C-93A9-847A50895315}"/>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E0DE3DBB-F906-4C74-9E44-AD409840F90A}"/>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7EBBA988-5B85-41C2-B923-9904224DC4E1}"/>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75CA7554-8546-4EBA-9477-A5E7EA2FACBC}"/>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다음: 프로젝트가 바뀌면 어떻게 점검할까?">
            <a:extLst xmlns:a="http://schemas.openxmlformats.org/drawingml/2006/main">
              <a:ext uri="{FF2B5EF4-FFF2-40B4-BE49-F238E27FC236}">
                <a16:creationId xmlns:a16="http://schemas.microsoft.com/office/drawing/2014/main" id="{93469CE2-9092-4B43-8D04-E85588561A06}"/>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프로젝트가 바뀌면 어떻게 점검할까?</a:t>
            </a:r>
          </a:p>
        </p:txBody>
      </p:sp>
      <p:sp>
        <p:nvSpPr>
          <p:cNvPr id="32" name="Legacy module connection">
            <a:extLst xmlns:a="http://schemas.openxmlformats.org/drawingml/2006/main">
              <a:ext uri="{FF2B5EF4-FFF2-40B4-BE49-F238E27FC236}">
                <a16:creationId xmlns:a16="http://schemas.microsoft.com/office/drawing/2014/main" id="{4867C16A-BFCE-49AC-9C2E-DCEBAFD448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731966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2026-10-24T04:56:44.9420000Z</dcterms:created>
  <dcterms:modified xsi:type="dcterms:W3CDTF">2026-10-24T04:56:44.9420000Z</dcterms:modified>
</coreProperties>
</file>