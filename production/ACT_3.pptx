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992e93a0293424a" /><Relationship Type="http://schemas.openxmlformats.org/officeDocument/2006/relationships/extended-properties" Target="/docProps/app.xml" Id="R4341cef962544ff0" /><Relationship Type="http://schemas.openxmlformats.org/officeDocument/2006/relationships/officeDocument" Target="/ppt/presentation.xml" Id="Rda55118b225a4cf5" /></Relationships>
</file>

<file path=ppt/presentation.xml><?xml version="1.0" encoding="utf-8"?>
<p:presentation xmlns:p="http://schemas.openxmlformats.org/presentationml/2006/main">
  <p:sldMasterIdLst>
    <p:sldMasterId xmlns:r="http://schemas.openxmlformats.org/officeDocument/2006/relationships" id="2147483648" r:id="Ra142cf0dd2194fb4"/>
  </p:sldMasterIdLst>
  <p:notesMasterIdLst>
    <p:notesMasterId xmlns:r="http://schemas.openxmlformats.org/officeDocument/2006/relationships" r:id="R8023217ba8fb42c6"/>
  </p:notesMasterIdLst>
  <p:sldIdLst>
    <p:sldId xmlns:r="http://schemas.openxmlformats.org/officeDocument/2006/relationships" id="256" r:id="R13456a82df1344da"/>
    <p:sldId xmlns:r="http://schemas.openxmlformats.org/officeDocument/2006/relationships" id="257" r:id="Rec333702cf444b9b"/>
    <p:sldId xmlns:r="http://schemas.openxmlformats.org/officeDocument/2006/relationships" id="258" r:id="Rcf5f7d42246b4eb5"/>
    <p:sldId xmlns:r="http://schemas.openxmlformats.org/officeDocument/2006/relationships" id="259" r:id="R83eefc093931462e"/>
    <p:sldId xmlns:r="http://schemas.openxmlformats.org/officeDocument/2006/relationships" id="260" r:id="R642e71be4eeb4e47"/>
    <p:sldId xmlns:r="http://schemas.openxmlformats.org/officeDocument/2006/relationships" id="261" r:id="R4a68f714aabf4ed9"/>
    <p:sldId xmlns:r="http://schemas.openxmlformats.org/officeDocument/2006/relationships" id="262" r:id="Rfe0b1a3711f142c1"/>
    <p:sldId xmlns:r="http://schemas.openxmlformats.org/officeDocument/2006/relationships" id="263" r:id="R2a778704c43d4507"/>
    <p:sldId xmlns:r="http://schemas.openxmlformats.org/officeDocument/2006/relationships" id="264" r:id="R4989e1c9fd164420"/>
    <p:sldId xmlns:r="http://schemas.openxmlformats.org/officeDocument/2006/relationships" id="265" r:id="Re2eb23cd691d43af"/>
    <p:sldId xmlns:r="http://schemas.openxmlformats.org/officeDocument/2006/relationships" id="266" r:id="R9adb010f83d94570"/>
    <p:sldId xmlns:r="http://schemas.openxmlformats.org/officeDocument/2006/relationships" id="267" r:id="R775e12d2103947d0"/>
    <p:sldId xmlns:r="http://schemas.openxmlformats.org/officeDocument/2006/relationships" id="268" r:id="R9b75e02c50244a62"/>
    <p:sldId xmlns:r="http://schemas.openxmlformats.org/officeDocument/2006/relationships" id="269" r:id="R1f8bf1779d3f42d0"/>
    <p:sldId xmlns:r="http://schemas.openxmlformats.org/officeDocument/2006/relationships" id="270" r:id="Rb4edc80b33d74495"/>
    <p:sldId xmlns:r="http://schemas.openxmlformats.org/officeDocument/2006/relationships" id="271" r:id="Ra68cca22b44c4ded"/>
    <p:sldId xmlns:r="http://schemas.openxmlformats.org/officeDocument/2006/relationships" id="272" r:id="R1e52391fd1cb41d8"/>
    <p:sldId xmlns:r="http://schemas.openxmlformats.org/officeDocument/2006/relationships" id="273" r:id="R78f1688ad788432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8b01e683e4c44a6" /><Relationship Type="http://schemas.openxmlformats.org/officeDocument/2006/relationships/slideMaster" Target="/ppt/slideMasters/slideMaster1.xml" Id="Ra142cf0dd2194fb4" /><Relationship Type="http://schemas.openxmlformats.org/officeDocument/2006/relationships/notesMaster" Target="/ppt/notesMasters/notesMaster1.xml" Id="R8023217ba8fb42c6" /><Relationship Type="http://schemas.openxmlformats.org/officeDocument/2006/relationships/presProps" Target="/ppt/presProps.xml" Id="R1c040189d51d4be9" /><Relationship Type="http://schemas.openxmlformats.org/officeDocument/2006/relationships/tableStyles" Target="/ppt/tableStyles.xml" Id="R0c07d2e40fb54afa" /><Relationship Type="http://schemas.openxmlformats.org/officeDocument/2006/relationships/slide" Target="/ppt/slides/slide1.xml" Id="R13456a82df1344da" /><Relationship Type="http://schemas.openxmlformats.org/officeDocument/2006/relationships/slide" Target="/ppt/slides/slide2.xml" Id="Rec333702cf444b9b" /><Relationship Type="http://schemas.openxmlformats.org/officeDocument/2006/relationships/slide" Target="/ppt/slides/slide3.xml" Id="Rcf5f7d42246b4eb5" /><Relationship Type="http://schemas.openxmlformats.org/officeDocument/2006/relationships/slide" Target="/ppt/slides/slide4.xml" Id="R83eefc093931462e" /><Relationship Type="http://schemas.openxmlformats.org/officeDocument/2006/relationships/slide" Target="/ppt/slides/slide5.xml" Id="R642e71be4eeb4e47" /><Relationship Type="http://schemas.openxmlformats.org/officeDocument/2006/relationships/slide" Target="/ppt/slides/slide6.xml" Id="R4a68f714aabf4ed9" /><Relationship Type="http://schemas.openxmlformats.org/officeDocument/2006/relationships/slide" Target="/ppt/slides/slide7.xml" Id="Rfe0b1a3711f142c1" /><Relationship Type="http://schemas.openxmlformats.org/officeDocument/2006/relationships/slide" Target="/ppt/slides/slide8.xml" Id="R2a778704c43d4507" /><Relationship Type="http://schemas.openxmlformats.org/officeDocument/2006/relationships/slide" Target="/ppt/slides/slide9.xml" Id="R4989e1c9fd164420" /><Relationship Type="http://schemas.openxmlformats.org/officeDocument/2006/relationships/slide" Target="/ppt/slides/slide10.xml" Id="Re2eb23cd691d43af" /><Relationship Type="http://schemas.openxmlformats.org/officeDocument/2006/relationships/slide" Target="/ppt/slides/slide11.xml" Id="R9adb010f83d94570" /><Relationship Type="http://schemas.openxmlformats.org/officeDocument/2006/relationships/slide" Target="/ppt/slides/slide12.xml" Id="R775e12d2103947d0" /><Relationship Type="http://schemas.openxmlformats.org/officeDocument/2006/relationships/slide" Target="/ppt/slides/slide13.xml" Id="R9b75e02c50244a62" /><Relationship Type="http://schemas.openxmlformats.org/officeDocument/2006/relationships/slide" Target="/ppt/slides/slide14.xml" Id="R1f8bf1779d3f42d0" /><Relationship Type="http://schemas.openxmlformats.org/officeDocument/2006/relationships/slide" Target="/ppt/slides/slide15.xml" Id="Rb4edc80b33d74495" /><Relationship Type="http://schemas.openxmlformats.org/officeDocument/2006/relationships/slide" Target="/ppt/slides/slide16.xml" Id="Ra68cca22b44c4ded" /><Relationship Type="http://schemas.openxmlformats.org/officeDocument/2006/relationships/slide" Target="/ppt/slides/slide17.xml" Id="R1e52391fd1cb41d8" /><Relationship Type="http://schemas.openxmlformats.org/officeDocument/2006/relationships/slide" Target="/ppt/slides/slide18.xml" Id="R78f1688ad788432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b238a9c0f548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946c7c64c3497b" /><Relationship Type="http://schemas.openxmlformats.org/officeDocument/2006/relationships/notesMaster" Target="/ppt/notesMasters/notesMaster1.xml" Id="R6bb5e18d0e5d4f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119cbe0c8bc4736" /><Relationship Type="http://schemas.openxmlformats.org/officeDocument/2006/relationships/notesMaster" Target="/ppt/notesMasters/notesMaster1.xml" Id="R2e564e55bda9405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12c86893ca54814" /><Relationship Type="http://schemas.openxmlformats.org/officeDocument/2006/relationships/notesMaster" Target="/ppt/notesMasters/notesMaster1.xml" Id="R0ab585bb1d4f49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bb7c3927dc4663" /><Relationship Type="http://schemas.openxmlformats.org/officeDocument/2006/relationships/notesMaster" Target="/ppt/notesMasters/notesMaster1.xml" Id="R717925718c2445f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baa310e01294f9d" /><Relationship Type="http://schemas.openxmlformats.org/officeDocument/2006/relationships/notesMaster" Target="/ppt/notesMasters/notesMaster1.xml" Id="Re5f3c31002c44424"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2d598e7329476f" /><Relationship Type="http://schemas.openxmlformats.org/officeDocument/2006/relationships/notesMaster" Target="/ppt/notesMasters/notesMaster1.xml" Id="R11279da3254e470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f70597dd4fe4962" /><Relationship Type="http://schemas.openxmlformats.org/officeDocument/2006/relationships/notesMaster" Target="/ppt/notesMasters/notesMaster1.xml" Id="R3112243f069544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128660042d4bd5" /><Relationship Type="http://schemas.openxmlformats.org/officeDocument/2006/relationships/notesMaster" Target="/ppt/notesMasters/notesMaster1.xml" Id="R4e40e36b020742a1" /></Relationships>
</file>

<file path=ppt/notesSlides/_rels/notesSlide9.xml.rels>&#65279;<?xml version="1.0" encoding="utf-8"?><Relationships xmlns="http://schemas.openxmlformats.org/package/2006/relationships"><Relationship Type="http://schemas.openxmlformats.org/officeDocument/2006/relationships/slide" Target="/ppt/slides/slide9.xml" Id="R114a7ac7d0784225" /><Relationship Type="http://schemas.openxmlformats.org/officeDocument/2006/relationships/notesMaster" Target="/ppt/notesMasters/notesMaster1.xml" Id="R39e556eddf6f4d8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bf349fea524f89" /><Relationship Type="http://schemas.openxmlformats.org/officeDocument/2006/relationships/notesMaster" Target="/ppt/notesMasters/notesMaster1.xml" Id="Re65fcbe27061459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c69cbefc3964828" /><Relationship Type="http://schemas.openxmlformats.org/officeDocument/2006/relationships/notesMaster" Target="/ppt/notesMasters/notesMaster1.xml" Id="R215bd6bf13424bc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ed3894b83c4e3f" /><Relationship Type="http://schemas.openxmlformats.org/officeDocument/2006/relationships/notesMaster" Target="/ppt/notesMasters/notesMaster1.xml" Id="R62e62acc0604413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67566b180c94eca" /><Relationship Type="http://schemas.openxmlformats.org/officeDocument/2006/relationships/notesMaster" Target="/ppt/notesMasters/notesMaster1.xml" Id="R1dda5dbfaa7e405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2ddf10dafb347ae" /><Relationship Type="http://schemas.openxmlformats.org/officeDocument/2006/relationships/notesMaster" Target="/ppt/notesMasters/notesMaster1.xml" Id="R7d29ece2704c403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c59e7011e644faa" /><Relationship Type="http://schemas.openxmlformats.org/officeDocument/2006/relationships/notesMaster" Target="/ppt/notesMasters/notesMaster1.xml" Id="Rd23c8f88727743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d8b08d673854b22" /><Relationship Type="http://schemas.openxmlformats.org/officeDocument/2006/relationships/notesMaster" Target="/ppt/notesMasters/notesMaster1.xml" Id="R09961bcac162469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a7265cab41a4b01" /><Relationship Type="http://schemas.openxmlformats.org/officeDocument/2006/relationships/notesMaster" Target="/ppt/notesMasters/notesMaster1.xml" Id="Rbea9d9d95eaa450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0d6ba95e560480f" /><Relationship Type="http://schemas.openxmlformats.org/officeDocument/2006/relationships/notesMaster" Target="/ppt/notesMasters/notesMaster1.xml" Id="Rdff1fd9b84fd4a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production/preview/act3/S37.png와 production/preview/full/S37.png다.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production/preview/act3/S53.png와 production/preview/full/S53.png다.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a6228ba70b8440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0675617c26c4b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0d5c8b7278b4cf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ac6d9a0184946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e68e363139446b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74b6f069d9646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18E4E20-4A2F-4EA4-86AB-D84FDD94C5D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43D4E0A-045C-4CAC-88D5-01A0F05FFDA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FFB1EDC-86C0-40E5-BEFB-D1EF72ACE77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B6B294-D28E-4153-BDA2-DEC9A009A40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7EDF84F-CC67-4612-8E1F-5C52B7DF585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DF3C99E-76EB-43D3-B50C-58D0BDB4690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FEE186-0951-4B63-A64E-CAE6C70794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EE4E61E-5BF2-4EC8-9152-095C0B95979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B33B4D-008F-4391-9C38-52953BCE8A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5E8627-861A-4A12-9EDD-5A5ECBBA826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0632bae2db449b" /><Relationship Type="http://schemas.openxmlformats.org/officeDocument/2006/relationships/slideLayout" Target="/ppt/slideLayouts/slideLayout1.xml" Id="R446524a244124f03" /><Relationship Type="http://schemas.openxmlformats.org/officeDocument/2006/relationships/slideLayout" Target="/ppt/slideLayouts/slideLayout2.xml" Id="R9347de19f7a24705" /><Relationship Type="http://schemas.openxmlformats.org/officeDocument/2006/relationships/slideLayout" Target="/ppt/slideLayouts/slideLayout3.xml" Id="R59cbb049c5714452" /><Relationship Type="http://schemas.openxmlformats.org/officeDocument/2006/relationships/slideLayout" Target="/ppt/slideLayouts/slideLayout4.xml" Id="R02a5f3525b9843e0" /><Relationship Type="http://schemas.openxmlformats.org/officeDocument/2006/relationships/slideLayout" Target="/ppt/slideLayouts/slideLayout5.xml" Id="R59092bea74db41b0" /><Relationship Type="http://schemas.openxmlformats.org/officeDocument/2006/relationships/slideLayout" Target="/ppt/slideLayouts/slideLayout6.xml" Id="R53c0dff4632b4c2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6524a244124f03"/>
    <p:sldLayoutId xmlns:r="http://schemas.openxmlformats.org/officeDocument/2006/relationships" id="2147483650" r:id="R9347de19f7a24705"/>
    <p:sldLayoutId xmlns:r="http://schemas.openxmlformats.org/officeDocument/2006/relationships" id="2147483651" r:id="R59cbb049c5714452"/>
    <p:sldLayoutId xmlns:r="http://schemas.openxmlformats.org/officeDocument/2006/relationships" id="2147483652" r:id="R02a5f3525b9843e0"/>
    <p:sldLayoutId xmlns:r="http://schemas.openxmlformats.org/officeDocument/2006/relationships" id="2147483653" r:id="R59092bea74db41b0"/>
    <p:sldLayoutId xmlns:r="http://schemas.openxmlformats.org/officeDocument/2006/relationships" id="2147483654" r:id="R53c0dff4632b4c2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4e266ad550f465e" /><Relationship Type="http://schemas.openxmlformats.org/officeDocument/2006/relationships/image" Target="/ppt/media/image.png" Id="R43caf311476f48ad" /><Relationship Type="http://schemas.openxmlformats.org/officeDocument/2006/relationships/image" Target="/ppt/media/image2.png" Id="Rd328fd7000384ad9" /><Relationship Type="http://schemas.openxmlformats.org/officeDocument/2006/relationships/image" Target="/ppt/media/image3.png" Id="R512b491466b94ed4" /><Relationship Type="http://schemas.openxmlformats.org/officeDocument/2006/relationships/image" Target="/ppt/media/image4.png" Id="Ra03a961b1bcb4516" /><Relationship Type="http://schemas.openxmlformats.org/officeDocument/2006/relationships/notesSlide" Target="/ppt/notesSlides/notesSlide1.xml" Id="Red64ff80bd85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700fdaf55fe405d" /><Relationship Type="http://schemas.openxmlformats.org/officeDocument/2006/relationships/notesSlide" Target="/ppt/notesSlides/notesSlide2.xml" Id="R0b126557116f424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a52d4de8ed94359" /><Relationship Type="http://schemas.openxmlformats.org/officeDocument/2006/relationships/notesSlide" Target="/ppt/notesSlides/notesSlide3.xml" Id="Rfba64a558d31459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4365d7d9dcc4896" /><Relationship Type="http://schemas.openxmlformats.org/officeDocument/2006/relationships/notesSlide" Target="/ppt/notesSlides/notesSlide4.xml" Id="Rc809b385c03747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c3a9550fa90424e" /><Relationship Type="http://schemas.openxmlformats.org/officeDocument/2006/relationships/notesSlide" Target="/ppt/notesSlides/notesSlide5.xml" Id="Ra7090b0ce99e4ee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3e42ba544b04e95" /><Relationship Type="http://schemas.openxmlformats.org/officeDocument/2006/relationships/notesSlide" Target="/ppt/notesSlides/notesSlide6.xml" Id="R2d431e46f20648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5042ee35f6b4785" /><Relationship Type="http://schemas.openxmlformats.org/officeDocument/2006/relationships/notesSlide" Target="/ppt/notesSlides/notesSlide7.xml" Id="Rf87a08311d8a4a0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edfe748d0fc43cd" /><Relationship Type="http://schemas.openxmlformats.org/officeDocument/2006/relationships/notesSlide" Target="/ppt/notesSlides/notesSlide8.xml" Id="R86720713a3f94b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9f737f78e304c07" /><Relationship Type="http://schemas.openxmlformats.org/officeDocument/2006/relationships/chart" Target="/ppt/slides/charts/chart1.xml" Id="R278bad3b41834000" /><Relationship Type="http://schemas.openxmlformats.org/officeDocument/2006/relationships/notesSlide" Target="/ppt/notesSlides/notesSlide9.xml" Id="R5bc42cca6c21475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9a7de4ad3bc4b0c" /><Relationship Type="http://schemas.openxmlformats.org/officeDocument/2006/relationships/notesSlide" Target="/ppt/notesSlides/notesSlide10.xml" Id="Rff77f4804b604c2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4bab82ce67547f8" /><Relationship Type="http://schemas.openxmlformats.org/officeDocument/2006/relationships/notesSlide" Target="/ppt/notesSlides/notesSlide11.xml" Id="R224ad3f43ce74f5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dafd88b58724d35" /><Relationship Type="http://schemas.openxmlformats.org/officeDocument/2006/relationships/notesSlide" Target="/ppt/notesSlides/notesSlide12.xml" Id="R68795a2086f94d8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4c40f2333b44bda" /><Relationship Type="http://schemas.openxmlformats.org/officeDocument/2006/relationships/notesSlide" Target="/ppt/notesSlides/notesSlide13.xml" Id="R4ed896fcc1db4b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b7d2d7507c542e7" /><Relationship Type="http://schemas.openxmlformats.org/officeDocument/2006/relationships/notesSlide" Target="/ppt/notesSlides/notesSlide14.xml" Id="R0815e6cedee1437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12006c6f61343f2" /><Relationship Type="http://schemas.openxmlformats.org/officeDocument/2006/relationships/notesSlide" Target="/ppt/notesSlides/notesSlide15.xml" Id="R0617e6cba8fe4b2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ce2e22766f94a9e" /><Relationship Type="http://schemas.openxmlformats.org/officeDocument/2006/relationships/notesSlide" Target="/ppt/notesSlides/notesSlide16.xml" Id="R81fddc49e3d04f4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ca108a2a62142b2" /><Relationship Type="http://schemas.openxmlformats.org/officeDocument/2006/relationships/image" Target="/ppt/media/image5.png" Id="R70c46b34331b43ba" /><Relationship Type="http://schemas.openxmlformats.org/officeDocument/2006/relationships/notesSlide" Target="/ppt/notesSlides/notesSlide17.xml" Id="Rd0230bfcca354b4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91b11e46598430e" /><Relationship Type="http://schemas.openxmlformats.org/officeDocument/2006/relationships/notesSlide" Target="/ppt/notesSlides/notesSlide18.xml" Id="Rfd31800abd1b49a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도 반복된다">
            <a:extLst xmlns:a="http://schemas.openxmlformats.org/drawingml/2006/main">
              <a:ext uri="{FF2B5EF4-FFF2-40B4-BE49-F238E27FC236}">
                <a16:creationId xmlns:a16="http://schemas.microsoft.com/office/drawing/2014/main" id="{3B833703-2CFE-4895-B9AE-FD41C16A52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7DE50840-8DA8-4B34-ACC8-97F88D09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988CFC1C-2C26-454A-A635-63261BC917D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8C4612B2-6AE8-4AF0-B7C9-4C986F08552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71047ED5-5AC0-49AE-844E-504E1B08026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082503E7-7F81-47CB-9894-B12FC7B92DEF}"/>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D3A8ABAD-3D6F-4DAF-8707-21899AFCDD29}"/>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DC556E4A-19FE-497F-AB23-793029487C69}"/>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158849F5-0562-4FDB-A7F8-FFC09D5E76E8}"/>
              </a:ext>
            </a:extLst>
          </p:cNvPr>
          <p:cNvPicPr>
            <a:picLocks xmlns:a="http://schemas.openxmlformats.org/drawingml/2006/main" noChangeAspect="1"/>
          </p:cNvPicPr>
          <p:nvPr/>
        </p:nvPicPr>
        <p:blipFill>
          <a:blip xmlns:r="http://schemas.openxmlformats.org/officeDocument/2006/relationships" xmlns:a="http://schemas.openxmlformats.org/drawingml/2006/main" r:embed="R43caf311476f48ad"/>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A1C4D30F-5485-43B2-85A3-D8D0060A5EF5}"/>
              </a:ext>
            </a:extLst>
          </p:cNvPr>
          <p:cNvPicPr>
            <a:picLocks xmlns:a="http://schemas.openxmlformats.org/drawingml/2006/main" noChangeAspect="1"/>
          </p:cNvPicPr>
          <p:nvPr/>
        </p:nvPicPr>
        <p:blipFill>
          <a:blip xmlns:r="http://schemas.openxmlformats.org/officeDocument/2006/relationships" xmlns:a="http://schemas.openxmlformats.org/drawingml/2006/main" r:embed="Rd328fd7000384ad9"/>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D39027E-2437-4F8D-8C2B-4A415EBB427D}"/>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C50A6ED2-239A-44F9-91D0-8F1B1C9A2015}"/>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60CB1BD1-BD52-429C-976E-6BAAA36CF46E}"/>
              </a:ext>
            </a:extLst>
          </p:cNvPr>
          <p:cNvPicPr>
            <a:picLocks xmlns:a="http://schemas.openxmlformats.org/drawingml/2006/main" noChangeAspect="1"/>
          </p:cNvPicPr>
          <p:nvPr/>
        </p:nvPicPr>
        <p:blipFill>
          <a:blip xmlns:r="http://schemas.openxmlformats.org/officeDocument/2006/relationships" xmlns:a="http://schemas.openxmlformats.org/drawingml/2006/main" r:embed="R512b491466b94ed4"/>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C73334C3-CA36-44C9-94A9-787A006D9DFF}"/>
              </a:ext>
            </a:extLst>
          </p:cNvPr>
          <p:cNvPicPr>
            <a:picLocks xmlns:a="http://schemas.openxmlformats.org/drawingml/2006/main" noChangeAspect="1"/>
          </p:cNvPicPr>
          <p:nvPr/>
        </p:nvPicPr>
        <p:blipFill>
          <a:blip xmlns:r="http://schemas.openxmlformats.org/officeDocument/2006/relationships" xmlns:a="http://schemas.openxmlformats.org/drawingml/2006/main" r:embed="Ra03a961b1bcb4516"/>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56CAB5CA-F43F-4279-B15A-4EE2DC698951}"/>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1439A42F-3808-4D3E-998D-1AD3617F7868}"/>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8594F6A5-E426-40AC-A1F4-91BDFC076040}"/>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E770D506-756B-44E1-A861-215540267734}"/>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5C2867B4-82B1-4B99-8B2B-C9E86F5935FB}"/>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48322C3C-ECB6-4369-9606-759AE763C3D8}"/>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C6A55329-4923-49B9-81AE-7EC18E5A09E6}"/>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663D98AF-094C-4E9E-8A91-44997E7810C6}"/>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Tree>
    <p:extLst>
      <p:ext uri="{BB962C8B-B14F-4D97-AF65-F5344CB8AC3E}">
        <p14:creationId xmlns:p14="http://schemas.microsoft.com/office/powerpoint/2010/main" val="117414513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알아야 할 것과 따라야 할 방법">
            <a:extLst xmlns:a="http://schemas.openxmlformats.org/drawingml/2006/main">
              <a:ext uri="{FF2B5EF4-FFF2-40B4-BE49-F238E27FC236}">
                <a16:creationId xmlns:a16="http://schemas.microsoft.com/office/drawing/2014/main" id="{74B60551-3053-4AD7-9A49-D88DE13AAA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98FE8BE0-0411-425D-A060-A6F889C3E7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3370ACF6-05AF-4391-9E60-A62BA2FB58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4067CA7D-97E9-4BDF-9431-ED9465825D3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36596988-2839-4A19-BCCA-572121AFD6F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547831AC-A92D-4627-9CBD-1AFB976361B0}"/>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31DA2511-BD4B-41E3-8585-84AF2F8645DA}"/>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7E68C015-196C-4E06-9E73-0D95EBEC1643}"/>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A12E4D4E-9AF0-4451-B71D-839494F24AC9}"/>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450CDBF-B231-447C-8C2B-72AF27AF3A25}"/>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F3A9E2CA-37B9-48D5-81AE-72020749E901}"/>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914398B2-CBC4-446F-A507-E9C6B5276A96}"/>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568A6ABB-770B-4EE6-9F86-D8C1EEF64774}"/>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F91EAB42-F5AB-477B-A266-C4E91E3B9355}"/>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097DE371-44D7-4CE3-B782-76479BA972F2}"/>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C9CCB790-12FF-4595-9FEE-AEDB08397841}"/>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B958D486-8785-40F8-9E63-06D1DA92DBD3}"/>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5735F002-E482-4EFC-BD16-C3436A36B891}"/>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Tree>
    <p:extLst>
      <p:ext uri="{BB962C8B-B14F-4D97-AF65-F5344CB8AC3E}">
        <p14:creationId xmlns:p14="http://schemas.microsoft.com/office/powerpoint/2010/main" val="75104029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세 가지 책임을 나누기">
            <a:extLst xmlns:a="http://schemas.openxmlformats.org/drawingml/2006/main">
              <a:ext uri="{FF2B5EF4-FFF2-40B4-BE49-F238E27FC236}">
                <a16:creationId xmlns:a16="http://schemas.microsoft.com/office/drawing/2014/main" id="{1729F2FF-2BFC-4DA6-B6A0-362BF8CEAF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00BD1762-4ADE-4889-98E6-A2D3A6FC6A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23D6D9CB-3A98-4C07-A1AA-8715909515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CB99BCBB-438C-4CF5-AAC3-314BD4EB6EA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BEC037A3-D124-46DD-A8C5-9502A82B1A4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507E3627-43AA-4E87-9041-09138E5A07DC}"/>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CD03134C-4646-4287-BCBF-02559CEF7FEF}"/>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CCD4944A-2174-48CC-B830-DECB6513F7B0}"/>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B6A6B276-1248-45D8-8FC3-47F2AECD7457}"/>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E894892F-F403-4E55-93DE-BD0A2EEDB6E0}"/>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C401B73B-A1F2-46CA-9F35-157EC3D51175}"/>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2379FACD-6644-4F5D-BB5F-E15E7F52BEAB}"/>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00FF4639-CAEE-4BFB-9391-12422A7DCFD8}"/>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A1F6536A-0984-4259-B684-D44C717E2232}"/>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7B90E387-7780-431E-A356-F04CD0030D1F}"/>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D48762CC-3EE5-4FEC-9250-E4EBFB70B08D}"/>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4467A5FC-0EFA-47CC-A73A-4E55BF213C11}"/>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5DA86483-8BF6-4F37-92B9-442316109B36}"/>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Tree>
    <p:extLst>
      <p:ext uri="{BB962C8B-B14F-4D97-AF65-F5344CB8AC3E}">
        <p14:creationId xmlns:p14="http://schemas.microsoft.com/office/powerpoint/2010/main" val="60683381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재사용할 구조를 선택하기">
            <a:extLst xmlns:a="http://schemas.openxmlformats.org/drawingml/2006/main">
              <a:ext uri="{FF2B5EF4-FFF2-40B4-BE49-F238E27FC236}">
                <a16:creationId xmlns:a16="http://schemas.microsoft.com/office/drawing/2014/main" id="{B1050C11-D34E-483D-8FEF-BF2A553A4B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84093BCB-1867-4F7E-ACD4-E3372E9A99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0A1010DA-09C0-48F4-85DD-7E01BB41D9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0CB1DF48-A59B-4163-895C-A4686C4EBB2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D5D060D3-36E4-4F21-B7D8-A8C3A6CE5E9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3D1C3608-9EEF-44B0-AC41-0F219A93BA8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CC539DD1-65B0-4C34-9639-63308CBC3176}"/>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A5CA2000-5D44-41A2-A011-A2409778A83C}"/>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07DE3861-3618-4F77-BD33-3458481FDCE4}"/>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3CF7039-1C36-4672-B8CB-6021E06DD11A}"/>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C4200A6C-CA51-447D-8F18-2D1871F7D906}"/>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D98AD35B-190E-46DB-BF69-1E8227A95205}"/>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F6569127-427B-4A0B-BD96-75CADDB30F85}"/>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2A0D640B-6219-4D6F-AAEE-0DCABBEF03B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97C34714-AC78-41A3-948E-AAAA073E808B}"/>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F0FA0E8E-285A-445D-AFFC-71545A899CDA}"/>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0995900E-02C0-42BA-89D5-616B12AF19C4}"/>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Tree>
    <p:extLst>
      <p:ext uri="{BB962C8B-B14F-4D97-AF65-F5344CB8AC3E}">
        <p14:creationId xmlns:p14="http://schemas.microsoft.com/office/powerpoint/2010/main" val="23258292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TRIAL-008에서 확인한 경로">
            <a:extLst xmlns:a="http://schemas.openxmlformats.org/drawingml/2006/main">
              <a:ext uri="{FF2B5EF4-FFF2-40B4-BE49-F238E27FC236}">
                <a16:creationId xmlns:a16="http://schemas.microsoft.com/office/drawing/2014/main" id="{3657C686-2228-48C0-AC9D-8F80A62727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68D77712-3DBF-48F7-B077-3E4C0BAF1C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428333D7-185C-4D38-B0AE-75AFF77D29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5EB5041C-FE2F-443A-BBD4-40E80793719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15CA82DB-68EA-48D3-B617-3A10A730DEA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065C2CE8-82F4-4C86-A4EC-D3FA234DC1F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D3492FEE-2FC5-4F70-97A1-8CEE43E5E5E2}"/>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12683789-B3FB-44AF-A7CD-4E38158216C6}"/>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02582324-E9A5-4261-9939-D7D8A46FC185}"/>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FBE5B283-0F28-457F-B55F-E23CDAFDCE6C}"/>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45B32F09-FAE2-410E-9108-85A6F4A1843A}"/>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5A8AF151-44CF-4963-830E-CF37B5960D49}"/>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A3C97337-8B5A-470D-B55A-BF8C0007F92A}"/>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6562526E-A8D5-45EF-8AC9-4A2D70D848A2}"/>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528EC038-AB10-4B79-A4DA-D72CB8FD11B2}"/>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Tree>
    <p:extLst>
      <p:ext uri="{BB962C8B-B14F-4D97-AF65-F5344CB8AC3E}">
        <p14:creationId xmlns:p14="http://schemas.microsoft.com/office/powerpoint/2010/main" val="87614444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두 Trial의 요청 구조 비교">
            <a:extLst xmlns:a="http://schemas.openxmlformats.org/drawingml/2006/main">
              <a:ext uri="{FF2B5EF4-FFF2-40B4-BE49-F238E27FC236}">
                <a16:creationId xmlns:a16="http://schemas.microsoft.com/office/drawing/2014/main" id="{9EEDF1FE-708E-45DE-904D-3FF23A1CAF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C05D03D8-51A8-41D2-B800-D19DF203A0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81399047-B9DE-4ED1-82B4-34DE583D599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EE64EB7A-B7B0-4AE1-81A1-0A190B4560D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C71237E6-B540-414E-8A18-9812B13A521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6C0C4DE7-B171-44B0-8667-E30EC8C6DAD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A3D3D0F8-2074-4DE3-9107-8865F9318136}"/>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A34D2D0C-07D8-41F6-85E5-2744870A38FB}"/>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B94BB2BE-1008-47E9-A380-42014AC65EE5}"/>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DB80280-EF71-437B-A949-11676ADE72B5}"/>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D7A4D57C-D9D7-4091-8B48-3EAE6CFCA51C}"/>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7683A3AC-9C10-4CEA-AC39-BAA2D230FC6D}"/>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8FB9B33D-414A-49AD-832D-08DBB006F505}"/>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5B163198-6418-42E2-ABAB-276383ACF827}"/>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E3D7FE0E-3AF5-47E6-BC8E-864270B014E0}"/>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8ACE1D12-BE60-4752-B6B0-B3CAF2BACEB1}"/>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72ACE41C-CA29-496C-A093-8F4FC44F6709}"/>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Tree>
    <p:extLst>
      <p:ext uri="{BB962C8B-B14F-4D97-AF65-F5344CB8AC3E}">
        <p14:creationId xmlns:p14="http://schemas.microsoft.com/office/powerpoint/2010/main" val="102988877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절차와 과제별 판단">
            <a:extLst xmlns:a="http://schemas.openxmlformats.org/drawingml/2006/main">
              <a:ext uri="{FF2B5EF4-FFF2-40B4-BE49-F238E27FC236}">
                <a16:creationId xmlns:a16="http://schemas.microsoft.com/office/drawing/2014/main" id="{79A18787-0B86-4058-BCC4-236111F856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7DDD42FF-C9C7-4773-B0E4-1642AE914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19915F47-120E-4F21-BA64-CADCB3C1CA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87F3C754-7690-46DB-92DC-DB1C808865C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2D653707-3EF4-4CFD-9DBF-486DB7644A9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56D9EBBC-3162-4DDA-8D6E-F26D5FEA3AE7}"/>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6FC66D45-B2B7-4BB2-B9E4-5010790F43ED}"/>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FBAE2F69-5E7C-41C9-A45E-C5FE9C77E46A}"/>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B52E4EF1-1711-4FA0-814B-E27727D3ECD5}"/>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0D61E625-4003-4AA1-9D37-A2F924D223FA}"/>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CC3654CE-2952-4290-BF32-7EFDA4DCB7AB}"/>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3C9D1CFA-D5C8-4F1A-AB38-9350F6604715}"/>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95EC4ABF-FA5D-4591-B876-4A2F1CA949FC}"/>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FBAEFB0E-3DCD-4AD6-B398-7A87E96F77EC}"/>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57B820D5-C669-4A08-8884-9C4B6F1C0B90}"/>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Tree>
    <p:extLst>
      <p:ext uri="{BB962C8B-B14F-4D97-AF65-F5344CB8AC3E}">
        <p14:creationId xmlns:p14="http://schemas.microsoft.com/office/powerpoint/2010/main" val="55568596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시간과 메모리를 함께 비교">
            <a:extLst xmlns:a="http://schemas.openxmlformats.org/drawingml/2006/main">
              <a:ext uri="{FF2B5EF4-FFF2-40B4-BE49-F238E27FC236}">
                <a16:creationId xmlns:a16="http://schemas.microsoft.com/office/drawing/2014/main" id="{DD2EB362-B74B-425D-A9ED-A5EA184F58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F20127EF-3C63-4A16-B713-3D46ADB80C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B6F0CFFB-7204-4D4F-BBB1-A496965880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136CEC02-0BE2-418F-A2AD-662D3626D0A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86FD3C7B-4E66-4FAB-A8DA-2C6FB12A384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B968601A-4A57-44CC-8452-6F2F3556F85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36ACB0E2-B508-4EDD-A11B-C58C3BBDB2E6}"/>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5E787604-EECC-4DAF-BB7C-7E9D440319D8}"/>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8B130CEB-9D17-4673-80E5-0EA010302F48}"/>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DF34900B-66CC-4B85-8DA7-0D8793766618}"/>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EDE90EB4-8DBE-4838-8213-93BCD161339F}"/>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D9552639-4D72-4F46-BE80-7C3291A711D6}"/>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8F86A8C6-DED6-43D3-8D80-B9E5DAE13226}"/>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B9B9CAC7-A51C-4612-B546-1539205E98BB}"/>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92170E34-FDC6-4845-B14B-F00D81EDBF81}"/>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86466808-9176-4932-AF56-40130297FB8B}"/>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198F80FE-509D-4612-B85E-0A1F61F9C81B}"/>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38661446-016A-4182-A457-6CB663BC9A61}"/>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Tree>
    <p:extLst>
      <p:ext uri="{BB962C8B-B14F-4D97-AF65-F5344CB8AC3E}">
        <p14:creationId xmlns:p14="http://schemas.microsoft.com/office/powerpoint/2010/main" val="123956292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Harness로 조사하고 검증하기">
            <a:extLst xmlns:a="http://schemas.openxmlformats.org/drawingml/2006/main">
              <a:ext uri="{FF2B5EF4-FFF2-40B4-BE49-F238E27FC236}">
                <a16:creationId xmlns:a16="http://schemas.microsoft.com/office/drawing/2014/main" id="{DC733119-2B23-4F67-96DF-0D6222BDA9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445C7101-A96A-4AB1-B6F4-AC7ADB7D61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3E2763D9-E644-401B-B0C9-ACE9533390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02A0F5B0-8448-486C-813D-B2F59338C38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6F57701F-A247-4AEB-92EE-8A72AD04BC5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0EC0F518-B028-49CE-95E2-F33E8B9B6F6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3C5D57C8-DA5D-4E3B-A7E7-EADCD2685DF5}"/>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A9DDA337-B20F-4786-89CD-D29BD9A4ED07}"/>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B7FEBEAE-6C0D-43C9-B5B9-134265A9F580}"/>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BBE7EEB5-9392-4D4E-A49A-082A5B48D7A2}"/>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278bad3b41834000"/>
          </a:graphicData>
        </a:graphic>
      </p:graphicFrame>
      <p:sp>
        <p:nvSpPr>
          <p:cNvPr id="11" name="">
            <a:extLst xmlns:a="http://schemas.openxmlformats.org/drawingml/2006/main">
              <a:ext uri="{FF2B5EF4-FFF2-40B4-BE49-F238E27FC236}">
                <a16:creationId xmlns:a16="http://schemas.microsoft.com/office/drawing/2014/main" id="{327DF4A0-B5FF-4D31-BFC9-5A2C68F48255}"/>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BBAC440E-EC28-41E1-99AB-F17607E2469A}"/>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9D94E467-ADF3-45F9-ABA3-8263145EBEE5}"/>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E9D00CE2-8C0B-46DC-9780-2B5ED9205811}"/>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2FA0B4EE-D8F8-4E93-A54E-FE4C71125D14}"/>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8699CAD2-AE95-4468-AC27-B98988D46962}"/>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39F40F3B-47FE-4767-A9B5-20A7FB6C7BE9}"/>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820DAEF5-DDB4-4A46-82CF-92A4A318D809}"/>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195DC296-C5C3-47C7-8180-BA2B670B1C03}"/>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Tree>
    <p:extLst>
      <p:ext uri="{BB962C8B-B14F-4D97-AF65-F5344CB8AC3E}">
        <p14:creationId xmlns:p14="http://schemas.microsoft.com/office/powerpoint/2010/main" val="166107624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추가 구조의 필요성 점검">
            <a:extLst xmlns:a="http://schemas.openxmlformats.org/drawingml/2006/main">
              <a:ext uri="{FF2B5EF4-FFF2-40B4-BE49-F238E27FC236}">
                <a16:creationId xmlns:a16="http://schemas.microsoft.com/office/drawing/2014/main" id="{381B9BB2-4902-43E1-8442-9772CF32F0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6">
            <a:extLst xmlns:a="http://schemas.openxmlformats.org/drawingml/2006/main">
              <a:ext uri="{FF2B5EF4-FFF2-40B4-BE49-F238E27FC236}">
                <a16:creationId xmlns:a16="http://schemas.microsoft.com/office/drawing/2014/main" id="{C2F4AAFA-7849-4909-83C7-0EACE44E52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75BBD9E1-52FE-464A-9082-6C11649513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007C3294-8414-4DB1-867C-9F1BADC0582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4854910B-EF5B-4148-B3C3-DCEB2C636D7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54CED37A-8BFA-4ADB-B064-8216B115694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B66C25D2-1649-4E55-B737-172DFC378795}"/>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64D00035-9212-4331-A459-C5008BADD479}"/>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3980B206-C188-4955-939C-3E6904E64652}"/>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1E04537D-C7C0-4B6F-859B-291B0A0A18B9}"/>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E17F3C6-8126-4575-8D21-8C2C138268B9}"/>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A6379C41-C5B5-4643-A51D-74098EEB9BD3}"/>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206CFAB2-92DF-4D17-AAB9-D9B439C3982E}"/>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4EBC8C38-0064-4197-A20E-6D314027FC0A}"/>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BFCFFB1-1F78-45D6-B424-0E24456452AC}"/>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1366FE6D-B005-4A48-BB7A-03A144BF4341}"/>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46F0F149-4F07-41FB-A167-7ACBD0E7DDF3}"/>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183911D3-5FBB-4674-82E1-C30D69AD198F}"/>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DCEF549E-A10D-483A-B1BE-B6FB57EE963B}"/>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2352D570-48FB-4B31-834D-831BF6474CC7}"/>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Tree>
    <p:extLst>
      <p:ext uri="{BB962C8B-B14F-4D97-AF65-F5344CB8AC3E}">
        <p14:creationId xmlns:p14="http://schemas.microsoft.com/office/powerpoint/2010/main" val="136112434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독립 조사와 결과 통합">
            <a:extLst xmlns:a="http://schemas.openxmlformats.org/drawingml/2006/main">
              <a:ext uri="{FF2B5EF4-FFF2-40B4-BE49-F238E27FC236}">
                <a16:creationId xmlns:a16="http://schemas.microsoft.com/office/drawing/2014/main" id="{5D840F72-C87B-4D5F-B561-84F11DB51F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2D2ABE74-4BAE-48AC-B978-44FE9626A7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9DE96458-D100-4BE6-A80A-1ED71779F9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A38369E1-DF6D-4FC0-9B5F-EB08DAB5DB8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CD5209A6-3B89-40A2-A0FE-03885205289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D0D0A6EF-3EAE-412F-90C8-96C9F7F6D45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DA650698-C34C-4A16-AB4B-A2ED1FF68135}"/>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46801E80-C661-4BBF-9A5E-88555581B7EE}"/>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AC435A25-A8FB-40D6-9B7D-08376C91094E}"/>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F2DCFB29-B5B4-411B-8D8B-F4ED0AA84FDD}"/>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FC32A0D8-F325-4B1B-B382-D5FDC73F88DB}"/>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A6E1EF19-CB25-43F3-B929-C01F31487461}"/>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300DD0AF-6F1F-43C1-B6AE-D0F06E147CAD}"/>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5FA5379B-85C8-4A89-B0F2-C6939BD9494B}"/>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0191573F-6AB1-4E68-A9A3-BFD0DF186A9A}"/>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6E1D934C-BF43-41EE-977B-1A305417D455}"/>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89C9A727-89A1-46F8-80BD-4B386C9A21B3}"/>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1BF180E5-4D27-491B-A10B-5D53DAC2C316}"/>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A14EE7BD-7F7B-452B-88F6-A61944AA3D4A}"/>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6946E6BE-654A-4627-A357-0AA3A0FD610B}"/>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DA1F1484-E793-4E17-B6F4-3A7307685EE8}"/>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Tree>
    <p:extLst>
      <p:ext uri="{BB962C8B-B14F-4D97-AF65-F5344CB8AC3E}">
        <p14:creationId xmlns:p14="http://schemas.microsoft.com/office/powerpoint/2010/main" val="41169544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별도 지식 보존의 필요성 점검">
            <a:extLst xmlns:a="http://schemas.openxmlformats.org/drawingml/2006/main">
              <a:ext uri="{FF2B5EF4-FFF2-40B4-BE49-F238E27FC236}">
                <a16:creationId xmlns:a16="http://schemas.microsoft.com/office/drawing/2014/main" id="{345136D2-9014-4A77-93E2-A6BF0602C8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48">
            <a:extLst xmlns:a="http://schemas.openxmlformats.org/drawingml/2006/main">
              <a:ext uri="{FF2B5EF4-FFF2-40B4-BE49-F238E27FC236}">
                <a16:creationId xmlns:a16="http://schemas.microsoft.com/office/drawing/2014/main" id="{C110D2DD-982C-4767-B517-FF2ABA2731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851B0CE9-63DE-446F-B17C-66185E60F3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2F416815-0CE7-4194-A8FA-98FC3DC406A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2530CB5F-83CF-4488-9558-45009EE8266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0002DB1F-9F9F-4DF8-80FB-11B6F84F73F5}"/>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11B9B07A-21A0-4227-AE26-8F6CA2A2A178}"/>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6009B1EA-0A6C-4906-8104-5511C4E1FF7C}"/>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C443ADED-1D37-4CE3-B135-6EC4A8BCA101}"/>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427536D7-3B22-4926-BF25-8B3DC2F0A611}"/>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E707FEEF-0EC0-44E0-B906-DB7675407E9E}"/>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450F6699-6238-4ECF-B3A1-BEFEFEF62DD7}"/>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088C9757-5A82-4093-9BD0-08A0063EBE7E}"/>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F30622DD-2937-4184-9512-6502099A7D82}"/>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086454F6-3853-4378-AA5C-2BDFD4CAB724}"/>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09599634-7272-477C-B285-CDF6A5318C2A}"/>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5A4373F9-94DB-426E-A1F4-631155C69E45}"/>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C0677C51-13D8-4FC1-8A6F-22D78BBB63F3}"/>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162AD609-632E-49B8-9914-11D61C80BD54}"/>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FAA3112A-D671-4FCA-A026-4A24E19FBF91}"/>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64F7E025-E517-40A6-B5CD-0DC129810CC7}"/>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CDB6C3A4-BB4E-48A9-A390-B90E384D2ACF}"/>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1CC57505-C627-430D-A828-C64A55C77DEE}"/>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9BEAA2EB-F19D-4058-81E8-4D8A6177CCE7}"/>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Tree>
    <p:extLst>
      <p:ext uri="{BB962C8B-B14F-4D97-AF65-F5344CB8AC3E}">
        <p14:creationId xmlns:p14="http://schemas.microsoft.com/office/powerpoint/2010/main" val="107111498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무엇을 남길 가치가 있는가">
            <a:extLst xmlns:a="http://schemas.openxmlformats.org/drawingml/2006/main">
              <a:ext uri="{FF2B5EF4-FFF2-40B4-BE49-F238E27FC236}">
                <a16:creationId xmlns:a16="http://schemas.microsoft.com/office/drawing/2014/main" id="{3C5A63DA-0759-4CCC-AF58-91E7ACFF71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FEC5878C-00BD-4F60-AA7D-24A0704860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43010D2E-7C8B-42B4-9CC9-845073EF3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17A10A91-4DF1-4A99-B5BF-986E7623845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A1E04C8C-0908-41DC-99FF-835979FFC1B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56FB5A08-5621-4862-9F25-0584880CFD1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89E5965B-3EA0-4158-A987-DD02483BA78A}"/>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35613A93-FB19-4822-AC89-70F838A23A2B}"/>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F67E65B7-3465-4884-9015-5752A07ACA9A}"/>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DF2C73E4-4B26-4F7C-AD54-ED8113FC6640}"/>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5356AF7B-345D-453B-93F9-EFA58EA41BE2}"/>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26CAA386-241C-4E12-80B5-D32202C9FFDE}"/>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B65848E2-5645-4A94-BB8A-BD8A872A4FB3}"/>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14069921-C828-489E-8A02-91BFA39E9ECF}"/>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5E7E650B-FFE8-44D8-A1F5-A0C70C4B80B5}"/>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36636AD8-5C9C-44BE-BA49-EFC0716B92EB}"/>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FB0FFFE3-DAB5-49E1-955E-2745FD73FAE1}"/>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0959244B-A49E-4B89-9F8F-03EE195F450F}"/>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D39E638D-C2D0-4128-8032-6010843B702B}"/>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61A5A827-575E-432D-8EE8-36D7A04917E6}"/>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BBFC7063-36B0-4843-BB8E-56765B2B5889}"/>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226AC01B-5E7A-42D7-A58D-F3ED6627B643}"/>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Tree>
    <p:extLst>
      <p:ext uri="{BB962C8B-B14F-4D97-AF65-F5344CB8AC3E}">
        <p14:creationId xmlns:p14="http://schemas.microsoft.com/office/powerpoint/2010/main" val="95117702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문제에 실제로 필요했던 구조">
            <a:extLst xmlns:a="http://schemas.openxmlformats.org/drawingml/2006/main">
              <a:ext uri="{FF2B5EF4-FFF2-40B4-BE49-F238E27FC236}">
                <a16:creationId xmlns:a16="http://schemas.microsoft.com/office/drawing/2014/main" id="{E0334B83-FD10-4752-A37F-FC9BBE1F5F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76465970-B744-4129-BF5F-B602241081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CD8C4306-57C1-41D1-8036-DBB6A42FB8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60C74860-EC23-4DCF-A237-88B5F136BBD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6F557795-6BF4-4038-9552-02EFD928A01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DB6F0393-5197-45D7-89B8-B69A482916C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F6B0370D-B7B1-4B46-B016-73F1F896D343}"/>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A798B1E9-029D-4E37-A584-160A432D1CD2}"/>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881E145F-E8FB-4E80-B92B-02FDA1894569}"/>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7E414DD1-0C73-4ADA-83E7-E28AE9CA3896}"/>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F664C276-B6D0-45AE-B609-6851631A4726}"/>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220A6F59-8EA8-4B81-BB0F-B0913C3B37A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4B36C2A2-55B0-49F4-AE79-15AEC8821AA3}"/>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FE5B9F6D-5B9B-4A93-B438-2C616EB41D4B}"/>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46BA3644-87D4-4150-ADE3-464A5DEFFC27}"/>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84DDF6A1-CB40-4FAB-83BB-841587DC5918}"/>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CD99DB33-B01A-4519-A95B-CF377E0A34A8}"/>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E112F9C7-1D82-4336-A8C7-AEE665CBD9A5}"/>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1771A2A2-D6D0-438E-A1F9-09FC93351B7C}"/>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B5FA2AC0-D046-4A29-B357-98FF568D825D}"/>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4C2BE0BF-99A5-4270-BDD7-AAA6468A289B}"/>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50CAEA9D-3E41-4F1E-969F-2B168B97DEA9}"/>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54665CDA-A379-4E0C-ACFE-E487647F54D2}"/>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Tree>
    <p:extLst>
      <p:ext uri="{BB962C8B-B14F-4D97-AF65-F5344CB8AC3E}">
        <p14:creationId xmlns:p14="http://schemas.microsoft.com/office/powerpoint/2010/main" val="156344517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개발자와 Agent가 일하는 환경">
            <a:extLst xmlns:a="http://schemas.openxmlformats.org/drawingml/2006/main">
              <a:ext uri="{FF2B5EF4-FFF2-40B4-BE49-F238E27FC236}">
                <a16:creationId xmlns:a16="http://schemas.microsoft.com/office/drawing/2014/main" id="{57DF5E8B-5B79-4388-9F56-0E3A7328F7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E75603B8-9E9D-492C-AF97-FC08C2FEB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723A2062-E54B-49FD-A26D-25AF61601D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94A28F34-F8AD-43D2-9ABC-B778E7D0835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C8C2E61A-912C-4F4B-ADC8-1449EA500B8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0386620F-F385-4CB0-A285-D0F6978D1C3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5EDBBE7E-18F0-43F0-8267-C050FDB16576}"/>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E387A27C-7A4F-4BE7-8771-B698777C59E1}"/>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1B0B5BB0-4F25-4414-BAE2-6FE8922EFFB5}"/>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1A32DEF0-9373-48C5-91DA-021037DCFF3D}"/>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732EC185-FCAC-40A5-AE87-3A98A4873A27}"/>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50169D6D-656A-43F5-800A-A65539737B7C}"/>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D2B75BC-9452-4EBD-AE53-FA3EAA863291}"/>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74207AA-4216-43A7-BFA3-385E0F0447C8}"/>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EBE9B6CC-0ED9-460A-9D48-E24C7A121C45}"/>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28FDEE64-7C28-4D0B-A0BA-0CEDFAC0383E}"/>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F2FB470B-8B53-4C56-9531-E9BB218305C3}"/>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Tree>
    <p:extLst>
      <p:ext uri="{BB962C8B-B14F-4D97-AF65-F5344CB8AC3E}">
        <p14:creationId xmlns:p14="http://schemas.microsoft.com/office/powerpoint/2010/main" val="1391446894"/>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실행 환경의 경계">
            <a:extLst xmlns:a="http://schemas.openxmlformats.org/drawingml/2006/main">
              <a:ext uri="{FF2B5EF4-FFF2-40B4-BE49-F238E27FC236}">
                <a16:creationId xmlns:a16="http://schemas.microsoft.com/office/drawing/2014/main" id="{484A8FDE-A72B-49B4-A0F5-74F280398F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6E050C3B-404A-4C91-80B6-3C0C96EDC7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FC5AA1A2-011E-47E6-AC36-D7193B990D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940DC5D0-BA89-4DE1-BBA7-2A39A04F24F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2248A14-7E82-47A6-ABC6-B6090183807B}"/>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3C376A38-82C8-4315-9C8C-51BC8E4B516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F4F248D5-0D71-4231-B6F7-53E07E91255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5C1C9F4B-46A9-4C6C-AD55-70F11EF7081D}"/>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2D0BAAAD-F481-488D-8D24-B1F8F981B6FB}"/>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AF31A648-56E2-4A6A-8278-36ABE56B7FE6}"/>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F6433B23-013C-4270-9E38-BADE9F8B9793}"/>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D4559FA0-55F6-4C40-9248-824696584B8D}"/>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E8DDEC94-9881-4D60-A30D-A7A7F8CADA34}"/>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3527306D-CBEB-438C-975C-FB460311CE7B}"/>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51311924-73FF-4240-A57E-C70D7B64A734}"/>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998CDA29-0DBF-4E68-9D3B-AF071D2DEF60}"/>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B0DB5583-D0C6-4D07-AA7F-555CFCE3E99C}"/>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3638244C-035B-48AD-81E7-40751F67C7A8}"/>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401B0EA4-B1B3-4900-A1AA-6E2FC1A1F644}"/>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2C6D4D1F-8100-4F19-916A-36E891D7E79E}"/>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F4A93F1C-77F1-4514-9EE6-0C5DFDDFA081}"/>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486A9CC4-3845-4F0E-8992-2D6C3BFDBD5C}"/>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Tree>
    <p:extLst>
      <p:ext uri="{BB962C8B-B14F-4D97-AF65-F5344CB8AC3E}">
        <p14:creationId xmlns:p14="http://schemas.microsoft.com/office/powerpoint/2010/main" val="208426877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도구를 넘어 같은 판단을 적용하기">
            <a:extLst xmlns:a="http://schemas.openxmlformats.org/drawingml/2006/main">
              <a:ext uri="{FF2B5EF4-FFF2-40B4-BE49-F238E27FC236}">
                <a16:creationId xmlns:a16="http://schemas.microsoft.com/office/drawing/2014/main" id="{DEA0D0E5-ABF9-4811-A6D1-163C112F26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E8B7A499-BE2B-46A6-8AF3-73F43C092C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7F981928-A9AA-482A-9164-93924410F4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D886E53D-9432-4A69-821E-C65EAAE4447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29205F33-3CCD-45AF-AFDA-FF91E4C3D18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94A006B0-FF18-4FCA-A7D9-E4F6773B8E98}"/>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20E6BA43-7BC2-4271-9D63-8B6E27FFBA98}"/>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5A1AE53F-3587-4888-8FEF-03FFB4C46AE8}"/>
              </a:ext>
            </a:extLst>
          </p:cNvPr>
          <p:cNvPicPr>
            <a:picLocks xmlns:a="http://schemas.openxmlformats.org/drawingml/2006/main" noChangeAspect="1"/>
          </p:cNvPicPr>
          <p:nvPr/>
        </p:nvPicPr>
        <p:blipFill>
          <a:blip xmlns:r="http://schemas.openxmlformats.org/officeDocument/2006/relationships" xmlns:a="http://schemas.openxmlformats.org/drawingml/2006/main" r:embed="R70c46b34331b43ba"/>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53C75EF2-84B4-4523-8880-45297FE84E8C}"/>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0000018E-579F-4A6D-B6A8-6BF0B68F6B48}"/>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CE365EA0-4A56-4183-9E5B-B6842CB4B0CE}"/>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1E78873B-91A2-482D-8B43-830EEC01909E}"/>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5FB52552-3605-426C-B34B-DF359C45BE7D}"/>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EA0A45BA-80D4-45AC-9619-2FC2EDC36A53}"/>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CB07C176-EDB4-4552-A59A-483619AE96D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8C8FD778-2DBF-4D50-BA99-42184B0CAD07}"/>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8AA464C3-72E2-46EE-92FC-7B8D609D93E7}"/>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63AB5F1B-7DD3-4097-A48B-BB5CA0C80BDE}"/>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DB5CA54A-95CA-416B-9429-A10465F62FBA}"/>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DBBD8524-E75D-4EEA-A57F-B166827417DE}"/>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015532B1-50FD-41F2-90D5-0AFBD403F773}"/>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Tree>
    <p:extLst>
      <p:ext uri="{BB962C8B-B14F-4D97-AF65-F5344CB8AC3E}">
        <p14:creationId xmlns:p14="http://schemas.microsoft.com/office/powerpoint/2010/main" val="21629037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3 · 내 업무의 반복을 돌아보기">
            <a:extLst xmlns:a="http://schemas.openxmlformats.org/drawingml/2006/main">
              <a:ext uri="{FF2B5EF4-FFF2-40B4-BE49-F238E27FC236}">
                <a16:creationId xmlns:a16="http://schemas.microsoft.com/office/drawing/2014/main" id="{74CA747D-C1E9-46B2-B51F-90F1908DC8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A917E605-7BDD-4D54-BDED-355180151C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1522B38C-FE71-40E3-9E6A-74DAE959FD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3492A76C-6388-4107-95DA-24C2E0A330D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5A6D4319-90C8-41A1-9E35-2E4133D7AD5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F0B55518-F19C-405D-9D36-C841A38FADE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877DD20B-3881-4ED6-A419-2E3CCA0CEB8E}"/>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748E2D77-8B0C-41FC-ACB7-FF8299D2CAB7}"/>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F7AB4C03-B2AA-4329-B6E2-6B21DD7BA550}"/>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B24EB02D-6096-4B4D-8E20-86C5E5B4BF8F}"/>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02BBA25B-EB3C-41C4-B1E1-53317B420A41}"/>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63F44753-A3D0-4914-B910-917C10704BA3}"/>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D4E8B789-6ADA-4492-A44B-AD9207D90324}"/>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Tree>
    <p:extLst>
      <p:ext uri="{BB962C8B-B14F-4D97-AF65-F5344CB8AC3E}">
        <p14:creationId xmlns:p14="http://schemas.microsoft.com/office/powerpoint/2010/main" val="2378867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2026-10-20T01:26:50.7270000Z</dcterms:created>
  <dcterms:modified xsi:type="dcterms:W3CDTF">2026-10-20T01:26:50.7270000Z</dcterms:modified>
</coreProperties>
</file>