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4df82e5b0e411d" /><Relationship Type="http://schemas.openxmlformats.org/officeDocument/2006/relationships/extended-properties" Target="/docProps/app.xml" Id="R079e013f3b6246e1" /><Relationship Type="http://schemas.openxmlformats.org/officeDocument/2006/relationships/officeDocument" Target="/ppt/presentation.xml" Id="Rf32b93c31a1a4287" /></Relationships>
</file>

<file path=ppt/presentation.xml><?xml version="1.0" encoding="utf-8"?>
<p:presentation xmlns:p="http://schemas.openxmlformats.org/presentationml/2006/main">
  <p:sldMasterIdLst>
    <p:sldMasterId xmlns:r="http://schemas.openxmlformats.org/officeDocument/2006/relationships" id="2147483648" r:id="Rfa6ec0074a504b44"/>
  </p:sldMasterIdLst>
  <p:notesMasterIdLst>
    <p:notesMasterId xmlns:r="http://schemas.openxmlformats.org/officeDocument/2006/relationships" r:id="Rd84723610b11431e"/>
  </p:notesMasterIdLst>
  <p:sldIdLst>
    <p:sldId xmlns:r="http://schemas.openxmlformats.org/officeDocument/2006/relationships" id="256" r:id="R8b9e55510d004f0e"/>
    <p:sldId xmlns:r="http://schemas.openxmlformats.org/officeDocument/2006/relationships" id="257" r:id="R9ecd7e23fefd4a23"/>
    <p:sldId xmlns:r="http://schemas.openxmlformats.org/officeDocument/2006/relationships" id="258" r:id="Re8f08cdb85c74063"/>
    <p:sldId xmlns:r="http://schemas.openxmlformats.org/officeDocument/2006/relationships" id="259" r:id="R0e12be6c8d8041e8"/>
    <p:sldId xmlns:r="http://schemas.openxmlformats.org/officeDocument/2006/relationships" id="260" r:id="Re9c05f762ad145fd"/>
    <p:sldId xmlns:r="http://schemas.openxmlformats.org/officeDocument/2006/relationships" id="261" r:id="R6b08056f51444775"/>
    <p:sldId xmlns:r="http://schemas.openxmlformats.org/officeDocument/2006/relationships" id="262" r:id="Rd115e00c10724419"/>
    <p:sldId xmlns:r="http://schemas.openxmlformats.org/officeDocument/2006/relationships" id="263" r:id="Rfec26c1ff8304946"/>
    <p:sldId xmlns:r="http://schemas.openxmlformats.org/officeDocument/2006/relationships" id="264" r:id="Rd2f8e5c0078b4ddb"/>
    <p:sldId xmlns:r="http://schemas.openxmlformats.org/officeDocument/2006/relationships" id="265" r:id="R2b4ddb85d4cd46dd"/>
    <p:sldId xmlns:r="http://schemas.openxmlformats.org/officeDocument/2006/relationships" id="266" r:id="R6caf15d404e74004"/>
    <p:sldId xmlns:r="http://schemas.openxmlformats.org/officeDocument/2006/relationships" id="267" r:id="Re2410477bb774af3"/>
    <p:sldId xmlns:r="http://schemas.openxmlformats.org/officeDocument/2006/relationships" id="268" r:id="R777603bf62dc43c3"/>
    <p:sldId xmlns:r="http://schemas.openxmlformats.org/officeDocument/2006/relationships" id="269" r:id="R3f8a0b05f1fa4b4e"/>
    <p:sldId xmlns:r="http://schemas.openxmlformats.org/officeDocument/2006/relationships" id="270" r:id="R350d2723ef2944e5"/>
    <p:sldId xmlns:r="http://schemas.openxmlformats.org/officeDocument/2006/relationships" id="271" r:id="R5cb6204b603345f9"/>
    <p:sldId xmlns:r="http://schemas.openxmlformats.org/officeDocument/2006/relationships" id="272" r:id="Ree39b684781446ca"/>
    <p:sldId xmlns:r="http://schemas.openxmlformats.org/officeDocument/2006/relationships" id="273" r:id="R7b09f4ca6b5d4ef4"/>
    <p:sldId xmlns:r="http://schemas.openxmlformats.org/officeDocument/2006/relationships" id="274" r:id="R153b5e4623eb4fba"/>
    <p:sldId xmlns:r="http://schemas.openxmlformats.org/officeDocument/2006/relationships" id="275" r:id="R374ce2b996644f86"/>
    <p:sldId xmlns:r="http://schemas.openxmlformats.org/officeDocument/2006/relationships" id="276" r:id="Rbe70ab7f08894479"/>
    <p:sldId xmlns:r="http://schemas.openxmlformats.org/officeDocument/2006/relationships" id="277" r:id="R3204ac809e144b68"/>
    <p:sldId xmlns:r="http://schemas.openxmlformats.org/officeDocument/2006/relationships" id="278" r:id="R5a9f9ec5a4f84a35"/>
    <p:sldId xmlns:r="http://schemas.openxmlformats.org/officeDocument/2006/relationships" id="279" r:id="R6062a8d871934c13"/>
    <p:sldId xmlns:r="http://schemas.openxmlformats.org/officeDocument/2006/relationships" id="280" r:id="R35d520a2482e45bc"/>
    <p:sldId xmlns:r="http://schemas.openxmlformats.org/officeDocument/2006/relationships" id="281" r:id="R416f6ea82bc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8f2bbd1494fac" /><Relationship Type="http://schemas.openxmlformats.org/officeDocument/2006/relationships/slideMaster" Target="/ppt/slideMasters/slideMaster1.xml" Id="Rfa6ec0074a504b44" /><Relationship Type="http://schemas.openxmlformats.org/officeDocument/2006/relationships/notesMaster" Target="/ppt/notesMasters/notesMaster1.xml" Id="Rd84723610b11431e" /><Relationship Type="http://schemas.openxmlformats.org/officeDocument/2006/relationships/presProps" Target="/ppt/presProps.xml" Id="Ree9e6fc1a8d24ddb" /><Relationship Type="http://schemas.openxmlformats.org/officeDocument/2006/relationships/tableStyles" Target="/ppt/tableStyles.xml" Id="Rc9c7ce5397f84632" /><Relationship Type="http://schemas.openxmlformats.org/officeDocument/2006/relationships/slide" Target="/ppt/slides/slide1.xml" Id="R8b9e55510d004f0e" /><Relationship Type="http://schemas.openxmlformats.org/officeDocument/2006/relationships/slide" Target="/ppt/slides/slide2.xml" Id="R9ecd7e23fefd4a23" /><Relationship Type="http://schemas.openxmlformats.org/officeDocument/2006/relationships/slide" Target="/ppt/slides/slide3.xml" Id="Re8f08cdb85c74063" /><Relationship Type="http://schemas.openxmlformats.org/officeDocument/2006/relationships/slide" Target="/ppt/slides/slide4.xml" Id="R0e12be6c8d8041e8" /><Relationship Type="http://schemas.openxmlformats.org/officeDocument/2006/relationships/slide" Target="/ppt/slides/slide5.xml" Id="Re9c05f762ad145fd" /><Relationship Type="http://schemas.openxmlformats.org/officeDocument/2006/relationships/slide" Target="/ppt/slides/slide6.xml" Id="R6b08056f51444775" /><Relationship Type="http://schemas.openxmlformats.org/officeDocument/2006/relationships/slide" Target="/ppt/slides/slide7.xml" Id="Rd115e00c10724419" /><Relationship Type="http://schemas.openxmlformats.org/officeDocument/2006/relationships/slide" Target="/ppt/slides/slide8.xml" Id="Rfec26c1ff8304946" /><Relationship Type="http://schemas.openxmlformats.org/officeDocument/2006/relationships/slide" Target="/ppt/slides/slide9.xml" Id="Rd2f8e5c0078b4ddb" /><Relationship Type="http://schemas.openxmlformats.org/officeDocument/2006/relationships/slide" Target="/ppt/slides/slide10.xml" Id="R2b4ddb85d4cd46dd" /><Relationship Type="http://schemas.openxmlformats.org/officeDocument/2006/relationships/slide" Target="/ppt/slides/slide11.xml" Id="R6caf15d404e74004" /><Relationship Type="http://schemas.openxmlformats.org/officeDocument/2006/relationships/slide" Target="/ppt/slides/slide12.xml" Id="Re2410477bb774af3" /><Relationship Type="http://schemas.openxmlformats.org/officeDocument/2006/relationships/slide" Target="/ppt/slides/slide13.xml" Id="R777603bf62dc43c3" /><Relationship Type="http://schemas.openxmlformats.org/officeDocument/2006/relationships/slide" Target="/ppt/slides/slide14.xml" Id="R3f8a0b05f1fa4b4e" /><Relationship Type="http://schemas.openxmlformats.org/officeDocument/2006/relationships/slide" Target="/ppt/slides/slide15.xml" Id="R350d2723ef2944e5" /><Relationship Type="http://schemas.openxmlformats.org/officeDocument/2006/relationships/slide" Target="/ppt/slides/slide16.xml" Id="R5cb6204b603345f9" /><Relationship Type="http://schemas.openxmlformats.org/officeDocument/2006/relationships/slide" Target="/ppt/slides/slide17.xml" Id="Ree39b684781446ca" /><Relationship Type="http://schemas.openxmlformats.org/officeDocument/2006/relationships/slide" Target="/ppt/slides/slide18.xml" Id="R7b09f4ca6b5d4ef4" /><Relationship Type="http://schemas.openxmlformats.org/officeDocument/2006/relationships/slide" Target="/ppt/slides/slide19.xml" Id="R153b5e4623eb4fba" /><Relationship Type="http://schemas.openxmlformats.org/officeDocument/2006/relationships/slide" Target="/ppt/slides/slide20.xml" Id="R374ce2b996644f86" /><Relationship Type="http://schemas.openxmlformats.org/officeDocument/2006/relationships/slide" Target="/ppt/slides/slide21.xml" Id="Rbe70ab7f08894479" /><Relationship Type="http://schemas.openxmlformats.org/officeDocument/2006/relationships/slide" Target="/ppt/slides/slide22.xml" Id="R3204ac809e144b68" /><Relationship Type="http://schemas.openxmlformats.org/officeDocument/2006/relationships/slide" Target="/ppt/slides/slide23.xml" Id="R5a9f9ec5a4f84a35" /><Relationship Type="http://schemas.openxmlformats.org/officeDocument/2006/relationships/slide" Target="/ppt/slides/slide24.xml" Id="R6062a8d871934c13" /><Relationship Type="http://schemas.openxmlformats.org/officeDocument/2006/relationships/slide" Target="/ppt/slides/slide25.xml" Id="R35d520a2482e45bc" /><Relationship Type="http://schemas.openxmlformats.org/officeDocument/2006/relationships/slide" Target="/ppt/slides/slide26.xml" Id="R416f6ea82bc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fe736417b7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f7f128c71e413c" /><Relationship Type="http://schemas.openxmlformats.org/officeDocument/2006/relationships/notesMaster" Target="/ppt/notesMasters/notesMaster1.xml" Id="Rc637beabea81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aa40c3b0ef469d" /><Relationship Type="http://schemas.openxmlformats.org/officeDocument/2006/relationships/notesMaster" Target="/ppt/notesMasters/notesMaster1.xml" Id="R396272a54b634a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0cb74d3a4a4994" /><Relationship Type="http://schemas.openxmlformats.org/officeDocument/2006/relationships/notesMaster" Target="/ppt/notesMasters/notesMaster1.xml" Id="R472295beac004a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49086d6c4a01" /><Relationship Type="http://schemas.openxmlformats.org/officeDocument/2006/relationships/notesMaster" Target="/ppt/notesMasters/notesMaster1.xml" Id="R9996b172aa6e42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4a3f960c244f5" /><Relationship Type="http://schemas.openxmlformats.org/officeDocument/2006/relationships/notesMaster" Target="/ppt/notesMasters/notesMaster1.xml" Id="R4b13848516ce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6a2f8ebe942d6" /><Relationship Type="http://schemas.openxmlformats.org/officeDocument/2006/relationships/notesMaster" Target="/ppt/notesMasters/notesMaster1.xml" Id="Re6c6fca0bcc747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89e7658b245f9" /><Relationship Type="http://schemas.openxmlformats.org/officeDocument/2006/relationships/notesMaster" Target="/ppt/notesMasters/notesMaster1.xml" Id="Rfa08d866dcb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41bbc1a0ea4ba6" /><Relationship Type="http://schemas.openxmlformats.org/officeDocument/2006/relationships/notesMaster" Target="/ppt/notesMasters/notesMaster1.xml" Id="Raff822ccb96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ecdb4cf5fb4506" /><Relationship Type="http://schemas.openxmlformats.org/officeDocument/2006/relationships/notesMaster" Target="/ppt/notesMasters/notesMaster1.xml" Id="R00a7c0c98363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d47e525f274fed" /><Relationship Type="http://schemas.openxmlformats.org/officeDocument/2006/relationships/notesMaster" Target="/ppt/notesMasters/notesMaster1.xml" Id="R56cd7129f3e145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70e62d1f084a67" /><Relationship Type="http://schemas.openxmlformats.org/officeDocument/2006/relationships/notesMaster" Target="/ppt/notesMasters/notesMaster1.xml" Id="R3760e96a5f6247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1d96977b954128" /><Relationship Type="http://schemas.openxmlformats.org/officeDocument/2006/relationships/notesMaster" Target="/ppt/notesMasters/notesMaster1.xml" Id="R4ed0560d89fe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c7be43bd44e12" /><Relationship Type="http://schemas.openxmlformats.org/officeDocument/2006/relationships/notesMaster" Target="/ppt/notesMasters/notesMaster1.xml" Id="Ree9694dac6b54b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6c0145975d4bfd" /><Relationship Type="http://schemas.openxmlformats.org/officeDocument/2006/relationships/notesMaster" Target="/ppt/notesMasters/notesMaster1.xml" Id="Rf90385ae037141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cc6d6e9f0849d5" /><Relationship Type="http://schemas.openxmlformats.org/officeDocument/2006/relationships/notesMaster" Target="/ppt/notesMasters/notesMaster1.xml" Id="Refeb452cd061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e4db0635f9465f" /><Relationship Type="http://schemas.openxmlformats.org/officeDocument/2006/relationships/notesMaster" Target="/ppt/notesMasters/notesMaster1.xml" Id="R4b722c67d2c1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eae3f20e6c4708" /><Relationship Type="http://schemas.openxmlformats.org/officeDocument/2006/relationships/notesMaster" Target="/ppt/notesMasters/notesMaster1.xml" Id="Rf797d9c5e1b6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8a64a5f4c14b04" /><Relationship Type="http://schemas.openxmlformats.org/officeDocument/2006/relationships/notesMaster" Target="/ppt/notesMasters/notesMaster1.xml" Id="R1e8b3805d1c6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e36eb9814544bf" /><Relationship Type="http://schemas.openxmlformats.org/officeDocument/2006/relationships/notesMaster" Target="/ppt/notesMasters/notesMaster1.xml" Id="R9c6b5a25f4e240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c91a6df62f4fdf" /><Relationship Type="http://schemas.openxmlformats.org/officeDocument/2006/relationships/notesMaster" Target="/ppt/notesMasters/notesMaster1.xml" Id="Rab8de8e9ee454d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0509bfecb594fe0" /><Relationship Type="http://schemas.openxmlformats.org/officeDocument/2006/relationships/notesMaster" Target="/ppt/notesMasters/notesMaster1.xml" Id="R7ab81aa4b6ee4e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c1af531464771" /><Relationship Type="http://schemas.openxmlformats.org/officeDocument/2006/relationships/notesMaster" Target="/ppt/notesMasters/notesMaster1.xml" Id="R41c2d548ba6b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ee3875684549a3" /><Relationship Type="http://schemas.openxmlformats.org/officeDocument/2006/relationships/notesMaster" Target="/ppt/notesMasters/notesMaster1.xml" Id="Rab244a3b339d4b3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2499f15144f6" /><Relationship Type="http://schemas.openxmlformats.org/officeDocument/2006/relationships/notesMaster" Target="/ppt/notesMasters/notesMaster1.xml" Id="Rf7b44d8c350f4e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c680951d7a41a7" /><Relationship Type="http://schemas.openxmlformats.org/officeDocument/2006/relationships/notesMaster" Target="/ppt/notesMasters/notesMaster1.xml" Id="R7bc3eb6114514b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ef195282234558" /><Relationship Type="http://schemas.openxmlformats.org/officeDocument/2006/relationships/notesMaster" Target="/ppt/notesMasters/notesMaster1.xml" Id="R4fa2710b8a4346fb"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 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 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 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 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 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 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 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 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 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 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 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 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 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 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 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 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 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 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 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 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 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 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 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 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 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 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 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 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 “S71의 독립 조사 기준을 이 밝기 통계 작업에도 적용할 수 있었을까요?”</a:t>
            </a:r>
          </a:p>
          <a:p>
            <a:r>
              <a:t xml:space="preserve"/>
            </a:r>
          </a:p>
          <a:p>
            <a:r>
              <a:t xml:space="preserve">Speaker Flow:</a:t>
            </a:r>
          </a:p>
          <a:p>
            <a:r>
              <a:t xml:space="preserve"/>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 S71의 C++ 독립 조사 가정과 이 Python 밝기 통계 작업을 같은 관찰로 섞지 않는다. 이번 화면은 실제 작업 판단만 보여준다.</a:t>
            </a:r>
          </a:p>
          <a:p>
            <a:r>
              <a:t xml:space="preserve"/>
            </a:r>
          </a:p>
          <a:p>
            <a:r>
              <a:t xml:space="preserve">Demo Operation: 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 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 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 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 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 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 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 “S74의 보존 기준으로 실제 Demo를 보면, 새로 남길 지식은 어디에 있었을까요?”</a:t>
            </a:r>
          </a:p>
          <a:p>
            <a:r>
              <a:t xml:space="preserve"/>
            </a:r>
          </a:p>
          <a:p>
            <a:r>
              <a:t xml:space="preserve">Speaker Flow:</a:t>
            </a:r>
          </a:p>
          <a:p>
            <a:r>
              <a:t xml:space="preserve"/>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 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 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 “S75에서 본 자료들이 실제 밝기 통계 작업에서는 각각 무엇을 맡았을까요?”</a:t>
            </a:r>
          </a:p>
          <a:p>
            <a:r>
              <a:t xml:space="preserve"/>
            </a:r>
          </a:p>
          <a:p>
            <a:r>
              <a:t xml:space="preserve">Speaker Flow:</a:t>
            </a:r>
          </a:p>
          <a:p>
            <a:r>
              <a:t xml:space="preserve"/>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 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 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 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 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 “S76의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 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 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09d3461d5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bef0c2fc3a4d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6e738fbefe40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b9f82fa67744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e79c9ee54f40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55ab6b6f24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65426-5D11-4109-B14C-05AF87259DE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98DC2-CBFD-4874-A020-76753EA2CD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B215B6-3FB9-4E48-BEF5-202768EC4C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8457C-B9EC-4475-8EA6-49F8910081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1390A-9972-4FB7-8729-30FCAA0260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91C91C-AA88-41A3-BD04-A214CD423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F40C3A-1D29-47DE-9018-709E13A7CD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5DB27-8EB4-486D-A802-53FE29164A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BBEC6A-9243-46DF-AB3D-7A58A6305B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43F5D-1ACF-4709-8045-9A8FAB227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0d8f0fff1422b" /><Relationship Type="http://schemas.openxmlformats.org/officeDocument/2006/relationships/slideLayout" Target="/ppt/slideLayouts/slideLayout1.xml" Id="R0d31ee40f6064206" /><Relationship Type="http://schemas.openxmlformats.org/officeDocument/2006/relationships/slideLayout" Target="/ppt/slideLayouts/slideLayout2.xml" Id="Ra9268f909ce34140" /><Relationship Type="http://schemas.openxmlformats.org/officeDocument/2006/relationships/slideLayout" Target="/ppt/slideLayouts/slideLayout3.xml" Id="Re0e44c4c16b44118" /><Relationship Type="http://schemas.openxmlformats.org/officeDocument/2006/relationships/slideLayout" Target="/ppt/slideLayouts/slideLayout4.xml" Id="Rb46bb82f71704b67" /><Relationship Type="http://schemas.openxmlformats.org/officeDocument/2006/relationships/slideLayout" Target="/ppt/slideLayouts/slideLayout5.xml" Id="R3c3de57e74bc453b" /><Relationship Type="http://schemas.openxmlformats.org/officeDocument/2006/relationships/slideLayout" Target="/ppt/slideLayouts/slideLayout6.xml" Id="Rb88aaa2868ac42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1ee40f6064206"/>
    <p:sldLayoutId xmlns:r="http://schemas.openxmlformats.org/officeDocument/2006/relationships" id="2147483650" r:id="Ra9268f909ce34140"/>
    <p:sldLayoutId xmlns:r="http://schemas.openxmlformats.org/officeDocument/2006/relationships" id="2147483651" r:id="Re0e44c4c16b44118"/>
    <p:sldLayoutId xmlns:r="http://schemas.openxmlformats.org/officeDocument/2006/relationships" id="2147483652" r:id="Rb46bb82f71704b67"/>
    <p:sldLayoutId xmlns:r="http://schemas.openxmlformats.org/officeDocument/2006/relationships" id="2147483653" r:id="R3c3de57e74bc453b"/>
    <p:sldLayoutId xmlns:r="http://schemas.openxmlformats.org/officeDocument/2006/relationships" id="2147483654" r:id="Rb88aaa2868ac42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6fc1d85c284657" /><Relationship Type="http://schemas.openxmlformats.org/officeDocument/2006/relationships/notesSlide" Target="/ppt/notesSlides/notesSlide1.xml" Id="R769be9056d9d47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719d28a27e4728" /><Relationship Type="http://schemas.openxmlformats.org/officeDocument/2006/relationships/image" Target="/ppt/media/image.png" Id="R8793926616574313" /><Relationship Type="http://schemas.openxmlformats.org/officeDocument/2006/relationships/image" Target="/ppt/media/image2.png" Id="R0f0534603ec34597" /><Relationship Type="http://schemas.openxmlformats.org/officeDocument/2006/relationships/notesSlide" Target="/ppt/notesSlides/notesSlide2.xml" Id="Ra83d4137817447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ea663d75764515" /><Relationship Type="http://schemas.openxmlformats.org/officeDocument/2006/relationships/notesSlide" Target="/ppt/notesSlides/notesSlide3.xml" Id="R60d069641adb45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5ee97647df427b" /><Relationship Type="http://schemas.openxmlformats.org/officeDocument/2006/relationships/notesSlide" Target="/ppt/notesSlides/notesSlide4.xml" Id="Rb1283d28589a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3f90d7d3037400d" /><Relationship Type="http://schemas.openxmlformats.org/officeDocument/2006/relationships/notesSlide" Target="/ppt/notesSlides/notesSlide5.xml" Id="R765cbabd6fa54d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a66076c2bd4cac" /><Relationship Type="http://schemas.openxmlformats.org/officeDocument/2006/relationships/notesSlide" Target="/ppt/notesSlides/notesSlide6.xml" Id="R1a18af8efe57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2e616e5bd8c4b01" /><Relationship Type="http://schemas.openxmlformats.org/officeDocument/2006/relationships/notesSlide" Target="/ppt/notesSlides/notesSlide7.xml" Id="R2a6b79fc6e4d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a58240bd14137" /><Relationship Type="http://schemas.openxmlformats.org/officeDocument/2006/relationships/notesSlide" Target="/ppt/notesSlides/notesSlide8.xml" Id="R8e8ac27f1e53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c1510b5199435e" /><Relationship Type="http://schemas.openxmlformats.org/officeDocument/2006/relationships/notesSlide" Target="/ppt/notesSlides/notesSlide9.xml" Id="Rccde2e364880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4ff8b0e0894129" /><Relationship Type="http://schemas.openxmlformats.org/officeDocument/2006/relationships/notesSlide" Target="/ppt/notesSlides/notesSlide10.xml" Id="Re10551330e6640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86689f288d447d" /><Relationship Type="http://schemas.openxmlformats.org/officeDocument/2006/relationships/chart" Target="/ppt/slides/charts/chart1.xml" Id="R827455c0690e4eac" /><Relationship Type="http://schemas.openxmlformats.org/officeDocument/2006/relationships/notesSlide" Target="/ppt/notesSlides/notesSlide11.xml" Id="R4de37700630b4f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667f55c6134d59" /><Relationship Type="http://schemas.openxmlformats.org/officeDocument/2006/relationships/notesSlide" Target="/ppt/notesSlides/notesSlide12.xml" Id="Rd22892e752ea46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8aa4756be544d5" /><Relationship Type="http://schemas.openxmlformats.org/officeDocument/2006/relationships/notesSlide" Target="/ppt/notesSlides/notesSlide13.xml" Id="Ra53daa769b8947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d100fd66174c1d" /><Relationship Type="http://schemas.openxmlformats.org/officeDocument/2006/relationships/notesSlide" Target="/ppt/notesSlides/notesSlide14.xml" Id="Rb4d9e241846f4d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4164d543b4923" /><Relationship Type="http://schemas.openxmlformats.org/officeDocument/2006/relationships/notesSlide" Target="/ppt/notesSlides/notesSlide15.xml" Id="R765a9875d97a45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1604b020b6b4ec3" /><Relationship Type="http://schemas.openxmlformats.org/officeDocument/2006/relationships/notesSlide" Target="/ppt/notesSlides/notesSlide16.xml" Id="Rf91cc28f72b646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fd4d476d0146f8" /><Relationship Type="http://schemas.openxmlformats.org/officeDocument/2006/relationships/notesSlide" Target="/ppt/notesSlides/notesSlide17.xml" Id="R9ce15091bc56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a36b492081400c" /><Relationship Type="http://schemas.openxmlformats.org/officeDocument/2006/relationships/notesSlide" Target="/ppt/notesSlides/notesSlide18.xml" Id="Rb888665b17bd4a6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76c7bfa0da3459b" /><Relationship Type="http://schemas.openxmlformats.org/officeDocument/2006/relationships/notesSlide" Target="/ppt/notesSlides/notesSlide19.xml" Id="R07212e219173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3b752aa8cc74056" /><Relationship Type="http://schemas.openxmlformats.org/officeDocument/2006/relationships/notesSlide" Target="/ppt/notesSlides/notesSlide20.xml" Id="Rc4ffc131857542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e4edfa230144512" /><Relationship Type="http://schemas.openxmlformats.org/officeDocument/2006/relationships/notesSlide" Target="/ppt/notesSlides/notesSlide21.xml" Id="Re83e4b55128b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0c5c6fed8b4dee" /><Relationship Type="http://schemas.openxmlformats.org/officeDocument/2006/relationships/notesSlide" Target="/ppt/notesSlides/notesSlide22.xml" Id="R839f767bfec5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b643d2b724f7a" /><Relationship Type="http://schemas.openxmlformats.org/officeDocument/2006/relationships/notesSlide" Target="/ppt/notesSlides/notesSlide23.xml" Id="R7e4c823fe9ce426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9c57fd25cd485a" /><Relationship Type="http://schemas.openxmlformats.org/officeDocument/2006/relationships/notesSlide" Target="/ppt/notesSlides/notesSlide24.xml" Id="Rf549b265ec4944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98d27ad24cf4053" /><Relationship Type="http://schemas.openxmlformats.org/officeDocument/2006/relationships/notesSlide" Target="/ppt/notesSlides/notesSlide25.xml" Id="R9a23959cada04e5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a9bfd020294821" /><Relationship Type="http://schemas.openxmlformats.org/officeDocument/2006/relationships/notesSlide" Target="/ppt/notesSlides/notesSlide26.xml" Id="Rba8dcdefd65a43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2B6DBA2-77F2-4684-B2B0-65A8B637C71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13DB6F0F-F355-408B-8C60-76837539C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7AE53DDE-31FA-46CB-B334-B5FC726BF9A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E0398FA2-DBE9-47D8-BE11-A74A8AC43F8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CAD0D75-2921-40A8-9E1D-9EED95DC95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05307A61-CDC8-4D2A-8E31-68F251641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FAA114F-B34E-4F4E-8EDC-15AA1650C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9582051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E36E7BB-9137-4B25-8F09-922413C59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40553134-2C62-4ED8-AE8F-8E53B327B5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FD90C13D-E51B-43F5-A835-024ECF75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A9CF332-3DCF-41F3-93CD-69E973475B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ABC5C1A-CFB0-49F3-A0BB-2F0DF4FA2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E58657FC-DC8C-4C70-8FF6-0A06D85552DE}"/>
              </a:ext>
            </a:extLst>
          </p:cNvPr>
          <p:cNvPicPr>
            <a:picLocks xmlns:a="http://schemas.openxmlformats.org/drawingml/2006/main" noChangeAspect="1"/>
          </p:cNvPicPr>
          <p:nvPr/>
        </p:nvPicPr>
        <p:blipFill>
          <a:blip xmlns:r="http://schemas.openxmlformats.org/officeDocument/2006/relationships" xmlns:a="http://schemas.openxmlformats.org/drawingml/2006/main" r:embed="R879392661657431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7CC442E-0595-4297-8BC5-3AA326BA1BEC}"/>
              </a:ext>
            </a:extLst>
          </p:cNvPr>
          <p:cNvPicPr>
            <a:picLocks xmlns:a="http://schemas.openxmlformats.org/drawingml/2006/main" noChangeAspect="1"/>
          </p:cNvPicPr>
          <p:nvPr/>
        </p:nvPicPr>
        <p:blipFill>
          <a:blip xmlns:r="http://schemas.openxmlformats.org/officeDocument/2006/relationships" xmlns:a="http://schemas.openxmlformats.org/drawingml/2006/main" r:embed="R0f0534603ec345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BE52467-02A5-4976-B55D-C691BF27EFF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180D32-D74E-4D01-8866-A34762C4DC4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9FB30F8-B62A-4BD2-AB95-094DC927FA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5B2FFFE-A9C0-4D34-8C43-AA14C1F169B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A1275F-AED6-4786-98A9-2540FFF731E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1D9B21-61AB-4EE7-818A-A1C6AD41465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E287DB-BBC2-4FF2-9A18-91566FFD276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8AA4F89-D101-4742-96F4-C0A9C7361B9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E0B47EA-6642-4C2B-AE79-08BA505324E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3F86904-8EA9-4246-8B94-F8AB03E784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0795273-B01B-4C30-B3FF-7CBEF5A22BD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867C4C1-7BE8-4E71-BD09-0B596613D95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A2EB97F-2F7B-43F2-BF5C-0F1B934F728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23891C0-05FF-4061-A2A1-5FD69A4F44F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E393F4A-1236-41A4-AF00-81BAF2263E6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4D21B16-8EA9-4EE6-93B0-D92A2F61B1A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14BABB0-2DB1-4028-ACE6-647113B135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96F183C-CE1D-43C6-8CB8-EA3AB1113E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CDDD22E-7E54-4280-846B-D9063C4B32D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FC9A542-2295-4A17-BB9D-136755E0594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3B890A-CB89-475A-A110-EA049AEC49A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69AF34C-EBB3-4178-8B2E-7678B030242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B995E9A-38A5-4503-AE41-ABCFE333688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F0E0C60-BB03-4096-BCBF-66D411DE105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C6788AE-9D87-40FB-B16C-DF2FE232E19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A0E437B-1691-44BF-A9E9-36B31E77F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201980"/>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6519D89-E511-4335-AF95-6F8231A1D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C3B4C596-0A40-43C2-A7BF-ABC1DB2D0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3C648C2D-37E3-4547-B20A-253A29B8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E2B854F-D33A-42CF-841A-37641CE0C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990A5D8-5E25-497E-9D89-7F4B7D11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0B6704D3-51D4-44DD-B898-9CADB6A525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C8BB0E0-C4A2-4D04-A91E-33559A3C1E0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0C39197-7F88-495C-AA2B-3632C8C56CC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38A221-0C01-4217-A62F-0336022A0E2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19D6C8E-D5AD-44FD-A823-5FAD7109D5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30E9B28-4290-42DA-B9E6-165383CE929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3B5638F-5186-4068-A145-5D24FDCB6AE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FD23244-11CC-482E-8275-458FF32068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A8F59D2-8691-4A06-B407-17D295B684B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6A1AB8-635C-4250-AB2A-F532C0293CC2}"/>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690B4E8-769B-4C43-BA8D-924A0BEC27E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C98E2D9-BD0F-462B-8995-ADA3F51449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21C382FE-C86F-45D2-9342-89831813EB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7DC5980-954B-47A8-B4AB-D1A0A50918D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BCEEF47-3326-4B0D-A524-F749E583A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A1EDC99-D396-4C7B-9120-FD64B45A70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819B19A-90F3-4243-B99A-B68EE92EABA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6C44B12-CC07-495E-B05A-31362AF180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4774BA8-DC8F-4A76-9D53-32CBBC13BB6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C366DE0-F12E-40BB-A9CF-D13DE8228BC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340F273-595B-44F9-9FE0-118B6373A8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B5592D6-133B-438D-981B-D09AA7701C5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3000713-EFA5-4A3D-A36A-2CFB8700DEE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964830-042E-41F7-B533-E6967C1FFC4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61B2E7A-79DE-45F7-9123-959EB157FC6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F3739F0-F11C-470C-A24F-0749EE6BCE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E572150-3875-4154-9658-F5EC3794B93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5975BA22-BD2F-40D5-A300-8A23C5F3D65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38BDFFE-073E-47D0-AD2B-BE8A6738A6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A09DA6C-BFE4-4C7A-A4AD-E9E6272474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EFBC566-F63D-4004-ACF2-BFC345FD10A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2C237DF-505C-4224-9F43-40FAA1E3464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BAC0865-0154-4706-8266-3FED7D75604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513E03E9-B1AB-4ED8-BDFA-FC3928D7437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5B0997B3-BB5D-42BA-8FBF-C44C38D06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FE4E731-30DB-42F4-9CE4-3DDEA6319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1264093"/>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AAC491C-6B33-4794-9EFD-128709DE8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6148BB17-5340-42BA-958A-0511EC708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4C71E30A-AEDB-4231-B02B-BEF23D383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83A6BD-0E62-4D25-BB81-DD914DA5E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E0B6345-3761-41B4-8CCF-429A1F45A2D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7047E76-2EB6-414E-B330-20E90C54CE1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9409EA7-F85D-424B-89D6-6181218BBB8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87BB280-ED17-44A6-A5D8-A0636B79309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ED495-36D3-4BC0-97A5-28585A87CB5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7FDDEDC-0A78-42A4-87B6-ED9F6FB9920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3DCD3E6-9510-463B-BEFE-F89EC611359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BA03C4E-939D-4B4D-B504-F399FEEF227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3D5CDF-EFB4-465F-968D-C672954322F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A36A064-17AD-4D3A-93DB-9D06F0D720B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C8E8039-4522-4D03-B8BD-107C0CC7D2A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A5CE845-F0B6-4B6B-B221-972C1FDB340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9EEBDE0-7E51-483E-AF9B-BC2A16B9BD4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49A89A3-4FDA-4AB4-9666-02859BD634A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FA64C45-708C-49C0-A0A0-9BC6DEDC02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D0270AE-2A2E-4E89-9120-FA0C0606F13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C2964C2-A01B-444E-A46C-A3904C6A9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56598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6D42BE3-7819-4506-9513-8A964081F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3500DE24-0887-4868-A22B-B589E8D05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AE98A3C3-CB24-43C0-8B98-102C4E116B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B0BE628-5DB1-4A38-B940-688BDAD8D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858377-3F89-43B2-B457-E96A742D9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5CB9C2B8-98D8-4835-925C-08E0CB4FD56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08A3EEA-ACEB-4A8F-8E9D-A7EBFF884E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76DFB53-3510-4D09-BBE8-156290822EE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AFBBCC3-6D81-4021-A2F1-1CACDEB1914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15AA1D8-75FD-4FB5-852E-9984066BCDC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D1D6D96-4F08-4476-AB11-53E98C99CD2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B7D8B02-E4E5-42FD-B320-C105EFAAFE9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423FAE2-AF97-4A81-9DE5-0EE57895527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314EC32-A7FF-4D78-B3DF-914DB34292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EC27E13-0533-4E16-A221-297822F1E7F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BEE237F-CF0F-4BE5-8B11-41DF48FCE01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E7E813D4-6E3C-4FF5-A1D3-C487A78FDA8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C59681B-5AD6-4908-B94B-02C32EFF87A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06F3375-00B9-43B1-83C9-0FD48C48090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B747EA9-2353-4B1B-844F-B0EC297AF82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EA15955-EAD5-404B-8290-F5F96C749A8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9D2A686-DE40-497C-B517-33BA99ABBE2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33BF113-103D-4FA7-B61C-92E0B5C87DE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DEF1B6-0BE1-4F1D-9AD8-F523CB5625C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7783648-369B-474A-94E5-5991E182538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2745C8B-F88B-4B8E-A777-051395024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33827909"/>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AEE0D41-3170-470E-929C-7EA03EBB6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321BDD89-7A3F-4D7E-BB6B-B997B8100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738EC288-7618-4564-9AD9-456121B2B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1649F9A-DD77-46C9-9ED9-340540606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E11B667-C292-4BAA-9D7B-65E32F2C3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66FF56C-0522-4A9E-980E-9CA284281D7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A62A34B-B7AE-4008-8E96-102A02E305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8CA1CB6-D488-4DA3-87EA-4C3206BB9D7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AE19D51-77FA-45F7-BE4B-A27919A43FD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1265775-23B9-4ADE-8D56-09F5AF38667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D4E902D-9FFC-4982-87C0-20EF9305391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E0F0385-5CD0-49DF-A077-AF2104212F8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319534F-5CB3-402F-8C31-7B294B5271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F734B67-5757-40DC-A262-961BA4D2F26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AF0F5E9-1B28-4C4D-B4BF-AD7E044F931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90ACEE-0F2B-4A7C-B2A1-4E85A5348F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4E3D29C-5BDC-4545-951E-F371146910F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AEF6C9-7271-486E-893D-2CF8F79B91A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387E0DC-8FDC-48C5-B1F7-71059330735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F308FE3-FA5E-40DC-84A4-4F9997D473A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D0FAE0-51DB-48C6-A871-17809BCFD2E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C22CB40-C1C6-43C9-AA81-DF409BD938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D6CD49-41B4-4569-966B-D48ABF224C9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24C6DAD-210E-40E1-B0AD-9D3F09CB8C1A}"/>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DD84A1-EF37-4B73-B1D6-7B989247899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ECD83BF-D8E0-4992-BC5A-BC70612F187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5FA3A69-F7A4-4943-9DEB-F01E2CF4E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B9E1727-00B6-4CBF-8F35-880750355F8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FA535B6-A4C7-4BF5-9E50-13461F22002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A5E9831-A5E6-4F00-8A23-E662A02818B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9767D52-EA44-4D33-BF68-017F493481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1432487-43AC-43FD-B5F7-C1E599F70A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535719"/>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CFBF1A0-DBCC-440F-9010-BB179DF16E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2BC5AB60-A05D-47B7-B507-2B0B3F3A1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3C2D2A5A-F868-4F6F-99CE-423FF6C4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0287C21-A711-4589-A8D0-8669B2426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B656F7-F25D-46F5-B2D9-E901740BD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45044288-B738-4BB0-9ABC-AB74EC53615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17296E-6564-41E6-8204-C89F538AFBF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42C0397-D0EE-43FB-A83E-0E65BE943F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3728D9C-2C9D-4ED0-9C2C-3F634D04398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C8CCB39-9769-4A80-9ADF-54A226227B5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79B8AC-0D2E-48FE-BB0E-5B3D0BDE8B3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E9CA8AE-8FBA-4CCB-8A2F-3BCD04B07EF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A6B3E0A-F426-4AA7-85A7-E3B1E52DA3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30187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2ACEAFA9-7B75-413A-A1FB-CB8AA9BAC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C04A5C42-8D2E-45BF-800C-4DB99EC10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E8745C39-1193-4D19-865D-D85E8C956E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A760A79-F8B5-4264-89B0-039B446CA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F8869-A353-4A9C-8D27-84329420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AA1BFC6D-D4EA-467E-B262-F5EC9154E3E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2314F48-EA2A-4367-BAB1-3445C6717D69}"/>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CF995486-0266-4F90-BF66-FFDF7B38CF95}"/>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5A64F4E-85A7-454A-B4B1-76E4167A18D6}"/>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5FDB066B-AD17-46DA-A692-665E741B3E52}"/>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0BB83D51-FFAA-4E12-8B90-94F75023D770}"/>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A8F80204-3B15-4F3D-9F95-FD441EF1627E}"/>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3C11C58-5519-4F1D-B577-64E3A619DE87}"/>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A102647-6CA6-466D-9073-CEEF76778E0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F2A362D-22AF-4CAA-8B0A-40B9500C247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5EBB0197-BB1A-4746-B6F4-28078A851D4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CECAF66-0A30-412A-A1FA-A11AD5A368F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FD980013-C702-4DDF-B295-5F69D91B2A2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10AC0865-E6C6-4AB5-959D-D46D8B7B084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0F180B88-DCAE-4DCC-A7ED-341130B06FD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72FDDD82-8A35-4828-A33D-F028C376D50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209319A-E819-4276-BB3D-905029BE37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079446F3-9468-4B3D-921F-96469853DF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205712"/>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F611DBF-9AC8-4D9A-A5E5-3A8B421A6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A30E9DD3-A546-4350-B9DB-DE06695271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34670E68-F1A6-4DE6-88E3-9FA630FBD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0FC5A52-71B1-4C80-8A98-10A0E711A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6D4706-0B93-4BF1-AE6C-C573663A0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B15032B1-8E5A-43D7-BC7A-749D49EA3B6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117027F-AF85-4529-A2A4-7AEC1190FB9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1D0CFCE-252F-4D34-B870-204DB04FD07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B02A6F-E564-4C6B-A759-D3FEEA28CFA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6B018AE-D5A5-4872-943F-A065D0653E3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53BE884-2780-403F-9428-C674B5A992D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48DC4EA-3516-4777-A90C-043558EB00B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C36239E-74EA-40E5-91DD-B5DB5B2F8983}"/>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F798C8F-4D48-4EB5-94E2-588B00DE3E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2817D15-5140-403E-BD4C-DFBB5EE82B6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656F19-0380-4A9D-9C8F-1792A4CCD97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D967A7E-9501-4728-8F0A-138B4C781F4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F6F5358-F60C-44E2-B00D-F4769F048D5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E37F4E3-3A0C-4470-B252-08598479092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5BE3639-3018-461C-A58C-641106065AF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15DDF89-2E2E-4C64-A342-22E4C2EE13B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93355AF-835B-4A49-AB8E-C57B334376A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BA10B87-E575-4FCC-8552-9EDB3962E4F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C3105A0-6F93-4DF6-AB83-F108165B5E38}"/>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480621F-ADEB-499D-8968-614F2AD37B4F}"/>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59BF6C3-51A9-407A-B1C2-AE382AE4689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8D30F1E-E5F4-4986-AFAE-2527A391A65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494217-88A5-489B-97D9-E065B613B5C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5D7438F-1C32-40D3-8F65-C1F3C2C2AB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D77C979-7AA7-4949-B971-C946E378453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43990D-001E-42F6-9504-4561CAC681C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18BA95B-4698-46E9-884A-C8EB57AF2F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C59142BA-91C3-4E18-87AE-B16A0CF3C8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3A538F-1BAA-4C27-A779-308151B1405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CAD22F8-E338-4CF9-A618-CB7D1AE0EFC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217C6FF-292A-41ED-BA29-BC4F5E31D94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441589B-2502-4DF4-A776-5CC294D68EF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55C5D58-649D-47C4-AA2C-3ADB73C31F5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A2E3BEB9-B81D-4D17-8350-F5A06647665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AC1809C-EC5D-464E-857D-7DFC888825C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F8DD025-28F1-4FFF-9094-CDDA93CAC1F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4477412-0322-489B-A8A5-87F154FAD4C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2CCD83-A970-438D-B35B-AF11914BF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74262140"/>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41C6221-52D3-4A57-81D0-1E6D76DB2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1145DC03-7A99-4428-98B5-313F37DCE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A2BBD7A2-3CC8-4A82-829C-9CFA5A80B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507BD04-4986-4F53-9DFF-19C2CE2DB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8E99E0E-2F2C-4B2A-8673-DD9335B63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2D280028-E3AC-4724-99DE-EAA261178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499643-6877-456E-9226-EC00845E5F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199F958-48E7-44DC-BB75-B7ACC01A83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F02AB91-BC2C-40BE-9E61-6E8E7958F42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B814E5E-8835-4B94-BB59-56284CC8E7B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F54C1DC-5D9F-4AE3-A498-10310690B34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804B549-48C2-4EC0-9587-30BBC482C18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3AB848-B773-4952-A863-9F0FE31CFB0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BB7A240-1D08-491F-ABEB-1711946D337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57451FB-9D85-4446-9F18-D38E83BB644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80F6646A-8B86-4451-A680-2DA11364D23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71DE323-5FCB-44E0-8CBE-BA24981EEF7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E289BCC-FCCA-412B-8D79-1DC8879356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C98108C-8E2B-47AD-8FA9-D122D804BD7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6F477673-CBBC-4717-8F3C-62FC0AEBD92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8ED3890-CA96-4EA9-8230-A360C71394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DFBC58-4F48-46F5-B746-661ED420E2F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58CC19E-6CDF-4FCF-B0C4-0D7F7FC855E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6881C45-BEE8-4392-89BF-FC4325A072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2D7665E-B6AD-4CDB-9EAD-45EBFD829B0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DA8CAE6-5A0F-475C-BDDE-55BDDCFF577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AC73AC-F527-4A7F-B0A1-EB4BFEB7223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D07366C-7486-4BDC-9F64-DF7C62F137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346C8BF-7A8E-452C-84F4-45A54F4DFDE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427224-8DD6-48DC-9FB6-AA74D16AAD3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F0695FF-C930-4098-848B-47A1BFCAFE7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D0CBA1E-1384-4792-ACFF-F7DE5995B6E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9AA3CDCA-0619-460A-B172-41B590E9A0C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17928FB-8706-4DB5-9DC0-B9C37CF3B8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3B7732CE-56AF-4A96-AC88-4BEB697CA5F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8EDA3D3-D4B1-4B4E-A9D4-85D815BC5A74}"/>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CB771F6-F536-4322-A203-419A38D8BEC4}"/>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197C86-FE81-42EB-9BB6-090436D233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BAAB4C8-DA18-489C-9426-18E1833FA4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05C7733-5FF5-4E97-904C-3B190A88DB8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3C02730-C107-4204-BBD6-3478DB19877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CC6D7DB-47D2-427A-A3BC-7C01AE9A855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9FADFC0-C247-462D-956B-2535C5F3D56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BFB63AEF-5DE1-4293-9E2C-5F7984A7A56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EA0A2D3-31AF-49D2-B6F7-B716C25FA6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DD7657C-3ACC-4C09-853C-DE17D5E73EB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7BF276-3A6D-43E1-8040-2B95A8C2CE5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0725452-F24D-4E9F-8966-5B8500E0E81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8AAB2F6-5030-4DAB-A618-9C151C7D6C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CB3DAE2-F209-40EF-8D9A-3CBC903DE67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592717C-096A-4162-AEBB-575A2D59267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D835E47-42D0-47D4-9129-82C5A994301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824A01-D7C4-4665-9B22-71D66DF6B3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7C87326-5DE2-4896-8B8B-ACC7733476C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6170200-6A3C-4C50-A7BB-8A5DB89369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38DD8C8-4838-476F-AF7E-BF968A4A9E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C1ABEA-C88C-4894-9805-6FB7311181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29503431"/>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E67251D-02F2-41B9-9A90-97CA1C15B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B073BAB5-8EDA-4830-8FC5-561D2524F1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5816CD82-CF4E-4DE1-A3DE-40D91990F5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E0F674B-1550-4544-9692-11E7AA1C7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E851817-F973-4DBC-8202-53F6DB9F4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EAD5CF9D-A461-4AA2-BB14-A78A90D10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0E6F5CF-8EBE-4BE6-9037-C2D8ADE17A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99E31DC-4237-4D45-8504-866B209C5E4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EDABB54-2E0D-4DA4-B522-619107D9DB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780443-84B6-4CF6-9620-C0D6FDCD7A1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2A7648-1B2D-4AFD-9175-75D763F052C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192B0-9656-4919-844F-81172FF97C8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7DE12A1-E34D-4910-A37B-5EF1286B7C7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164405B-3F89-45A8-9177-5FDF1F8DEF4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27455c0690e4eac"/>
          </a:graphicData>
        </a:graphic>
      </p:graphicFrame>
      <p:sp>
        <p:nvSpPr>
          <p:cNvPr id="15" name="Python 할당 피크">
            <a:extLst xmlns:a="http://schemas.openxmlformats.org/drawingml/2006/main">
              <a:ext uri="{FF2B5EF4-FFF2-40B4-BE49-F238E27FC236}">
                <a16:creationId xmlns:a16="http://schemas.microsoft.com/office/drawing/2014/main" id="{97E39914-4177-4CF1-B841-AE537909370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38EB851-3561-4089-8700-9BEB32EB6AF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EF5145-0FCC-4575-A19C-8BF4A719AEC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2DABBF3-4BD8-43EF-812B-EFD59361F48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11E1B2F-99CB-430B-A882-3EAD136E3F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902BF47-FFA7-4861-9852-96160150BB1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845D245-FD60-47C3-94CF-637466B02A5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C55AAF1-395D-4F4D-9C96-3CD35EB4669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242109-94D6-4A6C-B196-FC10B69E6C2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DC2F084-0A4C-4124-B42A-ED176243953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5D7BAD0-ABA8-4FA1-84BE-05DA2ABC80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165909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701074E-24DA-41CD-BEBB-FAB3AD2BF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900259E5-C64C-4D92-A1AE-9A51483BFA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FB55453B-1552-435A-B4B1-AC3764ED5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7D7B662-C668-472B-9854-EE5F98719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EE72F7C-451E-4233-86A9-1400E02C8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ACA7667-70B7-4E21-9ABB-43398E96A70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32DE924-0919-41F9-9F26-1B39F6753A2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C9A609D-E91A-44CC-8E03-E9956975590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2CFEB7A-0729-4059-A1FF-577A5A7FBD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2F303-2B26-4D4D-A966-05D03ADF5C33}"/>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A5A8FD4-1F28-4023-90E6-6E1C21B380D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51686C5-A02B-456C-B08B-981992D2931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16DE62-A5B3-4F92-97CD-E09ADD3E34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D90E059-8B6C-4A3B-9FFE-26B6317CE5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536B8C5-4F8E-4427-91E7-2AA0561EE59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E5051E-1CA1-4A5B-96C4-73AF24EB31A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0B4887-E4B8-4984-BFC8-42AB20F40CD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347C10-1660-4BFA-ADCA-B0EFAC9E7A6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80EFDC6-DBB9-42A2-9243-09B7AF7F73A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E436B36-72F0-47EA-B7D8-8944491A7135}"/>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981FD4-B9D0-4B08-A3E1-7F854640041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0BB634E-A151-4072-9035-36222DBBF7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8A9F88E-8854-4721-B648-B0DCE4B9FA5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119B60B-3378-44F8-96BB-DB34E2E12C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A50365E-C038-4495-9B69-2D2DE272D0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FEFD1FE-3AF5-4602-9E30-F09519CF117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4C9260E-BCAD-434F-B141-B5357AA8B4A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373C05-5990-4A14-B53C-3C1B73538EB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98A079B-1E5B-4BBD-81AB-DE36370A3E7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CBC719F-D519-4E20-AC14-98C1D9CED22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5D1989-C2B9-425D-B3BB-FE1685FDD07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768621E-C2E9-4AC3-9A3C-E01F7EA7FA4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6492E9E-D10C-455D-95B9-C4E95715BF9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9BF35D6B-96E2-49DC-87E3-7BBAEDB0E2D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993F017-5A9A-457B-B206-67E6351870D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52608BF-01B0-47F9-98BB-9AD8389A7C3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1519853-BCCD-4EBE-8673-65746F64714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34B3F09-7EB8-453E-ADA7-C3C8C86F349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B054298-0730-476E-8787-A93D7E58B25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7F323AC-0A2A-4B2F-9C61-73818F0D712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3458DA18-0C79-4B71-A9F7-08BCC652865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BE29B71-B99B-424C-A26D-F96FC85AE30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7107903-1130-4BCE-885F-B8C8A900780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A2D4A32C-336A-4B54-B9BC-C53B4A962A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D7A4CBC-ED78-4094-A894-C176563AEFF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280C2C0-7ABA-4199-9BF3-CA3094E5DC2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8034A24-E0C4-4045-92E7-120C1B22B87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043CC60-8F3B-434B-A180-83FC97993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4588679"/>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0F8212FE-5C81-40E7-AE0C-20166CB20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E95DA9D4-18A0-4CB1-AA41-AE463FC3E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B541A650-6538-4C4B-B3F9-3E157B7ED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2DCF1CA-1AE5-4C18-8613-D985D0341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8638E0-D701-491E-84AB-F5BB3F9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7A27B94-342B-41DF-AF10-2E8DE2632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3997C0-6BFA-4DB3-BA45-2BAE7098363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3FD3128F-9F95-45F4-91C2-1D9384EBCBDC}"/>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A4A5F5B-B8DF-4121-ABC1-66068920C9A0}"/>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961E28E8-3245-4E8E-A430-4E53F9F330C1}"/>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2997EE55-C554-4C79-82F2-FF3CD57D8104}"/>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9A8E2168-E575-479D-A2DE-00693CDF2113}"/>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26F27DB4-F22F-45A3-9FDD-4C12EE6859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32EEC7A-843C-4902-ACD8-B78326647FD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D5E88669-A700-4873-B9F2-916AC520E04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A4E879E1-C5B1-43C8-9318-46458E3FF6E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FF17CBB8-7B44-4C03-82BC-47CFEC48AD82}"/>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54AE034A-AB12-4A2D-AD0C-5CF81BDE6AA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F0A1C6B7-DE34-4971-AF14-04FD177F33E6}"/>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27900BE-91DC-4E09-BA85-4AAE1B0925C0}"/>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236DD0A6-B6A4-4D96-BCCB-39F1668302E2}"/>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E4E19FF1-570C-464D-AFF5-33B188B0C9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6FA4ED9-EE2E-4F19-84B6-92474763BC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28BC058-7B7E-4D6D-B60F-521C6613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408860"/>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91AAC60-7FE3-4F32-85D1-DE77A0543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BC1D5CAD-BEBE-43E0-8EB4-33D910238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7D415275-E16A-4CE9-9939-0BC4AC157E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7F7E38A-B448-4CFF-81D8-55809ACD5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34DA44A-A0FE-4290-A84F-FA48A241E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C928C808-144F-4F49-9E65-D7EE80F4999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C41C86-DBD6-48D8-8CE6-85CB56D7588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8793302-F270-45E2-8EF7-FB86CC1CBA5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E861A1-040A-4C8E-9440-45BC02F29C3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FBD09B-F42F-4BB9-9F97-B9A07F6883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3BD8F74-5217-4036-9B80-E1E232198C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F1CD16C-5D67-4B2F-941D-A66A3F9A404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DF81AC0C-0207-4FC6-9C3F-B31BE30DE5F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B2B8A54-4E1D-45EA-9272-5272FA4CDCB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9C467A-B8C0-4D09-B77D-F29F4598286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9D65C28-39D3-4D68-B869-DAB5FEE2852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3AAA767-B089-4538-ADEA-DAE65E672E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1ABB73-44B5-429B-803B-0C13112084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1CA4E8-90E2-4D5D-ACD1-FABDE5DB758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81C6866-463F-4F11-B712-4321815E7E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3CEEBC4-8B3B-4162-B0AF-37E40DFE940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503441-57F7-4AF9-9882-8DC59D06A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1741723"/>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338E7CC-AA23-4C4B-93E4-09640C29A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165DACF5-2256-45F0-83B0-5E35813DFF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B80A0401-9F83-40AF-8FD1-732C1BB086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100C4D9-A116-4480-B656-716B2F2A4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DB07525-2487-4F98-A213-6A72D8EAC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5E0E500-8FB3-490E-B83F-57182102E8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05F6E61-59D5-4C48-96F0-90E7D895902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6EB810E-DF13-4C86-BB25-02502809634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B1C61-7BF6-429C-8B8C-F473AACF2F5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B059B34-6951-4683-9306-432761549B7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E340CB7-6D91-4B41-99C4-898169930A8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626F2FC-FF42-4C70-83BF-A2BBF547423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F0ADCF-27A3-47D8-A5CF-FBE3FC466ED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7F7534A-456D-49A2-90DA-A144550AB9B2}"/>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F437811-11DD-4280-B463-6FA6F5303DB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C2F6EAB-ED8B-4B3F-B144-25289597D22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44C04CE-0B16-41BE-9508-C78755134EE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030BAD3-188C-4513-BC6D-82E9D91FC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83D2C49-6793-4DD2-8E1E-BD9DD9E9AE6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B634B25-4254-47E9-A332-2011BD3519B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BF195C9-2C11-4385-AF83-EDB5329C10C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194DBBF-1752-4BAC-B44D-93EDDD04DE6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C79A52A-2D55-41A7-8783-17F7EC0D610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816C224-31BA-4BA5-93C6-F0DCAEC84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273602"/>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9D78628-EBD6-4772-960A-CA022694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47DE8C0D-9459-4C76-9326-6DE19ED81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A1D9224E-BEAD-49EF-B38C-7131BEE77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423F64-7D33-44AC-A683-171158ABA5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0290C6B4-F406-44B3-BE8F-6393C33062F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E34E63B-7F6D-4852-8F56-A35B070735C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B460854-E220-4E22-8421-4B948ADED6D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F778DC1-8068-4CD7-826B-074760F312E4}"/>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BF87265-BDE9-47B9-AE04-55CDF6832D3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BD84824-D5B9-4637-811F-10983A1EF01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30DC88E-5F98-4976-9EEE-C8C5FBEB9E6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400BF68-0C9B-42C6-9BD7-97700910666B}"/>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4C2204C-3A1B-4F8D-9072-841E8146B1B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AA938CA-851D-461A-9D7E-3A903D4923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7010B4B-909B-4ED6-B97C-CB0E4DDAA48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83A5861-ECB5-4031-8856-77572956E78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684C5B-98C0-4991-8C34-117DDC636F0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35ADF94-40AE-478A-9B50-2A307592697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D8E4E53-A378-4454-A16F-DC5B18B3457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B008306-659C-41C2-9BD8-DA234197877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7E65FD0-C650-4367-BD0C-BB4B9512B09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11DCE08-3DA4-4D21-8CCC-61EEC58EB11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1F71F8B-B139-40FB-91C5-F5E8032FD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CFE0C6E-6DAD-4003-B175-099058BE3AB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14C66C4-78B9-47BB-BBFE-50046DF1E5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8C1BC73-3E1C-44D6-AD42-A280F64F3B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21EDC6C-D539-44F5-A9E4-465986912C0A}"/>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8E84C40-A1A9-4F1D-B3D4-4C2A5A0F615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98B343A-6268-4C48-B695-3B68E9AB11D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1A72822-6B21-44F8-85A5-3ECA6F44C9C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7D29651-2754-4A4E-B203-585910C55B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B61FA18-BF25-4DCE-8C74-FD6561DE31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5E055D80-1328-4CD9-A8EF-EB76BDFE0F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979019"/>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47744D8-D397-447E-858E-D57BBF993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E15798AE-B4A3-4BB5-8B43-CA38A802F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5E4FEF88-F09B-4E53-B037-E811012D9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A7C6C1A-D1D9-4D6F-85CA-AD1097FDF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F167F7-4C2C-4FF1-97B0-34D02AA9E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62DA411D-3F77-40AB-BD03-A8BC883393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35D019C-DB3F-4A25-B69B-CA20D51A666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59AE1A-A203-4CF0-A94C-3B4D6CDB566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128DC9FA-F6A8-4B94-8C5A-D3754FE9F9B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CEE62680-9318-4097-9E18-EC9000C1B82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4C7E1D7-9C8C-465B-9C76-11DC95CE4A1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143890A-18F2-485A-9A71-6E3BDF4263E2}"/>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B31EDFB-F7FC-4A3A-AD8A-565E5228D06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285570F-4250-41C6-8D43-57F21248C8A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AF26F6C2-CA23-4926-9C2D-40E4A946E66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BCC94D3F-4529-411D-B559-CA51EC1474D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87CC5A9-92B6-4747-B34A-F743B421664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BE7E86E-C12C-46F2-9A51-118639E1A80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1D8A9C7-2980-4EAB-AF08-D75DDF427B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C5643C-CE58-4184-84A9-D91BAA84E59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A4D5258-2ECF-474D-ABFC-9610497FB1A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6ED5D84-8463-47AC-BEB8-3E085A90E5F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DC9E9C64-31F3-4134-8E50-BDFB8ED1827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F39187A-B3D1-4138-A9B7-EE0F7B390A0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85ADFA-D7E2-4277-A3C0-94FA2D0262E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960573F-67C9-42AA-8C42-684CFDB7CF5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411FB0-C073-4887-B24B-08D5CC39A66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6F2FB17E-1FAA-4D69-9861-A692D84C9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212550"/>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FA2CA3E-B87C-4842-9B4C-9F4AE3F74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D22E64ED-22F2-44C7-ADAF-7329F2F18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5AE0F7EC-9E14-4066-99E9-971E2AE9E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177AE77-E99A-4B7D-905C-6E91C62F7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95F24B-0705-4087-9093-4B60241F1E4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DC1548-4694-4F4E-B72A-1B267F19755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7D2603-6797-42F3-BF3B-1A2EF0C046F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6C40E41-20C1-4A1B-9872-A4E802AAEF6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EFB5CE-1062-48EC-85EC-E2615B77DA5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53504C9-FB35-4AC9-98F3-3B59CC86825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39AD136-E6DB-4695-B74B-7B09DC11B2E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2FDD75A-C5A8-49E9-8A87-43FAF1774A1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A14E01D-7368-48BE-AC91-A916EECADA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5BD34FF-8CCA-49AC-827C-3829B174FA3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9C24F9D-509D-4CC0-A211-7B0861FB4A4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3B0CC7EA-1759-4DDB-8A6F-93B673CB500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5AE70D4-7312-4F10-A683-2D99FA8D0C1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4561F1-723F-4555-8277-22ECD9A49E7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E0CD5E0C-488A-4A40-BA77-556D42C53BE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BF3621-1C18-48A4-8F02-C0B1E1994A1C}"/>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76F391-6947-48E0-A3C0-ADF0758D126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C8830C5-6F6F-458C-824B-E3A467D8030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FD41F3F-010C-4E43-A5BB-3EC6A71EEFB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4ED2F43-69BB-4720-84B6-BE63862E1E5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CA91ACAF-DE9F-46D2-B7A9-CF39F8AADDF5}"/>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641A2B0-B8C3-4E73-B918-FEF4CC821C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610D187-B3B5-4F81-81C9-C8A29D4041EB}"/>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09B0E3-22C6-4DE9-B4F7-B7ECA815B08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EF08F3-AF09-4E75-943B-3E31F6812C1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ECD3269-EC41-4C1D-B9AD-1957A376357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9844B6E-DAC6-4EF6-AE0D-BBA13BEC9FF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8D59BA2-D885-4D80-8B9A-CF08185A00D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CAB60EF-A60F-4CF8-ACDC-6970F805E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57323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ED59F14B-C1C8-4C3C-9996-71130D889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BDE988AA-2AFB-403B-876F-200F8861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A6661E97-8338-4AE3-A255-8BFB363C7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0D572CD-63EB-427F-9524-E68E3C179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DB08B0-B830-437F-A028-947E3CD8F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70A9D600-625E-447E-98B1-44641F42C2F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CDC7909-70DB-4803-8341-580C817306AD}"/>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03581E0A-0510-4878-8893-6D172A1C5A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B049A8D-482B-4822-A691-02A092F1B2B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7DD1DCB7-E920-43CF-A5DB-FD47CD957E41}"/>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528317-5D69-47FB-8F02-081EEEDB841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CF7EB25D-5316-4A5A-A101-14609467C9A9}"/>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B1F61F37-1ABA-4CF2-B4E5-19BC4683B53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8A4A900-9648-441D-90B2-1F68F4B523E1}"/>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45E9DA8A-EAE3-4C90-BC88-4B249D09B29B}"/>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86923DE-26AF-4524-BE10-12CFBF37593B}"/>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4BC077DC-428D-49C4-A3F7-125F8435BF3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4CA3BB-2E9F-41BF-A807-AE32530FB7F8}"/>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0498CCD6-3C60-4D94-985D-222738B7869D}"/>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1B051FF-EA67-4811-AE7A-7D1F2B17715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066D843-6995-4BB2-BC2B-C3DF44CDD62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5AE8622D-F457-47C6-99DC-E4E115E05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45897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E7F8F110-DD3D-4D3F-963C-60F796C671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8BADA591-70C8-43A6-9BB0-DB4979198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60D659C5-D3E1-407D-8A21-6A99BE728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62EAD4F-E50B-470A-B3A0-07B95414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F9D7980-BFE0-4598-8CA9-742FB606B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7E16235D-FB18-41C0-AB98-123EEDE67E40}"/>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2FAACC1-A401-47C9-B27A-B209C4A277D8}"/>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EC4EC1A2-2B1D-424B-AA73-8F7AF624CBF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0E175B-02B5-45FC-86A0-67691CE1FD4F}"/>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A5A68757-A225-4BB2-8DED-CE7662C9001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6B5AD-4118-4C49-BB57-8928D72CB1D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6F3A6681-BA57-4E95-B45E-5F598E5F495E}"/>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AE55C31-4013-4F07-B434-6363CD301D9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49029DA-C53F-4E01-A737-9E5EF6503CDF}"/>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DF179BD2-D60C-4A6E-B9AB-91B3E29B0F5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0E71B43-9B3C-48CF-B1ED-D8AC6F6C09B2}"/>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0640DD1-60E1-4017-A907-73380B1DD40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895D9BA-047C-4DED-BBEE-FAAD1A4E3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7377664"/>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601DF3F4-5E78-4E04-A452-826BF7AFCE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D2728EDD-AA78-4B89-9D4B-D4687882F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F0EA154-5902-4EF2-825B-6C09159AB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1F95477A-B49D-4556-BCC7-3724C24C7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334FE-E375-4602-8894-86D9160B9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2B46D4FD-3F5D-443C-9D0A-06A9DE6E6FB2}"/>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46FA3124-898B-46DF-9F3A-9364D10C4DE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ED0C2A9-4179-4840-BF5E-59423C4942B9}"/>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4D54BDF4-AA0D-4961-9B73-ED2C703A31E6}"/>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DA3FE2B8-3DE9-4FF8-AEEB-601685732D17}"/>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1F342B9B-5919-4FD4-9A5C-FB00261AC5A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09C62368-4A6A-49E2-82AD-B27C43DD0AA7}"/>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0D30C02-CE53-45A1-A885-8129B8BA95DC}"/>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D9A4B81-DD8E-4500-95BD-ED0C49F386C9}"/>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29FEFB05-37B8-460B-AC5C-F01BFA0AF1F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2CCC5613-ED3A-4CBC-A8CD-455E257B13C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990E1CA-90F5-4E62-AAED-73020634B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552751"/>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BA10D2D-F4AD-4C69-8F3D-6803B81D0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28E56F6A-44D3-4111-A89B-BD19980DD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25069F7E-917C-43FC-88F3-25E0FBFF6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707268C9-FFAB-4CAD-985F-9DB5C3637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2A5D2EA-36CE-47CA-AE9A-C7D13E86DC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8E2DEED9-620D-4E86-90BD-04891311CCF3}"/>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20174336-411D-43C8-BC4B-D68AB1277E8C}"/>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DFCCA9C3-626C-4A71-9058-97142C470252}"/>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2CED9AD1-0046-4076-B597-78FFAE069CCB}"/>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1E3E3BF7-8CE8-4D38-A0C4-23D6F1BC38D4}"/>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A2DF0CD4-B945-4C4A-8306-766EECA5EDD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17F94AB3-EA8E-4F07-887A-8022310CFBD0}"/>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1D0F1771-1166-4124-A2DC-7558426610BE}"/>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71CF82B7-D94B-4E13-AE5C-5A6CB0EB0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53849"/>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B8EAE0F-FEF1-4DCC-935B-702972A0C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ED59A314-20FA-45C2-B521-551937931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7FAF5A0B-0581-4E98-ACBA-3F37B2C8C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238E411-C12A-4F4B-85C7-8506A72D7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B62F4EC-3131-45E7-9DB9-F98A3C932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A93BBF47-C8BC-4BD7-88D3-4A7505AD92E1}"/>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088A864F-A333-4A0E-AA67-A42FB837258E}"/>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9D4194F1-15E9-4707-A301-4A9232C29437}"/>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6EF9E37A-54A8-47D4-92FF-59BBC245130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F84F51C7-196A-4884-B5F0-A5A18700D1F8}"/>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08A513E-9B38-44C7-9A07-239A59B36C8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0470F37-8249-4B11-B32C-D00A5CC7CF7A}"/>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7FD3C73D-0F27-4336-B064-E18B1C74351C}"/>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6B5D777B-9B7A-4A2D-B655-3C78CA3EBDAC}"/>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82DEA325-BF77-4368-B813-EF671DB4F16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9904979-DFA7-4254-AE01-418FFCDDDFA8}"/>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197C587-CC54-4BD4-B18E-5C9596BFFB88}"/>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CDA4692C-E0F6-4464-BA82-D15E9F930031}"/>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E32BD2CC-5FF3-4F4D-8048-420FBF1956CE}"/>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653C60D3-52C0-4603-8D18-3AD448CF811A}"/>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EE7530AC-4132-4276-AF19-C3EC9F3EE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539278"/>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E4880A8D-B7E4-4349-996D-C2C309E9B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C4F74048-8DF2-4175-B2A7-5814D9E32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179350F9-E644-4A49-AC7D-576703749A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6657D10E-8B9D-4288-9FCF-FE2D952A9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07D3DBD-5D0C-45DB-86F4-C27FF47F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B1BA328-B74B-4434-88A4-5AA1BBFB5DAE}"/>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FFB712AE-DC70-4B5B-99E7-0386768C67C4}"/>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501ACA4C-5E1F-49EA-9F0A-CC0FA4487593}"/>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25869E-5283-4FD4-83F9-C7C3FC6C4AA1}"/>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164065EB-12BA-45FA-B45D-25250BC96616}"/>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C76CAE02-5137-4D5B-A8A5-91E380DFEB0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4DB4C8D5-7469-4D6E-B02E-E058F0799BCF}"/>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DB485765-85A9-4835-A0F7-1AC56E968A01}"/>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FD9B8E6F-A71D-4D5F-A779-5B9D5BB40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233814411"/>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9E280D5D-7C61-4535-841E-1CB41312C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F2A6531D-F63A-4C94-85F7-EADE5430C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4E1B12BA-3EE6-4D10-AAAC-6848FED60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9B474BE6-17EF-4CD2-80CB-9ABDB0009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2546C5-F1D4-4094-AC94-7A76D4A70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2B3DF651-92F0-4588-AA2A-2C5AD139A8EB}"/>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2A76792A-4290-4CB7-8497-3EA858DFF4ED}"/>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21ADC764-1335-42B3-B21B-5EFED7E2D00F}"/>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F9F0662-BB1B-47BB-8F59-E2A07C4CAD67}"/>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70D1F434-8629-4F89-953F-742A1DAD6CD2}"/>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BC7A1E26-5F88-4AE8-9CE0-258C8E105C8B}"/>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998652F-62FF-41E0-B3B2-60B58F517E4A}"/>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4EDD277E-D6D6-4DF5-9E1C-6F357EF9E2F8}"/>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615CAA30-767D-4255-84CB-2D1091725312}"/>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45F56C15-334C-4CFC-B9AD-983AF5CDC29E}"/>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48C658AF-7F4F-4B37-9A8E-06BCC09C2A43}"/>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13F7C10F-0D90-4D84-B5A0-962E372AA9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E515BB44-B479-43DE-AE4C-ACF181514E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67C61AFD-096B-40E4-B25E-983D41AF1A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94F042FF-B307-41D6-8AF6-1B079831C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347806055"/>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DAAB57D-3517-412D-8856-5DD46AF5A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C129508-261E-4B73-97CF-380453607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794FE785-2A03-459A-8B73-78D7BBFF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04B8A24-5EE1-4D87-8722-712204C66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722298A-C886-4838-B231-8F4B7B022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1710A4B0-71B0-466D-804B-382A682BA956}"/>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34822D5F-DD8E-4BF6-AE26-FCC61A51D659}"/>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FFFA849C-8366-447D-BBD3-DAAE3E2CAB25}"/>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421C5E3C-1ED5-421D-AB3E-609DA6A9206F}"/>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D844FA85-592C-4CEC-8F34-341A4933E445}"/>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A0FB8176-4433-42F0-BE31-C831EF84889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1824A8E7-2961-44EF-AD6B-2976CD2E6712}"/>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4F17AC39-8328-4891-80DC-8389E91812B8}"/>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8271F9F5-3018-4C62-8B8E-EC8E06EA4F60}"/>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81DDD9B-F87B-418B-8F14-1CAB6869242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BDD851F-DDEC-43F0-A238-D924BB5F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3145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26</ap:Slides>
  <ap:Notes>26</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2026-10-25T12:49:15.0930000Z</dcterms:created>
  <dcterms:modified xsi:type="dcterms:W3CDTF">2026-10-25T12:49:15.0930000Z</dcterms:modified>
</coreProperties>
</file>